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sldIdLst>
    <p:sldId id="558" r:id="rId5"/>
    <p:sldId id="797" r:id="rId6"/>
    <p:sldId id="800" r:id="rId7"/>
    <p:sldId id="926" r:id="rId8"/>
    <p:sldId id="726" r:id="rId9"/>
    <p:sldId id="700" r:id="rId10"/>
    <p:sldId id="744" r:id="rId11"/>
    <p:sldId id="788" r:id="rId12"/>
    <p:sldId id="789" r:id="rId13"/>
    <p:sldId id="790" r:id="rId14"/>
    <p:sldId id="782" r:id="rId15"/>
    <p:sldId id="827" r:id="rId16"/>
    <p:sldId id="931" r:id="rId17"/>
    <p:sldId id="831" r:id="rId18"/>
    <p:sldId id="829" r:id="rId19"/>
    <p:sldId id="837" r:id="rId20"/>
    <p:sldId id="840" r:id="rId21"/>
    <p:sldId id="832" r:id="rId22"/>
    <p:sldId id="833" r:id="rId23"/>
    <p:sldId id="834" r:id="rId24"/>
    <p:sldId id="993" r:id="rId25"/>
    <p:sldId id="995" r:id="rId26"/>
    <p:sldId id="988" r:id="rId27"/>
    <p:sldId id="989" r:id="rId28"/>
    <p:sldId id="990" r:id="rId29"/>
    <p:sldId id="991" r:id="rId30"/>
    <p:sldId id="1003" r:id="rId31"/>
    <p:sldId id="1004" r:id="rId32"/>
    <p:sldId id="1005" r:id="rId33"/>
    <p:sldId id="1007" r:id="rId34"/>
    <p:sldId id="1006" r:id="rId35"/>
    <p:sldId id="271" r:id="rId3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8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3737E4-37B1-E546-A2FE-40A847505A95}" v="3" dt="2024-10-21T13:26:58.377"/>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97" autoAdjust="0"/>
    <p:restoredTop sz="92457"/>
  </p:normalViewPr>
  <p:slideViewPr>
    <p:cSldViewPr snapToGrid="0">
      <p:cViewPr varScale="1">
        <p:scale>
          <a:sx n="116" d="100"/>
          <a:sy n="116" d="100"/>
        </p:scale>
        <p:origin x="672" y="184"/>
      </p:cViewPr>
      <p:guideLst/>
    </p:cSldViewPr>
  </p:slideViewPr>
  <p:outlineViewPr>
    <p:cViewPr>
      <p:scale>
        <a:sx n="33" d="100"/>
        <a:sy n="33" d="100"/>
      </p:scale>
      <p:origin x="0" y="-6488"/>
    </p:cViewPr>
  </p:outlineViewPr>
  <p:notesTextViewPr>
    <p:cViewPr>
      <p:scale>
        <a:sx n="1" d="1"/>
        <a:sy n="1" d="1"/>
      </p:scale>
      <p:origin x="0" y="-176"/>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Cristina Dos Santos" userId="S::andreasantos@unb.br::c1f965dc-8845-4afc-9e32-8f70830fffd6" providerId="AD" clId="Web-{E1F56804-11EC-4531-A4AA-75992C9F8F36}"/>
    <pc:docChg chg="modSld">
      <pc:chgData name="Andrea Cristina Dos Santos" userId="S::andreasantos@unb.br::c1f965dc-8845-4afc-9e32-8f70830fffd6" providerId="AD" clId="Web-{E1F56804-11EC-4531-A4AA-75992C9F8F36}" dt="2023-04-10T16:42:01.907" v="0" actId="14100"/>
      <pc:docMkLst>
        <pc:docMk/>
      </pc:docMkLst>
      <pc:sldChg chg="modSp">
        <pc:chgData name="Andrea Cristina Dos Santos" userId="S::andreasantos@unb.br::c1f965dc-8845-4afc-9e32-8f70830fffd6" providerId="AD" clId="Web-{E1F56804-11EC-4531-A4AA-75992C9F8F36}" dt="2023-04-10T16:42:01.907" v="0" actId="14100"/>
        <pc:sldMkLst>
          <pc:docMk/>
          <pc:sldMk cId="3569527685" sldId="926"/>
        </pc:sldMkLst>
        <pc:spChg chg="mod">
          <ac:chgData name="Andrea Cristina Dos Santos" userId="S::andreasantos@unb.br::c1f965dc-8845-4afc-9e32-8f70830fffd6" providerId="AD" clId="Web-{E1F56804-11EC-4531-A4AA-75992C9F8F36}" dt="2023-04-10T16:42:01.907" v="0" actId="14100"/>
          <ac:spMkLst>
            <pc:docMk/>
            <pc:sldMk cId="3569527685" sldId="926"/>
            <ac:spMk id="2" creationId="{C0A4259B-3CF3-6A42-9443-EBC414A9D725}"/>
          </ac:spMkLst>
        </pc:spChg>
      </pc:sldChg>
    </pc:docChg>
  </pc:docChgLst>
  <pc:docChgLst>
    <pc:chgData name="Andrea Cristina Dos Santos" userId="c1f965dc-8845-4afc-9e32-8f70830fffd6" providerId="ADAL" clId="{653737E4-37B1-E546-A2FE-40A847505A95}"/>
    <pc:docChg chg="modSld">
      <pc:chgData name="Andrea Cristina Dos Santos" userId="c1f965dc-8845-4afc-9e32-8f70830fffd6" providerId="ADAL" clId="{653737E4-37B1-E546-A2FE-40A847505A95}" dt="2024-10-21T13:27:45.022" v="8" actId="113"/>
      <pc:docMkLst>
        <pc:docMk/>
      </pc:docMkLst>
      <pc:sldChg chg="modSp mod">
        <pc:chgData name="Andrea Cristina Dos Santos" userId="c1f965dc-8845-4afc-9e32-8f70830fffd6" providerId="ADAL" clId="{653737E4-37B1-E546-A2FE-40A847505A95}" dt="2024-10-21T13:25:20.790" v="1" actId="1076"/>
        <pc:sldMkLst>
          <pc:docMk/>
          <pc:sldMk cId="3361243140" sldId="744"/>
        </pc:sldMkLst>
        <pc:spChg chg="mod">
          <ac:chgData name="Andrea Cristina Dos Santos" userId="c1f965dc-8845-4afc-9e32-8f70830fffd6" providerId="ADAL" clId="{653737E4-37B1-E546-A2FE-40A847505A95}" dt="2024-10-21T13:25:20.790" v="1" actId="1076"/>
          <ac:spMkLst>
            <pc:docMk/>
            <pc:sldMk cId="3361243140" sldId="744"/>
            <ac:spMk id="60" creationId="{00000000-0000-0000-0000-000000000000}"/>
          </ac:spMkLst>
        </pc:spChg>
      </pc:sldChg>
      <pc:sldChg chg="modSp mod">
        <pc:chgData name="Andrea Cristina Dos Santos" userId="c1f965dc-8845-4afc-9e32-8f70830fffd6" providerId="ADAL" clId="{653737E4-37B1-E546-A2FE-40A847505A95}" dt="2024-10-21T13:27:45.022" v="8" actId="113"/>
        <pc:sldMkLst>
          <pc:docMk/>
          <pc:sldMk cId="1864571819" sldId="788"/>
        </pc:sldMkLst>
        <pc:spChg chg="mod">
          <ac:chgData name="Andrea Cristina Dos Santos" userId="c1f965dc-8845-4afc-9e32-8f70830fffd6" providerId="ADAL" clId="{653737E4-37B1-E546-A2FE-40A847505A95}" dt="2024-10-21T13:27:45.022" v="8" actId="113"/>
          <ac:spMkLst>
            <pc:docMk/>
            <pc:sldMk cId="1864571819" sldId="788"/>
            <ac:spMk id="2" creationId="{00000000-0000-0000-0000-000000000000}"/>
          </ac:spMkLst>
        </pc:spChg>
      </pc:sldChg>
      <pc:sldChg chg="modSp mod">
        <pc:chgData name="Andrea Cristina Dos Santos" userId="c1f965dc-8845-4afc-9e32-8f70830fffd6" providerId="ADAL" clId="{653737E4-37B1-E546-A2FE-40A847505A95}" dt="2024-10-21T13:27:02.391" v="6" actId="207"/>
        <pc:sldMkLst>
          <pc:docMk/>
          <pc:sldMk cId="2109138773" sldId="1006"/>
        </pc:sldMkLst>
        <pc:spChg chg="mod">
          <ac:chgData name="Andrea Cristina Dos Santos" userId="c1f965dc-8845-4afc-9e32-8f70830fffd6" providerId="ADAL" clId="{653737E4-37B1-E546-A2FE-40A847505A95}" dt="2024-10-21T13:26:42.630" v="4" actId="207"/>
          <ac:spMkLst>
            <pc:docMk/>
            <pc:sldMk cId="2109138773" sldId="1006"/>
            <ac:spMk id="2" creationId="{5AC91B34-32CB-AB4C-9F80-4970D80F7592}"/>
          </ac:spMkLst>
        </pc:spChg>
        <pc:spChg chg="mod">
          <ac:chgData name="Andrea Cristina Dos Santos" userId="c1f965dc-8845-4afc-9e32-8f70830fffd6" providerId="ADAL" clId="{653737E4-37B1-E546-A2FE-40A847505A95}" dt="2024-10-21T13:27:02.391" v="6" actId="207"/>
          <ac:spMkLst>
            <pc:docMk/>
            <pc:sldMk cId="2109138773" sldId="1006"/>
            <ac:spMk id="3" creationId="{0868C63E-4149-F64F-858F-5022704BBDD7}"/>
          </ac:spMkLst>
        </pc:spChg>
        <pc:spChg chg="mod">
          <ac:chgData name="Andrea Cristina Dos Santos" userId="c1f965dc-8845-4afc-9e32-8f70830fffd6" providerId="ADAL" clId="{653737E4-37B1-E546-A2FE-40A847505A95}" dt="2024-10-21T13:26:28.772" v="2"/>
          <ac:spMkLst>
            <pc:docMk/>
            <pc:sldMk cId="2109138773" sldId="1006"/>
            <ac:spMk id="4" creationId="{2612B038-C55F-3D43-A759-4ADE8DDFB6C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C52D3B-04E1-2D4A-9AA6-2A5BA4B69ABD}" type="datetimeFigureOut">
              <a:rPr lang="pt-BR" smtClean="0"/>
              <a:t>21/10/2024</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9EBC59-CFE3-624E-BFA4-C4F03A4E5A69}" type="slidenum">
              <a:rPr lang="pt-BR" smtClean="0"/>
              <a:t>‹nº›</a:t>
            </a:fld>
            <a:endParaRPr lang="pt-BR"/>
          </a:p>
        </p:txBody>
      </p:sp>
    </p:spTree>
    <p:extLst>
      <p:ext uri="{BB962C8B-B14F-4D97-AF65-F5344CB8AC3E}">
        <p14:creationId xmlns:p14="http://schemas.microsoft.com/office/powerpoint/2010/main" val="2047822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teses.usp.br/teses/disponiveis/18/18140/tde-09082010-084457/pt-br.php"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teses.usp.br/teses/disponiveis/18/18140/tde-09082010-084457/pt-br.php"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www.managementexchange.com/story/inside-whirlpools-innovation-machine"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www.teses.usp.br/teses/disponiveis/18/18156/tde-04072013-093955/pt-br.php"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publications.lib.chalmers.se/records/fulltext/177505/177505.pdf"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pdp.org.br/"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www.eesc.usp.br/igdp/" TargetMode="External"/><Relationship Id="rId5" Type="http://schemas.openxmlformats.org/officeDocument/2006/relationships/hyperlink" Target="http://www.igdp.org.br/" TargetMode="External"/><Relationship Id="rId4" Type="http://schemas.openxmlformats.org/officeDocument/2006/relationships/hyperlink" Target="http://www.portaldeconhecimentos.org.br/index.php/por"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Esta é uma tipologia clássica de projetos de desenvolvimento de produtos, conhecido como o Modelo de Clark e </a:t>
            </a:r>
            <a:r>
              <a:rPr lang="pt-BR" sz="1200" kern="1200" dirty="0" err="1">
                <a:solidFill>
                  <a:schemeClr val="tx1"/>
                </a:solidFill>
                <a:effectLst/>
                <a:latin typeface="+mn-lt"/>
                <a:ea typeface="+mn-ea"/>
                <a:cs typeface="+mn-cs"/>
              </a:rPr>
              <a:t>Wheelwright</a:t>
            </a:r>
            <a:r>
              <a:rPr lang="pt-BR"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Mais informações nas referências do curso</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2</a:t>
            </a:fld>
            <a:endParaRPr lang="pt-BR"/>
          </a:p>
        </p:txBody>
      </p:sp>
    </p:spTree>
    <p:extLst>
      <p:ext uri="{BB962C8B-B14F-4D97-AF65-F5344CB8AC3E}">
        <p14:creationId xmlns:p14="http://schemas.microsoft.com/office/powerpoint/2010/main" val="1465657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Do slide anterior destacam-se esses critérios com os seus valores possíveis: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pt-BR" sz="1200" kern="1200" dirty="0">
                <a:solidFill>
                  <a:schemeClr val="tx1"/>
                </a:solidFill>
                <a:effectLst/>
                <a:latin typeface="+mn-lt"/>
                <a:ea typeface="+mn-ea"/>
                <a:cs typeface="+mn-cs"/>
              </a:rPr>
              <a:t>Grau de novidade/inovação X complexidade (que pode ser medida de acordo com a quantidade de novos itens da lista: estrutura do produto)</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pt-BR" sz="1200" kern="1200" dirty="0">
                <a:solidFill>
                  <a:schemeClr val="tx1"/>
                </a:solidFill>
                <a:effectLst/>
                <a:latin typeface="+mn-lt"/>
                <a:ea typeface="+mn-ea"/>
                <a:cs typeface="+mn-cs"/>
              </a:rPr>
              <a:t>Tipo de interface </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pt-BR" sz="1200" kern="1200" dirty="0">
                <a:solidFill>
                  <a:schemeClr val="tx1"/>
                </a:solidFill>
                <a:effectLst/>
                <a:latin typeface="+mn-lt"/>
                <a:ea typeface="+mn-ea"/>
                <a:cs typeface="+mn-cs"/>
              </a:rPr>
              <a:t>Tecnologia utilizada</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pt-BR" sz="1200" kern="1200" dirty="0">
                <a:solidFill>
                  <a:schemeClr val="tx1"/>
                </a:solidFill>
                <a:effectLst/>
                <a:latin typeface="+mn-lt"/>
                <a:ea typeface="+mn-ea"/>
                <a:cs typeface="+mn-cs"/>
              </a:rPr>
              <a:t>Mercado</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pt-BR" sz="1200" kern="1200" dirty="0">
                <a:solidFill>
                  <a:schemeClr val="tx1"/>
                </a:solidFill>
                <a:effectLst/>
                <a:latin typeface="+mn-lt"/>
                <a:ea typeface="+mn-ea"/>
                <a:cs typeface="+mn-cs"/>
              </a:rPr>
              <a:t>Cadeia de valor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pt-BR" sz="1200" kern="1200" dirty="0">
                <a:solidFill>
                  <a:schemeClr val="tx1"/>
                </a:solidFill>
                <a:effectLst/>
                <a:latin typeface="+mn-lt"/>
                <a:ea typeface="+mn-ea"/>
                <a:cs typeface="+mn-cs"/>
              </a:rPr>
              <a:t>Ciclo de vida</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pt-BR" sz="1200" kern="1200" dirty="0">
                <a:solidFill>
                  <a:schemeClr val="tx1"/>
                </a:solidFill>
                <a:effectLst/>
                <a:latin typeface="+mn-lt"/>
                <a:ea typeface="+mn-ea"/>
                <a:cs typeface="+mn-cs"/>
              </a:rPr>
              <a:t>Nível de padronização da arquitetura desenvolvimento de produtos produto</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pt-BR" sz="1200" kern="1200" dirty="0">
                <a:solidFill>
                  <a:schemeClr val="tx1"/>
                </a:solidFill>
                <a:effectLst/>
                <a:latin typeface="+mn-lt"/>
                <a:ea typeface="+mn-ea"/>
                <a:cs typeface="+mn-cs"/>
              </a:rPr>
              <a:t>Estratégia de produção em relação ao mercado</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pt-BR" sz="1200" kern="1200" dirty="0">
                <a:solidFill>
                  <a:schemeClr val="tx1"/>
                </a:solidFill>
                <a:effectLst/>
                <a:latin typeface="+mn-lt"/>
                <a:ea typeface="+mn-ea"/>
                <a:cs typeface="+mn-cs"/>
              </a:rPr>
              <a:t>Níveis de oferecimento de serviços associados ao produto</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3</a:t>
            </a:fld>
            <a:endParaRPr lang="pt-BR"/>
          </a:p>
        </p:txBody>
      </p:sp>
    </p:spTree>
    <p:extLst>
      <p:ext uri="{BB962C8B-B14F-4D97-AF65-F5344CB8AC3E}">
        <p14:creationId xmlns:p14="http://schemas.microsoft.com/office/powerpoint/2010/main" val="2844290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3C6F208D-3C67-704E-91AA-F3D395DDD681}" type="slidenum">
              <a:rPr lang="pt-BR" smtClean="0"/>
              <a:t>4</a:t>
            </a:fld>
            <a:endParaRPr lang="pt-BR"/>
          </a:p>
        </p:txBody>
      </p:sp>
    </p:spTree>
    <p:extLst>
      <p:ext uri="{BB962C8B-B14F-4D97-AF65-F5344CB8AC3E}">
        <p14:creationId xmlns:p14="http://schemas.microsoft.com/office/powerpoint/2010/main" val="303801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defRPr>
            </a:lvl1pPr>
            <a:lvl2pPr marL="742950" indent="-285750">
              <a:spcBef>
                <a:spcPct val="30000"/>
              </a:spcBef>
              <a:defRPr sz="1200">
                <a:solidFill>
                  <a:schemeClr val="tx1"/>
                </a:solidFill>
                <a:latin typeface="Arial" charset="0"/>
              </a:defRPr>
            </a:lvl2pPr>
            <a:lvl3pPr marL="1143000" indent="-228600">
              <a:spcBef>
                <a:spcPct val="30000"/>
              </a:spcBef>
              <a:defRPr sz="1200">
                <a:solidFill>
                  <a:schemeClr val="tx1"/>
                </a:solidFill>
                <a:latin typeface="Arial" charset="0"/>
              </a:defRPr>
            </a:lvl3pPr>
            <a:lvl4pPr marL="1600200" indent="-228600">
              <a:spcBef>
                <a:spcPct val="30000"/>
              </a:spcBef>
              <a:defRPr sz="1200">
                <a:solidFill>
                  <a:schemeClr val="tx1"/>
                </a:solidFill>
                <a:latin typeface="Arial" charset="0"/>
              </a:defRPr>
            </a:lvl4pPr>
            <a:lvl5pPr marL="2057400" indent="-22860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a:spcBef>
                <a:spcPct val="0"/>
              </a:spcBef>
            </a:pPr>
            <a:fld id="{EFAE40D8-9D02-CF48-96BD-C0143722F42B}" type="slidenum">
              <a:rPr lang="pt-BR" altLang="pt-BR" sz="1300"/>
              <a:pPr>
                <a:spcBef>
                  <a:spcPct val="0"/>
                </a:spcBef>
              </a:pPr>
              <a:t>5</a:t>
            </a:fld>
            <a:endParaRPr lang="pt-BR" altLang="pt-BR" sz="1300"/>
          </a:p>
        </p:txBody>
      </p:sp>
      <p:sp>
        <p:nvSpPr>
          <p:cNvPr id="44034" name="Rectangle 2"/>
          <p:cNvSpPr>
            <a:spLocks noGrp="1" noRot="1" noChangeAspect="1" noChangeArrowheads="1" noTextEdit="1"/>
          </p:cNvSpPr>
          <p:nvPr>
            <p:ph type="sldImg"/>
          </p:nvPr>
        </p:nvSpPr>
        <p:spPr>
          <a:xfrm>
            <a:off x="141288" y="768350"/>
            <a:ext cx="6819900" cy="3836988"/>
          </a:xfrm>
          <a:ln/>
        </p:spPr>
      </p:sp>
      <p:sp>
        <p:nvSpPr>
          <p:cNvPr id="44035"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pt-BR" altLang="pt-BR"/>
          </a:p>
        </p:txBody>
      </p:sp>
    </p:spTree>
    <p:extLst>
      <p:ext uri="{BB962C8B-B14F-4D97-AF65-F5344CB8AC3E}">
        <p14:creationId xmlns:p14="http://schemas.microsoft.com/office/powerpoint/2010/main" val="3368979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Essa definição é uma síntese de um estudo sobre as definições de tecnologia.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Foi desenvolvida uma tese de doutorado citada a seguir que possui seções  da revisão bibliográfica que tratam da definição de tecnologia. A seção 3.1 deste trabalho faz uma comparação muito boa entre inovação, tecnologia e produto. Na seção 3.2.1 existe uma compilação das definições do que é o processo desenvolvimento de tecnologia (PDT) e no final dessa seção chega-se a uma síntese adotada neste curso.</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SOUZA, M.C. Método de mapeamento de tecnologia considerando a estratégia </a:t>
            </a:r>
            <a:r>
              <a:rPr lang="pt-BR" sz="1200" kern="1200" dirty="0" err="1">
                <a:solidFill>
                  <a:schemeClr val="tx1"/>
                </a:solidFill>
                <a:effectLst/>
                <a:latin typeface="+mn-lt"/>
                <a:ea typeface="+mn-ea"/>
                <a:cs typeface="+mn-cs"/>
              </a:rPr>
              <a:t>technology</a:t>
            </a:r>
            <a:r>
              <a:rPr lang="pt-BR" sz="1200" kern="1200" dirty="0">
                <a:solidFill>
                  <a:schemeClr val="tx1"/>
                </a:solidFill>
                <a:effectLst/>
                <a:latin typeface="+mn-lt"/>
                <a:ea typeface="+mn-ea"/>
                <a:cs typeface="+mn-cs"/>
              </a:rPr>
              <a:t> </a:t>
            </a:r>
            <a:r>
              <a:rPr lang="pt-BR" sz="1200" kern="1200" dirty="0" err="1">
                <a:solidFill>
                  <a:schemeClr val="tx1"/>
                </a:solidFill>
                <a:effectLst/>
                <a:latin typeface="+mn-lt"/>
                <a:ea typeface="+mn-ea"/>
                <a:cs typeface="+mn-cs"/>
              </a:rPr>
              <a:t>push</a:t>
            </a:r>
            <a:r>
              <a:rPr lang="pt-BR" sz="1200" kern="1200" dirty="0">
                <a:solidFill>
                  <a:schemeClr val="tx1"/>
                </a:solidFill>
                <a:effectLst/>
                <a:latin typeface="+mn-lt"/>
                <a:ea typeface="+mn-ea"/>
                <a:cs typeface="+mn-cs"/>
              </a:rPr>
              <a:t> e adoção de parcerias. Tese de doutorado do programa de pós-graduação em Engenharia de Produção. EESC, USP, 2010.</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Pode-se realizar o download gratuito desta tese no link a seguir para se estudar as seções citadas (do banco de teses da USP)</a:t>
            </a:r>
            <a:br>
              <a:rPr lang="pt-BR" sz="1200" kern="1200" dirty="0">
                <a:solidFill>
                  <a:schemeClr val="tx1"/>
                </a:solidFill>
                <a:effectLst/>
                <a:latin typeface="+mn-lt"/>
                <a:ea typeface="+mn-ea"/>
                <a:cs typeface="+mn-cs"/>
              </a:rPr>
            </a:br>
            <a:r>
              <a:rPr lang="pt-BR" sz="1200" u="sng" kern="1200" dirty="0">
                <a:solidFill>
                  <a:schemeClr val="tx1"/>
                </a:solidFill>
                <a:effectLst/>
                <a:latin typeface="+mn-lt"/>
                <a:ea typeface="+mn-ea"/>
                <a:cs typeface="+mn-cs"/>
                <a:hlinkClick r:id="rId3"/>
              </a:rPr>
              <a:t>http://www.teses.usp.br/teses/disponiveis/18/18140/tde-09082010-084457/pt-br.php</a:t>
            </a:r>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8</a:t>
            </a:fld>
            <a:endParaRPr lang="pt-BR"/>
          </a:p>
        </p:txBody>
      </p:sp>
    </p:spTree>
    <p:extLst>
      <p:ext uri="{BB962C8B-B14F-4D97-AF65-F5344CB8AC3E}">
        <p14:creationId xmlns:p14="http://schemas.microsoft.com/office/powerpoint/2010/main" val="2510297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kern="1200" dirty="0">
                <a:solidFill>
                  <a:schemeClr val="tx1"/>
                </a:solidFill>
                <a:effectLst/>
                <a:latin typeface="+mn-lt"/>
                <a:ea typeface="+mn-ea"/>
                <a:cs typeface="+mn-cs"/>
              </a:rPr>
              <a:t>Nas empresas benchmarking em desenvolvimento de produtos as tecnologias são desenvolvidas para “prateleira”. Assim, depois de ser avaliada a robustez da tecnologia, diversos projetos de desenvolvimento de produtos podem aplicá-la.</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9</a:t>
            </a:fld>
            <a:endParaRPr lang="pt-BR"/>
          </a:p>
        </p:txBody>
      </p:sp>
    </p:spTree>
    <p:extLst>
      <p:ext uri="{BB962C8B-B14F-4D97-AF65-F5344CB8AC3E}">
        <p14:creationId xmlns:p14="http://schemas.microsoft.com/office/powerpoint/2010/main" val="1137127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Este slide ilustra as duas estratégias principais de integração tecnologia-produto, que representa a relação do PDP com o desenvolvimento de tecnologia. Essas duas estratégias são conhecidas com os seu termos em inglês: </a:t>
            </a:r>
            <a:r>
              <a:rPr lang="pt-BR" sz="1200" kern="1200" dirty="0" err="1">
                <a:solidFill>
                  <a:schemeClr val="tx1"/>
                </a:solidFill>
                <a:effectLst/>
                <a:latin typeface="+mn-lt"/>
                <a:ea typeface="+mn-ea"/>
                <a:cs typeface="+mn-cs"/>
              </a:rPr>
              <a:t>technology</a:t>
            </a:r>
            <a:r>
              <a:rPr lang="pt-BR" sz="1200" kern="1200" dirty="0">
                <a:solidFill>
                  <a:schemeClr val="tx1"/>
                </a:solidFill>
                <a:effectLst/>
                <a:latin typeface="+mn-lt"/>
                <a:ea typeface="+mn-ea"/>
                <a:cs typeface="+mn-cs"/>
              </a:rPr>
              <a:t> </a:t>
            </a:r>
            <a:r>
              <a:rPr lang="pt-BR" sz="1200" kern="1200" dirty="0" err="1">
                <a:solidFill>
                  <a:schemeClr val="tx1"/>
                </a:solidFill>
                <a:effectLst/>
                <a:latin typeface="+mn-lt"/>
                <a:ea typeface="+mn-ea"/>
                <a:cs typeface="+mn-cs"/>
              </a:rPr>
              <a:t>push</a:t>
            </a:r>
            <a:r>
              <a:rPr lang="pt-BR" sz="1200" kern="1200" dirty="0">
                <a:solidFill>
                  <a:schemeClr val="tx1"/>
                </a:solidFill>
                <a:effectLst/>
                <a:latin typeface="+mn-lt"/>
                <a:ea typeface="+mn-ea"/>
                <a:cs typeface="+mn-cs"/>
              </a:rPr>
              <a:t> ou </a:t>
            </a:r>
            <a:r>
              <a:rPr lang="pt-BR" sz="1200" kern="1200" dirty="0" err="1">
                <a:solidFill>
                  <a:schemeClr val="tx1"/>
                </a:solidFill>
                <a:effectLst/>
                <a:latin typeface="+mn-lt"/>
                <a:ea typeface="+mn-ea"/>
                <a:cs typeface="+mn-cs"/>
              </a:rPr>
              <a:t>market</a:t>
            </a:r>
            <a:r>
              <a:rPr lang="pt-BR" sz="1200" kern="1200" dirty="0">
                <a:solidFill>
                  <a:schemeClr val="tx1"/>
                </a:solidFill>
                <a:effectLst/>
                <a:latin typeface="+mn-lt"/>
                <a:ea typeface="+mn-ea"/>
                <a:cs typeface="+mn-cs"/>
              </a:rPr>
              <a:t> </a:t>
            </a:r>
            <a:r>
              <a:rPr lang="pt-BR" sz="1200" kern="1200" dirty="0" err="1">
                <a:solidFill>
                  <a:schemeClr val="tx1"/>
                </a:solidFill>
                <a:effectLst/>
                <a:latin typeface="+mn-lt"/>
                <a:ea typeface="+mn-ea"/>
                <a:cs typeface="+mn-cs"/>
              </a:rPr>
              <a:t>pull</a:t>
            </a:r>
            <a:r>
              <a:rPr lang="pt-BR" sz="1200" kern="1200" dirty="0">
                <a:solidFill>
                  <a:schemeClr val="tx1"/>
                </a:solidFill>
                <a:effectLst/>
                <a:latin typeface="+mn-lt"/>
                <a:ea typeface="+mn-ea"/>
                <a:cs typeface="+mn-cs"/>
              </a:rPr>
              <a:t>, ou seja se o desenvolvimento é “empurrado pela tecnologia” ou “puxado pelo mercado”.</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No </a:t>
            </a:r>
            <a:r>
              <a:rPr lang="pt-BR" sz="1200" kern="1200" dirty="0" err="1">
                <a:solidFill>
                  <a:schemeClr val="tx1"/>
                </a:solidFill>
                <a:effectLst/>
                <a:latin typeface="+mn-lt"/>
                <a:ea typeface="+mn-ea"/>
                <a:cs typeface="+mn-cs"/>
              </a:rPr>
              <a:t>technology</a:t>
            </a:r>
            <a:r>
              <a:rPr lang="pt-BR" sz="1200" kern="1200" dirty="0">
                <a:solidFill>
                  <a:schemeClr val="tx1"/>
                </a:solidFill>
                <a:effectLst/>
                <a:latin typeface="+mn-lt"/>
                <a:ea typeface="+mn-ea"/>
                <a:cs typeface="+mn-cs"/>
              </a:rPr>
              <a:t> </a:t>
            </a:r>
            <a:r>
              <a:rPr lang="pt-BR" sz="1200" kern="1200" dirty="0" err="1">
                <a:solidFill>
                  <a:schemeClr val="tx1"/>
                </a:solidFill>
                <a:effectLst/>
                <a:latin typeface="+mn-lt"/>
                <a:ea typeface="+mn-ea"/>
                <a:cs typeface="+mn-cs"/>
              </a:rPr>
              <a:t>push</a:t>
            </a:r>
            <a:r>
              <a:rPr lang="pt-BR" sz="1200" kern="1200" dirty="0">
                <a:solidFill>
                  <a:schemeClr val="tx1"/>
                </a:solidFill>
                <a:effectLst/>
                <a:latin typeface="+mn-lt"/>
                <a:ea typeface="+mn-ea"/>
                <a:cs typeface="+mn-cs"/>
              </a:rPr>
              <a:t>, a tecnologia foi desenvolvida anteriormente e essa estratégia procura aplicação para ela, ou seja, procura produtos, nos quais essa tecnologia pode ser aplicada.</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No </a:t>
            </a:r>
            <a:r>
              <a:rPr lang="pt-BR" sz="1200" kern="1200" dirty="0" err="1">
                <a:solidFill>
                  <a:schemeClr val="tx1"/>
                </a:solidFill>
                <a:effectLst/>
                <a:latin typeface="+mn-lt"/>
                <a:ea typeface="+mn-ea"/>
                <a:cs typeface="+mn-cs"/>
              </a:rPr>
              <a:t>market</a:t>
            </a:r>
            <a:r>
              <a:rPr lang="pt-BR" sz="1200" kern="1200" dirty="0">
                <a:solidFill>
                  <a:schemeClr val="tx1"/>
                </a:solidFill>
                <a:effectLst/>
                <a:latin typeface="+mn-lt"/>
                <a:ea typeface="+mn-ea"/>
                <a:cs typeface="+mn-cs"/>
              </a:rPr>
              <a:t> </a:t>
            </a:r>
            <a:r>
              <a:rPr lang="pt-BR" sz="1200" kern="1200" dirty="0" err="1">
                <a:solidFill>
                  <a:schemeClr val="tx1"/>
                </a:solidFill>
                <a:effectLst/>
                <a:latin typeface="+mn-lt"/>
                <a:ea typeface="+mn-ea"/>
                <a:cs typeface="+mn-cs"/>
              </a:rPr>
              <a:t>pull</a:t>
            </a:r>
            <a:r>
              <a:rPr lang="pt-BR" sz="1200" kern="1200" dirty="0">
                <a:solidFill>
                  <a:schemeClr val="tx1"/>
                </a:solidFill>
                <a:effectLst/>
                <a:latin typeface="+mn-lt"/>
                <a:ea typeface="+mn-ea"/>
                <a:cs typeface="+mn-cs"/>
              </a:rPr>
              <a:t>, a necessidade do mercado faz com que uma empresa desenvolva um produto, e ai sim procura-se desenvolver uma tecnologia para que este produto possa atender a essas necessidades.</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Na seção 3.3 (página 52), tese citada no slide 22 de acesso gratuito (link a seguir) pode-se consultar uma síntese dessa discussão.</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Pode-se realizar o download gratuito desta tese no link a seguir para se estudar as seções citadas (do banco de teses da USP)</a:t>
            </a:r>
            <a:br>
              <a:rPr lang="pt-BR" sz="1200" kern="1200" dirty="0">
                <a:solidFill>
                  <a:schemeClr val="tx1"/>
                </a:solidFill>
                <a:effectLst/>
                <a:latin typeface="+mn-lt"/>
                <a:ea typeface="+mn-ea"/>
                <a:cs typeface="+mn-cs"/>
              </a:rPr>
            </a:br>
            <a:r>
              <a:rPr lang="pt-BR" sz="1200" u="sng" kern="1200" dirty="0">
                <a:solidFill>
                  <a:schemeClr val="tx1"/>
                </a:solidFill>
                <a:effectLst/>
                <a:latin typeface="+mn-lt"/>
                <a:ea typeface="+mn-ea"/>
                <a:cs typeface="+mn-cs"/>
                <a:hlinkClick r:id="rId3"/>
              </a:rPr>
              <a:t>http://www.teses.usp.br/teses/disponiveis/18/18140/tde-09082010-084457/pt-br.php</a:t>
            </a:r>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10</a:t>
            </a:fld>
            <a:endParaRPr lang="pt-BR"/>
          </a:p>
        </p:txBody>
      </p:sp>
    </p:spTree>
    <p:extLst>
      <p:ext uri="{BB962C8B-B14F-4D97-AF65-F5344CB8AC3E}">
        <p14:creationId xmlns:p14="http://schemas.microsoft.com/office/powerpoint/2010/main" val="20884005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Este slide expande o que foi apresentado no slide 13 sobre o processo de referência ser usado para apoiar a definição do escopo de um projeto de desenvolvimento de produtos.</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No processo de desenvolvimento de produtos queremos obter o design do produto, o design do processo de fabricação etc. por meio de um projeto de desenvolvimento de produtos para cada produto específico que resolvemos desenvolver. De uma forma mais ampla podemos dizer que por meio de um projeto de desenvolvimento obtemos </a:t>
            </a:r>
            <a:r>
              <a:rPr lang="pt-BR" sz="1200" b="1" kern="1200" dirty="0">
                <a:solidFill>
                  <a:schemeClr val="tx1"/>
                </a:solidFill>
                <a:effectLst/>
                <a:latin typeface="+mn-lt"/>
                <a:ea typeface="+mn-ea"/>
                <a:cs typeface="+mn-cs"/>
              </a:rPr>
              <a:t>o design da cadeia de valor</a:t>
            </a:r>
            <a:r>
              <a:rPr lang="pt-BR" sz="1200" kern="1200" dirty="0">
                <a:solidFill>
                  <a:schemeClr val="tx1"/>
                </a:solidFill>
                <a:effectLst/>
                <a:latin typeface="+mn-lt"/>
                <a:ea typeface="+mn-ea"/>
                <a:cs typeface="+mn-cs"/>
              </a:rPr>
              <a:t>, ou seja.. as informações e recursos para os outros processos de negócio da cadeia de valor (recorde a definição de desenvolvimento de produtos da aula 1).</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Vejam neste exemplo que se estivermos desenvolvendo para uma cadeia existente, e se o novo produto na cadeia não exigir novos equipamentos, mesmo assim as informações de como produziremos, venderemos, daremos assistência técnica etc. precisam ser obtidas pelo projeto específico de desenvolvimento de produto. No slide isso é representado pelos produtos C e B, ambos da mesma cadeia de valor B. Os projetos de desenvolvimento desses produtos, assim como do processo A para a cadeia de valor A, podem seguir o processo padrão da organização (também conhecido como modelo de referência).</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11</a:t>
            </a:fld>
            <a:endParaRPr lang="pt-BR"/>
          </a:p>
        </p:txBody>
      </p:sp>
    </p:spTree>
    <p:extLst>
      <p:ext uri="{BB962C8B-B14F-4D97-AF65-F5344CB8AC3E}">
        <p14:creationId xmlns:p14="http://schemas.microsoft.com/office/powerpoint/2010/main" val="951487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Extraído da referência:</a:t>
            </a:r>
            <a:br>
              <a:rPr lang="pt-BR" sz="1200" kern="1200" dirty="0">
                <a:solidFill>
                  <a:schemeClr val="tx1"/>
                </a:solidFill>
                <a:effectLst/>
                <a:latin typeface="+mn-lt"/>
                <a:ea typeface="+mn-ea"/>
                <a:cs typeface="+mn-cs"/>
              </a:rPr>
            </a:br>
            <a:r>
              <a:rPr lang="pt-BR" sz="1200" kern="1200" dirty="0">
                <a:solidFill>
                  <a:schemeClr val="tx1"/>
                </a:solidFill>
                <a:effectLst/>
                <a:latin typeface="+mn-lt"/>
                <a:ea typeface="+mn-ea"/>
                <a:cs typeface="+mn-cs"/>
              </a:rPr>
              <a:t>ROZENFELD, H. et al. Gestão de Desenvolvimento de Produtos: uma referência para a melhoria do processo. 1.ed. São Paulo: Saraiva, 2006. 542 p.</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“Para que o processo padrão de desenvolvimento de produtos possa ser reutilizado por várias pessoas ele é documentado na forma de um modelo. Um modelo serve para representar a realidade. Vários autores mostram o desenvolvimento de produtos como uma </a:t>
            </a:r>
            <a:r>
              <a:rPr lang="pt-BR" sz="1200" kern="1200" dirty="0" err="1">
                <a:solidFill>
                  <a:schemeClr val="tx1"/>
                </a:solidFill>
                <a:effectLst/>
                <a:latin typeface="+mn-lt"/>
                <a:ea typeface="+mn-ea"/>
                <a:cs typeface="+mn-cs"/>
              </a:rPr>
              <a:t>seqüência</a:t>
            </a:r>
            <a:r>
              <a:rPr lang="pt-BR" sz="1200" kern="1200" dirty="0">
                <a:solidFill>
                  <a:schemeClr val="tx1"/>
                </a:solidFill>
                <a:effectLst/>
                <a:latin typeface="+mn-lt"/>
                <a:ea typeface="+mn-ea"/>
                <a:cs typeface="+mn-cs"/>
              </a:rPr>
              <a:t> de passos, fases, etapas, ou seja, na realidade eles trazem modelos estruturados de diversas formas. Como os projetos de desenvolvimento são definidos a partir desse modelo, ele é conhecimento como modelo de referência.</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Hoje muitas empresas adotam modelos para definir qual o padrão de trabalho que elas desejam adotar para o desenvolvimento de produtos. Existem modelos de diversos tipos, alguns representam somente quais são as atividades que devem ser realizadas e outros são  mais detalhados e especificam procedimentos, métodos que devem ser adotados, critérios de avaliação etc.</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Um modelo é um documento ou um gráfico que pode estar na forma de uma publicação, manual, ou mesmo na intranet de uma empresa.”</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12</a:t>
            </a:fld>
            <a:endParaRPr lang="pt-BR"/>
          </a:p>
        </p:txBody>
      </p:sp>
    </p:spTree>
    <p:extLst>
      <p:ext uri="{BB962C8B-B14F-4D97-AF65-F5344CB8AC3E}">
        <p14:creationId xmlns:p14="http://schemas.microsoft.com/office/powerpoint/2010/main" val="4258383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Poucas pessoas em uma organização possuem uma visão completa do PDP. De maneira geral as empresas não possuem uma visão unificada do PDP. Muitas vezes, cada pessoa possui um entendimento próprio do processo e utiliza um vocabulário e formalismo particular para descrevê-lo, advindos da sua área específica. Isso piora quando falamos de empresas maiores, com plantas distribuídas em vários países.</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Modelos de referência (específicos) surgiram para minimizar essas limitações. Eles descrevem o processo de desenvolvimento de produto e servem de referência para que empresas e seus profissionais possam desenvolver produtos segundo um ponto de vista comum. Com um modelo de referência específico pode-se obter uma visão única do processo de desenvolvimento de produtos, nivelando-se os conhecimentos entre os atores que participam de um desenvolvimento específico. Ele passa a ser um linguajar único na empresa, é um mapa que serve de base para todos.</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13</a:t>
            </a:fld>
            <a:endParaRPr lang="pt-BR"/>
          </a:p>
        </p:txBody>
      </p:sp>
    </p:spTree>
    <p:extLst>
      <p:ext uri="{BB962C8B-B14F-4D97-AF65-F5344CB8AC3E}">
        <p14:creationId xmlns:p14="http://schemas.microsoft.com/office/powerpoint/2010/main" val="1253723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kern="1200" dirty="0">
                <a:solidFill>
                  <a:schemeClr val="tx1"/>
                </a:solidFill>
                <a:effectLst/>
                <a:latin typeface="+mn-lt"/>
                <a:ea typeface="+mn-ea"/>
                <a:cs typeface="+mn-cs"/>
              </a:rPr>
              <a:t>Vários modelos de referência genéricos para o processo de desenvolvimento de produtos estão documentados como material didático em livros, como os apresentados neste slide.</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14</a:t>
            </a:fld>
            <a:endParaRPr lang="pt-BR"/>
          </a:p>
        </p:txBody>
      </p:sp>
    </p:spTree>
    <p:extLst>
      <p:ext uri="{BB962C8B-B14F-4D97-AF65-F5344CB8AC3E}">
        <p14:creationId xmlns:p14="http://schemas.microsoft.com/office/powerpoint/2010/main" val="3876722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O modelo de referência genérico também é chamado simplesmente de modelo de referência.</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O modelo de referência específico também é conhecido como processo padrão da empresa (e no caso deste curso o processo é o PDP).</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E os projetos podem ser derivados dos modelos específico.</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Reler as anotações do slide anterior para melhor compreender essa este slide.</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15</a:t>
            </a:fld>
            <a:endParaRPr lang="pt-BR"/>
          </a:p>
        </p:txBody>
      </p:sp>
    </p:spTree>
    <p:extLst>
      <p:ext uri="{BB962C8B-B14F-4D97-AF65-F5344CB8AC3E}">
        <p14:creationId xmlns:p14="http://schemas.microsoft.com/office/powerpoint/2010/main" val="37102714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É difícil encontrar a publicação de um modelo de referência específico de uma organização.</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Este slide mostra um que pode ser acessado de forma livre no link:</a:t>
            </a:r>
            <a:endParaRPr lang="en-US" sz="1200" kern="1200" dirty="0">
              <a:solidFill>
                <a:schemeClr val="tx1"/>
              </a:solidFill>
              <a:effectLst/>
              <a:latin typeface="+mn-lt"/>
              <a:ea typeface="+mn-ea"/>
              <a:cs typeface="+mn-cs"/>
            </a:endParaRPr>
          </a:p>
          <a:p>
            <a:r>
              <a:rPr lang="pt-BR" sz="1200" u="sng" kern="1200" dirty="0">
                <a:solidFill>
                  <a:schemeClr val="tx1"/>
                </a:solidFill>
                <a:effectLst/>
                <a:latin typeface="+mn-lt"/>
                <a:ea typeface="+mn-ea"/>
                <a:cs typeface="+mn-cs"/>
                <a:hlinkClick r:id="rId3"/>
              </a:rPr>
              <a:t>http://www.managementexchange.com/story/inside-whirlpools-innovation-machine</a:t>
            </a:r>
            <a:r>
              <a:rPr lang="pt-BR" sz="1200" kern="1200" dirty="0">
                <a:solidFill>
                  <a:schemeClr val="tx1"/>
                </a:solidFill>
                <a:effectLst/>
                <a:latin typeface="+mn-lt"/>
                <a:ea typeface="+mn-ea"/>
                <a:cs typeface="+mn-cs"/>
              </a:rPr>
              <a:t> </a:t>
            </a:r>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16</a:t>
            </a:fld>
            <a:endParaRPr lang="pt-BR"/>
          </a:p>
        </p:txBody>
      </p:sp>
    </p:spTree>
    <p:extLst>
      <p:ext uri="{BB962C8B-B14F-4D97-AF65-F5344CB8AC3E}">
        <p14:creationId xmlns:p14="http://schemas.microsoft.com/office/powerpoint/2010/main" val="3097828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Existem diversas formas de ser representar, desde um gráfico resumido até uma descrição detalhada das atividades e procedimentos.</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Leia na seção 2.1 da dissertação da Carolina Amigo algumas formas de representação do PDP (modelagem de processo):</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AMIGO, C.R.</a:t>
            </a:r>
            <a:r>
              <a:rPr lang="pt-BR" sz="1200" kern="1200" baseline="0" dirty="0">
                <a:solidFill>
                  <a:schemeClr val="tx1"/>
                </a:solidFill>
                <a:effectLst/>
                <a:latin typeface="+mn-lt"/>
                <a:ea typeface="+mn-ea"/>
                <a:cs typeface="+mn-cs"/>
              </a:rPr>
              <a:t> </a:t>
            </a:r>
            <a:r>
              <a:rPr lang="pt-BR" sz="1200" kern="1200" dirty="0">
                <a:solidFill>
                  <a:schemeClr val="tx1"/>
                </a:solidFill>
                <a:effectLst/>
                <a:latin typeface="+mn-lt"/>
                <a:ea typeface="+mn-ea"/>
                <a:cs typeface="+mn-cs"/>
              </a:rPr>
              <a:t>Modelos de referência para o processo de desenvolvimento de produtos: novas possibilidades de representação. Dissertação de mestrado – Programa de pós-graduação em Engenharia de Produção EESC, USP. Orientador: Henrique Rozenfeld, São Carlos, 2013.</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Pode ser acessada em:</a:t>
            </a:r>
            <a:br>
              <a:rPr lang="pt-BR" sz="1200" kern="1200" dirty="0">
                <a:solidFill>
                  <a:schemeClr val="tx1"/>
                </a:solidFill>
                <a:effectLst/>
                <a:latin typeface="+mn-lt"/>
                <a:ea typeface="+mn-ea"/>
                <a:cs typeface="+mn-cs"/>
              </a:rPr>
            </a:br>
            <a:r>
              <a:rPr lang="pt-BR" sz="1200" u="sng" kern="1200" dirty="0">
                <a:solidFill>
                  <a:schemeClr val="tx1"/>
                </a:solidFill>
                <a:effectLst/>
                <a:latin typeface="+mn-lt"/>
                <a:ea typeface="+mn-ea"/>
                <a:cs typeface="+mn-cs"/>
                <a:hlinkClick r:id="rId3"/>
              </a:rPr>
              <a:t>http://www.teses.usp.br/teses/disponiveis/18/18156/tde-04072013-093955/pt-br.php</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Para se analisar o processo (obtenção do modelo “</a:t>
            </a:r>
            <a:r>
              <a:rPr lang="pt-BR" sz="1200" kern="1200" dirty="0" err="1">
                <a:solidFill>
                  <a:schemeClr val="tx1"/>
                </a:solidFill>
                <a:effectLst/>
                <a:latin typeface="+mn-lt"/>
                <a:ea typeface="+mn-ea"/>
                <a:cs typeface="+mn-cs"/>
              </a:rPr>
              <a:t>as-is</a:t>
            </a:r>
            <a:r>
              <a:rPr lang="pt-BR" sz="1200" kern="1200" dirty="0">
                <a:solidFill>
                  <a:schemeClr val="tx1"/>
                </a:solidFill>
                <a:effectLst/>
                <a:latin typeface="+mn-lt"/>
                <a:ea typeface="+mn-ea"/>
                <a:cs typeface="+mn-cs"/>
              </a:rPr>
              <a:t>” – veja slide 62) pode-se utilizar o mapeamento do fluxo de valor (VSM: </a:t>
            </a:r>
            <a:r>
              <a:rPr lang="pt-BR" sz="1200" kern="1200" dirty="0" err="1">
                <a:solidFill>
                  <a:schemeClr val="tx1"/>
                </a:solidFill>
                <a:effectLst/>
                <a:latin typeface="+mn-lt"/>
                <a:ea typeface="+mn-ea"/>
                <a:cs typeface="+mn-cs"/>
              </a:rPr>
              <a:t>value</a:t>
            </a:r>
            <a:r>
              <a:rPr lang="pt-BR" sz="1200" kern="1200" dirty="0">
                <a:solidFill>
                  <a:schemeClr val="tx1"/>
                </a:solidFill>
                <a:effectLst/>
                <a:latin typeface="+mn-lt"/>
                <a:ea typeface="+mn-ea"/>
                <a:cs typeface="+mn-cs"/>
              </a:rPr>
              <a:t> </a:t>
            </a:r>
            <a:r>
              <a:rPr lang="pt-BR" sz="1200" kern="1200" dirty="0" err="1">
                <a:solidFill>
                  <a:schemeClr val="tx1"/>
                </a:solidFill>
                <a:effectLst/>
                <a:latin typeface="+mn-lt"/>
                <a:ea typeface="+mn-ea"/>
                <a:cs typeface="+mn-cs"/>
              </a:rPr>
              <a:t>stream</a:t>
            </a:r>
            <a:r>
              <a:rPr lang="pt-BR" sz="1200" kern="1200" dirty="0">
                <a:solidFill>
                  <a:schemeClr val="tx1"/>
                </a:solidFill>
                <a:effectLst/>
                <a:latin typeface="+mn-lt"/>
                <a:ea typeface="+mn-ea"/>
                <a:cs typeface="+mn-cs"/>
              </a:rPr>
              <a:t> </a:t>
            </a:r>
            <a:r>
              <a:rPr lang="pt-BR" sz="1200" kern="1200" dirty="0" err="1">
                <a:solidFill>
                  <a:schemeClr val="tx1"/>
                </a:solidFill>
                <a:effectLst/>
                <a:latin typeface="+mn-lt"/>
                <a:ea typeface="+mn-ea"/>
                <a:cs typeface="+mn-cs"/>
              </a:rPr>
              <a:t>mapping</a:t>
            </a:r>
            <a:r>
              <a:rPr lang="pt-BR" sz="1200" kern="1200" dirty="0">
                <a:solidFill>
                  <a:schemeClr val="tx1"/>
                </a:solidFill>
                <a:effectLst/>
                <a:latin typeface="+mn-lt"/>
                <a:ea typeface="+mn-ea"/>
                <a:cs typeface="+mn-cs"/>
              </a:rPr>
              <a:t>) da abordagem </a:t>
            </a:r>
            <a:r>
              <a:rPr lang="pt-BR" sz="1200" kern="1200" dirty="0" err="1">
                <a:solidFill>
                  <a:schemeClr val="tx1"/>
                </a:solidFill>
                <a:effectLst/>
                <a:latin typeface="+mn-lt"/>
                <a:ea typeface="+mn-ea"/>
                <a:cs typeface="+mn-cs"/>
              </a:rPr>
              <a:t>lean</a:t>
            </a:r>
            <a:r>
              <a:rPr lang="pt-BR" sz="1200" kern="1200" dirty="0">
                <a:solidFill>
                  <a:schemeClr val="tx1"/>
                </a:solidFill>
                <a:effectLst/>
                <a:latin typeface="+mn-lt"/>
                <a:ea typeface="+mn-ea"/>
                <a:cs typeface="+mn-cs"/>
              </a:rPr>
              <a:t>, que permite a identificação dos desperdícios do fluxo.</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Leia mais sobre isso em:</a:t>
            </a:r>
            <a:br>
              <a:rPr lang="pt-BR" sz="1200" kern="1200" dirty="0">
                <a:solidFill>
                  <a:schemeClr val="tx1"/>
                </a:solidFill>
                <a:effectLst/>
                <a:latin typeface="+mn-lt"/>
                <a:ea typeface="+mn-ea"/>
                <a:cs typeface="+mn-cs"/>
              </a:rPr>
            </a:br>
            <a:r>
              <a:rPr lang="pt-BR" sz="1200" u="sng" kern="1200" dirty="0">
                <a:solidFill>
                  <a:schemeClr val="tx1"/>
                </a:solidFill>
                <a:effectLst/>
                <a:latin typeface="+mn-lt"/>
                <a:ea typeface="+mn-ea"/>
                <a:cs typeface="+mn-cs"/>
                <a:hlinkClick r:id="rId4"/>
              </a:rPr>
              <a:t>http://publications.lib.chalmers.se/records/fulltext/177505/177505.pdf</a:t>
            </a:r>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17</a:t>
            </a:fld>
            <a:endParaRPr lang="pt-BR"/>
          </a:p>
        </p:txBody>
      </p:sp>
    </p:spTree>
    <p:extLst>
      <p:ext uri="{BB962C8B-B14F-4D97-AF65-F5344CB8AC3E}">
        <p14:creationId xmlns:p14="http://schemas.microsoft.com/office/powerpoint/2010/main" val="1358223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As práticas listadas neste slide são bem genéricas e serão detalhadas ao longo deste curso. Elas estão relacionadas as disciplinas, que serão apresentadas no final desta aula.</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18</a:t>
            </a:fld>
            <a:endParaRPr lang="pt-BR"/>
          </a:p>
        </p:txBody>
      </p:sp>
    </p:spTree>
    <p:extLst>
      <p:ext uri="{BB962C8B-B14F-4D97-AF65-F5344CB8AC3E}">
        <p14:creationId xmlns:p14="http://schemas.microsoft.com/office/powerpoint/2010/main" val="2685735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Parte do conteúdo deste curso está neste livro, que descreve um modelo de referência que será apresentado. Este curso porém apresenta mais do que está neste livro, mas não no nível de profundidade do livro:</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ROZENFELD, H. et al. Gestão de Desenvolvimento de Produtos: uma referência para a melhoria do processo. 1.ed. São Paulo: Saraiva, 2006. 542 p.</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19</a:t>
            </a:fld>
            <a:endParaRPr lang="pt-BR"/>
          </a:p>
        </p:txBody>
      </p:sp>
    </p:spTree>
    <p:extLst>
      <p:ext uri="{BB962C8B-B14F-4D97-AF65-F5344CB8AC3E}">
        <p14:creationId xmlns:p14="http://schemas.microsoft.com/office/powerpoint/2010/main" val="3568388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O modelo do livro está na internet no link:</a:t>
            </a:r>
            <a:endParaRPr lang="en-US" sz="1200" kern="1200" dirty="0">
              <a:solidFill>
                <a:schemeClr val="tx1"/>
              </a:solidFill>
              <a:effectLst/>
              <a:latin typeface="+mn-lt"/>
              <a:ea typeface="+mn-ea"/>
              <a:cs typeface="+mn-cs"/>
            </a:endParaRPr>
          </a:p>
          <a:p>
            <a:r>
              <a:rPr lang="pt-BR" sz="1200" u="sng" kern="1200" dirty="0">
                <a:solidFill>
                  <a:schemeClr val="tx1"/>
                </a:solidFill>
                <a:effectLst/>
                <a:latin typeface="+mn-lt"/>
                <a:ea typeface="+mn-ea"/>
                <a:cs typeface="+mn-cs"/>
                <a:hlinkClick r:id="rId3"/>
              </a:rPr>
              <a:t>http://www.pdp.org.br/</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Os principais conteúdos relacionados com o modelo estão registrados no portal de conhecimentos:</a:t>
            </a:r>
            <a:endParaRPr lang="en-US" sz="1200" kern="1200" dirty="0">
              <a:solidFill>
                <a:schemeClr val="tx1"/>
              </a:solidFill>
              <a:effectLst/>
              <a:latin typeface="+mn-lt"/>
              <a:ea typeface="+mn-ea"/>
              <a:cs typeface="+mn-cs"/>
            </a:endParaRPr>
          </a:p>
          <a:p>
            <a:r>
              <a:rPr lang="pt-BR" sz="1200" u="sng" kern="1200" dirty="0">
                <a:solidFill>
                  <a:schemeClr val="tx1"/>
                </a:solidFill>
                <a:effectLst/>
                <a:latin typeface="+mn-lt"/>
                <a:ea typeface="+mn-ea"/>
                <a:cs typeface="+mn-cs"/>
                <a:hlinkClick r:id="rId4"/>
              </a:rPr>
              <a:t>http://www.portaldeconhecimentos.org.br/index.php/por</a:t>
            </a:r>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O conteúdo deste portal é constantemente atualizado por uma comunidade, composta por membros do Instituto de Gestão de Desenvolvimento de Produtos:</a:t>
            </a:r>
            <a:endParaRPr lang="en-US" sz="1200" kern="1200" dirty="0">
              <a:solidFill>
                <a:schemeClr val="tx1"/>
              </a:solidFill>
              <a:effectLst/>
              <a:latin typeface="+mn-lt"/>
              <a:ea typeface="+mn-ea"/>
              <a:cs typeface="+mn-cs"/>
            </a:endParaRPr>
          </a:p>
          <a:p>
            <a:r>
              <a:rPr lang="pt-BR" sz="1200" u="sng" kern="1200" dirty="0">
                <a:solidFill>
                  <a:schemeClr val="tx1"/>
                </a:solidFill>
                <a:effectLst/>
                <a:latin typeface="+mn-lt"/>
                <a:ea typeface="+mn-ea"/>
                <a:cs typeface="+mn-cs"/>
                <a:hlinkClick r:id="rId5"/>
              </a:rPr>
              <a:t>http://www.igdp.org.br/</a:t>
            </a:r>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u="sng" kern="1200" dirty="0">
                <a:solidFill>
                  <a:schemeClr val="tx1"/>
                </a:solidFill>
                <a:effectLst/>
                <a:latin typeface="+mn-lt"/>
                <a:ea typeface="+mn-ea"/>
                <a:cs typeface="+mn-cs"/>
                <a:hlinkClick r:id="rId6"/>
              </a:rPr>
              <a:t>http://www.eesc.usp.br/igdp/</a:t>
            </a:r>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Essa comunidade também está presente no </a:t>
            </a:r>
            <a:r>
              <a:rPr lang="pt-BR" sz="1200" kern="1200" dirty="0" err="1">
                <a:solidFill>
                  <a:schemeClr val="tx1"/>
                </a:solidFill>
                <a:effectLst/>
                <a:latin typeface="+mn-lt"/>
                <a:ea typeface="+mn-ea"/>
                <a:cs typeface="+mn-cs"/>
              </a:rPr>
              <a:t>linkedIn</a:t>
            </a:r>
            <a:r>
              <a:rPr lang="pt-BR" sz="1200" kern="1200" dirty="0">
                <a:solidFill>
                  <a:schemeClr val="tx1"/>
                </a:solidFill>
                <a:effectLst/>
                <a:latin typeface="+mn-lt"/>
                <a:ea typeface="+mn-ea"/>
                <a:cs typeface="+mn-cs"/>
              </a:rPr>
              <a:t> com mais de 700 membros para compartilhar conhecimentos sobre GDP</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20</a:t>
            </a:fld>
            <a:endParaRPr lang="pt-BR"/>
          </a:p>
        </p:txBody>
      </p:sp>
    </p:spTree>
    <p:extLst>
      <p:ext uri="{BB962C8B-B14F-4D97-AF65-F5344CB8AC3E}">
        <p14:creationId xmlns:p14="http://schemas.microsoft.com/office/powerpoint/2010/main" val="2096443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pic>
        <p:nvPicPr>
          <p:cNvPr id="7" name="Imagem 6"/>
          <p:cNvPicPr>
            <a:picLocks noChangeAspect="1"/>
          </p:cNvPicPr>
          <p:nvPr userDrawn="1"/>
        </p:nvPicPr>
        <p:blipFill rotWithShape="1">
          <a:blip r:embed="rId2">
            <a:extLst>
              <a:ext uri="{28A0092B-C50C-407E-A947-70E740481C1C}">
                <a14:useLocalDpi xmlns:a14="http://schemas.microsoft.com/office/drawing/2010/main" val="0"/>
              </a:ext>
            </a:extLst>
          </a:blip>
          <a:srcRect r="12789" b="-4130"/>
          <a:stretch/>
        </p:blipFill>
        <p:spPr>
          <a:xfrm>
            <a:off x="1034963" y="78533"/>
            <a:ext cx="4954327" cy="781423"/>
          </a:xfrm>
          <a:prstGeom prst="rect">
            <a:avLst/>
          </a:prstGeom>
        </p:spPr>
      </p:pic>
    </p:spTree>
    <p:extLst>
      <p:ext uri="{BB962C8B-B14F-4D97-AF65-F5344CB8AC3E}">
        <p14:creationId xmlns:p14="http://schemas.microsoft.com/office/powerpoint/2010/main" val="2581128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Layout Personalizado">
    <p:bg>
      <p:bgPr>
        <a:blipFill dpi="0" rotWithShape="1">
          <a:blip r:embed="rId2">
            <a:alphaModFix amt="41000"/>
            <a:lum/>
          </a:blip>
          <a:srcRect/>
          <a:stretch>
            <a:fillRect t="-17000" b="-17000"/>
          </a:stretch>
        </a:blipFill>
        <a:effectLst/>
      </p:bgPr>
    </p:bg>
    <p:spTree>
      <p:nvGrpSpPr>
        <p:cNvPr id="1" name=""/>
        <p:cNvGrpSpPr/>
        <p:nvPr/>
      </p:nvGrpSpPr>
      <p:grpSpPr>
        <a:xfrm>
          <a:off x="0" y="0"/>
          <a:ext cx="0" cy="0"/>
          <a:chOff x="0" y="0"/>
          <a:chExt cx="0" cy="0"/>
        </a:xfrm>
      </p:grpSpPr>
      <p:sp>
        <p:nvSpPr>
          <p:cNvPr id="5" name="Elipse 4"/>
          <p:cNvSpPr/>
          <p:nvPr userDrawn="1"/>
        </p:nvSpPr>
        <p:spPr>
          <a:xfrm>
            <a:off x="239153" y="2489983"/>
            <a:ext cx="3967089" cy="3967089"/>
          </a:xfrm>
          <a:prstGeom prst="ellipse">
            <a:avLst/>
          </a:prstGeom>
          <a:solidFill>
            <a:schemeClr val="accent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3" name="Espaço Reservado para Título 1"/>
          <p:cNvSpPr>
            <a:spLocks noGrp="1"/>
          </p:cNvSpPr>
          <p:nvPr>
            <p:ph type="title"/>
          </p:nvPr>
        </p:nvSpPr>
        <p:spPr>
          <a:xfrm>
            <a:off x="1532402" y="3838526"/>
            <a:ext cx="9496671" cy="1270000"/>
          </a:xfrm>
          <a:prstGeom prst="rect">
            <a:avLst/>
          </a:prstGeom>
        </p:spPr>
        <p:txBody>
          <a:bodyPr vert="horz" lIns="91440" tIns="45720" rIns="91440" bIns="45720" rtlCol="0" anchor="ctr">
            <a:noAutofit/>
          </a:bodyPr>
          <a:lstStyle>
            <a:lvl1pPr>
              <a:defRPr sz="6600">
                <a:solidFill>
                  <a:schemeClr val="tx1"/>
                </a:solidFill>
              </a:defRPr>
            </a:lvl1pPr>
          </a:lstStyle>
          <a:p>
            <a:r>
              <a:rPr lang="pt-BR" dirty="0"/>
              <a:t>TÍTULO DA APRESENTAÇÃO</a:t>
            </a:r>
            <a:endParaRPr lang="es-ES" dirty="0"/>
          </a:p>
        </p:txBody>
      </p:sp>
      <p:pic>
        <p:nvPicPr>
          <p:cNvPr id="4" name="Imagem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27920" y="473334"/>
            <a:ext cx="1885779" cy="1201699"/>
          </a:xfrm>
          <a:prstGeom prst="rect">
            <a:avLst/>
          </a:prstGeom>
        </p:spPr>
      </p:pic>
    </p:spTree>
    <p:extLst>
      <p:ext uri="{BB962C8B-B14F-4D97-AF65-F5344CB8AC3E}">
        <p14:creationId xmlns:p14="http://schemas.microsoft.com/office/powerpoint/2010/main" val="581556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18" name="Elipse 17"/>
          <p:cNvSpPr/>
          <p:nvPr userDrawn="1"/>
        </p:nvSpPr>
        <p:spPr>
          <a:xfrm>
            <a:off x="838200" y="1939191"/>
            <a:ext cx="4224216" cy="4224216"/>
          </a:xfrm>
          <a:prstGeom prst="ellipse">
            <a:avLst/>
          </a:prstGeom>
          <a:solidFill>
            <a:schemeClr val="accent2">
              <a:lumMod val="60000"/>
              <a:lumOff val="4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7" name="Título 6"/>
          <p:cNvSpPr>
            <a:spLocks noGrp="1"/>
          </p:cNvSpPr>
          <p:nvPr>
            <p:ph type="title" hasCustomPrompt="1"/>
          </p:nvPr>
        </p:nvSpPr>
        <p:spPr>
          <a:xfrm>
            <a:off x="838200" y="381000"/>
            <a:ext cx="10515600" cy="1270000"/>
          </a:xfrm>
          <a:prstGeom prst="rect">
            <a:avLst/>
          </a:prstGeom>
        </p:spPr>
        <p:txBody>
          <a:bodyPr/>
          <a:lstStyle>
            <a:lvl1pPr>
              <a:defRPr baseline="0"/>
            </a:lvl1pPr>
          </a:lstStyle>
          <a:p>
            <a:r>
              <a:rPr lang="pt-BR" dirty="0"/>
              <a:t>TÍTULO</a:t>
            </a:r>
            <a:endParaRPr lang="es-ES" dirty="0"/>
          </a:p>
        </p:txBody>
      </p:sp>
      <p:sp>
        <p:nvSpPr>
          <p:cNvPr id="13" name="Espaço Reservado para Texto 12"/>
          <p:cNvSpPr>
            <a:spLocks noGrp="1"/>
          </p:cNvSpPr>
          <p:nvPr>
            <p:ph type="body" sz="quarter" idx="10" hasCustomPrompt="1"/>
          </p:nvPr>
        </p:nvSpPr>
        <p:spPr>
          <a:xfrm>
            <a:off x="6070600" y="2057400"/>
            <a:ext cx="5105400" cy="3987800"/>
          </a:xfrm>
          <a:prstGeom prst="rect">
            <a:avLst/>
          </a:prstGeom>
        </p:spPr>
        <p:txBody>
          <a:bodyPr/>
          <a:lstStyle>
            <a:lvl1pPr marL="0" indent="0">
              <a:buNone/>
              <a:defRPr b="1" baseline="0">
                <a:latin typeface="Lato" panose="020F0502020204030203" pitchFamily="34" charset="0"/>
              </a:defRPr>
            </a:lvl1pPr>
            <a:lvl2pPr marL="800080" indent="-342891">
              <a:buClr>
                <a:schemeClr val="accent1">
                  <a:lumMod val="50000"/>
                </a:schemeClr>
              </a:buClr>
              <a:buFont typeface="Arial" panose="020B0604020202020204" pitchFamily="34" charset="0"/>
              <a:buChar char="•"/>
              <a:defRPr sz="2000">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pt-BR" dirty="0"/>
              <a:t>Nome </a:t>
            </a:r>
          </a:p>
          <a:p>
            <a:pPr lvl="0"/>
            <a:endParaRPr lang="pt-BR" dirty="0"/>
          </a:p>
          <a:p>
            <a:pPr lvl="1"/>
            <a:r>
              <a:rPr lang="pt-BR" dirty="0"/>
              <a:t>Descrição</a:t>
            </a:r>
            <a:endParaRPr lang="es-ES" dirty="0"/>
          </a:p>
        </p:txBody>
      </p:sp>
      <p:sp>
        <p:nvSpPr>
          <p:cNvPr id="17" name="Espaço Reservado para Imagem 16"/>
          <p:cNvSpPr>
            <a:spLocks noGrp="1"/>
          </p:cNvSpPr>
          <p:nvPr>
            <p:ph type="pic" sz="quarter" idx="11"/>
          </p:nvPr>
        </p:nvSpPr>
        <p:spPr>
          <a:xfrm>
            <a:off x="1358900" y="2057400"/>
            <a:ext cx="3987800" cy="3987800"/>
          </a:xfrm>
          <a:prstGeom prst="ellipse">
            <a:avLst/>
          </a:prstGeom>
        </p:spPr>
        <p:txBody>
          <a:bodyPr/>
          <a:lstStyle/>
          <a:p>
            <a:endParaRPr lang="es-ES"/>
          </a:p>
        </p:txBody>
      </p:sp>
      <p:sp>
        <p:nvSpPr>
          <p:cNvPr id="19" name="Retângulo 18"/>
          <p:cNvSpPr/>
          <p:nvPr userDrawn="1"/>
        </p:nvSpPr>
        <p:spPr>
          <a:xfrm>
            <a:off x="11325664" y="2328009"/>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0" name="Retângulo 19"/>
          <p:cNvSpPr/>
          <p:nvPr userDrawn="1"/>
        </p:nvSpPr>
        <p:spPr>
          <a:xfrm>
            <a:off x="607255" y="448700"/>
            <a:ext cx="98475" cy="11346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3815625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Cabeçalho da Seção">
    <p:spTree>
      <p:nvGrpSpPr>
        <p:cNvPr id="1" name=""/>
        <p:cNvGrpSpPr/>
        <p:nvPr/>
      </p:nvGrpSpPr>
      <p:grpSpPr>
        <a:xfrm>
          <a:off x="0" y="0"/>
          <a:ext cx="0" cy="0"/>
          <a:chOff x="0" y="0"/>
          <a:chExt cx="0" cy="0"/>
        </a:xfrm>
      </p:grpSpPr>
      <p:sp>
        <p:nvSpPr>
          <p:cNvPr id="7" name="Elipse 6"/>
          <p:cNvSpPr/>
          <p:nvPr userDrawn="1"/>
        </p:nvSpPr>
        <p:spPr>
          <a:xfrm>
            <a:off x="239153" y="2489983"/>
            <a:ext cx="3967089" cy="3967089"/>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 name="Título 1"/>
          <p:cNvSpPr>
            <a:spLocks noGrp="1"/>
          </p:cNvSpPr>
          <p:nvPr>
            <p:ph type="title" hasCustomPrompt="1"/>
          </p:nvPr>
        </p:nvSpPr>
        <p:spPr>
          <a:xfrm>
            <a:off x="831851" y="1709740"/>
            <a:ext cx="10515600" cy="2852737"/>
          </a:xfrm>
          <a:prstGeom prst="rect">
            <a:avLst/>
          </a:prstGeom>
        </p:spPr>
        <p:txBody>
          <a:bodyPr anchor="b"/>
          <a:lstStyle>
            <a:lvl1pPr>
              <a:defRPr sz="6000" baseline="0"/>
            </a:lvl1pPr>
          </a:lstStyle>
          <a:p>
            <a:r>
              <a:rPr lang="pt-BR" dirty="0"/>
              <a:t>SLIDE DE TRANSIÇÃO</a:t>
            </a:r>
            <a:endParaRPr lang="es-ES" dirty="0"/>
          </a:p>
        </p:txBody>
      </p:sp>
      <p:sp>
        <p:nvSpPr>
          <p:cNvPr id="3" name="Espaço Reservado para Texto 2"/>
          <p:cNvSpPr>
            <a:spLocks noGrp="1"/>
          </p:cNvSpPr>
          <p:nvPr>
            <p:ph type="body" idx="1" hasCustomPrompt="1"/>
          </p:nvPr>
        </p:nvSpPr>
        <p:spPr>
          <a:xfrm>
            <a:off x="831851" y="4589465"/>
            <a:ext cx="10515600" cy="1500187"/>
          </a:xfrm>
          <a:prstGeom prst="rect">
            <a:avLst/>
          </a:prstGeom>
        </p:spPr>
        <p:txBody>
          <a:bodyPr/>
          <a:lstStyle>
            <a:lvl1pPr marL="0" indent="0">
              <a:buNone/>
              <a:defRPr sz="2800" b="1">
                <a:solidFill>
                  <a:schemeClr val="bg2">
                    <a:lumMod val="25000"/>
                  </a:schemeClr>
                </a:solidFill>
                <a:latin typeface="Lato" panose="020F0502020204030203"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pt-BR" dirty="0"/>
              <a:t>SUBTÍTULO DO SLIDE</a:t>
            </a:r>
          </a:p>
        </p:txBody>
      </p:sp>
      <p:sp>
        <p:nvSpPr>
          <p:cNvPr id="6" name="Retângulo 5"/>
          <p:cNvSpPr/>
          <p:nvPr userDrawn="1"/>
        </p:nvSpPr>
        <p:spPr>
          <a:xfrm>
            <a:off x="11325664" y="2328009"/>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pic>
        <p:nvPicPr>
          <p:cNvPr id="8" name="Imagem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27920" y="473334"/>
            <a:ext cx="1885779" cy="1201699"/>
          </a:xfrm>
          <a:prstGeom prst="rect">
            <a:avLst/>
          </a:prstGeom>
        </p:spPr>
      </p:pic>
    </p:spTree>
    <p:extLst>
      <p:ext uri="{BB962C8B-B14F-4D97-AF65-F5344CB8AC3E}">
        <p14:creationId xmlns:p14="http://schemas.microsoft.com/office/powerpoint/2010/main" val="2769508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Cabeçalho da Seção">
    <p:bg>
      <p:bgPr>
        <a:blipFill dpi="0" rotWithShape="1">
          <a:blip r:embed="rId2">
            <a:alphaModFix amt="41000"/>
            <a:lum/>
          </a:blip>
          <a:srcRect/>
          <a:stretch>
            <a:fillRect t="-17000" b="-17000"/>
          </a:stretch>
        </a:blipFill>
        <a:effectLst/>
      </p:bgPr>
    </p:bg>
    <p:spTree>
      <p:nvGrpSpPr>
        <p:cNvPr id="1" name=""/>
        <p:cNvGrpSpPr/>
        <p:nvPr/>
      </p:nvGrpSpPr>
      <p:grpSpPr>
        <a:xfrm>
          <a:off x="0" y="0"/>
          <a:ext cx="0" cy="0"/>
          <a:chOff x="0" y="0"/>
          <a:chExt cx="0" cy="0"/>
        </a:xfrm>
      </p:grpSpPr>
      <p:sp>
        <p:nvSpPr>
          <p:cNvPr id="7" name="Elipse 6"/>
          <p:cNvSpPr/>
          <p:nvPr userDrawn="1"/>
        </p:nvSpPr>
        <p:spPr>
          <a:xfrm>
            <a:off x="239153" y="2489983"/>
            <a:ext cx="3967089" cy="3967089"/>
          </a:xfrm>
          <a:prstGeom prst="ellipse">
            <a:avLst/>
          </a:prstGeom>
          <a:solidFill>
            <a:schemeClr val="accent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 name="Título 1"/>
          <p:cNvSpPr>
            <a:spLocks noGrp="1"/>
          </p:cNvSpPr>
          <p:nvPr>
            <p:ph type="title" hasCustomPrompt="1"/>
          </p:nvPr>
        </p:nvSpPr>
        <p:spPr>
          <a:xfrm>
            <a:off x="831851" y="1709740"/>
            <a:ext cx="10515600" cy="2852737"/>
          </a:xfrm>
          <a:prstGeom prst="rect">
            <a:avLst/>
          </a:prstGeom>
        </p:spPr>
        <p:txBody>
          <a:bodyPr anchor="b"/>
          <a:lstStyle>
            <a:lvl1pPr>
              <a:defRPr sz="6000" baseline="0"/>
            </a:lvl1pPr>
          </a:lstStyle>
          <a:p>
            <a:r>
              <a:rPr lang="pt-BR" dirty="0"/>
              <a:t>SLIDE DE TRANSIÇÃO</a:t>
            </a:r>
            <a:endParaRPr lang="es-ES" dirty="0"/>
          </a:p>
        </p:txBody>
      </p:sp>
      <p:sp>
        <p:nvSpPr>
          <p:cNvPr id="3" name="Espaço Reservado para Texto 2"/>
          <p:cNvSpPr>
            <a:spLocks noGrp="1"/>
          </p:cNvSpPr>
          <p:nvPr>
            <p:ph type="body" idx="1" hasCustomPrompt="1"/>
          </p:nvPr>
        </p:nvSpPr>
        <p:spPr>
          <a:xfrm>
            <a:off x="831851" y="4589465"/>
            <a:ext cx="10515600" cy="1500187"/>
          </a:xfrm>
          <a:prstGeom prst="rect">
            <a:avLst/>
          </a:prstGeom>
        </p:spPr>
        <p:txBody>
          <a:bodyPr/>
          <a:lstStyle>
            <a:lvl1pPr marL="0" indent="0">
              <a:buNone/>
              <a:defRPr sz="2800" b="1">
                <a:solidFill>
                  <a:schemeClr val="bg2">
                    <a:lumMod val="25000"/>
                  </a:schemeClr>
                </a:solidFill>
                <a:latin typeface="Lato" panose="020F0502020204030203"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pt-BR" dirty="0"/>
              <a:t>SUBTÍTULO DO SLIDE</a:t>
            </a:r>
          </a:p>
        </p:txBody>
      </p:sp>
      <p:sp>
        <p:nvSpPr>
          <p:cNvPr id="9" name="Retângulo 8"/>
          <p:cNvSpPr/>
          <p:nvPr userDrawn="1"/>
        </p:nvSpPr>
        <p:spPr>
          <a:xfrm>
            <a:off x="11325664" y="2328009"/>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pic>
        <p:nvPicPr>
          <p:cNvPr id="10" name="Imagem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27920" y="473334"/>
            <a:ext cx="1885779" cy="1201699"/>
          </a:xfrm>
          <a:prstGeom prst="rect">
            <a:avLst/>
          </a:prstGeom>
        </p:spPr>
      </p:pic>
    </p:spTree>
    <p:extLst>
      <p:ext uri="{BB962C8B-B14F-4D97-AF65-F5344CB8AC3E}">
        <p14:creationId xmlns:p14="http://schemas.microsoft.com/office/powerpoint/2010/main" val="241672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de título">
    <p:bg>
      <p:bgPr>
        <a:blipFill dpi="0" rotWithShape="1">
          <a:blip r:embed="rId2">
            <a:alphaModFix amt="41000"/>
            <a:lum/>
          </a:blip>
          <a:srcRect/>
          <a:stretch>
            <a:fillRect t="-17000" b="-17000"/>
          </a:stretch>
        </a:blipFill>
        <a:effectLst/>
      </p:bgPr>
    </p:bg>
    <p:spTree>
      <p:nvGrpSpPr>
        <p:cNvPr id="1" name=""/>
        <p:cNvGrpSpPr/>
        <p:nvPr/>
      </p:nvGrpSpPr>
      <p:grpSpPr>
        <a:xfrm>
          <a:off x="0" y="0"/>
          <a:ext cx="0" cy="0"/>
          <a:chOff x="0" y="0"/>
          <a:chExt cx="0" cy="0"/>
        </a:xfrm>
      </p:grpSpPr>
      <p:sp>
        <p:nvSpPr>
          <p:cNvPr id="17" name="Texto explicativo retangular com cantos arredondados 16"/>
          <p:cNvSpPr/>
          <p:nvPr userDrawn="1"/>
        </p:nvSpPr>
        <p:spPr>
          <a:xfrm>
            <a:off x="1800508" y="384694"/>
            <a:ext cx="8314320" cy="5570594"/>
          </a:xfrm>
          <a:prstGeom prst="wedgeRoundRectCallou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4" name="Espaço Reservado para Texto 13"/>
          <p:cNvSpPr>
            <a:spLocks noGrp="1"/>
          </p:cNvSpPr>
          <p:nvPr>
            <p:ph type="body" sz="quarter" idx="10" hasCustomPrompt="1"/>
          </p:nvPr>
        </p:nvSpPr>
        <p:spPr>
          <a:xfrm>
            <a:off x="2264899" y="675251"/>
            <a:ext cx="7385539" cy="4881489"/>
          </a:xfrm>
          <a:prstGeom prst="rect">
            <a:avLst/>
          </a:prstGeom>
        </p:spPr>
        <p:txBody>
          <a:bodyPr anchor="ctr"/>
          <a:lstStyle>
            <a:lvl1pPr marL="0" indent="0" algn="ctr">
              <a:buNone/>
              <a:defRPr baseline="0"/>
            </a:lvl1pPr>
          </a:lstStyle>
          <a:p>
            <a:pPr lvl="0"/>
            <a:r>
              <a:rPr lang="pt-BR" dirty="0"/>
              <a:t>INSIRA FRASE AQUI</a:t>
            </a:r>
            <a:endParaRPr lang="es-ES" dirty="0"/>
          </a:p>
        </p:txBody>
      </p:sp>
    </p:spTree>
    <p:extLst>
      <p:ext uri="{BB962C8B-B14F-4D97-AF65-F5344CB8AC3E}">
        <p14:creationId xmlns:p14="http://schemas.microsoft.com/office/powerpoint/2010/main" val="2117068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6" name="Espaço Reservado para Conteúdo 5"/>
          <p:cNvSpPr>
            <a:spLocks noGrp="1"/>
          </p:cNvSpPr>
          <p:nvPr>
            <p:ph sz="quarter" idx="4" hasCustomPrompt="1"/>
          </p:nvPr>
        </p:nvSpPr>
        <p:spPr>
          <a:xfrm>
            <a:off x="839788" y="5102860"/>
            <a:ext cx="9823523" cy="671733"/>
          </a:xfrm>
          <a:prstGeom prst="rect">
            <a:avLst/>
          </a:prstGeom>
        </p:spPr>
        <p:txBody>
          <a:bodyPr/>
          <a:lstStyle>
            <a:lvl1pPr marL="0" indent="0">
              <a:buClr>
                <a:schemeClr val="accent2"/>
              </a:buClr>
              <a:buNone/>
              <a:defRPr sz="2000">
                <a:latin typeface="Lato" panose="020F0502020204030203" pitchFamily="34" charset="0"/>
              </a:defRPr>
            </a:lvl1pPr>
          </a:lstStyle>
          <a:p>
            <a:pPr lvl="0"/>
            <a:r>
              <a:rPr lang="es-ES" b="0" i="0" dirty="0" err="1">
                <a:solidFill>
                  <a:srgbClr val="000000"/>
                </a:solidFill>
                <a:effectLst/>
                <a:latin typeface="Open Sans" panose="020B0606030504020204" pitchFamily="34" charset="0"/>
              </a:rPr>
              <a:t>Lorem</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ipsum</a:t>
            </a:r>
            <a:r>
              <a:rPr lang="es-ES" b="0" i="0" dirty="0">
                <a:solidFill>
                  <a:srgbClr val="000000"/>
                </a:solidFill>
                <a:effectLst/>
                <a:latin typeface="Open Sans" panose="020B0606030504020204" pitchFamily="34" charset="0"/>
              </a:rPr>
              <a:t> dolor </a:t>
            </a:r>
            <a:r>
              <a:rPr lang="es-ES" b="0" i="0" dirty="0" err="1">
                <a:solidFill>
                  <a:srgbClr val="000000"/>
                </a:solidFill>
                <a:effectLst/>
                <a:latin typeface="Open Sans" panose="020B0606030504020204" pitchFamily="34" charset="0"/>
              </a:rPr>
              <a:t>sit</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amet</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consectetur</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adipiscing</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elit</a:t>
            </a:r>
            <a:r>
              <a:rPr lang="es-ES" b="0" i="0" dirty="0">
                <a:solidFill>
                  <a:srgbClr val="000000"/>
                </a:solidFill>
                <a:effectLst/>
                <a:latin typeface="Open Sans" panose="020B0606030504020204" pitchFamily="34" charset="0"/>
              </a:rPr>
              <a:t>.</a:t>
            </a:r>
          </a:p>
        </p:txBody>
      </p:sp>
      <p:sp>
        <p:nvSpPr>
          <p:cNvPr id="14" name="Elipse 13"/>
          <p:cNvSpPr/>
          <p:nvPr userDrawn="1"/>
        </p:nvSpPr>
        <p:spPr>
          <a:xfrm flipV="1">
            <a:off x="11355388" y="2384079"/>
            <a:ext cx="675251" cy="675250"/>
          </a:xfrm>
          <a:prstGeom prst="ellipse">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3" name="Elipse 12"/>
          <p:cNvSpPr/>
          <p:nvPr userDrawn="1"/>
        </p:nvSpPr>
        <p:spPr>
          <a:xfrm flipV="1">
            <a:off x="164537" y="5056941"/>
            <a:ext cx="675251" cy="675250"/>
          </a:xfrm>
          <a:prstGeom prst="ellipse">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 name="Título 1"/>
          <p:cNvSpPr>
            <a:spLocks noGrp="1"/>
          </p:cNvSpPr>
          <p:nvPr>
            <p:ph type="title" hasCustomPrompt="1"/>
          </p:nvPr>
        </p:nvSpPr>
        <p:spPr>
          <a:xfrm>
            <a:off x="839788" y="365127"/>
            <a:ext cx="10515600" cy="1325563"/>
          </a:xfrm>
          <a:prstGeom prst="rect">
            <a:avLst/>
          </a:prstGeom>
        </p:spPr>
        <p:txBody>
          <a:bodyPr anchor="ctr"/>
          <a:lstStyle>
            <a:lvl1pPr>
              <a:defRPr/>
            </a:lvl1pPr>
          </a:lstStyle>
          <a:p>
            <a:r>
              <a:rPr lang="pt-BR" dirty="0"/>
              <a:t>TÍTULO DO SLIDE</a:t>
            </a:r>
            <a:endParaRPr lang="es-ES" dirty="0"/>
          </a:p>
        </p:txBody>
      </p:sp>
      <p:sp>
        <p:nvSpPr>
          <p:cNvPr id="4" name="Espaço Reservado para Conteúdo 3"/>
          <p:cNvSpPr>
            <a:spLocks noGrp="1"/>
          </p:cNvSpPr>
          <p:nvPr>
            <p:ph sz="half" idx="2" hasCustomPrompt="1"/>
          </p:nvPr>
        </p:nvSpPr>
        <p:spPr>
          <a:xfrm>
            <a:off x="839789" y="2328008"/>
            <a:ext cx="5157787" cy="2215859"/>
          </a:xfrm>
          <a:prstGeom prst="rect">
            <a:avLst/>
          </a:prstGeom>
        </p:spPr>
        <p:txBody>
          <a:bodyPr/>
          <a:lstStyle>
            <a:lvl1pPr>
              <a:buClr>
                <a:schemeClr val="accent2"/>
              </a:buClr>
              <a:defRPr lang="fr-FR" b="0" i="0" smtClean="0">
                <a:effectLst/>
              </a:defRPr>
            </a:lvl1pPr>
          </a:lstStyle>
          <a:p>
            <a:pPr lvl="0"/>
            <a:r>
              <a:rPr lang="es-ES" b="0" i="0" dirty="0" err="1">
                <a:solidFill>
                  <a:srgbClr val="000000"/>
                </a:solidFill>
                <a:effectLst/>
                <a:latin typeface="Open Sans" panose="020B0606030504020204" pitchFamily="34" charset="0"/>
              </a:rPr>
              <a:t>Lorem</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ipsum</a:t>
            </a:r>
            <a:r>
              <a:rPr lang="es-ES" b="0" i="0" dirty="0">
                <a:solidFill>
                  <a:srgbClr val="000000"/>
                </a:solidFill>
                <a:effectLst/>
                <a:latin typeface="Open Sans" panose="020B0606030504020204" pitchFamily="34" charset="0"/>
              </a:rPr>
              <a:t> dolor </a:t>
            </a:r>
            <a:r>
              <a:rPr lang="es-ES" b="0" i="0" dirty="0" err="1">
                <a:solidFill>
                  <a:srgbClr val="000000"/>
                </a:solidFill>
                <a:effectLst/>
                <a:latin typeface="Open Sans" panose="020B0606030504020204" pitchFamily="34" charset="0"/>
              </a:rPr>
              <a:t>sit</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amet</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consectetur</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adipiscing</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elit</a:t>
            </a:r>
            <a:r>
              <a:rPr lang="es-ES" b="0" i="0" dirty="0">
                <a:solidFill>
                  <a:srgbClr val="000000"/>
                </a:solidFill>
                <a:effectLst/>
                <a:latin typeface="Open Sans" panose="020B0606030504020204" pitchFamily="34" charset="0"/>
              </a:rPr>
              <a:t>.</a:t>
            </a:r>
          </a:p>
          <a:p>
            <a:pPr lvl="0"/>
            <a:r>
              <a:rPr lang="it-IT" b="0" i="0" dirty="0">
                <a:solidFill>
                  <a:srgbClr val="000000"/>
                </a:solidFill>
                <a:effectLst/>
                <a:latin typeface="Open Sans" panose="020B0606030504020204" pitchFamily="34" charset="0"/>
              </a:rPr>
              <a:t>Donec molestie sed orci non condimentum.</a:t>
            </a:r>
          </a:p>
          <a:p>
            <a:pPr lvl="0"/>
            <a:r>
              <a:rPr lang="fr-FR" b="0" i="0" dirty="0">
                <a:solidFill>
                  <a:srgbClr val="000000"/>
                </a:solidFill>
                <a:effectLst/>
                <a:latin typeface="Open Sans" panose="020B0606030504020204" pitchFamily="34" charset="0"/>
              </a:rPr>
              <a:t>Donec eu ex eleifend, laoreet nisi sed, viverra nisi.</a:t>
            </a:r>
            <a:endParaRPr lang="es-ES" dirty="0"/>
          </a:p>
        </p:txBody>
      </p:sp>
      <p:sp>
        <p:nvSpPr>
          <p:cNvPr id="10" name="Retângulo 9"/>
          <p:cNvSpPr/>
          <p:nvPr userDrawn="1"/>
        </p:nvSpPr>
        <p:spPr>
          <a:xfrm>
            <a:off x="11480776" y="2328009"/>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1" name="Retângulo 10"/>
          <p:cNvSpPr/>
          <p:nvPr userDrawn="1"/>
        </p:nvSpPr>
        <p:spPr>
          <a:xfrm>
            <a:off x="607255" y="448700"/>
            <a:ext cx="98475" cy="11346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2" name="Retângulo 11"/>
          <p:cNvSpPr/>
          <p:nvPr userDrawn="1"/>
        </p:nvSpPr>
        <p:spPr>
          <a:xfrm>
            <a:off x="604765" y="2328006"/>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2844403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3_Comparação">
    <p:spTree>
      <p:nvGrpSpPr>
        <p:cNvPr id="1" name=""/>
        <p:cNvGrpSpPr/>
        <p:nvPr/>
      </p:nvGrpSpPr>
      <p:grpSpPr>
        <a:xfrm>
          <a:off x="0" y="0"/>
          <a:ext cx="0" cy="0"/>
          <a:chOff x="0" y="0"/>
          <a:chExt cx="0" cy="0"/>
        </a:xfrm>
      </p:grpSpPr>
      <p:sp>
        <p:nvSpPr>
          <p:cNvPr id="6" name="Espaço Reservado para Conteúdo 5"/>
          <p:cNvSpPr>
            <a:spLocks noGrp="1"/>
          </p:cNvSpPr>
          <p:nvPr>
            <p:ph sz="quarter" idx="4" hasCustomPrompt="1"/>
          </p:nvPr>
        </p:nvSpPr>
        <p:spPr>
          <a:xfrm>
            <a:off x="6172201" y="3059331"/>
            <a:ext cx="5183188" cy="3088253"/>
          </a:xfrm>
          <a:prstGeom prst="rect">
            <a:avLst/>
          </a:prstGeom>
        </p:spPr>
        <p:txBody>
          <a:bodyPr/>
          <a:lstStyle>
            <a:lvl1pPr>
              <a:buClr>
                <a:schemeClr val="accent2"/>
              </a:buClr>
              <a:defRPr sz="2000">
                <a:latin typeface="Lato" panose="020F0502020204030203" pitchFamily="34" charset="0"/>
              </a:defRPr>
            </a:lvl1pPr>
          </a:lstStyle>
          <a:p>
            <a:pPr lvl="0"/>
            <a:r>
              <a:rPr lang="es-ES" b="0" i="0" dirty="0" err="1">
                <a:solidFill>
                  <a:srgbClr val="000000"/>
                </a:solidFill>
                <a:effectLst/>
                <a:latin typeface="Open Sans" panose="020B0606030504020204" pitchFamily="34" charset="0"/>
              </a:rPr>
              <a:t>Lorem</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ipsum</a:t>
            </a:r>
            <a:r>
              <a:rPr lang="es-ES" b="0" i="0" dirty="0">
                <a:solidFill>
                  <a:srgbClr val="000000"/>
                </a:solidFill>
                <a:effectLst/>
                <a:latin typeface="Open Sans" panose="020B0606030504020204" pitchFamily="34" charset="0"/>
              </a:rPr>
              <a:t> dolor </a:t>
            </a:r>
            <a:r>
              <a:rPr lang="es-ES" b="0" i="0" dirty="0" err="1">
                <a:solidFill>
                  <a:srgbClr val="000000"/>
                </a:solidFill>
                <a:effectLst/>
                <a:latin typeface="Open Sans" panose="020B0606030504020204" pitchFamily="34" charset="0"/>
              </a:rPr>
              <a:t>sit</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amet</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consectetur</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adipiscing</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elit</a:t>
            </a:r>
            <a:r>
              <a:rPr lang="es-ES" b="0" i="0" dirty="0">
                <a:solidFill>
                  <a:srgbClr val="000000"/>
                </a:solidFill>
                <a:effectLst/>
                <a:latin typeface="Open Sans" panose="020B0606030504020204" pitchFamily="34" charset="0"/>
              </a:rPr>
              <a:t>.</a:t>
            </a:r>
          </a:p>
          <a:p>
            <a:pPr lvl="0"/>
            <a:r>
              <a:rPr lang="it-IT" b="0" i="0" dirty="0">
                <a:solidFill>
                  <a:srgbClr val="000000"/>
                </a:solidFill>
                <a:effectLst/>
                <a:latin typeface="Open Sans" panose="020B0606030504020204" pitchFamily="34" charset="0"/>
              </a:rPr>
              <a:t>Donec molestie sed orci non condimentum.</a:t>
            </a:r>
          </a:p>
          <a:p>
            <a:pPr lvl="0"/>
            <a:r>
              <a:rPr lang="fr-FR" b="0" i="0" dirty="0">
                <a:solidFill>
                  <a:srgbClr val="000000"/>
                </a:solidFill>
                <a:effectLst/>
                <a:latin typeface="Open Sans" panose="020B0606030504020204" pitchFamily="34" charset="0"/>
              </a:rPr>
              <a:t>Donec eu ex eleifend, laoreet nisi sed, viverra nisi.</a:t>
            </a:r>
            <a:endParaRPr lang="es-ES" dirty="0"/>
          </a:p>
        </p:txBody>
      </p:sp>
      <p:sp>
        <p:nvSpPr>
          <p:cNvPr id="14" name="Elipse 13"/>
          <p:cNvSpPr/>
          <p:nvPr userDrawn="1"/>
        </p:nvSpPr>
        <p:spPr>
          <a:xfrm flipV="1">
            <a:off x="11355388" y="2384079"/>
            <a:ext cx="675251" cy="675250"/>
          </a:xfrm>
          <a:prstGeom prst="ellipse">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3" name="Elipse 12"/>
          <p:cNvSpPr/>
          <p:nvPr userDrawn="1"/>
        </p:nvSpPr>
        <p:spPr>
          <a:xfrm flipV="1">
            <a:off x="164537" y="5056941"/>
            <a:ext cx="675251" cy="675250"/>
          </a:xfrm>
          <a:prstGeom prst="ellipse">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 name="Título 1"/>
          <p:cNvSpPr>
            <a:spLocks noGrp="1"/>
          </p:cNvSpPr>
          <p:nvPr>
            <p:ph type="title" hasCustomPrompt="1"/>
          </p:nvPr>
        </p:nvSpPr>
        <p:spPr>
          <a:xfrm>
            <a:off x="839788" y="365127"/>
            <a:ext cx="10515600" cy="1325563"/>
          </a:xfrm>
          <a:prstGeom prst="rect">
            <a:avLst/>
          </a:prstGeom>
        </p:spPr>
        <p:txBody>
          <a:bodyPr anchor="ctr"/>
          <a:lstStyle>
            <a:lvl1pPr>
              <a:defRPr/>
            </a:lvl1pPr>
          </a:lstStyle>
          <a:p>
            <a:r>
              <a:rPr lang="pt-BR" dirty="0"/>
              <a:t>TÍTULO DO SLIDE</a:t>
            </a:r>
            <a:endParaRPr lang="es-ES" dirty="0"/>
          </a:p>
        </p:txBody>
      </p:sp>
      <p:sp>
        <p:nvSpPr>
          <p:cNvPr id="3" name="Espaço Reservado para Texto 2"/>
          <p:cNvSpPr>
            <a:spLocks noGrp="1"/>
          </p:cNvSpPr>
          <p:nvPr>
            <p:ph type="body" idx="1" hasCustomPrompt="1"/>
          </p:nvPr>
        </p:nvSpPr>
        <p:spPr>
          <a:xfrm>
            <a:off x="839789" y="2049463"/>
            <a:ext cx="5157787" cy="823912"/>
          </a:xfrm>
          <a:prstGeom prst="rect">
            <a:avLst/>
          </a:prstGeom>
        </p:spPr>
        <p:txBody>
          <a:bodyPr anchor="ctr"/>
          <a:lstStyle>
            <a:lvl1pPr marL="0" indent="0">
              <a:buNone/>
              <a:defRPr sz="2400" b="1">
                <a:latin typeface="Lato" panose="020F0502020204030203"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pt-BR" dirty="0"/>
              <a:t>Coluna 1</a:t>
            </a:r>
          </a:p>
        </p:txBody>
      </p:sp>
      <p:sp>
        <p:nvSpPr>
          <p:cNvPr id="4" name="Espaço Reservado para Conteúdo 3"/>
          <p:cNvSpPr>
            <a:spLocks noGrp="1"/>
          </p:cNvSpPr>
          <p:nvPr>
            <p:ph sz="half" idx="2" hasCustomPrompt="1"/>
          </p:nvPr>
        </p:nvSpPr>
        <p:spPr>
          <a:xfrm>
            <a:off x="839789" y="3059331"/>
            <a:ext cx="5157787" cy="3088253"/>
          </a:xfrm>
          <a:prstGeom prst="rect">
            <a:avLst/>
          </a:prstGeom>
        </p:spPr>
        <p:txBody>
          <a:bodyPr/>
          <a:lstStyle>
            <a:lvl1pPr>
              <a:buClr>
                <a:schemeClr val="accent2"/>
              </a:buClr>
              <a:defRPr lang="fr-FR" b="0" i="0" smtClean="0">
                <a:effectLst/>
              </a:defRPr>
            </a:lvl1pPr>
          </a:lstStyle>
          <a:p>
            <a:pPr lvl="0"/>
            <a:r>
              <a:rPr lang="es-ES" b="0" i="0" dirty="0" err="1">
                <a:solidFill>
                  <a:srgbClr val="000000"/>
                </a:solidFill>
                <a:effectLst/>
                <a:latin typeface="Open Sans" panose="020B0606030504020204" pitchFamily="34" charset="0"/>
              </a:rPr>
              <a:t>Lorem</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ipsum</a:t>
            </a:r>
            <a:r>
              <a:rPr lang="es-ES" b="0" i="0" dirty="0">
                <a:solidFill>
                  <a:srgbClr val="000000"/>
                </a:solidFill>
                <a:effectLst/>
                <a:latin typeface="Open Sans" panose="020B0606030504020204" pitchFamily="34" charset="0"/>
              </a:rPr>
              <a:t> dolor </a:t>
            </a:r>
            <a:r>
              <a:rPr lang="es-ES" b="0" i="0" dirty="0" err="1">
                <a:solidFill>
                  <a:srgbClr val="000000"/>
                </a:solidFill>
                <a:effectLst/>
                <a:latin typeface="Open Sans" panose="020B0606030504020204" pitchFamily="34" charset="0"/>
              </a:rPr>
              <a:t>sit</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amet</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consectetur</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adipiscing</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elit</a:t>
            </a:r>
            <a:r>
              <a:rPr lang="es-ES" b="0" i="0" dirty="0">
                <a:solidFill>
                  <a:srgbClr val="000000"/>
                </a:solidFill>
                <a:effectLst/>
                <a:latin typeface="Open Sans" panose="020B0606030504020204" pitchFamily="34" charset="0"/>
              </a:rPr>
              <a:t>.</a:t>
            </a:r>
          </a:p>
          <a:p>
            <a:pPr lvl="0"/>
            <a:r>
              <a:rPr lang="it-IT" b="0" i="0" dirty="0">
                <a:solidFill>
                  <a:srgbClr val="000000"/>
                </a:solidFill>
                <a:effectLst/>
                <a:latin typeface="Open Sans" panose="020B0606030504020204" pitchFamily="34" charset="0"/>
              </a:rPr>
              <a:t>Donec molestie sed orci non condimentum.</a:t>
            </a:r>
          </a:p>
          <a:p>
            <a:pPr lvl="0"/>
            <a:r>
              <a:rPr lang="fr-FR" b="0" i="0" dirty="0">
                <a:solidFill>
                  <a:srgbClr val="000000"/>
                </a:solidFill>
                <a:effectLst/>
                <a:latin typeface="Open Sans" panose="020B0606030504020204" pitchFamily="34" charset="0"/>
              </a:rPr>
              <a:t>Donec eu ex eleifend, laoreet nisi sed, viverra nisi.</a:t>
            </a:r>
            <a:endParaRPr lang="es-ES" dirty="0"/>
          </a:p>
        </p:txBody>
      </p:sp>
      <p:sp>
        <p:nvSpPr>
          <p:cNvPr id="5" name="Espaço Reservado para Texto 4"/>
          <p:cNvSpPr>
            <a:spLocks noGrp="1"/>
          </p:cNvSpPr>
          <p:nvPr>
            <p:ph type="body" sz="quarter" idx="3" hasCustomPrompt="1"/>
          </p:nvPr>
        </p:nvSpPr>
        <p:spPr>
          <a:xfrm>
            <a:off x="6172201" y="2049463"/>
            <a:ext cx="5183188" cy="823912"/>
          </a:xfrm>
          <a:prstGeom prst="rect">
            <a:avLst/>
          </a:prstGeom>
        </p:spPr>
        <p:txBody>
          <a:bodyPr anchor="ctr"/>
          <a:lstStyle>
            <a:lvl1pPr marL="0" indent="0">
              <a:buNone/>
              <a:defRPr sz="2400" b="1">
                <a:latin typeface="Lato" panose="020F0502020204030203"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pt-BR" dirty="0"/>
              <a:t>Coluna 2</a:t>
            </a:r>
          </a:p>
        </p:txBody>
      </p:sp>
      <p:sp>
        <p:nvSpPr>
          <p:cNvPr id="10" name="Retângulo 9"/>
          <p:cNvSpPr/>
          <p:nvPr userDrawn="1"/>
        </p:nvSpPr>
        <p:spPr>
          <a:xfrm>
            <a:off x="11480776" y="2328009"/>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1" name="Retângulo 10"/>
          <p:cNvSpPr/>
          <p:nvPr userDrawn="1"/>
        </p:nvSpPr>
        <p:spPr>
          <a:xfrm>
            <a:off x="607255" y="448700"/>
            <a:ext cx="98475" cy="11346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2" name="Retângulo 11"/>
          <p:cNvSpPr/>
          <p:nvPr userDrawn="1"/>
        </p:nvSpPr>
        <p:spPr>
          <a:xfrm>
            <a:off x="604765" y="2328006"/>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2298887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ação">
    <p:spTree>
      <p:nvGrpSpPr>
        <p:cNvPr id="1" name=""/>
        <p:cNvGrpSpPr/>
        <p:nvPr/>
      </p:nvGrpSpPr>
      <p:grpSpPr>
        <a:xfrm>
          <a:off x="0" y="0"/>
          <a:ext cx="0" cy="0"/>
          <a:chOff x="0" y="0"/>
          <a:chExt cx="0" cy="0"/>
        </a:xfrm>
      </p:grpSpPr>
      <p:sp>
        <p:nvSpPr>
          <p:cNvPr id="19" name="Elipse 18"/>
          <p:cNvSpPr/>
          <p:nvPr userDrawn="1"/>
        </p:nvSpPr>
        <p:spPr>
          <a:xfrm flipV="1">
            <a:off x="11355388" y="2384079"/>
            <a:ext cx="675251" cy="675250"/>
          </a:xfrm>
          <a:prstGeom prst="ellipse">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9" name="Título 1"/>
          <p:cNvSpPr>
            <a:spLocks noGrp="1"/>
          </p:cNvSpPr>
          <p:nvPr>
            <p:ph type="title" hasCustomPrompt="1"/>
          </p:nvPr>
        </p:nvSpPr>
        <p:spPr>
          <a:xfrm>
            <a:off x="839788" y="365127"/>
            <a:ext cx="10515600" cy="1325563"/>
          </a:xfrm>
          <a:prstGeom prst="rect">
            <a:avLst/>
          </a:prstGeom>
        </p:spPr>
        <p:txBody>
          <a:bodyPr anchor="ctr"/>
          <a:lstStyle>
            <a:lvl1pPr>
              <a:defRPr/>
            </a:lvl1pPr>
          </a:lstStyle>
          <a:p>
            <a:r>
              <a:rPr lang="pt-BR" dirty="0"/>
              <a:t>TÍTULO DO SLIDE</a:t>
            </a:r>
            <a:endParaRPr lang="es-ES" dirty="0"/>
          </a:p>
        </p:txBody>
      </p:sp>
      <p:sp>
        <p:nvSpPr>
          <p:cNvPr id="11" name="Espaço Reservado para Conteúdo 3"/>
          <p:cNvSpPr>
            <a:spLocks noGrp="1"/>
          </p:cNvSpPr>
          <p:nvPr>
            <p:ph sz="half" idx="2" hasCustomPrompt="1"/>
          </p:nvPr>
        </p:nvSpPr>
        <p:spPr>
          <a:xfrm>
            <a:off x="839788" y="2328006"/>
            <a:ext cx="10515600" cy="3446585"/>
          </a:xfrm>
          <a:prstGeom prst="rect">
            <a:avLst/>
          </a:prstGeom>
        </p:spPr>
        <p:txBody>
          <a:bodyPr anchor="ctr"/>
          <a:lstStyle>
            <a:lvl1pPr marL="0" indent="0" algn="just">
              <a:buClr>
                <a:schemeClr val="accent2"/>
              </a:buClr>
              <a:buNone/>
              <a:defRPr lang="fr-FR" b="0" i="0" smtClean="0">
                <a:effectLst/>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Donec</a:t>
            </a:r>
            <a:r>
              <a:rPr lang="es-ES" dirty="0"/>
              <a:t> </a:t>
            </a:r>
            <a:r>
              <a:rPr lang="es-ES" dirty="0" err="1"/>
              <a:t>molestie</a:t>
            </a:r>
            <a:r>
              <a:rPr lang="es-ES" dirty="0"/>
              <a:t> sed </a:t>
            </a:r>
            <a:r>
              <a:rPr lang="es-ES" dirty="0" err="1"/>
              <a:t>orci</a:t>
            </a:r>
            <a:r>
              <a:rPr lang="es-ES" dirty="0"/>
              <a:t> non </a:t>
            </a:r>
            <a:r>
              <a:rPr lang="es-ES" dirty="0" err="1"/>
              <a:t>condimentum</a:t>
            </a:r>
            <a:r>
              <a:rPr lang="es-ES" dirty="0"/>
              <a:t>. </a:t>
            </a:r>
            <a:r>
              <a:rPr lang="es-ES" dirty="0" err="1"/>
              <a:t>Donec</a:t>
            </a:r>
            <a:r>
              <a:rPr lang="es-ES" dirty="0"/>
              <a:t> </a:t>
            </a:r>
            <a:r>
              <a:rPr lang="es-ES" dirty="0" err="1"/>
              <a:t>eu</a:t>
            </a:r>
            <a:r>
              <a:rPr lang="es-ES" dirty="0"/>
              <a:t> ex </a:t>
            </a:r>
            <a:r>
              <a:rPr lang="es-ES" dirty="0" err="1"/>
              <a:t>eleifend</a:t>
            </a:r>
            <a:r>
              <a:rPr lang="es-ES" dirty="0"/>
              <a:t>, </a:t>
            </a:r>
            <a:r>
              <a:rPr lang="es-ES" dirty="0" err="1"/>
              <a:t>laoreet</a:t>
            </a:r>
            <a:r>
              <a:rPr lang="es-ES" dirty="0"/>
              <a:t> </a:t>
            </a:r>
            <a:r>
              <a:rPr lang="es-ES" dirty="0" err="1"/>
              <a:t>nisi</a:t>
            </a:r>
            <a:r>
              <a:rPr lang="es-ES" dirty="0"/>
              <a:t> sed, </a:t>
            </a:r>
            <a:r>
              <a:rPr lang="es-ES" dirty="0" err="1"/>
              <a:t>viverra</a:t>
            </a:r>
            <a:r>
              <a:rPr lang="es-ES" dirty="0"/>
              <a:t> </a:t>
            </a:r>
            <a:r>
              <a:rPr lang="es-ES" dirty="0" err="1"/>
              <a:t>nisi</a:t>
            </a:r>
            <a:r>
              <a:rPr lang="es-ES" dirty="0"/>
              <a:t>. </a:t>
            </a:r>
          </a:p>
          <a:p>
            <a:pPr lvl="0"/>
            <a:r>
              <a:rPr lang="es-ES" dirty="0" err="1"/>
              <a:t>Vivamus</a:t>
            </a:r>
            <a:r>
              <a:rPr lang="es-ES" dirty="0"/>
              <a:t> non </a:t>
            </a:r>
            <a:r>
              <a:rPr lang="es-ES" dirty="0" err="1"/>
              <a:t>lorem</a:t>
            </a:r>
            <a:r>
              <a:rPr lang="es-ES" dirty="0"/>
              <a:t> </a:t>
            </a:r>
            <a:r>
              <a:rPr lang="es-ES" dirty="0" err="1"/>
              <a:t>laoreet</a:t>
            </a:r>
            <a:r>
              <a:rPr lang="es-ES" dirty="0"/>
              <a:t> mi </a:t>
            </a:r>
            <a:r>
              <a:rPr lang="es-ES" dirty="0" err="1"/>
              <a:t>pellentesque</a:t>
            </a:r>
            <a:r>
              <a:rPr lang="es-ES" dirty="0"/>
              <a:t> </a:t>
            </a:r>
            <a:r>
              <a:rPr lang="es-ES" dirty="0" err="1"/>
              <a:t>molestie</a:t>
            </a:r>
            <a:r>
              <a:rPr lang="es-ES" dirty="0"/>
              <a:t>. </a:t>
            </a:r>
            <a:r>
              <a:rPr lang="es-ES" dirty="0" err="1"/>
              <a:t>Duis</a:t>
            </a:r>
            <a:r>
              <a:rPr lang="es-ES" dirty="0"/>
              <a:t> </a:t>
            </a:r>
            <a:r>
              <a:rPr lang="es-ES" dirty="0" err="1"/>
              <a:t>nec</a:t>
            </a:r>
            <a:r>
              <a:rPr lang="es-ES" dirty="0"/>
              <a:t> </a:t>
            </a:r>
            <a:r>
              <a:rPr lang="es-ES" dirty="0" err="1"/>
              <a:t>velit</a:t>
            </a:r>
            <a:r>
              <a:rPr lang="es-ES" dirty="0"/>
              <a:t> </a:t>
            </a:r>
            <a:r>
              <a:rPr lang="es-ES" dirty="0" err="1"/>
              <a:t>tempus</a:t>
            </a:r>
            <a:r>
              <a:rPr lang="es-ES" dirty="0"/>
              <a:t>, </a:t>
            </a:r>
            <a:r>
              <a:rPr lang="es-ES" dirty="0" err="1"/>
              <a:t>fermentum</a:t>
            </a:r>
            <a:r>
              <a:rPr lang="es-ES" dirty="0"/>
              <a:t> ex ut, </a:t>
            </a:r>
            <a:r>
              <a:rPr lang="es-ES" dirty="0" err="1"/>
              <a:t>pellentesque</a:t>
            </a:r>
            <a:r>
              <a:rPr lang="es-ES" dirty="0"/>
              <a:t> </a:t>
            </a:r>
            <a:r>
              <a:rPr lang="es-ES" dirty="0" err="1"/>
              <a:t>quam</a:t>
            </a:r>
            <a:r>
              <a:rPr lang="es-ES" dirty="0"/>
              <a:t>. </a:t>
            </a:r>
            <a:r>
              <a:rPr lang="es-ES" dirty="0" err="1"/>
              <a:t>Phasellus</a:t>
            </a:r>
            <a:r>
              <a:rPr lang="es-ES" dirty="0"/>
              <a:t> </a:t>
            </a:r>
            <a:r>
              <a:rPr lang="es-ES" dirty="0" err="1"/>
              <a:t>quis</a:t>
            </a:r>
            <a:r>
              <a:rPr lang="es-ES" dirty="0"/>
              <a:t> urna </a:t>
            </a:r>
            <a:r>
              <a:rPr lang="es-ES" dirty="0" err="1"/>
              <a:t>nulla</a:t>
            </a:r>
            <a:r>
              <a:rPr lang="es-ES" dirty="0"/>
              <a:t>. </a:t>
            </a:r>
          </a:p>
          <a:p>
            <a:pPr lvl="0"/>
            <a:r>
              <a:rPr lang="es-ES" dirty="0" err="1"/>
              <a:t>Duis</a:t>
            </a:r>
            <a:r>
              <a:rPr lang="es-ES" dirty="0"/>
              <a:t> et magna </a:t>
            </a:r>
            <a:r>
              <a:rPr lang="es-ES" dirty="0" err="1"/>
              <a:t>nec</a:t>
            </a:r>
            <a:r>
              <a:rPr lang="es-ES" dirty="0"/>
              <a:t> </a:t>
            </a:r>
            <a:r>
              <a:rPr lang="es-ES" dirty="0" err="1"/>
              <a:t>erat</a:t>
            </a:r>
            <a:r>
              <a:rPr lang="es-ES" dirty="0"/>
              <a:t> </a:t>
            </a:r>
            <a:r>
              <a:rPr lang="es-ES" dirty="0" err="1"/>
              <a:t>rhoncus</a:t>
            </a:r>
            <a:r>
              <a:rPr lang="es-ES" dirty="0"/>
              <a:t> </a:t>
            </a:r>
            <a:r>
              <a:rPr lang="es-ES" dirty="0" err="1"/>
              <a:t>condimentum</a:t>
            </a:r>
            <a:r>
              <a:rPr lang="es-ES" dirty="0"/>
              <a:t>. </a:t>
            </a:r>
            <a:r>
              <a:rPr lang="es-ES" dirty="0" err="1"/>
              <a:t>Fusce</a:t>
            </a:r>
            <a:r>
              <a:rPr lang="es-ES" dirty="0"/>
              <a:t> </a:t>
            </a:r>
            <a:r>
              <a:rPr lang="es-ES" dirty="0" err="1"/>
              <a:t>nec</a:t>
            </a:r>
            <a:r>
              <a:rPr lang="es-ES" dirty="0"/>
              <a:t> ante </a:t>
            </a:r>
            <a:r>
              <a:rPr lang="es-ES" dirty="0" err="1"/>
              <a:t>metus</a:t>
            </a:r>
            <a:r>
              <a:rPr lang="es-ES" dirty="0"/>
              <a:t>. Nunc </a:t>
            </a:r>
            <a:r>
              <a:rPr lang="es-ES" dirty="0" err="1"/>
              <a:t>interdum</a:t>
            </a:r>
            <a:r>
              <a:rPr lang="es-ES" dirty="0"/>
              <a:t> </a:t>
            </a:r>
            <a:r>
              <a:rPr lang="es-ES" dirty="0" err="1"/>
              <a:t>sagittis</a:t>
            </a:r>
            <a:r>
              <a:rPr lang="es-ES" dirty="0"/>
              <a:t> </a:t>
            </a:r>
            <a:r>
              <a:rPr lang="es-ES" dirty="0" err="1"/>
              <a:t>mauris</a:t>
            </a:r>
            <a:r>
              <a:rPr lang="es-ES" dirty="0"/>
              <a:t> sed </a:t>
            </a:r>
            <a:r>
              <a:rPr lang="es-ES" dirty="0" err="1"/>
              <a:t>maximus</a:t>
            </a:r>
            <a:r>
              <a:rPr lang="es-ES" dirty="0"/>
              <a:t>.</a:t>
            </a:r>
          </a:p>
        </p:txBody>
      </p:sp>
      <p:sp>
        <p:nvSpPr>
          <p:cNvPr id="13" name="Retângulo 12"/>
          <p:cNvSpPr/>
          <p:nvPr userDrawn="1"/>
        </p:nvSpPr>
        <p:spPr>
          <a:xfrm>
            <a:off x="11480776" y="2328009"/>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4" name="Retângulo 13"/>
          <p:cNvSpPr/>
          <p:nvPr userDrawn="1"/>
        </p:nvSpPr>
        <p:spPr>
          <a:xfrm>
            <a:off x="607255" y="448700"/>
            <a:ext cx="98475" cy="11346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0" name="Elipse 19"/>
          <p:cNvSpPr/>
          <p:nvPr userDrawn="1"/>
        </p:nvSpPr>
        <p:spPr>
          <a:xfrm flipV="1">
            <a:off x="164537" y="5056941"/>
            <a:ext cx="675251" cy="675250"/>
          </a:xfrm>
          <a:prstGeom prst="ellipse">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1" name="Retângulo 20"/>
          <p:cNvSpPr/>
          <p:nvPr userDrawn="1"/>
        </p:nvSpPr>
        <p:spPr>
          <a:xfrm>
            <a:off x="604765" y="2328006"/>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319908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459962" y="0"/>
            <a:ext cx="3932237" cy="1600200"/>
          </a:xfrm>
          <a:prstGeom prst="rect">
            <a:avLst/>
          </a:prstGeom>
        </p:spPr>
        <p:txBody>
          <a:bodyPr anchor="b"/>
          <a:lstStyle>
            <a:lvl1pPr>
              <a:defRPr sz="3200">
                <a:latin typeface="Lato Black" panose="020F0A02020204030203" pitchFamily="34" charset="0"/>
              </a:defRPr>
            </a:lvl1pPr>
          </a:lstStyle>
          <a:p>
            <a:r>
              <a:rPr lang="pt-BR" dirty="0"/>
              <a:t>TÍTULO</a:t>
            </a:r>
            <a:endParaRPr lang="es-ES" dirty="0"/>
          </a:p>
        </p:txBody>
      </p:sp>
      <p:sp>
        <p:nvSpPr>
          <p:cNvPr id="4" name="Espaço Reservado para Texto 3"/>
          <p:cNvSpPr>
            <a:spLocks noGrp="1"/>
          </p:cNvSpPr>
          <p:nvPr>
            <p:ph type="body" sz="half" idx="2" hasCustomPrompt="1"/>
          </p:nvPr>
        </p:nvSpPr>
        <p:spPr>
          <a:xfrm>
            <a:off x="459963" y="3046411"/>
            <a:ext cx="2677136" cy="3262946"/>
          </a:xfrm>
          <a:prstGeom prst="rect">
            <a:avLst/>
          </a:prstGeom>
        </p:spPr>
        <p:txBody>
          <a:bodyPr/>
          <a:lstStyle>
            <a:lvl1pPr marL="0" indent="0">
              <a:buNone/>
              <a:defRPr sz="1600">
                <a:solidFill>
                  <a:schemeClr val="tx1">
                    <a:lumMod val="75000"/>
                    <a:lumOff val="25000"/>
                  </a:schemeClr>
                </a:solidFill>
                <a:latin typeface="Lato Black" panose="020F0A02020204030203"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pt-BR" dirty="0"/>
              <a:t>SUBTÍTULO</a:t>
            </a:r>
          </a:p>
        </p:txBody>
      </p:sp>
      <p:sp>
        <p:nvSpPr>
          <p:cNvPr id="10" name="Retângulo 9"/>
          <p:cNvSpPr/>
          <p:nvPr userDrawn="1"/>
        </p:nvSpPr>
        <p:spPr>
          <a:xfrm>
            <a:off x="220811" y="548641"/>
            <a:ext cx="98475" cy="5760716"/>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1200637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sp>
        <p:nvSpPr>
          <p:cNvPr id="10" name="Retângulo 9"/>
          <p:cNvSpPr/>
          <p:nvPr userDrawn="1"/>
        </p:nvSpPr>
        <p:spPr>
          <a:xfrm>
            <a:off x="11854792" y="5233184"/>
            <a:ext cx="116813" cy="13856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2" name="Retângulo 11"/>
          <p:cNvSpPr/>
          <p:nvPr userDrawn="1"/>
        </p:nvSpPr>
        <p:spPr>
          <a:xfrm>
            <a:off x="8102991" y="5233184"/>
            <a:ext cx="3657600" cy="1385665"/>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4" name="Espaço Reservado para Conteúdo 13"/>
          <p:cNvSpPr>
            <a:spLocks noGrp="1"/>
          </p:cNvSpPr>
          <p:nvPr>
            <p:ph sz="quarter" idx="11" hasCustomPrompt="1"/>
          </p:nvPr>
        </p:nvSpPr>
        <p:spPr>
          <a:xfrm>
            <a:off x="8102600" y="5232400"/>
            <a:ext cx="3530600" cy="1385888"/>
          </a:xfrm>
          <a:prstGeom prst="rect">
            <a:avLst/>
          </a:prstGeom>
        </p:spPr>
        <p:txBody>
          <a:bodyPr anchor="ctr"/>
          <a:lstStyle>
            <a:lvl1pPr marL="0" indent="0">
              <a:buNone/>
              <a:defRPr>
                <a:latin typeface="Lato Black" panose="020F0A02020204030203" pitchFamily="34" charset="0"/>
              </a:defRPr>
            </a:lvl1pPr>
            <a:lvl2pPr marL="457189" indent="0">
              <a:buNone/>
              <a:defRPr sz="1800">
                <a:latin typeface="Lato" panose="020F0502020204030203" pitchFamily="34" charset="0"/>
              </a:defRPr>
            </a:lvl2pPr>
          </a:lstStyle>
          <a:p>
            <a:pPr lvl="0"/>
            <a:r>
              <a:rPr lang="pt-BR" dirty="0"/>
              <a:t>TÍTULO</a:t>
            </a:r>
          </a:p>
          <a:p>
            <a:pPr lvl="1"/>
            <a:r>
              <a:rPr lang="pt-BR" dirty="0"/>
              <a:t>DESCRIÇÃO/SUBTÍTULO</a:t>
            </a:r>
          </a:p>
        </p:txBody>
      </p:sp>
    </p:spTree>
    <p:extLst>
      <p:ext uri="{BB962C8B-B14F-4D97-AF65-F5344CB8AC3E}">
        <p14:creationId xmlns:p14="http://schemas.microsoft.com/office/powerpoint/2010/main" val="2149764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ação">
    <p:spTree>
      <p:nvGrpSpPr>
        <p:cNvPr id="1" name=""/>
        <p:cNvGrpSpPr/>
        <p:nvPr/>
      </p:nvGrpSpPr>
      <p:grpSpPr>
        <a:xfrm>
          <a:off x="0" y="0"/>
          <a:ext cx="0" cy="0"/>
          <a:chOff x="0" y="0"/>
          <a:chExt cx="0" cy="0"/>
        </a:xfrm>
      </p:grpSpPr>
      <p:sp>
        <p:nvSpPr>
          <p:cNvPr id="4" name="Espaço Reservado para Conteúdo 3"/>
          <p:cNvSpPr>
            <a:spLocks noGrp="1"/>
          </p:cNvSpPr>
          <p:nvPr>
            <p:ph sz="half" idx="2" hasCustomPrompt="1"/>
          </p:nvPr>
        </p:nvSpPr>
        <p:spPr>
          <a:xfrm>
            <a:off x="2185977" y="2384079"/>
            <a:ext cx="7948612" cy="3684588"/>
          </a:xfrm>
          <a:prstGeom prst="rect">
            <a:avLst/>
          </a:prstGeom>
        </p:spPr>
        <p:txBody>
          <a:bodyPr/>
          <a:lstStyle>
            <a:lvl1pPr>
              <a:defRPr/>
            </a:lvl1pPr>
          </a:lstStyle>
          <a:p>
            <a:pPr lvl="0"/>
            <a:r>
              <a:rPr lang="pt-BR" dirty="0"/>
              <a:t>INSERIR GRÁFICO/TABELA</a:t>
            </a:r>
            <a:endParaRPr lang="es-ES" dirty="0"/>
          </a:p>
        </p:txBody>
      </p:sp>
      <p:sp>
        <p:nvSpPr>
          <p:cNvPr id="10" name="Elipse 9"/>
          <p:cNvSpPr/>
          <p:nvPr userDrawn="1"/>
        </p:nvSpPr>
        <p:spPr>
          <a:xfrm flipV="1">
            <a:off x="1269437" y="479080"/>
            <a:ext cx="675251" cy="675250"/>
          </a:xfrm>
          <a:prstGeom prst="ellipse">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4" name="Retângulo 13"/>
          <p:cNvSpPr/>
          <p:nvPr userDrawn="1"/>
        </p:nvSpPr>
        <p:spPr>
          <a:xfrm>
            <a:off x="1712155" y="372500"/>
            <a:ext cx="98475" cy="11346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26316768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Layout Personalizado">
    <p:bg>
      <p:bgPr>
        <a:blipFill dpi="0" rotWithShape="1">
          <a:blip r:embed="rId2">
            <a:alphaModFix amt="41000"/>
            <a:lum/>
          </a:blip>
          <a:srcRect/>
          <a:stretch>
            <a:fillRect t="-17000" b="-17000"/>
          </a:stretch>
        </a:blipFill>
        <a:effectLst/>
      </p:bgPr>
    </p:bg>
    <p:spTree>
      <p:nvGrpSpPr>
        <p:cNvPr id="1" name=""/>
        <p:cNvGrpSpPr/>
        <p:nvPr/>
      </p:nvGrpSpPr>
      <p:grpSpPr>
        <a:xfrm>
          <a:off x="0" y="0"/>
          <a:ext cx="0" cy="0"/>
          <a:chOff x="0" y="0"/>
          <a:chExt cx="0" cy="0"/>
        </a:xfrm>
      </p:grpSpPr>
      <p:sp>
        <p:nvSpPr>
          <p:cNvPr id="5" name="Elipse 4"/>
          <p:cNvSpPr/>
          <p:nvPr userDrawn="1"/>
        </p:nvSpPr>
        <p:spPr>
          <a:xfrm>
            <a:off x="436098" y="569740"/>
            <a:ext cx="3249639" cy="3249638"/>
          </a:xfrm>
          <a:prstGeom prst="ellipse">
            <a:avLst/>
          </a:prstGeom>
          <a:solidFill>
            <a:schemeClr val="accent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3" name="Espaço Reservado para Título 1"/>
          <p:cNvSpPr>
            <a:spLocks noGrp="1"/>
          </p:cNvSpPr>
          <p:nvPr>
            <p:ph type="title" hasCustomPrompt="1"/>
          </p:nvPr>
        </p:nvSpPr>
        <p:spPr>
          <a:xfrm>
            <a:off x="1532402" y="1559559"/>
            <a:ext cx="9496671" cy="1270000"/>
          </a:xfrm>
          <a:prstGeom prst="rect">
            <a:avLst/>
          </a:prstGeom>
        </p:spPr>
        <p:txBody>
          <a:bodyPr vert="horz" lIns="91440" tIns="45720" rIns="91440" bIns="45720" rtlCol="0" anchor="ctr">
            <a:noAutofit/>
          </a:bodyPr>
          <a:lstStyle>
            <a:lvl1pPr>
              <a:defRPr sz="6600">
                <a:solidFill>
                  <a:schemeClr val="tx1"/>
                </a:solidFill>
              </a:defRPr>
            </a:lvl1pPr>
          </a:lstStyle>
          <a:p>
            <a:r>
              <a:rPr lang="pt-BR" dirty="0"/>
              <a:t>OBRIGADO!</a:t>
            </a:r>
            <a:endParaRPr lang="es-ES" dirty="0"/>
          </a:p>
        </p:txBody>
      </p:sp>
      <p:pic>
        <p:nvPicPr>
          <p:cNvPr id="4" name="Imagem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040259" y="4065562"/>
            <a:ext cx="2311135" cy="1472754"/>
          </a:xfrm>
          <a:prstGeom prst="rect">
            <a:avLst/>
          </a:prstGeom>
        </p:spPr>
      </p:pic>
      <p:pic>
        <p:nvPicPr>
          <p:cNvPr id="6" name="Imagem 5"/>
          <p:cNvPicPr>
            <a:picLocks noChangeAspect="1"/>
          </p:cNvPicPr>
          <p:nvPr userDrawn="1"/>
        </p:nvPicPr>
        <p:blipFill rotWithShape="1">
          <a:blip r:embed="rId4">
            <a:extLst>
              <a:ext uri="{28A0092B-C50C-407E-A947-70E740481C1C}">
                <a14:useLocalDpi xmlns:a14="http://schemas.microsoft.com/office/drawing/2010/main" val="0"/>
              </a:ext>
            </a:extLst>
          </a:blip>
          <a:srcRect r="12789" b="-4130"/>
          <a:stretch/>
        </p:blipFill>
        <p:spPr>
          <a:xfrm>
            <a:off x="8578437" y="5960933"/>
            <a:ext cx="3234780" cy="510207"/>
          </a:xfrm>
          <a:prstGeom prst="rect">
            <a:avLst/>
          </a:prstGeom>
        </p:spPr>
      </p:pic>
    </p:spTree>
    <p:extLst>
      <p:ext uri="{BB962C8B-B14F-4D97-AF65-F5344CB8AC3E}">
        <p14:creationId xmlns:p14="http://schemas.microsoft.com/office/powerpoint/2010/main" val="3668976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Layout Personalizado">
    <p:bg>
      <p:bgPr>
        <a:solidFill>
          <a:schemeClr val="bg1"/>
        </a:solidFill>
        <a:effectLst/>
      </p:bgPr>
    </p:bg>
    <p:spTree>
      <p:nvGrpSpPr>
        <p:cNvPr id="1" name=""/>
        <p:cNvGrpSpPr/>
        <p:nvPr/>
      </p:nvGrpSpPr>
      <p:grpSpPr>
        <a:xfrm>
          <a:off x="0" y="0"/>
          <a:ext cx="0" cy="0"/>
          <a:chOff x="0" y="0"/>
          <a:chExt cx="0" cy="0"/>
        </a:xfrm>
      </p:grpSpPr>
      <p:sp>
        <p:nvSpPr>
          <p:cNvPr id="5" name="Elipse 4"/>
          <p:cNvSpPr/>
          <p:nvPr userDrawn="1"/>
        </p:nvSpPr>
        <p:spPr>
          <a:xfrm>
            <a:off x="436098" y="569740"/>
            <a:ext cx="3249639" cy="3249638"/>
          </a:xfrm>
          <a:prstGeom prst="ellipse">
            <a:avLst/>
          </a:prstGeom>
          <a:solidFill>
            <a:schemeClr val="accent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3" name="Espaço Reservado para Título 1"/>
          <p:cNvSpPr>
            <a:spLocks noGrp="1"/>
          </p:cNvSpPr>
          <p:nvPr>
            <p:ph type="title" hasCustomPrompt="1"/>
          </p:nvPr>
        </p:nvSpPr>
        <p:spPr>
          <a:xfrm>
            <a:off x="1532402" y="1559559"/>
            <a:ext cx="9496671" cy="1270000"/>
          </a:xfrm>
          <a:prstGeom prst="rect">
            <a:avLst/>
          </a:prstGeom>
        </p:spPr>
        <p:txBody>
          <a:bodyPr vert="horz" lIns="91440" tIns="45720" rIns="91440" bIns="45720" rtlCol="0" anchor="ctr">
            <a:noAutofit/>
          </a:bodyPr>
          <a:lstStyle>
            <a:lvl1pPr>
              <a:defRPr sz="6600">
                <a:solidFill>
                  <a:schemeClr val="tx1"/>
                </a:solidFill>
              </a:defRPr>
            </a:lvl1pPr>
          </a:lstStyle>
          <a:p>
            <a:r>
              <a:rPr lang="pt-BR" dirty="0"/>
              <a:t>OBRIGADO!</a:t>
            </a:r>
            <a:endParaRPr lang="es-ES" dirty="0"/>
          </a:p>
        </p:txBody>
      </p:sp>
      <p:pic>
        <p:nvPicPr>
          <p:cNvPr id="4" name="Imagem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040259" y="4065562"/>
            <a:ext cx="2311135" cy="1472754"/>
          </a:xfrm>
          <a:prstGeom prst="rect">
            <a:avLst/>
          </a:prstGeom>
        </p:spPr>
      </p:pic>
      <p:pic>
        <p:nvPicPr>
          <p:cNvPr id="6" name="Imagem 5"/>
          <p:cNvPicPr>
            <a:picLocks noChangeAspect="1"/>
          </p:cNvPicPr>
          <p:nvPr userDrawn="1"/>
        </p:nvPicPr>
        <p:blipFill rotWithShape="1">
          <a:blip r:embed="rId3">
            <a:extLst>
              <a:ext uri="{28A0092B-C50C-407E-A947-70E740481C1C}">
                <a14:useLocalDpi xmlns:a14="http://schemas.microsoft.com/office/drawing/2010/main" val="0"/>
              </a:ext>
            </a:extLst>
          </a:blip>
          <a:srcRect r="12789" b="-4130"/>
          <a:stretch/>
        </p:blipFill>
        <p:spPr>
          <a:xfrm>
            <a:off x="8578437" y="5960933"/>
            <a:ext cx="3234780" cy="510207"/>
          </a:xfrm>
          <a:prstGeom prst="rect">
            <a:avLst/>
          </a:prstGeom>
        </p:spPr>
      </p:pic>
    </p:spTree>
    <p:extLst>
      <p:ext uri="{BB962C8B-B14F-4D97-AF65-F5344CB8AC3E}">
        <p14:creationId xmlns:p14="http://schemas.microsoft.com/office/powerpoint/2010/main" val="23190599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1_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Clique para editar estilo do título mestre</a:t>
            </a:r>
            <a:endParaRPr lang="en-US" dirty="0"/>
          </a:p>
        </p:txBody>
      </p:sp>
      <p:sp>
        <p:nvSpPr>
          <p:cNvPr id="3" name="Date Placeholder 2"/>
          <p:cNvSpPr>
            <a:spLocks noGrp="1"/>
          </p:cNvSpPr>
          <p:nvPr>
            <p:ph type="dt" sz="half" idx="10"/>
          </p:nvPr>
        </p:nvSpPr>
        <p:spPr/>
        <p:txBody>
          <a:bodyPr/>
          <a:lstStyle/>
          <a:p>
            <a:fld id="{E404EFEE-18A7-0C4E-9338-48F9787A77AC}" type="datetimeFigureOut">
              <a:rPr lang="pt-BR" smtClean="0"/>
              <a:t>21/10/2024</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3936607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Clique para editar estilo do título mestre</a:t>
            </a:r>
            <a:endParaRPr lang="en-US" dirty="0"/>
          </a:p>
        </p:txBody>
      </p:sp>
      <p:sp>
        <p:nvSpPr>
          <p:cNvPr id="3" name="Content Placeholder 2"/>
          <p:cNvSpPr>
            <a:spLocks noGrp="1"/>
          </p:cNvSpPr>
          <p:nvPr>
            <p:ph idx="1"/>
          </p:nvPr>
        </p:nvSpPr>
        <p:spPr/>
        <p:txBody>
          <a:bodyPr/>
          <a:lstStyle/>
          <a:p>
            <a:pPr lvl="0"/>
            <a:r>
              <a:rPr lang="en-US"/>
              <a:t>Clique para editar os estilos de texto mestres</a:t>
            </a:r>
          </a:p>
          <a:p>
            <a:pPr lvl="1"/>
            <a:r>
              <a:rPr lang="en-US"/>
              <a:t>Segundo nível</a:t>
            </a:r>
          </a:p>
          <a:p>
            <a:pPr lvl="2"/>
            <a:r>
              <a:rPr lang="en-US"/>
              <a:t>Terceiro nível</a:t>
            </a:r>
          </a:p>
          <a:p>
            <a:pPr lvl="3"/>
            <a:r>
              <a:rPr lang="en-US"/>
              <a:t>Quarto nível</a:t>
            </a:r>
          </a:p>
          <a:p>
            <a:pPr lvl="4"/>
            <a:r>
              <a:rPr lang="en-US"/>
              <a:t>Quinto nível</a:t>
            </a:r>
            <a:endParaRPr lang="en-US" dirty="0"/>
          </a:p>
        </p:txBody>
      </p:sp>
      <p:sp>
        <p:nvSpPr>
          <p:cNvPr id="4" name="Date Placeholder 3"/>
          <p:cNvSpPr>
            <a:spLocks noGrp="1"/>
          </p:cNvSpPr>
          <p:nvPr>
            <p:ph type="dt" sz="half" idx="10"/>
          </p:nvPr>
        </p:nvSpPr>
        <p:spPr/>
        <p:txBody>
          <a:bodyPr/>
          <a:lstStyle/>
          <a:p>
            <a:fld id="{E404EFEE-18A7-0C4E-9338-48F9787A77AC}" type="datetimeFigureOut">
              <a:rPr lang="pt-BR" smtClean="0"/>
              <a:t>21/10/2024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8046262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3 Colunas">
    <p:spTree>
      <p:nvGrpSpPr>
        <p:cNvPr id="1" name=""/>
        <p:cNvGrpSpPr/>
        <p:nvPr/>
      </p:nvGrpSpPr>
      <p:grpSpPr>
        <a:xfrm>
          <a:off x="0" y="0"/>
          <a:ext cx="0" cy="0"/>
          <a:chOff x="0" y="0"/>
          <a:chExt cx="0" cy="0"/>
        </a:xfrm>
      </p:grpSpPr>
      <p:sp>
        <p:nvSpPr>
          <p:cNvPr id="15" name="Title 1"/>
          <p:cNvSpPr>
            <a:spLocks noGrp="1"/>
          </p:cNvSpPr>
          <p:nvPr>
            <p:ph type="title"/>
          </p:nvPr>
        </p:nvSpPr>
        <p:spPr>
          <a:xfrm>
            <a:off x="2895602" y="762001"/>
            <a:ext cx="8503919" cy="1303867"/>
          </a:xfrm>
        </p:spPr>
        <p:txBody>
          <a:bodyPr/>
          <a:lstStyle/>
          <a:p>
            <a:r>
              <a:rPr lang="en-US"/>
              <a:t>Clique para editar estilo do título mestre</a:t>
            </a:r>
            <a:endParaRPr lang="en-US" dirty="0"/>
          </a:p>
        </p:txBody>
      </p:sp>
      <p:sp>
        <p:nvSpPr>
          <p:cNvPr id="7" name="Text Placeholder 2"/>
          <p:cNvSpPr>
            <a:spLocks noGrp="1"/>
          </p:cNvSpPr>
          <p:nvPr>
            <p:ph type="body" idx="1"/>
          </p:nvPr>
        </p:nvSpPr>
        <p:spPr>
          <a:xfrm>
            <a:off x="792481" y="2202080"/>
            <a:ext cx="341376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 para editar os estilos de texto mestres</a:t>
            </a:r>
          </a:p>
        </p:txBody>
      </p:sp>
      <p:sp>
        <p:nvSpPr>
          <p:cNvPr id="8" name="Text Placeholder 3"/>
          <p:cNvSpPr>
            <a:spLocks noGrp="1"/>
          </p:cNvSpPr>
          <p:nvPr>
            <p:ph type="body" sz="half" idx="15"/>
          </p:nvPr>
        </p:nvSpPr>
        <p:spPr>
          <a:xfrm>
            <a:off x="792480" y="2904565"/>
            <a:ext cx="341376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Clique para editar os estilos de texto mestres</a:t>
            </a:r>
          </a:p>
        </p:txBody>
      </p:sp>
      <p:sp>
        <p:nvSpPr>
          <p:cNvPr id="9" name="Text Placeholder 4"/>
          <p:cNvSpPr>
            <a:spLocks noGrp="1"/>
          </p:cNvSpPr>
          <p:nvPr>
            <p:ph type="body" sz="quarter" idx="3"/>
          </p:nvPr>
        </p:nvSpPr>
        <p:spPr>
          <a:xfrm>
            <a:off x="4402983" y="2201333"/>
            <a:ext cx="341376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 para editar os estilos de texto mestres</a:t>
            </a:r>
          </a:p>
        </p:txBody>
      </p:sp>
      <p:sp>
        <p:nvSpPr>
          <p:cNvPr id="10" name="Text Placeholder 3"/>
          <p:cNvSpPr>
            <a:spLocks noGrp="1"/>
          </p:cNvSpPr>
          <p:nvPr>
            <p:ph type="body" sz="half" idx="16"/>
          </p:nvPr>
        </p:nvSpPr>
        <p:spPr>
          <a:xfrm>
            <a:off x="4401041" y="2904068"/>
            <a:ext cx="341376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Clique para editar os estilos de texto mestres</a:t>
            </a:r>
          </a:p>
        </p:txBody>
      </p:sp>
      <p:sp>
        <p:nvSpPr>
          <p:cNvPr id="11" name="Text Placeholder 4"/>
          <p:cNvSpPr>
            <a:spLocks noGrp="1"/>
          </p:cNvSpPr>
          <p:nvPr>
            <p:ph type="body" sz="quarter" idx="13"/>
          </p:nvPr>
        </p:nvSpPr>
        <p:spPr>
          <a:xfrm>
            <a:off x="7985759" y="2192866"/>
            <a:ext cx="341376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 para editar os estilos de texto mestres</a:t>
            </a:r>
          </a:p>
        </p:txBody>
      </p:sp>
      <p:sp>
        <p:nvSpPr>
          <p:cNvPr id="12" name="Text Placeholder 3"/>
          <p:cNvSpPr>
            <a:spLocks noGrp="1"/>
          </p:cNvSpPr>
          <p:nvPr>
            <p:ph type="body" sz="half" idx="17"/>
          </p:nvPr>
        </p:nvSpPr>
        <p:spPr>
          <a:xfrm>
            <a:off x="7985760" y="2904565"/>
            <a:ext cx="341376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Clique para editar os estilos de texto mestres</a:t>
            </a:r>
          </a:p>
        </p:txBody>
      </p:sp>
      <p:sp>
        <p:nvSpPr>
          <p:cNvPr id="3" name="Date Placeholder 2"/>
          <p:cNvSpPr>
            <a:spLocks noGrp="1"/>
          </p:cNvSpPr>
          <p:nvPr>
            <p:ph type="dt" sz="half" idx="10"/>
          </p:nvPr>
        </p:nvSpPr>
        <p:spPr/>
        <p:txBody>
          <a:bodyPr/>
          <a:lstStyle/>
          <a:p>
            <a:fld id="{E404EFEE-18A7-0C4E-9338-48F9787A77AC}" type="datetimeFigureOut">
              <a:rPr lang="pt-BR" smtClean="0"/>
              <a:t>21/10/2024</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3231972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04EFEE-18A7-0C4E-9338-48F9787A77AC}" type="datetimeFigureOut">
              <a:rPr lang="pt-BR" smtClean="0"/>
              <a:t>21/10/2024</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42899393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1_Layout Personalizado">
    <p:spTree>
      <p:nvGrpSpPr>
        <p:cNvPr id="1" name=""/>
        <p:cNvGrpSpPr/>
        <p:nvPr/>
      </p:nvGrpSpPr>
      <p:grpSpPr>
        <a:xfrm>
          <a:off x="0" y="0"/>
          <a:ext cx="0" cy="0"/>
          <a:chOff x="0" y="0"/>
          <a:chExt cx="0" cy="0"/>
        </a:xfrm>
      </p:grpSpPr>
      <p:sp>
        <p:nvSpPr>
          <p:cNvPr id="4" name="Espaço Reservado para Texto 3"/>
          <p:cNvSpPr>
            <a:spLocks noGrp="1"/>
          </p:cNvSpPr>
          <p:nvPr>
            <p:ph type="body" sz="quarter" idx="10"/>
          </p:nvPr>
        </p:nvSpPr>
        <p:spPr>
          <a:xfrm>
            <a:off x="334434" y="644691"/>
            <a:ext cx="11523133" cy="5665093"/>
          </a:xfrm>
          <a:prstGeom prst="rect">
            <a:avLst/>
          </a:prstGeom>
        </p:spPr>
        <p:txBody>
          <a:bodyPr/>
          <a:lstStyle>
            <a:lvl1pPr marL="457189" indent="-457189">
              <a:buClr>
                <a:srgbClr val="FF3300"/>
              </a:buClr>
              <a:buFont typeface="Wingdings 2" pitchFamily="18" charset="2"/>
              <a:buChar char=""/>
              <a:defRPr sz="3733">
                <a:solidFill>
                  <a:schemeClr val="tx1">
                    <a:lumMod val="65000"/>
                    <a:lumOff val="35000"/>
                  </a:schemeClr>
                </a:solidFill>
              </a:defRPr>
            </a:lvl1pPr>
            <a:lvl2pPr marL="990575" indent="-380990">
              <a:buClr>
                <a:srgbClr val="FF3300"/>
              </a:buClr>
              <a:buFont typeface="Wingdings 2" pitchFamily="18" charset="2"/>
              <a:buChar char=""/>
              <a:defRPr sz="3200">
                <a:solidFill>
                  <a:schemeClr val="tx1">
                    <a:lumMod val="65000"/>
                    <a:lumOff val="35000"/>
                  </a:schemeClr>
                </a:solidFill>
              </a:defRPr>
            </a:lvl2pPr>
            <a:lvl3pPr marL="1523962" indent="-304792">
              <a:buClr>
                <a:srgbClr val="FF3300"/>
              </a:buClr>
              <a:buFont typeface="Wingdings 2" pitchFamily="18" charset="2"/>
              <a:buChar char=""/>
              <a:defRPr sz="2667">
                <a:solidFill>
                  <a:schemeClr val="tx1">
                    <a:lumMod val="65000"/>
                    <a:lumOff val="35000"/>
                  </a:schemeClr>
                </a:solidFill>
              </a:defRPr>
            </a:lvl3pPr>
            <a:lvl4pPr marL="2133547" indent="-304792">
              <a:buClr>
                <a:srgbClr val="FF3300"/>
              </a:buClr>
              <a:buFont typeface="Wingdings 2" pitchFamily="18" charset="2"/>
              <a:buChar char=""/>
              <a:defRPr sz="2400">
                <a:solidFill>
                  <a:schemeClr val="tx1">
                    <a:lumMod val="65000"/>
                    <a:lumOff val="35000"/>
                  </a:schemeClr>
                </a:solidFill>
              </a:defRPr>
            </a:lvl4pPr>
            <a:lvl5pPr marL="2438339" indent="0">
              <a:buNone/>
              <a:defRPr/>
            </a:lvl5pPr>
          </a:lstStyle>
          <a:p>
            <a:pPr lvl="0"/>
            <a:r>
              <a:rPr lang="pt-BR"/>
              <a:t>Clique para editar o texto mestre</a:t>
            </a:r>
          </a:p>
          <a:p>
            <a:pPr lvl="1"/>
            <a:r>
              <a:rPr lang="pt-BR"/>
              <a:t>Segundo nível</a:t>
            </a:r>
          </a:p>
          <a:p>
            <a:pPr lvl="2"/>
            <a:r>
              <a:rPr lang="pt-BR"/>
              <a:t>Terceiro nível</a:t>
            </a:r>
          </a:p>
          <a:p>
            <a:pPr lvl="3"/>
            <a:r>
              <a:rPr lang="pt-BR"/>
              <a:t>Quarto nível</a:t>
            </a:r>
          </a:p>
        </p:txBody>
      </p:sp>
      <p:sp>
        <p:nvSpPr>
          <p:cNvPr id="9" name="Espaço Reservado para Título 1"/>
          <p:cNvSpPr>
            <a:spLocks noGrp="1"/>
          </p:cNvSpPr>
          <p:nvPr>
            <p:ph type="title"/>
          </p:nvPr>
        </p:nvSpPr>
        <p:spPr>
          <a:xfrm>
            <a:off x="335360" y="-27384"/>
            <a:ext cx="11521280" cy="576064"/>
          </a:xfrm>
          <a:prstGeom prst="rect">
            <a:avLst/>
          </a:prstGeom>
        </p:spPr>
        <p:txBody>
          <a:bodyPr vert="horz" lIns="91440" tIns="45720" rIns="91440" bIns="45720" rtlCol="0" anchor="ctr">
            <a:normAutofit/>
          </a:bodyPr>
          <a:lstStyle>
            <a:lvl1pPr algn="l">
              <a:defRPr sz="3200">
                <a:solidFill>
                  <a:srgbClr val="FF3300"/>
                </a:solidFill>
              </a:defRPr>
            </a:lvl1pPr>
          </a:lstStyle>
          <a:p>
            <a:r>
              <a:rPr lang="pt-BR"/>
              <a:t>Clique para editar o título mestre</a:t>
            </a:r>
            <a:endParaRPr lang="pt-BR" dirty="0"/>
          </a:p>
        </p:txBody>
      </p:sp>
      <p:pic>
        <p:nvPicPr>
          <p:cNvPr id="7" name="Picture 5"/>
          <p:cNvPicPr>
            <a:picLocks noChangeAspect="1"/>
          </p:cNvPicPr>
          <p:nvPr userDrawn="1"/>
        </p:nvPicPr>
        <p:blipFill>
          <a:blip r:embed="rId2"/>
          <a:stretch>
            <a:fillRect/>
          </a:stretch>
        </p:blipFill>
        <p:spPr>
          <a:xfrm>
            <a:off x="335360" y="6414392"/>
            <a:ext cx="1298675" cy="264659"/>
          </a:xfrm>
          <a:prstGeom prst="rect">
            <a:avLst/>
          </a:prstGeom>
        </p:spPr>
      </p:pic>
    </p:spTree>
    <p:extLst>
      <p:ext uri="{BB962C8B-B14F-4D97-AF65-F5344CB8AC3E}">
        <p14:creationId xmlns:p14="http://schemas.microsoft.com/office/powerpoint/2010/main" val="2246264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219249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50" r:id="rId3"/>
    <p:sldLayoutId id="2147483665" r:id="rId4"/>
    <p:sldLayoutId id="2147483651" r:id="rId5"/>
    <p:sldLayoutId id="2147483649" r:id="rId6"/>
    <p:sldLayoutId id="2147483653" r:id="rId7"/>
    <p:sldLayoutId id="2147483666" r:id="rId8"/>
    <p:sldLayoutId id="2147483660" r:id="rId9"/>
    <p:sldLayoutId id="2147483657" r:id="rId10"/>
    <p:sldLayoutId id="2147483654" r:id="rId11"/>
    <p:sldLayoutId id="2147483662" r:id="rId12"/>
    <p:sldLayoutId id="2147483667" r:id="rId13"/>
    <p:sldLayoutId id="2147483668" r:id="rId14"/>
    <p:sldLayoutId id="2147483673" r:id="rId15"/>
    <p:sldLayoutId id="2147483674" r:id="rId16"/>
    <p:sldLayoutId id="2147483675" r:id="rId17"/>
    <p:sldLayoutId id="2147483676" r:id="rId18"/>
    <p:sldLayoutId id="2147483677" r:id="rId19"/>
  </p:sldLayoutIdLst>
  <p:txStyles>
    <p:titleStyle>
      <a:lvl1pPr algn="l" defTabSz="914377" rtl="0" eaLnBrk="1" latinLnBrk="0" hangingPunct="1">
        <a:lnSpc>
          <a:spcPct val="90000"/>
        </a:lnSpc>
        <a:spcBef>
          <a:spcPct val="0"/>
        </a:spcBef>
        <a:buNone/>
        <a:defRPr sz="4400" kern="1200" baseline="0">
          <a:solidFill>
            <a:schemeClr val="tx1"/>
          </a:solidFill>
          <a:latin typeface="Lato Black" panose="020F0A02020204030203" pitchFamily="34"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6.tiff"/><Relationship Id="rId7" Type="http://schemas.openxmlformats.org/officeDocument/2006/relationships/image" Target="../media/image10.tiff"/><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9.emf"/><Relationship Id="rId5" Type="http://schemas.openxmlformats.org/officeDocument/2006/relationships/image" Target="../media/image8.tiff"/><Relationship Id="rId4" Type="http://schemas.openxmlformats.org/officeDocument/2006/relationships/image" Target="../media/image7.tif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9.xml"/><Relationship Id="rId6" Type="http://schemas.openxmlformats.org/officeDocument/2006/relationships/image" Target="../media/image24.png"/><Relationship Id="rId5" Type="http://schemas.openxmlformats.org/officeDocument/2006/relationships/image" Target="../media/image23.jpeg"/><Relationship Id="rId4" Type="http://schemas.microsoft.com/office/2007/relationships/hdphoto" Target="../media/hdphoto1.wdp"/><Relationship Id="rId9"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9.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3.wmf"/><Relationship Id="rId2" Type="http://schemas.openxmlformats.org/officeDocument/2006/relationships/notesSlide" Target="../notesSlides/notesSlide14.xml"/><Relationship Id="rId1" Type="http://schemas.openxmlformats.org/officeDocument/2006/relationships/slideLayout" Target="../slideLayouts/slideLayout19.xml"/><Relationship Id="rId6" Type="http://schemas.openxmlformats.org/officeDocument/2006/relationships/image" Target="../media/image32.png"/><Relationship Id="rId5" Type="http://schemas.openxmlformats.org/officeDocument/2006/relationships/oleObject" Target="../embeddings/oleObject1.bin"/><Relationship Id="rId4" Type="http://schemas.openxmlformats.org/officeDocument/2006/relationships/image" Target="../media/image31.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9.xml"/><Relationship Id="rId4" Type="http://schemas.openxmlformats.org/officeDocument/2006/relationships/image" Target="../media/image35.jpeg"/></Relationships>
</file>

<file path=ppt/slides/_rels/slide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7.xml"/><Relationship Id="rId1" Type="http://schemas.openxmlformats.org/officeDocument/2006/relationships/slideLayout" Target="../slideLayouts/slideLayout19.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hyperlink" Target="mailto:andreasantos@unb.br"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p:cNvPicPr>
            <a:picLocks noChangeAspect="1"/>
          </p:cNvPicPr>
          <p:nvPr/>
        </p:nvPicPr>
        <p:blipFill rotWithShape="1">
          <a:blip r:embed="rId2">
            <a:extLst>
              <a:ext uri="{28A0092B-C50C-407E-A947-70E740481C1C}">
                <a14:useLocalDpi xmlns:a14="http://schemas.microsoft.com/office/drawing/2010/main" val="0"/>
              </a:ext>
            </a:extLst>
          </a:blip>
          <a:srcRect r="12789" b="-4130"/>
          <a:stretch/>
        </p:blipFill>
        <p:spPr>
          <a:xfrm>
            <a:off x="2101439" y="474535"/>
            <a:ext cx="4479718" cy="706565"/>
          </a:xfrm>
          <a:prstGeom prst="rect">
            <a:avLst/>
          </a:prstGeom>
        </p:spPr>
      </p:pic>
      <p:sp>
        <p:nvSpPr>
          <p:cNvPr id="11" name="CaixaDeTexto 10"/>
          <p:cNvSpPr txBox="1"/>
          <p:nvPr/>
        </p:nvSpPr>
        <p:spPr>
          <a:xfrm>
            <a:off x="1046671" y="2411684"/>
            <a:ext cx="9659429" cy="3539430"/>
          </a:xfrm>
          <a:prstGeom prst="rect">
            <a:avLst/>
          </a:prstGeom>
          <a:noFill/>
        </p:spPr>
        <p:txBody>
          <a:bodyPr wrap="square" rtlCol="0">
            <a:spAutoFit/>
          </a:bodyPr>
          <a:lstStyle/>
          <a:p>
            <a:pPr algn="ctr"/>
            <a:r>
              <a:rPr lang="pt-BR" sz="2800" b="1" dirty="0"/>
              <a:t>DEPARTAMENTO DE ENGENHARIA DE PRODUÇÃO</a:t>
            </a:r>
          </a:p>
          <a:p>
            <a:pPr algn="ctr"/>
            <a:r>
              <a:rPr lang="pt-BR" sz="2800" b="1" dirty="0"/>
              <a:t>DISCIPLINA ENGENHARIA DE PRODUTO</a:t>
            </a:r>
          </a:p>
          <a:p>
            <a:pPr algn="ctr"/>
            <a:endParaRPr lang="pt-BR" sz="2800" b="1" dirty="0"/>
          </a:p>
          <a:p>
            <a:pPr algn="ctr"/>
            <a:r>
              <a:rPr lang="pt-BR" sz="2800" b="1" dirty="0"/>
              <a:t>Profa. Andréa Cristina dos Santos</a:t>
            </a:r>
          </a:p>
          <a:p>
            <a:pPr algn="ctr"/>
            <a:endParaRPr lang="pt-BR" sz="2800" b="1" dirty="0"/>
          </a:p>
          <a:p>
            <a:pPr algn="ctr"/>
            <a:r>
              <a:rPr lang="pt-BR" sz="2800" b="1" dirty="0"/>
              <a:t>Aula 03 - Introdução</a:t>
            </a:r>
          </a:p>
          <a:p>
            <a:pPr algn="ctr"/>
            <a:endParaRPr lang="pt-BR" sz="2800" b="1" dirty="0"/>
          </a:p>
          <a:p>
            <a:pPr algn="ctr"/>
            <a:endParaRPr lang="pt-BR" sz="2800" b="1" dirty="0"/>
          </a:p>
        </p:txBody>
      </p:sp>
    </p:spTree>
    <p:extLst>
      <p:ext uri="{BB962C8B-B14F-4D97-AF65-F5344CB8AC3E}">
        <p14:creationId xmlns:p14="http://schemas.microsoft.com/office/powerpoint/2010/main" val="3222398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5500027" y="287866"/>
            <a:ext cx="11521280" cy="576064"/>
          </a:xfrm>
        </p:spPr>
        <p:txBody>
          <a:bodyPr>
            <a:normAutofit/>
          </a:bodyPr>
          <a:lstStyle/>
          <a:p>
            <a:r>
              <a:rPr lang="pt-BR" b="1" dirty="0"/>
              <a:t>Classificação de projetos</a:t>
            </a:r>
          </a:p>
        </p:txBody>
      </p:sp>
      <p:pic>
        <p:nvPicPr>
          <p:cNvPr id="4"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rot="-10800000">
            <a:off x="897024" y="1019190"/>
            <a:ext cx="6672621" cy="5568619"/>
          </a:xfrm>
          <a:prstGeom prst="rect">
            <a:avLst/>
          </a:prstGeom>
          <a:noFill/>
          <a:ln w="9525" algn="ctr">
            <a:noFill/>
            <a:miter lim="800000"/>
            <a:headEnd/>
            <a:tailEnd/>
          </a:ln>
          <a:effectLst/>
        </p:spPr>
      </p:pic>
      <p:sp>
        <p:nvSpPr>
          <p:cNvPr id="5" name="Text Box 5"/>
          <p:cNvSpPr txBox="1">
            <a:spLocks noChangeArrowheads="1"/>
          </p:cNvSpPr>
          <p:nvPr/>
        </p:nvSpPr>
        <p:spPr bwMode="auto">
          <a:xfrm>
            <a:off x="6969084" y="6167245"/>
            <a:ext cx="4887556" cy="420564"/>
          </a:xfrm>
          <a:prstGeom prst="rect">
            <a:avLst/>
          </a:prstGeom>
          <a:noFill/>
          <a:ln w="9525" algn="ctr">
            <a:noFill/>
            <a:miter lim="800000"/>
            <a:headEnd/>
            <a:tailEnd/>
          </a:ln>
          <a:effectLst/>
        </p:spPr>
        <p:txBody>
          <a:bodyPr wrap="none">
            <a:spAutoFit/>
          </a:bodyPr>
          <a:lstStyle/>
          <a:p>
            <a:pPr algn="r"/>
            <a:r>
              <a:rPr lang="pt-BR" sz="2133" dirty="0">
                <a:solidFill>
                  <a:srgbClr val="595959"/>
                </a:solidFill>
                <a:latin typeface="Lato" pitchFamily="34" charset="0"/>
              </a:rPr>
              <a:t>Fonte: CLARK; WHEELWRIGHT, 1993</a:t>
            </a:r>
            <a:endParaRPr lang="en-US" sz="2133" dirty="0">
              <a:solidFill>
                <a:srgbClr val="595959"/>
              </a:solidFill>
              <a:latin typeface="Lato" pitchFamily="34" charset="0"/>
            </a:endParaRPr>
          </a:p>
        </p:txBody>
      </p:sp>
    </p:spTree>
    <p:extLst>
      <p:ext uri="{BB962C8B-B14F-4D97-AF65-F5344CB8AC3E}">
        <p14:creationId xmlns:p14="http://schemas.microsoft.com/office/powerpoint/2010/main" val="2348641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0" y="-27384"/>
            <a:ext cx="12048661" cy="576064"/>
          </a:xfrm>
          <a:solidFill>
            <a:schemeClr val="bg1"/>
          </a:solidFill>
        </p:spPr>
        <p:txBody>
          <a:bodyPr>
            <a:normAutofit/>
          </a:bodyPr>
          <a:lstStyle/>
          <a:p>
            <a:pPr algn="ctr"/>
            <a:r>
              <a:rPr lang="pt-BR" sz="2667" b="1" dirty="0">
                <a:solidFill>
                  <a:srgbClr val="002060"/>
                </a:solidFill>
              </a:rPr>
              <a:t>Critérios mais usados para classificação de projetos de produto e serviço</a:t>
            </a:r>
          </a:p>
        </p:txBody>
      </p:sp>
      <p:sp>
        <p:nvSpPr>
          <p:cNvPr id="7" name="Retângulo 6"/>
          <p:cNvSpPr/>
          <p:nvPr/>
        </p:nvSpPr>
        <p:spPr>
          <a:xfrm>
            <a:off x="4943872" y="2391081"/>
            <a:ext cx="7104789" cy="1730319"/>
          </a:xfrm>
          <a:prstGeom prst="rect">
            <a:avLst/>
          </a:prstGeom>
          <a:solidFill>
            <a:schemeClr val="bg1">
              <a:lumMod val="65000"/>
            </a:schemeClr>
          </a:solid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8" name="Retângulo 7"/>
          <p:cNvSpPr/>
          <p:nvPr/>
        </p:nvSpPr>
        <p:spPr>
          <a:xfrm>
            <a:off x="4943872" y="555941"/>
            <a:ext cx="7104789" cy="1720931"/>
          </a:xfrm>
          <a:prstGeom prst="rect">
            <a:avLst/>
          </a:prstGeom>
          <a:solidFill>
            <a:schemeClr val="bg1">
              <a:lumMod val="75000"/>
            </a:schemeClr>
          </a:solid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9" name="Retângulo 8"/>
          <p:cNvSpPr/>
          <p:nvPr/>
        </p:nvSpPr>
        <p:spPr>
          <a:xfrm>
            <a:off x="4943872" y="4197085"/>
            <a:ext cx="7104789" cy="2016224"/>
          </a:xfrm>
          <a:prstGeom prst="rect">
            <a:avLst/>
          </a:prstGeom>
          <a:solidFill>
            <a:schemeClr val="bg1">
              <a:lumMod val="85000"/>
            </a:schemeClr>
          </a:solid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dirty="0">
              <a:latin typeface="Lato" pitchFamily="34" charset="0"/>
            </a:endParaRPr>
          </a:p>
        </p:txBody>
      </p:sp>
      <p:sp>
        <p:nvSpPr>
          <p:cNvPr id="10" name="Retângulo 9"/>
          <p:cNvSpPr/>
          <p:nvPr/>
        </p:nvSpPr>
        <p:spPr>
          <a:xfrm>
            <a:off x="288032" y="539552"/>
            <a:ext cx="4559829" cy="5673757"/>
          </a:xfrm>
          <a:prstGeom prst="rect">
            <a:avLst/>
          </a:prstGeom>
          <a:solidFill>
            <a:schemeClr val="bg1">
              <a:lumMod val="85000"/>
            </a:schemeClr>
          </a:solid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1" name="Espaço Reservado para Número de Slide 2"/>
          <p:cNvSpPr txBox="1">
            <a:spLocks/>
          </p:cNvSpPr>
          <p:nvPr/>
        </p:nvSpPr>
        <p:spPr>
          <a:xfrm>
            <a:off x="5724781" y="6316568"/>
            <a:ext cx="589856" cy="486833"/>
          </a:xfrm>
          <a:prstGeom prst="rect">
            <a:avLst/>
          </a:prstGeom>
        </p:spPr>
        <p:txBody>
          <a:bodyPr/>
          <a:lstStyle/>
          <a:p>
            <a:pPr defTabSz="609585">
              <a:defRPr/>
            </a:pPr>
            <a:fld id="{2119D8CF-8DEC-4D9F-84EE-ADF04DFF3391}" type="slidenum">
              <a:rPr lang="pt-BR" sz="2400">
                <a:latin typeface="Lato" pitchFamily="34" charset="0"/>
              </a:rPr>
              <a:pPr defTabSz="609585">
                <a:defRPr/>
              </a:pPr>
              <a:t>3</a:t>
            </a:fld>
            <a:endParaRPr lang="pt-BR" sz="2400" dirty="0">
              <a:latin typeface="Lato" pitchFamily="34" charset="0"/>
            </a:endParaRPr>
          </a:p>
        </p:txBody>
      </p:sp>
      <p:grpSp>
        <p:nvGrpSpPr>
          <p:cNvPr id="12" name="Group 30"/>
          <p:cNvGrpSpPr>
            <a:grpSpLocks/>
          </p:cNvGrpSpPr>
          <p:nvPr/>
        </p:nvGrpSpPr>
        <p:grpSpPr bwMode="auto">
          <a:xfrm>
            <a:off x="390293" y="445112"/>
            <a:ext cx="3976161" cy="3554503"/>
            <a:chOff x="1650" y="1175"/>
            <a:chExt cx="2084" cy="1863"/>
          </a:xfrm>
        </p:grpSpPr>
        <p:grpSp>
          <p:nvGrpSpPr>
            <p:cNvPr id="13" name="Group 6"/>
            <p:cNvGrpSpPr>
              <a:grpSpLocks/>
            </p:cNvGrpSpPr>
            <p:nvPr/>
          </p:nvGrpSpPr>
          <p:grpSpPr bwMode="auto">
            <a:xfrm>
              <a:off x="2087" y="1473"/>
              <a:ext cx="1254" cy="1155"/>
              <a:chOff x="366" y="1613"/>
              <a:chExt cx="783" cy="844"/>
            </a:xfrm>
          </p:grpSpPr>
          <p:sp>
            <p:nvSpPr>
              <p:cNvPr id="18" name="Rectangle 7"/>
              <p:cNvSpPr>
                <a:spLocks noChangeArrowheads="1"/>
              </p:cNvSpPr>
              <p:nvPr/>
            </p:nvSpPr>
            <p:spPr bwMode="auto">
              <a:xfrm>
                <a:off x="366" y="1613"/>
                <a:ext cx="63" cy="141"/>
              </a:xfrm>
              <a:prstGeom prst="rect">
                <a:avLst/>
              </a:prstGeom>
              <a:solidFill>
                <a:srgbClr val="0070C0"/>
              </a:solidFill>
              <a:ln w="9525">
                <a:solidFill>
                  <a:schemeClr val="tx1"/>
                </a:solidFill>
                <a:miter lim="800000"/>
                <a:headEnd/>
                <a:tailEnd/>
              </a:ln>
            </p:spPr>
            <p:txBody>
              <a:bodyPr wrap="none" lIns="96000" tIns="0" rIns="96000" bIns="0" anchor="ctr">
                <a:spAutoFit/>
              </a:bodyPr>
              <a:lstStyle/>
              <a:p>
                <a:endParaRPr lang="pt-BR" sz="2400"/>
              </a:p>
            </p:txBody>
          </p:sp>
          <p:sp>
            <p:nvSpPr>
              <p:cNvPr id="19" name="Rectangle 8"/>
              <p:cNvSpPr>
                <a:spLocks noChangeArrowheads="1"/>
              </p:cNvSpPr>
              <p:nvPr/>
            </p:nvSpPr>
            <p:spPr bwMode="auto">
              <a:xfrm>
                <a:off x="606" y="1613"/>
                <a:ext cx="63" cy="141"/>
              </a:xfrm>
              <a:prstGeom prst="rect">
                <a:avLst/>
              </a:prstGeom>
              <a:solidFill>
                <a:srgbClr val="0070C0"/>
              </a:solidFill>
              <a:ln w="9525">
                <a:solidFill>
                  <a:schemeClr val="tx1"/>
                </a:solidFill>
                <a:miter lim="800000"/>
                <a:headEnd/>
                <a:tailEnd/>
              </a:ln>
            </p:spPr>
            <p:txBody>
              <a:bodyPr wrap="none" lIns="96000" tIns="0" rIns="96000" bIns="0" anchor="ctr">
                <a:spAutoFit/>
              </a:bodyPr>
              <a:lstStyle/>
              <a:p>
                <a:endParaRPr lang="pt-BR" sz="2400"/>
              </a:p>
            </p:txBody>
          </p:sp>
          <p:sp>
            <p:nvSpPr>
              <p:cNvPr id="20" name="Rectangle 9"/>
              <p:cNvSpPr>
                <a:spLocks noChangeArrowheads="1"/>
              </p:cNvSpPr>
              <p:nvPr/>
            </p:nvSpPr>
            <p:spPr bwMode="auto">
              <a:xfrm>
                <a:off x="846" y="1613"/>
                <a:ext cx="63" cy="141"/>
              </a:xfrm>
              <a:prstGeom prst="rect">
                <a:avLst/>
              </a:prstGeom>
              <a:solidFill>
                <a:srgbClr val="FF3300"/>
              </a:solidFill>
              <a:ln w="9525">
                <a:solidFill>
                  <a:schemeClr val="tx1"/>
                </a:solidFill>
                <a:miter lim="800000"/>
                <a:headEnd/>
                <a:tailEnd/>
              </a:ln>
            </p:spPr>
            <p:txBody>
              <a:bodyPr wrap="none" lIns="96000" tIns="0" rIns="96000" bIns="0" anchor="ctr">
                <a:spAutoFit/>
              </a:bodyPr>
              <a:lstStyle/>
              <a:p>
                <a:endParaRPr lang="pt-BR" sz="2400"/>
              </a:p>
            </p:txBody>
          </p:sp>
          <p:sp>
            <p:nvSpPr>
              <p:cNvPr id="21" name="Rectangle 10"/>
              <p:cNvSpPr>
                <a:spLocks noChangeArrowheads="1"/>
              </p:cNvSpPr>
              <p:nvPr/>
            </p:nvSpPr>
            <p:spPr bwMode="auto">
              <a:xfrm>
                <a:off x="1086" y="1613"/>
                <a:ext cx="63" cy="141"/>
              </a:xfrm>
              <a:prstGeom prst="rect">
                <a:avLst/>
              </a:prstGeom>
              <a:solidFill>
                <a:srgbClr val="FF3300"/>
              </a:solidFill>
              <a:ln w="9525">
                <a:solidFill>
                  <a:schemeClr val="tx1"/>
                </a:solidFill>
                <a:miter lim="800000"/>
                <a:headEnd/>
                <a:tailEnd/>
              </a:ln>
            </p:spPr>
            <p:txBody>
              <a:bodyPr wrap="none" lIns="96000" tIns="0" rIns="96000" bIns="0" anchor="ctr">
                <a:spAutoFit/>
              </a:bodyPr>
              <a:lstStyle/>
              <a:p>
                <a:endParaRPr lang="pt-BR" sz="2400"/>
              </a:p>
            </p:txBody>
          </p:sp>
          <p:sp>
            <p:nvSpPr>
              <p:cNvPr id="22" name="Rectangle 11"/>
              <p:cNvSpPr>
                <a:spLocks noChangeArrowheads="1"/>
              </p:cNvSpPr>
              <p:nvPr/>
            </p:nvSpPr>
            <p:spPr bwMode="auto">
              <a:xfrm>
                <a:off x="366" y="1848"/>
                <a:ext cx="63" cy="141"/>
              </a:xfrm>
              <a:prstGeom prst="rect">
                <a:avLst/>
              </a:prstGeom>
              <a:solidFill>
                <a:srgbClr val="00B050"/>
              </a:solidFill>
              <a:ln w="9525">
                <a:solidFill>
                  <a:schemeClr val="tx1"/>
                </a:solidFill>
                <a:miter lim="800000"/>
                <a:headEnd/>
                <a:tailEnd/>
              </a:ln>
            </p:spPr>
            <p:txBody>
              <a:bodyPr wrap="none" lIns="96000" tIns="0" rIns="96000" bIns="0" anchor="ctr">
                <a:spAutoFit/>
              </a:bodyPr>
              <a:lstStyle/>
              <a:p>
                <a:endParaRPr lang="pt-BR" sz="2400"/>
              </a:p>
            </p:txBody>
          </p:sp>
          <p:sp>
            <p:nvSpPr>
              <p:cNvPr id="23" name="Rectangle 12"/>
              <p:cNvSpPr>
                <a:spLocks noChangeArrowheads="1"/>
              </p:cNvSpPr>
              <p:nvPr/>
            </p:nvSpPr>
            <p:spPr bwMode="auto">
              <a:xfrm>
                <a:off x="606" y="1848"/>
                <a:ext cx="63" cy="141"/>
              </a:xfrm>
              <a:prstGeom prst="rect">
                <a:avLst/>
              </a:prstGeom>
              <a:solidFill>
                <a:srgbClr val="0070C0"/>
              </a:solidFill>
              <a:ln w="9525">
                <a:solidFill>
                  <a:schemeClr val="tx1"/>
                </a:solidFill>
                <a:miter lim="800000"/>
                <a:headEnd/>
                <a:tailEnd/>
              </a:ln>
            </p:spPr>
            <p:txBody>
              <a:bodyPr wrap="none" lIns="96000" tIns="0" rIns="96000" bIns="0" anchor="ctr">
                <a:spAutoFit/>
              </a:bodyPr>
              <a:lstStyle/>
              <a:p>
                <a:endParaRPr lang="pt-BR" sz="2400"/>
              </a:p>
            </p:txBody>
          </p:sp>
          <p:sp>
            <p:nvSpPr>
              <p:cNvPr id="24" name="Rectangle 13"/>
              <p:cNvSpPr>
                <a:spLocks noChangeArrowheads="1"/>
              </p:cNvSpPr>
              <p:nvPr/>
            </p:nvSpPr>
            <p:spPr bwMode="auto">
              <a:xfrm>
                <a:off x="846" y="1848"/>
                <a:ext cx="63" cy="141"/>
              </a:xfrm>
              <a:prstGeom prst="rect">
                <a:avLst/>
              </a:prstGeom>
              <a:solidFill>
                <a:srgbClr val="0070C0"/>
              </a:solidFill>
              <a:ln w="9525">
                <a:solidFill>
                  <a:schemeClr val="tx1"/>
                </a:solidFill>
                <a:miter lim="800000"/>
                <a:headEnd/>
                <a:tailEnd/>
              </a:ln>
            </p:spPr>
            <p:txBody>
              <a:bodyPr wrap="none" lIns="96000" tIns="0" rIns="96000" bIns="0" anchor="ctr">
                <a:spAutoFit/>
              </a:bodyPr>
              <a:lstStyle/>
              <a:p>
                <a:endParaRPr lang="pt-BR" sz="2400"/>
              </a:p>
            </p:txBody>
          </p:sp>
          <p:sp>
            <p:nvSpPr>
              <p:cNvPr id="25" name="Rectangle 14"/>
              <p:cNvSpPr>
                <a:spLocks noChangeArrowheads="1"/>
              </p:cNvSpPr>
              <p:nvPr/>
            </p:nvSpPr>
            <p:spPr bwMode="auto">
              <a:xfrm>
                <a:off x="1086" y="1848"/>
                <a:ext cx="63" cy="141"/>
              </a:xfrm>
              <a:prstGeom prst="rect">
                <a:avLst/>
              </a:prstGeom>
              <a:solidFill>
                <a:srgbClr val="FF3300"/>
              </a:solidFill>
              <a:ln w="9525">
                <a:solidFill>
                  <a:schemeClr val="tx1"/>
                </a:solidFill>
                <a:miter lim="800000"/>
                <a:headEnd/>
                <a:tailEnd/>
              </a:ln>
            </p:spPr>
            <p:txBody>
              <a:bodyPr wrap="none" lIns="96000" tIns="0" rIns="96000" bIns="0" anchor="ctr">
                <a:spAutoFit/>
              </a:bodyPr>
              <a:lstStyle/>
              <a:p>
                <a:endParaRPr lang="pt-BR" sz="2400"/>
              </a:p>
            </p:txBody>
          </p:sp>
          <p:sp>
            <p:nvSpPr>
              <p:cNvPr id="26" name="Rectangle 15"/>
              <p:cNvSpPr>
                <a:spLocks noChangeArrowheads="1"/>
              </p:cNvSpPr>
              <p:nvPr/>
            </p:nvSpPr>
            <p:spPr bwMode="auto">
              <a:xfrm>
                <a:off x="366" y="2080"/>
                <a:ext cx="63" cy="141"/>
              </a:xfrm>
              <a:prstGeom prst="rect">
                <a:avLst/>
              </a:prstGeom>
              <a:solidFill>
                <a:srgbClr val="00B050"/>
              </a:solidFill>
              <a:ln w="9525">
                <a:solidFill>
                  <a:schemeClr val="tx1"/>
                </a:solidFill>
                <a:miter lim="800000"/>
                <a:headEnd/>
                <a:tailEnd/>
              </a:ln>
            </p:spPr>
            <p:txBody>
              <a:bodyPr wrap="none" lIns="96000" tIns="0" rIns="96000" bIns="0" anchor="ctr">
                <a:spAutoFit/>
              </a:bodyPr>
              <a:lstStyle/>
              <a:p>
                <a:endParaRPr lang="pt-BR" sz="2400"/>
              </a:p>
            </p:txBody>
          </p:sp>
          <p:sp>
            <p:nvSpPr>
              <p:cNvPr id="27" name="Rectangle 16"/>
              <p:cNvSpPr>
                <a:spLocks noChangeArrowheads="1"/>
              </p:cNvSpPr>
              <p:nvPr/>
            </p:nvSpPr>
            <p:spPr bwMode="auto">
              <a:xfrm>
                <a:off x="606" y="2080"/>
                <a:ext cx="63" cy="141"/>
              </a:xfrm>
              <a:prstGeom prst="rect">
                <a:avLst/>
              </a:prstGeom>
              <a:solidFill>
                <a:srgbClr val="00B050"/>
              </a:solidFill>
              <a:ln w="9525">
                <a:solidFill>
                  <a:schemeClr val="tx1"/>
                </a:solidFill>
                <a:miter lim="800000"/>
                <a:headEnd/>
                <a:tailEnd/>
              </a:ln>
            </p:spPr>
            <p:txBody>
              <a:bodyPr wrap="none" lIns="96000" tIns="0" rIns="96000" bIns="0" anchor="ctr">
                <a:spAutoFit/>
              </a:bodyPr>
              <a:lstStyle/>
              <a:p>
                <a:endParaRPr lang="pt-BR" sz="2400"/>
              </a:p>
            </p:txBody>
          </p:sp>
          <p:sp>
            <p:nvSpPr>
              <p:cNvPr id="28" name="Rectangle 17"/>
              <p:cNvSpPr>
                <a:spLocks noChangeArrowheads="1"/>
              </p:cNvSpPr>
              <p:nvPr/>
            </p:nvSpPr>
            <p:spPr bwMode="auto">
              <a:xfrm>
                <a:off x="846" y="2080"/>
                <a:ext cx="63" cy="141"/>
              </a:xfrm>
              <a:prstGeom prst="rect">
                <a:avLst/>
              </a:prstGeom>
              <a:solidFill>
                <a:srgbClr val="0070C0"/>
              </a:solidFill>
              <a:ln w="9525">
                <a:solidFill>
                  <a:schemeClr val="tx1"/>
                </a:solidFill>
                <a:miter lim="800000"/>
                <a:headEnd/>
                <a:tailEnd/>
              </a:ln>
            </p:spPr>
            <p:txBody>
              <a:bodyPr wrap="none" lIns="96000" tIns="0" rIns="96000" bIns="0" anchor="ctr">
                <a:spAutoFit/>
              </a:bodyPr>
              <a:lstStyle/>
              <a:p>
                <a:endParaRPr lang="pt-BR" sz="2400"/>
              </a:p>
            </p:txBody>
          </p:sp>
          <p:sp>
            <p:nvSpPr>
              <p:cNvPr id="29" name="Rectangle 18"/>
              <p:cNvSpPr>
                <a:spLocks noChangeArrowheads="1"/>
              </p:cNvSpPr>
              <p:nvPr/>
            </p:nvSpPr>
            <p:spPr bwMode="auto">
              <a:xfrm>
                <a:off x="1086" y="2080"/>
                <a:ext cx="63" cy="141"/>
              </a:xfrm>
              <a:prstGeom prst="rect">
                <a:avLst/>
              </a:prstGeom>
              <a:solidFill>
                <a:srgbClr val="0070C0"/>
              </a:solidFill>
              <a:ln w="9525">
                <a:solidFill>
                  <a:schemeClr val="tx1"/>
                </a:solidFill>
                <a:miter lim="800000"/>
                <a:headEnd/>
                <a:tailEnd/>
              </a:ln>
            </p:spPr>
            <p:txBody>
              <a:bodyPr wrap="none" lIns="96000" tIns="0" rIns="96000" bIns="0" anchor="ctr">
                <a:spAutoFit/>
              </a:bodyPr>
              <a:lstStyle/>
              <a:p>
                <a:endParaRPr lang="pt-BR" sz="2400"/>
              </a:p>
            </p:txBody>
          </p:sp>
          <p:sp>
            <p:nvSpPr>
              <p:cNvPr id="30" name="Rectangle 19"/>
              <p:cNvSpPr>
                <a:spLocks noChangeArrowheads="1"/>
              </p:cNvSpPr>
              <p:nvPr/>
            </p:nvSpPr>
            <p:spPr bwMode="auto">
              <a:xfrm>
                <a:off x="366" y="2316"/>
                <a:ext cx="63" cy="141"/>
              </a:xfrm>
              <a:prstGeom prst="rect">
                <a:avLst/>
              </a:prstGeom>
              <a:solidFill>
                <a:srgbClr val="92D050"/>
              </a:solidFill>
              <a:ln w="9525">
                <a:solidFill>
                  <a:schemeClr val="tx1"/>
                </a:solidFill>
                <a:miter lim="800000"/>
                <a:headEnd/>
                <a:tailEnd/>
              </a:ln>
            </p:spPr>
            <p:txBody>
              <a:bodyPr wrap="none" lIns="96000" tIns="0" rIns="96000" bIns="0" anchor="ctr">
                <a:spAutoFit/>
              </a:bodyPr>
              <a:lstStyle/>
              <a:p>
                <a:endParaRPr lang="pt-BR" sz="2400"/>
              </a:p>
            </p:txBody>
          </p:sp>
          <p:sp>
            <p:nvSpPr>
              <p:cNvPr id="31" name="Rectangle 20"/>
              <p:cNvSpPr>
                <a:spLocks noChangeArrowheads="1"/>
              </p:cNvSpPr>
              <p:nvPr/>
            </p:nvSpPr>
            <p:spPr bwMode="auto">
              <a:xfrm>
                <a:off x="606" y="2316"/>
                <a:ext cx="63" cy="141"/>
              </a:xfrm>
              <a:prstGeom prst="rect">
                <a:avLst/>
              </a:prstGeom>
              <a:solidFill>
                <a:srgbClr val="00B050"/>
              </a:solidFill>
              <a:ln w="9525">
                <a:solidFill>
                  <a:schemeClr val="tx1"/>
                </a:solidFill>
                <a:miter lim="800000"/>
                <a:headEnd/>
                <a:tailEnd/>
              </a:ln>
            </p:spPr>
            <p:txBody>
              <a:bodyPr wrap="none" lIns="96000" tIns="0" rIns="96000" bIns="0" anchor="ctr">
                <a:spAutoFit/>
              </a:bodyPr>
              <a:lstStyle/>
              <a:p>
                <a:endParaRPr lang="pt-BR" sz="2400"/>
              </a:p>
            </p:txBody>
          </p:sp>
          <p:sp>
            <p:nvSpPr>
              <p:cNvPr id="32" name="Rectangle 21"/>
              <p:cNvSpPr>
                <a:spLocks noChangeArrowheads="1"/>
              </p:cNvSpPr>
              <p:nvPr/>
            </p:nvSpPr>
            <p:spPr bwMode="auto">
              <a:xfrm>
                <a:off x="846" y="2316"/>
                <a:ext cx="63" cy="141"/>
              </a:xfrm>
              <a:prstGeom prst="rect">
                <a:avLst/>
              </a:prstGeom>
              <a:solidFill>
                <a:srgbClr val="00B050"/>
              </a:solidFill>
              <a:ln w="9525">
                <a:solidFill>
                  <a:schemeClr val="tx1"/>
                </a:solidFill>
                <a:miter lim="800000"/>
                <a:headEnd/>
                <a:tailEnd/>
              </a:ln>
            </p:spPr>
            <p:txBody>
              <a:bodyPr wrap="none" lIns="96000" tIns="0" rIns="96000" bIns="0" anchor="ctr">
                <a:spAutoFit/>
              </a:bodyPr>
              <a:lstStyle/>
              <a:p>
                <a:endParaRPr lang="pt-BR" sz="2400"/>
              </a:p>
            </p:txBody>
          </p:sp>
          <p:sp>
            <p:nvSpPr>
              <p:cNvPr id="33" name="Rectangle 22"/>
              <p:cNvSpPr>
                <a:spLocks noChangeArrowheads="1"/>
              </p:cNvSpPr>
              <p:nvPr/>
            </p:nvSpPr>
            <p:spPr bwMode="auto">
              <a:xfrm>
                <a:off x="1086" y="2316"/>
                <a:ext cx="63" cy="141"/>
              </a:xfrm>
              <a:prstGeom prst="rect">
                <a:avLst/>
              </a:prstGeom>
              <a:solidFill>
                <a:srgbClr val="0070C0"/>
              </a:solidFill>
              <a:ln w="9525">
                <a:solidFill>
                  <a:schemeClr val="tx1"/>
                </a:solidFill>
                <a:miter lim="800000"/>
                <a:headEnd/>
                <a:tailEnd/>
              </a:ln>
            </p:spPr>
            <p:txBody>
              <a:bodyPr wrap="none" lIns="96000" tIns="0" rIns="96000" bIns="0" anchor="ctr">
                <a:spAutoFit/>
              </a:bodyPr>
              <a:lstStyle/>
              <a:p>
                <a:endParaRPr lang="pt-BR" sz="2400"/>
              </a:p>
            </p:txBody>
          </p:sp>
        </p:grpSp>
        <p:sp>
          <p:nvSpPr>
            <p:cNvPr id="14" name="Line 23"/>
            <p:cNvSpPr>
              <a:spLocks noChangeShapeType="1"/>
            </p:cNvSpPr>
            <p:nvPr/>
          </p:nvSpPr>
          <p:spPr bwMode="auto">
            <a:xfrm>
              <a:off x="1967" y="1416"/>
              <a:ext cx="0" cy="1270"/>
            </a:xfrm>
            <a:prstGeom prst="line">
              <a:avLst/>
            </a:prstGeom>
            <a:noFill/>
            <a:ln w="28575">
              <a:solidFill>
                <a:schemeClr val="tx1"/>
              </a:solidFill>
              <a:round/>
              <a:headEnd type="triangle" w="med" len="med"/>
              <a:tailEnd/>
            </a:ln>
          </p:spPr>
          <p:txBody>
            <a:bodyPr lIns="96000" tIns="0" rIns="96000" bIns="0" anchor="ctr">
              <a:spAutoFit/>
            </a:bodyPr>
            <a:lstStyle/>
            <a:p>
              <a:endParaRPr lang="pt-BR" sz="2400"/>
            </a:p>
          </p:txBody>
        </p:sp>
        <p:sp>
          <p:nvSpPr>
            <p:cNvPr id="15" name="Line 24"/>
            <p:cNvSpPr>
              <a:spLocks noChangeShapeType="1"/>
            </p:cNvSpPr>
            <p:nvPr/>
          </p:nvSpPr>
          <p:spPr bwMode="auto">
            <a:xfrm>
              <a:off x="2081" y="2803"/>
              <a:ext cx="1653" cy="0"/>
            </a:xfrm>
            <a:prstGeom prst="line">
              <a:avLst/>
            </a:prstGeom>
            <a:noFill/>
            <a:ln w="28575">
              <a:solidFill>
                <a:schemeClr val="tx1"/>
              </a:solidFill>
              <a:round/>
              <a:headEnd/>
              <a:tailEnd type="triangle" w="med" len="med"/>
            </a:ln>
          </p:spPr>
          <p:txBody>
            <a:bodyPr lIns="96000" tIns="0" rIns="96000" bIns="0" anchor="ctr">
              <a:spAutoFit/>
            </a:bodyPr>
            <a:lstStyle/>
            <a:p>
              <a:endParaRPr lang="pt-BR" sz="2400"/>
            </a:p>
          </p:txBody>
        </p:sp>
        <p:sp>
          <p:nvSpPr>
            <p:cNvPr id="16" name="Text Box 25"/>
            <p:cNvSpPr txBox="1">
              <a:spLocks noChangeArrowheads="1"/>
            </p:cNvSpPr>
            <p:nvPr/>
          </p:nvSpPr>
          <p:spPr bwMode="auto">
            <a:xfrm rot="16200000">
              <a:off x="826" y="1999"/>
              <a:ext cx="1863" cy="215"/>
            </a:xfrm>
            <a:prstGeom prst="rect">
              <a:avLst/>
            </a:prstGeom>
            <a:noFill/>
            <a:ln w="28575">
              <a:noFill/>
              <a:miter lim="800000"/>
              <a:headEnd/>
              <a:tailEnd/>
            </a:ln>
          </p:spPr>
          <p:txBody>
            <a:bodyPr wrap="none" lIns="96000" tIns="0" rIns="96000" bIns="0">
              <a:spAutoFit/>
            </a:bodyPr>
            <a:lstStyle/>
            <a:p>
              <a:r>
                <a:rPr lang="pt-BR" sz="2667" b="1" dirty="0">
                  <a:solidFill>
                    <a:srgbClr val="C00000"/>
                  </a:solidFill>
                  <a:latin typeface="Lato" pitchFamily="34" charset="0"/>
                </a:rPr>
                <a:t>novidade</a:t>
              </a:r>
              <a:r>
                <a:rPr lang="pt-BR" sz="2667" b="1" dirty="0">
                  <a:solidFill>
                    <a:srgbClr val="595959"/>
                  </a:solidFill>
                  <a:latin typeface="Lato" pitchFamily="34" charset="0"/>
                </a:rPr>
                <a:t> / inovação </a:t>
              </a:r>
            </a:p>
          </p:txBody>
        </p:sp>
        <p:sp>
          <p:nvSpPr>
            <p:cNvPr id="17" name="Text Box 26"/>
            <p:cNvSpPr txBox="1">
              <a:spLocks noChangeArrowheads="1"/>
            </p:cNvSpPr>
            <p:nvPr/>
          </p:nvSpPr>
          <p:spPr bwMode="auto">
            <a:xfrm>
              <a:off x="2254" y="2822"/>
              <a:ext cx="1297" cy="215"/>
            </a:xfrm>
            <a:prstGeom prst="rect">
              <a:avLst/>
            </a:prstGeom>
            <a:noFill/>
            <a:ln w="28575">
              <a:noFill/>
              <a:miter lim="800000"/>
              <a:headEnd/>
              <a:tailEnd/>
            </a:ln>
          </p:spPr>
          <p:txBody>
            <a:bodyPr wrap="none" lIns="96000" tIns="0" rIns="96000" bIns="0">
              <a:spAutoFit/>
            </a:bodyPr>
            <a:lstStyle/>
            <a:p>
              <a:r>
                <a:rPr lang="pt-BR" sz="2667" b="1" dirty="0">
                  <a:solidFill>
                    <a:srgbClr val="C00000"/>
                  </a:solidFill>
                  <a:latin typeface="Lato" pitchFamily="34" charset="0"/>
                </a:rPr>
                <a:t>complexidade</a:t>
              </a:r>
            </a:p>
          </p:txBody>
        </p:sp>
      </p:grpSp>
      <p:sp>
        <p:nvSpPr>
          <p:cNvPr id="34" name="Retângulo 33"/>
          <p:cNvSpPr/>
          <p:nvPr/>
        </p:nvSpPr>
        <p:spPr>
          <a:xfrm>
            <a:off x="5085717" y="2519387"/>
            <a:ext cx="6815208" cy="461665"/>
          </a:xfrm>
          <a:prstGeom prst="rect">
            <a:avLst/>
          </a:prstGeom>
          <a:solidFill>
            <a:schemeClr val="bg1"/>
          </a:solidFill>
          <a:ln>
            <a:solidFill>
              <a:srgbClr val="FF3300"/>
            </a:solidFill>
          </a:ln>
        </p:spPr>
        <p:txBody>
          <a:bodyPr wrap="square">
            <a:spAutoFit/>
          </a:bodyPr>
          <a:lstStyle/>
          <a:p>
            <a:r>
              <a:rPr lang="pt-BR" sz="2400" dirty="0">
                <a:solidFill>
                  <a:schemeClr val="tx1">
                    <a:lumMod val="65000"/>
                    <a:lumOff val="35000"/>
                  </a:schemeClr>
                </a:solidFill>
                <a:latin typeface="Lato" pitchFamily="34" charset="0"/>
              </a:rPr>
              <a:t>Estratégia de produção em relação ao mercado</a:t>
            </a:r>
          </a:p>
        </p:txBody>
      </p:sp>
      <p:sp>
        <p:nvSpPr>
          <p:cNvPr id="35" name="Retângulo 34"/>
          <p:cNvSpPr/>
          <p:nvPr/>
        </p:nvSpPr>
        <p:spPr>
          <a:xfrm>
            <a:off x="623392" y="4101075"/>
            <a:ext cx="4324637" cy="1938992"/>
          </a:xfrm>
          <a:prstGeom prst="rect">
            <a:avLst/>
          </a:prstGeom>
        </p:spPr>
        <p:txBody>
          <a:bodyPr wrap="square">
            <a:spAutoFit/>
          </a:bodyPr>
          <a:lstStyle/>
          <a:p>
            <a:pPr marL="457189" lvl="1" indent="-457189">
              <a:lnSpc>
                <a:spcPts val="2400"/>
              </a:lnSpc>
              <a:buClr>
                <a:srgbClr val="FF3300"/>
              </a:buClr>
              <a:buFont typeface="Wingdings" pitchFamily="2" charset="2"/>
              <a:buChar char="§"/>
            </a:pPr>
            <a:r>
              <a:rPr lang="pt-BR" sz="2667" dirty="0">
                <a:solidFill>
                  <a:srgbClr val="595959"/>
                </a:solidFill>
                <a:latin typeface="Lato" pitchFamily="34" charset="0"/>
              </a:rPr>
              <a:t>estrutura (BOM – SSC)</a:t>
            </a:r>
          </a:p>
          <a:p>
            <a:pPr marL="457189" lvl="1" indent="-457189">
              <a:lnSpc>
                <a:spcPts val="2400"/>
              </a:lnSpc>
              <a:buClr>
                <a:srgbClr val="FF3300"/>
              </a:buClr>
              <a:buFont typeface="Wingdings" pitchFamily="2" charset="2"/>
              <a:buChar char="§"/>
            </a:pPr>
            <a:r>
              <a:rPr lang="pt-BR" sz="2667" dirty="0">
                <a:solidFill>
                  <a:srgbClr val="595959"/>
                </a:solidFill>
                <a:latin typeface="Lato" pitchFamily="34" charset="0"/>
              </a:rPr>
              <a:t>interface</a:t>
            </a:r>
          </a:p>
          <a:p>
            <a:pPr marL="457189" lvl="1" indent="-457189">
              <a:lnSpc>
                <a:spcPts val="2400"/>
              </a:lnSpc>
              <a:buClr>
                <a:srgbClr val="FF3300"/>
              </a:buClr>
              <a:buFont typeface="Wingdings" pitchFamily="2" charset="2"/>
              <a:buChar char="§"/>
            </a:pPr>
            <a:r>
              <a:rPr lang="pt-BR" sz="2667" dirty="0">
                <a:solidFill>
                  <a:srgbClr val="595959"/>
                </a:solidFill>
                <a:latin typeface="Lato" pitchFamily="34" charset="0"/>
              </a:rPr>
              <a:t>tecnologia</a:t>
            </a:r>
          </a:p>
          <a:p>
            <a:pPr marL="457189" lvl="1" indent="-457189">
              <a:lnSpc>
                <a:spcPts val="2400"/>
              </a:lnSpc>
              <a:buClr>
                <a:srgbClr val="FF3300"/>
              </a:buClr>
              <a:buFont typeface="Wingdings" pitchFamily="2" charset="2"/>
              <a:buChar char="§"/>
            </a:pPr>
            <a:r>
              <a:rPr lang="pt-BR" sz="2667" dirty="0">
                <a:solidFill>
                  <a:srgbClr val="595959"/>
                </a:solidFill>
                <a:latin typeface="Lato" pitchFamily="34" charset="0"/>
              </a:rPr>
              <a:t>mercado</a:t>
            </a:r>
          </a:p>
          <a:p>
            <a:pPr marL="457189" lvl="1" indent="-457189">
              <a:lnSpc>
                <a:spcPts val="2400"/>
              </a:lnSpc>
              <a:buClr>
                <a:srgbClr val="FF3300"/>
              </a:buClr>
              <a:buFont typeface="Wingdings" pitchFamily="2" charset="2"/>
              <a:buChar char="§"/>
            </a:pPr>
            <a:r>
              <a:rPr lang="pt-BR" sz="2667" dirty="0">
                <a:solidFill>
                  <a:srgbClr val="595959"/>
                </a:solidFill>
                <a:latin typeface="Lato" pitchFamily="34" charset="0"/>
              </a:rPr>
              <a:t>cadeia de valor</a:t>
            </a:r>
          </a:p>
          <a:p>
            <a:pPr marL="457189" lvl="1" indent="-457189">
              <a:lnSpc>
                <a:spcPts val="2400"/>
              </a:lnSpc>
              <a:buClr>
                <a:srgbClr val="FF3300"/>
              </a:buClr>
              <a:buFont typeface="Wingdings" pitchFamily="2" charset="2"/>
              <a:buChar char="§"/>
            </a:pPr>
            <a:r>
              <a:rPr lang="pt-BR" sz="2667" dirty="0">
                <a:solidFill>
                  <a:srgbClr val="595959"/>
                </a:solidFill>
                <a:latin typeface="Lato" pitchFamily="34" charset="0"/>
              </a:rPr>
              <a:t>ciclo de vida</a:t>
            </a:r>
          </a:p>
        </p:txBody>
      </p:sp>
      <p:sp>
        <p:nvSpPr>
          <p:cNvPr id="37" name="Retângulo 36"/>
          <p:cNvSpPr/>
          <p:nvPr/>
        </p:nvSpPr>
        <p:spPr>
          <a:xfrm>
            <a:off x="2543605" y="6309320"/>
            <a:ext cx="2645276" cy="420564"/>
          </a:xfrm>
          <a:prstGeom prst="rect">
            <a:avLst/>
          </a:prstGeom>
        </p:spPr>
        <p:txBody>
          <a:bodyPr wrap="none">
            <a:spAutoFit/>
          </a:bodyPr>
          <a:lstStyle/>
          <a:p>
            <a:pPr marL="0" lvl="1"/>
            <a:r>
              <a:rPr lang="pt-BR" sz="2133" dirty="0">
                <a:solidFill>
                  <a:srgbClr val="595959"/>
                </a:solidFill>
                <a:latin typeface="Lato" pitchFamily="34" charset="0"/>
              </a:rPr>
              <a:t>BOM: </a:t>
            </a:r>
            <a:r>
              <a:rPr lang="pt-BR" sz="2133" dirty="0" err="1">
                <a:solidFill>
                  <a:srgbClr val="595959"/>
                </a:solidFill>
                <a:latin typeface="Lato" pitchFamily="34" charset="0"/>
              </a:rPr>
              <a:t>bill</a:t>
            </a:r>
            <a:r>
              <a:rPr lang="pt-BR" sz="2133" dirty="0">
                <a:solidFill>
                  <a:srgbClr val="595959"/>
                </a:solidFill>
                <a:latin typeface="Lato" pitchFamily="34" charset="0"/>
              </a:rPr>
              <a:t> </a:t>
            </a:r>
            <a:r>
              <a:rPr lang="pt-BR" sz="2133" dirty="0" err="1">
                <a:solidFill>
                  <a:srgbClr val="595959"/>
                </a:solidFill>
                <a:latin typeface="Lato" pitchFamily="34" charset="0"/>
              </a:rPr>
              <a:t>of</a:t>
            </a:r>
            <a:r>
              <a:rPr lang="pt-BR" sz="2133" dirty="0">
                <a:solidFill>
                  <a:srgbClr val="595959"/>
                </a:solidFill>
                <a:latin typeface="Lato" pitchFamily="34" charset="0"/>
              </a:rPr>
              <a:t> material</a:t>
            </a:r>
          </a:p>
        </p:txBody>
      </p:sp>
      <p:sp>
        <p:nvSpPr>
          <p:cNvPr id="38" name="Retângulo 37"/>
          <p:cNvSpPr/>
          <p:nvPr/>
        </p:nvSpPr>
        <p:spPr>
          <a:xfrm>
            <a:off x="5085717" y="632302"/>
            <a:ext cx="6962944" cy="461665"/>
          </a:xfrm>
          <a:prstGeom prst="rect">
            <a:avLst/>
          </a:prstGeom>
          <a:solidFill>
            <a:schemeClr val="bg1"/>
          </a:solidFill>
          <a:ln>
            <a:solidFill>
              <a:srgbClr val="FF3300"/>
            </a:solidFill>
          </a:ln>
        </p:spPr>
        <p:txBody>
          <a:bodyPr wrap="square">
            <a:spAutoFit/>
          </a:bodyPr>
          <a:lstStyle/>
          <a:p>
            <a:r>
              <a:rPr lang="pt-BR" sz="2400" dirty="0">
                <a:solidFill>
                  <a:schemeClr val="tx1">
                    <a:lumMod val="65000"/>
                    <a:lumOff val="35000"/>
                  </a:schemeClr>
                </a:solidFill>
                <a:latin typeface="Lato" pitchFamily="34" charset="0"/>
              </a:rPr>
              <a:t>Nível de padronização da arquitetura do produto</a:t>
            </a:r>
          </a:p>
        </p:txBody>
      </p:sp>
      <p:sp>
        <p:nvSpPr>
          <p:cNvPr id="39" name="Retângulo 38"/>
          <p:cNvSpPr/>
          <p:nvPr/>
        </p:nvSpPr>
        <p:spPr>
          <a:xfrm>
            <a:off x="7440149" y="4406045"/>
            <a:ext cx="4608512" cy="830997"/>
          </a:xfrm>
          <a:prstGeom prst="rect">
            <a:avLst/>
          </a:prstGeom>
          <a:solidFill>
            <a:schemeClr val="bg1"/>
          </a:solidFill>
          <a:ln>
            <a:solidFill>
              <a:srgbClr val="FF3300"/>
            </a:solidFill>
          </a:ln>
        </p:spPr>
        <p:txBody>
          <a:bodyPr wrap="square">
            <a:spAutoFit/>
          </a:bodyPr>
          <a:lstStyle/>
          <a:p>
            <a:r>
              <a:rPr lang="pt-BR" sz="2400" dirty="0">
                <a:solidFill>
                  <a:schemeClr val="tx1">
                    <a:lumMod val="65000"/>
                    <a:lumOff val="35000"/>
                  </a:schemeClr>
                </a:solidFill>
                <a:latin typeface="Lato" pitchFamily="34" charset="0"/>
              </a:rPr>
              <a:t>Nível de oferecimento de serviços associados ao produto</a:t>
            </a:r>
          </a:p>
        </p:txBody>
      </p:sp>
      <p:sp>
        <p:nvSpPr>
          <p:cNvPr id="40" name="Text Box 80"/>
          <p:cNvSpPr txBox="1">
            <a:spLocks noChangeArrowheads="1"/>
          </p:cNvSpPr>
          <p:nvPr/>
        </p:nvSpPr>
        <p:spPr bwMode="auto">
          <a:xfrm>
            <a:off x="5274670" y="3152165"/>
            <a:ext cx="2931765" cy="830997"/>
          </a:xfrm>
          <a:prstGeom prst="rect">
            <a:avLst/>
          </a:prstGeom>
          <a:noFill/>
          <a:ln w="9525" algn="ctr">
            <a:noFill/>
            <a:miter lim="800000"/>
            <a:headEnd/>
            <a:tailEnd/>
          </a:ln>
        </p:spPr>
        <p:txBody>
          <a:bodyPr wrap="none">
            <a:spAutoFit/>
          </a:bodyPr>
          <a:lstStyle/>
          <a:p>
            <a:r>
              <a:rPr lang="pt-BR" sz="2400" dirty="0">
                <a:solidFill>
                  <a:schemeClr val="bg1"/>
                </a:solidFill>
                <a:latin typeface="Lato" pitchFamily="34" charset="0"/>
              </a:rPr>
              <a:t>MTS: </a:t>
            </a:r>
            <a:r>
              <a:rPr lang="pt-BR" sz="2400" dirty="0" err="1">
                <a:solidFill>
                  <a:schemeClr val="bg1"/>
                </a:solidFill>
                <a:latin typeface="Lato" pitchFamily="34" charset="0"/>
              </a:rPr>
              <a:t>make</a:t>
            </a:r>
            <a:r>
              <a:rPr lang="pt-BR" sz="2400" dirty="0">
                <a:solidFill>
                  <a:schemeClr val="bg1"/>
                </a:solidFill>
                <a:latin typeface="Lato" pitchFamily="34" charset="0"/>
              </a:rPr>
              <a:t> </a:t>
            </a:r>
            <a:r>
              <a:rPr lang="pt-BR" sz="2400" dirty="0" err="1">
                <a:solidFill>
                  <a:schemeClr val="bg1"/>
                </a:solidFill>
                <a:latin typeface="Lato" pitchFamily="34" charset="0"/>
              </a:rPr>
              <a:t>to</a:t>
            </a:r>
            <a:r>
              <a:rPr lang="pt-BR" sz="2400" dirty="0">
                <a:solidFill>
                  <a:schemeClr val="bg1"/>
                </a:solidFill>
                <a:latin typeface="Lato" pitchFamily="34" charset="0"/>
              </a:rPr>
              <a:t> stock</a:t>
            </a:r>
          </a:p>
          <a:p>
            <a:r>
              <a:rPr lang="pt-BR" sz="2400" dirty="0">
                <a:solidFill>
                  <a:schemeClr val="bg1"/>
                </a:solidFill>
                <a:latin typeface="Lato" pitchFamily="34" charset="0"/>
              </a:rPr>
              <a:t>MTO: </a:t>
            </a:r>
            <a:r>
              <a:rPr lang="pt-BR" sz="2400" dirty="0" err="1">
                <a:solidFill>
                  <a:schemeClr val="bg1"/>
                </a:solidFill>
                <a:latin typeface="Lato" pitchFamily="34" charset="0"/>
              </a:rPr>
              <a:t>make</a:t>
            </a:r>
            <a:r>
              <a:rPr lang="pt-BR" sz="2400" dirty="0">
                <a:solidFill>
                  <a:schemeClr val="bg1"/>
                </a:solidFill>
                <a:latin typeface="Lato" pitchFamily="34" charset="0"/>
              </a:rPr>
              <a:t> </a:t>
            </a:r>
            <a:r>
              <a:rPr lang="pt-BR" sz="2400" dirty="0" err="1">
                <a:solidFill>
                  <a:schemeClr val="bg1"/>
                </a:solidFill>
                <a:latin typeface="Lato" pitchFamily="34" charset="0"/>
              </a:rPr>
              <a:t>to</a:t>
            </a:r>
            <a:r>
              <a:rPr lang="pt-BR" sz="2400" dirty="0">
                <a:solidFill>
                  <a:schemeClr val="bg1"/>
                </a:solidFill>
                <a:latin typeface="Lato" pitchFamily="34" charset="0"/>
              </a:rPr>
              <a:t> </a:t>
            </a:r>
            <a:r>
              <a:rPr lang="pt-BR" sz="2400" dirty="0" err="1">
                <a:solidFill>
                  <a:schemeClr val="bg1"/>
                </a:solidFill>
                <a:latin typeface="Lato" pitchFamily="34" charset="0"/>
              </a:rPr>
              <a:t>order</a:t>
            </a:r>
            <a:endParaRPr lang="pt-BR" sz="2400" dirty="0">
              <a:solidFill>
                <a:schemeClr val="bg1"/>
              </a:solidFill>
              <a:latin typeface="Lato" pitchFamily="34" charset="0"/>
            </a:endParaRPr>
          </a:p>
        </p:txBody>
      </p:sp>
      <p:sp>
        <p:nvSpPr>
          <p:cNvPr id="41" name="Text Box 80"/>
          <p:cNvSpPr txBox="1">
            <a:spLocks noChangeArrowheads="1"/>
          </p:cNvSpPr>
          <p:nvPr/>
        </p:nvSpPr>
        <p:spPr bwMode="auto">
          <a:xfrm>
            <a:off x="5539909" y="1124745"/>
            <a:ext cx="1298753" cy="461665"/>
          </a:xfrm>
          <a:prstGeom prst="rect">
            <a:avLst/>
          </a:prstGeom>
          <a:noFill/>
          <a:ln w="9525" algn="ctr">
            <a:noFill/>
            <a:miter lim="800000"/>
            <a:headEnd/>
            <a:tailEnd/>
          </a:ln>
        </p:spPr>
        <p:txBody>
          <a:bodyPr wrap="none">
            <a:spAutoFit/>
          </a:bodyPr>
          <a:lstStyle/>
          <a:p>
            <a:r>
              <a:rPr lang="pt-BR" sz="2400" dirty="0">
                <a:latin typeface="Lato" pitchFamily="34" charset="0"/>
              </a:rPr>
              <a:t>modular</a:t>
            </a:r>
          </a:p>
        </p:txBody>
      </p:sp>
      <p:sp>
        <p:nvSpPr>
          <p:cNvPr id="42" name="Text Box 80"/>
          <p:cNvSpPr txBox="1">
            <a:spLocks noChangeArrowheads="1"/>
          </p:cNvSpPr>
          <p:nvPr/>
        </p:nvSpPr>
        <p:spPr bwMode="auto">
          <a:xfrm>
            <a:off x="7192063" y="1124745"/>
            <a:ext cx="1640193" cy="461665"/>
          </a:xfrm>
          <a:prstGeom prst="rect">
            <a:avLst/>
          </a:prstGeom>
          <a:noFill/>
          <a:ln w="9525" algn="ctr">
            <a:noFill/>
            <a:miter lim="800000"/>
            <a:headEnd/>
            <a:tailEnd/>
          </a:ln>
        </p:spPr>
        <p:txBody>
          <a:bodyPr wrap="none">
            <a:spAutoFit/>
          </a:bodyPr>
          <a:lstStyle/>
          <a:p>
            <a:r>
              <a:rPr lang="pt-BR" sz="2400" dirty="0">
                <a:latin typeface="Lato" pitchFamily="34" charset="0"/>
              </a:rPr>
              <a:t>plataforma</a:t>
            </a:r>
          </a:p>
        </p:txBody>
      </p:sp>
      <p:sp>
        <p:nvSpPr>
          <p:cNvPr id="43" name="Text Box 80"/>
          <p:cNvSpPr txBox="1">
            <a:spLocks noChangeArrowheads="1"/>
          </p:cNvSpPr>
          <p:nvPr/>
        </p:nvSpPr>
        <p:spPr bwMode="auto">
          <a:xfrm>
            <a:off x="9501913" y="1124745"/>
            <a:ext cx="1196161" cy="461665"/>
          </a:xfrm>
          <a:prstGeom prst="rect">
            <a:avLst/>
          </a:prstGeom>
          <a:noFill/>
          <a:ln w="9525" algn="ctr">
            <a:noFill/>
            <a:miter lim="800000"/>
            <a:headEnd/>
            <a:tailEnd/>
          </a:ln>
        </p:spPr>
        <p:txBody>
          <a:bodyPr wrap="none">
            <a:spAutoFit/>
          </a:bodyPr>
          <a:lstStyle/>
          <a:p>
            <a:r>
              <a:rPr lang="pt-BR" sz="2400" dirty="0">
                <a:latin typeface="Lato" pitchFamily="34" charset="0"/>
              </a:rPr>
              <a:t>integral</a:t>
            </a:r>
          </a:p>
        </p:txBody>
      </p:sp>
      <p:sp>
        <p:nvSpPr>
          <p:cNvPr id="44" name="Text Box 80"/>
          <p:cNvSpPr txBox="1">
            <a:spLocks noChangeArrowheads="1"/>
          </p:cNvSpPr>
          <p:nvPr/>
        </p:nvSpPr>
        <p:spPr bwMode="auto">
          <a:xfrm>
            <a:off x="7077487" y="1717252"/>
            <a:ext cx="1058303" cy="461665"/>
          </a:xfrm>
          <a:prstGeom prst="rect">
            <a:avLst/>
          </a:prstGeom>
          <a:noFill/>
          <a:ln w="9525" algn="ctr">
            <a:noFill/>
            <a:miter lim="800000"/>
            <a:headEnd/>
            <a:tailEnd/>
          </a:ln>
        </p:spPr>
        <p:txBody>
          <a:bodyPr wrap="none">
            <a:spAutoFit/>
          </a:bodyPr>
          <a:lstStyle/>
          <a:p>
            <a:r>
              <a:rPr lang="pt-BR" sz="2400" dirty="0">
                <a:latin typeface="Lato" pitchFamily="34" charset="0"/>
              </a:rPr>
              <a:t>aberta</a:t>
            </a:r>
          </a:p>
        </p:txBody>
      </p:sp>
      <p:sp>
        <p:nvSpPr>
          <p:cNvPr id="45" name="Text Box 80"/>
          <p:cNvSpPr txBox="1">
            <a:spLocks noChangeArrowheads="1"/>
          </p:cNvSpPr>
          <p:nvPr/>
        </p:nvSpPr>
        <p:spPr bwMode="auto">
          <a:xfrm>
            <a:off x="8640281" y="1712478"/>
            <a:ext cx="1281120" cy="461665"/>
          </a:xfrm>
          <a:prstGeom prst="rect">
            <a:avLst/>
          </a:prstGeom>
          <a:noFill/>
          <a:ln w="9525" algn="ctr">
            <a:noFill/>
            <a:miter lim="800000"/>
            <a:headEnd/>
            <a:tailEnd/>
          </a:ln>
        </p:spPr>
        <p:txBody>
          <a:bodyPr wrap="none">
            <a:spAutoFit/>
          </a:bodyPr>
          <a:lstStyle/>
          <a:p>
            <a:r>
              <a:rPr lang="pt-BR" sz="2400" dirty="0">
                <a:latin typeface="Lato" pitchFamily="34" charset="0"/>
              </a:rPr>
              <a:t>fechada</a:t>
            </a:r>
          </a:p>
        </p:txBody>
      </p:sp>
      <p:cxnSp>
        <p:nvCxnSpPr>
          <p:cNvPr id="46" name="Conector reto 45"/>
          <p:cNvCxnSpPr/>
          <p:nvPr/>
        </p:nvCxnSpPr>
        <p:spPr>
          <a:xfrm>
            <a:off x="4943872" y="1579780"/>
            <a:ext cx="7104789" cy="6384"/>
          </a:xfrm>
          <a:prstGeom prst="line">
            <a:avLst/>
          </a:prstGeom>
          <a:ln>
            <a:solidFill>
              <a:srgbClr val="595959"/>
            </a:solidFill>
          </a:ln>
        </p:spPr>
        <p:style>
          <a:lnRef idx="1">
            <a:schemeClr val="accent1"/>
          </a:lnRef>
          <a:fillRef idx="0">
            <a:schemeClr val="accent1"/>
          </a:fillRef>
          <a:effectRef idx="0">
            <a:schemeClr val="accent1"/>
          </a:effectRef>
          <a:fontRef idx="minor">
            <a:schemeClr val="tx1"/>
          </a:fontRef>
        </p:style>
      </p:cxnSp>
      <p:sp>
        <p:nvSpPr>
          <p:cNvPr id="47" name="Text Box 80"/>
          <p:cNvSpPr txBox="1">
            <a:spLocks noChangeArrowheads="1"/>
          </p:cNvSpPr>
          <p:nvPr/>
        </p:nvSpPr>
        <p:spPr bwMode="auto">
          <a:xfrm>
            <a:off x="8095947" y="3152166"/>
            <a:ext cx="3739678" cy="830997"/>
          </a:xfrm>
          <a:prstGeom prst="rect">
            <a:avLst/>
          </a:prstGeom>
          <a:solidFill>
            <a:schemeClr val="bg1">
              <a:lumMod val="65000"/>
            </a:schemeClr>
          </a:solidFill>
          <a:ln w="9525" algn="ctr">
            <a:noFill/>
            <a:miter lim="800000"/>
            <a:headEnd/>
            <a:tailEnd/>
          </a:ln>
        </p:spPr>
        <p:txBody>
          <a:bodyPr wrap="none">
            <a:spAutoFit/>
          </a:bodyPr>
          <a:lstStyle/>
          <a:p>
            <a:r>
              <a:rPr lang="pt-BR" sz="2400" dirty="0">
                <a:solidFill>
                  <a:schemeClr val="bg1"/>
                </a:solidFill>
                <a:latin typeface="Lato" pitchFamily="34" charset="0"/>
              </a:rPr>
              <a:t>ATO: </a:t>
            </a:r>
            <a:r>
              <a:rPr lang="pt-BR" sz="2400" dirty="0" err="1">
                <a:solidFill>
                  <a:schemeClr val="bg1"/>
                </a:solidFill>
                <a:latin typeface="Lato" pitchFamily="34" charset="0"/>
              </a:rPr>
              <a:t>assembly</a:t>
            </a:r>
            <a:r>
              <a:rPr lang="pt-BR" sz="2400" dirty="0">
                <a:solidFill>
                  <a:schemeClr val="bg1"/>
                </a:solidFill>
                <a:latin typeface="Lato" pitchFamily="34" charset="0"/>
              </a:rPr>
              <a:t> </a:t>
            </a:r>
            <a:r>
              <a:rPr lang="pt-BR" sz="2400" dirty="0" err="1">
                <a:solidFill>
                  <a:schemeClr val="bg1"/>
                </a:solidFill>
                <a:latin typeface="Lato" pitchFamily="34" charset="0"/>
              </a:rPr>
              <a:t>to</a:t>
            </a:r>
            <a:r>
              <a:rPr lang="pt-BR" sz="2400" dirty="0">
                <a:solidFill>
                  <a:schemeClr val="bg1"/>
                </a:solidFill>
                <a:latin typeface="Lato" pitchFamily="34" charset="0"/>
              </a:rPr>
              <a:t> </a:t>
            </a:r>
            <a:r>
              <a:rPr lang="pt-BR" sz="2400" dirty="0" err="1">
                <a:solidFill>
                  <a:schemeClr val="bg1"/>
                </a:solidFill>
                <a:latin typeface="Lato" pitchFamily="34" charset="0"/>
              </a:rPr>
              <a:t>order</a:t>
            </a:r>
            <a:endParaRPr lang="pt-BR" sz="2400" dirty="0">
              <a:solidFill>
                <a:schemeClr val="bg1"/>
              </a:solidFill>
              <a:latin typeface="Lato" pitchFamily="34" charset="0"/>
            </a:endParaRPr>
          </a:p>
          <a:p>
            <a:r>
              <a:rPr lang="pt-BR" sz="2400" dirty="0">
                <a:solidFill>
                  <a:schemeClr val="bg1"/>
                </a:solidFill>
                <a:latin typeface="Lato" pitchFamily="34" charset="0"/>
              </a:rPr>
              <a:t>ETO: </a:t>
            </a:r>
            <a:r>
              <a:rPr lang="pt-BR" sz="2400" dirty="0" err="1">
                <a:solidFill>
                  <a:schemeClr val="bg1"/>
                </a:solidFill>
                <a:latin typeface="Lato" pitchFamily="34" charset="0"/>
              </a:rPr>
              <a:t>engineering</a:t>
            </a:r>
            <a:r>
              <a:rPr lang="pt-BR" sz="2400" dirty="0">
                <a:solidFill>
                  <a:schemeClr val="bg1"/>
                </a:solidFill>
                <a:latin typeface="Lato" pitchFamily="34" charset="0"/>
              </a:rPr>
              <a:t> </a:t>
            </a:r>
            <a:r>
              <a:rPr lang="pt-BR" sz="2400" dirty="0" err="1">
                <a:solidFill>
                  <a:schemeClr val="bg1"/>
                </a:solidFill>
                <a:latin typeface="Lato" pitchFamily="34" charset="0"/>
              </a:rPr>
              <a:t>to</a:t>
            </a:r>
            <a:r>
              <a:rPr lang="pt-BR" sz="2400" dirty="0">
                <a:solidFill>
                  <a:schemeClr val="bg1"/>
                </a:solidFill>
                <a:latin typeface="Lato" pitchFamily="34" charset="0"/>
              </a:rPr>
              <a:t> </a:t>
            </a:r>
            <a:r>
              <a:rPr lang="pt-BR" sz="2400" dirty="0" err="1">
                <a:solidFill>
                  <a:schemeClr val="bg1"/>
                </a:solidFill>
                <a:latin typeface="Lato" pitchFamily="34" charset="0"/>
              </a:rPr>
              <a:t>order</a:t>
            </a:r>
            <a:endParaRPr lang="pt-BR" sz="2400" dirty="0">
              <a:solidFill>
                <a:schemeClr val="bg1"/>
              </a:solidFill>
              <a:latin typeface="Lato" pitchFamily="34" charset="0"/>
            </a:endParaRPr>
          </a:p>
        </p:txBody>
      </p:sp>
      <p:sp>
        <p:nvSpPr>
          <p:cNvPr id="48" name="Text Box 80"/>
          <p:cNvSpPr txBox="1">
            <a:spLocks noChangeArrowheads="1"/>
          </p:cNvSpPr>
          <p:nvPr/>
        </p:nvSpPr>
        <p:spPr bwMode="auto">
          <a:xfrm>
            <a:off x="4943872" y="4590710"/>
            <a:ext cx="2480166" cy="461665"/>
          </a:xfrm>
          <a:prstGeom prst="rect">
            <a:avLst/>
          </a:prstGeom>
          <a:noFill/>
          <a:ln w="9525" algn="ctr">
            <a:noFill/>
            <a:miter lim="800000"/>
            <a:headEnd/>
            <a:tailEnd/>
          </a:ln>
        </p:spPr>
        <p:txBody>
          <a:bodyPr wrap="none">
            <a:spAutoFit/>
          </a:bodyPr>
          <a:lstStyle/>
          <a:p>
            <a:r>
              <a:rPr lang="pt-BR" sz="2400" dirty="0">
                <a:solidFill>
                  <a:schemeClr val="tx1">
                    <a:lumMod val="65000"/>
                    <a:lumOff val="35000"/>
                  </a:schemeClr>
                </a:solidFill>
                <a:latin typeface="Lato" pitchFamily="34" charset="0"/>
              </a:rPr>
              <a:t>orientado ao uso</a:t>
            </a:r>
          </a:p>
        </p:txBody>
      </p:sp>
      <p:sp>
        <p:nvSpPr>
          <p:cNvPr id="49" name="Text Box 80"/>
          <p:cNvSpPr txBox="1">
            <a:spLocks noChangeArrowheads="1"/>
          </p:cNvSpPr>
          <p:nvPr/>
        </p:nvSpPr>
        <p:spPr bwMode="auto">
          <a:xfrm>
            <a:off x="6146822" y="5216809"/>
            <a:ext cx="2959465" cy="461665"/>
          </a:xfrm>
          <a:prstGeom prst="rect">
            <a:avLst/>
          </a:prstGeom>
          <a:noFill/>
          <a:ln w="9525" algn="ctr">
            <a:noFill/>
            <a:miter lim="800000"/>
            <a:headEnd/>
            <a:tailEnd/>
          </a:ln>
        </p:spPr>
        <p:txBody>
          <a:bodyPr wrap="none">
            <a:spAutoFit/>
          </a:bodyPr>
          <a:lstStyle/>
          <a:p>
            <a:r>
              <a:rPr lang="pt-BR" sz="2400" dirty="0">
                <a:solidFill>
                  <a:schemeClr val="tx1">
                    <a:lumMod val="65000"/>
                    <a:lumOff val="35000"/>
                  </a:schemeClr>
                </a:solidFill>
                <a:latin typeface="Lato" pitchFamily="34" charset="0"/>
              </a:rPr>
              <a:t>orientado ao serviço</a:t>
            </a:r>
          </a:p>
        </p:txBody>
      </p:sp>
      <p:sp>
        <p:nvSpPr>
          <p:cNvPr id="50" name="Text Box 80"/>
          <p:cNvSpPr txBox="1">
            <a:spLocks noChangeArrowheads="1"/>
          </p:cNvSpPr>
          <p:nvPr/>
        </p:nvSpPr>
        <p:spPr bwMode="auto">
          <a:xfrm>
            <a:off x="7700799" y="5541236"/>
            <a:ext cx="4089581" cy="461665"/>
          </a:xfrm>
          <a:prstGeom prst="rect">
            <a:avLst/>
          </a:prstGeom>
          <a:noFill/>
          <a:ln w="9525" algn="ctr">
            <a:noFill/>
            <a:miter lim="800000"/>
            <a:headEnd/>
            <a:tailEnd/>
          </a:ln>
        </p:spPr>
        <p:txBody>
          <a:bodyPr wrap="none">
            <a:spAutoFit/>
          </a:bodyPr>
          <a:lstStyle/>
          <a:p>
            <a:r>
              <a:rPr lang="pt-BR" sz="2400" dirty="0">
                <a:solidFill>
                  <a:schemeClr val="tx1">
                    <a:lumMod val="65000"/>
                    <a:lumOff val="35000"/>
                  </a:schemeClr>
                </a:solidFill>
                <a:latin typeface="Lato" pitchFamily="34" charset="0"/>
              </a:rPr>
              <a:t>orientado para os resultados</a:t>
            </a:r>
          </a:p>
        </p:txBody>
      </p:sp>
      <p:sp>
        <p:nvSpPr>
          <p:cNvPr id="51" name="Retângulo 50"/>
          <p:cNvSpPr/>
          <p:nvPr/>
        </p:nvSpPr>
        <p:spPr>
          <a:xfrm>
            <a:off x="6569980" y="6295812"/>
            <a:ext cx="5588389" cy="420564"/>
          </a:xfrm>
          <a:prstGeom prst="rect">
            <a:avLst/>
          </a:prstGeom>
        </p:spPr>
        <p:txBody>
          <a:bodyPr wrap="none">
            <a:spAutoFit/>
          </a:bodyPr>
          <a:lstStyle/>
          <a:p>
            <a:pPr marL="0" lvl="1"/>
            <a:r>
              <a:rPr lang="pt-BR" sz="2133" dirty="0">
                <a:solidFill>
                  <a:srgbClr val="595959"/>
                </a:solidFill>
                <a:latin typeface="Lato" pitchFamily="34" charset="0"/>
              </a:rPr>
              <a:t>SSC: sistemas, subsistemas e componentes</a:t>
            </a:r>
          </a:p>
        </p:txBody>
      </p:sp>
    </p:spTree>
    <p:extLst>
      <p:ext uri="{BB962C8B-B14F-4D97-AF65-F5344CB8AC3E}">
        <p14:creationId xmlns:p14="http://schemas.microsoft.com/office/powerpoint/2010/main" val="2895673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A4259B-3CF3-6A42-9443-EBC414A9D725}"/>
              </a:ext>
            </a:extLst>
          </p:cNvPr>
          <p:cNvSpPr>
            <a:spLocks noGrp="1"/>
          </p:cNvSpPr>
          <p:nvPr>
            <p:ph type="title"/>
          </p:nvPr>
        </p:nvSpPr>
        <p:spPr>
          <a:xfrm>
            <a:off x="593035" y="189550"/>
            <a:ext cx="10806484" cy="1303867"/>
          </a:xfrm>
        </p:spPr>
        <p:txBody>
          <a:bodyPr>
            <a:normAutofit/>
          </a:bodyPr>
          <a:lstStyle/>
          <a:p>
            <a:r>
              <a:rPr lang="pt-BR" sz="2800" dirty="0"/>
              <a:t>Características do sucesso do desenvolvimento de produtos</a:t>
            </a:r>
          </a:p>
        </p:txBody>
      </p:sp>
      <p:sp>
        <p:nvSpPr>
          <p:cNvPr id="3" name="Espaço Reservado para Texto 2">
            <a:extLst>
              <a:ext uri="{FF2B5EF4-FFF2-40B4-BE49-F238E27FC236}">
                <a16:creationId xmlns:a16="http://schemas.microsoft.com/office/drawing/2014/main" id="{0B9729C2-FA95-5745-87E5-BF2CE7AEB26B}"/>
              </a:ext>
            </a:extLst>
          </p:cNvPr>
          <p:cNvSpPr>
            <a:spLocks noGrp="1"/>
          </p:cNvSpPr>
          <p:nvPr>
            <p:ph type="body" idx="1"/>
          </p:nvPr>
        </p:nvSpPr>
        <p:spPr>
          <a:xfrm>
            <a:off x="792480" y="1445437"/>
            <a:ext cx="3413760" cy="617320"/>
          </a:xfrm>
        </p:spPr>
        <p:txBody>
          <a:bodyPr/>
          <a:lstStyle/>
          <a:p>
            <a:pPr algn="ctr"/>
            <a:r>
              <a:rPr lang="pt-BR" b="1" dirty="0">
                <a:solidFill>
                  <a:srgbClr val="002060"/>
                </a:solidFill>
              </a:rPr>
              <a:t>QUALIDADE DO PRODUTO</a:t>
            </a:r>
          </a:p>
        </p:txBody>
      </p:sp>
      <p:pic>
        <p:nvPicPr>
          <p:cNvPr id="9" name="Imagem 8">
            <a:extLst>
              <a:ext uri="{FF2B5EF4-FFF2-40B4-BE49-F238E27FC236}">
                <a16:creationId xmlns:a16="http://schemas.microsoft.com/office/drawing/2014/main" id="{29DB0F16-E8FF-714C-AE8C-3AF93877AC02}"/>
              </a:ext>
            </a:extLst>
          </p:cNvPr>
          <p:cNvPicPr>
            <a:picLocks noChangeAspect="1"/>
          </p:cNvPicPr>
          <p:nvPr/>
        </p:nvPicPr>
        <p:blipFill>
          <a:blip r:embed="rId3"/>
          <a:stretch>
            <a:fillRect/>
          </a:stretch>
        </p:blipFill>
        <p:spPr>
          <a:xfrm>
            <a:off x="1096443" y="2062757"/>
            <a:ext cx="3000635" cy="1558022"/>
          </a:xfrm>
          <a:prstGeom prst="rect">
            <a:avLst/>
          </a:prstGeom>
        </p:spPr>
      </p:pic>
      <p:sp>
        <p:nvSpPr>
          <p:cNvPr id="4" name="Espaço Reservado para Texto 3">
            <a:extLst>
              <a:ext uri="{FF2B5EF4-FFF2-40B4-BE49-F238E27FC236}">
                <a16:creationId xmlns:a16="http://schemas.microsoft.com/office/drawing/2014/main" id="{BBBC8FF2-C654-1540-90BE-68B1CBF0E5A6}"/>
              </a:ext>
            </a:extLst>
          </p:cNvPr>
          <p:cNvSpPr>
            <a:spLocks noGrp="1"/>
          </p:cNvSpPr>
          <p:nvPr>
            <p:ph type="body" sz="half" idx="15"/>
          </p:nvPr>
        </p:nvSpPr>
        <p:spPr>
          <a:xfrm>
            <a:off x="889881" y="1936256"/>
            <a:ext cx="3413760" cy="1907007"/>
          </a:xfrm>
        </p:spPr>
        <p:txBody>
          <a:bodyPr/>
          <a:lstStyle/>
          <a:p>
            <a:endParaRPr lang="pt-BR" dirty="0"/>
          </a:p>
        </p:txBody>
      </p:sp>
      <p:sp>
        <p:nvSpPr>
          <p:cNvPr id="5" name="Espaço Reservado para Texto 4">
            <a:extLst>
              <a:ext uri="{FF2B5EF4-FFF2-40B4-BE49-F238E27FC236}">
                <a16:creationId xmlns:a16="http://schemas.microsoft.com/office/drawing/2014/main" id="{A6738A11-763A-504A-8558-FA37E35B39EF}"/>
              </a:ext>
            </a:extLst>
          </p:cNvPr>
          <p:cNvSpPr>
            <a:spLocks noGrp="1"/>
          </p:cNvSpPr>
          <p:nvPr>
            <p:ph type="body" sz="quarter" idx="3"/>
          </p:nvPr>
        </p:nvSpPr>
        <p:spPr>
          <a:xfrm>
            <a:off x="4401041" y="1216607"/>
            <a:ext cx="3413760" cy="626534"/>
          </a:xfrm>
        </p:spPr>
        <p:txBody>
          <a:bodyPr/>
          <a:lstStyle/>
          <a:p>
            <a:pPr algn="ctr"/>
            <a:r>
              <a:rPr lang="pt-BR" b="1" dirty="0"/>
              <a:t>CUSTO DO PRODUTO</a:t>
            </a:r>
          </a:p>
        </p:txBody>
      </p:sp>
      <p:pic>
        <p:nvPicPr>
          <p:cNvPr id="10" name="Imagem 9">
            <a:extLst>
              <a:ext uri="{FF2B5EF4-FFF2-40B4-BE49-F238E27FC236}">
                <a16:creationId xmlns:a16="http://schemas.microsoft.com/office/drawing/2014/main" id="{CD77CDEA-ECD9-964B-931D-E1D5093D66EE}"/>
              </a:ext>
            </a:extLst>
          </p:cNvPr>
          <p:cNvPicPr>
            <a:picLocks noChangeAspect="1"/>
          </p:cNvPicPr>
          <p:nvPr/>
        </p:nvPicPr>
        <p:blipFill>
          <a:blip r:embed="rId4"/>
          <a:stretch>
            <a:fillRect/>
          </a:stretch>
        </p:blipFill>
        <p:spPr>
          <a:xfrm>
            <a:off x="5041550" y="2184261"/>
            <a:ext cx="2206301" cy="1659002"/>
          </a:xfrm>
          <a:prstGeom prst="rect">
            <a:avLst/>
          </a:prstGeom>
        </p:spPr>
      </p:pic>
      <p:sp>
        <p:nvSpPr>
          <p:cNvPr id="6" name="Espaço Reservado para Texto 5">
            <a:extLst>
              <a:ext uri="{FF2B5EF4-FFF2-40B4-BE49-F238E27FC236}">
                <a16:creationId xmlns:a16="http://schemas.microsoft.com/office/drawing/2014/main" id="{9F2C1399-3DF8-8641-A1AC-D14B158A99D8}"/>
              </a:ext>
            </a:extLst>
          </p:cNvPr>
          <p:cNvSpPr>
            <a:spLocks noGrp="1"/>
          </p:cNvSpPr>
          <p:nvPr>
            <p:ph type="body" sz="half" idx="16"/>
          </p:nvPr>
        </p:nvSpPr>
        <p:spPr>
          <a:xfrm>
            <a:off x="4401041" y="1936256"/>
            <a:ext cx="3413760" cy="1907007"/>
          </a:xfrm>
        </p:spPr>
        <p:txBody>
          <a:bodyPr/>
          <a:lstStyle/>
          <a:p>
            <a:pPr algn="ctr"/>
            <a:endParaRPr lang="pt-BR" dirty="0"/>
          </a:p>
        </p:txBody>
      </p:sp>
      <p:sp>
        <p:nvSpPr>
          <p:cNvPr id="7" name="Espaço Reservado para Texto 6">
            <a:extLst>
              <a:ext uri="{FF2B5EF4-FFF2-40B4-BE49-F238E27FC236}">
                <a16:creationId xmlns:a16="http://schemas.microsoft.com/office/drawing/2014/main" id="{C8C777E5-BF19-4145-BC05-D44B8AF626DC}"/>
              </a:ext>
            </a:extLst>
          </p:cNvPr>
          <p:cNvSpPr>
            <a:spLocks noGrp="1"/>
          </p:cNvSpPr>
          <p:nvPr>
            <p:ph type="body" sz="quarter" idx="13"/>
          </p:nvPr>
        </p:nvSpPr>
        <p:spPr>
          <a:xfrm>
            <a:off x="8180560" y="1393398"/>
            <a:ext cx="3413760" cy="626534"/>
          </a:xfrm>
        </p:spPr>
        <p:txBody>
          <a:bodyPr/>
          <a:lstStyle/>
          <a:p>
            <a:pPr algn="ctr"/>
            <a:r>
              <a:rPr lang="pt-BR" b="1" dirty="0">
                <a:solidFill>
                  <a:srgbClr val="002060"/>
                </a:solidFill>
              </a:rPr>
              <a:t>TEMPO DE DESENVOLVIMENTO</a:t>
            </a:r>
          </a:p>
        </p:txBody>
      </p:sp>
      <p:pic>
        <p:nvPicPr>
          <p:cNvPr id="11" name="Imagem 10">
            <a:extLst>
              <a:ext uri="{FF2B5EF4-FFF2-40B4-BE49-F238E27FC236}">
                <a16:creationId xmlns:a16="http://schemas.microsoft.com/office/drawing/2014/main" id="{968A1AB1-1C0A-A64D-9CAB-2785C4C911D8}"/>
              </a:ext>
            </a:extLst>
          </p:cNvPr>
          <p:cNvPicPr>
            <a:picLocks noChangeAspect="1"/>
          </p:cNvPicPr>
          <p:nvPr/>
        </p:nvPicPr>
        <p:blipFill>
          <a:blip r:embed="rId5"/>
          <a:stretch>
            <a:fillRect/>
          </a:stretch>
        </p:blipFill>
        <p:spPr>
          <a:xfrm>
            <a:off x="8809342" y="1936256"/>
            <a:ext cx="2438400" cy="3251200"/>
          </a:xfrm>
          <a:prstGeom prst="rect">
            <a:avLst/>
          </a:prstGeom>
        </p:spPr>
      </p:pic>
      <p:sp>
        <p:nvSpPr>
          <p:cNvPr id="8" name="Espaço Reservado para Texto 7">
            <a:extLst>
              <a:ext uri="{FF2B5EF4-FFF2-40B4-BE49-F238E27FC236}">
                <a16:creationId xmlns:a16="http://schemas.microsoft.com/office/drawing/2014/main" id="{A8E687F0-4B91-BB4B-B052-E3976ED04B57}"/>
              </a:ext>
            </a:extLst>
          </p:cNvPr>
          <p:cNvSpPr>
            <a:spLocks noGrp="1"/>
          </p:cNvSpPr>
          <p:nvPr>
            <p:ph type="body" sz="half" idx="17"/>
          </p:nvPr>
        </p:nvSpPr>
        <p:spPr>
          <a:xfrm>
            <a:off x="8321662" y="2184261"/>
            <a:ext cx="3413760" cy="3359079"/>
          </a:xfrm>
        </p:spPr>
        <p:txBody>
          <a:bodyPr/>
          <a:lstStyle/>
          <a:p>
            <a:endParaRPr lang="pt-BR" dirty="0"/>
          </a:p>
        </p:txBody>
      </p:sp>
      <p:sp>
        <p:nvSpPr>
          <p:cNvPr id="12" name="Espaço Reservado para Texto 2">
            <a:extLst>
              <a:ext uri="{FF2B5EF4-FFF2-40B4-BE49-F238E27FC236}">
                <a16:creationId xmlns:a16="http://schemas.microsoft.com/office/drawing/2014/main" id="{8F1DB812-52EB-944D-BA55-997372A5E9A0}"/>
              </a:ext>
            </a:extLst>
          </p:cNvPr>
          <p:cNvSpPr txBox="1">
            <a:spLocks/>
          </p:cNvSpPr>
          <p:nvPr/>
        </p:nvSpPr>
        <p:spPr>
          <a:xfrm>
            <a:off x="4680039" y="4036241"/>
            <a:ext cx="3413760" cy="61732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pt-BR" b="1" dirty="0">
                <a:solidFill>
                  <a:srgbClr val="002060"/>
                </a:solidFill>
              </a:rPr>
              <a:t>CUSTO DO DESENVOLVIMENTO</a:t>
            </a:r>
          </a:p>
        </p:txBody>
      </p:sp>
      <p:sp>
        <p:nvSpPr>
          <p:cNvPr id="13" name="Espaço Reservado para Texto 2">
            <a:extLst>
              <a:ext uri="{FF2B5EF4-FFF2-40B4-BE49-F238E27FC236}">
                <a16:creationId xmlns:a16="http://schemas.microsoft.com/office/drawing/2014/main" id="{63455348-4ECC-804E-A2D1-9E506417D614}"/>
              </a:ext>
            </a:extLst>
          </p:cNvPr>
          <p:cNvSpPr txBox="1">
            <a:spLocks/>
          </p:cNvSpPr>
          <p:nvPr/>
        </p:nvSpPr>
        <p:spPr>
          <a:xfrm>
            <a:off x="637604" y="4072873"/>
            <a:ext cx="3413760" cy="61732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pt-BR" b="1" dirty="0">
                <a:solidFill>
                  <a:srgbClr val="002060"/>
                </a:solidFill>
              </a:rPr>
              <a:t>CAPACIDADE DE DESENVOLVIMENTO</a:t>
            </a:r>
          </a:p>
        </p:txBody>
      </p:sp>
      <p:pic>
        <p:nvPicPr>
          <p:cNvPr id="37" name="Imagem 36">
            <a:extLst>
              <a:ext uri="{FF2B5EF4-FFF2-40B4-BE49-F238E27FC236}">
                <a16:creationId xmlns:a16="http://schemas.microsoft.com/office/drawing/2014/main" id="{13BC7186-36E3-EE4C-876A-3E8C030C11D9}"/>
              </a:ext>
            </a:extLst>
          </p:cNvPr>
          <p:cNvPicPr>
            <a:picLocks noChangeAspect="1"/>
          </p:cNvPicPr>
          <p:nvPr/>
        </p:nvPicPr>
        <p:blipFill>
          <a:blip r:embed="rId6"/>
          <a:stretch>
            <a:fillRect/>
          </a:stretch>
        </p:blipFill>
        <p:spPr>
          <a:xfrm>
            <a:off x="4051364" y="4640759"/>
            <a:ext cx="3899006" cy="1907007"/>
          </a:xfrm>
          <a:prstGeom prst="rect">
            <a:avLst/>
          </a:prstGeom>
        </p:spPr>
      </p:pic>
      <p:pic>
        <p:nvPicPr>
          <p:cNvPr id="38" name="Imagem 37">
            <a:extLst>
              <a:ext uri="{FF2B5EF4-FFF2-40B4-BE49-F238E27FC236}">
                <a16:creationId xmlns:a16="http://schemas.microsoft.com/office/drawing/2014/main" id="{231F6B50-480F-6342-9869-BD706AFDC7A3}"/>
              </a:ext>
            </a:extLst>
          </p:cNvPr>
          <p:cNvPicPr>
            <a:picLocks noChangeAspect="1"/>
          </p:cNvPicPr>
          <p:nvPr/>
        </p:nvPicPr>
        <p:blipFill>
          <a:blip r:embed="rId7"/>
          <a:stretch>
            <a:fillRect/>
          </a:stretch>
        </p:blipFill>
        <p:spPr>
          <a:xfrm>
            <a:off x="453147" y="4919803"/>
            <a:ext cx="4092426" cy="1551524"/>
          </a:xfrm>
          <a:prstGeom prst="rect">
            <a:avLst/>
          </a:prstGeom>
        </p:spPr>
      </p:pic>
    </p:spTree>
    <p:extLst>
      <p:ext uri="{BB962C8B-B14F-4D97-AF65-F5344CB8AC3E}">
        <p14:creationId xmlns:p14="http://schemas.microsoft.com/office/powerpoint/2010/main" val="3569527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ChangeArrowheads="1"/>
          </p:cNvSpPr>
          <p:nvPr/>
        </p:nvSpPr>
        <p:spPr bwMode="auto">
          <a:xfrm>
            <a:off x="2971800" y="1412875"/>
            <a:ext cx="6210300" cy="700088"/>
          </a:xfrm>
          <a:prstGeom prst="rect">
            <a:avLst/>
          </a:prstGeom>
          <a:solidFill>
            <a:srgbClr val="CCFFCC"/>
          </a:solidFill>
          <a:ln w="9525">
            <a:miter lim="800000"/>
            <a:headEnd/>
            <a:tailEnd/>
          </a:ln>
          <a:scene3d>
            <a:camera prst="legacyObliqueTopRight"/>
            <a:lightRig rig="legacyFlat3" dir="b"/>
          </a:scene3d>
          <a:sp3d extrusionH="379400" contourW="12700" prstMaterial="legacyMatte">
            <a:bevelT w="13500" h="13500" prst="angle"/>
            <a:bevelB w="13500" h="13500" prst="angle"/>
            <a:extrusionClr>
              <a:srgbClr val="CCFFCC"/>
            </a:extrusionClr>
            <a:contourClr>
              <a:srgbClr val="CCFFCC"/>
            </a:contourClr>
          </a:sp3d>
        </p:spPr>
        <p:txBody>
          <a:bodyPr lIns="72000" tIns="0" rIns="72000" bIns="0">
            <a:flatTx/>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spcBef>
                <a:spcPct val="0"/>
              </a:spcBef>
              <a:buFontTx/>
              <a:buNone/>
            </a:pPr>
            <a:r>
              <a:rPr lang="pt-BR" altLang="pt-BR" sz="2000" b="1" i="1">
                <a:solidFill>
                  <a:srgbClr val="000000"/>
                </a:solidFill>
              </a:rPr>
              <a:t>Processo de Desenvolvimento de Produto</a:t>
            </a:r>
          </a:p>
          <a:p>
            <a:pPr algn="ctr" eaLnBrk="1" hangingPunct="1">
              <a:spcBef>
                <a:spcPct val="0"/>
              </a:spcBef>
              <a:buFontTx/>
              <a:buNone/>
            </a:pPr>
            <a:endParaRPr lang="en-US" altLang="pt-BR" sz="2000"/>
          </a:p>
        </p:txBody>
      </p:sp>
      <p:sp>
        <p:nvSpPr>
          <p:cNvPr id="43010" name="Freeform 3"/>
          <p:cNvSpPr>
            <a:spLocks/>
          </p:cNvSpPr>
          <p:nvPr/>
        </p:nvSpPr>
        <p:spPr bwMode="auto">
          <a:xfrm>
            <a:off x="4367214" y="2060575"/>
            <a:ext cx="184731" cy="369332"/>
          </a:xfrm>
          <a:custGeom>
            <a:avLst/>
            <a:gdLst>
              <a:gd name="T0" fmla="*/ 0 w 1782"/>
              <a:gd name="T1" fmla="*/ 0 h 2455"/>
              <a:gd name="T2" fmla="*/ 0 w 1782"/>
              <a:gd name="T3" fmla="*/ 2147483646 h 2455"/>
              <a:gd name="T4" fmla="*/ 2147483646 w 1782"/>
              <a:gd name="T5" fmla="*/ 2147483646 h 2455"/>
              <a:gd name="T6" fmla="*/ 2147483646 w 1782"/>
              <a:gd name="T7" fmla="*/ 2147483646 h 2455"/>
              <a:gd name="T8" fmla="*/ 0 60000 65536"/>
              <a:gd name="T9" fmla="*/ 0 60000 65536"/>
              <a:gd name="T10" fmla="*/ 0 60000 65536"/>
              <a:gd name="T11" fmla="*/ 0 60000 65536"/>
              <a:gd name="T12" fmla="*/ 0 w 1782"/>
              <a:gd name="T13" fmla="*/ 0 h 2455"/>
              <a:gd name="T14" fmla="*/ 1782 w 1782"/>
              <a:gd name="T15" fmla="*/ 2455 h 2455"/>
            </a:gdLst>
            <a:ahLst/>
            <a:cxnLst>
              <a:cxn ang="T8">
                <a:pos x="T0" y="T1"/>
              </a:cxn>
              <a:cxn ang="T9">
                <a:pos x="T2" y="T3"/>
              </a:cxn>
              <a:cxn ang="T10">
                <a:pos x="T4" y="T5"/>
              </a:cxn>
              <a:cxn ang="T11">
                <a:pos x="T6" y="T7"/>
              </a:cxn>
            </a:cxnLst>
            <a:rect l="T12" t="T13" r="T14" b="T15"/>
            <a:pathLst>
              <a:path w="1782" h="2455">
                <a:moveTo>
                  <a:pt x="0" y="0"/>
                </a:moveTo>
                <a:lnTo>
                  <a:pt x="0" y="2450"/>
                </a:lnTo>
                <a:lnTo>
                  <a:pt x="1314" y="2455"/>
                </a:lnTo>
                <a:lnTo>
                  <a:pt x="1782" y="16"/>
                </a:lnTo>
              </a:path>
            </a:pathLst>
          </a:custGeom>
          <a:solidFill>
            <a:srgbClr val="FFFF00"/>
          </a:solidFill>
          <a:ln>
            <a:noFill/>
          </a:ln>
          <a:extLst>
            <a:ext uri="{91240B29-F687-4F45-9708-019B960494DF}">
              <a14:hiddenLine xmlns:a14="http://schemas.microsoft.com/office/drawing/2010/main" w="19050">
                <a:solidFill>
                  <a:srgbClr val="000000"/>
                </a:solidFill>
                <a:round/>
                <a:headEnd/>
                <a:tailEnd/>
              </a14:hiddenLine>
            </a:ext>
          </a:extLst>
        </p:spPr>
        <p:txBody>
          <a:bodyPr wrap="none">
            <a:spAutoFit/>
          </a:bodyPr>
          <a:lstStyle/>
          <a:p>
            <a:endParaRPr lang="pt-BR"/>
          </a:p>
        </p:txBody>
      </p:sp>
      <p:sp>
        <p:nvSpPr>
          <p:cNvPr id="43011" name="Rectangle 4"/>
          <p:cNvSpPr>
            <a:spLocks noGrp="1" noChangeArrowheads="1"/>
          </p:cNvSpPr>
          <p:nvPr>
            <p:ph type="title"/>
          </p:nvPr>
        </p:nvSpPr>
        <p:spPr>
          <a:xfrm>
            <a:off x="3246439" y="286545"/>
            <a:ext cx="8532018" cy="706437"/>
          </a:xfrm>
        </p:spPr>
        <p:txBody>
          <a:bodyPr>
            <a:noAutofit/>
          </a:bodyPr>
          <a:lstStyle/>
          <a:p>
            <a:pPr eaLnBrk="1" hangingPunct="1"/>
            <a:r>
              <a:rPr lang="en-US" altLang="pt-BR" sz="2000" b="1" dirty="0" err="1"/>
              <a:t>Custo</a:t>
            </a:r>
            <a:r>
              <a:rPr lang="en-US" altLang="pt-BR" sz="2000" b="1" dirty="0"/>
              <a:t> </a:t>
            </a:r>
            <a:r>
              <a:rPr lang="en-US" altLang="pt-BR" sz="2000" b="1" dirty="0" err="1"/>
              <a:t>comprometido</a:t>
            </a:r>
            <a:r>
              <a:rPr lang="en-US" altLang="pt-BR" sz="2000" b="1" dirty="0"/>
              <a:t> versus </a:t>
            </a:r>
            <a:r>
              <a:rPr lang="en-US" altLang="pt-BR" sz="2000" b="1" dirty="0" err="1"/>
              <a:t>custo</a:t>
            </a:r>
            <a:r>
              <a:rPr lang="en-US" altLang="pt-BR" sz="2000" b="1" dirty="0"/>
              <a:t> </a:t>
            </a:r>
            <a:r>
              <a:rPr lang="en-US" altLang="pt-BR" sz="2000" b="1" dirty="0" err="1"/>
              <a:t>incorrido</a:t>
            </a:r>
            <a:endParaRPr lang="en-US" altLang="pt-BR" sz="2000" b="1" dirty="0"/>
          </a:p>
        </p:txBody>
      </p:sp>
      <p:sp>
        <p:nvSpPr>
          <p:cNvPr id="43012" name="Text Box 5"/>
          <p:cNvSpPr txBox="1">
            <a:spLocks noChangeArrowheads="1"/>
          </p:cNvSpPr>
          <p:nvPr/>
        </p:nvSpPr>
        <p:spPr bwMode="auto">
          <a:xfrm>
            <a:off x="4321176" y="6070600"/>
            <a:ext cx="224472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eaLnBrk="1" hangingPunct="1">
              <a:spcBef>
                <a:spcPct val="0"/>
              </a:spcBef>
              <a:buFontTx/>
              <a:buNone/>
            </a:pPr>
            <a:r>
              <a:rPr lang="en-US" altLang="pt-BR" sz="2000"/>
              <a:t>Desenvolvimento</a:t>
            </a:r>
          </a:p>
        </p:txBody>
      </p:sp>
      <p:sp>
        <p:nvSpPr>
          <p:cNvPr id="43013" name="Line 6"/>
          <p:cNvSpPr>
            <a:spLocks noChangeShapeType="1"/>
          </p:cNvSpPr>
          <p:nvPr/>
        </p:nvSpPr>
        <p:spPr bwMode="auto">
          <a:xfrm flipV="1">
            <a:off x="4318000" y="2454275"/>
            <a:ext cx="0" cy="3759200"/>
          </a:xfrm>
          <a:prstGeom prst="line">
            <a:avLst/>
          </a:prstGeom>
          <a:noFill/>
          <a:ln w="28575">
            <a:solidFill>
              <a:srgbClr val="808080"/>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43014" name="Line 7"/>
          <p:cNvSpPr>
            <a:spLocks noChangeShapeType="1"/>
          </p:cNvSpPr>
          <p:nvPr/>
        </p:nvSpPr>
        <p:spPr bwMode="auto">
          <a:xfrm>
            <a:off x="4318000" y="5865813"/>
            <a:ext cx="5094288" cy="0"/>
          </a:xfrm>
          <a:prstGeom prst="line">
            <a:avLst/>
          </a:prstGeom>
          <a:noFill/>
          <a:ln w="28575">
            <a:solidFill>
              <a:srgbClr val="808080"/>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43015" name="Line 8"/>
          <p:cNvSpPr>
            <a:spLocks noChangeShapeType="1"/>
          </p:cNvSpPr>
          <p:nvPr/>
        </p:nvSpPr>
        <p:spPr bwMode="auto">
          <a:xfrm>
            <a:off x="3733801" y="3286125"/>
            <a:ext cx="5256213" cy="0"/>
          </a:xfrm>
          <a:prstGeom prst="line">
            <a:avLst/>
          </a:prstGeom>
          <a:noFill/>
          <a:ln w="9525">
            <a:solidFill>
              <a:srgbClr val="808080"/>
            </a:solidFill>
            <a:prstDash val="lgDash"/>
            <a:round/>
            <a:headEnd/>
            <a:tailEnd/>
          </a:ln>
          <a:extLst>
            <a:ext uri="{909E8E84-426E-40DD-AFC4-6F175D3DCCD1}">
              <a14:hiddenFill xmlns:a14="http://schemas.microsoft.com/office/drawing/2010/main">
                <a:noFill/>
              </a14:hiddenFill>
            </a:ext>
          </a:extLst>
        </p:spPr>
        <p:txBody>
          <a:bodyPr/>
          <a:lstStyle/>
          <a:p>
            <a:endParaRPr lang="pt-BR"/>
          </a:p>
        </p:txBody>
      </p:sp>
      <p:sp>
        <p:nvSpPr>
          <p:cNvPr id="43016" name="Line 9"/>
          <p:cNvSpPr>
            <a:spLocks noChangeShapeType="1"/>
          </p:cNvSpPr>
          <p:nvPr/>
        </p:nvSpPr>
        <p:spPr bwMode="auto">
          <a:xfrm>
            <a:off x="5375275" y="2565400"/>
            <a:ext cx="0" cy="3716338"/>
          </a:xfrm>
          <a:prstGeom prst="line">
            <a:avLst/>
          </a:prstGeom>
          <a:noFill/>
          <a:ln w="9525">
            <a:solidFill>
              <a:srgbClr val="808080"/>
            </a:solidFill>
            <a:prstDash val="lgDash"/>
            <a:round/>
            <a:headEnd/>
            <a:tailEnd/>
          </a:ln>
          <a:extLst>
            <a:ext uri="{909E8E84-426E-40DD-AFC4-6F175D3DCCD1}">
              <a14:hiddenFill xmlns:a14="http://schemas.microsoft.com/office/drawing/2010/main">
                <a:noFill/>
              </a14:hiddenFill>
            </a:ext>
          </a:extLst>
        </p:spPr>
        <p:txBody>
          <a:bodyPr/>
          <a:lstStyle/>
          <a:p>
            <a:endParaRPr lang="pt-BR"/>
          </a:p>
        </p:txBody>
      </p:sp>
      <p:sp>
        <p:nvSpPr>
          <p:cNvPr id="43017" name="Freeform 10"/>
          <p:cNvSpPr>
            <a:spLocks/>
          </p:cNvSpPr>
          <p:nvPr/>
        </p:nvSpPr>
        <p:spPr bwMode="auto">
          <a:xfrm>
            <a:off x="4318000" y="2760663"/>
            <a:ext cx="4298950" cy="3105150"/>
          </a:xfrm>
          <a:custGeom>
            <a:avLst/>
            <a:gdLst>
              <a:gd name="T0" fmla="*/ 0 w 4617"/>
              <a:gd name="T1" fmla="*/ 2147483646 h 4047"/>
              <a:gd name="T2" fmla="*/ 2147483646 w 4617"/>
              <a:gd name="T3" fmla="*/ 2147483646 h 4047"/>
              <a:gd name="T4" fmla="*/ 2147483646 w 4617"/>
              <a:gd name="T5" fmla="*/ 2147483646 h 4047"/>
              <a:gd name="T6" fmla="*/ 2147483646 w 4617"/>
              <a:gd name="T7" fmla="*/ 2147483646 h 4047"/>
              <a:gd name="T8" fmla="*/ 2147483646 w 4617"/>
              <a:gd name="T9" fmla="*/ 2147483646 h 4047"/>
              <a:gd name="T10" fmla="*/ 2147483646 w 4617"/>
              <a:gd name="T11" fmla="*/ 0 h 4047"/>
              <a:gd name="T12" fmla="*/ 0 60000 65536"/>
              <a:gd name="T13" fmla="*/ 0 60000 65536"/>
              <a:gd name="T14" fmla="*/ 0 60000 65536"/>
              <a:gd name="T15" fmla="*/ 0 60000 65536"/>
              <a:gd name="T16" fmla="*/ 0 60000 65536"/>
              <a:gd name="T17" fmla="*/ 0 60000 65536"/>
              <a:gd name="T18" fmla="*/ 0 w 4617"/>
              <a:gd name="T19" fmla="*/ 0 h 4047"/>
              <a:gd name="T20" fmla="*/ 4617 w 4617"/>
              <a:gd name="T21" fmla="*/ 4047 h 4047"/>
            </a:gdLst>
            <a:ahLst/>
            <a:cxnLst>
              <a:cxn ang="T12">
                <a:pos x="T0" y="T1"/>
              </a:cxn>
              <a:cxn ang="T13">
                <a:pos x="T2" y="T3"/>
              </a:cxn>
              <a:cxn ang="T14">
                <a:pos x="T4" y="T5"/>
              </a:cxn>
              <a:cxn ang="T15">
                <a:pos x="T6" y="T7"/>
              </a:cxn>
              <a:cxn ang="T16">
                <a:pos x="T8" y="T9"/>
              </a:cxn>
              <a:cxn ang="T17">
                <a:pos x="T10" y="T11"/>
              </a:cxn>
            </a:cxnLst>
            <a:rect l="T18" t="T19" r="T20" b="T21"/>
            <a:pathLst>
              <a:path w="4617" h="4047">
                <a:moveTo>
                  <a:pt x="0" y="4047"/>
                </a:moveTo>
                <a:cubicBezTo>
                  <a:pt x="465" y="3985"/>
                  <a:pt x="931" y="3923"/>
                  <a:pt x="1368" y="3762"/>
                </a:cubicBezTo>
                <a:cubicBezTo>
                  <a:pt x="1805" y="3601"/>
                  <a:pt x="2261" y="3344"/>
                  <a:pt x="2622" y="3078"/>
                </a:cubicBezTo>
                <a:cubicBezTo>
                  <a:pt x="2983" y="2812"/>
                  <a:pt x="3259" y="2527"/>
                  <a:pt x="3534" y="2166"/>
                </a:cubicBezTo>
                <a:cubicBezTo>
                  <a:pt x="3809" y="1805"/>
                  <a:pt x="4095" y="1273"/>
                  <a:pt x="4275" y="912"/>
                </a:cubicBezTo>
                <a:cubicBezTo>
                  <a:pt x="4455" y="551"/>
                  <a:pt x="4560" y="161"/>
                  <a:pt x="4617"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3018" name="Freeform 11"/>
          <p:cNvSpPr>
            <a:spLocks/>
          </p:cNvSpPr>
          <p:nvPr/>
        </p:nvSpPr>
        <p:spPr bwMode="auto">
          <a:xfrm>
            <a:off x="4318000" y="2716213"/>
            <a:ext cx="4883150" cy="3149600"/>
          </a:xfrm>
          <a:custGeom>
            <a:avLst/>
            <a:gdLst>
              <a:gd name="T0" fmla="*/ 0 w 5244"/>
              <a:gd name="T1" fmla="*/ 2147483646 h 4104"/>
              <a:gd name="T2" fmla="*/ 2147483646 w 5244"/>
              <a:gd name="T3" fmla="*/ 2147483646 h 4104"/>
              <a:gd name="T4" fmla="*/ 2147483646 w 5244"/>
              <a:gd name="T5" fmla="*/ 2147483646 h 4104"/>
              <a:gd name="T6" fmla="*/ 2147483646 w 5244"/>
              <a:gd name="T7" fmla="*/ 2147483646 h 4104"/>
              <a:gd name="T8" fmla="*/ 2147483646 w 5244"/>
              <a:gd name="T9" fmla="*/ 2147483646 h 4104"/>
              <a:gd name="T10" fmla="*/ 2147483646 w 5244"/>
              <a:gd name="T11" fmla="*/ 2147483646 h 4104"/>
              <a:gd name="T12" fmla="*/ 2147483646 w 5244"/>
              <a:gd name="T13" fmla="*/ 0 h 4104"/>
              <a:gd name="T14" fmla="*/ 0 60000 65536"/>
              <a:gd name="T15" fmla="*/ 0 60000 65536"/>
              <a:gd name="T16" fmla="*/ 0 60000 65536"/>
              <a:gd name="T17" fmla="*/ 0 60000 65536"/>
              <a:gd name="T18" fmla="*/ 0 60000 65536"/>
              <a:gd name="T19" fmla="*/ 0 60000 65536"/>
              <a:gd name="T20" fmla="*/ 0 60000 65536"/>
              <a:gd name="T21" fmla="*/ 0 w 5244"/>
              <a:gd name="T22" fmla="*/ 0 h 4104"/>
              <a:gd name="T23" fmla="*/ 5244 w 5244"/>
              <a:gd name="T24" fmla="*/ 4104 h 4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44" h="4104">
                <a:moveTo>
                  <a:pt x="0" y="4104"/>
                </a:moveTo>
                <a:cubicBezTo>
                  <a:pt x="66" y="3586"/>
                  <a:pt x="133" y="3068"/>
                  <a:pt x="228" y="2622"/>
                </a:cubicBezTo>
                <a:cubicBezTo>
                  <a:pt x="323" y="2176"/>
                  <a:pt x="418" y="1738"/>
                  <a:pt x="570" y="1425"/>
                </a:cubicBezTo>
                <a:cubicBezTo>
                  <a:pt x="722" y="1112"/>
                  <a:pt x="846" y="921"/>
                  <a:pt x="1140" y="741"/>
                </a:cubicBezTo>
                <a:cubicBezTo>
                  <a:pt x="1434" y="561"/>
                  <a:pt x="1815" y="456"/>
                  <a:pt x="2337" y="342"/>
                </a:cubicBezTo>
                <a:cubicBezTo>
                  <a:pt x="2859" y="228"/>
                  <a:pt x="3791" y="114"/>
                  <a:pt x="4275" y="57"/>
                </a:cubicBezTo>
                <a:cubicBezTo>
                  <a:pt x="4759" y="0"/>
                  <a:pt x="5001" y="0"/>
                  <a:pt x="5244"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3019" name="Text Box 12"/>
          <p:cNvSpPr txBox="1">
            <a:spLocks noChangeArrowheads="1"/>
          </p:cNvSpPr>
          <p:nvPr/>
        </p:nvSpPr>
        <p:spPr bwMode="auto">
          <a:xfrm>
            <a:off x="7502526" y="4684713"/>
            <a:ext cx="2176463"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eaLnBrk="1" hangingPunct="1">
              <a:spcBef>
                <a:spcPct val="0"/>
              </a:spcBef>
              <a:buFontTx/>
              <a:buNone/>
            </a:pPr>
            <a:r>
              <a:rPr lang="en-US" altLang="pt-BR" sz="2000"/>
              <a:t>Custo incorrido</a:t>
            </a:r>
          </a:p>
        </p:txBody>
      </p:sp>
      <p:sp>
        <p:nvSpPr>
          <p:cNvPr id="43020" name="Line 13"/>
          <p:cNvSpPr>
            <a:spLocks noChangeShapeType="1"/>
          </p:cNvSpPr>
          <p:nvPr/>
        </p:nvSpPr>
        <p:spPr bwMode="auto">
          <a:xfrm flipH="1" flipV="1">
            <a:off x="7662864" y="4378325"/>
            <a:ext cx="369887" cy="3063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43021" name="Text Box 14"/>
          <p:cNvSpPr txBox="1">
            <a:spLocks noChangeArrowheads="1"/>
          </p:cNvSpPr>
          <p:nvPr/>
        </p:nvSpPr>
        <p:spPr bwMode="auto">
          <a:xfrm>
            <a:off x="5808663" y="2349500"/>
            <a:ext cx="31670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eaLnBrk="1" hangingPunct="1">
              <a:spcBef>
                <a:spcPct val="0"/>
              </a:spcBef>
              <a:buFontTx/>
              <a:buNone/>
            </a:pPr>
            <a:r>
              <a:rPr lang="en-US" altLang="pt-BR" sz="2000"/>
              <a:t>Custo comprometido</a:t>
            </a:r>
          </a:p>
        </p:txBody>
      </p:sp>
      <p:sp>
        <p:nvSpPr>
          <p:cNvPr id="43022" name="Line 15"/>
          <p:cNvSpPr>
            <a:spLocks noChangeShapeType="1"/>
          </p:cNvSpPr>
          <p:nvPr/>
        </p:nvSpPr>
        <p:spPr bwMode="auto">
          <a:xfrm flipH="1">
            <a:off x="5751513" y="2716213"/>
            <a:ext cx="265112" cy="4365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43023" name="Text Box 16"/>
          <p:cNvSpPr txBox="1">
            <a:spLocks noChangeArrowheads="1"/>
          </p:cNvSpPr>
          <p:nvPr/>
        </p:nvSpPr>
        <p:spPr bwMode="auto">
          <a:xfrm>
            <a:off x="9574214" y="5865813"/>
            <a:ext cx="12731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eaLnBrk="1" hangingPunct="1">
              <a:spcBef>
                <a:spcPct val="0"/>
              </a:spcBef>
              <a:buFontTx/>
              <a:buNone/>
            </a:pPr>
            <a:r>
              <a:rPr lang="en-US" altLang="pt-BR" sz="2000" b="1"/>
              <a:t>Tempo </a:t>
            </a:r>
            <a:endParaRPr lang="en-US" altLang="pt-BR" sz="2000"/>
          </a:p>
        </p:txBody>
      </p:sp>
      <p:sp>
        <p:nvSpPr>
          <p:cNvPr id="43024" name="Text Box 17"/>
          <p:cNvSpPr txBox="1">
            <a:spLocks noChangeArrowheads="1"/>
          </p:cNvSpPr>
          <p:nvPr/>
        </p:nvSpPr>
        <p:spPr bwMode="auto">
          <a:xfrm>
            <a:off x="7170738" y="6051550"/>
            <a:ext cx="1370012"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eaLnBrk="1" hangingPunct="1">
              <a:spcBef>
                <a:spcPct val="0"/>
              </a:spcBef>
              <a:buFontTx/>
              <a:buNone/>
            </a:pPr>
            <a:r>
              <a:rPr lang="en-US" altLang="pt-BR" sz="2000"/>
              <a:t>Produção</a:t>
            </a:r>
          </a:p>
        </p:txBody>
      </p:sp>
      <p:sp>
        <p:nvSpPr>
          <p:cNvPr id="43025" name="Line 18"/>
          <p:cNvSpPr>
            <a:spLocks noChangeShapeType="1"/>
          </p:cNvSpPr>
          <p:nvPr/>
        </p:nvSpPr>
        <p:spPr bwMode="auto">
          <a:xfrm>
            <a:off x="3733800" y="5865813"/>
            <a:ext cx="636588"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pt-BR"/>
          </a:p>
        </p:txBody>
      </p:sp>
      <p:sp>
        <p:nvSpPr>
          <p:cNvPr id="43026" name="Line 19"/>
          <p:cNvSpPr>
            <a:spLocks noChangeShapeType="1"/>
          </p:cNvSpPr>
          <p:nvPr/>
        </p:nvSpPr>
        <p:spPr bwMode="auto">
          <a:xfrm>
            <a:off x="3894138" y="3286125"/>
            <a:ext cx="0" cy="2579688"/>
          </a:xfrm>
          <a:prstGeom prst="line">
            <a:avLst/>
          </a:prstGeom>
          <a:noFill/>
          <a:ln w="9525">
            <a:solidFill>
              <a:srgbClr val="808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43027" name="Text Box 20"/>
          <p:cNvSpPr txBox="1">
            <a:spLocks noChangeArrowheads="1"/>
          </p:cNvSpPr>
          <p:nvPr/>
        </p:nvSpPr>
        <p:spPr bwMode="auto">
          <a:xfrm>
            <a:off x="3575051" y="4159251"/>
            <a:ext cx="688975" cy="5683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eaLnBrk="1" hangingPunct="1">
              <a:spcBef>
                <a:spcPct val="0"/>
              </a:spcBef>
              <a:buFontTx/>
              <a:buNone/>
            </a:pPr>
            <a:r>
              <a:rPr lang="en-US" altLang="pt-BR" sz="2000"/>
              <a:t>80 a 90%</a:t>
            </a:r>
          </a:p>
        </p:txBody>
      </p:sp>
      <p:sp>
        <p:nvSpPr>
          <p:cNvPr id="43028" name="Text Box 21"/>
          <p:cNvSpPr txBox="1">
            <a:spLocks noChangeArrowheads="1"/>
          </p:cNvSpPr>
          <p:nvPr/>
        </p:nvSpPr>
        <p:spPr bwMode="auto">
          <a:xfrm>
            <a:off x="3840164" y="2060575"/>
            <a:ext cx="10620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eaLnBrk="1" hangingPunct="1">
              <a:spcBef>
                <a:spcPct val="0"/>
              </a:spcBef>
              <a:buFontTx/>
              <a:buNone/>
            </a:pPr>
            <a:r>
              <a:rPr lang="en-US" altLang="pt-BR" sz="2000" b="1"/>
              <a:t>Custo</a:t>
            </a:r>
            <a:endParaRPr lang="en-US" altLang="pt-BR" sz="2000"/>
          </a:p>
        </p:txBody>
      </p:sp>
      <p:sp>
        <p:nvSpPr>
          <p:cNvPr id="43029" name="Line 22"/>
          <p:cNvSpPr>
            <a:spLocks noChangeShapeType="1"/>
          </p:cNvSpPr>
          <p:nvPr/>
        </p:nvSpPr>
        <p:spPr bwMode="auto">
          <a:xfrm>
            <a:off x="8936038" y="2716213"/>
            <a:ext cx="0" cy="569912"/>
          </a:xfrm>
          <a:prstGeom prst="line">
            <a:avLst/>
          </a:prstGeom>
          <a:noFill/>
          <a:ln w="9525">
            <a:solidFill>
              <a:srgbClr val="808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43030" name="Text Box 23"/>
          <p:cNvSpPr txBox="1">
            <a:spLocks noChangeArrowheads="1"/>
          </p:cNvSpPr>
          <p:nvPr/>
        </p:nvSpPr>
        <p:spPr bwMode="auto">
          <a:xfrm>
            <a:off x="8990014" y="2716213"/>
            <a:ext cx="1646237"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spcBef>
                <a:spcPct val="0"/>
              </a:spcBef>
              <a:spcAft>
                <a:spcPts val="600"/>
              </a:spcAft>
              <a:buNone/>
            </a:pPr>
            <a:r>
              <a:rPr lang="pt-BR" altLang="pt-BR" sz="2000" b="1" i="1">
                <a:solidFill>
                  <a:srgbClr val="0000FF"/>
                </a:solidFill>
              </a:rPr>
              <a:t>Margem para redução de custos na produção</a:t>
            </a:r>
            <a:endParaRPr lang="en-US" altLang="pt-BR" sz="2000"/>
          </a:p>
        </p:txBody>
      </p:sp>
      <p:grpSp>
        <p:nvGrpSpPr>
          <p:cNvPr id="43031" name="Group 24"/>
          <p:cNvGrpSpPr>
            <a:grpSpLocks/>
          </p:cNvGrpSpPr>
          <p:nvPr/>
        </p:nvGrpSpPr>
        <p:grpSpPr bwMode="auto">
          <a:xfrm>
            <a:off x="3246438" y="1717678"/>
            <a:ext cx="5770562" cy="369888"/>
            <a:chOff x="1085" y="1082"/>
            <a:chExt cx="3635" cy="233"/>
          </a:xfrm>
        </p:grpSpPr>
        <p:sp>
          <p:nvSpPr>
            <p:cNvPr id="43035" name="AutoShape 25"/>
            <p:cNvSpPr>
              <a:spLocks noChangeArrowheads="1"/>
            </p:cNvSpPr>
            <p:nvPr/>
          </p:nvSpPr>
          <p:spPr bwMode="auto">
            <a:xfrm>
              <a:off x="1780" y="1105"/>
              <a:ext cx="1856" cy="188"/>
            </a:xfrm>
            <a:prstGeom prst="chevron">
              <a:avLst>
                <a:gd name="adj" fmla="val 31034"/>
              </a:avLst>
            </a:prstGeom>
            <a:solidFill>
              <a:srgbClr val="FFFF00"/>
            </a:solidFill>
            <a:ln w="11113">
              <a:solidFill>
                <a:srgbClr val="000000"/>
              </a:solidFill>
              <a:miter lim="800000"/>
              <a:headEnd/>
              <a:tailEnd/>
            </a:ln>
          </p:spPr>
          <p:txBody>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spcBef>
                  <a:spcPct val="0"/>
                </a:spcBef>
                <a:buFontTx/>
                <a:buNone/>
              </a:pPr>
              <a:endParaRPr lang="pt-BR" altLang="pt-BR" sz="2400"/>
            </a:p>
          </p:txBody>
        </p:sp>
        <p:sp>
          <p:nvSpPr>
            <p:cNvPr id="43036" name="AutoShape 26"/>
            <p:cNvSpPr>
              <a:spLocks noChangeArrowheads="1"/>
            </p:cNvSpPr>
            <p:nvPr/>
          </p:nvSpPr>
          <p:spPr bwMode="auto">
            <a:xfrm>
              <a:off x="1085" y="1082"/>
              <a:ext cx="719" cy="233"/>
            </a:xfrm>
            <a:prstGeom prst="homePlate">
              <a:avLst>
                <a:gd name="adj" fmla="val 34106"/>
              </a:avLst>
            </a:prstGeom>
            <a:solidFill>
              <a:srgbClr val="99CCFF"/>
            </a:solid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spcBef>
                  <a:spcPct val="0"/>
                </a:spcBef>
                <a:buFontTx/>
                <a:buNone/>
              </a:pPr>
              <a:endParaRPr lang="pt-BR" altLang="pt-BR" sz="2400"/>
            </a:p>
          </p:txBody>
        </p:sp>
        <p:sp>
          <p:nvSpPr>
            <p:cNvPr id="43037" name="AutoShape 27"/>
            <p:cNvSpPr>
              <a:spLocks noChangeArrowheads="1"/>
            </p:cNvSpPr>
            <p:nvPr/>
          </p:nvSpPr>
          <p:spPr bwMode="auto">
            <a:xfrm>
              <a:off x="3630" y="1105"/>
              <a:ext cx="1090" cy="188"/>
            </a:xfrm>
            <a:prstGeom prst="chevron">
              <a:avLst>
                <a:gd name="adj" fmla="val 25715"/>
              </a:avLst>
            </a:prstGeom>
            <a:solidFill>
              <a:srgbClr val="FFCC99"/>
            </a:solidFill>
            <a:ln w="11113">
              <a:solidFill>
                <a:srgbClr val="000000"/>
              </a:solidFill>
              <a:miter lim="800000"/>
              <a:headEnd/>
              <a:tailEnd/>
            </a:ln>
          </p:spPr>
          <p:txBody>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spcBef>
                  <a:spcPct val="0"/>
                </a:spcBef>
                <a:buFontTx/>
                <a:buNone/>
              </a:pPr>
              <a:endParaRPr lang="pt-BR" altLang="pt-BR" sz="2400"/>
            </a:p>
          </p:txBody>
        </p:sp>
      </p:grpSp>
      <p:sp>
        <p:nvSpPr>
          <p:cNvPr id="43032" name="Line 28"/>
          <p:cNvSpPr>
            <a:spLocks noChangeShapeType="1"/>
          </p:cNvSpPr>
          <p:nvPr/>
        </p:nvSpPr>
        <p:spPr bwMode="auto">
          <a:xfrm>
            <a:off x="6767513" y="5629276"/>
            <a:ext cx="0" cy="557213"/>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pt-BR"/>
          </a:p>
        </p:txBody>
      </p:sp>
      <p:sp>
        <p:nvSpPr>
          <p:cNvPr id="43033" name="Text Box 29"/>
          <p:cNvSpPr txBox="1">
            <a:spLocks noChangeArrowheads="1"/>
          </p:cNvSpPr>
          <p:nvPr/>
        </p:nvSpPr>
        <p:spPr bwMode="auto">
          <a:xfrm>
            <a:off x="1524000" y="2373314"/>
            <a:ext cx="28590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spcBef>
                <a:spcPct val="0"/>
              </a:spcBef>
              <a:buFontTx/>
              <a:buNone/>
            </a:pPr>
            <a:r>
              <a:rPr lang="pt-BR" altLang="pt-BR" sz="2400"/>
              <a:t>Final da fase de projeto conceitual</a:t>
            </a:r>
          </a:p>
        </p:txBody>
      </p:sp>
      <p:sp>
        <p:nvSpPr>
          <p:cNvPr id="43034" name="Line 30"/>
          <p:cNvSpPr>
            <a:spLocks noChangeShapeType="1"/>
          </p:cNvSpPr>
          <p:nvPr/>
        </p:nvSpPr>
        <p:spPr bwMode="auto">
          <a:xfrm>
            <a:off x="4138613" y="2871789"/>
            <a:ext cx="1200150" cy="4143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pt-BR"/>
          </a:p>
        </p:txBody>
      </p:sp>
    </p:spTree>
    <p:extLst>
      <p:ext uri="{BB962C8B-B14F-4D97-AF65-F5344CB8AC3E}">
        <p14:creationId xmlns:p14="http://schemas.microsoft.com/office/powerpoint/2010/main" val="2997743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p:cNvSpPr>
            <a:spLocks noGrp="1"/>
          </p:cNvSpPr>
          <p:nvPr>
            <p:ph type="title"/>
          </p:nvPr>
        </p:nvSpPr>
        <p:spPr>
          <a:xfrm>
            <a:off x="1642533" y="2373040"/>
            <a:ext cx="8503920" cy="1293028"/>
          </a:xfrm>
        </p:spPr>
        <p:txBody>
          <a:bodyPr>
            <a:normAutofit fontScale="90000"/>
          </a:bodyPr>
          <a:lstStyle/>
          <a:p>
            <a:pPr algn="ctr"/>
            <a:r>
              <a:rPr lang="pt-BR" dirty="0" err="1"/>
              <a:t>Gest</a:t>
            </a:r>
            <a:r>
              <a:rPr lang="en-US" dirty="0" err="1"/>
              <a:t>ão</a:t>
            </a:r>
            <a:r>
              <a:rPr lang="en-US" dirty="0"/>
              <a:t> do </a:t>
            </a:r>
            <a:r>
              <a:rPr lang="en-US" dirty="0" err="1"/>
              <a:t>processo</a:t>
            </a:r>
            <a:r>
              <a:rPr lang="en-US" dirty="0"/>
              <a:t> de </a:t>
            </a:r>
            <a:r>
              <a:rPr lang="en-US" dirty="0" err="1"/>
              <a:t>desenvolvimento</a:t>
            </a:r>
            <a:r>
              <a:rPr lang="en-US" dirty="0"/>
              <a:t> de </a:t>
            </a:r>
            <a:r>
              <a:rPr lang="en-US" dirty="0" err="1"/>
              <a:t>produtos</a:t>
            </a:r>
            <a:endParaRPr lang="pt-BR" dirty="0"/>
          </a:p>
        </p:txBody>
      </p:sp>
    </p:spTree>
    <p:extLst>
      <p:ext uri="{BB962C8B-B14F-4D97-AF65-F5344CB8AC3E}">
        <p14:creationId xmlns:p14="http://schemas.microsoft.com/office/powerpoint/2010/main" val="1911122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Oval 3"/>
          <p:cNvSpPr>
            <a:spLocks noChangeArrowheads="1"/>
          </p:cNvSpPr>
          <p:nvPr/>
        </p:nvSpPr>
        <p:spPr bwMode="auto">
          <a:xfrm>
            <a:off x="2675467" y="794809"/>
            <a:ext cx="2808288" cy="803275"/>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buFontTx/>
              <a:buNone/>
            </a:pPr>
            <a:r>
              <a:rPr lang="pt-BR" altLang="pt-BR" sz="1600" b="1" u="sng"/>
              <a:t>Desenvolvimento Seqüencial</a:t>
            </a:r>
          </a:p>
        </p:txBody>
      </p:sp>
      <p:sp>
        <p:nvSpPr>
          <p:cNvPr id="33" name="Rectangle 4"/>
          <p:cNvSpPr>
            <a:spLocks noChangeArrowheads="1"/>
          </p:cNvSpPr>
          <p:nvPr/>
        </p:nvSpPr>
        <p:spPr bwMode="auto">
          <a:xfrm>
            <a:off x="6671205" y="3892022"/>
            <a:ext cx="144462" cy="2159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spcBef>
                <a:spcPct val="0"/>
              </a:spcBef>
              <a:buFontTx/>
              <a:buNone/>
            </a:pPr>
            <a:endParaRPr lang="pt-BR" altLang="pt-BR" sz="2400"/>
          </a:p>
        </p:txBody>
      </p:sp>
      <p:grpSp>
        <p:nvGrpSpPr>
          <p:cNvPr id="34" name="Group 5"/>
          <p:cNvGrpSpPr>
            <a:grpSpLocks/>
          </p:cNvGrpSpPr>
          <p:nvPr/>
        </p:nvGrpSpPr>
        <p:grpSpPr bwMode="auto">
          <a:xfrm>
            <a:off x="4870980" y="2595034"/>
            <a:ext cx="2808287" cy="1368425"/>
            <a:chOff x="1383" y="1752"/>
            <a:chExt cx="1769" cy="862"/>
          </a:xfrm>
        </p:grpSpPr>
        <p:sp>
          <p:nvSpPr>
            <p:cNvPr id="35" name="AutoShape 6"/>
            <p:cNvSpPr>
              <a:spLocks noChangeArrowheads="1"/>
            </p:cNvSpPr>
            <p:nvPr/>
          </p:nvSpPr>
          <p:spPr bwMode="auto">
            <a:xfrm>
              <a:off x="1383" y="1752"/>
              <a:ext cx="1769" cy="862"/>
            </a:xfrm>
            <a:prstGeom prst="roundRect">
              <a:avLst>
                <a:gd name="adj" fmla="val 16667"/>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spcBef>
                  <a:spcPct val="0"/>
                </a:spcBef>
                <a:buFontTx/>
                <a:buNone/>
              </a:pPr>
              <a:endParaRPr lang="pt-BR" altLang="pt-BR" sz="2400"/>
            </a:p>
          </p:txBody>
        </p:sp>
        <p:sp>
          <p:nvSpPr>
            <p:cNvPr id="36" name="Text Box 7"/>
            <p:cNvSpPr txBox="1">
              <a:spLocks noChangeArrowheads="1"/>
            </p:cNvSpPr>
            <p:nvPr/>
          </p:nvSpPr>
          <p:spPr bwMode="auto">
            <a:xfrm>
              <a:off x="1429" y="1752"/>
              <a:ext cx="1567" cy="212"/>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spcBef>
                  <a:spcPct val="0"/>
                </a:spcBef>
                <a:buFontTx/>
                <a:buNone/>
              </a:pPr>
              <a:r>
                <a:rPr lang="pt-BR" altLang="pt-BR" sz="1600" b="1" u="sng">
                  <a:solidFill>
                    <a:srgbClr val="FF0000"/>
                  </a:solidFill>
                </a:rPr>
                <a:t>Engenharia Simultânea</a:t>
              </a:r>
              <a:r>
                <a:rPr lang="pt-BR" altLang="pt-BR" sz="1600">
                  <a:solidFill>
                    <a:srgbClr val="FF0000"/>
                  </a:solidFill>
                </a:rPr>
                <a:t> </a:t>
              </a:r>
            </a:p>
          </p:txBody>
        </p:sp>
        <p:sp>
          <p:nvSpPr>
            <p:cNvPr id="37" name="Text Box 8"/>
            <p:cNvSpPr txBox="1">
              <a:spLocks noChangeArrowheads="1"/>
            </p:cNvSpPr>
            <p:nvPr/>
          </p:nvSpPr>
          <p:spPr bwMode="auto">
            <a:xfrm>
              <a:off x="1519" y="1933"/>
              <a:ext cx="1168"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spcBef>
                  <a:spcPct val="0"/>
                </a:spcBef>
                <a:buFontTx/>
                <a:buNone/>
              </a:pPr>
              <a:r>
                <a:rPr lang="pt-BR" altLang="pt-BR" sz="1600">
                  <a:solidFill>
                    <a:srgbClr val="FF0000"/>
                  </a:solidFill>
                </a:rPr>
                <a:t>Paralelismo</a:t>
              </a:r>
            </a:p>
            <a:p>
              <a:pPr algn="ctr" eaLnBrk="1" hangingPunct="1">
                <a:spcBef>
                  <a:spcPct val="0"/>
                </a:spcBef>
                <a:buFontTx/>
                <a:buNone/>
              </a:pPr>
              <a:r>
                <a:rPr lang="pt-BR" altLang="pt-BR" sz="1600">
                  <a:solidFill>
                    <a:srgbClr val="FF0000"/>
                  </a:solidFill>
                </a:rPr>
                <a:t>Equipe</a:t>
              </a:r>
            </a:p>
            <a:p>
              <a:pPr algn="ctr" eaLnBrk="1" hangingPunct="1">
                <a:spcBef>
                  <a:spcPct val="0"/>
                </a:spcBef>
                <a:buFontTx/>
                <a:buNone/>
              </a:pPr>
              <a:r>
                <a:rPr lang="pt-BR" altLang="pt-BR" sz="1600">
                  <a:solidFill>
                    <a:srgbClr val="FF0000"/>
                  </a:solidFill>
                </a:rPr>
                <a:t>DFMA, QFD</a:t>
              </a:r>
            </a:p>
            <a:p>
              <a:pPr algn="ctr" eaLnBrk="1" hangingPunct="1">
                <a:spcBef>
                  <a:spcPct val="0"/>
                </a:spcBef>
                <a:buFontTx/>
                <a:buNone/>
              </a:pPr>
              <a:r>
                <a:rPr lang="pt-BR" altLang="pt-BR" sz="1600">
                  <a:solidFill>
                    <a:srgbClr val="FF0000"/>
                  </a:solidFill>
                </a:rPr>
                <a:t>Cliente-fornecedor</a:t>
              </a:r>
            </a:p>
          </p:txBody>
        </p:sp>
      </p:grpSp>
      <p:grpSp>
        <p:nvGrpSpPr>
          <p:cNvPr id="38" name="Group 9"/>
          <p:cNvGrpSpPr>
            <a:grpSpLocks/>
          </p:cNvGrpSpPr>
          <p:nvPr/>
        </p:nvGrpSpPr>
        <p:grpSpPr bwMode="auto">
          <a:xfrm>
            <a:off x="4726517" y="2234672"/>
            <a:ext cx="6192838" cy="2736850"/>
            <a:chOff x="1292" y="1525"/>
            <a:chExt cx="3901" cy="1724"/>
          </a:xfrm>
        </p:grpSpPr>
        <p:sp>
          <p:nvSpPr>
            <p:cNvPr id="39" name="Rectangle 10"/>
            <p:cNvSpPr>
              <a:spLocks noChangeArrowheads="1"/>
            </p:cNvSpPr>
            <p:nvPr/>
          </p:nvSpPr>
          <p:spPr bwMode="auto">
            <a:xfrm>
              <a:off x="1292" y="1525"/>
              <a:ext cx="3901" cy="172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spcBef>
                  <a:spcPct val="0"/>
                </a:spcBef>
                <a:buFontTx/>
                <a:buNone/>
              </a:pPr>
              <a:endParaRPr lang="pt-BR" altLang="pt-BR" sz="2400"/>
            </a:p>
          </p:txBody>
        </p:sp>
        <p:sp>
          <p:nvSpPr>
            <p:cNvPr id="40" name="Rectangle 11"/>
            <p:cNvSpPr>
              <a:spLocks noChangeArrowheads="1"/>
            </p:cNvSpPr>
            <p:nvPr/>
          </p:nvSpPr>
          <p:spPr bwMode="auto">
            <a:xfrm>
              <a:off x="2336" y="1553"/>
              <a:ext cx="17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buFontTx/>
                <a:buNone/>
              </a:pPr>
              <a:r>
                <a:rPr lang="pt-BR" altLang="pt-BR" sz="1600" b="1" u="sng"/>
                <a:t>Desenvolvimento Integrado</a:t>
              </a:r>
            </a:p>
          </p:txBody>
        </p:sp>
        <p:sp>
          <p:nvSpPr>
            <p:cNvPr id="41" name="Rectangle 12"/>
            <p:cNvSpPr>
              <a:spLocks noChangeArrowheads="1"/>
            </p:cNvSpPr>
            <p:nvPr/>
          </p:nvSpPr>
          <p:spPr bwMode="auto">
            <a:xfrm>
              <a:off x="2925" y="1933"/>
              <a:ext cx="1905" cy="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Arial" charset="0"/>
                </a:defRPr>
              </a:lvl1pPr>
              <a:lvl2pPr>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lvl="1" algn="ctr" eaLnBrk="1" hangingPunct="1">
                <a:spcBef>
                  <a:spcPct val="0"/>
                </a:spcBef>
                <a:buFontTx/>
                <a:buNone/>
              </a:pPr>
              <a:r>
                <a:rPr lang="pt-BR" altLang="pt-BR" sz="1600"/>
                <a:t>P&amp;D + PDP na estratégia </a:t>
              </a:r>
            </a:p>
            <a:p>
              <a:pPr lvl="1" algn="ctr" eaLnBrk="1" hangingPunct="1">
                <a:spcBef>
                  <a:spcPct val="0"/>
                </a:spcBef>
                <a:buFontTx/>
                <a:buNone/>
              </a:pPr>
              <a:r>
                <a:rPr lang="pt-BR" altLang="pt-BR" sz="1600"/>
                <a:t>Portfólio (funil de projetos)</a:t>
              </a:r>
            </a:p>
            <a:p>
              <a:pPr lvl="1" algn="ctr" eaLnBrk="1" hangingPunct="1">
                <a:spcBef>
                  <a:spcPct val="0"/>
                </a:spcBef>
                <a:buFontTx/>
                <a:buNone/>
              </a:pPr>
              <a:r>
                <a:rPr lang="pt-BR" altLang="pt-BR" sz="1600" b="1"/>
                <a:t>Gestão de projetos</a:t>
              </a:r>
            </a:p>
            <a:p>
              <a:pPr lvl="1" algn="ctr" eaLnBrk="1" hangingPunct="1">
                <a:spcBef>
                  <a:spcPct val="0"/>
                </a:spcBef>
                <a:buFontTx/>
                <a:buNone/>
              </a:pPr>
              <a:r>
                <a:rPr lang="pt-BR" altLang="pt-BR" sz="1600"/>
                <a:t>Maior comunicação</a:t>
              </a:r>
            </a:p>
            <a:p>
              <a:pPr lvl="1" algn="ctr" eaLnBrk="1" hangingPunct="1">
                <a:spcBef>
                  <a:spcPct val="0"/>
                </a:spcBef>
                <a:buFontTx/>
                <a:buNone/>
              </a:pPr>
              <a:r>
                <a:rPr lang="pt-BR" altLang="pt-BR" sz="1600"/>
                <a:t>Controle de recursos</a:t>
              </a:r>
            </a:p>
            <a:p>
              <a:pPr lvl="1" algn="ctr" eaLnBrk="1" hangingPunct="1">
                <a:spcBef>
                  <a:spcPct val="0"/>
                </a:spcBef>
                <a:buFontTx/>
                <a:buNone/>
              </a:pPr>
              <a:r>
                <a:rPr lang="pt-BR" altLang="pt-BR" sz="1600"/>
                <a:t>Profissionais generalistas</a:t>
              </a:r>
            </a:p>
            <a:p>
              <a:pPr lvl="1" algn="ctr" eaLnBrk="1" hangingPunct="1">
                <a:spcBef>
                  <a:spcPct val="0"/>
                </a:spcBef>
                <a:buFontTx/>
                <a:buNone/>
              </a:pPr>
              <a:r>
                <a:rPr lang="pt-BR" altLang="pt-BR" sz="1600"/>
                <a:t>Visão ampla – processo</a:t>
              </a:r>
            </a:p>
          </p:txBody>
        </p:sp>
      </p:grpSp>
      <p:grpSp>
        <p:nvGrpSpPr>
          <p:cNvPr id="42" name="Group 13"/>
          <p:cNvGrpSpPr>
            <a:grpSpLocks/>
          </p:cNvGrpSpPr>
          <p:nvPr/>
        </p:nvGrpSpPr>
        <p:grpSpPr bwMode="auto">
          <a:xfrm>
            <a:off x="4655080" y="3963459"/>
            <a:ext cx="2143125" cy="941388"/>
            <a:chOff x="1247" y="2840"/>
            <a:chExt cx="1350" cy="593"/>
          </a:xfrm>
        </p:grpSpPr>
        <p:sp>
          <p:nvSpPr>
            <p:cNvPr id="43" name="Rectangle 14"/>
            <p:cNvSpPr>
              <a:spLocks noChangeArrowheads="1"/>
            </p:cNvSpPr>
            <p:nvPr/>
          </p:nvSpPr>
          <p:spPr bwMode="auto">
            <a:xfrm>
              <a:off x="1501" y="2840"/>
              <a:ext cx="84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buFontTx/>
                <a:buNone/>
              </a:pPr>
              <a:r>
                <a:rPr lang="pt-BR" altLang="pt-BR" sz="1600" b="1" u="sng"/>
                <a:t>Stage-gates</a:t>
              </a:r>
            </a:p>
          </p:txBody>
        </p:sp>
        <p:sp>
          <p:nvSpPr>
            <p:cNvPr id="44" name="Rectangle 15"/>
            <p:cNvSpPr>
              <a:spLocks noChangeArrowheads="1"/>
            </p:cNvSpPr>
            <p:nvPr/>
          </p:nvSpPr>
          <p:spPr bwMode="auto">
            <a:xfrm>
              <a:off x="1247" y="3067"/>
              <a:ext cx="1350"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Arial" charset="0"/>
                </a:defRPr>
              </a:lvl1pPr>
              <a:lvl2pPr marL="179388">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lvl="1" algn="ctr" eaLnBrk="1" hangingPunct="1">
                <a:spcBef>
                  <a:spcPct val="0"/>
                </a:spcBef>
                <a:buFontTx/>
                <a:buNone/>
              </a:pPr>
              <a:r>
                <a:rPr lang="pt-BR" altLang="pt-BR" sz="1600"/>
                <a:t>Fases formais </a:t>
              </a:r>
            </a:p>
            <a:p>
              <a:pPr lvl="1" algn="ctr" eaLnBrk="1" hangingPunct="1">
                <a:spcBef>
                  <a:spcPct val="0"/>
                </a:spcBef>
                <a:buFontTx/>
                <a:buNone/>
              </a:pPr>
              <a:r>
                <a:rPr lang="pt-BR" altLang="pt-BR" sz="1600"/>
                <a:t>Revisão de fases</a:t>
              </a:r>
            </a:p>
          </p:txBody>
        </p:sp>
      </p:grpSp>
      <p:sp>
        <p:nvSpPr>
          <p:cNvPr id="45" name="Rectangle 16"/>
          <p:cNvSpPr>
            <a:spLocks noChangeArrowheads="1"/>
          </p:cNvSpPr>
          <p:nvPr/>
        </p:nvSpPr>
        <p:spPr bwMode="auto">
          <a:xfrm>
            <a:off x="5879042" y="721784"/>
            <a:ext cx="3960813" cy="3556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2800">
                <a:solidFill>
                  <a:schemeClr val="tx1"/>
                </a:solidFill>
                <a:latin typeface="Arial" charset="0"/>
              </a:defRPr>
            </a:lvl1pPr>
            <a:lvl2pPr>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lvl="1" algn="ctr" eaLnBrk="1" hangingPunct="1">
              <a:spcBef>
                <a:spcPct val="0"/>
              </a:spcBef>
              <a:buFontTx/>
              <a:buNone/>
            </a:pPr>
            <a:r>
              <a:rPr lang="pt-BR" altLang="pt-BR" sz="1600"/>
              <a:t>Engenharia e análise de valores</a:t>
            </a:r>
          </a:p>
        </p:txBody>
      </p:sp>
      <p:grpSp>
        <p:nvGrpSpPr>
          <p:cNvPr id="46" name="Group 17"/>
          <p:cNvGrpSpPr>
            <a:grpSpLocks/>
          </p:cNvGrpSpPr>
          <p:nvPr/>
        </p:nvGrpSpPr>
        <p:grpSpPr bwMode="auto">
          <a:xfrm>
            <a:off x="2675467" y="2090209"/>
            <a:ext cx="8820150" cy="3097213"/>
            <a:chOff x="0" y="1434"/>
            <a:chExt cx="5556" cy="1951"/>
          </a:xfrm>
        </p:grpSpPr>
        <p:sp>
          <p:nvSpPr>
            <p:cNvPr id="47" name="AutoShape 18"/>
            <p:cNvSpPr>
              <a:spLocks noChangeArrowheads="1"/>
            </p:cNvSpPr>
            <p:nvPr/>
          </p:nvSpPr>
          <p:spPr bwMode="auto">
            <a:xfrm>
              <a:off x="113" y="1434"/>
              <a:ext cx="5443" cy="1951"/>
            </a:xfrm>
            <a:prstGeom prst="roundRect">
              <a:avLst>
                <a:gd name="adj" fmla="val 16667"/>
              </a:avLst>
            </a:prstGeom>
            <a:noFill/>
            <a:ln w="19050">
              <a:solidFill>
                <a:srgbClr val="0099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spcBef>
                  <a:spcPct val="0"/>
                </a:spcBef>
                <a:buFontTx/>
                <a:buNone/>
              </a:pPr>
              <a:endParaRPr lang="pt-BR" altLang="pt-BR" sz="2400"/>
            </a:p>
          </p:txBody>
        </p:sp>
        <p:sp>
          <p:nvSpPr>
            <p:cNvPr id="48" name="Rectangle 19"/>
            <p:cNvSpPr>
              <a:spLocks noChangeArrowheads="1"/>
            </p:cNvSpPr>
            <p:nvPr/>
          </p:nvSpPr>
          <p:spPr bwMode="auto">
            <a:xfrm>
              <a:off x="249" y="1616"/>
              <a:ext cx="87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buFontTx/>
                <a:buNone/>
              </a:pPr>
              <a:r>
                <a:rPr lang="pt-BR" altLang="pt-BR" sz="1600" b="1" u="sng">
                  <a:solidFill>
                    <a:srgbClr val="009900"/>
                  </a:solidFill>
                </a:rPr>
                <a:t>Lean Design</a:t>
              </a:r>
            </a:p>
          </p:txBody>
        </p:sp>
        <p:sp>
          <p:nvSpPr>
            <p:cNvPr id="49" name="Rectangle 20"/>
            <p:cNvSpPr>
              <a:spLocks noChangeArrowheads="1"/>
            </p:cNvSpPr>
            <p:nvPr/>
          </p:nvSpPr>
          <p:spPr bwMode="auto">
            <a:xfrm>
              <a:off x="0" y="1888"/>
              <a:ext cx="1270"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342900" indent="-342900" defTabSz="444500">
                <a:spcBef>
                  <a:spcPct val="20000"/>
                </a:spcBef>
                <a:buChar char="•"/>
                <a:defRPr sz="2800">
                  <a:solidFill>
                    <a:schemeClr val="tx1"/>
                  </a:solidFill>
                  <a:latin typeface="Arial" charset="0"/>
                </a:defRPr>
              </a:lvl1pPr>
              <a:lvl2pPr marL="179388" defTabSz="444500">
                <a:spcBef>
                  <a:spcPct val="20000"/>
                </a:spcBef>
                <a:buChar char="–"/>
                <a:defRPr sz="2400">
                  <a:solidFill>
                    <a:schemeClr val="tx1"/>
                  </a:solidFill>
                  <a:latin typeface="Arial" charset="0"/>
                </a:defRPr>
              </a:lvl2pPr>
              <a:lvl3pPr marL="1143000" indent="-228600" defTabSz="444500">
                <a:spcBef>
                  <a:spcPct val="20000"/>
                </a:spcBef>
                <a:buChar char="•"/>
                <a:defRPr sz="2000">
                  <a:solidFill>
                    <a:schemeClr val="tx1"/>
                  </a:solidFill>
                  <a:latin typeface="Arial" charset="0"/>
                </a:defRPr>
              </a:lvl3pPr>
              <a:lvl4pPr marL="1600200" indent="-228600" defTabSz="444500">
                <a:spcBef>
                  <a:spcPct val="20000"/>
                </a:spcBef>
                <a:buChar char="–"/>
                <a:defRPr>
                  <a:solidFill>
                    <a:schemeClr val="tx1"/>
                  </a:solidFill>
                  <a:latin typeface="Arial" charset="0"/>
                </a:defRPr>
              </a:lvl4pPr>
              <a:lvl5pPr marL="2057400" indent="-228600" defTabSz="444500">
                <a:spcBef>
                  <a:spcPct val="20000"/>
                </a:spcBef>
                <a:buChar char="»"/>
                <a:defRPr>
                  <a:solidFill>
                    <a:schemeClr val="tx1"/>
                  </a:solidFill>
                  <a:latin typeface="Arial" charset="0"/>
                </a:defRPr>
              </a:lvl5pPr>
              <a:lvl6pPr marL="2514600" indent="-228600" defTabSz="444500" eaLnBrk="0" fontAlgn="base" hangingPunct="0">
                <a:spcBef>
                  <a:spcPct val="20000"/>
                </a:spcBef>
                <a:spcAft>
                  <a:spcPct val="0"/>
                </a:spcAft>
                <a:buChar char="»"/>
                <a:defRPr>
                  <a:solidFill>
                    <a:schemeClr val="tx1"/>
                  </a:solidFill>
                  <a:latin typeface="Arial" charset="0"/>
                </a:defRPr>
              </a:lvl6pPr>
              <a:lvl7pPr marL="2971800" indent="-228600" defTabSz="444500" eaLnBrk="0" fontAlgn="base" hangingPunct="0">
                <a:spcBef>
                  <a:spcPct val="20000"/>
                </a:spcBef>
                <a:spcAft>
                  <a:spcPct val="0"/>
                </a:spcAft>
                <a:buChar char="»"/>
                <a:defRPr>
                  <a:solidFill>
                    <a:schemeClr val="tx1"/>
                  </a:solidFill>
                  <a:latin typeface="Arial" charset="0"/>
                </a:defRPr>
              </a:lvl7pPr>
              <a:lvl8pPr marL="3429000" indent="-228600" defTabSz="444500" eaLnBrk="0" fontAlgn="base" hangingPunct="0">
                <a:spcBef>
                  <a:spcPct val="20000"/>
                </a:spcBef>
                <a:spcAft>
                  <a:spcPct val="0"/>
                </a:spcAft>
                <a:buChar char="»"/>
                <a:defRPr>
                  <a:solidFill>
                    <a:schemeClr val="tx1"/>
                  </a:solidFill>
                  <a:latin typeface="Arial" charset="0"/>
                </a:defRPr>
              </a:lvl8pPr>
              <a:lvl9pPr marL="3886200" indent="-228600" defTabSz="444500" eaLnBrk="0" fontAlgn="base" hangingPunct="0">
                <a:spcBef>
                  <a:spcPct val="20000"/>
                </a:spcBef>
                <a:spcAft>
                  <a:spcPct val="0"/>
                </a:spcAft>
                <a:buChar char="»"/>
                <a:defRPr>
                  <a:solidFill>
                    <a:schemeClr val="tx1"/>
                  </a:solidFill>
                  <a:latin typeface="Arial" charset="0"/>
                </a:defRPr>
              </a:lvl9pPr>
            </a:lstStyle>
            <a:p>
              <a:pPr lvl="1" algn="ctr" eaLnBrk="1" hangingPunct="1">
                <a:spcBef>
                  <a:spcPct val="0"/>
                </a:spcBef>
                <a:buFontTx/>
                <a:buNone/>
              </a:pPr>
              <a:r>
                <a:rPr lang="pt-BR" altLang="pt-BR" sz="1600">
                  <a:solidFill>
                    <a:srgbClr val="009900"/>
                  </a:solidFill>
                </a:rPr>
                <a:t>Fluxo de valor</a:t>
              </a:r>
            </a:p>
            <a:p>
              <a:pPr lvl="1" algn="ctr" eaLnBrk="1" hangingPunct="1">
                <a:spcBef>
                  <a:spcPct val="0"/>
                </a:spcBef>
                <a:buFontTx/>
                <a:buNone/>
              </a:pPr>
              <a:r>
                <a:rPr lang="pt-BR" altLang="pt-BR" sz="1600">
                  <a:solidFill>
                    <a:srgbClr val="009900"/>
                  </a:solidFill>
                </a:rPr>
                <a:t>SBCE</a:t>
              </a:r>
            </a:p>
            <a:p>
              <a:pPr lvl="1" algn="ctr" eaLnBrk="1" hangingPunct="1">
                <a:spcBef>
                  <a:spcPct val="0"/>
                </a:spcBef>
                <a:buFontTx/>
                <a:buNone/>
              </a:pPr>
              <a:r>
                <a:rPr lang="pt-BR" altLang="pt-BR" sz="1600">
                  <a:solidFill>
                    <a:srgbClr val="009900"/>
                  </a:solidFill>
                </a:rPr>
                <a:t>Engenheiro chefe</a:t>
              </a:r>
            </a:p>
            <a:p>
              <a:pPr lvl="1" algn="ctr" eaLnBrk="1" hangingPunct="1">
                <a:spcBef>
                  <a:spcPct val="0"/>
                </a:spcBef>
                <a:buFontTx/>
                <a:buNone/>
              </a:pPr>
              <a:r>
                <a:rPr lang="pt-BR" altLang="pt-BR" sz="1600">
                  <a:solidFill>
                    <a:srgbClr val="009900"/>
                  </a:solidFill>
                </a:rPr>
                <a:t>Padronização</a:t>
              </a:r>
            </a:p>
          </p:txBody>
        </p:sp>
      </p:grpSp>
      <p:sp>
        <p:nvSpPr>
          <p:cNvPr id="50" name="Rectangle 21"/>
          <p:cNvSpPr>
            <a:spLocks noChangeArrowheads="1"/>
          </p:cNvSpPr>
          <p:nvPr/>
        </p:nvSpPr>
        <p:spPr bwMode="auto">
          <a:xfrm>
            <a:off x="7230005" y="1190097"/>
            <a:ext cx="3203575" cy="3556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2800">
                <a:solidFill>
                  <a:schemeClr val="tx1"/>
                </a:solidFill>
                <a:latin typeface="Arial" charset="0"/>
              </a:defRPr>
            </a:lvl1pPr>
            <a:lvl2pPr>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lvl="1" algn="ctr" eaLnBrk="1" hangingPunct="1">
              <a:spcBef>
                <a:spcPct val="0"/>
              </a:spcBef>
              <a:buFontTx/>
              <a:buNone/>
            </a:pPr>
            <a:r>
              <a:rPr lang="pt-BR" altLang="pt-BR" sz="1600"/>
              <a:t>Prototipagem rápida</a:t>
            </a:r>
          </a:p>
        </p:txBody>
      </p:sp>
      <p:sp>
        <p:nvSpPr>
          <p:cNvPr id="51" name="Rectangle 22"/>
          <p:cNvSpPr>
            <a:spLocks noChangeArrowheads="1"/>
          </p:cNvSpPr>
          <p:nvPr/>
        </p:nvSpPr>
        <p:spPr bwMode="auto">
          <a:xfrm>
            <a:off x="7823730" y="1658409"/>
            <a:ext cx="3816350" cy="3556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2800">
                <a:solidFill>
                  <a:schemeClr val="tx1"/>
                </a:solidFill>
                <a:latin typeface="Arial" charset="0"/>
              </a:defRPr>
            </a:lvl1pPr>
            <a:lvl2pPr>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lvl="1" algn="ctr" eaLnBrk="1" hangingPunct="1">
              <a:spcBef>
                <a:spcPct val="0"/>
              </a:spcBef>
              <a:buFontTx/>
              <a:buNone/>
            </a:pPr>
            <a:r>
              <a:rPr lang="pt-BR" altLang="pt-BR" sz="1600"/>
              <a:t>Engenharia virtual e simulação</a:t>
            </a:r>
          </a:p>
        </p:txBody>
      </p:sp>
      <p:grpSp>
        <p:nvGrpSpPr>
          <p:cNvPr id="52" name="Group 23"/>
          <p:cNvGrpSpPr>
            <a:grpSpLocks/>
          </p:cNvGrpSpPr>
          <p:nvPr/>
        </p:nvGrpSpPr>
        <p:grpSpPr bwMode="auto">
          <a:xfrm>
            <a:off x="6599767" y="2668059"/>
            <a:ext cx="5219700" cy="3959225"/>
            <a:chOff x="2472" y="1798"/>
            <a:chExt cx="3288" cy="2494"/>
          </a:xfrm>
        </p:grpSpPr>
        <p:sp>
          <p:nvSpPr>
            <p:cNvPr id="53" name="Rectangle 24"/>
            <p:cNvSpPr>
              <a:spLocks noChangeArrowheads="1"/>
            </p:cNvSpPr>
            <p:nvPr/>
          </p:nvSpPr>
          <p:spPr bwMode="auto">
            <a:xfrm>
              <a:off x="3016" y="3521"/>
              <a:ext cx="1633" cy="674"/>
            </a:xfrm>
            <a:prstGeom prst="rect">
              <a:avLst/>
            </a:prstGeom>
            <a:solidFill>
              <a:schemeClr val="bg1">
                <a:alpha val="67842"/>
              </a:scheme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Arial" charset="0"/>
                </a:defRPr>
              </a:lvl1pPr>
              <a:lvl2pPr marL="179388">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lvl="1" algn="ctr" eaLnBrk="1" hangingPunct="1">
                <a:spcBef>
                  <a:spcPct val="0"/>
                </a:spcBef>
                <a:buFontTx/>
                <a:buNone/>
              </a:pPr>
              <a:r>
                <a:rPr lang="pt-BR" altLang="pt-BR" sz="1600">
                  <a:solidFill>
                    <a:schemeClr val="accent2"/>
                  </a:solidFill>
                </a:rPr>
                <a:t>Confiabilidade</a:t>
              </a:r>
            </a:p>
            <a:p>
              <a:pPr lvl="1" algn="ctr" eaLnBrk="1" hangingPunct="1">
                <a:spcBef>
                  <a:spcPct val="0"/>
                </a:spcBef>
                <a:buFontTx/>
                <a:buNone/>
              </a:pPr>
              <a:r>
                <a:rPr lang="pt-BR" altLang="pt-BR" sz="1600">
                  <a:solidFill>
                    <a:schemeClr val="accent2"/>
                  </a:solidFill>
                </a:rPr>
                <a:t>Estatística   </a:t>
              </a:r>
            </a:p>
            <a:p>
              <a:pPr lvl="1" algn="ctr" eaLnBrk="1" hangingPunct="1">
                <a:spcBef>
                  <a:spcPct val="0"/>
                </a:spcBef>
                <a:buFontTx/>
                <a:buNone/>
              </a:pPr>
              <a:r>
                <a:rPr lang="pt-BR" altLang="pt-BR" sz="1600">
                  <a:solidFill>
                    <a:schemeClr val="accent2"/>
                  </a:solidFill>
                </a:rPr>
                <a:t>Experimentos</a:t>
              </a:r>
            </a:p>
            <a:p>
              <a:pPr lvl="1" algn="ctr" eaLnBrk="1" hangingPunct="1">
                <a:spcBef>
                  <a:spcPct val="0"/>
                </a:spcBef>
                <a:buFontTx/>
                <a:buNone/>
              </a:pPr>
              <a:r>
                <a:rPr lang="pt-BR" altLang="pt-BR" sz="1600">
                  <a:solidFill>
                    <a:schemeClr val="accent2"/>
                  </a:solidFill>
                </a:rPr>
                <a:t>Parâmetros críticos</a:t>
              </a:r>
            </a:p>
          </p:txBody>
        </p:sp>
        <p:sp>
          <p:nvSpPr>
            <p:cNvPr id="54" name="Oval 25"/>
            <p:cNvSpPr>
              <a:spLocks noChangeArrowheads="1"/>
            </p:cNvSpPr>
            <p:nvPr/>
          </p:nvSpPr>
          <p:spPr bwMode="auto">
            <a:xfrm>
              <a:off x="2472" y="1798"/>
              <a:ext cx="2993" cy="2494"/>
            </a:xfrm>
            <a:prstGeom prst="ellipse">
              <a:avLst/>
            </a:prstGeom>
            <a:noFill/>
            <a:ln w="1905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spcBef>
                  <a:spcPct val="0"/>
                </a:spcBef>
                <a:buFontTx/>
                <a:buNone/>
              </a:pPr>
              <a:endParaRPr lang="pt-BR" altLang="pt-BR" sz="2400"/>
            </a:p>
          </p:txBody>
        </p:sp>
        <p:sp>
          <p:nvSpPr>
            <p:cNvPr id="55" name="Rectangle 26"/>
            <p:cNvSpPr>
              <a:spLocks noChangeArrowheads="1"/>
            </p:cNvSpPr>
            <p:nvPr/>
          </p:nvSpPr>
          <p:spPr bwMode="auto">
            <a:xfrm>
              <a:off x="4391" y="3838"/>
              <a:ext cx="1369" cy="212"/>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buFontTx/>
                <a:buNone/>
              </a:pPr>
              <a:r>
                <a:rPr lang="pt-BR" altLang="pt-BR" sz="1600" b="1" u="sng">
                  <a:solidFill>
                    <a:schemeClr val="accent2"/>
                  </a:solidFill>
                </a:rPr>
                <a:t>Design for six sigma</a:t>
              </a:r>
            </a:p>
          </p:txBody>
        </p:sp>
      </p:grpSp>
      <p:sp>
        <p:nvSpPr>
          <p:cNvPr id="56" name="Rectangle 27"/>
          <p:cNvSpPr>
            <a:spLocks noChangeArrowheads="1"/>
          </p:cNvSpPr>
          <p:nvPr/>
        </p:nvSpPr>
        <p:spPr bwMode="auto">
          <a:xfrm rot="19858193">
            <a:off x="5015442" y="5114397"/>
            <a:ext cx="3081338" cy="285750"/>
          </a:xfrm>
          <a:prstGeom prst="rect">
            <a:avLst/>
          </a:prstGeom>
          <a:solidFill>
            <a:schemeClr val="bg1"/>
          </a:solidFill>
          <a:ln w="19050">
            <a:solidFill>
              <a:schemeClr val="tx1"/>
            </a:solidFill>
            <a:miter lim="800000"/>
            <a:headEnd/>
            <a:tailEnd/>
          </a:ln>
        </p:spPr>
        <p:txBody>
          <a:bodyPr wrap="none" lIns="18000" tIns="10800" rIns="18000" bIns="10800">
            <a:spAutoFit/>
          </a:bodyPr>
          <a:lstStyle>
            <a:lvl1pPr marL="342900" indent="-342900">
              <a:spcBef>
                <a:spcPct val="20000"/>
              </a:spcBef>
              <a:buChar char="•"/>
              <a:defRPr sz="2800">
                <a:solidFill>
                  <a:schemeClr val="tx1"/>
                </a:solidFill>
                <a:latin typeface="Arial" charset="0"/>
              </a:defRPr>
            </a:lvl1pPr>
            <a:lvl2pPr marL="179388" indent="3175">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lvl="1" algn="ctr" eaLnBrk="1" hangingPunct="1">
              <a:spcBef>
                <a:spcPct val="0"/>
              </a:spcBef>
              <a:buFontTx/>
              <a:buNone/>
            </a:pPr>
            <a:r>
              <a:rPr lang="pt-BR" altLang="pt-BR" sz="1600"/>
              <a:t>Gerenciamento do ciclo de vida</a:t>
            </a:r>
          </a:p>
        </p:txBody>
      </p:sp>
      <p:sp>
        <p:nvSpPr>
          <p:cNvPr id="57" name="Rectangle 28"/>
          <p:cNvSpPr>
            <a:spLocks noChangeArrowheads="1"/>
          </p:cNvSpPr>
          <p:nvPr/>
        </p:nvSpPr>
        <p:spPr bwMode="auto">
          <a:xfrm>
            <a:off x="2715155" y="5979584"/>
            <a:ext cx="2876550" cy="530225"/>
          </a:xfrm>
          <a:prstGeom prst="rect">
            <a:avLst/>
          </a:prstGeom>
          <a:solidFill>
            <a:schemeClr val="bg1"/>
          </a:solidFill>
          <a:ln w="19050">
            <a:solidFill>
              <a:schemeClr val="tx1"/>
            </a:solidFill>
            <a:miter lim="800000"/>
            <a:headEnd/>
            <a:tailEnd/>
          </a:ln>
        </p:spPr>
        <p:txBody>
          <a:bodyPr wrap="none" lIns="18000" tIns="10800" rIns="18000" bIns="10800">
            <a:spAutoFit/>
          </a:bodyPr>
          <a:lstStyle>
            <a:lvl1pPr marL="342900" indent="-342900">
              <a:spcBef>
                <a:spcPct val="20000"/>
              </a:spcBef>
              <a:buChar char="•"/>
              <a:defRPr sz="2800">
                <a:solidFill>
                  <a:schemeClr val="tx1"/>
                </a:solidFill>
                <a:latin typeface="Arial" charset="0"/>
              </a:defRPr>
            </a:lvl1pPr>
            <a:lvl2pPr marL="179388" indent="3175">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lvl="1" algn="ctr" eaLnBrk="1" hangingPunct="1">
              <a:spcBef>
                <a:spcPct val="0"/>
              </a:spcBef>
              <a:buFontTx/>
              <a:buNone/>
            </a:pPr>
            <a:r>
              <a:rPr lang="pt-BR" altLang="pt-BR" sz="1600"/>
              <a:t>Desenvolvimento sustentável</a:t>
            </a:r>
          </a:p>
          <a:p>
            <a:pPr lvl="1" algn="ctr" eaLnBrk="1" hangingPunct="1">
              <a:spcBef>
                <a:spcPct val="0"/>
              </a:spcBef>
              <a:buFontTx/>
              <a:buNone/>
            </a:pPr>
            <a:r>
              <a:rPr lang="pt-BR" altLang="pt-BR" sz="1600"/>
              <a:t>Eco-design </a:t>
            </a:r>
          </a:p>
        </p:txBody>
      </p:sp>
      <p:sp>
        <p:nvSpPr>
          <p:cNvPr id="58" name="Rectangle 29"/>
          <p:cNvSpPr>
            <a:spLocks noChangeArrowheads="1"/>
          </p:cNvSpPr>
          <p:nvPr/>
        </p:nvSpPr>
        <p:spPr bwMode="auto">
          <a:xfrm>
            <a:off x="10200217" y="3314172"/>
            <a:ext cx="1417638" cy="530225"/>
          </a:xfrm>
          <a:prstGeom prst="rect">
            <a:avLst/>
          </a:prstGeom>
          <a:solidFill>
            <a:schemeClr val="bg1"/>
          </a:solidFill>
          <a:ln w="19050">
            <a:solidFill>
              <a:schemeClr val="tx1"/>
            </a:solidFill>
            <a:miter lim="800000"/>
            <a:headEnd/>
            <a:tailEnd/>
          </a:ln>
        </p:spPr>
        <p:txBody>
          <a:bodyPr lIns="18000" tIns="10800" rIns="18000" bIns="10800">
            <a:spAutoFit/>
          </a:bodyPr>
          <a:lstStyle>
            <a:lvl1pPr marL="342900" indent="-342900">
              <a:spcBef>
                <a:spcPct val="20000"/>
              </a:spcBef>
              <a:buChar char="•"/>
              <a:defRPr sz="2800">
                <a:solidFill>
                  <a:schemeClr val="tx1"/>
                </a:solidFill>
                <a:latin typeface="Arial" charset="0"/>
              </a:defRPr>
            </a:lvl1pPr>
            <a:lvl2pPr marL="179388" indent="3175">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lvl="1" algn="ctr" eaLnBrk="1" hangingPunct="1">
              <a:spcBef>
                <a:spcPct val="0"/>
              </a:spcBef>
              <a:buFontTx/>
              <a:buNone/>
            </a:pPr>
            <a:r>
              <a:rPr lang="pt-BR" altLang="pt-BR" sz="1600"/>
              <a:t>Modelos de maturidade </a:t>
            </a:r>
          </a:p>
        </p:txBody>
      </p:sp>
      <p:sp>
        <p:nvSpPr>
          <p:cNvPr id="59" name="Oval 30"/>
          <p:cNvSpPr>
            <a:spLocks noChangeArrowheads="1"/>
          </p:cNvSpPr>
          <p:nvPr/>
        </p:nvSpPr>
        <p:spPr bwMode="auto">
          <a:xfrm>
            <a:off x="4656667" y="1226609"/>
            <a:ext cx="2806700" cy="803275"/>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800">
                <a:solidFill>
                  <a:schemeClr val="tx1"/>
                </a:solidFill>
                <a:latin typeface="Arial" charset="0"/>
              </a:defRPr>
            </a:lvl1pPr>
            <a:lvl2pPr marL="742950" indent="-285750">
              <a:spcBef>
                <a:spcPct val="20000"/>
              </a:spcBef>
              <a:buChar char="–"/>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a:solidFill>
                  <a:schemeClr val="tx1"/>
                </a:solidFill>
                <a:latin typeface="Arial" charset="0"/>
              </a:defRPr>
            </a:lvl4pPr>
            <a:lvl5pPr marL="2057400" indent="-228600">
              <a:spcBef>
                <a:spcPct val="20000"/>
              </a:spcBef>
              <a:buChar char="»"/>
              <a:defRPr>
                <a:solidFill>
                  <a:schemeClr val="tx1"/>
                </a:solidFill>
                <a:latin typeface="Arial" charset="0"/>
              </a:defRPr>
            </a:lvl5pPr>
            <a:lvl6pPr marL="2514600" indent="-228600" eaLnBrk="0" fontAlgn="base" hangingPunct="0">
              <a:spcBef>
                <a:spcPct val="20000"/>
              </a:spcBef>
              <a:spcAft>
                <a:spcPct val="0"/>
              </a:spcAft>
              <a:buChar char="»"/>
              <a:defRPr>
                <a:solidFill>
                  <a:schemeClr val="tx1"/>
                </a:solidFill>
                <a:latin typeface="Arial" charset="0"/>
              </a:defRPr>
            </a:lvl6pPr>
            <a:lvl7pPr marL="2971800" indent="-228600" eaLnBrk="0" fontAlgn="base" hangingPunct="0">
              <a:spcBef>
                <a:spcPct val="20000"/>
              </a:spcBef>
              <a:spcAft>
                <a:spcPct val="0"/>
              </a:spcAft>
              <a:buChar char="»"/>
              <a:defRPr>
                <a:solidFill>
                  <a:schemeClr val="tx1"/>
                </a:solidFill>
                <a:latin typeface="Arial" charset="0"/>
              </a:defRPr>
            </a:lvl7pPr>
            <a:lvl8pPr marL="3429000" indent="-228600" eaLnBrk="0" fontAlgn="base" hangingPunct="0">
              <a:spcBef>
                <a:spcPct val="20000"/>
              </a:spcBef>
              <a:spcAft>
                <a:spcPct val="0"/>
              </a:spcAft>
              <a:buChar char="»"/>
              <a:defRPr>
                <a:solidFill>
                  <a:schemeClr val="tx1"/>
                </a:solidFill>
                <a:latin typeface="Arial" charset="0"/>
              </a:defRPr>
            </a:lvl8pPr>
            <a:lvl9pPr marL="3886200" indent="-228600" eaLnBrk="0" fontAlgn="base" hangingPunct="0">
              <a:spcBef>
                <a:spcPct val="20000"/>
              </a:spcBef>
              <a:spcAft>
                <a:spcPct val="0"/>
              </a:spcAft>
              <a:buChar char="»"/>
              <a:defRPr>
                <a:solidFill>
                  <a:schemeClr val="tx1"/>
                </a:solidFill>
                <a:latin typeface="Arial" charset="0"/>
              </a:defRPr>
            </a:lvl9pPr>
          </a:lstStyle>
          <a:p>
            <a:pPr algn="ctr" eaLnBrk="1" hangingPunct="1">
              <a:buFontTx/>
              <a:buNone/>
            </a:pPr>
            <a:r>
              <a:rPr lang="pt-BR" altLang="pt-BR" sz="1600" b="1" u="sng"/>
              <a:t>Metodologia de projeto </a:t>
            </a:r>
          </a:p>
        </p:txBody>
      </p:sp>
      <p:sp>
        <p:nvSpPr>
          <p:cNvPr id="60" name="CaixaDeTexto 59"/>
          <p:cNvSpPr txBox="1"/>
          <p:nvPr/>
        </p:nvSpPr>
        <p:spPr>
          <a:xfrm>
            <a:off x="91812" y="1099796"/>
            <a:ext cx="2916237" cy="1938992"/>
          </a:xfrm>
          <a:prstGeom prst="rect">
            <a:avLst/>
          </a:prstGeom>
          <a:noFill/>
        </p:spPr>
        <p:txBody>
          <a:bodyPr wrap="square" rtlCol="0">
            <a:spAutoFit/>
          </a:bodyPr>
          <a:lstStyle/>
          <a:p>
            <a:r>
              <a:rPr lang="pt-BR" sz="2400" b="1" dirty="0"/>
              <a:t>EVOLU</a:t>
            </a:r>
            <a:r>
              <a:rPr lang="en-US" sz="2400" b="1" dirty="0"/>
              <a:t>ÇÃO DAS ABORDAGENS PARA DO DESENVOLVIMENTO DE PRODUTOS</a:t>
            </a:r>
            <a:endParaRPr lang="pt-BR" sz="2400" b="1" dirty="0"/>
          </a:p>
        </p:txBody>
      </p:sp>
    </p:spTree>
    <p:extLst>
      <p:ext uri="{BB962C8B-B14F-4D97-AF65-F5344CB8AC3E}">
        <p14:creationId xmlns:p14="http://schemas.microsoft.com/office/powerpoint/2010/main" val="336124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0-#ppt_w/2"/>
                                          </p:val>
                                        </p:tav>
                                        <p:tav tm="100000">
                                          <p:val>
                                            <p:strVal val="#ppt_x"/>
                                          </p:val>
                                        </p:tav>
                                      </p:tavLst>
                                    </p:anim>
                                    <p:anim calcmode="lin" valueType="num">
                                      <p:cBhvr additive="base">
                                        <p:cTn id="8"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9"/>
                                        </p:tgtEl>
                                        <p:attrNameLst>
                                          <p:attrName>style.visibility</p:attrName>
                                        </p:attrNameLst>
                                      </p:cBhvr>
                                      <p:to>
                                        <p:strVal val="visible"/>
                                      </p:to>
                                    </p:set>
                                    <p:anim calcmode="lin" valueType="num">
                                      <p:cBhvr additive="base">
                                        <p:cTn id="13" dur="500" fill="hold"/>
                                        <p:tgtEl>
                                          <p:spTgt spid="59"/>
                                        </p:tgtEl>
                                        <p:attrNameLst>
                                          <p:attrName>ppt_x</p:attrName>
                                        </p:attrNameLst>
                                      </p:cBhvr>
                                      <p:tavLst>
                                        <p:tav tm="0">
                                          <p:val>
                                            <p:strVal val="1+#ppt_w/2"/>
                                          </p:val>
                                        </p:tav>
                                        <p:tav tm="100000">
                                          <p:val>
                                            <p:strVal val="#ppt_x"/>
                                          </p:val>
                                        </p:tav>
                                      </p:tavLst>
                                    </p:anim>
                                    <p:anim calcmode="lin" valueType="num">
                                      <p:cBhvr additive="base">
                                        <p:cTn id="14" dur="500" fill="hold"/>
                                        <p:tgtEl>
                                          <p:spTgt spid="5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500" fill="hold"/>
                                        <p:tgtEl>
                                          <p:spTgt spid="34"/>
                                        </p:tgtEl>
                                        <p:attrNameLst>
                                          <p:attrName>ppt_x</p:attrName>
                                        </p:attrNameLst>
                                      </p:cBhvr>
                                      <p:tavLst>
                                        <p:tav tm="0">
                                          <p:val>
                                            <p:strVal val="#ppt_x"/>
                                          </p:val>
                                        </p:tav>
                                        <p:tav tm="100000">
                                          <p:val>
                                            <p:strVal val="#ppt_x"/>
                                          </p:val>
                                        </p:tav>
                                      </p:tavLst>
                                    </p:anim>
                                    <p:anim calcmode="lin" valueType="num">
                                      <p:cBhvr additive="base">
                                        <p:cTn id="20"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wipe(down)">
                                      <p:cBhvr>
                                        <p:cTn id="25" dur="500"/>
                                        <p:tgtEl>
                                          <p:spTgt spid="45"/>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 calcmode="lin" valueType="num">
                                      <p:cBhvr additive="base">
                                        <p:cTn id="30" dur="500" fill="hold"/>
                                        <p:tgtEl>
                                          <p:spTgt spid="38"/>
                                        </p:tgtEl>
                                        <p:attrNameLst>
                                          <p:attrName>ppt_x</p:attrName>
                                        </p:attrNameLst>
                                      </p:cBhvr>
                                      <p:tavLst>
                                        <p:tav tm="0">
                                          <p:val>
                                            <p:strVal val="1+#ppt_w/2"/>
                                          </p:val>
                                        </p:tav>
                                        <p:tav tm="100000">
                                          <p:val>
                                            <p:strVal val="#ppt_x"/>
                                          </p:val>
                                        </p:tav>
                                      </p:tavLst>
                                    </p:anim>
                                    <p:anim calcmode="lin" valueType="num">
                                      <p:cBhvr additive="base">
                                        <p:cTn id="31"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42"/>
                                        </p:tgtEl>
                                        <p:attrNameLst>
                                          <p:attrName>style.visibility</p:attrName>
                                        </p:attrNameLst>
                                      </p:cBhvr>
                                      <p:to>
                                        <p:strVal val="visible"/>
                                      </p:to>
                                    </p:set>
                                    <p:anim calcmode="lin" valueType="num">
                                      <p:cBhvr additive="base">
                                        <p:cTn id="36" dur="500" fill="hold"/>
                                        <p:tgtEl>
                                          <p:spTgt spid="42"/>
                                        </p:tgtEl>
                                        <p:attrNameLst>
                                          <p:attrName>ppt_x</p:attrName>
                                        </p:attrNameLst>
                                      </p:cBhvr>
                                      <p:tavLst>
                                        <p:tav tm="0">
                                          <p:val>
                                            <p:strVal val="#ppt_x"/>
                                          </p:val>
                                        </p:tav>
                                        <p:tav tm="100000">
                                          <p:val>
                                            <p:strVal val="#ppt_x"/>
                                          </p:val>
                                        </p:tav>
                                      </p:tavLst>
                                    </p:anim>
                                    <p:anim calcmode="lin" valueType="num">
                                      <p:cBhvr additive="base">
                                        <p:cTn id="37"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wipe(down)">
                                      <p:cBhvr>
                                        <p:cTn id="42" dur="500"/>
                                        <p:tgtEl>
                                          <p:spTgt spid="5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wipe(down)">
                                      <p:cBhvr>
                                        <p:cTn id="47" dur="500"/>
                                        <p:tgtEl>
                                          <p:spTgt spid="5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57"/>
                                        </p:tgtEl>
                                        <p:attrNameLst>
                                          <p:attrName>style.visibility</p:attrName>
                                        </p:attrNameLst>
                                      </p:cBhvr>
                                      <p:to>
                                        <p:strVal val="visible"/>
                                      </p:to>
                                    </p:set>
                                    <p:animEffect transition="in" filter="wipe(down)">
                                      <p:cBhvr>
                                        <p:cTn id="52" dur="500"/>
                                        <p:tgtEl>
                                          <p:spTgt spid="57"/>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46"/>
                                        </p:tgtEl>
                                        <p:attrNameLst>
                                          <p:attrName>style.visibility</p:attrName>
                                        </p:attrNameLst>
                                      </p:cBhvr>
                                      <p:to>
                                        <p:strVal val="visible"/>
                                      </p:to>
                                    </p:set>
                                    <p:anim calcmode="lin" valueType="num">
                                      <p:cBhvr additive="base">
                                        <p:cTn id="57" dur="500" fill="hold"/>
                                        <p:tgtEl>
                                          <p:spTgt spid="46"/>
                                        </p:tgtEl>
                                        <p:attrNameLst>
                                          <p:attrName>ppt_x</p:attrName>
                                        </p:attrNameLst>
                                      </p:cBhvr>
                                      <p:tavLst>
                                        <p:tav tm="0">
                                          <p:val>
                                            <p:strVal val="0-#ppt_w/2"/>
                                          </p:val>
                                        </p:tav>
                                        <p:tav tm="100000">
                                          <p:val>
                                            <p:strVal val="#ppt_x"/>
                                          </p:val>
                                        </p:tav>
                                      </p:tavLst>
                                    </p:anim>
                                    <p:anim calcmode="lin" valueType="num">
                                      <p:cBhvr additive="base">
                                        <p:cTn id="58"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52"/>
                                        </p:tgtEl>
                                        <p:attrNameLst>
                                          <p:attrName>style.visibility</p:attrName>
                                        </p:attrNameLst>
                                      </p:cBhvr>
                                      <p:to>
                                        <p:strVal val="visible"/>
                                      </p:to>
                                    </p:set>
                                    <p:anim calcmode="lin" valueType="num">
                                      <p:cBhvr additive="base">
                                        <p:cTn id="63" dur="500" fill="hold"/>
                                        <p:tgtEl>
                                          <p:spTgt spid="52"/>
                                        </p:tgtEl>
                                        <p:attrNameLst>
                                          <p:attrName>ppt_x</p:attrName>
                                        </p:attrNameLst>
                                      </p:cBhvr>
                                      <p:tavLst>
                                        <p:tav tm="0">
                                          <p:val>
                                            <p:strVal val="#ppt_x"/>
                                          </p:val>
                                        </p:tav>
                                        <p:tav tm="100000">
                                          <p:val>
                                            <p:strVal val="#ppt_x"/>
                                          </p:val>
                                        </p:tav>
                                      </p:tavLst>
                                    </p:anim>
                                    <p:anim calcmode="lin" valueType="num">
                                      <p:cBhvr additive="base">
                                        <p:cTn id="64"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56"/>
                                        </p:tgtEl>
                                        <p:attrNameLst>
                                          <p:attrName>style.visibility</p:attrName>
                                        </p:attrNameLst>
                                      </p:cBhvr>
                                      <p:to>
                                        <p:strVal val="visible"/>
                                      </p:to>
                                    </p:set>
                                    <p:animEffect transition="in" filter="wipe(down)">
                                      <p:cBhvr>
                                        <p:cTn id="69" dur="500"/>
                                        <p:tgtEl>
                                          <p:spTgt spid="56"/>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58"/>
                                        </p:tgtEl>
                                        <p:attrNameLst>
                                          <p:attrName>style.visibility</p:attrName>
                                        </p:attrNameLst>
                                      </p:cBhvr>
                                      <p:to>
                                        <p:strVal val="visible"/>
                                      </p:to>
                                    </p:set>
                                    <p:animEffect transition="in" filter="wipe(down)">
                                      <p:cBhvr>
                                        <p:cTn id="7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45" grpId="0" animBg="1"/>
      <p:bldP spid="50" grpId="0" animBg="1"/>
      <p:bldP spid="51" grpId="0" animBg="1"/>
      <p:bldP spid="56" grpId="0" animBg="1"/>
      <p:bldP spid="57" grpId="0" animBg="1"/>
      <p:bldP spid="58" grpId="0" animBg="1"/>
      <p:bldP spid="5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sz="quarter" idx="10"/>
          </p:nvPr>
        </p:nvSpPr>
        <p:spPr>
          <a:xfrm>
            <a:off x="503767" y="1728425"/>
            <a:ext cx="11523133" cy="4503042"/>
          </a:xfrm>
        </p:spPr>
        <p:txBody>
          <a:bodyPr/>
          <a:lstStyle/>
          <a:p>
            <a:pPr marL="0" indent="0">
              <a:buNone/>
            </a:pPr>
            <a:r>
              <a:rPr lang="pt-BR" sz="3200" b="1" dirty="0">
                <a:solidFill>
                  <a:srgbClr val="FF0000"/>
                </a:solidFill>
              </a:rPr>
              <a:t>Tecnologia é um conjunto de </a:t>
            </a:r>
          </a:p>
          <a:p>
            <a:pPr>
              <a:buFont typeface="Wingdings" pitchFamily="2" charset="2"/>
              <a:buChar char="§"/>
            </a:pPr>
            <a:r>
              <a:rPr lang="pt-BR" sz="3200" dirty="0"/>
              <a:t>conhecimentos explícitos (processos e procedimentos formalizados, regras documentadas, patentes etc.)</a:t>
            </a:r>
          </a:p>
          <a:p>
            <a:pPr>
              <a:buFont typeface="Wingdings" pitchFamily="2" charset="2"/>
              <a:buChar char="§"/>
            </a:pPr>
            <a:r>
              <a:rPr lang="pt-BR" sz="3200" dirty="0"/>
              <a:t>conhecimentos tácitos</a:t>
            </a:r>
          </a:p>
          <a:p>
            <a:pPr>
              <a:buFont typeface="Wingdings" pitchFamily="2" charset="2"/>
              <a:buChar char="§"/>
            </a:pPr>
            <a:r>
              <a:rPr lang="pt-BR" sz="3200" dirty="0"/>
              <a:t>habilidades, e</a:t>
            </a:r>
          </a:p>
          <a:p>
            <a:pPr>
              <a:buFont typeface="Wingdings" pitchFamily="2" charset="2"/>
              <a:buChar char="§"/>
            </a:pPr>
            <a:r>
              <a:rPr lang="pt-BR" sz="3200" dirty="0"/>
              <a:t>artefatos (equipamentos, máquinas etc.)</a:t>
            </a:r>
          </a:p>
          <a:p>
            <a:endParaRPr lang="pt-BR" sz="3200" dirty="0"/>
          </a:p>
          <a:p>
            <a:pPr>
              <a:buNone/>
            </a:pPr>
            <a:r>
              <a:rPr lang="pt-BR" sz="3200" dirty="0"/>
              <a:t>usados no desenvolvimento de produtos</a:t>
            </a:r>
          </a:p>
        </p:txBody>
      </p:sp>
      <p:sp>
        <p:nvSpPr>
          <p:cNvPr id="3" name="Título 2"/>
          <p:cNvSpPr>
            <a:spLocks noGrp="1"/>
          </p:cNvSpPr>
          <p:nvPr>
            <p:ph type="title"/>
          </p:nvPr>
        </p:nvSpPr>
        <p:spPr>
          <a:xfrm>
            <a:off x="6888560" y="599149"/>
            <a:ext cx="11521280" cy="576064"/>
          </a:xfrm>
        </p:spPr>
        <p:txBody>
          <a:bodyPr>
            <a:normAutofit/>
          </a:bodyPr>
          <a:lstStyle/>
          <a:p>
            <a:r>
              <a:rPr lang="pt-BR" dirty="0"/>
              <a:t>O que é tecnologia?</a:t>
            </a:r>
          </a:p>
        </p:txBody>
      </p:sp>
    </p:spTree>
    <p:extLst>
      <p:ext uri="{BB962C8B-B14F-4D97-AF65-F5344CB8AC3E}">
        <p14:creationId xmlns:p14="http://schemas.microsoft.com/office/powerpoint/2010/main" val="1864571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34"/>
          <p:cNvSpPr>
            <a:spLocks noChangeArrowheads="1"/>
          </p:cNvSpPr>
          <p:nvPr/>
        </p:nvSpPr>
        <p:spPr bwMode="auto">
          <a:xfrm>
            <a:off x="1950273" y="96557"/>
            <a:ext cx="4649823" cy="1641731"/>
          </a:xfrm>
          <a:prstGeom prst="chevron">
            <a:avLst>
              <a:gd name="adj" fmla="val 41907"/>
            </a:avLst>
          </a:prstGeom>
          <a:solidFill>
            <a:srgbClr val="FF0000"/>
          </a:solidFill>
          <a:ln w="12700">
            <a:noFill/>
            <a:miter lim="800000"/>
            <a:headEnd/>
            <a:tailEnd/>
          </a:ln>
        </p:spPr>
        <p:txBody>
          <a:bodyPr wrap="square" lIns="96000" tIns="0" rIns="96000" bIns="0" anchor="ctr">
            <a:spAutoFit/>
          </a:bodyPr>
          <a:lstStyle/>
          <a:p>
            <a:pPr algn="ctr"/>
            <a:r>
              <a:rPr lang="pt-BR" sz="2667" dirty="0">
                <a:solidFill>
                  <a:schemeClr val="bg1"/>
                </a:solidFill>
                <a:latin typeface="Lato" pitchFamily="34" charset="0"/>
              </a:rPr>
              <a:t>Desenvolvimento de </a:t>
            </a:r>
            <a:br>
              <a:rPr lang="pt-BR" sz="2667" dirty="0">
                <a:solidFill>
                  <a:schemeClr val="bg1"/>
                </a:solidFill>
                <a:latin typeface="Lato" pitchFamily="34" charset="0"/>
              </a:rPr>
            </a:br>
            <a:r>
              <a:rPr lang="pt-BR" sz="2667" u="sng" dirty="0">
                <a:solidFill>
                  <a:schemeClr val="bg1"/>
                </a:solidFill>
                <a:latin typeface="Lato" pitchFamily="34" charset="0"/>
              </a:rPr>
              <a:t>tecnologia</a:t>
            </a:r>
            <a:r>
              <a:rPr lang="pt-BR" sz="2667" dirty="0">
                <a:solidFill>
                  <a:schemeClr val="bg1"/>
                </a:solidFill>
                <a:latin typeface="Lato" pitchFamily="34" charset="0"/>
              </a:rPr>
              <a:t> para “prateleira”</a:t>
            </a:r>
          </a:p>
        </p:txBody>
      </p:sp>
      <p:grpSp>
        <p:nvGrpSpPr>
          <p:cNvPr id="186" name="Group 63"/>
          <p:cNvGrpSpPr>
            <a:grpSpLocks/>
          </p:cNvGrpSpPr>
          <p:nvPr/>
        </p:nvGrpSpPr>
        <p:grpSpPr bwMode="auto">
          <a:xfrm>
            <a:off x="3182183" y="4677139"/>
            <a:ext cx="3681903" cy="1662332"/>
            <a:chOff x="1440" y="3364"/>
            <a:chExt cx="2997" cy="860"/>
          </a:xfrm>
        </p:grpSpPr>
        <p:sp>
          <p:nvSpPr>
            <p:cNvPr id="187" name="AutoShape 64"/>
            <p:cNvSpPr>
              <a:spLocks noChangeArrowheads="1"/>
            </p:cNvSpPr>
            <p:nvPr/>
          </p:nvSpPr>
          <p:spPr bwMode="auto">
            <a:xfrm>
              <a:off x="1440" y="3364"/>
              <a:ext cx="2997" cy="860"/>
            </a:xfrm>
            <a:prstGeom prst="homePlate">
              <a:avLst>
                <a:gd name="adj" fmla="val 88301"/>
              </a:avLst>
            </a:prstGeom>
            <a:solidFill>
              <a:srgbClr val="C00000"/>
            </a:solidFill>
            <a:ln w="9525">
              <a:noFill/>
              <a:miter lim="800000"/>
              <a:headEnd/>
              <a:tailEnd/>
            </a:ln>
            <a:effectLst/>
          </p:spPr>
          <p:txBody>
            <a:bodyPr wrap="none" anchor="ctr"/>
            <a:lstStyle/>
            <a:p>
              <a:endParaRPr lang="pt-BR" sz="2400">
                <a:latin typeface="Lato" pitchFamily="34" charset="0"/>
              </a:endParaRPr>
            </a:p>
          </p:txBody>
        </p:sp>
        <p:grpSp>
          <p:nvGrpSpPr>
            <p:cNvPr id="188" name="Group 65"/>
            <p:cNvGrpSpPr>
              <a:grpSpLocks/>
            </p:cNvGrpSpPr>
            <p:nvPr/>
          </p:nvGrpSpPr>
          <p:grpSpPr bwMode="auto">
            <a:xfrm>
              <a:off x="1632" y="3504"/>
              <a:ext cx="2160" cy="528"/>
              <a:chOff x="1632" y="3504"/>
              <a:chExt cx="2160" cy="528"/>
            </a:xfrm>
          </p:grpSpPr>
          <p:sp>
            <p:nvSpPr>
              <p:cNvPr id="189" name="Rectangle 66"/>
              <p:cNvSpPr>
                <a:spLocks noChangeArrowheads="1"/>
              </p:cNvSpPr>
              <p:nvPr/>
            </p:nvSpPr>
            <p:spPr bwMode="auto">
              <a:xfrm>
                <a:off x="1632" y="3504"/>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0" name="Rectangle 67"/>
              <p:cNvSpPr>
                <a:spLocks noChangeArrowheads="1"/>
              </p:cNvSpPr>
              <p:nvPr/>
            </p:nvSpPr>
            <p:spPr bwMode="auto">
              <a:xfrm>
                <a:off x="1792" y="3504"/>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1" name="Rectangle 68"/>
              <p:cNvSpPr>
                <a:spLocks noChangeArrowheads="1"/>
              </p:cNvSpPr>
              <p:nvPr/>
            </p:nvSpPr>
            <p:spPr bwMode="auto">
              <a:xfrm>
                <a:off x="1972" y="359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2" name="Rectangle 69"/>
              <p:cNvSpPr>
                <a:spLocks noChangeArrowheads="1"/>
              </p:cNvSpPr>
              <p:nvPr/>
            </p:nvSpPr>
            <p:spPr bwMode="auto">
              <a:xfrm>
                <a:off x="2132" y="359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3" name="Rectangle 70"/>
              <p:cNvSpPr>
                <a:spLocks noChangeArrowheads="1"/>
              </p:cNvSpPr>
              <p:nvPr/>
            </p:nvSpPr>
            <p:spPr bwMode="auto">
              <a:xfrm>
                <a:off x="2312" y="359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4" name="Rectangle 71"/>
              <p:cNvSpPr>
                <a:spLocks noChangeArrowheads="1"/>
              </p:cNvSpPr>
              <p:nvPr/>
            </p:nvSpPr>
            <p:spPr bwMode="auto">
              <a:xfrm>
                <a:off x="255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5" name="Rectangle 72"/>
              <p:cNvSpPr>
                <a:spLocks noChangeArrowheads="1"/>
              </p:cNvSpPr>
              <p:nvPr/>
            </p:nvSpPr>
            <p:spPr bwMode="auto">
              <a:xfrm>
                <a:off x="287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6" name="Rectangle 73"/>
              <p:cNvSpPr>
                <a:spLocks noChangeArrowheads="1"/>
              </p:cNvSpPr>
              <p:nvPr/>
            </p:nvSpPr>
            <p:spPr bwMode="auto">
              <a:xfrm>
                <a:off x="3072" y="3566"/>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7" name="Rectangle 74"/>
              <p:cNvSpPr>
                <a:spLocks noChangeArrowheads="1"/>
              </p:cNvSpPr>
              <p:nvPr/>
            </p:nvSpPr>
            <p:spPr bwMode="auto">
              <a:xfrm>
                <a:off x="323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8" name="Rectangle 75"/>
              <p:cNvSpPr>
                <a:spLocks noChangeArrowheads="1"/>
              </p:cNvSpPr>
              <p:nvPr/>
            </p:nvSpPr>
            <p:spPr bwMode="auto">
              <a:xfrm>
                <a:off x="343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9" name="Rectangle 76"/>
              <p:cNvSpPr>
                <a:spLocks noChangeArrowheads="1"/>
              </p:cNvSpPr>
              <p:nvPr/>
            </p:nvSpPr>
            <p:spPr bwMode="auto">
              <a:xfrm>
                <a:off x="361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0" name="Rectangle 77"/>
              <p:cNvSpPr>
                <a:spLocks noChangeArrowheads="1"/>
              </p:cNvSpPr>
              <p:nvPr/>
            </p:nvSpPr>
            <p:spPr bwMode="auto">
              <a:xfrm>
                <a:off x="3692" y="3721"/>
                <a:ext cx="100" cy="94"/>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1" name="Rectangle 78"/>
              <p:cNvSpPr>
                <a:spLocks noChangeArrowheads="1"/>
              </p:cNvSpPr>
              <p:nvPr/>
            </p:nvSpPr>
            <p:spPr bwMode="auto">
              <a:xfrm>
                <a:off x="3352" y="3815"/>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2" name="Rectangle 79"/>
              <p:cNvSpPr>
                <a:spLocks noChangeArrowheads="1"/>
              </p:cNvSpPr>
              <p:nvPr/>
            </p:nvSpPr>
            <p:spPr bwMode="auto">
              <a:xfrm>
                <a:off x="315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3" name="Rectangle 80"/>
              <p:cNvSpPr>
                <a:spLocks noChangeArrowheads="1"/>
              </p:cNvSpPr>
              <p:nvPr/>
            </p:nvSpPr>
            <p:spPr bwMode="auto">
              <a:xfrm>
                <a:off x="299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4" name="Rectangle 81"/>
              <p:cNvSpPr>
                <a:spLocks noChangeArrowheads="1"/>
              </p:cNvSpPr>
              <p:nvPr/>
            </p:nvSpPr>
            <p:spPr bwMode="auto">
              <a:xfrm>
                <a:off x="283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5" name="Rectangle 82"/>
              <p:cNvSpPr>
                <a:spLocks noChangeArrowheads="1"/>
              </p:cNvSpPr>
              <p:nvPr/>
            </p:nvSpPr>
            <p:spPr bwMode="auto">
              <a:xfrm>
                <a:off x="263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6" name="Rectangle 83"/>
              <p:cNvSpPr>
                <a:spLocks noChangeArrowheads="1"/>
              </p:cNvSpPr>
              <p:nvPr/>
            </p:nvSpPr>
            <p:spPr bwMode="auto">
              <a:xfrm>
                <a:off x="2472" y="3752"/>
                <a:ext cx="100" cy="94"/>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7" name="Rectangle 84"/>
              <p:cNvSpPr>
                <a:spLocks noChangeArrowheads="1"/>
              </p:cNvSpPr>
              <p:nvPr/>
            </p:nvSpPr>
            <p:spPr bwMode="auto">
              <a:xfrm>
                <a:off x="231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8" name="Rectangle 85"/>
              <p:cNvSpPr>
                <a:spLocks noChangeArrowheads="1"/>
              </p:cNvSpPr>
              <p:nvPr/>
            </p:nvSpPr>
            <p:spPr bwMode="auto">
              <a:xfrm>
                <a:off x="2152" y="3815"/>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9" name="Rectangle 86"/>
              <p:cNvSpPr>
                <a:spLocks noChangeArrowheads="1"/>
              </p:cNvSpPr>
              <p:nvPr/>
            </p:nvSpPr>
            <p:spPr bwMode="auto">
              <a:xfrm>
                <a:off x="1972" y="3784"/>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0" name="Rectangle 87"/>
              <p:cNvSpPr>
                <a:spLocks noChangeArrowheads="1"/>
              </p:cNvSpPr>
              <p:nvPr/>
            </p:nvSpPr>
            <p:spPr bwMode="auto">
              <a:xfrm>
                <a:off x="1792" y="3784"/>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1" name="Rectangle 88"/>
              <p:cNvSpPr>
                <a:spLocks noChangeArrowheads="1"/>
              </p:cNvSpPr>
              <p:nvPr/>
            </p:nvSpPr>
            <p:spPr bwMode="auto">
              <a:xfrm>
                <a:off x="1792" y="365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2" name="Rectangle 89"/>
              <p:cNvSpPr>
                <a:spLocks noChangeArrowheads="1"/>
              </p:cNvSpPr>
              <p:nvPr/>
            </p:nvSpPr>
            <p:spPr bwMode="auto">
              <a:xfrm>
                <a:off x="17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3" name="Rectangle 90"/>
              <p:cNvSpPr>
                <a:spLocks noChangeArrowheads="1"/>
              </p:cNvSpPr>
              <p:nvPr/>
            </p:nvSpPr>
            <p:spPr bwMode="auto">
              <a:xfrm>
                <a:off x="19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4" name="Rectangle 91"/>
              <p:cNvSpPr>
                <a:spLocks noChangeArrowheads="1"/>
              </p:cNvSpPr>
              <p:nvPr/>
            </p:nvSpPr>
            <p:spPr bwMode="auto">
              <a:xfrm>
                <a:off x="24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5" name="Rectangle 92"/>
              <p:cNvSpPr>
                <a:spLocks noChangeArrowheads="1"/>
              </p:cNvSpPr>
              <p:nvPr/>
            </p:nvSpPr>
            <p:spPr bwMode="auto">
              <a:xfrm>
                <a:off x="267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6" name="Rectangle 93"/>
              <p:cNvSpPr>
                <a:spLocks noChangeArrowheads="1"/>
              </p:cNvSpPr>
              <p:nvPr/>
            </p:nvSpPr>
            <p:spPr bwMode="auto">
              <a:xfrm>
                <a:off x="29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7" name="Rectangle 94"/>
              <p:cNvSpPr>
                <a:spLocks noChangeArrowheads="1"/>
              </p:cNvSpPr>
              <p:nvPr/>
            </p:nvSpPr>
            <p:spPr bwMode="auto">
              <a:xfrm>
                <a:off x="315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8" name="Rectangle 95"/>
              <p:cNvSpPr>
                <a:spLocks noChangeArrowheads="1"/>
              </p:cNvSpPr>
              <p:nvPr/>
            </p:nvSpPr>
            <p:spPr bwMode="auto">
              <a:xfrm>
                <a:off x="335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9" name="Rectangle 96"/>
              <p:cNvSpPr>
                <a:spLocks noChangeArrowheads="1"/>
              </p:cNvSpPr>
              <p:nvPr/>
            </p:nvSpPr>
            <p:spPr bwMode="auto">
              <a:xfrm>
                <a:off x="3532" y="387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20" name="Freeform 97"/>
              <p:cNvSpPr>
                <a:spLocks/>
              </p:cNvSpPr>
              <p:nvPr/>
            </p:nvSpPr>
            <p:spPr bwMode="auto">
              <a:xfrm>
                <a:off x="1732" y="3551"/>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21" name="Freeform 98"/>
              <p:cNvSpPr>
                <a:spLocks/>
              </p:cNvSpPr>
              <p:nvPr/>
            </p:nvSpPr>
            <p:spPr bwMode="auto">
              <a:xfrm>
                <a:off x="1892" y="3551"/>
                <a:ext cx="81" cy="94"/>
              </a:xfrm>
              <a:custGeom>
                <a:avLst/>
                <a:gdLst/>
                <a:ahLst/>
                <a:cxnLst>
                  <a:cxn ang="0">
                    <a:pos x="0" y="0"/>
                  </a:cxn>
                  <a:cxn ang="0">
                    <a:pos x="40" y="0"/>
                  </a:cxn>
                  <a:cxn ang="0">
                    <a:pos x="40" y="93"/>
                  </a:cxn>
                  <a:cxn ang="0">
                    <a:pos x="80" y="93"/>
                  </a:cxn>
                </a:cxnLst>
                <a:rect l="0" t="0" r="r" b="b"/>
                <a:pathLst>
                  <a:path w="81" h="94">
                    <a:moveTo>
                      <a:pt x="0" y="0"/>
                    </a:moveTo>
                    <a:lnTo>
                      <a:pt x="40" y="0"/>
                    </a:lnTo>
                    <a:lnTo>
                      <a:pt x="40" y="93"/>
                    </a:lnTo>
                    <a:lnTo>
                      <a:pt x="80" y="93"/>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22" name="Freeform 99"/>
              <p:cNvSpPr>
                <a:spLocks/>
              </p:cNvSpPr>
              <p:nvPr/>
            </p:nvSpPr>
            <p:spPr bwMode="auto">
              <a:xfrm>
                <a:off x="2072" y="3644"/>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23" name="Freeform 100"/>
              <p:cNvSpPr>
                <a:spLocks/>
              </p:cNvSpPr>
              <p:nvPr/>
            </p:nvSpPr>
            <p:spPr bwMode="auto">
              <a:xfrm>
                <a:off x="2232" y="3644"/>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24" name="Freeform 101"/>
              <p:cNvSpPr>
                <a:spLocks/>
              </p:cNvSpPr>
              <p:nvPr/>
            </p:nvSpPr>
            <p:spPr bwMode="auto">
              <a:xfrm>
                <a:off x="2412" y="3644"/>
                <a:ext cx="61" cy="156"/>
              </a:xfrm>
              <a:custGeom>
                <a:avLst/>
                <a:gdLst/>
                <a:ahLst/>
                <a:cxnLst>
                  <a:cxn ang="0">
                    <a:pos x="0" y="0"/>
                  </a:cxn>
                  <a:cxn ang="0">
                    <a:pos x="30" y="0"/>
                  </a:cxn>
                  <a:cxn ang="0">
                    <a:pos x="30" y="155"/>
                  </a:cxn>
                  <a:cxn ang="0">
                    <a:pos x="60" y="155"/>
                  </a:cxn>
                </a:cxnLst>
                <a:rect l="0" t="0" r="r" b="b"/>
                <a:pathLst>
                  <a:path w="61" h="156">
                    <a:moveTo>
                      <a:pt x="0" y="0"/>
                    </a:moveTo>
                    <a:lnTo>
                      <a:pt x="30" y="0"/>
                    </a:lnTo>
                    <a:lnTo>
                      <a:pt x="30" y="155"/>
                    </a:lnTo>
                    <a:lnTo>
                      <a:pt x="60" y="15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25" name="Freeform 102"/>
              <p:cNvSpPr>
                <a:spLocks/>
              </p:cNvSpPr>
              <p:nvPr/>
            </p:nvSpPr>
            <p:spPr bwMode="auto">
              <a:xfrm>
                <a:off x="2412" y="3613"/>
                <a:ext cx="141" cy="32"/>
              </a:xfrm>
              <a:custGeom>
                <a:avLst/>
                <a:gdLst/>
                <a:ahLst/>
                <a:cxnLst>
                  <a:cxn ang="0">
                    <a:pos x="0" y="31"/>
                  </a:cxn>
                  <a:cxn ang="0">
                    <a:pos x="70" y="31"/>
                  </a:cxn>
                  <a:cxn ang="0">
                    <a:pos x="70" y="0"/>
                  </a:cxn>
                  <a:cxn ang="0">
                    <a:pos x="140" y="0"/>
                  </a:cxn>
                </a:cxnLst>
                <a:rect l="0" t="0" r="r" b="b"/>
                <a:pathLst>
                  <a:path w="141" h="32">
                    <a:moveTo>
                      <a:pt x="0" y="31"/>
                    </a:moveTo>
                    <a:lnTo>
                      <a:pt x="70" y="31"/>
                    </a:lnTo>
                    <a:lnTo>
                      <a:pt x="70" y="0"/>
                    </a:lnTo>
                    <a:lnTo>
                      <a:pt x="14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26" name="Freeform 103"/>
              <p:cNvSpPr>
                <a:spLocks/>
              </p:cNvSpPr>
              <p:nvPr/>
            </p:nvSpPr>
            <p:spPr bwMode="auto">
              <a:xfrm>
                <a:off x="2572" y="3799"/>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27" name="Freeform 104"/>
              <p:cNvSpPr>
                <a:spLocks/>
              </p:cNvSpPr>
              <p:nvPr/>
            </p:nvSpPr>
            <p:spPr bwMode="auto">
              <a:xfrm>
                <a:off x="2732" y="3799"/>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28" name="Freeform 105"/>
              <p:cNvSpPr>
                <a:spLocks/>
              </p:cNvSpPr>
              <p:nvPr/>
            </p:nvSpPr>
            <p:spPr bwMode="auto">
              <a:xfrm>
                <a:off x="2652" y="3613"/>
                <a:ext cx="221" cy="1"/>
              </a:xfrm>
              <a:custGeom>
                <a:avLst/>
                <a:gdLst/>
                <a:ahLst/>
                <a:cxnLst>
                  <a:cxn ang="0">
                    <a:pos x="0" y="0"/>
                  </a:cxn>
                  <a:cxn ang="0">
                    <a:pos x="220" y="0"/>
                  </a:cxn>
                </a:cxnLst>
                <a:rect l="0" t="0" r="r" b="b"/>
                <a:pathLst>
                  <a:path w="221" h="1">
                    <a:moveTo>
                      <a:pt x="0" y="0"/>
                    </a:moveTo>
                    <a:lnTo>
                      <a:pt x="22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29" name="Freeform 106"/>
              <p:cNvSpPr>
                <a:spLocks/>
              </p:cNvSpPr>
              <p:nvPr/>
            </p:nvSpPr>
            <p:spPr bwMode="auto">
              <a:xfrm>
                <a:off x="2972" y="3613"/>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30" name="Freeform 107"/>
              <p:cNvSpPr>
                <a:spLocks/>
              </p:cNvSpPr>
              <p:nvPr/>
            </p:nvSpPr>
            <p:spPr bwMode="auto">
              <a:xfrm>
                <a:off x="1892" y="3644"/>
                <a:ext cx="81" cy="63"/>
              </a:xfrm>
              <a:custGeom>
                <a:avLst/>
                <a:gdLst/>
                <a:ahLst/>
                <a:cxnLst>
                  <a:cxn ang="0">
                    <a:pos x="0" y="62"/>
                  </a:cxn>
                  <a:cxn ang="0">
                    <a:pos x="40" y="62"/>
                  </a:cxn>
                  <a:cxn ang="0">
                    <a:pos x="40" y="0"/>
                  </a:cxn>
                  <a:cxn ang="0">
                    <a:pos x="80" y="0"/>
                  </a:cxn>
                </a:cxnLst>
                <a:rect l="0" t="0" r="r" b="b"/>
                <a:pathLst>
                  <a:path w="81" h="63">
                    <a:moveTo>
                      <a:pt x="0" y="62"/>
                    </a:moveTo>
                    <a:lnTo>
                      <a:pt x="40" y="62"/>
                    </a:lnTo>
                    <a:lnTo>
                      <a:pt x="40" y="0"/>
                    </a:ln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31" name="Freeform 108"/>
              <p:cNvSpPr>
                <a:spLocks/>
              </p:cNvSpPr>
              <p:nvPr/>
            </p:nvSpPr>
            <p:spPr bwMode="auto">
              <a:xfrm>
                <a:off x="1892" y="3830"/>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32" name="Freeform 109"/>
              <p:cNvSpPr>
                <a:spLocks/>
              </p:cNvSpPr>
              <p:nvPr/>
            </p:nvSpPr>
            <p:spPr bwMode="auto">
              <a:xfrm>
                <a:off x="2072" y="3644"/>
                <a:ext cx="61" cy="187"/>
              </a:xfrm>
              <a:custGeom>
                <a:avLst/>
                <a:gdLst/>
                <a:ahLst/>
                <a:cxnLst>
                  <a:cxn ang="0">
                    <a:pos x="0" y="186"/>
                  </a:cxn>
                  <a:cxn ang="0">
                    <a:pos x="30" y="186"/>
                  </a:cxn>
                  <a:cxn ang="0">
                    <a:pos x="30" y="0"/>
                  </a:cxn>
                  <a:cxn ang="0">
                    <a:pos x="60" y="0"/>
                  </a:cxn>
                </a:cxnLst>
                <a:rect l="0" t="0" r="r" b="b"/>
                <a:pathLst>
                  <a:path w="61" h="187">
                    <a:moveTo>
                      <a:pt x="0" y="186"/>
                    </a:moveTo>
                    <a:lnTo>
                      <a:pt x="30" y="186"/>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33" name="Freeform 110"/>
              <p:cNvSpPr>
                <a:spLocks/>
              </p:cNvSpPr>
              <p:nvPr/>
            </p:nvSpPr>
            <p:spPr bwMode="auto">
              <a:xfrm>
                <a:off x="2732" y="3613"/>
                <a:ext cx="141" cy="187"/>
              </a:xfrm>
              <a:custGeom>
                <a:avLst/>
                <a:gdLst/>
                <a:ahLst/>
                <a:cxnLst>
                  <a:cxn ang="0">
                    <a:pos x="0" y="186"/>
                  </a:cxn>
                  <a:cxn ang="0">
                    <a:pos x="70" y="186"/>
                  </a:cxn>
                  <a:cxn ang="0">
                    <a:pos x="70" y="0"/>
                  </a:cxn>
                  <a:cxn ang="0">
                    <a:pos x="140" y="0"/>
                  </a:cxn>
                </a:cxnLst>
                <a:rect l="0" t="0" r="r" b="b"/>
                <a:pathLst>
                  <a:path w="141" h="187">
                    <a:moveTo>
                      <a:pt x="0" y="186"/>
                    </a:moveTo>
                    <a:lnTo>
                      <a:pt x="70" y="186"/>
                    </a:lnTo>
                    <a:lnTo>
                      <a:pt x="70" y="0"/>
                    </a:lnTo>
                    <a:lnTo>
                      <a:pt x="14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34" name="Freeform 111"/>
              <p:cNvSpPr>
                <a:spLocks/>
              </p:cNvSpPr>
              <p:nvPr/>
            </p:nvSpPr>
            <p:spPr bwMode="auto">
              <a:xfrm>
                <a:off x="2932" y="3799"/>
                <a:ext cx="61" cy="187"/>
              </a:xfrm>
              <a:custGeom>
                <a:avLst/>
                <a:gdLst/>
                <a:ahLst/>
                <a:cxnLst>
                  <a:cxn ang="0">
                    <a:pos x="0" y="0"/>
                  </a:cxn>
                  <a:cxn ang="0">
                    <a:pos x="30" y="0"/>
                  </a:cxn>
                  <a:cxn ang="0">
                    <a:pos x="30" y="186"/>
                  </a:cxn>
                  <a:cxn ang="0">
                    <a:pos x="60" y="186"/>
                  </a:cxn>
                </a:cxnLst>
                <a:rect l="0" t="0" r="r" b="b"/>
                <a:pathLst>
                  <a:path w="61" h="187">
                    <a:moveTo>
                      <a:pt x="0" y="0"/>
                    </a:moveTo>
                    <a:lnTo>
                      <a:pt x="30" y="0"/>
                    </a:lnTo>
                    <a:lnTo>
                      <a:pt x="30" y="186"/>
                    </a:lnTo>
                    <a:lnTo>
                      <a:pt x="60" y="186"/>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35" name="Freeform 112"/>
              <p:cNvSpPr>
                <a:spLocks/>
              </p:cNvSpPr>
              <p:nvPr/>
            </p:nvSpPr>
            <p:spPr bwMode="auto">
              <a:xfrm>
                <a:off x="2932" y="3799"/>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36" name="Freeform 113"/>
              <p:cNvSpPr>
                <a:spLocks/>
              </p:cNvSpPr>
              <p:nvPr/>
            </p:nvSpPr>
            <p:spPr bwMode="auto">
              <a:xfrm>
                <a:off x="3172" y="3613"/>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37" name="Freeform 114"/>
              <p:cNvSpPr>
                <a:spLocks/>
              </p:cNvSpPr>
              <p:nvPr/>
            </p:nvSpPr>
            <p:spPr bwMode="auto">
              <a:xfrm>
                <a:off x="3332" y="3613"/>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38" name="Freeform 115"/>
              <p:cNvSpPr>
                <a:spLocks/>
              </p:cNvSpPr>
              <p:nvPr/>
            </p:nvSpPr>
            <p:spPr bwMode="auto">
              <a:xfrm>
                <a:off x="3532" y="3613"/>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39" name="Freeform 116"/>
              <p:cNvSpPr>
                <a:spLocks/>
              </p:cNvSpPr>
              <p:nvPr/>
            </p:nvSpPr>
            <p:spPr bwMode="auto">
              <a:xfrm>
                <a:off x="3332" y="3613"/>
                <a:ext cx="361" cy="156"/>
              </a:xfrm>
              <a:custGeom>
                <a:avLst/>
                <a:gdLst/>
                <a:ahLst/>
                <a:cxnLst>
                  <a:cxn ang="0">
                    <a:pos x="0" y="0"/>
                  </a:cxn>
                  <a:cxn ang="0">
                    <a:pos x="50" y="0"/>
                  </a:cxn>
                  <a:cxn ang="0">
                    <a:pos x="50" y="155"/>
                  </a:cxn>
                  <a:cxn ang="0">
                    <a:pos x="360" y="155"/>
                  </a:cxn>
                </a:cxnLst>
                <a:rect l="0" t="0" r="r" b="b"/>
                <a:pathLst>
                  <a:path w="361" h="156">
                    <a:moveTo>
                      <a:pt x="0" y="0"/>
                    </a:moveTo>
                    <a:lnTo>
                      <a:pt x="50" y="0"/>
                    </a:lnTo>
                    <a:lnTo>
                      <a:pt x="50" y="155"/>
                    </a:lnTo>
                    <a:lnTo>
                      <a:pt x="360" y="15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40" name="Freeform 117"/>
              <p:cNvSpPr>
                <a:spLocks/>
              </p:cNvSpPr>
              <p:nvPr/>
            </p:nvSpPr>
            <p:spPr bwMode="auto">
              <a:xfrm>
                <a:off x="1892" y="3830"/>
                <a:ext cx="81" cy="156"/>
              </a:xfrm>
              <a:custGeom>
                <a:avLst/>
                <a:gdLst/>
                <a:ahLst/>
                <a:cxnLst>
                  <a:cxn ang="0">
                    <a:pos x="0" y="155"/>
                  </a:cxn>
                  <a:cxn ang="0">
                    <a:pos x="40" y="155"/>
                  </a:cxn>
                  <a:cxn ang="0">
                    <a:pos x="40" y="0"/>
                  </a:cxn>
                  <a:cxn ang="0">
                    <a:pos x="80" y="0"/>
                  </a:cxn>
                </a:cxnLst>
                <a:rect l="0" t="0" r="r" b="b"/>
                <a:pathLst>
                  <a:path w="81" h="156">
                    <a:moveTo>
                      <a:pt x="0" y="155"/>
                    </a:moveTo>
                    <a:lnTo>
                      <a:pt x="40" y="155"/>
                    </a:lnTo>
                    <a:lnTo>
                      <a:pt x="40" y="0"/>
                    </a:ln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41" name="Freeform 118"/>
              <p:cNvSpPr>
                <a:spLocks/>
              </p:cNvSpPr>
              <p:nvPr/>
            </p:nvSpPr>
            <p:spPr bwMode="auto">
              <a:xfrm>
                <a:off x="1732" y="3551"/>
                <a:ext cx="61" cy="280"/>
              </a:xfrm>
              <a:custGeom>
                <a:avLst/>
                <a:gdLst/>
                <a:ahLst/>
                <a:cxnLst>
                  <a:cxn ang="0">
                    <a:pos x="0" y="0"/>
                  </a:cxn>
                  <a:cxn ang="0">
                    <a:pos x="30" y="0"/>
                  </a:cxn>
                  <a:cxn ang="0">
                    <a:pos x="30" y="279"/>
                  </a:cxn>
                  <a:cxn ang="0">
                    <a:pos x="60" y="279"/>
                  </a:cxn>
                </a:cxnLst>
                <a:rect l="0" t="0" r="r" b="b"/>
                <a:pathLst>
                  <a:path w="61" h="280">
                    <a:moveTo>
                      <a:pt x="0" y="0"/>
                    </a:moveTo>
                    <a:lnTo>
                      <a:pt x="30" y="0"/>
                    </a:lnTo>
                    <a:lnTo>
                      <a:pt x="30" y="279"/>
                    </a:lnTo>
                    <a:lnTo>
                      <a:pt x="60" y="27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42" name="Freeform 119"/>
              <p:cNvSpPr>
                <a:spLocks/>
              </p:cNvSpPr>
              <p:nvPr/>
            </p:nvSpPr>
            <p:spPr bwMode="auto">
              <a:xfrm>
                <a:off x="1732" y="3551"/>
                <a:ext cx="61" cy="156"/>
              </a:xfrm>
              <a:custGeom>
                <a:avLst/>
                <a:gdLst/>
                <a:ahLst/>
                <a:cxnLst>
                  <a:cxn ang="0">
                    <a:pos x="0" y="0"/>
                  </a:cxn>
                  <a:cxn ang="0">
                    <a:pos x="30" y="0"/>
                  </a:cxn>
                  <a:cxn ang="0">
                    <a:pos x="30" y="155"/>
                  </a:cxn>
                  <a:cxn ang="0">
                    <a:pos x="60" y="155"/>
                  </a:cxn>
                </a:cxnLst>
                <a:rect l="0" t="0" r="r" b="b"/>
                <a:pathLst>
                  <a:path w="61" h="156">
                    <a:moveTo>
                      <a:pt x="0" y="0"/>
                    </a:moveTo>
                    <a:lnTo>
                      <a:pt x="30" y="0"/>
                    </a:lnTo>
                    <a:lnTo>
                      <a:pt x="30" y="155"/>
                    </a:lnTo>
                    <a:lnTo>
                      <a:pt x="60" y="15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43" name="Freeform 120"/>
              <p:cNvSpPr>
                <a:spLocks/>
              </p:cNvSpPr>
              <p:nvPr/>
            </p:nvSpPr>
            <p:spPr bwMode="auto">
              <a:xfrm>
                <a:off x="1892" y="3985"/>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44" name="Freeform 121"/>
              <p:cNvSpPr>
                <a:spLocks/>
              </p:cNvSpPr>
              <p:nvPr/>
            </p:nvSpPr>
            <p:spPr bwMode="auto">
              <a:xfrm>
                <a:off x="2092" y="3861"/>
                <a:ext cx="61" cy="125"/>
              </a:xfrm>
              <a:custGeom>
                <a:avLst/>
                <a:gdLst/>
                <a:ahLst/>
                <a:cxnLst>
                  <a:cxn ang="0">
                    <a:pos x="0" y="124"/>
                  </a:cxn>
                  <a:cxn ang="0">
                    <a:pos x="30" y="124"/>
                  </a:cxn>
                  <a:cxn ang="0">
                    <a:pos x="30" y="0"/>
                  </a:cxn>
                  <a:cxn ang="0">
                    <a:pos x="60" y="0"/>
                  </a:cxn>
                </a:cxnLst>
                <a:rect l="0" t="0" r="r" b="b"/>
                <a:pathLst>
                  <a:path w="61" h="125">
                    <a:moveTo>
                      <a:pt x="0" y="124"/>
                    </a:moveTo>
                    <a:lnTo>
                      <a:pt x="30" y="124"/>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45" name="Freeform 122"/>
              <p:cNvSpPr>
                <a:spLocks/>
              </p:cNvSpPr>
              <p:nvPr/>
            </p:nvSpPr>
            <p:spPr bwMode="auto">
              <a:xfrm>
                <a:off x="2252" y="3644"/>
                <a:ext cx="61" cy="218"/>
              </a:xfrm>
              <a:custGeom>
                <a:avLst/>
                <a:gdLst/>
                <a:ahLst/>
                <a:cxnLst>
                  <a:cxn ang="0">
                    <a:pos x="0" y="217"/>
                  </a:cxn>
                  <a:cxn ang="0">
                    <a:pos x="30" y="217"/>
                  </a:cxn>
                  <a:cxn ang="0">
                    <a:pos x="30" y="0"/>
                  </a:cxn>
                  <a:cxn ang="0">
                    <a:pos x="60" y="0"/>
                  </a:cxn>
                </a:cxnLst>
                <a:rect l="0" t="0" r="r" b="b"/>
                <a:pathLst>
                  <a:path w="61" h="218">
                    <a:moveTo>
                      <a:pt x="0" y="217"/>
                    </a:moveTo>
                    <a:lnTo>
                      <a:pt x="30" y="217"/>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46" name="Freeform 123"/>
              <p:cNvSpPr>
                <a:spLocks/>
              </p:cNvSpPr>
              <p:nvPr/>
            </p:nvSpPr>
            <p:spPr bwMode="auto">
              <a:xfrm>
                <a:off x="2092" y="3985"/>
                <a:ext cx="221" cy="1"/>
              </a:xfrm>
              <a:custGeom>
                <a:avLst/>
                <a:gdLst/>
                <a:ahLst/>
                <a:cxnLst>
                  <a:cxn ang="0">
                    <a:pos x="0" y="0"/>
                  </a:cxn>
                  <a:cxn ang="0">
                    <a:pos x="220" y="0"/>
                  </a:cxn>
                </a:cxnLst>
                <a:rect l="0" t="0" r="r" b="b"/>
                <a:pathLst>
                  <a:path w="221" h="1">
                    <a:moveTo>
                      <a:pt x="0" y="0"/>
                    </a:moveTo>
                    <a:lnTo>
                      <a:pt x="22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47" name="Freeform 124"/>
              <p:cNvSpPr>
                <a:spLocks/>
              </p:cNvSpPr>
              <p:nvPr/>
            </p:nvSpPr>
            <p:spPr bwMode="auto">
              <a:xfrm>
                <a:off x="2412" y="3985"/>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48" name="Freeform 125"/>
              <p:cNvSpPr>
                <a:spLocks/>
              </p:cNvSpPr>
              <p:nvPr/>
            </p:nvSpPr>
            <p:spPr bwMode="auto">
              <a:xfrm>
                <a:off x="2592" y="3799"/>
                <a:ext cx="41" cy="187"/>
              </a:xfrm>
              <a:custGeom>
                <a:avLst/>
                <a:gdLst/>
                <a:ahLst/>
                <a:cxnLst>
                  <a:cxn ang="0">
                    <a:pos x="0" y="186"/>
                  </a:cxn>
                  <a:cxn ang="0">
                    <a:pos x="20" y="186"/>
                  </a:cxn>
                  <a:cxn ang="0">
                    <a:pos x="20" y="0"/>
                  </a:cxn>
                  <a:cxn ang="0">
                    <a:pos x="40" y="0"/>
                  </a:cxn>
                </a:cxnLst>
                <a:rect l="0" t="0" r="r" b="b"/>
                <a:pathLst>
                  <a:path w="41" h="187">
                    <a:moveTo>
                      <a:pt x="0" y="186"/>
                    </a:moveTo>
                    <a:lnTo>
                      <a:pt x="20" y="186"/>
                    </a:lnTo>
                    <a:lnTo>
                      <a:pt x="20" y="0"/>
                    </a:lnTo>
                    <a:lnTo>
                      <a:pt x="4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49" name="Freeform 126"/>
              <p:cNvSpPr>
                <a:spLocks/>
              </p:cNvSpPr>
              <p:nvPr/>
            </p:nvSpPr>
            <p:spPr bwMode="auto">
              <a:xfrm>
                <a:off x="2592" y="3985"/>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50" name="Freeform 127"/>
              <p:cNvSpPr>
                <a:spLocks/>
              </p:cNvSpPr>
              <p:nvPr/>
            </p:nvSpPr>
            <p:spPr bwMode="auto">
              <a:xfrm>
                <a:off x="2772" y="3799"/>
                <a:ext cx="61" cy="187"/>
              </a:xfrm>
              <a:custGeom>
                <a:avLst/>
                <a:gdLst/>
                <a:ahLst/>
                <a:cxnLst>
                  <a:cxn ang="0">
                    <a:pos x="0" y="186"/>
                  </a:cxn>
                  <a:cxn ang="0">
                    <a:pos x="30" y="186"/>
                  </a:cxn>
                  <a:cxn ang="0">
                    <a:pos x="30" y="0"/>
                  </a:cxn>
                  <a:cxn ang="0">
                    <a:pos x="60" y="0"/>
                  </a:cxn>
                </a:cxnLst>
                <a:rect l="0" t="0" r="r" b="b"/>
                <a:pathLst>
                  <a:path w="61" h="187">
                    <a:moveTo>
                      <a:pt x="0" y="186"/>
                    </a:moveTo>
                    <a:lnTo>
                      <a:pt x="30" y="186"/>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51" name="Freeform 128"/>
              <p:cNvSpPr>
                <a:spLocks/>
              </p:cNvSpPr>
              <p:nvPr/>
            </p:nvSpPr>
            <p:spPr bwMode="auto">
              <a:xfrm>
                <a:off x="3092" y="3799"/>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52" name="Freeform 129"/>
              <p:cNvSpPr>
                <a:spLocks/>
              </p:cNvSpPr>
              <p:nvPr/>
            </p:nvSpPr>
            <p:spPr bwMode="auto">
              <a:xfrm>
                <a:off x="3252" y="3799"/>
                <a:ext cx="101" cy="63"/>
              </a:xfrm>
              <a:custGeom>
                <a:avLst/>
                <a:gdLst/>
                <a:ahLst/>
                <a:cxnLst>
                  <a:cxn ang="0">
                    <a:pos x="0" y="0"/>
                  </a:cxn>
                  <a:cxn ang="0">
                    <a:pos x="50" y="0"/>
                  </a:cxn>
                  <a:cxn ang="0">
                    <a:pos x="50" y="62"/>
                  </a:cxn>
                  <a:cxn ang="0">
                    <a:pos x="100" y="62"/>
                  </a:cxn>
                </a:cxnLst>
                <a:rect l="0" t="0" r="r" b="b"/>
                <a:pathLst>
                  <a:path w="101" h="63">
                    <a:moveTo>
                      <a:pt x="0" y="0"/>
                    </a:moveTo>
                    <a:lnTo>
                      <a:pt x="50" y="0"/>
                    </a:lnTo>
                    <a:lnTo>
                      <a:pt x="50" y="62"/>
                    </a:lnTo>
                    <a:lnTo>
                      <a:pt x="100" y="62"/>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53" name="Freeform 130"/>
              <p:cNvSpPr>
                <a:spLocks/>
              </p:cNvSpPr>
              <p:nvPr/>
            </p:nvSpPr>
            <p:spPr bwMode="auto">
              <a:xfrm>
                <a:off x="3092" y="3799"/>
                <a:ext cx="61" cy="187"/>
              </a:xfrm>
              <a:custGeom>
                <a:avLst/>
                <a:gdLst/>
                <a:ahLst/>
                <a:cxnLst>
                  <a:cxn ang="0">
                    <a:pos x="0" y="186"/>
                  </a:cxn>
                  <a:cxn ang="0">
                    <a:pos x="30" y="186"/>
                  </a:cxn>
                  <a:cxn ang="0">
                    <a:pos x="30" y="0"/>
                  </a:cxn>
                  <a:cxn ang="0">
                    <a:pos x="60" y="0"/>
                  </a:cxn>
                </a:cxnLst>
                <a:rect l="0" t="0" r="r" b="b"/>
                <a:pathLst>
                  <a:path w="61" h="187">
                    <a:moveTo>
                      <a:pt x="0" y="186"/>
                    </a:moveTo>
                    <a:lnTo>
                      <a:pt x="30" y="186"/>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54" name="Freeform 131"/>
              <p:cNvSpPr>
                <a:spLocks/>
              </p:cNvSpPr>
              <p:nvPr/>
            </p:nvSpPr>
            <p:spPr bwMode="auto">
              <a:xfrm>
                <a:off x="3452" y="3861"/>
                <a:ext cx="81" cy="63"/>
              </a:xfrm>
              <a:custGeom>
                <a:avLst/>
                <a:gdLst/>
                <a:ahLst/>
                <a:cxnLst>
                  <a:cxn ang="0">
                    <a:pos x="0" y="0"/>
                  </a:cxn>
                  <a:cxn ang="0">
                    <a:pos x="40" y="0"/>
                  </a:cxn>
                  <a:cxn ang="0">
                    <a:pos x="40" y="62"/>
                  </a:cxn>
                  <a:cxn ang="0">
                    <a:pos x="80" y="62"/>
                  </a:cxn>
                </a:cxnLst>
                <a:rect l="0" t="0" r="r" b="b"/>
                <a:pathLst>
                  <a:path w="81" h="63">
                    <a:moveTo>
                      <a:pt x="0" y="0"/>
                    </a:moveTo>
                    <a:lnTo>
                      <a:pt x="40" y="0"/>
                    </a:lnTo>
                    <a:lnTo>
                      <a:pt x="40" y="62"/>
                    </a:lnTo>
                    <a:lnTo>
                      <a:pt x="80" y="62"/>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55" name="Freeform 132"/>
              <p:cNvSpPr>
                <a:spLocks/>
              </p:cNvSpPr>
              <p:nvPr/>
            </p:nvSpPr>
            <p:spPr bwMode="auto">
              <a:xfrm>
                <a:off x="3092" y="3985"/>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56" name="Freeform 133"/>
              <p:cNvSpPr>
                <a:spLocks/>
              </p:cNvSpPr>
              <p:nvPr/>
            </p:nvSpPr>
            <p:spPr bwMode="auto">
              <a:xfrm>
                <a:off x="3252" y="3985"/>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57" name="Freeform 134"/>
              <p:cNvSpPr>
                <a:spLocks/>
              </p:cNvSpPr>
              <p:nvPr/>
            </p:nvSpPr>
            <p:spPr bwMode="auto">
              <a:xfrm>
                <a:off x="3452" y="3923"/>
                <a:ext cx="81" cy="63"/>
              </a:xfrm>
              <a:custGeom>
                <a:avLst/>
                <a:gdLst/>
                <a:ahLst/>
                <a:cxnLst>
                  <a:cxn ang="0">
                    <a:pos x="0" y="62"/>
                  </a:cxn>
                  <a:cxn ang="0">
                    <a:pos x="40" y="62"/>
                  </a:cxn>
                  <a:cxn ang="0">
                    <a:pos x="40" y="0"/>
                  </a:cxn>
                  <a:cxn ang="0">
                    <a:pos x="80" y="0"/>
                  </a:cxn>
                </a:cxnLst>
                <a:rect l="0" t="0" r="r" b="b"/>
                <a:pathLst>
                  <a:path w="81" h="63">
                    <a:moveTo>
                      <a:pt x="0" y="62"/>
                    </a:moveTo>
                    <a:lnTo>
                      <a:pt x="40" y="62"/>
                    </a:lnTo>
                    <a:lnTo>
                      <a:pt x="40" y="0"/>
                    </a:ln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58" name="Freeform 135"/>
              <p:cNvSpPr>
                <a:spLocks/>
              </p:cNvSpPr>
              <p:nvPr/>
            </p:nvSpPr>
            <p:spPr bwMode="auto">
              <a:xfrm>
                <a:off x="3632" y="3768"/>
                <a:ext cx="61" cy="156"/>
              </a:xfrm>
              <a:custGeom>
                <a:avLst/>
                <a:gdLst/>
                <a:ahLst/>
                <a:cxnLst>
                  <a:cxn ang="0">
                    <a:pos x="0" y="155"/>
                  </a:cxn>
                  <a:cxn ang="0">
                    <a:pos x="30" y="155"/>
                  </a:cxn>
                  <a:cxn ang="0">
                    <a:pos x="30" y="0"/>
                  </a:cxn>
                  <a:cxn ang="0">
                    <a:pos x="60" y="0"/>
                  </a:cxn>
                </a:cxnLst>
                <a:rect l="0" t="0" r="r" b="b"/>
                <a:pathLst>
                  <a:path w="61" h="156">
                    <a:moveTo>
                      <a:pt x="0" y="155"/>
                    </a:moveTo>
                    <a:lnTo>
                      <a:pt x="30" y="155"/>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grpSp>
      </p:grpSp>
      <p:grpSp>
        <p:nvGrpSpPr>
          <p:cNvPr id="259" name="Group 182"/>
          <p:cNvGrpSpPr>
            <a:grpSpLocks/>
          </p:cNvGrpSpPr>
          <p:nvPr/>
        </p:nvGrpSpPr>
        <p:grpSpPr bwMode="auto">
          <a:xfrm>
            <a:off x="1876028" y="2401944"/>
            <a:ext cx="3442045" cy="1411099"/>
            <a:chOff x="526" y="2209"/>
            <a:chExt cx="2209" cy="913"/>
          </a:xfrm>
        </p:grpSpPr>
        <p:sp>
          <p:nvSpPr>
            <p:cNvPr id="260" name="Freeform 183"/>
            <p:cNvSpPr>
              <a:spLocks/>
            </p:cNvSpPr>
            <p:nvPr/>
          </p:nvSpPr>
          <p:spPr bwMode="auto">
            <a:xfrm>
              <a:off x="526" y="2209"/>
              <a:ext cx="2209" cy="913"/>
            </a:xfrm>
            <a:custGeom>
              <a:avLst/>
              <a:gdLst/>
              <a:ahLst/>
              <a:cxnLst>
                <a:cxn ang="0">
                  <a:pos x="1968" y="0"/>
                </a:cxn>
                <a:cxn ang="0">
                  <a:pos x="0" y="0"/>
                </a:cxn>
                <a:cxn ang="0">
                  <a:pos x="240" y="456"/>
                </a:cxn>
                <a:cxn ang="0">
                  <a:pos x="0" y="912"/>
                </a:cxn>
                <a:cxn ang="0">
                  <a:pos x="1968" y="912"/>
                </a:cxn>
                <a:cxn ang="0">
                  <a:pos x="2208" y="456"/>
                </a:cxn>
                <a:cxn ang="0">
                  <a:pos x="1968" y="0"/>
                </a:cxn>
              </a:cxnLst>
              <a:rect l="0" t="0" r="r" b="b"/>
              <a:pathLst>
                <a:path w="2209" h="913">
                  <a:moveTo>
                    <a:pt x="1968" y="0"/>
                  </a:moveTo>
                  <a:lnTo>
                    <a:pt x="0" y="0"/>
                  </a:lnTo>
                  <a:lnTo>
                    <a:pt x="240" y="456"/>
                  </a:lnTo>
                  <a:lnTo>
                    <a:pt x="0" y="912"/>
                  </a:lnTo>
                  <a:lnTo>
                    <a:pt x="1968" y="912"/>
                  </a:lnTo>
                  <a:lnTo>
                    <a:pt x="2208" y="456"/>
                  </a:lnTo>
                  <a:lnTo>
                    <a:pt x="1968" y="0"/>
                  </a:lnTo>
                </a:path>
              </a:pathLst>
            </a:custGeom>
            <a:solidFill>
              <a:srgbClr val="00B050"/>
            </a:solidFill>
            <a:ln w="9525" cap="rnd">
              <a:noFill/>
              <a:round/>
              <a:headEnd type="none" w="sm" len="sm"/>
              <a:tailEnd type="none" w="sm" len="sm"/>
            </a:ln>
            <a:effectLst/>
          </p:spPr>
          <p:txBody>
            <a:bodyPr/>
            <a:lstStyle/>
            <a:p>
              <a:endParaRPr lang="pt-BR" sz="2400">
                <a:latin typeface="Lato" pitchFamily="34" charset="0"/>
              </a:endParaRPr>
            </a:p>
          </p:txBody>
        </p:sp>
        <p:grpSp>
          <p:nvGrpSpPr>
            <p:cNvPr id="261" name="Group 184"/>
            <p:cNvGrpSpPr>
              <a:grpSpLocks/>
            </p:cNvGrpSpPr>
            <p:nvPr/>
          </p:nvGrpSpPr>
          <p:grpSpPr bwMode="auto">
            <a:xfrm>
              <a:off x="862" y="2336"/>
              <a:ext cx="1660" cy="593"/>
              <a:chOff x="862" y="2336"/>
              <a:chExt cx="1660" cy="593"/>
            </a:xfrm>
          </p:grpSpPr>
          <p:sp>
            <p:nvSpPr>
              <p:cNvPr id="262" name="Rectangle 185"/>
              <p:cNvSpPr>
                <a:spLocks noChangeArrowheads="1"/>
              </p:cNvSpPr>
              <p:nvPr/>
            </p:nvSpPr>
            <p:spPr bwMode="auto">
              <a:xfrm>
                <a:off x="862" y="2427"/>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63" name="Rectangle 186"/>
              <p:cNvSpPr>
                <a:spLocks noChangeArrowheads="1"/>
              </p:cNvSpPr>
              <p:nvPr/>
            </p:nvSpPr>
            <p:spPr bwMode="auto">
              <a:xfrm>
                <a:off x="985" y="2427"/>
                <a:ext cx="77"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64" name="Rectangle 187"/>
              <p:cNvSpPr>
                <a:spLocks noChangeArrowheads="1"/>
              </p:cNvSpPr>
              <p:nvPr/>
            </p:nvSpPr>
            <p:spPr bwMode="auto">
              <a:xfrm>
                <a:off x="1246" y="2516"/>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65" name="Rectangle 188"/>
              <p:cNvSpPr>
                <a:spLocks noChangeArrowheads="1"/>
              </p:cNvSpPr>
              <p:nvPr/>
            </p:nvSpPr>
            <p:spPr bwMode="auto">
              <a:xfrm>
                <a:off x="1385" y="2516"/>
                <a:ext cx="76"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66" name="Rectangle 189"/>
              <p:cNvSpPr>
                <a:spLocks noChangeArrowheads="1"/>
              </p:cNvSpPr>
              <p:nvPr/>
            </p:nvSpPr>
            <p:spPr bwMode="auto">
              <a:xfrm>
                <a:off x="1563" y="2336"/>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67" name="Rectangle 190"/>
              <p:cNvSpPr>
                <a:spLocks noChangeArrowheads="1"/>
              </p:cNvSpPr>
              <p:nvPr/>
            </p:nvSpPr>
            <p:spPr bwMode="auto">
              <a:xfrm>
                <a:off x="1969" y="2486"/>
                <a:ext cx="77"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68" name="Rectangle 191"/>
              <p:cNvSpPr>
                <a:spLocks noChangeArrowheads="1"/>
              </p:cNvSpPr>
              <p:nvPr/>
            </p:nvSpPr>
            <p:spPr bwMode="auto">
              <a:xfrm>
                <a:off x="2092" y="2486"/>
                <a:ext cx="76"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69" name="Rectangle 192"/>
              <p:cNvSpPr>
                <a:spLocks noChangeArrowheads="1"/>
              </p:cNvSpPr>
              <p:nvPr/>
            </p:nvSpPr>
            <p:spPr bwMode="auto">
              <a:xfrm>
                <a:off x="2245" y="2486"/>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0" name="Rectangle 193"/>
              <p:cNvSpPr>
                <a:spLocks noChangeArrowheads="1"/>
              </p:cNvSpPr>
              <p:nvPr/>
            </p:nvSpPr>
            <p:spPr bwMode="auto">
              <a:xfrm>
                <a:off x="2445" y="2633"/>
                <a:ext cx="77" cy="90"/>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1" name="Rectangle 194"/>
              <p:cNvSpPr>
                <a:spLocks noChangeArrowheads="1"/>
              </p:cNvSpPr>
              <p:nvPr/>
            </p:nvSpPr>
            <p:spPr bwMode="auto">
              <a:xfrm>
                <a:off x="2184" y="2723"/>
                <a:ext cx="77" cy="88"/>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2" name="Rectangle 195"/>
              <p:cNvSpPr>
                <a:spLocks noChangeArrowheads="1"/>
              </p:cNvSpPr>
              <p:nvPr/>
            </p:nvSpPr>
            <p:spPr bwMode="auto">
              <a:xfrm>
                <a:off x="2030" y="266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3" name="Rectangle 196"/>
              <p:cNvSpPr>
                <a:spLocks noChangeArrowheads="1"/>
              </p:cNvSpPr>
              <p:nvPr/>
            </p:nvSpPr>
            <p:spPr bwMode="auto">
              <a:xfrm>
                <a:off x="1907" y="266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4" name="Rectangle 197"/>
              <p:cNvSpPr>
                <a:spLocks noChangeArrowheads="1"/>
              </p:cNvSpPr>
              <p:nvPr/>
            </p:nvSpPr>
            <p:spPr bwMode="auto">
              <a:xfrm>
                <a:off x="1784" y="266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5" name="Rectangle 198"/>
              <p:cNvSpPr>
                <a:spLocks noChangeArrowheads="1"/>
              </p:cNvSpPr>
              <p:nvPr/>
            </p:nvSpPr>
            <p:spPr bwMode="auto">
              <a:xfrm>
                <a:off x="1631" y="2663"/>
                <a:ext cx="76"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6" name="Rectangle 199"/>
              <p:cNvSpPr>
                <a:spLocks noChangeArrowheads="1"/>
              </p:cNvSpPr>
              <p:nvPr/>
            </p:nvSpPr>
            <p:spPr bwMode="auto">
              <a:xfrm>
                <a:off x="1508" y="2663"/>
                <a:ext cx="76"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7" name="Rectangle 200"/>
              <p:cNvSpPr>
                <a:spLocks noChangeArrowheads="1"/>
              </p:cNvSpPr>
              <p:nvPr/>
            </p:nvSpPr>
            <p:spPr bwMode="auto">
              <a:xfrm>
                <a:off x="1385" y="2841"/>
                <a:ext cx="76"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8" name="Rectangle 201"/>
              <p:cNvSpPr>
                <a:spLocks noChangeArrowheads="1"/>
              </p:cNvSpPr>
              <p:nvPr/>
            </p:nvSpPr>
            <p:spPr bwMode="auto">
              <a:xfrm>
                <a:off x="1123" y="2693"/>
                <a:ext cx="77"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9" name="Rectangle 202"/>
              <p:cNvSpPr>
                <a:spLocks noChangeArrowheads="1"/>
              </p:cNvSpPr>
              <p:nvPr/>
            </p:nvSpPr>
            <p:spPr bwMode="auto">
              <a:xfrm>
                <a:off x="985" y="269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80" name="Rectangle 203"/>
              <p:cNvSpPr>
                <a:spLocks noChangeArrowheads="1"/>
              </p:cNvSpPr>
              <p:nvPr/>
            </p:nvSpPr>
            <p:spPr bwMode="auto">
              <a:xfrm>
                <a:off x="985" y="2575"/>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81" name="Rectangle 204"/>
              <p:cNvSpPr>
                <a:spLocks noChangeArrowheads="1"/>
              </p:cNvSpPr>
              <p:nvPr/>
            </p:nvSpPr>
            <p:spPr bwMode="auto">
              <a:xfrm>
                <a:off x="985"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82" name="Rectangle 205"/>
              <p:cNvSpPr>
                <a:spLocks noChangeArrowheads="1"/>
              </p:cNvSpPr>
              <p:nvPr/>
            </p:nvSpPr>
            <p:spPr bwMode="auto">
              <a:xfrm>
                <a:off x="1139"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83" name="Rectangle 206"/>
              <p:cNvSpPr>
                <a:spLocks noChangeArrowheads="1"/>
              </p:cNvSpPr>
              <p:nvPr/>
            </p:nvSpPr>
            <p:spPr bwMode="auto">
              <a:xfrm>
                <a:off x="1523"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84" name="Rectangle 207"/>
              <p:cNvSpPr>
                <a:spLocks noChangeArrowheads="1"/>
              </p:cNvSpPr>
              <p:nvPr/>
            </p:nvSpPr>
            <p:spPr bwMode="auto">
              <a:xfrm>
                <a:off x="1907"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85" name="Rectangle 208"/>
              <p:cNvSpPr>
                <a:spLocks noChangeArrowheads="1"/>
              </p:cNvSpPr>
              <p:nvPr/>
            </p:nvSpPr>
            <p:spPr bwMode="auto">
              <a:xfrm>
                <a:off x="2322" y="2782"/>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86" name="Freeform 209"/>
              <p:cNvSpPr>
                <a:spLocks/>
              </p:cNvSpPr>
              <p:nvPr/>
            </p:nvSpPr>
            <p:spPr bwMode="auto">
              <a:xfrm>
                <a:off x="939" y="2472"/>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87" name="Freeform 210"/>
              <p:cNvSpPr>
                <a:spLocks/>
              </p:cNvSpPr>
              <p:nvPr/>
            </p:nvSpPr>
            <p:spPr bwMode="auto">
              <a:xfrm>
                <a:off x="1046" y="2473"/>
                <a:ext cx="201" cy="88"/>
              </a:xfrm>
              <a:custGeom>
                <a:avLst/>
                <a:gdLst/>
                <a:ahLst/>
                <a:cxnLst>
                  <a:cxn ang="0">
                    <a:pos x="0" y="0"/>
                  </a:cxn>
                  <a:cxn ang="0">
                    <a:pos x="100" y="0"/>
                  </a:cxn>
                  <a:cxn ang="0">
                    <a:pos x="100" y="87"/>
                  </a:cxn>
                  <a:cxn ang="0">
                    <a:pos x="200" y="87"/>
                  </a:cxn>
                </a:cxnLst>
                <a:rect l="0" t="0" r="r" b="b"/>
                <a:pathLst>
                  <a:path w="201" h="88">
                    <a:moveTo>
                      <a:pt x="0" y="0"/>
                    </a:moveTo>
                    <a:lnTo>
                      <a:pt x="100" y="0"/>
                    </a:lnTo>
                    <a:lnTo>
                      <a:pt x="100" y="87"/>
                    </a:lnTo>
                    <a:lnTo>
                      <a:pt x="200" y="8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88" name="Freeform 211"/>
              <p:cNvSpPr>
                <a:spLocks/>
              </p:cNvSpPr>
              <p:nvPr/>
            </p:nvSpPr>
            <p:spPr bwMode="auto">
              <a:xfrm>
                <a:off x="1200" y="2560"/>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89" name="Freeform 212"/>
              <p:cNvSpPr>
                <a:spLocks/>
              </p:cNvSpPr>
              <p:nvPr/>
            </p:nvSpPr>
            <p:spPr bwMode="auto">
              <a:xfrm>
                <a:off x="1323" y="2560"/>
                <a:ext cx="63" cy="1"/>
              </a:xfrm>
              <a:custGeom>
                <a:avLst/>
                <a:gdLst/>
                <a:ahLst/>
                <a:cxnLst>
                  <a:cxn ang="0">
                    <a:pos x="0" y="0"/>
                  </a:cxn>
                  <a:cxn ang="0">
                    <a:pos x="62" y="0"/>
                  </a:cxn>
                </a:cxnLst>
                <a:rect l="0" t="0" r="r" b="b"/>
                <a:pathLst>
                  <a:path w="63" h="1">
                    <a:moveTo>
                      <a:pt x="0" y="0"/>
                    </a:moveTo>
                    <a:lnTo>
                      <a:pt x="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90" name="Freeform 213"/>
              <p:cNvSpPr>
                <a:spLocks/>
              </p:cNvSpPr>
              <p:nvPr/>
            </p:nvSpPr>
            <p:spPr bwMode="auto">
              <a:xfrm>
                <a:off x="1461" y="2560"/>
                <a:ext cx="48" cy="149"/>
              </a:xfrm>
              <a:custGeom>
                <a:avLst/>
                <a:gdLst/>
                <a:ahLst/>
                <a:cxnLst>
                  <a:cxn ang="0">
                    <a:pos x="0" y="0"/>
                  </a:cxn>
                  <a:cxn ang="0">
                    <a:pos x="23" y="0"/>
                  </a:cxn>
                  <a:cxn ang="0">
                    <a:pos x="23" y="148"/>
                  </a:cxn>
                  <a:cxn ang="0">
                    <a:pos x="47" y="148"/>
                  </a:cxn>
                </a:cxnLst>
                <a:rect l="0" t="0" r="r" b="b"/>
                <a:pathLst>
                  <a:path w="48" h="149">
                    <a:moveTo>
                      <a:pt x="0" y="0"/>
                    </a:moveTo>
                    <a:lnTo>
                      <a:pt x="23" y="0"/>
                    </a:lnTo>
                    <a:lnTo>
                      <a:pt x="23" y="148"/>
                    </a:lnTo>
                    <a:lnTo>
                      <a:pt x="47" y="148"/>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91" name="Freeform 214"/>
              <p:cNvSpPr>
                <a:spLocks/>
              </p:cNvSpPr>
              <p:nvPr/>
            </p:nvSpPr>
            <p:spPr bwMode="auto">
              <a:xfrm>
                <a:off x="1461" y="2381"/>
                <a:ext cx="103" cy="180"/>
              </a:xfrm>
              <a:custGeom>
                <a:avLst/>
                <a:gdLst/>
                <a:ahLst/>
                <a:cxnLst>
                  <a:cxn ang="0">
                    <a:pos x="0" y="179"/>
                  </a:cxn>
                  <a:cxn ang="0">
                    <a:pos x="51" y="179"/>
                  </a:cxn>
                  <a:cxn ang="0">
                    <a:pos x="51" y="0"/>
                  </a:cxn>
                  <a:cxn ang="0">
                    <a:pos x="102" y="0"/>
                  </a:cxn>
                </a:cxnLst>
                <a:rect l="0" t="0" r="r" b="b"/>
                <a:pathLst>
                  <a:path w="103" h="180">
                    <a:moveTo>
                      <a:pt x="0" y="179"/>
                    </a:moveTo>
                    <a:lnTo>
                      <a:pt x="51" y="179"/>
                    </a:lnTo>
                    <a:lnTo>
                      <a:pt x="51" y="0"/>
                    </a:lnTo>
                    <a:lnTo>
                      <a:pt x="10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92" name="Freeform 215"/>
              <p:cNvSpPr>
                <a:spLocks/>
              </p:cNvSpPr>
              <p:nvPr/>
            </p:nvSpPr>
            <p:spPr bwMode="auto">
              <a:xfrm>
                <a:off x="1584" y="2708"/>
                <a:ext cx="48" cy="1"/>
              </a:xfrm>
              <a:custGeom>
                <a:avLst/>
                <a:gdLst/>
                <a:ahLst/>
                <a:cxnLst>
                  <a:cxn ang="0">
                    <a:pos x="0" y="0"/>
                  </a:cxn>
                  <a:cxn ang="0">
                    <a:pos x="47" y="0"/>
                  </a:cxn>
                </a:cxnLst>
                <a:rect l="0" t="0" r="r" b="b"/>
                <a:pathLst>
                  <a:path w="48" h="1">
                    <a:moveTo>
                      <a:pt x="0" y="0"/>
                    </a:moveTo>
                    <a:lnTo>
                      <a:pt x="4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93" name="Freeform 216"/>
              <p:cNvSpPr>
                <a:spLocks/>
              </p:cNvSpPr>
              <p:nvPr/>
            </p:nvSpPr>
            <p:spPr bwMode="auto">
              <a:xfrm>
                <a:off x="1707" y="2708"/>
                <a:ext cx="78" cy="1"/>
              </a:xfrm>
              <a:custGeom>
                <a:avLst/>
                <a:gdLst/>
                <a:ahLst/>
                <a:cxnLst>
                  <a:cxn ang="0">
                    <a:pos x="0" y="0"/>
                  </a:cxn>
                  <a:cxn ang="0">
                    <a:pos x="77" y="0"/>
                  </a:cxn>
                </a:cxnLst>
                <a:rect l="0" t="0" r="r" b="b"/>
                <a:pathLst>
                  <a:path w="78" h="1">
                    <a:moveTo>
                      <a:pt x="0" y="0"/>
                    </a:moveTo>
                    <a:lnTo>
                      <a:pt x="7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94" name="Freeform 217"/>
              <p:cNvSpPr>
                <a:spLocks/>
              </p:cNvSpPr>
              <p:nvPr/>
            </p:nvSpPr>
            <p:spPr bwMode="auto">
              <a:xfrm>
                <a:off x="1640" y="2381"/>
                <a:ext cx="184" cy="283"/>
              </a:xfrm>
              <a:custGeom>
                <a:avLst/>
                <a:gdLst/>
                <a:ahLst/>
                <a:cxnLst>
                  <a:cxn ang="0">
                    <a:pos x="0" y="0"/>
                  </a:cxn>
                  <a:cxn ang="0">
                    <a:pos x="183" y="0"/>
                  </a:cxn>
                  <a:cxn ang="0">
                    <a:pos x="183" y="282"/>
                  </a:cxn>
                </a:cxnLst>
                <a:rect l="0" t="0" r="r" b="b"/>
                <a:pathLst>
                  <a:path w="184" h="283">
                    <a:moveTo>
                      <a:pt x="0" y="0"/>
                    </a:moveTo>
                    <a:lnTo>
                      <a:pt x="183" y="0"/>
                    </a:lnTo>
                    <a:lnTo>
                      <a:pt x="183" y="282"/>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95" name="Freeform 218"/>
              <p:cNvSpPr>
                <a:spLocks/>
              </p:cNvSpPr>
              <p:nvPr/>
            </p:nvSpPr>
            <p:spPr bwMode="auto">
              <a:xfrm>
                <a:off x="1062" y="2560"/>
                <a:ext cx="185" cy="60"/>
              </a:xfrm>
              <a:custGeom>
                <a:avLst/>
                <a:gdLst/>
                <a:ahLst/>
                <a:cxnLst>
                  <a:cxn ang="0">
                    <a:pos x="0" y="59"/>
                  </a:cxn>
                  <a:cxn ang="0">
                    <a:pos x="92" y="59"/>
                  </a:cxn>
                  <a:cxn ang="0">
                    <a:pos x="92" y="0"/>
                  </a:cxn>
                  <a:cxn ang="0">
                    <a:pos x="184" y="0"/>
                  </a:cxn>
                </a:cxnLst>
                <a:rect l="0" t="0" r="r" b="b"/>
                <a:pathLst>
                  <a:path w="185" h="60">
                    <a:moveTo>
                      <a:pt x="0" y="59"/>
                    </a:moveTo>
                    <a:lnTo>
                      <a:pt x="92" y="59"/>
                    </a:lnTo>
                    <a:lnTo>
                      <a:pt x="92" y="0"/>
                    </a:lnTo>
                    <a:lnTo>
                      <a:pt x="184"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96" name="Freeform 219"/>
              <p:cNvSpPr>
                <a:spLocks/>
              </p:cNvSpPr>
              <p:nvPr/>
            </p:nvSpPr>
            <p:spPr bwMode="auto">
              <a:xfrm>
                <a:off x="1062" y="2737"/>
                <a:ext cx="62" cy="1"/>
              </a:xfrm>
              <a:custGeom>
                <a:avLst/>
                <a:gdLst/>
                <a:ahLst/>
                <a:cxnLst>
                  <a:cxn ang="0">
                    <a:pos x="0" y="0"/>
                  </a:cxn>
                  <a:cxn ang="0">
                    <a:pos x="61" y="0"/>
                  </a:cxn>
                </a:cxnLst>
                <a:rect l="0" t="0" r="r" b="b"/>
                <a:pathLst>
                  <a:path w="62" h="1">
                    <a:moveTo>
                      <a:pt x="0" y="0"/>
                    </a:moveTo>
                    <a:lnTo>
                      <a:pt x="6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97" name="Freeform 220"/>
              <p:cNvSpPr>
                <a:spLocks/>
              </p:cNvSpPr>
              <p:nvPr/>
            </p:nvSpPr>
            <p:spPr bwMode="auto">
              <a:xfrm>
                <a:off x="1200" y="2560"/>
                <a:ext cx="47" cy="178"/>
              </a:xfrm>
              <a:custGeom>
                <a:avLst/>
                <a:gdLst/>
                <a:ahLst/>
                <a:cxnLst>
                  <a:cxn ang="0">
                    <a:pos x="0" y="177"/>
                  </a:cxn>
                  <a:cxn ang="0">
                    <a:pos x="23" y="177"/>
                  </a:cxn>
                  <a:cxn ang="0">
                    <a:pos x="23" y="0"/>
                  </a:cxn>
                  <a:cxn ang="0">
                    <a:pos x="46" y="0"/>
                  </a:cxn>
                </a:cxnLst>
                <a:rect l="0" t="0" r="r" b="b"/>
                <a:pathLst>
                  <a:path w="47" h="178">
                    <a:moveTo>
                      <a:pt x="0" y="177"/>
                    </a:moveTo>
                    <a:lnTo>
                      <a:pt x="23" y="177"/>
                    </a:lnTo>
                    <a:lnTo>
                      <a:pt x="23" y="0"/>
                    </a:ln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98" name="Freeform 221"/>
              <p:cNvSpPr>
                <a:spLocks/>
              </p:cNvSpPr>
              <p:nvPr/>
            </p:nvSpPr>
            <p:spPr bwMode="auto">
              <a:xfrm>
                <a:off x="1707" y="2531"/>
                <a:ext cx="263" cy="178"/>
              </a:xfrm>
              <a:custGeom>
                <a:avLst/>
                <a:gdLst/>
                <a:ahLst/>
                <a:cxnLst>
                  <a:cxn ang="0">
                    <a:pos x="0" y="177"/>
                  </a:cxn>
                  <a:cxn ang="0">
                    <a:pos x="131" y="177"/>
                  </a:cxn>
                  <a:cxn ang="0">
                    <a:pos x="131" y="0"/>
                  </a:cxn>
                  <a:cxn ang="0">
                    <a:pos x="262" y="0"/>
                  </a:cxn>
                </a:cxnLst>
                <a:rect l="0" t="0" r="r" b="b"/>
                <a:pathLst>
                  <a:path w="263" h="178">
                    <a:moveTo>
                      <a:pt x="0" y="177"/>
                    </a:moveTo>
                    <a:lnTo>
                      <a:pt x="131" y="177"/>
                    </a:lnTo>
                    <a:lnTo>
                      <a:pt x="131" y="0"/>
                    </a:lnTo>
                    <a:lnTo>
                      <a:pt x="2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299" name="Freeform 222"/>
              <p:cNvSpPr>
                <a:spLocks/>
              </p:cNvSpPr>
              <p:nvPr/>
            </p:nvSpPr>
            <p:spPr bwMode="auto">
              <a:xfrm>
                <a:off x="1861" y="2708"/>
                <a:ext cx="47" cy="177"/>
              </a:xfrm>
              <a:custGeom>
                <a:avLst/>
                <a:gdLst/>
                <a:ahLst/>
                <a:cxnLst>
                  <a:cxn ang="0">
                    <a:pos x="0" y="0"/>
                  </a:cxn>
                  <a:cxn ang="0">
                    <a:pos x="23" y="0"/>
                  </a:cxn>
                  <a:cxn ang="0">
                    <a:pos x="23" y="176"/>
                  </a:cxn>
                  <a:cxn ang="0">
                    <a:pos x="46" y="176"/>
                  </a:cxn>
                </a:cxnLst>
                <a:rect l="0" t="0" r="r" b="b"/>
                <a:pathLst>
                  <a:path w="47" h="177">
                    <a:moveTo>
                      <a:pt x="0" y="0"/>
                    </a:moveTo>
                    <a:lnTo>
                      <a:pt x="23" y="0"/>
                    </a:lnTo>
                    <a:lnTo>
                      <a:pt x="23" y="176"/>
                    </a:lnTo>
                    <a:lnTo>
                      <a:pt x="46" y="176"/>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00" name="Freeform 223"/>
              <p:cNvSpPr>
                <a:spLocks/>
              </p:cNvSpPr>
              <p:nvPr/>
            </p:nvSpPr>
            <p:spPr bwMode="auto">
              <a:xfrm>
                <a:off x="1861" y="2708"/>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01" name="Freeform 224"/>
              <p:cNvSpPr>
                <a:spLocks/>
              </p:cNvSpPr>
              <p:nvPr/>
            </p:nvSpPr>
            <p:spPr bwMode="auto">
              <a:xfrm>
                <a:off x="2046" y="2531"/>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02" name="Freeform 225"/>
              <p:cNvSpPr>
                <a:spLocks/>
              </p:cNvSpPr>
              <p:nvPr/>
            </p:nvSpPr>
            <p:spPr bwMode="auto">
              <a:xfrm>
                <a:off x="2168" y="2531"/>
                <a:ext cx="78" cy="1"/>
              </a:xfrm>
              <a:custGeom>
                <a:avLst/>
                <a:gdLst/>
                <a:ahLst/>
                <a:cxnLst>
                  <a:cxn ang="0">
                    <a:pos x="0" y="0"/>
                  </a:cxn>
                  <a:cxn ang="0">
                    <a:pos x="77" y="0"/>
                  </a:cxn>
                </a:cxnLst>
                <a:rect l="0" t="0" r="r" b="b"/>
                <a:pathLst>
                  <a:path w="78" h="1">
                    <a:moveTo>
                      <a:pt x="0" y="0"/>
                    </a:moveTo>
                    <a:lnTo>
                      <a:pt x="7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03" name="Freeform 226"/>
              <p:cNvSpPr>
                <a:spLocks/>
              </p:cNvSpPr>
              <p:nvPr/>
            </p:nvSpPr>
            <p:spPr bwMode="auto">
              <a:xfrm>
                <a:off x="2168" y="2531"/>
                <a:ext cx="278" cy="148"/>
              </a:xfrm>
              <a:custGeom>
                <a:avLst/>
                <a:gdLst/>
                <a:ahLst/>
                <a:cxnLst>
                  <a:cxn ang="0">
                    <a:pos x="0" y="0"/>
                  </a:cxn>
                  <a:cxn ang="0">
                    <a:pos x="38" y="0"/>
                  </a:cxn>
                  <a:cxn ang="0">
                    <a:pos x="38" y="147"/>
                  </a:cxn>
                  <a:cxn ang="0">
                    <a:pos x="277" y="147"/>
                  </a:cxn>
                </a:cxnLst>
                <a:rect l="0" t="0" r="r" b="b"/>
                <a:pathLst>
                  <a:path w="278" h="148">
                    <a:moveTo>
                      <a:pt x="0" y="0"/>
                    </a:moveTo>
                    <a:lnTo>
                      <a:pt x="38" y="0"/>
                    </a:lnTo>
                    <a:lnTo>
                      <a:pt x="38" y="147"/>
                    </a:lnTo>
                    <a:lnTo>
                      <a:pt x="277" y="14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04" name="Freeform 227"/>
              <p:cNvSpPr>
                <a:spLocks/>
              </p:cNvSpPr>
              <p:nvPr/>
            </p:nvSpPr>
            <p:spPr bwMode="auto">
              <a:xfrm>
                <a:off x="1062" y="2737"/>
                <a:ext cx="62" cy="148"/>
              </a:xfrm>
              <a:custGeom>
                <a:avLst/>
                <a:gdLst/>
                <a:ahLst/>
                <a:cxnLst>
                  <a:cxn ang="0">
                    <a:pos x="0" y="147"/>
                  </a:cxn>
                  <a:cxn ang="0">
                    <a:pos x="30" y="147"/>
                  </a:cxn>
                  <a:cxn ang="0">
                    <a:pos x="30" y="0"/>
                  </a:cxn>
                  <a:cxn ang="0">
                    <a:pos x="61" y="0"/>
                  </a:cxn>
                </a:cxnLst>
                <a:rect l="0" t="0" r="r" b="b"/>
                <a:pathLst>
                  <a:path w="62" h="148">
                    <a:moveTo>
                      <a:pt x="0" y="147"/>
                    </a:moveTo>
                    <a:lnTo>
                      <a:pt x="30" y="147"/>
                    </a:lnTo>
                    <a:lnTo>
                      <a:pt x="30" y="0"/>
                    </a:lnTo>
                    <a:lnTo>
                      <a:pt x="6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05" name="Freeform 228"/>
              <p:cNvSpPr>
                <a:spLocks/>
              </p:cNvSpPr>
              <p:nvPr/>
            </p:nvSpPr>
            <p:spPr bwMode="auto">
              <a:xfrm>
                <a:off x="939" y="2472"/>
                <a:ext cx="47" cy="266"/>
              </a:xfrm>
              <a:custGeom>
                <a:avLst/>
                <a:gdLst/>
                <a:ahLst/>
                <a:cxnLst>
                  <a:cxn ang="0">
                    <a:pos x="0" y="0"/>
                  </a:cxn>
                  <a:cxn ang="0">
                    <a:pos x="23" y="0"/>
                  </a:cxn>
                  <a:cxn ang="0">
                    <a:pos x="23" y="265"/>
                  </a:cxn>
                  <a:cxn ang="0">
                    <a:pos x="46" y="265"/>
                  </a:cxn>
                </a:cxnLst>
                <a:rect l="0" t="0" r="r" b="b"/>
                <a:pathLst>
                  <a:path w="47" h="266">
                    <a:moveTo>
                      <a:pt x="0" y="0"/>
                    </a:moveTo>
                    <a:lnTo>
                      <a:pt x="23" y="0"/>
                    </a:lnTo>
                    <a:lnTo>
                      <a:pt x="23" y="265"/>
                    </a:lnTo>
                    <a:lnTo>
                      <a:pt x="46" y="26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06" name="Freeform 229"/>
              <p:cNvSpPr>
                <a:spLocks/>
              </p:cNvSpPr>
              <p:nvPr/>
            </p:nvSpPr>
            <p:spPr bwMode="auto">
              <a:xfrm>
                <a:off x="939" y="2472"/>
                <a:ext cx="47" cy="148"/>
              </a:xfrm>
              <a:custGeom>
                <a:avLst/>
                <a:gdLst/>
                <a:ahLst/>
                <a:cxnLst>
                  <a:cxn ang="0">
                    <a:pos x="0" y="0"/>
                  </a:cxn>
                  <a:cxn ang="0">
                    <a:pos x="23" y="0"/>
                  </a:cxn>
                  <a:cxn ang="0">
                    <a:pos x="23" y="147"/>
                  </a:cxn>
                  <a:cxn ang="0">
                    <a:pos x="46" y="147"/>
                  </a:cxn>
                </a:cxnLst>
                <a:rect l="0" t="0" r="r" b="b"/>
                <a:pathLst>
                  <a:path w="47" h="148">
                    <a:moveTo>
                      <a:pt x="0" y="0"/>
                    </a:moveTo>
                    <a:lnTo>
                      <a:pt x="23" y="0"/>
                    </a:lnTo>
                    <a:lnTo>
                      <a:pt x="23" y="147"/>
                    </a:lnTo>
                    <a:lnTo>
                      <a:pt x="46" y="14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07" name="Freeform 230"/>
              <p:cNvSpPr>
                <a:spLocks/>
              </p:cNvSpPr>
              <p:nvPr/>
            </p:nvSpPr>
            <p:spPr bwMode="auto">
              <a:xfrm>
                <a:off x="1062" y="2884"/>
                <a:ext cx="78" cy="1"/>
              </a:xfrm>
              <a:custGeom>
                <a:avLst/>
                <a:gdLst/>
                <a:ahLst/>
                <a:cxnLst>
                  <a:cxn ang="0">
                    <a:pos x="0" y="0"/>
                  </a:cxn>
                  <a:cxn ang="0">
                    <a:pos x="77" y="0"/>
                  </a:cxn>
                </a:cxnLst>
                <a:rect l="0" t="0" r="r" b="b"/>
                <a:pathLst>
                  <a:path w="78" h="1">
                    <a:moveTo>
                      <a:pt x="0" y="0"/>
                    </a:moveTo>
                    <a:lnTo>
                      <a:pt x="7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08" name="Freeform 231"/>
              <p:cNvSpPr>
                <a:spLocks/>
              </p:cNvSpPr>
              <p:nvPr/>
            </p:nvSpPr>
            <p:spPr bwMode="auto">
              <a:xfrm>
                <a:off x="1216" y="2708"/>
                <a:ext cx="293" cy="178"/>
              </a:xfrm>
              <a:custGeom>
                <a:avLst/>
                <a:gdLst/>
                <a:ahLst/>
                <a:cxnLst>
                  <a:cxn ang="0">
                    <a:pos x="0" y="177"/>
                  </a:cxn>
                  <a:cxn ang="0">
                    <a:pos x="146" y="177"/>
                  </a:cxn>
                  <a:cxn ang="0">
                    <a:pos x="146" y="0"/>
                  </a:cxn>
                  <a:cxn ang="0">
                    <a:pos x="292" y="0"/>
                  </a:cxn>
                </a:cxnLst>
                <a:rect l="0" t="0" r="r" b="b"/>
                <a:pathLst>
                  <a:path w="293" h="178">
                    <a:moveTo>
                      <a:pt x="0" y="177"/>
                    </a:moveTo>
                    <a:lnTo>
                      <a:pt x="146" y="177"/>
                    </a:lnTo>
                    <a:lnTo>
                      <a:pt x="146" y="0"/>
                    </a:lnTo>
                    <a:lnTo>
                      <a:pt x="29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09" name="Freeform 232"/>
              <p:cNvSpPr>
                <a:spLocks/>
              </p:cNvSpPr>
              <p:nvPr/>
            </p:nvSpPr>
            <p:spPr bwMode="auto">
              <a:xfrm>
                <a:off x="1216" y="2884"/>
                <a:ext cx="170" cy="1"/>
              </a:xfrm>
              <a:custGeom>
                <a:avLst/>
                <a:gdLst/>
                <a:ahLst/>
                <a:cxnLst>
                  <a:cxn ang="0">
                    <a:pos x="0" y="0"/>
                  </a:cxn>
                  <a:cxn ang="0">
                    <a:pos x="169" y="0"/>
                  </a:cxn>
                </a:cxnLst>
                <a:rect l="0" t="0" r="r" b="b"/>
                <a:pathLst>
                  <a:path w="170" h="1">
                    <a:moveTo>
                      <a:pt x="0" y="0"/>
                    </a:moveTo>
                    <a:lnTo>
                      <a:pt x="169"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10" name="Freeform 233"/>
              <p:cNvSpPr>
                <a:spLocks/>
              </p:cNvSpPr>
              <p:nvPr/>
            </p:nvSpPr>
            <p:spPr bwMode="auto">
              <a:xfrm>
                <a:off x="1461" y="2884"/>
                <a:ext cx="63" cy="1"/>
              </a:xfrm>
              <a:custGeom>
                <a:avLst/>
                <a:gdLst/>
                <a:ahLst/>
                <a:cxnLst>
                  <a:cxn ang="0">
                    <a:pos x="0" y="0"/>
                  </a:cxn>
                  <a:cxn ang="0">
                    <a:pos x="62" y="0"/>
                  </a:cxn>
                </a:cxnLst>
                <a:rect l="0" t="0" r="r" b="b"/>
                <a:pathLst>
                  <a:path w="63" h="1">
                    <a:moveTo>
                      <a:pt x="0" y="0"/>
                    </a:moveTo>
                    <a:lnTo>
                      <a:pt x="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11" name="Freeform 234"/>
              <p:cNvSpPr>
                <a:spLocks/>
              </p:cNvSpPr>
              <p:nvPr/>
            </p:nvSpPr>
            <p:spPr bwMode="auto">
              <a:xfrm>
                <a:off x="1600" y="2708"/>
                <a:ext cx="32" cy="177"/>
              </a:xfrm>
              <a:custGeom>
                <a:avLst/>
                <a:gdLst/>
                <a:ahLst/>
                <a:cxnLst>
                  <a:cxn ang="0">
                    <a:pos x="0" y="176"/>
                  </a:cxn>
                  <a:cxn ang="0">
                    <a:pos x="15" y="176"/>
                  </a:cxn>
                  <a:cxn ang="0">
                    <a:pos x="15" y="0"/>
                  </a:cxn>
                  <a:cxn ang="0">
                    <a:pos x="31" y="0"/>
                  </a:cxn>
                </a:cxnLst>
                <a:rect l="0" t="0" r="r" b="b"/>
                <a:pathLst>
                  <a:path w="32" h="177">
                    <a:moveTo>
                      <a:pt x="0" y="176"/>
                    </a:moveTo>
                    <a:lnTo>
                      <a:pt x="15" y="176"/>
                    </a:lnTo>
                    <a:lnTo>
                      <a:pt x="15" y="0"/>
                    </a:lnTo>
                    <a:lnTo>
                      <a:pt x="3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12" name="Freeform 235"/>
              <p:cNvSpPr>
                <a:spLocks/>
              </p:cNvSpPr>
              <p:nvPr/>
            </p:nvSpPr>
            <p:spPr bwMode="auto">
              <a:xfrm>
                <a:off x="1984" y="2708"/>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13" name="Freeform 236"/>
              <p:cNvSpPr>
                <a:spLocks/>
              </p:cNvSpPr>
              <p:nvPr/>
            </p:nvSpPr>
            <p:spPr bwMode="auto">
              <a:xfrm>
                <a:off x="2107" y="2708"/>
                <a:ext cx="78" cy="59"/>
              </a:xfrm>
              <a:custGeom>
                <a:avLst/>
                <a:gdLst/>
                <a:ahLst/>
                <a:cxnLst>
                  <a:cxn ang="0">
                    <a:pos x="0" y="0"/>
                  </a:cxn>
                  <a:cxn ang="0">
                    <a:pos x="38" y="0"/>
                  </a:cxn>
                  <a:cxn ang="0">
                    <a:pos x="38" y="58"/>
                  </a:cxn>
                  <a:cxn ang="0">
                    <a:pos x="77" y="58"/>
                  </a:cxn>
                </a:cxnLst>
                <a:rect l="0" t="0" r="r" b="b"/>
                <a:pathLst>
                  <a:path w="78" h="59">
                    <a:moveTo>
                      <a:pt x="0" y="0"/>
                    </a:moveTo>
                    <a:lnTo>
                      <a:pt x="38" y="0"/>
                    </a:lnTo>
                    <a:lnTo>
                      <a:pt x="38" y="58"/>
                    </a:lnTo>
                    <a:lnTo>
                      <a:pt x="77" y="58"/>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14" name="Freeform 237"/>
              <p:cNvSpPr>
                <a:spLocks/>
              </p:cNvSpPr>
              <p:nvPr/>
            </p:nvSpPr>
            <p:spPr bwMode="auto">
              <a:xfrm>
                <a:off x="1984" y="2708"/>
                <a:ext cx="47" cy="177"/>
              </a:xfrm>
              <a:custGeom>
                <a:avLst/>
                <a:gdLst/>
                <a:ahLst/>
                <a:cxnLst>
                  <a:cxn ang="0">
                    <a:pos x="0" y="176"/>
                  </a:cxn>
                  <a:cxn ang="0">
                    <a:pos x="23" y="176"/>
                  </a:cxn>
                  <a:cxn ang="0">
                    <a:pos x="23" y="0"/>
                  </a:cxn>
                  <a:cxn ang="0">
                    <a:pos x="46" y="0"/>
                  </a:cxn>
                </a:cxnLst>
                <a:rect l="0" t="0" r="r" b="b"/>
                <a:pathLst>
                  <a:path w="47" h="177">
                    <a:moveTo>
                      <a:pt x="0" y="176"/>
                    </a:moveTo>
                    <a:lnTo>
                      <a:pt x="23" y="176"/>
                    </a:lnTo>
                    <a:lnTo>
                      <a:pt x="23" y="0"/>
                    </a:ln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15" name="Freeform 238"/>
              <p:cNvSpPr>
                <a:spLocks/>
              </p:cNvSpPr>
              <p:nvPr/>
            </p:nvSpPr>
            <p:spPr bwMode="auto">
              <a:xfrm>
                <a:off x="2261" y="2766"/>
                <a:ext cx="62" cy="60"/>
              </a:xfrm>
              <a:custGeom>
                <a:avLst/>
                <a:gdLst/>
                <a:ahLst/>
                <a:cxnLst>
                  <a:cxn ang="0">
                    <a:pos x="0" y="0"/>
                  </a:cxn>
                  <a:cxn ang="0">
                    <a:pos x="30" y="0"/>
                  </a:cxn>
                  <a:cxn ang="0">
                    <a:pos x="30" y="59"/>
                  </a:cxn>
                  <a:cxn ang="0">
                    <a:pos x="61" y="59"/>
                  </a:cxn>
                </a:cxnLst>
                <a:rect l="0" t="0" r="r" b="b"/>
                <a:pathLst>
                  <a:path w="62" h="60">
                    <a:moveTo>
                      <a:pt x="0" y="0"/>
                    </a:moveTo>
                    <a:lnTo>
                      <a:pt x="30" y="0"/>
                    </a:lnTo>
                    <a:lnTo>
                      <a:pt x="30" y="59"/>
                    </a:lnTo>
                    <a:lnTo>
                      <a:pt x="61" y="5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16" name="Freeform 239"/>
              <p:cNvSpPr>
                <a:spLocks/>
              </p:cNvSpPr>
              <p:nvPr/>
            </p:nvSpPr>
            <p:spPr bwMode="auto">
              <a:xfrm>
                <a:off x="2399" y="2678"/>
                <a:ext cx="47" cy="148"/>
              </a:xfrm>
              <a:custGeom>
                <a:avLst/>
                <a:gdLst/>
                <a:ahLst/>
                <a:cxnLst>
                  <a:cxn ang="0">
                    <a:pos x="0" y="147"/>
                  </a:cxn>
                  <a:cxn ang="0">
                    <a:pos x="23" y="147"/>
                  </a:cxn>
                  <a:cxn ang="0">
                    <a:pos x="23" y="0"/>
                  </a:cxn>
                  <a:cxn ang="0">
                    <a:pos x="46" y="0"/>
                  </a:cxn>
                </a:cxnLst>
                <a:rect l="0" t="0" r="r" b="b"/>
                <a:pathLst>
                  <a:path w="47" h="148">
                    <a:moveTo>
                      <a:pt x="0" y="147"/>
                    </a:moveTo>
                    <a:lnTo>
                      <a:pt x="23" y="147"/>
                    </a:lnTo>
                    <a:lnTo>
                      <a:pt x="23" y="0"/>
                    </a:ln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grpSp>
      </p:grpSp>
      <p:grpSp>
        <p:nvGrpSpPr>
          <p:cNvPr id="317" name="Group 136"/>
          <p:cNvGrpSpPr>
            <a:grpSpLocks/>
          </p:cNvGrpSpPr>
          <p:nvPr/>
        </p:nvGrpSpPr>
        <p:grpSpPr bwMode="auto">
          <a:xfrm>
            <a:off x="8251585" y="3814943"/>
            <a:ext cx="3427652" cy="2302356"/>
            <a:chOff x="3408" y="2112"/>
            <a:chExt cx="1969" cy="1297"/>
          </a:xfrm>
        </p:grpSpPr>
        <p:sp>
          <p:nvSpPr>
            <p:cNvPr id="318" name="Freeform 137"/>
            <p:cNvSpPr>
              <a:spLocks/>
            </p:cNvSpPr>
            <p:nvPr/>
          </p:nvSpPr>
          <p:spPr bwMode="auto">
            <a:xfrm>
              <a:off x="3408" y="2112"/>
              <a:ext cx="1969" cy="1297"/>
            </a:xfrm>
            <a:custGeom>
              <a:avLst/>
              <a:gdLst/>
              <a:ahLst/>
              <a:cxnLst>
                <a:cxn ang="0">
                  <a:pos x="1476" y="0"/>
                </a:cxn>
                <a:cxn ang="0">
                  <a:pos x="1476" y="324"/>
                </a:cxn>
                <a:cxn ang="0">
                  <a:pos x="0" y="324"/>
                </a:cxn>
                <a:cxn ang="0">
                  <a:pos x="246" y="648"/>
                </a:cxn>
                <a:cxn ang="0">
                  <a:pos x="0" y="972"/>
                </a:cxn>
                <a:cxn ang="0">
                  <a:pos x="1476" y="972"/>
                </a:cxn>
                <a:cxn ang="0">
                  <a:pos x="1476" y="1296"/>
                </a:cxn>
                <a:cxn ang="0">
                  <a:pos x="1968" y="648"/>
                </a:cxn>
                <a:cxn ang="0">
                  <a:pos x="1476" y="0"/>
                </a:cxn>
              </a:cxnLst>
              <a:rect l="0" t="0" r="r" b="b"/>
              <a:pathLst>
                <a:path w="1969" h="1297">
                  <a:moveTo>
                    <a:pt x="1476" y="0"/>
                  </a:moveTo>
                  <a:lnTo>
                    <a:pt x="1476" y="324"/>
                  </a:lnTo>
                  <a:lnTo>
                    <a:pt x="0" y="324"/>
                  </a:lnTo>
                  <a:lnTo>
                    <a:pt x="246" y="648"/>
                  </a:lnTo>
                  <a:lnTo>
                    <a:pt x="0" y="972"/>
                  </a:lnTo>
                  <a:lnTo>
                    <a:pt x="1476" y="972"/>
                  </a:lnTo>
                  <a:lnTo>
                    <a:pt x="1476" y="1296"/>
                  </a:lnTo>
                  <a:lnTo>
                    <a:pt x="1968" y="648"/>
                  </a:lnTo>
                  <a:lnTo>
                    <a:pt x="1476" y="0"/>
                  </a:lnTo>
                </a:path>
              </a:pathLst>
            </a:custGeom>
            <a:solidFill>
              <a:srgbClr val="0070C0"/>
            </a:solidFill>
            <a:ln w="9525" cap="rnd">
              <a:noFill/>
              <a:round/>
              <a:headEnd type="none" w="sm" len="sm"/>
              <a:tailEnd type="none" w="sm" len="sm"/>
            </a:ln>
            <a:effectLst/>
          </p:spPr>
          <p:txBody>
            <a:bodyPr/>
            <a:lstStyle/>
            <a:p>
              <a:endParaRPr lang="pt-BR" sz="2400">
                <a:latin typeface="Lato" pitchFamily="34" charset="0"/>
              </a:endParaRPr>
            </a:p>
          </p:txBody>
        </p:sp>
        <p:grpSp>
          <p:nvGrpSpPr>
            <p:cNvPr id="319" name="Group 138"/>
            <p:cNvGrpSpPr>
              <a:grpSpLocks/>
            </p:cNvGrpSpPr>
            <p:nvPr/>
          </p:nvGrpSpPr>
          <p:grpSpPr bwMode="auto">
            <a:xfrm>
              <a:off x="3648" y="2544"/>
              <a:ext cx="1488" cy="432"/>
              <a:chOff x="3648" y="2544"/>
              <a:chExt cx="1488" cy="432"/>
            </a:xfrm>
          </p:grpSpPr>
          <p:sp>
            <p:nvSpPr>
              <p:cNvPr id="320" name="Rectangle 139"/>
              <p:cNvSpPr>
                <a:spLocks noChangeArrowheads="1"/>
              </p:cNvSpPr>
              <p:nvPr/>
            </p:nvSpPr>
            <p:spPr bwMode="auto">
              <a:xfrm>
                <a:off x="3648" y="2570"/>
                <a:ext cx="69" cy="71"/>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21" name="Rectangle 140"/>
              <p:cNvSpPr>
                <a:spLocks noChangeArrowheads="1"/>
              </p:cNvSpPr>
              <p:nvPr/>
            </p:nvSpPr>
            <p:spPr bwMode="auto">
              <a:xfrm>
                <a:off x="3758" y="2570"/>
                <a:ext cx="69" cy="71"/>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22" name="Rectangle 141"/>
              <p:cNvSpPr>
                <a:spLocks noChangeArrowheads="1"/>
              </p:cNvSpPr>
              <p:nvPr/>
            </p:nvSpPr>
            <p:spPr bwMode="auto">
              <a:xfrm>
                <a:off x="3984" y="254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23" name="Rectangle 142"/>
              <p:cNvSpPr>
                <a:spLocks noChangeArrowheads="1"/>
              </p:cNvSpPr>
              <p:nvPr/>
            </p:nvSpPr>
            <p:spPr bwMode="auto">
              <a:xfrm>
                <a:off x="4116" y="264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24" name="Rectangle 143"/>
              <p:cNvSpPr>
                <a:spLocks noChangeArrowheads="1"/>
              </p:cNvSpPr>
              <p:nvPr/>
            </p:nvSpPr>
            <p:spPr bwMode="auto">
              <a:xfrm>
                <a:off x="4368" y="2640"/>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25" name="Rectangle 144"/>
              <p:cNvSpPr>
                <a:spLocks noChangeArrowheads="1"/>
              </p:cNvSpPr>
              <p:nvPr/>
            </p:nvSpPr>
            <p:spPr bwMode="auto">
              <a:xfrm>
                <a:off x="5067" y="2737"/>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26" name="Rectangle 145"/>
              <p:cNvSpPr>
                <a:spLocks noChangeArrowheads="1"/>
              </p:cNvSpPr>
              <p:nvPr/>
            </p:nvSpPr>
            <p:spPr bwMode="auto">
              <a:xfrm>
                <a:off x="4833" y="2809"/>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27" name="Rectangle 146"/>
              <p:cNvSpPr>
                <a:spLocks noChangeArrowheads="1"/>
              </p:cNvSpPr>
              <p:nvPr/>
            </p:nvSpPr>
            <p:spPr bwMode="auto">
              <a:xfrm>
                <a:off x="4695"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28" name="Rectangle 147"/>
              <p:cNvSpPr>
                <a:spLocks noChangeArrowheads="1"/>
              </p:cNvSpPr>
              <p:nvPr/>
            </p:nvSpPr>
            <p:spPr bwMode="auto">
              <a:xfrm>
                <a:off x="4585"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29" name="Rectangle 148"/>
              <p:cNvSpPr>
                <a:spLocks noChangeArrowheads="1"/>
              </p:cNvSpPr>
              <p:nvPr/>
            </p:nvSpPr>
            <p:spPr bwMode="auto">
              <a:xfrm>
                <a:off x="4475"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0" name="Rectangle 149"/>
              <p:cNvSpPr>
                <a:spLocks noChangeArrowheads="1"/>
              </p:cNvSpPr>
              <p:nvPr/>
            </p:nvSpPr>
            <p:spPr bwMode="auto">
              <a:xfrm>
                <a:off x="4337"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1" name="Rectangle 150"/>
              <p:cNvSpPr>
                <a:spLocks noChangeArrowheads="1"/>
              </p:cNvSpPr>
              <p:nvPr/>
            </p:nvSpPr>
            <p:spPr bwMode="auto">
              <a:xfrm>
                <a:off x="4227" y="2761"/>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2" name="Rectangle 151"/>
              <p:cNvSpPr>
                <a:spLocks noChangeArrowheads="1"/>
              </p:cNvSpPr>
              <p:nvPr/>
            </p:nvSpPr>
            <p:spPr bwMode="auto">
              <a:xfrm>
                <a:off x="4116" y="290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3" name="Rectangle 152"/>
              <p:cNvSpPr>
                <a:spLocks noChangeArrowheads="1"/>
              </p:cNvSpPr>
              <p:nvPr/>
            </p:nvSpPr>
            <p:spPr bwMode="auto">
              <a:xfrm>
                <a:off x="3936" y="2736"/>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4" name="Rectangle 153"/>
              <p:cNvSpPr>
                <a:spLocks noChangeArrowheads="1"/>
              </p:cNvSpPr>
              <p:nvPr/>
            </p:nvSpPr>
            <p:spPr bwMode="auto">
              <a:xfrm>
                <a:off x="3758" y="2785"/>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5" name="Rectangle 154"/>
              <p:cNvSpPr>
                <a:spLocks noChangeArrowheads="1"/>
              </p:cNvSpPr>
              <p:nvPr/>
            </p:nvSpPr>
            <p:spPr bwMode="auto">
              <a:xfrm>
                <a:off x="3758" y="2689"/>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6" name="Rectangle 155"/>
              <p:cNvSpPr>
                <a:spLocks noChangeArrowheads="1"/>
              </p:cNvSpPr>
              <p:nvPr/>
            </p:nvSpPr>
            <p:spPr bwMode="auto">
              <a:xfrm>
                <a:off x="4240" y="290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7" name="Rectangle 156"/>
              <p:cNvSpPr>
                <a:spLocks noChangeArrowheads="1"/>
              </p:cNvSpPr>
              <p:nvPr/>
            </p:nvSpPr>
            <p:spPr bwMode="auto">
              <a:xfrm>
                <a:off x="4585" y="290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8" name="Rectangle 157"/>
              <p:cNvSpPr>
                <a:spLocks noChangeArrowheads="1"/>
              </p:cNvSpPr>
              <p:nvPr/>
            </p:nvSpPr>
            <p:spPr bwMode="auto">
              <a:xfrm>
                <a:off x="4957" y="2857"/>
                <a:ext cx="69" cy="71"/>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9" name="Freeform 158"/>
              <p:cNvSpPr>
                <a:spLocks/>
              </p:cNvSpPr>
              <p:nvPr/>
            </p:nvSpPr>
            <p:spPr bwMode="auto">
              <a:xfrm>
                <a:off x="3717" y="2606"/>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40" name="Freeform 159"/>
              <p:cNvSpPr>
                <a:spLocks/>
              </p:cNvSpPr>
              <p:nvPr/>
            </p:nvSpPr>
            <p:spPr bwMode="auto">
              <a:xfrm>
                <a:off x="3943" y="2580"/>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41" name="Freeform 160"/>
              <p:cNvSpPr>
                <a:spLocks/>
              </p:cNvSpPr>
              <p:nvPr/>
            </p:nvSpPr>
            <p:spPr bwMode="auto">
              <a:xfrm>
                <a:off x="4053" y="2580"/>
                <a:ext cx="64" cy="98"/>
              </a:xfrm>
              <a:custGeom>
                <a:avLst/>
                <a:gdLst/>
                <a:ahLst/>
                <a:cxnLst>
                  <a:cxn ang="0">
                    <a:pos x="0" y="0"/>
                  </a:cxn>
                  <a:cxn ang="0">
                    <a:pos x="31" y="0"/>
                  </a:cxn>
                  <a:cxn ang="0">
                    <a:pos x="31" y="97"/>
                  </a:cxn>
                  <a:cxn ang="0">
                    <a:pos x="63" y="97"/>
                  </a:cxn>
                </a:cxnLst>
                <a:rect l="0" t="0" r="r" b="b"/>
                <a:pathLst>
                  <a:path w="64" h="98">
                    <a:moveTo>
                      <a:pt x="0" y="0"/>
                    </a:moveTo>
                    <a:lnTo>
                      <a:pt x="31" y="0"/>
                    </a:lnTo>
                    <a:lnTo>
                      <a:pt x="31" y="97"/>
                    </a:lnTo>
                    <a:lnTo>
                      <a:pt x="63" y="9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42" name="Freeform 161"/>
              <p:cNvSpPr>
                <a:spLocks/>
              </p:cNvSpPr>
              <p:nvPr/>
            </p:nvSpPr>
            <p:spPr bwMode="auto">
              <a:xfrm>
                <a:off x="4185" y="2678"/>
                <a:ext cx="43" cy="120"/>
              </a:xfrm>
              <a:custGeom>
                <a:avLst/>
                <a:gdLst/>
                <a:ahLst/>
                <a:cxnLst>
                  <a:cxn ang="0">
                    <a:pos x="0" y="0"/>
                  </a:cxn>
                  <a:cxn ang="0">
                    <a:pos x="21" y="0"/>
                  </a:cxn>
                  <a:cxn ang="0">
                    <a:pos x="21" y="119"/>
                  </a:cxn>
                  <a:cxn ang="0">
                    <a:pos x="42" y="119"/>
                  </a:cxn>
                </a:cxnLst>
                <a:rect l="0" t="0" r="r" b="b"/>
                <a:pathLst>
                  <a:path w="43" h="120">
                    <a:moveTo>
                      <a:pt x="0" y="0"/>
                    </a:moveTo>
                    <a:lnTo>
                      <a:pt x="21" y="0"/>
                    </a:lnTo>
                    <a:lnTo>
                      <a:pt x="21" y="119"/>
                    </a:lnTo>
                    <a:lnTo>
                      <a:pt x="42" y="11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43" name="Freeform 162"/>
              <p:cNvSpPr>
                <a:spLocks/>
              </p:cNvSpPr>
              <p:nvPr/>
            </p:nvSpPr>
            <p:spPr bwMode="auto">
              <a:xfrm>
                <a:off x="4185" y="2676"/>
                <a:ext cx="184" cy="2"/>
              </a:xfrm>
              <a:custGeom>
                <a:avLst/>
                <a:gdLst/>
                <a:ahLst/>
                <a:cxnLst>
                  <a:cxn ang="0">
                    <a:pos x="0" y="1"/>
                  </a:cxn>
                  <a:cxn ang="0">
                    <a:pos x="91" y="1"/>
                  </a:cxn>
                  <a:cxn ang="0">
                    <a:pos x="91" y="0"/>
                  </a:cxn>
                  <a:cxn ang="0">
                    <a:pos x="183" y="0"/>
                  </a:cxn>
                </a:cxnLst>
                <a:rect l="0" t="0" r="r" b="b"/>
                <a:pathLst>
                  <a:path w="184" h="2">
                    <a:moveTo>
                      <a:pt x="0" y="1"/>
                    </a:moveTo>
                    <a:lnTo>
                      <a:pt x="91" y="1"/>
                    </a:lnTo>
                    <a:lnTo>
                      <a:pt x="91" y="0"/>
                    </a:lnTo>
                    <a:lnTo>
                      <a:pt x="183"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44" name="Freeform 163"/>
              <p:cNvSpPr>
                <a:spLocks/>
              </p:cNvSpPr>
              <p:nvPr/>
            </p:nvSpPr>
            <p:spPr bwMode="auto">
              <a:xfrm>
                <a:off x="4296" y="2797"/>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45" name="Freeform 164"/>
              <p:cNvSpPr>
                <a:spLocks/>
              </p:cNvSpPr>
              <p:nvPr/>
            </p:nvSpPr>
            <p:spPr bwMode="auto">
              <a:xfrm>
                <a:off x="4406" y="2797"/>
                <a:ext cx="70" cy="1"/>
              </a:xfrm>
              <a:custGeom>
                <a:avLst/>
                <a:gdLst/>
                <a:ahLst/>
                <a:cxnLst>
                  <a:cxn ang="0">
                    <a:pos x="0" y="0"/>
                  </a:cxn>
                  <a:cxn ang="0">
                    <a:pos x="69" y="0"/>
                  </a:cxn>
                </a:cxnLst>
                <a:rect l="0" t="0" r="r" b="b"/>
                <a:pathLst>
                  <a:path w="70" h="1">
                    <a:moveTo>
                      <a:pt x="0" y="0"/>
                    </a:moveTo>
                    <a:lnTo>
                      <a:pt x="69"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46" name="Freeform 165"/>
              <p:cNvSpPr>
                <a:spLocks/>
              </p:cNvSpPr>
              <p:nvPr/>
            </p:nvSpPr>
            <p:spPr bwMode="auto">
              <a:xfrm>
                <a:off x="4437" y="2676"/>
                <a:ext cx="74" cy="86"/>
              </a:xfrm>
              <a:custGeom>
                <a:avLst/>
                <a:gdLst/>
                <a:ahLst/>
                <a:cxnLst>
                  <a:cxn ang="0">
                    <a:pos x="0" y="0"/>
                  </a:cxn>
                  <a:cxn ang="0">
                    <a:pos x="73" y="0"/>
                  </a:cxn>
                  <a:cxn ang="0">
                    <a:pos x="73" y="85"/>
                  </a:cxn>
                </a:cxnLst>
                <a:rect l="0" t="0" r="r" b="b"/>
                <a:pathLst>
                  <a:path w="74" h="86">
                    <a:moveTo>
                      <a:pt x="0" y="0"/>
                    </a:moveTo>
                    <a:lnTo>
                      <a:pt x="73" y="0"/>
                    </a:lnTo>
                    <a:lnTo>
                      <a:pt x="73" y="8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47" name="Freeform 166"/>
              <p:cNvSpPr>
                <a:spLocks/>
              </p:cNvSpPr>
              <p:nvPr/>
            </p:nvSpPr>
            <p:spPr bwMode="auto">
              <a:xfrm>
                <a:off x="3827" y="2580"/>
                <a:ext cx="158" cy="146"/>
              </a:xfrm>
              <a:custGeom>
                <a:avLst/>
                <a:gdLst/>
                <a:ahLst/>
                <a:cxnLst>
                  <a:cxn ang="0">
                    <a:pos x="0" y="145"/>
                  </a:cxn>
                  <a:cxn ang="0">
                    <a:pos x="78" y="145"/>
                  </a:cxn>
                  <a:cxn ang="0">
                    <a:pos x="78" y="0"/>
                  </a:cxn>
                  <a:cxn ang="0">
                    <a:pos x="157" y="0"/>
                  </a:cxn>
                </a:cxnLst>
                <a:rect l="0" t="0" r="r" b="b"/>
                <a:pathLst>
                  <a:path w="158" h="146">
                    <a:moveTo>
                      <a:pt x="0" y="145"/>
                    </a:moveTo>
                    <a:lnTo>
                      <a:pt x="78" y="145"/>
                    </a:lnTo>
                    <a:lnTo>
                      <a:pt x="78" y="0"/>
                    </a:lnTo>
                    <a:lnTo>
                      <a:pt x="15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48" name="Freeform 167"/>
              <p:cNvSpPr>
                <a:spLocks/>
              </p:cNvSpPr>
              <p:nvPr/>
            </p:nvSpPr>
            <p:spPr bwMode="auto">
              <a:xfrm>
                <a:off x="3827" y="2772"/>
                <a:ext cx="110" cy="50"/>
              </a:xfrm>
              <a:custGeom>
                <a:avLst/>
                <a:gdLst/>
                <a:ahLst/>
                <a:cxnLst>
                  <a:cxn ang="0">
                    <a:pos x="0" y="49"/>
                  </a:cxn>
                  <a:cxn ang="0">
                    <a:pos x="54" y="49"/>
                  </a:cxn>
                  <a:cxn ang="0">
                    <a:pos x="54" y="0"/>
                  </a:cxn>
                  <a:cxn ang="0">
                    <a:pos x="109" y="0"/>
                  </a:cxn>
                </a:cxnLst>
                <a:rect l="0" t="0" r="r" b="b"/>
                <a:pathLst>
                  <a:path w="110" h="50">
                    <a:moveTo>
                      <a:pt x="0" y="49"/>
                    </a:moveTo>
                    <a:lnTo>
                      <a:pt x="54" y="49"/>
                    </a:lnTo>
                    <a:lnTo>
                      <a:pt x="54" y="0"/>
                    </a:lnTo>
                    <a:lnTo>
                      <a:pt x="109"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49" name="Freeform 168"/>
              <p:cNvSpPr>
                <a:spLocks/>
              </p:cNvSpPr>
              <p:nvPr/>
            </p:nvSpPr>
            <p:spPr bwMode="auto">
              <a:xfrm>
                <a:off x="3840" y="2580"/>
                <a:ext cx="310" cy="193"/>
              </a:xfrm>
              <a:custGeom>
                <a:avLst/>
                <a:gdLst/>
                <a:ahLst/>
                <a:cxnLst>
                  <a:cxn ang="0">
                    <a:pos x="165" y="192"/>
                  </a:cxn>
                  <a:cxn ang="0">
                    <a:pos x="309" y="192"/>
                  </a:cxn>
                  <a:cxn ang="0">
                    <a:pos x="309" y="96"/>
                  </a:cxn>
                  <a:cxn ang="0">
                    <a:pos x="0" y="96"/>
                  </a:cxn>
                  <a:cxn ang="0">
                    <a:pos x="0" y="0"/>
                  </a:cxn>
                  <a:cxn ang="0">
                    <a:pos x="144" y="0"/>
                  </a:cxn>
                </a:cxnLst>
                <a:rect l="0" t="0" r="r" b="b"/>
                <a:pathLst>
                  <a:path w="310" h="193">
                    <a:moveTo>
                      <a:pt x="165" y="192"/>
                    </a:moveTo>
                    <a:lnTo>
                      <a:pt x="309" y="192"/>
                    </a:lnTo>
                    <a:lnTo>
                      <a:pt x="309" y="96"/>
                    </a:lnTo>
                    <a:lnTo>
                      <a:pt x="0" y="96"/>
                    </a:lnTo>
                    <a:lnTo>
                      <a:pt x="0" y="0"/>
                    </a:lnTo>
                    <a:lnTo>
                      <a:pt x="144"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50" name="Freeform 169"/>
              <p:cNvSpPr>
                <a:spLocks/>
              </p:cNvSpPr>
              <p:nvPr/>
            </p:nvSpPr>
            <p:spPr bwMode="auto">
              <a:xfrm>
                <a:off x="4544" y="2797"/>
                <a:ext cx="42" cy="144"/>
              </a:xfrm>
              <a:custGeom>
                <a:avLst/>
                <a:gdLst/>
                <a:ahLst/>
                <a:cxnLst>
                  <a:cxn ang="0">
                    <a:pos x="0" y="0"/>
                  </a:cxn>
                  <a:cxn ang="0">
                    <a:pos x="20" y="0"/>
                  </a:cxn>
                  <a:cxn ang="0">
                    <a:pos x="20" y="143"/>
                  </a:cxn>
                  <a:cxn ang="0">
                    <a:pos x="41" y="143"/>
                  </a:cxn>
                </a:cxnLst>
                <a:rect l="0" t="0" r="r" b="b"/>
                <a:pathLst>
                  <a:path w="42" h="144">
                    <a:moveTo>
                      <a:pt x="0" y="0"/>
                    </a:moveTo>
                    <a:lnTo>
                      <a:pt x="20" y="0"/>
                    </a:lnTo>
                    <a:lnTo>
                      <a:pt x="20" y="143"/>
                    </a:lnTo>
                    <a:lnTo>
                      <a:pt x="41" y="143"/>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51" name="Freeform 170"/>
              <p:cNvSpPr>
                <a:spLocks/>
              </p:cNvSpPr>
              <p:nvPr/>
            </p:nvSpPr>
            <p:spPr bwMode="auto">
              <a:xfrm>
                <a:off x="4544" y="2797"/>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52" name="Freeform 171"/>
              <p:cNvSpPr>
                <a:spLocks/>
              </p:cNvSpPr>
              <p:nvPr/>
            </p:nvSpPr>
            <p:spPr bwMode="auto">
              <a:xfrm>
                <a:off x="3717" y="2606"/>
                <a:ext cx="42" cy="216"/>
              </a:xfrm>
              <a:custGeom>
                <a:avLst/>
                <a:gdLst/>
                <a:ahLst/>
                <a:cxnLst>
                  <a:cxn ang="0">
                    <a:pos x="0" y="0"/>
                  </a:cxn>
                  <a:cxn ang="0">
                    <a:pos x="20" y="0"/>
                  </a:cxn>
                  <a:cxn ang="0">
                    <a:pos x="20" y="215"/>
                  </a:cxn>
                  <a:cxn ang="0">
                    <a:pos x="41" y="215"/>
                  </a:cxn>
                </a:cxnLst>
                <a:rect l="0" t="0" r="r" b="b"/>
                <a:pathLst>
                  <a:path w="42" h="216">
                    <a:moveTo>
                      <a:pt x="0" y="0"/>
                    </a:moveTo>
                    <a:lnTo>
                      <a:pt x="20" y="0"/>
                    </a:lnTo>
                    <a:lnTo>
                      <a:pt x="20" y="215"/>
                    </a:lnTo>
                    <a:lnTo>
                      <a:pt x="41" y="21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53" name="Freeform 172"/>
              <p:cNvSpPr>
                <a:spLocks/>
              </p:cNvSpPr>
              <p:nvPr/>
            </p:nvSpPr>
            <p:spPr bwMode="auto">
              <a:xfrm>
                <a:off x="3717" y="2606"/>
                <a:ext cx="42" cy="120"/>
              </a:xfrm>
              <a:custGeom>
                <a:avLst/>
                <a:gdLst/>
                <a:ahLst/>
                <a:cxnLst>
                  <a:cxn ang="0">
                    <a:pos x="0" y="0"/>
                  </a:cxn>
                  <a:cxn ang="0">
                    <a:pos x="20" y="0"/>
                  </a:cxn>
                  <a:cxn ang="0">
                    <a:pos x="20" y="119"/>
                  </a:cxn>
                  <a:cxn ang="0">
                    <a:pos x="41" y="119"/>
                  </a:cxn>
                </a:cxnLst>
                <a:rect l="0" t="0" r="r" b="b"/>
                <a:pathLst>
                  <a:path w="42" h="120">
                    <a:moveTo>
                      <a:pt x="0" y="0"/>
                    </a:moveTo>
                    <a:lnTo>
                      <a:pt x="20" y="0"/>
                    </a:lnTo>
                    <a:lnTo>
                      <a:pt x="20" y="119"/>
                    </a:lnTo>
                    <a:lnTo>
                      <a:pt x="41" y="11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54" name="Freeform 173"/>
              <p:cNvSpPr>
                <a:spLocks/>
              </p:cNvSpPr>
              <p:nvPr/>
            </p:nvSpPr>
            <p:spPr bwMode="auto">
              <a:xfrm>
                <a:off x="3965" y="2797"/>
                <a:ext cx="263" cy="145"/>
              </a:xfrm>
              <a:custGeom>
                <a:avLst/>
                <a:gdLst/>
                <a:ahLst/>
                <a:cxnLst>
                  <a:cxn ang="0">
                    <a:pos x="0" y="144"/>
                  </a:cxn>
                  <a:cxn ang="0">
                    <a:pos x="131" y="144"/>
                  </a:cxn>
                  <a:cxn ang="0">
                    <a:pos x="131" y="0"/>
                  </a:cxn>
                  <a:cxn ang="0">
                    <a:pos x="262" y="0"/>
                  </a:cxn>
                </a:cxnLst>
                <a:rect l="0" t="0" r="r" b="b"/>
                <a:pathLst>
                  <a:path w="263" h="145">
                    <a:moveTo>
                      <a:pt x="0" y="144"/>
                    </a:moveTo>
                    <a:lnTo>
                      <a:pt x="131" y="144"/>
                    </a:lnTo>
                    <a:lnTo>
                      <a:pt x="131" y="0"/>
                    </a:lnTo>
                    <a:lnTo>
                      <a:pt x="2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55" name="Freeform 174"/>
              <p:cNvSpPr>
                <a:spLocks/>
              </p:cNvSpPr>
              <p:nvPr/>
            </p:nvSpPr>
            <p:spPr bwMode="auto">
              <a:xfrm>
                <a:off x="4185" y="2940"/>
                <a:ext cx="56" cy="1"/>
              </a:xfrm>
              <a:custGeom>
                <a:avLst/>
                <a:gdLst/>
                <a:ahLst/>
                <a:cxnLst>
                  <a:cxn ang="0">
                    <a:pos x="0" y="0"/>
                  </a:cxn>
                  <a:cxn ang="0">
                    <a:pos x="55" y="0"/>
                  </a:cxn>
                </a:cxnLst>
                <a:rect l="0" t="0" r="r" b="b"/>
                <a:pathLst>
                  <a:path w="56" h="1">
                    <a:moveTo>
                      <a:pt x="0" y="0"/>
                    </a:moveTo>
                    <a:lnTo>
                      <a:pt x="55"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56" name="Freeform 175"/>
              <p:cNvSpPr>
                <a:spLocks/>
              </p:cNvSpPr>
              <p:nvPr/>
            </p:nvSpPr>
            <p:spPr bwMode="auto">
              <a:xfrm>
                <a:off x="4309" y="2797"/>
                <a:ext cx="29" cy="144"/>
              </a:xfrm>
              <a:custGeom>
                <a:avLst/>
                <a:gdLst/>
                <a:ahLst/>
                <a:cxnLst>
                  <a:cxn ang="0">
                    <a:pos x="0" y="143"/>
                  </a:cxn>
                  <a:cxn ang="0">
                    <a:pos x="14" y="143"/>
                  </a:cxn>
                  <a:cxn ang="0">
                    <a:pos x="14" y="0"/>
                  </a:cxn>
                  <a:cxn ang="0">
                    <a:pos x="28" y="0"/>
                  </a:cxn>
                </a:cxnLst>
                <a:rect l="0" t="0" r="r" b="b"/>
                <a:pathLst>
                  <a:path w="29" h="144">
                    <a:moveTo>
                      <a:pt x="0" y="143"/>
                    </a:moveTo>
                    <a:lnTo>
                      <a:pt x="14" y="143"/>
                    </a:lnTo>
                    <a:lnTo>
                      <a:pt x="14" y="0"/>
                    </a:lnTo>
                    <a:lnTo>
                      <a:pt x="28"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57" name="Freeform 176"/>
              <p:cNvSpPr>
                <a:spLocks/>
              </p:cNvSpPr>
              <p:nvPr/>
            </p:nvSpPr>
            <p:spPr bwMode="auto">
              <a:xfrm>
                <a:off x="4654" y="2797"/>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58" name="Freeform 177"/>
              <p:cNvSpPr>
                <a:spLocks/>
              </p:cNvSpPr>
              <p:nvPr/>
            </p:nvSpPr>
            <p:spPr bwMode="auto">
              <a:xfrm>
                <a:off x="4764" y="2797"/>
                <a:ext cx="70" cy="48"/>
              </a:xfrm>
              <a:custGeom>
                <a:avLst/>
                <a:gdLst/>
                <a:ahLst/>
                <a:cxnLst>
                  <a:cxn ang="0">
                    <a:pos x="0" y="0"/>
                  </a:cxn>
                  <a:cxn ang="0">
                    <a:pos x="34" y="0"/>
                  </a:cxn>
                  <a:cxn ang="0">
                    <a:pos x="34" y="47"/>
                  </a:cxn>
                  <a:cxn ang="0">
                    <a:pos x="69" y="47"/>
                  </a:cxn>
                </a:cxnLst>
                <a:rect l="0" t="0" r="r" b="b"/>
                <a:pathLst>
                  <a:path w="70" h="48">
                    <a:moveTo>
                      <a:pt x="0" y="0"/>
                    </a:moveTo>
                    <a:lnTo>
                      <a:pt x="34" y="0"/>
                    </a:lnTo>
                    <a:lnTo>
                      <a:pt x="34" y="47"/>
                    </a:lnTo>
                    <a:lnTo>
                      <a:pt x="69" y="4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59" name="Freeform 178"/>
              <p:cNvSpPr>
                <a:spLocks/>
              </p:cNvSpPr>
              <p:nvPr/>
            </p:nvSpPr>
            <p:spPr bwMode="auto">
              <a:xfrm>
                <a:off x="4654" y="2797"/>
                <a:ext cx="42" cy="144"/>
              </a:xfrm>
              <a:custGeom>
                <a:avLst/>
                <a:gdLst/>
                <a:ahLst/>
                <a:cxnLst>
                  <a:cxn ang="0">
                    <a:pos x="0" y="143"/>
                  </a:cxn>
                  <a:cxn ang="0">
                    <a:pos x="20" y="143"/>
                  </a:cxn>
                  <a:cxn ang="0">
                    <a:pos x="20" y="0"/>
                  </a:cxn>
                  <a:cxn ang="0">
                    <a:pos x="41" y="0"/>
                  </a:cxn>
                </a:cxnLst>
                <a:rect l="0" t="0" r="r" b="b"/>
                <a:pathLst>
                  <a:path w="42" h="144">
                    <a:moveTo>
                      <a:pt x="0" y="143"/>
                    </a:moveTo>
                    <a:lnTo>
                      <a:pt x="20" y="143"/>
                    </a:lnTo>
                    <a:lnTo>
                      <a:pt x="20" y="0"/>
                    </a:ln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60" name="Freeform 179"/>
              <p:cNvSpPr>
                <a:spLocks/>
              </p:cNvSpPr>
              <p:nvPr/>
            </p:nvSpPr>
            <p:spPr bwMode="auto">
              <a:xfrm>
                <a:off x="4902" y="2844"/>
                <a:ext cx="56" cy="49"/>
              </a:xfrm>
              <a:custGeom>
                <a:avLst/>
                <a:gdLst/>
                <a:ahLst/>
                <a:cxnLst>
                  <a:cxn ang="0">
                    <a:pos x="0" y="0"/>
                  </a:cxn>
                  <a:cxn ang="0">
                    <a:pos x="27" y="0"/>
                  </a:cxn>
                  <a:cxn ang="0">
                    <a:pos x="27" y="48"/>
                  </a:cxn>
                  <a:cxn ang="0">
                    <a:pos x="55" y="48"/>
                  </a:cxn>
                </a:cxnLst>
                <a:rect l="0" t="0" r="r" b="b"/>
                <a:pathLst>
                  <a:path w="56" h="49">
                    <a:moveTo>
                      <a:pt x="0" y="0"/>
                    </a:moveTo>
                    <a:lnTo>
                      <a:pt x="27" y="0"/>
                    </a:lnTo>
                    <a:lnTo>
                      <a:pt x="27" y="48"/>
                    </a:lnTo>
                    <a:lnTo>
                      <a:pt x="55" y="48"/>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61" name="Freeform 180"/>
              <p:cNvSpPr>
                <a:spLocks/>
              </p:cNvSpPr>
              <p:nvPr/>
            </p:nvSpPr>
            <p:spPr bwMode="auto">
              <a:xfrm>
                <a:off x="5026" y="2773"/>
                <a:ext cx="42" cy="120"/>
              </a:xfrm>
              <a:custGeom>
                <a:avLst/>
                <a:gdLst/>
                <a:ahLst/>
                <a:cxnLst>
                  <a:cxn ang="0">
                    <a:pos x="0" y="119"/>
                  </a:cxn>
                  <a:cxn ang="0">
                    <a:pos x="20" y="119"/>
                  </a:cxn>
                  <a:cxn ang="0">
                    <a:pos x="20" y="0"/>
                  </a:cxn>
                  <a:cxn ang="0">
                    <a:pos x="41" y="0"/>
                  </a:cxn>
                </a:cxnLst>
                <a:rect l="0" t="0" r="r" b="b"/>
                <a:pathLst>
                  <a:path w="42" h="120">
                    <a:moveTo>
                      <a:pt x="0" y="119"/>
                    </a:moveTo>
                    <a:lnTo>
                      <a:pt x="20" y="119"/>
                    </a:lnTo>
                    <a:lnTo>
                      <a:pt x="20" y="0"/>
                    </a:ln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62" name="Freeform 181"/>
              <p:cNvSpPr>
                <a:spLocks/>
              </p:cNvSpPr>
              <p:nvPr/>
            </p:nvSpPr>
            <p:spPr bwMode="auto">
              <a:xfrm>
                <a:off x="3827" y="2821"/>
                <a:ext cx="290" cy="120"/>
              </a:xfrm>
              <a:custGeom>
                <a:avLst/>
                <a:gdLst/>
                <a:ahLst/>
                <a:cxnLst>
                  <a:cxn ang="0">
                    <a:pos x="0" y="0"/>
                  </a:cxn>
                  <a:cxn ang="0">
                    <a:pos x="144" y="0"/>
                  </a:cxn>
                  <a:cxn ang="0">
                    <a:pos x="144" y="119"/>
                  </a:cxn>
                  <a:cxn ang="0">
                    <a:pos x="289" y="119"/>
                  </a:cxn>
                </a:cxnLst>
                <a:rect l="0" t="0" r="r" b="b"/>
                <a:pathLst>
                  <a:path w="290" h="120">
                    <a:moveTo>
                      <a:pt x="0" y="0"/>
                    </a:moveTo>
                    <a:lnTo>
                      <a:pt x="144" y="0"/>
                    </a:lnTo>
                    <a:lnTo>
                      <a:pt x="144" y="119"/>
                    </a:lnTo>
                    <a:lnTo>
                      <a:pt x="289" y="11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grpSp>
      </p:grpSp>
      <p:sp>
        <p:nvSpPr>
          <p:cNvPr id="374" name="Retângulo 373"/>
          <p:cNvSpPr/>
          <p:nvPr/>
        </p:nvSpPr>
        <p:spPr>
          <a:xfrm>
            <a:off x="335360" y="2785988"/>
            <a:ext cx="1903531" cy="672073"/>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dirty="0">
                <a:latin typeface="Lato" pitchFamily="34" charset="0"/>
              </a:rPr>
              <a:t>Projeto A</a:t>
            </a:r>
          </a:p>
        </p:txBody>
      </p:sp>
      <p:sp>
        <p:nvSpPr>
          <p:cNvPr id="377" name="Retângulo 376"/>
          <p:cNvSpPr/>
          <p:nvPr/>
        </p:nvSpPr>
        <p:spPr>
          <a:xfrm>
            <a:off x="1579328" y="5220786"/>
            <a:ext cx="1903531" cy="672073"/>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dirty="0">
                <a:latin typeface="Lato" pitchFamily="34" charset="0"/>
              </a:rPr>
              <a:t>Projeto B</a:t>
            </a:r>
          </a:p>
        </p:txBody>
      </p:sp>
      <p:sp>
        <p:nvSpPr>
          <p:cNvPr id="379" name="Retângulo 378"/>
          <p:cNvSpPr/>
          <p:nvPr/>
        </p:nvSpPr>
        <p:spPr>
          <a:xfrm>
            <a:off x="6672064" y="4466657"/>
            <a:ext cx="1903531" cy="672073"/>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dirty="0">
                <a:latin typeface="Lato" pitchFamily="34" charset="0"/>
              </a:rPr>
              <a:t>Projeto C</a:t>
            </a:r>
          </a:p>
        </p:txBody>
      </p:sp>
      <p:pic>
        <p:nvPicPr>
          <p:cNvPr id="380" name="Picture 2"/>
          <p:cNvPicPr>
            <a:picLocks noChangeAspect="1" noChangeArrowheads="1"/>
          </p:cNvPicPr>
          <p:nvPr/>
        </p:nvPicPr>
        <p:blipFill>
          <a:blip r:embed="rId3" cstate="print"/>
          <a:srcRect/>
          <a:stretch>
            <a:fillRect/>
          </a:stretch>
        </p:blipFill>
        <p:spPr bwMode="auto">
          <a:xfrm>
            <a:off x="7611869" y="245347"/>
            <a:ext cx="3744416" cy="3486987"/>
          </a:xfrm>
          <a:prstGeom prst="rect">
            <a:avLst/>
          </a:prstGeom>
          <a:noFill/>
          <a:ln w="9525">
            <a:noFill/>
            <a:miter lim="800000"/>
            <a:headEnd/>
            <a:tailEnd/>
          </a:ln>
        </p:spPr>
      </p:pic>
      <p:sp>
        <p:nvSpPr>
          <p:cNvPr id="381" name="Triângulo isósceles 380"/>
          <p:cNvSpPr/>
          <p:nvPr/>
        </p:nvSpPr>
        <p:spPr>
          <a:xfrm>
            <a:off x="8283944" y="725400"/>
            <a:ext cx="768085" cy="38404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p>
        </p:txBody>
      </p:sp>
      <p:sp>
        <p:nvSpPr>
          <p:cNvPr id="383" name="Retângulo 382"/>
          <p:cNvSpPr/>
          <p:nvPr/>
        </p:nvSpPr>
        <p:spPr>
          <a:xfrm>
            <a:off x="10054512" y="90219"/>
            <a:ext cx="672075" cy="3840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p>
        </p:txBody>
      </p:sp>
      <p:sp>
        <p:nvSpPr>
          <p:cNvPr id="393" name="CaixaDeTexto 392"/>
          <p:cNvSpPr txBox="1"/>
          <p:nvPr/>
        </p:nvSpPr>
        <p:spPr>
          <a:xfrm>
            <a:off x="5863330" y="5948022"/>
            <a:ext cx="5950927" cy="830997"/>
          </a:xfrm>
          <a:prstGeom prst="rect">
            <a:avLst/>
          </a:prstGeom>
          <a:noFill/>
        </p:spPr>
        <p:txBody>
          <a:bodyPr wrap="square" rtlCol="0" anchor="ctr" anchorCtr="0">
            <a:spAutoFit/>
          </a:bodyPr>
          <a:lstStyle/>
          <a:p>
            <a:pPr algn="r"/>
            <a:r>
              <a:rPr lang="pt-BR" sz="2400" b="1" u="sng" dirty="0">
                <a:solidFill>
                  <a:schemeClr val="tx1">
                    <a:lumMod val="65000"/>
                    <a:lumOff val="35000"/>
                  </a:schemeClr>
                </a:solidFill>
                <a:latin typeface="Lato" pitchFamily="34" charset="0"/>
              </a:rPr>
              <a:t>Projetos</a:t>
            </a:r>
            <a:r>
              <a:rPr lang="pt-BR" sz="2400" b="1" dirty="0">
                <a:solidFill>
                  <a:schemeClr val="tx1">
                    <a:lumMod val="65000"/>
                    <a:lumOff val="35000"/>
                  </a:schemeClr>
                </a:solidFill>
                <a:latin typeface="Lato" pitchFamily="34" charset="0"/>
              </a:rPr>
              <a:t> de desenvolvimento de produtos </a:t>
            </a:r>
            <a:endParaRPr lang="pt-BR" sz="3200" b="1" dirty="0">
              <a:solidFill>
                <a:schemeClr val="tx1">
                  <a:lumMod val="65000"/>
                  <a:lumOff val="35000"/>
                </a:schemeClr>
              </a:solidFill>
              <a:latin typeface="Lato" pitchFamily="34" charset="0"/>
            </a:endParaRPr>
          </a:p>
        </p:txBody>
      </p:sp>
      <p:cxnSp>
        <p:nvCxnSpPr>
          <p:cNvPr id="394" name="Forma 237"/>
          <p:cNvCxnSpPr/>
          <p:nvPr/>
        </p:nvCxnSpPr>
        <p:spPr>
          <a:xfrm rot="10800000" flipV="1">
            <a:off x="5035208" y="2489824"/>
            <a:ext cx="3941112" cy="2091979"/>
          </a:xfrm>
          <a:prstGeom prst="curvedConnector3">
            <a:avLst>
              <a:gd name="adj1" fmla="val 8617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5" name="Forma livre 394"/>
          <p:cNvSpPr/>
          <p:nvPr/>
        </p:nvSpPr>
        <p:spPr>
          <a:xfrm flipH="1">
            <a:off x="9363180" y="2756926"/>
            <a:ext cx="701547" cy="1636591"/>
          </a:xfrm>
          <a:custGeom>
            <a:avLst/>
            <a:gdLst>
              <a:gd name="connsiteX0" fmla="*/ 227780 w 994696"/>
              <a:gd name="connsiteY0" fmla="*/ 0 h 1868129"/>
              <a:gd name="connsiteX1" fmla="*/ 50800 w 994696"/>
              <a:gd name="connsiteY1" fmla="*/ 639097 h 1868129"/>
              <a:gd name="connsiteX2" fmla="*/ 532580 w 994696"/>
              <a:gd name="connsiteY2" fmla="*/ 1150375 h 1868129"/>
              <a:gd name="connsiteX3" fmla="*/ 994696 w 994696"/>
              <a:gd name="connsiteY3" fmla="*/ 1868129 h 1868129"/>
            </a:gdLst>
            <a:ahLst/>
            <a:cxnLst>
              <a:cxn ang="0">
                <a:pos x="connsiteX0" y="connsiteY0"/>
              </a:cxn>
              <a:cxn ang="0">
                <a:pos x="connsiteX1" y="connsiteY1"/>
              </a:cxn>
              <a:cxn ang="0">
                <a:pos x="connsiteX2" y="connsiteY2"/>
              </a:cxn>
              <a:cxn ang="0">
                <a:pos x="connsiteX3" y="connsiteY3"/>
              </a:cxn>
            </a:cxnLst>
            <a:rect l="l" t="t" r="r" b="b"/>
            <a:pathLst>
              <a:path w="994696" h="1868129">
                <a:moveTo>
                  <a:pt x="227780" y="0"/>
                </a:moveTo>
                <a:cubicBezTo>
                  <a:pt x="113890" y="223684"/>
                  <a:pt x="0" y="447368"/>
                  <a:pt x="50800" y="639097"/>
                </a:cubicBezTo>
                <a:cubicBezTo>
                  <a:pt x="101600" y="830826"/>
                  <a:pt x="375264" y="945536"/>
                  <a:pt x="532580" y="1150375"/>
                </a:cubicBezTo>
                <a:cubicBezTo>
                  <a:pt x="689896" y="1355214"/>
                  <a:pt x="994696" y="1868129"/>
                  <a:pt x="994696" y="1868129"/>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sz="2400"/>
          </a:p>
        </p:txBody>
      </p:sp>
      <p:sp>
        <p:nvSpPr>
          <p:cNvPr id="396" name="Forma livre 395"/>
          <p:cNvSpPr/>
          <p:nvPr/>
        </p:nvSpPr>
        <p:spPr>
          <a:xfrm>
            <a:off x="9273439" y="1322391"/>
            <a:ext cx="1561896" cy="3104120"/>
          </a:xfrm>
          <a:custGeom>
            <a:avLst/>
            <a:gdLst>
              <a:gd name="connsiteX0" fmla="*/ 0 w 2471174"/>
              <a:gd name="connsiteY0" fmla="*/ 137651 h 3126657"/>
              <a:gd name="connsiteX1" fmla="*/ 1052051 w 2471174"/>
              <a:gd name="connsiteY1" fmla="*/ 127819 h 3126657"/>
              <a:gd name="connsiteX2" fmla="*/ 2271251 w 2471174"/>
              <a:gd name="connsiteY2" fmla="*/ 904567 h 3126657"/>
              <a:gd name="connsiteX3" fmla="*/ 2251587 w 2471174"/>
              <a:gd name="connsiteY3" fmla="*/ 2290915 h 3126657"/>
              <a:gd name="connsiteX4" fmla="*/ 2045109 w 2471174"/>
              <a:gd name="connsiteY4" fmla="*/ 3126657 h 3126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1174" h="3126657">
                <a:moveTo>
                  <a:pt x="0" y="137651"/>
                </a:moveTo>
                <a:cubicBezTo>
                  <a:pt x="336754" y="68825"/>
                  <a:pt x="673509" y="0"/>
                  <a:pt x="1052051" y="127819"/>
                </a:cubicBezTo>
                <a:cubicBezTo>
                  <a:pt x="1430593" y="255638"/>
                  <a:pt x="2071328" y="544051"/>
                  <a:pt x="2271251" y="904567"/>
                </a:cubicBezTo>
                <a:cubicBezTo>
                  <a:pt x="2471174" y="1265083"/>
                  <a:pt x="2289277" y="1920567"/>
                  <a:pt x="2251587" y="2290915"/>
                </a:cubicBezTo>
                <a:cubicBezTo>
                  <a:pt x="2213897" y="2661263"/>
                  <a:pt x="2129503" y="2893960"/>
                  <a:pt x="2045109" y="3126657"/>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sz="2400"/>
          </a:p>
        </p:txBody>
      </p:sp>
      <p:sp>
        <p:nvSpPr>
          <p:cNvPr id="384" name="Pentágono regular 383"/>
          <p:cNvSpPr/>
          <p:nvPr/>
        </p:nvSpPr>
        <p:spPr>
          <a:xfrm>
            <a:off x="8763998" y="1205454"/>
            <a:ext cx="599183" cy="439812"/>
          </a:xfrm>
          <a:prstGeom prst="pen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p>
        </p:txBody>
      </p:sp>
      <p:sp>
        <p:nvSpPr>
          <p:cNvPr id="391" name="Hexágono 390"/>
          <p:cNvSpPr/>
          <p:nvPr/>
        </p:nvSpPr>
        <p:spPr>
          <a:xfrm>
            <a:off x="9678719" y="2246723"/>
            <a:ext cx="672075" cy="576064"/>
          </a:xfrm>
          <a:prstGeom prst="hexag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p>
        </p:txBody>
      </p:sp>
      <p:sp>
        <p:nvSpPr>
          <p:cNvPr id="390" name="Losango 389"/>
          <p:cNvSpPr/>
          <p:nvPr/>
        </p:nvSpPr>
        <p:spPr>
          <a:xfrm>
            <a:off x="10356180" y="2242480"/>
            <a:ext cx="672075" cy="672075"/>
          </a:xfrm>
          <a:prstGeom prst="diamond">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p>
        </p:txBody>
      </p:sp>
      <p:sp>
        <p:nvSpPr>
          <p:cNvPr id="392" name="Trapezóide 42"/>
          <p:cNvSpPr/>
          <p:nvPr/>
        </p:nvSpPr>
        <p:spPr>
          <a:xfrm>
            <a:off x="9879988" y="1709227"/>
            <a:ext cx="672075" cy="384043"/>
          </a:xfrm>
          <a:prstGeom prst="trapezoid">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p>
        </p:txBody>
      </p:sp>
      <p:sp>
        <p:nvSpPr>
          <p:cNvPr id="382" name="Elipse 381"/>
          <p:cNvSpPr/>
          <p:nvPr/>
        </p:nvSpPr>
        <p:spPr>
          <a:xfrm>
            <a:off x="8571976" y="2261571"/>
            <a:ext cx="480053" cy="4800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p>
        </p:txBody>
      </p:sp>
      <p:sp>
        <p:nvSpPr>
          <p:cNvPr id="399" name="Forma livre 398"/>
          <p:cNvSpPr/>
          <p:nvPr/>
        </p:nvSpPr>
        <p:spPr>
          <a:xfrm rot="4466600" flipH="1">
            <a:off x="6326777" y="175361"/>
            <a:ext cx="674673" cy="3828623"/>
          </a:xfrm>
          <a:custGeom>
            <a:avLst/>
            <a:gdLst>
              <a:gd name="connsiteX0" fmla="*/ 0 w 2471174"/>
              <a:gd name="connsiteY0" fmla="*/ 137651 h 3126657"/>
              <a:gd name="connsiteX1" fmla="*/ 1052051 w 2471174"/>
              <a:gd name="connsiteY1" fmla="*/ 127819 h 3126657"/>
              <a:gd name="connsiteX2" fmla="*/ 2271251 w 2471174"/>
              <a:gd name="connsiteY2" fmla="*/ 904567 h 3126657"/>
              <a:gd name="connsiteX3" fmla="*/ 2251587 w 2471174"/>
              <a:gd name="connsiteY3" fmla="*/ 2290915 h 3126657"/>
              <a:gd name="connsiteX4" fmla="*/ 2045109 w 2471174"/>
              <a:gd name="connsiteY4" fmla="*/ 3126657 h 3126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1174" h="3126657">
                <a:moveTo>
                  <a:pt x="0" y="137651"/>
                </a:moveTo>
                <a:cubicBezTo>
                  <a:pt x="336754" y="68825"/>
                  <a:pt x="673509" y="0"/>
                  <a:pt x="1052051" y="127819"/>
                </a:cubicBezTo>
                <a:cubicBezTo>
                  <a:pt x="1430593" y="255638"/>
                  <a:pt x="2071328" y="544051"/>
                  <a:pt x="2271251" y="904567"/>
                </a:cubicBezTo>
                <a:cubicBezTo>
                  <a:pt x="2471174" y="1265083"/>
                  <a:pt x="2289277" y="1920567"/>
                  <a:pt x="2251587" y="2290915"/>
                </a:cubicBezTo>
                <a:cubicBezTo>
                  <a:pt x="2213897" y="2661263"/>
                  <a:pt x="2129503" y="2893960"/>
                  <a:pt x="2045109" y="3126657"/>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sz="2400"/>
          </a:p>
        </p:txBody>
      </p:sp>
      <p:sp>
        <p:nvSpPr>
          <p:cNvPr id="385" name="Triângulo retângulo 384"/>
          <p:cNvSpPr/>
          <p:nvPr/>
        </p:nvSpPr>
        <p:spPr>
          <a:xfrm>
            <a:off x="8358740" y="1694223"/>
            <a:ext cx="480053" cy="384043"/>
          </a:xfrm>
          <a:prstGeom prst="rtTriangl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p>
        </p:txBody>
      </p:sp>
    </p:spTree>
    <p:extLst>
      <p:ext uri="{BB962C8B-B14F-4D97-AF65-F5344CB8AC3E}">
        <p14:creationId xmlns:p14="http://schemas.microsoft.com/office/powerpoint/2010/main" val="1302429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2" descr="data:image/jpeg;base64,/9j/4AAQSkZJRgABAQAAAQABAAD/2wCEAAkGBhQSEBQUEBQVFBQVFRQVFRQVFBUUFBUUFBQWFBUUFBQXHCYeFxklGRQVHy8gJCcpLCwtFR4xNTEqNSYrLCkBCQoKDgwOGg8PGikiHyQtLCwsLCwwLiwsLCwsLCw1LCwtLCwuLCwsLCwpLy0sLCwsLCwsLCkpLCwsLCwpKSwsLP/AABEIAKgBKwMBIgACEQEDEQH/xAAcAAAABwEBAAAAAAAAAAAAAAAAAQIDBQYHBAj/xABSEAACAQMCAwQECgcDCQUJAQABAgMABBESIQUTMQYiQVEHMmFxFCNUcoGRkpShsRUWM0Ji0eFSgrIIJCU0Q3SzwfBEU2TCw0Vjc5OipMTS4hf/xAAaAQACAwEBAAAAAAAAAAAAAAAABQECAwQG/8QAMxEAAQMCAQkHBQEAAwAAAAAAAQACAwQREhMUITEzQVFhgQUVQnGxwfAjMlKRodEi4fH/2gAMAwEAAhEDEQA/AMvTt/xIkD4ddbnH+sSeP01op7Ddo/lz/fpKxy39dfnD869nv1PvP51ZouqPdhWJ/qN2j+Xv9+kofqN2j+Xv9+kraqFXwBZ5QrFf1G7R/L3+/SUP1G7R/L3+/SVtVDNGAIyhWK/qN2j+Xv8AfpKiuMcL47bMqy38uWUsNN5KdgQMn6TW/wCazz0ir/nUZ8DBt9Esmf8AEtaxQh7w0rGondHGXBZpzuNfL5/vcn86HO418vn+9yfzqxUK78xj4lKu85uA/v8AqrvO418vn+9yfzoc7jXy+f73J/OrFQozGPiVHek3Af3/AFV3nca+Xz/e5P50Obxr5fP97k/nVioxRmMfNT3nNwHzqq7zONfL5/vcn86PVxv5dP8Ae5P51ZBTgqMxj5qw7Sm4D51VYzxv5dN97k/nR4438um+9yfzq0UtRUZlHxKsO0ZeA+dVVdHG/l033uSj5fHPl033uT+dW0CjAqMyj5q3eEvAfOqqPK458um+9yUYg458vm++SVbqMzAEA9W9VQCzMR1CooLN9ANQaOMablSK+U6AAqkLXjny6b75JR/A+O/LpvvklXeOzuGGVtLph58nR+EpU/hXV+hbvGfgc+PnW2fpXnZFYmGAeL+rcT1J8P8ACs/+Bcd+XTffJKAseO/L5fvklaGvA7s9LSX+89sv/rUf6Cux1tJfesls3/rCoycH5K2Wqfx+ftZ6OH8d+XS/fJKMcM498ul++SVow4DefJX+mW3B+rmY/GnV4Dd/Jj/emhH5MajJwfl8/Stlan8fn7Wa/ovj3y6X75JQ/RfHvl0v3yStLTgF4f8As6j51wg/whqdPZm82+Ki38rk4Hv+Kz9QNRgg/L5+kZWp/EfOqy/9F8e+XS/fJKH6K498ul++SVonFrGe1QyTwjlL68kUnNCL4u6FVbQPEgHA3xjJpAPiPoI3yPMVo2CJ/wBpVH1MzPuACz79Fce+XS/fJKH6K498ul++SVoVCrZozms89k5LPf0Xx75dL98kofovj3y6X75JWg0KM1ZzRnsnJZN2g4rxiyCGe/uO/qC6bqRvVxnO+3rCoX//AEHiXy67+8Sf/tVt9MPq23zpvyjrMq4pmBjy0JjBIZGBxTlv66/OH517Pfqfefzrxhb+uvzh+dezn6n3n86himRCioUK1WKFA0KFCEKrHb3hBlgWRAS0JJIGSTGwGvAHUgqrY8lbxNWeiFS1xabhQ9ge0tO9YmDR1fu0HYJZCXtdMbncxnaJvMrpB0H6CPYOtUjiHDZIH0TIUYjI3VgVzjIKk7Z88e6m0c7H+fBefmpZIr6LjiuehQzR1uuVClCk0YoUpYpYpApaioVwlinFpunFqpWgTgo6SDShUKyRI+MYBYllVVHV3c6UQe0sQPpz4VqXZfsytrHvhpnA5snmf7CZ9WMeC/SckknM+DRczithGegeac+0wxHSPtOD9FbRSqskJdg4J1QRAMym8pJYDao/jHH4raMySEnBRdCDXIWkdY1CoNzlmAqkHhlnNxm4zbSSholhaQQStGJ2eY3BNwdoyEEad1hs+B4ipfsN2TghSeT4NHGz3VwUzCqusUc+IRkjVp+KWQe8MPOuFMlalv4ypYOhVWKs2pcKynSVJzgEHbHnTfFOLRW0TS3DiONcZY56k4AAG5JJAAG9ZT+sMTWtkrJPJniMt1KEtZX1kSXVwqJ3cStnlZ05AGCSKt3bviaG0g5ubdZWEiXEpCfBJ4ozcQNKuDk64whXO5ONyaEKx2HaGCdgsMiyFolmGnJUxszIrasY9ZGGM5GDtTvEeMw26hriWOJWYKDI6oCx/dBY9ayCeR7hYI4B8Gdzw2RINTCOO5db+9ZgpO2t0TJ64IHhin+G9m2uLmGG4mYtLNxaSd10lpAvwW0mjBI7iMRIoxuFAG3WhC1duMQ4B5ikGTlZU6xzckaCVzpIIOc4x41FWvb+ylk5cUwf4xIg6qzRGWTVpjWUDSzHSTsce3eqVwrtHm3tUgS5VWvpppZRFJHBoaW6uTEXOOYNOkHAK7bmhBwl/wBDcPS5nJE0vC1hWNOQYAWUtodTrMhjLAsT16AUIWnW15HOrct0kUM8baSGAZTpdDjxB2IrK7O2EE93aj1befEY66YZkWaNPcutlHsUDwrVbGxjhjWOFFjjQYVFACqPIAVlxYtxDiTnqbpU/uxW8Sr+BropicoFy1YBiK6qFChTVJkKKjoqELOfTF6tt75vyjrMq030w+rbfOm/KOsypVU7QpzSbIdfVOW/rr84fnXs5+p95/OvGNv66/OH517PfqfefzrNi1kRUVChWqxQoUKFCEKFA0VClHWTdrL/AJ17KwOVUrEmOmmLIOPP4xpTnyIq/wDa3jfwa2YqQJXykXnqI3fHkq5b6APGsdvpNEL4IXCEKWIABC4Xdts110rNJedyXV0mgRDWVJW/BZ5+VynCCXQUwusspfSWZtwnzeviSuan+KejW8gTXFIl0oBLRhDFMB5xksVkOP3TpJ8DT3oym+Etby6siOAEggYB08gBdJ2y6OcHqU8NIrTmuPppXL2k5j7l3zyTFtBFgw4eu/8AaweKUMAQcg7g/wDX5U4Kk+11isXELhUGFZllx0AaVAzgewuGb3uajBXoon5RgfxXmp48lIWcEseFOLTQNOCtCqBLpQpIpQqqunAaVmmxShUKwK7Oybf6atfbBd/lGf8AlWxVkXYOIPxoZ/2NlI4+dLMse/8AdU1pfaS9eG0mkhVnlWNuWqqXJkPdTujfGojPkMmklTtSvR0YtC35vQ4Nx6K6EpgJYQzPAxxgcyPTr0+Yy2M+ylcP45DNCsyOOWxZVZu5kq7IRhsfvKffVS7I9npuGRXykNMAscsTKoHNdLYK4WNcnXqjGT1YsDknNVy24NcXFtZwNw6V4oLV4wLkxxI15MiL8IeNm16E+OOdJbLjAya511K7n0jWZkaOPnyyKcMsdrcvpJJUajy8AEqd842qySuuDqx0yR12Hjjxqs9keESQXNyJNRCw2ECysCBLyIWDMCevec59tRl32buXvJZeSutZmljui6F2hSDRDaQgHUgLl9erC95j3i2QIU5wftVb3jM0UcpSNeYs8lvIkRGCNUTuoLHBPQdM1wWvpAikYra2tw6oUaSQxC2ijjlJYzMZiracBm2U5xXb2G7Mm0tYhJJO0hhhV1lm5ixFEAMcSjuIASRsN8DJNQnFuzl1NPdxFWWG+niR5UZdSWUFsA436M8mUAwdnc4oQumD0nxPaR3EcE782WaKGJApkkEAZnbBIC91GIQnUcYAOa7rjtzCvP1xS/EfBcKUXXJLdLqiiijLZ5m6gg4wT7Caqs3ZG9itprW3gSSKS4uXjd7jRcxytIj217zjnVpIYkevsPdTtvwW9/SL3bxGZI7hU5LARanFrDb/AA+MnZwDzRpOyhiV3zQhWzhPbWG4uDAiSggS6ZGQCKQwOscyo4Y5KOwU7AE9CapUy44hxFf/ABMbfbtIDVh9H0V1zbp7mBrdJCj8piNIuTr+ENBhmPKYcs5PVixwKr94f9KcS/8Ai223s+BxYP8A15VvT7QLmqtkfm9PUKFFTZJUM0KFFQhZ16YvVtvfL+UdZlWmemD1bb5035R1mdKqnaFOaTZDr6py29dfnD869nv1PvP514vhPeHvH516s7I9qxdJpkIFwgOtRtrAP7VB5HbI/dJ8sVSMGxKvK4AgcVYqFCgK0WaFCoiw7VQTXDwRvl1AIO2iTbLCJge8V8ffkZGcS9CEKTJIFBLEAAEknYAAZJJ8BgUm4uFjQvIwRFGWZjhQPMk9KzTtb20NzmKHKwZ3JyGmx5jqsf8ACdztnHSrsjdIbNWcsrYm4nKO7TcdN3cFxnlqNEQIwQmxLEeDMRk+wKPCo60g1yxoSy62EYdDh0aVkVWRv3c7xkjcLKxHTBYzXFxXiscK/GZOR6q+tjOMg57u/Q+Y9lNHxNbCWXsLJFHM99QJALm+rktV7BcPlh4fFoihEjGQzaw0DO6yuinKowxoA3wQc5HXJiJL7jNzf8qMC1hxzGQGAyiINoB5jKxGsq2DpyN+7tv39ie0yrw+0DuzzSKGZ5GJyX50zPJISTskbdepAHub7U8Yae2iu4Ykls1YNLJGEmuxbkfGtEpBSPGMMCS2AchcbeJveY42g6bXXsfCq1cw3N093dTS24aKNRyC+lgkTSgIDjvuRk8z1WLAD2cStVk7bRW8qW13alWX/VWOnSyPGheNTHgcpgFkBXAxqG2KrINeuoCTHr0cOC8x2nYS6Bp48U8tOKagOPcTeIAp5xqACFy8pkxkkHYCJumNyPAYMl+rHGYyc2Zf5tzbHf8A5/VWklWxji0gqkVDJIwPBGlSApYqEkg4tGcycPmK+OmPmHHvj8foop+NXKDvWF2rfxW8gHXzzVRVxHermgmG4ftTJJ1jwUDJO27HYDzGBk/SPbS4Zw3q5I/tYOn6G6N9GaieAdoVug4ClGQgMp9uQPy3Hh7alYnbJDLpA9Uhg2R4bYGn3b1s1wcLg6FzuYWEtcLEK0eipQb2/bxVLNB7iszn8xV27S8TktrdpooxLy8M6ZIblA/GMmAcsq5bHjpIqk+iVv8AOuJDyaz/AOA38qv/ABmzaW3mjRgryRSIrHJCs6FQxA8ic/RSWfaO816On2TfIKB4d2/glm0nCRSNptpSxPwjDBGcIF+Lj5hCK7EByRjqM9vBe18N0yLGJAXhaddSgAxrMYQ2QSNyMjzBBrgt/R7EDCWkkKxw2sTRLpWOX4HkxFu6XChmLFA2CQM5xv09mOyhtWLySiVlhitoiI+Xot4SxQN3jqcliWbYHAwBWK3UfH6RFkcxwxhnXiXwBwX6KFZ2nGF6aY32/hO9MW/b+eSFblbVFtmeGNdU4Mzc+dIUl0IpCJhi25ydunWnOH+jOON4pea3Nja5dio0pK0zzNGZEJOeWLiQAg57x3xtXPwr0byQ2MtqJbZdcUSrJDacqQSxEFZpW5hMrAjOTjcnpQhdqdvZJZ5IbSzknaN3Uvzoo4tKu8Wss2+8kUq4AP7M1y8C9IUtxeLDyYtDS3EXxc5eeL4OWBlni0ALGzLgHOe8vnTdr6N3jvIZke3McEdskfMilaX4nUZH7sqors0kjair4Le/MlwDsELR45IpmEmZPhBCALdLJI8q8xCTh0Z8K4OcZHQ4AhF2p7fR2U0kchjGmze4UM5DvKHKpEqAEkHDEnwx5VHyeklkF2rwqZLS0EzYchJZkAE8aAgkIjsFLHO+1T3Eex8U73LTM5FzHDEwB0lYoWZ9CnfZmds++uCf0Z2xR1VpEaSKeKWVeXzZRcSpLI8rFO8+UGD4AnahCkeyPHpbmOQXESxTQyCN1Ry6EtFHMpBIBB0ygEEZBBqjcT24xxADxWyY+/kuv5KK0fgnBIrSERQg4yzMzMXd3c5eSRzuzk7kms87RRhON3GN+Za20jexkeWIA+9d62g2gXPU7IpVHRZoZpukiGaImiJpJNCi6zz0werbe+X8o6zStK9L3q23vl/KOs1pVU7Qp1R7IdfVKj6j3itU5hDZUlSDkMpKsD5qw3B91ZXH1HvFaix3PvNdnZ4BxA8vdcHapIwEc/ZWmx9I93GAH5cwHi6lX+l0IB+la5uN9tri6QxsVjjIwyxalL+xnJLFf4RgHxyNqr2aGqu3No73slhrJsNsX+paNjGnbGCMd0qR0KkdCPAipuLtvequkXBPteKJ2x84rv7zn6agc0ea0fCx/wBwWcc8kf2ld3EOMTTkGeV5MdASAoO+6ooCg79QM1yZpGaZvrvlxs/UjoPNicKPrIqQGxt0aAqkvldpNyUOIcSWJd92Pqr5+0+Q9tVu24kRciaRVk0SxuUZQVZUKto0nYggEb1zPcF++xJLYyT9Q9w9lIfI3G+2COnTp1+n66T1E5l8l6Sko2wC+ty0617VWa3VxFCrvYl0dZNJVYWZ9cgAB18sMgIbAKd4Y0kGrevZ2N7i1nhgt51UMl1K4iXUgA0zMCpDsVAcMvXJ30kVkvZNgbfV+8XbUfMqdvqBFWDh3E7i3BW2lCId9DRiQISdR5YJ7oJ6ruu5ON653dnOcwSR6zrCr3kxsro36AN6ZurVTPIzAF1uLo5znDNPLk7HB2Ox9u1Og0xFZyRhCyMI5NbRu5IeU7O7qNIBj74GoeJGNiKdBp1TBojAGsaD5pHWYsqSb2OkX4FQ3aYd1fP4RZY/+8r0ZcShQzOQqrqLMSAABkkknoAK86ceGdH+82O/l/rlb32nB+DSkKW0lXZANReOOVJJEC+JKKwx45pXPtXJ7TbBiaXtLCZNALeqCXKMqjIJw2vDDYA5xjvLvvUujeR+o1wdo5VlgDIyyxronljDriW2w2TknSV/f3OluWRneuuAgquAVGBhSNJAwMAr4Y6Y8Kxabroe3CsB4AP8/wCJH/xL/wDGmNWMGq9wVv8ASPE8dPhT+79rNVgFNaXZDr6pHW7Y9PQKe9GVwE4ldR/9/bwyjy+Id4m/CRK066g1oy6mXUrLqQ6WXUCMq3gRnINYReTTwSxXdpgzQFviz0licASR+842/DfFah2F9I1vxNDy8xzIPjIH9dfDUD+8uds/WBS2qYWyE8U3opA+IDeNCoEztb3Ei/DbhFHEBbJdXN1JIlvHHaCaUlXYRO7M5Ua1IzjY4qe7VcQaXs/K925Ul9MUpJt2mQT6YZmQY0lo+/p6bZwBsNHW1QZAVQC2s90bvnOo+bZA39lLeMNsQCMg7gHcbg1zLsWSpx+SErCt49pYSyyvbXlxh5eTDFETFG04OVeV3Kl8nTGcZBFSXaHiVzN2fjMpK3E8kMQbJttatc4DP05QeFdTDw1H3VpEkIbGoA4IIyAcEdCM+Nc/EeFRXCaLiJJUyDokRXXI6HDDGdz9dCFjfDOOyMLSI3c8cHwbVI63cFuEaS7mQaZLgs0yIkbKpUksqocjNdlzxi6inmuXaYxpey2sM895y7KICRolaS2iUGRVIbJcjJA3zWnSdl7RpFka2haRVRVZokYqqeoqZHdA8MYrsh4dGiMiRoqszMyhQFLOdTMR0JJJJNCFj/HO11y0cTGSWe3W4m0yxM1h8JgSGPMjlN1hSaT1l6qPea7uDJdXFybW8urp4o+RC0sE8EMLSG0jlcGTaeYszYwvgck9QNQvOFRS/tY0fCug1KDhJQFkUZ8GAAI8cVGWvYexjn56W0SzZUiTBypVQo0ZOEAUAYXAxQhTiqAMDoOlZLfXwm4txBl3Efwa3B8Mxo7SKPc7nNWLth6TIoQYLBlub1sqqIQyQkdZJ2Gyhc5x1J22qo8C4X8HhCFi7szSSyHrJK5y7H6fyrppmEvvwXFWSBseHeVK6qItRQxPI4SIZJIGohtC6s6dbKpxkqQPM+IrjivIjK6Qzc0KsTbsrMC6DWDjycEEY7p222FMDIA4N3pWI3lhfbQusmklqTqoi1a2WKoHpcPdtvfL+UdZtWj+lk92298v5R1nFKqnaFPKPYjr6pUfUe8Vp7HrWYR9R7xWmE119na3dPdcPaupnX2R5oyaTmhmmySJWaANJzQzQosl5qG7Sz7Rr4Fix+gBR+L/AIVMZqudqJO+gPTQ2r3MwX/kDXLVG0R+b120Dbzt6+ijUPxYP8Kn6sUxcXOVOOhOB7vP8DTkHqMviupffscGuzs/Za3IYbGNgfYCAi4+0T9NJWgvIaN69JI8RtLjuXd2IuPi5E/ssGHuYYP4r+NXLh9iHDSzMUtoiBM4OHct6sEH9qVjgbdAfAkEZ32dnMFyyvnoyMPHK94YHiSVwPnVu1x2OhWxsvhi6pbZe/i5aFYmmJdi2AVxkkajjp1xXQarJwhm+5Hkl5pBJUGQ6rA8j8sqVf3zTSF2GOiog9WKJdkhjA2VVHl1OTTIrv7R8NSGVjb6nhSCJ5Ss0dwkbyTPGvfyGyQq90A9em1R1MaV7HRjBuSetjkZITJrP6+BRfHRsv8AvNj/APmVt/aK+kWdER2QMG1FRGd2fY5bJBCo+CARnGeu2HcebZNwP85sj7f+17/9edeg7/hEUsgaRNRXUB3nAwc/uhgCdzg4yM7UrqB9Vye0p+gzyWew3Qh0ara2kkAFxzBAod+6GJCoI2KZDkSMpwE1FdlL2rgfG3uLguCyxFSFjIOO6EbXkqAW737pIxjqCpMpNwC3cKHhRgqqigjOFT1VIPrAeGc4zSLG0tuYZIBCXAKM0bKSFJzpIU4G48vA1gAQV0lwIWK8Mg0cT4op8LlvqMkp/wCddVzxwRH46KZBv3hHzE+2hP44Nc9q3+luK/7y3/ElqaVj4U2pwTELHj6pHVFondiF9XooiPtCkozHLbwof9rcTINI3BItoy0rHbYEKD571a+Ddp7eytzHwqN7ueQl5bydGhieRhu7FgHcDwRBgee5Ji9IznAz54Gfrpeao+ndIf8Am7RyV2VbIh9NuniU1JLeuxZuJXYZjqYRsqRgnwRMd1emBv8AjT1vdXqerxG7z/GYpB9AdDQBpwGr5rFwVM9mPi9Es8X4j4cSm+72x/8AJS4+N8SH/tFz77W2P/lpoUdRmsXBWzyb8vROnjvE9tPEft2duf8ADinYuP8AE/3r9T7rOED/ABVzClA0ZrFwRns3H0XbP2g4g2AL3RtglLWEE+3LlsH3Co+6iuJgVuL67lRgQyCRIVYHqGESKSPZmnQaUDUZtGNyM8lPiTHDeGRW6aIEVFzk4zufMkkk115pBNDNbAACwWBcXG5RpMFfvs0cZzzHEjBWVY2aKNo9gMTDOoHJ16fHaU47aJAYrcMXeONDsgjijX4xcxjckyEnVlm9QEkbCoLiLEQyFThlRmX5yDWv4qKtvb6L/Vp9PdIMTv5czS8QbyBcFc+bgeNcErA2Zp4pnDIXQOaNyrpNJZ8ddh5n/maS7gDJO1Hw6YNNbtGdYM0YGkqVOtuXqOxBC6tWP4a7nGwJS1oxEBZ/6U5QyWxUhhql3UgjpH4is8rWfTe0TLayR62dmmDyOEQyBdCK6xrju5VgGK7gDBYAYyak0kmUdiXoIY8kzClR9R760oms1TqK0cmmPZ3i6e6W9qamdfZK1UM0nNFqpqktk5mhmm80rNCLJearnaPeYeyNRv7Wfr7PD6fZVhBqucbf45s7jQmfYDqP1bmuOt2S7+zh9boVF2qftFB+sbjYjBHnU32bOZWP/u/zZf5VDRZ5m5/d2b+0AfH24P4V0cKvzGx0jJ0ad+ikMNz9RpTC4NeCU8qGF8Tmt1lXbszwCJuI/DJ5FjtrTlzTuTsJVbEceADlmKqcddj4kVbe2nb1Lh4TwyV/i2y06ry8hsK6xtIO+dIwdSlRgeIGMtjuJp7drUH4lWkn2AGu4IULzG/eOAQB4avdjl4LxsxHS+THuSMd5Wx1HsyMY8zQWMkmykmhpusbvjhwR6XNAV94zxAXMkcjKxZIlj1ylHkYrJJJrYooAPxgGwHq5wOlcoqAbtSu+hGPziB9YGa45e0Ep/fVPYoUfWWyT+FM2TQwNDW6UqfSVNS/E8W+dVLcb4a8v7MqGHKZA7hFd42fKgnu68SZAJGQGxk7VYrz0lcZjPxgs0JycMFVjjcnSZM46nPsqB7C8buYnadCnUhJJUMr7jDBCzd1eucYyT7NryPSJdMpWdLW4Q/uvEyfhrZW92B7xXBLHLK4yMboKYRTRU7RDI4XHmo/gfa6/v3aK6No0IjdmWELIXlIMdvCQrsMmV0bSw/2ZJ2Brv4t2iks7q6HD/g5WJLeNllTd7h3lYxLKHQKoQMdTZ/ZAb1z3fayT4v4LHHFoOVBVUihbSVJggj1KzYZu/IWxqOFG+YOygKqAzFiCTsTjUc5Y59ZyDgsd8bDA2NI6aZ5FxbzWktbDG02IJ4BcHZ55nu72adVRpZAzBCGTWSzMEYEggavAnrVjBphWpxWpvFHk2BqRTTZV5faydBpQpGaMVos0sGlBqbFKBqFIToNGKbBo9VCsCnKGaYmulTBdgoJwCTgZ8snYfTTqsCMjceBG4PuxVVayWDSg1IBoZoUJzVRSSgDJIA8ycdaTTlvwdbg4e7FqgJ7xC6mw6JpTX3d2YAk+BAAOWxlNII24itoIjK/CE2/fQ6SDqU6TnIOQQDkbEZrUbGeK8s1JAaOaPDKfaNLofJgcg+RFU4cCheCQABLtQ2qXmNh2WSSN3ZcnmKOUSQQTg+tqOqq/wBneMXbTfAoFW3F1l5Jy2JIWi+LukiGO/JpRdJPT1umcKZp2zMuNBbr8uKcU8DoH2OkH1CeteCLNLybsI0YYrE0hMcV48cvLbTKFOggK5KbMx6d3LGavOyzzyk2axw6TIJXjaSKHmJIBEYio1GQICshUAZ2ySpp/tB2FhIUs7sMpBbwlY2iiBAQKAyN3QFLM3UgHrXD2X4JAINNpLbPdN39FreT2wEQAHfWORxrBI3KAZboDWDKl0hxXXTkGNbhA0a1n/ph4AbK1soOWiKJLlg6SM5fVy8B9SggqulfLAGMdKyqtp/ygbeRIbESSF95sawutTpiyrOuA+/jpH01i1AWiUnUVopNZ0nUVoZNNuzvF090o7T8HX2R5oZpOaLNNkmsl5owaQDR5qEWTmarvFh8e+OuI/8AD0P1VYKg+LpibV4FVXPhqBO3vwR+Pka460fT6rv7O0TdFGBFDAgYO4K+8Ej8RXRZW2XVM7uTk+Ow1MfwOPeKRLHn2EdD4iuOC5aOZXY5Kb+WR0IHvH50nFg4X1J8++E4de5X2KMKAqjAGwA8KirzsykkhcMU1HLKBkE75IJO3WpUGlCn7omPbYjQvJsmkjcXNOlcMPAIR1Ut85ifwGB4+Vd9vaonqIq/NUD8qUKMUNhY3UAqvnlf9zinAaMUkUqtFgUtTTimmqWpoQn1NOqaYU04pqq0BTwNLppTSwaqtAlijzSRRg1ClIurxY0Z3OFUZJ/DH14H01aeFdg55kDSSxRBgCFT/OGwfNgVTp5ah7TVXmiV1KuoZT1UgEH3g1z/AKKjUHkokbgdxlUBlfqrBhv62D1rnmbKfsNl1U74W7QX9Fc+H9jLu3uQU5UkcjGOZ2ILG35hLDGF0ZRsAKCcpuTkEQ3GuENa3Bjb1CPimMnMd41AGqXug6ge7qJORp8q1Lg97zreGX/vI43+lkDH8TWd9votV6JFcAKscIXcs5BeSYAh8BVDxZyo7zrvnFIYJXGcE8U+nY0wkC2pROaJnAGT0FJBpEsoBUv6vMjz9DqRt47gfXXopHYGl3ALzrBjcG8SnEu0Gl2DyR4JPJ0F2AGwUswAyds7kY6ZIxeuE39hM0MJihS4eMMIAOYyLHltLyquklc7gnqSN6qnCLIS3oR1XEoklEbd5CVWSMrg5yNcYcj+Jql7PiMdjAq3Zghu2TkRQwJr5QYYTUqljlmUMxzg4Ub6c0jq6kPAI4ak+pIMliB46+K67CHWdeM81p3BHUCWS7VPwkjH0iqXPcczM0baGEzyxP0wySsEPtU4wR4qxHjVxt7p0gUKG5gRYokADNzSNUaeAOmONJGJPRSSQDUVa8EWEwRgQJcRBNUdowluiAhEk7iQAMwJyNSHBOQSQAeSlmEbiXi9xZdFREZAA02sbpztB6QZeUpjtJoZ0jadVlCHrFKgOgNqYBnXPjuNuuB2av76Zo/iI4I2xLLcpcghdJBYSRIixs7d4Ff3d9RBFSXFIpntZHuo43jTW0TSvy7pO7pGtYYzHrJJ2GBuoIyDUL2Z4sHtHa6d5JFmMdvbO4VCn+xLxRnRIvdck5dQIj4g1ixzWA2C2tdVX098ZFytsVGI1knWNt8yDTFmTHgpOQB1IXV0YVjtbJ6ebXRb2Oo5cvcFyepYrD1rG63gdjYHKHCxslJ1rQCaz9OtX8mnfZ3i6e6T9p+Hr7I80M0nNFmmqUWSwaPNIBpQoUJYNcttbBpZBtpJQESLqRssSyknHRvI7En2Y6BR2kIaQowBVgGIIyCNgfqKg/3xWEzcQC0jdhv5e4TttwSH4Ty+Sz94DTHOwjjJC41uQWB2Y6RuASegrsuuEwxbcuMJPkINGt1MTKrpzJRqB1nPjkA7Lg6uvgc8duqOI9MbhlkcFmELFx11ZKx6gQSDsdOfZz9qbwAxqjIGW9bYyKupJY0mc53OjMhUkA9fHOKSSNwm6bRyucQBdcUCYUAdBtt4YJGPwp0Uq8XE0oGP2hYacgYkAlyAd8d8/VSKfRODmAhI5RZ5ulilCkClA1osUsUoUgUsVCqUoUtTSBShQoToNLVqaFOA1BVwnVNLB8qaBpYNVVwU4DSs03qow1RZWunM0rNIBo81CsrT2Q7UTQxOJUR7aF1XWmRLFHLgozIdpEDFlJBDALnDUz6SLSGG8glxpluEeIn91jCUZAf4sMwz46QPAVB8H7bxcNugbjVyriMoxRdZVom1IxGc6cSyA4BPSrX2hnhv0WUBuVFbXc2p0dGKyQ8uN0VsHB+MYEjflZHga83UOzapx233XpYBnFOGneLKoA11cKsFnuYIpASrSgkA4PxatKN/YyKfoqMtpW0fHDRImUlB20yJ3ZM56DIJHsINTXAeF3Yu7SROQkUqTPG8gkdxiMrnlKVySrllyQME53K5b1UzBATfWDb9JPTQPM4FvtOnonO0fDw18sECl3SNcKhYMJHeSR31asxgLImWyAA+PHFNwdjZPgwaxeBissxkAHIUypNITrdk1OoQhAdsBQRsxruv7JIJ5HhuiWYgTATtE7SLgSuVUaZHGck/uAjusqha7ODXxUu+ltDSxpMEUkA894uYIgcrqZDkDJUNjdUGPOmW8bWi3+r0TY7PL76/0qpx+3kjUx3ifsl+EYzkSNhyZEYMT6xcHJLEnfYgEuzfaMx3B4Xb2vMmR2RmR+RASoGua50gvLpYsCCcEAADpVr7SW4uuLRW77Ksak4O7LqMz+79nGv0mrBw/hMVkHllmZjjDTXDxDQgJOkMqoqgsSx8ycnNWklY2JgtpIJ/uhUjDjI830aB/FxXXA1jt4OH2yqEYNzdQ1rygCXZ1yNReV02yM5bwGKVw2yhk0SJHjlM8cbbZZVPr7DYMcNjboPAAVHcN4zLLfXDAqFmtg1mrZUmOF2VpehIDNKG6eroOK4r7hEqc1ElKiOCRkbXI76ZI0TxIH7SJ9jnCkYwaUTvv/xvbf8APRdrG71U/wDKEuQy2oGcpJMDnzMcD7fQwrF61706cPeKO1DvrLSTEHLE7RW6YJckn1epJNZDTaj2IWD9aUnWr6TVCTrV9NP+zvF090n7S8PX2RUKKhTZKEqlCkUoVCgpQpE4xpcZ1RsGGDgkba19uVzt7qWKWtQ5ocLFDXYTdTnACDMyYRgcSxs66gFcYYqPPKjxH7So7tdbNBfwTRtoZkySqA6njIQnSx0jCOmPd570OATlTEf7DSQnfw3ZP+Gg+mpTt/DmGOTHql1+iRM+W28Y+qkk7d6Y07sL7dPn8K5+PODcFh+9FG2fP1lz/wDSR/driFd3Ft0t3HT42I7+XxiZz7A9cIplS7O3MpfUfddGKWKQKWK6lypQpYpApYoVUYpYNIFLFChLFLFIFKqFYJwGlZpsUqqqyXmjBpANGDUKbpwGj1U3mlA0K10m37K/DZ2eRisNpA0jkesxdZNKL5bRkk+GB51YuyEmbaCykXE4wb0McnkW6poAx0Rg1ugHkZfHJL/Blkj4czwwmY3NxodRqJ5SAxEDSDjJjYamwo5mWIG9TvGYo4WublU+ONq+ps4DrDqZRjzy3Xyx5V4jtOpvM5vOw8x/2vYUMdoW+XquXiXDoI7+K6m/ZSghyf2azxprhlcEb5jVl+ckfjjFk4dbEs07jS8ioNOMFI01FVY/2u+SfDOBjbJiOMJzYbiNRvAI2jbqedEonT6QVi+2amlu+YisvqsAw9oYZX8CKX5yckA7do6LqyYxG29RvHbCNikmhdYlhXWAASrSorI/9tSpIw2fDG+DUZxq5OYdP+14nbxlgTlVhOD0/jibbp3j51M8bDNbyiNBI/LfloTgNIFJQE+HeA388VBcEzFGqjTJz25sTKrcuO6dnM6qrZaNV3kw2DkSjY90UikJOMm9tyu4W0JriHZ3nXE93FLLDLHJHDbupDAui8mTMb910Zn5ZB/7piCM1WLC9j+Gc26dr51WUQtMUWPncyIRhUPxMOEUya16LKCd8A2LtVxPSVtIMaYk1zOzAY1DSiM37rMH1M2RpVywORtC9m+ETNcOsTT2oKqdrO3YYYuVYEhhEGQRswIDO+ThQMV2td9O5Oi389VnYXVwTgWpTcllluzpZZVPxa6MkQRb7REMykndtWo9ABIWc8VxEsiAMkiD1lGSuT3WB8QcgjwINQN1PGl4qKoWSGNXdwqwGVyDpMjqADCFWVnOMA6V6nSe3hrhbj4vISeN5mUjTiRXRRMsfVBKHYkHxRSdy2V0wuL/AK8vmkLVuhZ//lE/s7L51x/hirEq2z/KJ/Z2Xzp/8MVYnTyh2A6+q55PuSk61aj2ih82+z/WhQppDO6G+HeuSaBs1sW5F+sUPm32f60P1hh82+z/AFoUK6M/l5LnzCLmj/WKHzb7P9aP9Y4fNvs/1oUKjP5eSju+Lmj/AFkh82+z/WlDtND5t9n+tFQoz+Xkju+LmnbLtTAjMTr9eNx3fFdGfH+E/XUxx7t/bS2vLjMhcGMjVHgHSwLDOrxXI+mhQrB87n61o2jjBuLrjm7ZW7W5QmTWHSRcRjGVyrDOfFSd/aPKub9bIPN/sf1oqFWjqnx6rKr6GJ+u6P8AW2Dzf7H9aUO10Hm/2P60KFa59LyWfdkPNK/W+383+x/WjHbC383+x/WjoUZ9LyUd2Q80Y7ZW/m/2P60Y7Z2/m/2P60KFGfS8lHdcHP50Sh20tvN/sf1pQ7bW3m/2P60KFGfS8lPdkPP50Sv13tvOT7H9aH68W3nJ9j+tHQqM+k5I7sh5ofrxbecn2P60P15tvOT7H9aFCjPZOSO7IeaP9ebbzf7H9aB7dW3hrJ8Bo6nwGc0VCjPZOSnu2Hmr7wb00cNhtooiZspGinEOxYKNR9bxbJ+mo7tJ6XrGZNMTTDVHPG+YvCSPun1/B0T6zRUKSvo43vxm9/8AU1a8tFgung3pmsU5xmM2qS4lk2iyNDFVQet10IopfAvTNYRWsEUjTao4kjJEWc6FCA51eQFChVTQxG97/wDinKELsPpw4b5z/wDyf/6rhtfTDw5ZpHJnCk9xeWT3nCmWTBfCliAMD+yx6uaFCqDs6Ibz86Kcq5QMPpIsnvpnn5nwcymUYjy02UVUSRcjCqTLkZIYFBgAb9vHvSdYSSmeF25ugDTNZ6wSmSNLrKpQnJGTq8OgyKFCugUrLg6dAsq4yoOP0mQG4GtZDDKYhdSMo5rpC5cRRxh2CRNhQU1HAJ3O5Nk4Z6YLNLuaaV5WWaOLAEP7Joy/xa5bvKQ+onbvBj4ihQqHUkbhZTjKq/pd7eW3EUthamQmJpS2tNGziMDG5z6prNaFCtooxE0NaqE3N1//2Q=="/>
          <p:cNvSpPr>
            <a:spLocks noChangeAspect="1" noChangeArrowheads="1"/>
          </p:cNvSpPr>
          <p:nvPr/>
        </p:nvSpPr>
        <p:spPr bwMode="auto">
          <a:xfrm>
            <a:off x="479108" y="-471520"/>
            <a:ext cx="340793" cy="3407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pt-BR" sz="2400"/>
          </a:p>
        </p:txBody>
      </p:sp>
      <p:sp>
        <p:nvSpPr>
          <p:cNvPr id="14" name="AutoShape 4" descr="data:image/jpeg;base64,/9j/4AAQSkZJRgABAQAAAQABAAD/2wCEAAkGBhQSEBQUEBQVFBQVFRQVFRQVFBUUFBUUFBQWFBUUFBQXHCYeFxklGRQVHy8gJCcpLCwtFR4xNTEqNSYrLCkBCQoKDgwOGg8PGikiHyQtLCwsLCwwLiwsLCwsLCw1LCwtLCwuLCwsLCwpLy0sLCwsLCwsLCkpLCwsLCwpKSwsLP/AABEIAKgBKwMBIgACEQEDEQH/xAAcAAAABwEBAAAAAAAAAAAAAAAAAQIDBQYHBAj/xABSEAACAQMCAwQECgcDCQUJAQABAgMABBESIQUTMQYiQVEHMmFxFCNUcoGRkpShsRUWM0Ji0eFSgrIIJCU0Q3SzwfBEU2TCw0Vjc5OipMTS4hf/xAAaAQACAwEBAAAAAAAAAAAAAAAABQECAwQG/8QAMxEAAQMCAQkHBQEAAwAAAAAAAQACAwQREhMUITEzQVFhgQUVQnGxwfAjMlKRodEi4fH/2gAMAwEAAhEDEQA/AMvTt/xIkD4ddbnH+sSeP01op7Ddo/lz/fpKxy39dfnD869nv1PvP51ZouqPdhWJ/qN2j+Xv9+kofqN2j+Xv9+kraqFXwBZ5QrFf1G7R/L3+/SUP1G7R/L3+/SVtVDNGAIyhWK/qN2j+Xv8AfpKiuMcL47bMqy38uWUsNN5KdgQMn6TW/wCazz0ir/nUZ8DBt9Esmf8AEtaxQh7w0rGondHGXBZpzuNfL5/vcn86HO418vn+9yfzqxUK78xj4lKu85uA/v8AqrvO418vn+9yfzoc7jXy+f73J/OrFQozGPiVHek3Af3/AFV3nca+Xz/e5P50Obxr5fP97k/nVioxRmMfNT3nNwHzqq7zONfL5/vcn86PVxv5dP8Ae5P51ZBTgqMxj5qw7Sm4D51VYzxv5dN97k/nR4438um+9yfzq0UtRUZlHxKsO0ZeA+dVVdHG/l033uSj5fHPl033uT+dW0CjAqMyj5q3eEvAfOqqPK458um+9yUYg458vm++SVbqMzAEA9W9VQCzMR1CooLN9ANQaOMablSK+U6AAqkLXjny6b75JR/A+O/LpvvklXeOzuGGVtLph58nR+EpU/hXV+hbvGfgc+PnW2fpXnZFYmGAeL+rcT1J8P8ACs/+Bcd+XTffJKAseO/L5fvklaGvA7s9LSX+89sv/rUf6Cux1tJfesls3/rCoycH5K2Wqfx+ftZ6OH8d+XS/fJKMcM498ul++SVow4DefJX+mW3B+rmY/GnV4Dd/Jj/emhH5MajJwfl8/Stlan8fn7Wa/ovj3y6X75JQ/RfHvl0v3yStLTgF4f8As6j51wg/whqdPZm82+Ki38rk4Hv+Kz9QNRgg/L5+kZWp/EfOqy/9F8e+XS/fJKH6K498ul++SVonFrGe1QyTwjlL68kUnNCL4u6FVbQPEgHA3xjJpAPiPoI3yPMVo2CJ/wBpVH1MzPuACz79Fce+XS/fJKH6K498ul++SVoVCrZozms89k5LPf0Xx75dL98kofovj3y6X75JWg0KM1ZzRnsnJZN2g4rxiyCGe/uO/qC6bqRvVxnO+3rCoX//AEHiXy67+8Sf/tVt9MPq23zpvyjrMq4pmBjy0JjBIZGBxTlv66/OH517Pfqfefzrxhb+uvzh+dezn6n3n86himRCioUK1WKFA0KFCEKrHb3hBlgWRAS0JJIGSTGwGvAHUgqrY8lbxNWeiFS1xabhQ9ge0tO9YmDR1fu0HYJZCXtdMbncxnaJvMrpB0H6CPYOtUjiHDZIH0TIUYjI3VgVzjIKk7Z88e6m0c7H+fBefmpZIr6LjiuehQzR1uuVClCk0YoUpYpYpApaioVwlinFpunFqpWgTgo6SDShUKyRI+MYBYllVVHV3c6UQe0sQPpz4VqXZfsytrHvhpnA5snmf7CZ9WMeC/SckknM+DRczithGegeac+0wxHSPtOD9FbRSqskJdg4J1QRAMym8pJYDao/jHH4raMySEnBRdCDXIWkdY1CoNzlmAqkHhlnNxm4zbSSholhaQQStGJ2eY3BNwdoyEEad1hs+B4ipfsN2TghSeT4NHGz3VwUzCqusUc+IRkjVp+KWQe8MPOuFMlalv4ypYOhVWKs2pcKynSVJzgEHbHnTfFOLRW0TS3DiONcZY56k4AAG5JJAAG9ZT+sMTWtkrJPJniMt1KEtZX1kSXVwqJ3cStnlZ05AGCSKt3bviaG0g5ubdZWEiXEpCfBJ4ozcQNKuDk64whXO5ONyaEKx2HaGCdgsMiyFolmGnJUxszIrasY9ZGGM5GDtTvEeMw26hriWOJWYKDI6oCx/dBY9ayCeR7hYI4B8Gdzw2RINTCOO5db+9ZgpO2t0TJ64IHhin+G9m2uLmGG4mYtLNxaSd10lpAvwW0mjBI7iMRIoxuFAG3WhC1duMQ4B5ikGTlZU6xzckaCVzpIIOc4x41FWvb+ylk5cUwf4xIg6qzRGWTVpjWUDSzHSTsce3eqVwrtHm3tUgS5VWvpppZRFJHBoaW6uTEXOOYNOkHAK7bmhBwl/wBDcPS5nJE0vC1hWNOQYAWUtodTrMhjLAsT16AUIWnW15HOrct0kUM8baSGAZTpdDjxB2IrK7O2EE93aj1befEY66YZkWaNPcutlHsUDwrVbGxjhjWOFFjjQYVFACqPIAVlxYtxDiTnqbpU/uxW8Sr+BropicoFy1YBiK6qFChTVJkKKjoqELOfTF6tt75vyjrMq030w+rbfOm/KOsypVU7QpzSbIdfVOW/rr84fnXs5+p95/OvGNv66/OH517PfqfefzrNi1kRUVChWqxQoUKFCEKFA0VClHWTdrL/AJ17KwOVUrEmOmmLIOPP4xpTnyIq/wDa3jfwa2YqQJXykXnqI3fHkq5b6APGsdvpNEL4IXCEKWIABC4Xdts110rNJedyXV0mgRDWVJW/BZ5+VynCCXQUwusspfSWZtwnzeviSuan+KejW8gTXFIl0oBLRhDFMB5xksVkOP3TpJ8DT3oym+Etby6siOAEggYB08gBdJ2y6OcHqU8NIrTmuPppXL2k5j7l3zyTFtBFgw4eu/8AaweKUMAQcg7g/wDX5U4Kk+11isXELhUGFZllx0AaVAzgewuGb3uajBXoon5RgfxXmp48lIWcEseFOLTQNOCtCqBLpQpIpQqqunAaVmmxShUKwK7Oybf6atfbBd/lGf8AlWxVkXYOIPxoZ/2NlI4+dLMse/8AdU1pfaS9eG0mkhVnlWNuWqqXJkPdTujfGojPkMmklTtSvR0YtC35vQ4Nx6K6EpgJYQzPAxxgcyPTr0+Yy2M+ylcP45DNCsyOOWxZVZu5kq7IRhsfvKffVS7I9npuGRXykNMAscsTKoHNdLYK4WNcnXqjGT1YsDknNVy24NcXFtZwNw6V4oLV4wLkxxI15MiL8IeNm16E+OOdJbLjAya511K7n0jWZkaOPnyyKcMsdrcvpJJUajy8AEqd842qySuuDqx0yR12Hjjxqs9keESQXNyJNRCw2ECysCBLyIWDMCevec59tRl32buXvJZeSutZmljui6F2hSDRDaQgHUgLl9erC95j3i2QIU5wftVb3jM0UcpSNeYs8lvIkRGCNUTuoLHBPQdM1wWvpAikYra2tw6oUaSQxC2ijjlJYzMZiracBm2U5xXb2G7Mm0tYhJJO0hhhV1lm5ixFEAMcSjuIASRsN8DJNQnFuzl1NPdxFWWG+niR5UZdSWUFsA436M8mUAwdnc4oQumD0nxPaR3EcE782WaKGJApkkEAZnbBIC91GIQnUcYAOa7rjtzCvP1xS/EfBcKUXXJLdLqiiijLZ5m6gg4wT7Caqs3ZG9itprW3gSSKS4uXjd7jRcxytIj217zjnVpIYkevsPdTtvwW9/SL3bxGZI7hU5LARanFrDb/AA+MnZwDzRpOyhiV3zQhWzhPbWG4uDAiSggS6ZGQCKQwOscyo4Y5KOwU7AE9CapUy44hxFf/ABMbfbtIDVh9H0V1zbp7mBrdJCj8piNIuTr+ENBhmPKYcs5PVixwKr94f9KcS/8Ai223s+BxYP8A15VvT7QLmqtkfm9PUKFFTZJUM0KFFQhZ16YvVtvfL+UdZlWmemD1bb5035R1mdKqnaFOaTZDr6py29dfnD869nv1PvP514vhPeHvH516s7I9qxdJpkIFwgOtRtrAP7VB5HbI/dJ8sVSMGxKvK4AgcVYqFCgK0WaFCoiw7VQTXDwRvl1AIO2iTbLCJge8V8ffkZGcS9CEKTJIFBLEAAEknYAAZJJ8BgUm4uFjQvIwRFGWZjhQPMk9KzTtb20NzmKHKwZ3JyGmx5jqsf8ACdztnHSrsjdIbNWcsrYm4nKO7TcdN3cFxnlqNEQIwQmxLEeDMRk+wKPCo60g1yxoSy62EYdDh0aVkVWRv3c7xkjcLKxHTBYzXFxXiscK/GZOR6q+tjOMg57u/Q+Y9lNHxNbCWXsLJFHM99QJALm+rktV7BcPlh4fFoihEjGQzaw0DO6yuinKowxoA3wQc5HXJiJL7jNzf8qMC1hxzGQGAyiINoB5jKxGsq2DpyN+7tv39ie0yrw+0DuzzSKGZ5GJyX50zPJISTskbdepAHub7U8Yae2iu4Ykls1YNLJGEmuxbkfGtEpBSPGMMCS2AchcbeJveY42g6bXXsfCq1cw3N093dTS24aKNRyC+lgkTSgIDjvuRk8z1WLAD2cStVk7bRW8qW13alWX/VWOnSyPGheNTHgcpgFkBXAxqG2KrINeuoCTHr0cOC8x2nYS6Bp48U8tOKagOPcTeIAp5xqACFy8pkxkkHYCJumNyPAYMl+rHGYyc2Zf5tzbHf8A5/VWklWxji0gqkVDJIwPBGlSApYqEkg4tGcycPmK+OmPmHHvj8foop+NXKDvWF2rfxW8gHXzzVRVxHermgmG4ftTJJ1jwUDJO27HYDzGBk/SPbS4Zw3q5I/tYOn6G6N9GaieAdoVug4ClGQgMp9uQPy3Hh7alYnbJDLpA9Uhg2R4bYGn3b1s1wcLg6FzuYWEtcLEK0eipQb2/bxVLNB7iszn8xV27S8TktrdpooxLy8M6ZIblA/GMmAcsq5bHjpIqk+iVv8AOuJDyaz/AOA38qv/ABmzaW3mjRgryRSIrHJCs6FQxA8ic/RSWfaO816On2TfIKB4d2/glm0nCRSNptpSxPwjDBGcIF+Lj5hCK7EByRjqM9vBe18N0yLGJAXhaddSgAxrMYQ2QSNyMjzBBrgt/R7EDCWkkKxw2sTRLpWOX4HkxFu6XChmLFA2CQM5xv09mOyhtWLySiVlhitoiI+Xot4SxQN3jqcliWbYHAwBWK3UfH6RFkcxwxhnXiXwBwX6KFZ2nGF6aY32/hO9MW/b+eSFblbVFtmeGNdU4Mzc+dIUl0IpCJhi25ydunWnOH+jOON4pea3Nja5dio0pK0zzNGZEJOeWLiQAg57x3xtXPwr0byQ2MtqJbZdcUSrJDacqQSxEFZpW5hMrAjOTjcnpQhdqdvZJZ5IbSzknaN3Uvzoo4tKu8Wss2+8kUq4AP7M1y8C9IUtxeLDyYtDS3EXxc5eeL4OWBlni0ALGzLgHOe8vnTdr6N3jvIZke3McEdskfMilaX4nUZH7sqors0kjair4Le/MlwDsELR45IpmEmZPhBCALdLJI8q8xCTh0Z8K4OcZHQ4AhF2p7fR2U0kchjGmze4UM5DvKHKpEqAEkHDEnwx5VHyeklkF2rwqZLS0EzYchJZkAE8aAgkIjsFLHO+1T3Eex8U73LTM5FzHDEwB0lYoWZ9CnfZmds++uCf0Z2xR1VpEaSKeKWVeXzZRcSpLI8rFO8+UGD4AnahCkeyPHpbmOQXESxTQyCN1Ry6EtFHMpBIBB0ygEEZBBqjcT24xxADxWyY+/kuv5KK0fgnBIrSERQg4yzMzMXd3c5eSRzuzk7kms87RRhON3GN+Za20jexkeWIA+9d62g2gXPU7IpVHRZoZpukiGaImiJpJNCi6zz0werbe+X8o6zStK9L3q23vl/KOs1pVU7Qp1R7IdfVKj6j3itU5hDZUlSDkMpKsD5qw3B91ZXH1HvFaix3PvNdnZ4BxA8vdcHapIwEc/ZWmx9I93GAH5cwHi6lX+l0IB+la5uN9tri6QxsVjjIwyxalL+xnJLFf4RgHxyNqr2aGqu3No73slhrJsNsX+paNjGnbGCMd0qR0KkdCPAipuLtvequkXBPteKJ2x84rv7zn6agc0ea0fCx/wBwWcc8kf2ld3EOMTTkGeV5MdASAoO+6ooCg79QM1yZpGaZvrvlxs/UjoPNicKPrIqQGxt0aAqkvldpNyUOIcSWJd92Pqr5+0+Q9tVu24kRciaRVk0SxuUZQVZUKto0nYggEb1zPcF++xJLYyT9Q9w9lIfI3G+2COnTp1+n66T1E5l8l6Sko2wC+ty0617VWa3VxFCrvYl0dZNJVYWZ9cgAB18sMgIbAKd4Y0kGrevZ2N7i1nhgt51UMl1K4iXUgA0zMCpDsVAcMvXJ30kVkvZNgbfV+8XbUfMqdvqBFWDh3E7i3BW2lCId9DRiQISdR5YJ7oJ6ruu5ON653dnOcwSR6zrCr3kxsro36AN6ZurVTPIzAF1uLo5znDNPLk7HB2Ox9u1Og0xFZyRhCyMI5NbRu5IeU7O7qNIBj74GoeJGNiKdBp1TBojAGsaD5pHWYsqSb2OkX4FQ3aYd1fP4RZY/+8r0ZcShQzOQqrqLMSAABkkknoAK86ceGdH+82O/l/rlb32nB+DSkKW0lXZANReOOVJJEC+JKKwx45pXPtXJ7TbBiaXtLCZNALeqCXKMqjIJw2vDDYA5xjvLvvUujeR+o1wdo5VlgDIyyxronljDriW2w2TknSV/f3OluWRneuuAgquAVGBhSNJAwMAr4Y6Y8Kxabroe3CsB4AP8/wCJH/xL/wDGmNWMGq9wVv8ASPE8dPhT+79rNVgFNaXZDr6pHW7Y9PQKe9GVwE4ldR/9/bwyjy+Id4m/CRK066g1oy6mXUrLqQ6WXUCMq3gRnINYReTTwSxXdpgzQFviz0licASR+842/DfFah2F9I1vxNDy8xzIPjIH9dfDUD+8uds/WBS2qYWyE8U3opA+IDeNCoEztb3Ei/DbhFHEBbJdXN1JIlvHHaCaUlXYRO7M5Ua1IzjY4qe7VcQaXs/K925Ul9MUpJt2mQT6YZmQY0lo+/p6bZwBsNHW1QZAVQC2s90bvnOo+bZA39lLeMNsQCMg7gHcbg1zLsWSpx+SErCt49pYSyyvbXlxh5eTDFETFG04OVeV3Kl8nTGcZBFSXaHiVzN2fjMpK3E8kMQbJttatc4DP05QeFdTDw1H3VpEkIbGoA4IIyAcEdCM+Nc/EeFRXCaLiJJUyDokRXXI6HDDGdz9dCFjfDOOyMLSI3c8cHwbVI63cFuEaS7mQaZLgs0yIkbKpUksqocjNdlzxi6inmuXaYxpey2sM895y7KICRolaS2iUGRVIbJcjJA3zWnSdl7RpFka2haRVRVZokYqqeoqZHdA8MYrsh4dGiMiRoqszMyhQFLOdTMR0JJJJNCFj/HO11y0cTGSWe3W4m0yxM1h8JgSGPMjlN1hSaT1l6qPea7uDJdXFybW8urp4o+RC0sE8EMLSG0jlcGTaeYszYwvgck9QNQvOFRS/tY0fCug1KDhJQFkUZ8GAAI8cVGWvYexjn56W0SzZUiTBypVQo0ZOEAUAYXAxQhTiqAMDoOlZLfXwm4txBl3Efwa3B8Mxo7SKPc7nNWLth6TIoQYLBlub1sqqIQyQkdZJ2Gyhc5x1J22qo8C4X8HhCFi7szSSyHrJK5y7H6fyrppmEvvwXFWSBseHeVK6qItRQxPI4SIZJIGohtC6s6dbKpxkqQPM+IrjivIjK6Qzc0KsTbsrMC6DWDjycEEY7p222FMDIA4N3pWI3lhfbQusmklqTqoi1a2WKoHpcPdtvfL+UdZtWj+lk92298v5R1nFKqnaFPKPYjr6pUfUe8Vp7HrWYR9R7xWmE119na3dPdcPaupnX2R5oyaTmhmmySJWaANJzQzQosl5qG7Sz7Rr4Fix+gBR+L/AIVMZqudqJO+gPTQ2r3MwX/kDXLVG0R+b120Dbzt6+ijUPxYP8Kn6sUxcXOVOOhOB7vP8DTkHqMviupffscGuzs/Za3IYbGNgfYCAi4+0T9NJWgvIaN69JI8RtLjuXd2IuPi5E/ssGHuYYP4r+NXLh9iHDSzMUtoiBM4OHct6sEH9qVjgbdAfAkEZ32dnMFyyvnoyMPHK94YHiSVwPnVu1x2OhWxsvhi6pbZe/i5aFYmmJdi2AVxkkajjp1xXQarJwhm+5Hkl5pBJUGQ6rA8j8sqVf3zTSF2GOiog9WKJdkhjA2VVHl1OTTIrv7R8NSGVjb6nhSCJ5Ss0dwkbyTPGvfyGyQq90A9em1R1MaV7HRjBuSetjkZITJrP6+BRfHRsv8AvNj/APmVt/aK+kWdER2QMG1FRGd2fY5bJBCo+CARnGeu2HcebZNwP85sj7f+17/9edeg7/hEUsgaRNRXUB3nAwc/uhgCdzg4yM7UrqB9Vye0p+gzyWew3Qh0ara2kkAFxzBAod+6GJCoI2KZDkSMpwE1FdlL2rgfG3uLguCyxFSFjIOO6EbXkqAW737pIxjqCpMpNwC3cKHhRgqqigjOFT1VIPrAeGc4zSLG0tuYZIBCXAKM0bKSFJzpIU4G48vA1gAQV0lwIWK8Mg0cT4op8LlvqMkp/wCddVzxwRH46KZBv3hHzE+2hP44Nc9q3+luK/7y3/ElqaVj4U2pwTELHj6pHVFondiF9XooiPtCkozHLbwof9rcTINI3BItoy0rHbYEKD571a+Ddp7eytzHwqN7ueQl5bydGhieRhu7FgHcDwRBgee5Ji9IznAz54Gfrpeao+ndIf8Am7RyV2VbIh9NuniU1JLeuxZuJXYZjqYRsqRgnwRMd1emBv8AjT1vdXqerxG7z/GYpB9AdDQBpwGr5rFwVM9mPi9Es8X4j4cSm+72x/8AJS4+N8SH/tFz77W2P/lpoUdRmsXBWzyb8vROnjvE9tPEft2duf8ADinYuP8AE/3r9T7rOED/ABVzClA0ZrFwRns3H0XbP2g4g2AL3RtglLWEE+3LlsH3Co+6iuJgVuL67lRgQyCRIVYHqGESKSPZmnQaUDUZtGNyM8lPiTHDeGRW6aIEVFzk4zufMkkk115pBNDNbAACwWBcXG5RpMFfvs0cZzzHEjBWVY2aKNo9gMTDOoHJ16fHaU47aJAYrcMXeONDsgjijX4xcxjckyEnVlm9QEkbCoLiLEQyFThlRmX5yDWv4qKtvb6L/Vp9PdIMTv5czS8QbyBcFc+bgeNcErA2Zp4pnDIXQOaNyrpNJZ8ddh5n/maS7gDJO1Hw6YNNbtGdYM0YGkqVOtuXqOxBC6tWP4a7nGwJS1oxEBZ/6U5QyWxUhhql3UgjpH4is8rWfTe0TLayR62dmmDyOEQyBdCK6xrju5VgGK7gDBYAYyak0kmUdiXoIY8kzClR9R760oms1TqK0cmmPZ3i6e6W9qamdfZK1UM0nNFqpqktk5mhmm80rNCLJearnaPeYeyNRv7Wfr7PD6fZVhBqucbf45s7jQmfYDqP1bmuOt2S7+zh9boVF2qftFB+sbjYjBHnU32bOZWP/u/zZf5VDRZ5m5/d2b+0AfH24P4V0cKvzGx0jJ0ad+ikMNz9RpTC4NeCU8qGF8Tmt1lXbszwCJuI/DJ5FjtrTlzTuTsJVbEceADlmKqcddj4kVbe2nb1Lh4TwyV/i2y06ry8hsK6xtIO+dIwdSlRgeIGMtjuJp7drUH4lWkn2AGu4IULzG/eOAQB4avdjl4LxsxHS+THuSMd5Wx1HsyMY8zQWMkmykmhpusbvjhwR6XNAV94zxAXMkcjKxZIlj1ylHkYrJJJrYooAPxgGwHq5wOlcoqAbtSu+hGPziB9YGa45e0Ep/fVPYoUfWWyT+FM2TQwNDW6UqfSVNS/E8W+dVLcb4a8v7MqGHKZA7hFd42fKgnu68SZAJGQGxk7VYrz0lcZjPxgs0JycMFVjjcnSZM46nPsqB7C8buYnadCnUhJJUMr7jDBCzd1eucYyT7NryPSJdMpWdLW4Q/uvEyfhrZW92B7xXBLHLK4yMboKYRTRU7RDI4XHmo/gfa6/v3aK6No0IjdmWELIXlIMdvCQrsMmV0bSw/2ZJ2Brv4t2iks7q6HD/g5WJLeNllTd7h3lYxLKHQKoQMdTZ/ZAb1z3fayT4v4LHHFoOVBVUihbSVJggj1KzYZu/IWxqOFG+YOygKqAzFiCTsTjUc5Y59ZyDgsd8bDA2NI6aZ5FxbzWktbDG02IJ4BcHZ55nu72adVRpZAzBCGTWSzMEYEggavAnrVjBphWpxWpvFHk2BqRTTZV5faydBpQpGaMVos0sGlBqbFKBqFIToNGKbBo9VCsCnKGaYmulTBdgoJwCTgZ8snYfTTqsCMjceBG4PuxVVayWDSg1IBoZoUJzVRSSgDJIA8ycdaTTlvwdbg4e7FqgJ7xC6mw6JpTX3d2YAk+BAAOWxlNII24itoIjK/CE2/fQ6SDqU6TnIOQQDkbEZrUbGeK8s1JAaOaPDKfaNLofJgcg+RFU4cCheCQABLtQ2qXmNh2WSSN3ZcnmKOUSQQTg+tqOqq/wBneMXbTfAoFW3F1l5Jy2JIWi+LukiGO/JpRdJPT1umcKZp2zMuNBbr8uKcU8DoH2OkH1CeteCLNLybsI0YYrE0hMcV48cvLbTKFOggK5KbMx6d3LGavOyzzyk2axw6TIJXjaSKHmJIBEYio1GQICshUAZ2ySpp/tB2FhIUs7sMpBbwlY2iiBAQKAyN3QFLM3UgHrXD2X4JAINNpLbPdN39FreT2wEQAHfWORxrBI3KAZboDWDKl0hxXXTkGNbhA0a1n/ph4AbK1soOWiKJLlg6SM5fVy8B9SggqulfLAGMdKyqtp/ygbeRIbESSF95sawutTpiyrOuA+/jpH01i1AWiUnUVopNZ0nUVoZNNuzvF090o7T8HX2R5oZpOaLNNkmsl5owaQDR5qEWTmarvFh8e+OuI/8AD0P1VYKg+LpibV4FVXPhqBO3vwR+Pka460fT6rv7O0TdFGBFDAgYO4K+8Ej8RXRZW2XVM7uTk+Ow1MfwOPeKRLHn2EdD4iuOC5aOZXY5Kb+WR0IHvH50nFg4X1J8++E4de5X2KMKAqjAGwA8KirzsykkhcMU1HLKBkE75IJO3WpUGlCn7omPbYjQvJsmkjcXNOlcMPAIR1Ut85ifwGB4+Vd9vaonqIq/NUD8qUKMUNhY3UAqvnlf9zinAaMUkUqtFgUtTTimmqWpoQn1NOqaYU04pqq0BTwNLppTSwaqtAlijzSRRg1ClIurxY0Z3OFUZJ/DH14H01aeFdg55kDSSxRBgCFT/OGwfNgVTp5ah7TVXmiV1KuoZT1UgEH3g1z/AKKjUHkokbgdxlUBlfqrBhv62D1rnmbKfsNl1U74W7QX9Fc+H9jLu3uQU5UkcjGOZ2ILG35hLDGF0ZRsAKCcpuTkEQ3GuENa3Bjb1CPimMnMd41AGqXug6ge7qJORp8q1Lg97zreGX/vI43+lkDH8TWd9votV6JFcAKscIXcs5BeSYAh8BVDxZyo7zrvnFIYJXGcE8U+nY0wkC2pROaJnAGT0FJBpEsoBUv6vMjz9DqRt47gfXXopHYGl3ALzrBjcG8SnEu0Gl2DyR4JPJ0F2AGwUswAyds7kY6ZIxeuE39hM0MJihS4eMMIAOYyLHltLyquklc7gnqSN6qnCLIS3oR1XEoklEbd5CVWSMrg5yNcYcj+Jql7PiMdjAq3Zghu2TkRQwJr5QYYTUqljlmUMxzg4Ub6c0jq6kPAI4ak+pIMliB46+K67CHWdeM81p3BHUCWS7VPwkjH0iqXPcczM0baGEzyxP0wySsEPtU4wR4qxHjVxt7p0gUKG5gRYokADNzSNUaeAOmONJGJPRSSQDUVa8EWEwRgQJcRBNUdowluiAhEk7iQAMwJyNSHBOQSQAeSlmEbiXi9xZdFREZAA02sbpztB6QZeUpjtJoZ0jadVlCHrFKgOgNqYBnXPjuNuuB2av76Zo/iI4I2xLLcpcghdJBYSRIixs7d4Ff3d9RBFSXFIpntZHuo43jTW0TSvy7pO7pGtYYzHrJJ2GBuoIyDUL2Z4sHtHa6d5JFmMdvbO4VCn+xLxRnRIvdck5dQIj4g1ixzWA2C2tdVX098ZFytsVGI1knWNt8yDTFmTHgpOQB1IXV0YVjtbJ6ebXRb2Oo5cvcFyepYrD1rG63gdjYHKHCxslJ1rQCaz9OtX8mnfZ3i6e6T9p+Hr7I80M0nNFmmqUWSwaPNIBpQoUJYNcttbBpZBtpJQESLqRssSyknHRvI7En2Y6BR2kIaQowBVgGIIyCNgfqKg/3xWEzcQC0jdhv5e4TttwSH4Ty+Sz94DTHOwjjJC41uQWB2Y6RuASegrsuuEwxbcuMJPkINGt1MTKrpzJRqB1nPjkA7Lg6uvgc8duqOI9MbhlkcFmELFx11ZKx6gQSDsdOfZz9qbwAxqjIGW9bYyKupJY0mc53OjMhUkA9fHOKSSNwm6bRyucQBdcUCYUAdBtt4YJGPwp0Uq8XE0oGP2hYacgYkAlyAd8d8/VSKfRODmAhI5RZ5ulilCkClA1osUsUoUgUsVCqUoUtTSBShQoToNLVqaFOA1BVwnVNLB8qaBpYNVVwU4DSs03qow1RZWunM0rNIBo81CsrT2Q7UTQxOJUR7aF1XWmRLFHLgozIdpEDFlJBDALnDUz6SLSGG8glxpluEeIn91jCUZAf4sMwz46QPAVB8H7bxcNugbjVyriMoxRdZVom1IxGc6cSyA4BPSrX2hnhv0WUBuVFbXc2p0dGKyQ8uN0VsHB+MYEjflZHga83UOzapx233XpYBnFOGneLKoA11cKsFnuYIpASrSgkA4PxatKN/YyKfoqMtpW0fHDRImUlB20yJ3ZM56DIJHsINTXAeF3Yu7SROQkUqTPG8gkdxiMrnlKVySrllyQME53K5b1UzBATfWDb9JPTQPM4FvtOnonO0fDw18sECl3SNcKhYMJHeSR31asxgLImWyAA+PHFNwdjZPgwaxeBissxkAHIUypNITrdk1OoQhAdsBQRsxruv7JIJ5HhuiWYgTATtE7SLgSuVUaZHGck/uAjusqha7ODXxUu+ltDSxpMEUkA894uYIgcrqZDkDJUNjdUGPOmW8bWi3+r0TY7PL76/0qpx+3kjUx3ifsl+EYzkSNhyZEYMT6xcHJLEnfYgEuzfaMx3B4Xb2vMmR2RmR+RASoGua50gvLpYsCCcEAADpVr7SW4uuLRW77Ksak4O7LqMz+79nGv0mrBw/hMVkHllmZjjDTXDxDQgJOkMqoqgsSx8ycnNWklY2JgtpIJ/uhUjDjI830aB/FxXXA1jt4OH2yqEYNzdQ1rygCXZ1yNReV02yM5bwGKVw2yhk0SJHjlM8cbbZZVPr7DYMcNjboPAAVHcN4zLLfXDAqFmtg1mrZUmOF2VpehIDNKG6eroOK4r7hEqc1ElKiOCRkbXI76ZI0TxIH7SJ9jnCkYwaUTvv/xvbf8APRdrG71U/wDKEuQy2oGcpJMDnzMcD7fQwrF61706cPeKO1DvrLSTEHLE7RW6YJckn1epJNZDTaj2IWD9aUnWr6TVCTrV9NP+zvF090n7S8PX2RUKKhTZKEqlCkUoVCgpQpE4xpcZ1RsGGDgkba19uVzt7qWKWtQ5ocLFDXYTdTnACDMyYRgcSxs66gFcYYqPPKjxH7So7tdbNBfwTRtoZkySqA6njIQnSx0jCOmPd570OATlTEf7DSQnfw3ZP+Gg+mpTt/DmGOTHql1+iRM+W28Y+qkk7d6Y07sL7dPn8K5+PODcFh+9FG2fP1lz/wDSR/driFd3Ft0t3HT42I7+XxiZz7A9cIplS7O3MpfUfddGKWKQKWK6lypQpYpApYoVUYpYNIFLFChLFLFIFKqFYJwGlZpsUqqqyXmjBpANGDUKbpwGj1U3mlA0K10m37K/DZ2eRisNpA0jkesxdZNKL5bRkk+GB51YuyEmbaCykXE4wb0McnkW6poAx0Rg1ugHkZfHJL/Blkj4czwwmY3NxodRqJ5SAxEDSDjJjYamwo5mWIG9TvGYo4WublU+ONq+ps4DrDqZRjzy3Xyx5V4jtOpvM5vOw8x/2vYUMdoW+XquXiXDoI7+K6m/ZSghyf2azxprhlcEb5jVl+ckfjjFk4dbEs07jS8ioNOMFI01FVY/2u+SfDOBjbJiOMJzYbiNRvAI2jbqedEonT6QVi+2amlu+YisvqsAw9oYZX8CKX5yckA7do6LqyYxG29RvHbCNikmhdYlhXWAASrSorI/9tSpIw2fDG+DUZxq5OYdP+14nbxlgTlVhOD0/jibbp3j51M8bDNbyiNBI/LfloTgNIFJQE+HeA388VBcEzFGqjTJz25sTKrcuO6dnM6qrZaNV3kw2DkSjY90UikJOMm9tyu4W0JriHZ3nXE93FLLDLHJHDbupDAui8mTMb910Zn5ZB/7piCM1WLC9j+Gc26dr51WUQtMUWPncyIRhUPxMOEUya16LKCd8A2LtVxPSVtIMaYk1zOzAY1DSiM37rMH1M2RpVywORtC9m+ETNcOsTT2oKqdrO3YYYuVYEhhEGQRswIDO+ThQMV2td9O5Oi389VnYXVwTgWpTcllluzpZZVPxa6MkQRb7REMykndtWo9ABIWc8VxEsiAMkiD1lGSuT3WB8QcgjwINQN1PGl4qKoWSGNXdwqwGVyDpMjqADCFWVnOMA6V6nSe3hrhbj4vISeN5mUjTiRXRRMsfVBKHYkHxRSdy2V0wuL/AK8vmkLVuhZ//lE/s7L51x/hirEq2z/KJ/Z2Xzp/8MVYnTyh2A6+q55PuSk61aj2ih82+z/WhQppDO6G+HeuSaBs1sW5F+sUPm32f60P1hh82+z/AFoUK6M/l5LnzCLmj/WKHzb7P9aP9Y4fNvs/1oUKjP5eSju+Lmj/AFkh82+z/WlDtND5t9n+tFQoz+Xkju+LmnbLtTAjMTr9eNx3fFdGfH+E/XUxx7t/bS2vLjMhcGMjVHgHSwLDOrxXI+mhQrB87n61o2jjBuLrjm7ZW7W5QmTWHSRcRjGVyrDOfFSd/aPKub9bIPN/sf1oqFWjqnx6rKr6GJ+u6P8AW2Dzf7H9aUO10Hm/2P60KFa59LyWfdkPNK/W+383+x/WjHbC383+x/WjoUZ9LyUd2Q80Y7ZW/m/2P60Y7Z2/m/2P60KFGfS8lHdcHP50Sh20tvN/sf1pQ7bW3m/2P60KFGfS8lPdkPP50Sv13tvOT7H9aH68W3nJ9j+tHQqM+k5I7sh5ofrxbecn2P60P15tvOT7H9aFCjPZOSO7IeaP9ebbzf7H9aB7dW3hrJ8Bo6nwGc0VCjPZOSnu2Hmr7wb00cNhtooiZspGinEOxYKNR9bxbJ+mo7tJ6XrGZNMTTDVHPG+YvCSPun1/B0T6zRUKSvo43vxm9/8AU1a8tFgung3pmsU5xmM2qS4lk2iyNDFVQet10IopfAvTNYRWsEUjTao4kjJEWc6FCA51eQFChVTQxG97/wDinKELsPpw4b5z/wDyf/6rhtfTDw5ZpHJnCk9xeWT3nCmWTBfCliAMD+yx6uaFCqDs6Ibz86Kcq5QMPpIsnvpnn5nwcymUYjy02UVUSRcjCqTLkZIYFBgAb9vHvSdYSSmeF25ugDTNZ6wSmSNLrKpQnJGTq8OgyKFCugUrLg6dAsq4yoOP0mQG4GtZDDKYhdSMo5rpC5cRRxh2CRNhQU1HAJ3O5Nk4Z6YLNLuaaV5WWaOLAEP7Joy/xa5bvKQ+onbvBj4ihQqHUkbhZTjKq/pd7eW3EUthamQmJpS2tNGziMDG5z6prNaFCtooxE0NaqE3N1//2Q=="/>
          <p:cNvSpPr>
            <a:spLocks noChangeAspect="1" noChangeArrowheads="1"/>
          </p:cNvSpPr>
          <p:nvPr/>
        </p:nvSpPr>
        <p:spPr bwMode="auto">
          <a:xfrm>
            <a:off x="682308" y="-268320"/>
            <a:ext cx="340793" cy="3407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pt-BR" sz="2400"/>
          </a:p>
        </p:txBody>
      </p:sp>
      <p:pic>
        <p:nvPicPr>
          <p:cNvPr id="16" name="Picture 3"/>
          <p:cNvPicPr>
            <a:picLocks noChangeAspect="1" noChangeArrowheads="1"/>
          </p:cNvPicPr>
          <p:nvPr/>
        </p:nvPicPr>
        <p:blipFill>
          <a:blip r:embed="rId3"/>
          <a:stretch>
            <a:fillRect/>
          </a:stretch>
        </p:blipFill>
        <p:spPr bwMode="auto">
          <a:xfrm>
            <a:off x="105631" y="740701"/>
            <a:ext cx="2629996" cy="16577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24193" y="526945"/>
            <a:ext cx="3904164" cy="2150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tângulo 17"/>
          <p:cNvSpPr/>
          <p:nvPr/>
        </p:nvSpPr>
        <p:spPr>
          <a:xfrm>
            <a:off x="1391477" y="836712"/>
            <a:ext cx="5635792" cy="2160240"/>
          </a:xfrm>
          <a:prstGeom prst="rect">
            <a:avLst/>
          </a:prstGeom>
          <a:solidFill>
            <a:schemeClr val="bg1">
              <a:lumMod val="75000"/>
            </a:schemeClr>
          </a:solidFill>
          <a:ln>
            <a:solidFill>
              <a:srgbClr val="595959"/>
            </a:solidFill>
          </a:ln>
          <a:effectLst/>
        </p:spPr>
        <p:txBody>
          <a:bodyPr wrap="none" rtlCol="0" anchor="ctr" anchorCtr="0">
            <a:noAutofit/>
          </a:bodyPr>
          <a:lstStyle/>
          <a:p>
            <a:endParaRPr lang="pt-BR" sz="2400">
              <a:latin typeface="Lato" pitchFamily="34" charset="0"/>
            </a:endParaRPr>
          </a:p>
        </p:txBody>
      </p:sp>
      <p:sp>
        <p:nvSpPr>
          <p:cNvPr id="19" name="CaixaDeTexto 18"/>
          <p:cNvSpPr txBox="1"/>
          <p:nvPr/>
        </p:nvSpPr>
        <p:spPr>
          <a:xfrm>
            <a:off x="2873297" y="2928096"/>
            <a:ext cx="2672152" cy="404893"/>
          </a:xfrm>
          <a:prstGeom prst="rect">
            <a:avLst/>
          </a:prstGeom>
          <a:solidFill>
            <a:srgbClr val="FF3300"/>
          </a:solidFill>
          <a:ln w="28575">
            <a:solidFill>
              <a:schemeClr val="tx1">
                <a:lumMod val="65000"/>
                <a:lumOff val="35000"/>
              </a:schemeClr>
            </a:solidFill>
          </a:ln>
          <a:effectLst/>
        </p:spPr>
        <p:txBody>
          <a:bodyPr wrap="none" rtlCol="0" anchor="ctr" anchorCtr="0">
            <a:noAutofit/>
          </a:bodyPr>
          <a:lstStyle/>
          <a:p>
            <a:pPr algn="ctr"/>
            <a:r>
              <a:rPr lang="pt-BR" sz="2400" b="1" dirty="0" err="1">
                <a:solidFill>
                  <a:schemeClr val="bg1"/>
                </a:solidFill>
                <a:latin typeface="Lato" pitchFamily="34" charset="0"/>
              </a:rPr>
              <a:t>technology</a:t>
            </a:r>
            <a:r>
              <a:rPr lang="pt-BR" sz="2400" b="1" dirty="0">
                <a:solidFill>
                  <a:schemeClr val="bg1"/>
                </a:solidFill>
                <a:latin typeface="Lato" pitchFamily="34" charset="0"/>
              </a:rPr>
              <a:t> </a:t>
            </a:r>
            <a:r>
              <a:rPr lang="pt-BR" sz="2400" b="1" dirty="0" err="1">
                <a:solidFill>
                  <a:schemeClr val="bg1"/>
                </a:solidFill>
                <a:latin typeface="Lato" pitchFamily="34" charset="0"/>
              </a:rPr>
              <a:t>push</a:t>
            </a:r>
            <a:endParaRPr lang="pt-BR" sz="2400" b="1" dirty="0">
              <a:solidFill>
                <a:schemeClr val="bg1"/>
              </a:solidFill>
              <a:latin typeface="Lato" pitchFamily="34" charset="0"/>
            </a:endParaRPr>
          </a:p>
        </p:txBody>
      </p:sp>
      <p:sp>
        <p:nvSpPr>
          <p:cNvPr id="23" name="Pentágono 22"/>
          <p:cNvSpPr/>
          <p:nvPr/>
        </p:nvSpPr>
        <p:spPr>
          <a:xfrm>
            <a:off x="4233452" y="1680645"/>
            <a:ext cx="539296" cy="1172291"/>
          </a:xfrm>
          <a:prstGeom prst="homePlate">
            <a:avLst>
              <a:gd name="adj" fmla="val 3319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pt-BR" sz="2133" dirty="0">
                <a:solidFill>
                  <a:schemeClr val="bg1"/>
                </a:solidFill>
                <a:latin typeface="Lato" pitchFamily="34" charset="0"/>
              </a:rPr>
              <a:t>Planejar</a:t>
            </a:r>
          </a:p>
        </p:txBody>
      </p:sp>
      <p:sp>
        <p:nvSpPr>
          <p:cNvPr id="24" name="Divisa 23"/>
          <p:cNvSpPr/>
          <p:nvPr/>
        </p:nvSpPr>
        <p:spPr>
          <a:xfrm>
            <a:off x="4779755" y="1976461"/>
            <a:ext cx="2026068" cy="664724"/>
          </a:xfrm>
          <a:prstGeom prst="chevron">
            <a:avLst>
              <a:gd name="adj" fmla="val 3323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pt-BR" sz="2133" dirty="0">
                <a:solidFill>
                  <a:schemeClr val="bg1"/>
                </a:solidFill>
                <a:latin typeface="Lato" pitchFamily="34" charset="0"/>
              </a:rPr>
              <a:t>Desenvolver produto</a:t>
            </a:r>
          </a:p>
        </p:txBody>
      </p:sp>
      <p:sp>
        <p:nvSpPr>
          <p:cNvPr id="25" name="Forma livre 24"/>
          <p:cNvSpPr/>
          <p:nvPr/>
        </p:nvSpPr>
        <p:spPr>
          <a:xfrm>
            <a:off x="4079777" y="1273046"/>
            <a:ext cx="1762209" cy="768085"/>
          </a:xfrm>
          <a:custGeom>
            <a:avLst/>
            <a:gdLst>
              <a:gd name="connsiteX0" fmla="*/ 0 w 1394234"/>
              <a:gd name="connsiteY0" fmla="*/ 209605 h 526476"/>
              <a:gd name="connsiteX1" fmla="*/ 787652 w 1394234"/>
              <a:gd name="connsiteY1" fmla="*/ 1375 h 526476"/>
              <a:gd name="connsiteX2" fmla="*/ 1276539 w 1394234"/>
              <a:gd name="connsiteY2" fmla="*/ 300139 h 526476"/>
              <a:gd name="connsiteX3" fmla="*/ 1394234 w 1394234"/>
              <a:gd name="connsiteY3" fmla="*/ 526476 h 526476"/>
              <a:gd name="connsiteX0" fmla="*/ 0 w 1394234"/>
              <a:gd name="connsiteY0" fmla="*/ 208382 h 525253"/>
              <a:gd name="connsiteX1" fmla="*/ 787652 w 1394234"/>
              <a:gd name="connsiteY1" fmla="*/ 152 h 525253"/>
              <a:gd name="connsiteX2" fmla="*/ 1276539 w 1394234"/>
              <a:gd name="connsiteY2" fmla="*/ 181221 h 525253"/>
              <a:gd name="connsiteX3" fmla="*/ 1394234 w 1394234"/>
              <a:gd name="connsiteY3" fmla="*/ 525253 h 525253"/>
              <a:gd name="connsiteX0" fmla="*/ 0 w 1394327"/>
              <a:gd name="connsiteY0" fmla="*/ 210348 h 527219"/>
              <a:gd name="connsiteX1" fmla="*/ 787652 w 1394327"/>
              <a:gd name="connsiteY1" fmla="*/ 2118 h 527219"/>
              <a:gd name="connsiteX2" fmla="*/ 1321807 w 1394327"/>
              <a:gd name="connsiteY2" fmla="*/ 128866 h 527219"/>
              <a:gd name="connsiteX3" fmla="*/ 1394234 w 1394327"/>
              <a:gd name="connsiteY3" fmla="*/ 527219 h 527219"/>
            </a:gdLst>
            <a:ahLst/>
            <a:cxnLst>
              <a:cxn ang="0">
                <a:pos x="connsiteX0" y="connsiteY0"/>
              </a:cxn>
              <a:cxn ang="0">
                <a:pos x="connsiteX1" y="connsiteY1"/>
              </a:cxn>
              <a:cxn ang="0">
                <a:pos x="connsiteX2" y="connsiteY2"/>
              </a:cxn>
              <a:cxn ang="0">
                <a:pos x="connsiteX3" y="connsiteY3"/>
              </a:cxn>
            </a:cxnLst>
            <a:rect l="l" t="t" r="r" b="b"/>
            <a:pathLst>
              <a:path w="1394327" h="527219">
                <a:moveTo>
                  <a:pt x="0" y="210348"/>
                </a:moveTo>
                <a:cubicBezTo>
                  <a:pt x="287447" y="98688"/>
                  <a:pt x="567351" y="15698"/>
                  <a:pt x="787652" y="2118"/>
                </a:cubicBezTo>
                <a:cubicBezTo>
                  <a:pt x="1007953" y="-11462"/>
                  <a:pt x="1220710" y="41349"/>
                  <a:pt x="1321807" y="128866"/>
                </a:cubicBezTo>
                <a:cubicBezTo>
                  <a:pt x="1422904" y="216383"/>
                  <a:pt x="1385935" y="457809"/>
                  <a:pt x="1394234" y="527219"/>
                </a:cubicBezTo>
              </a:path>
            </a:pathLst>
          </a:custGeom>
          <a:noFill/>
          <a:ln w="57150">
            <a:solidFill>
              <a:srgbClr val="59595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pic>
        <p:nvPicPr>
          <p:cNvPr id="27" name="Picture 4"/>
          <p:cNvPicPr>
            <a:picLocks noChangeAspect="1" noChangeArrowheads="1"/>
          </p:cNvPicPr>
          <p:nvPr/>
        </p:nvPicPr>
        <p:blipFill>
          <a:blip r:embed="rId5"/>
          <a:stretch>
            <a:fillRect/>
          </a:stretch>
        </p:blipFill>
        <p:spPr bwMode="auto">
          <a:xfrm>
            <a:off x="6864466" y="4327371"/>
            <a:ext cx="2272727" cy="15821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Retângulo 27"/>
          <p:cNvSpPr/>
          <p:nvPr/>
        </p:nvSpPr>
        <p:spPr>
          <a:xfrm>
            <a:off x="1408581" y="3842871"/>
            <a:ext cx="5635792" cy="2273419"/>
          </a:xfrm>
          <a:prstGeom prst="rect">
            <a:avLst/>
          </a:prstGeom>
          <a:solidFill>
            <a:schemeClr val="bg1">
              <a:lumMod val="75000"/>
            </a:schemeClr>
          </a:solidFill>
          <a:ln>
            <a:solidFill>
              <a:srgbClr val="595959"/>
            </a:solidFill>
          </a:ln>
          <a:effectLst/>
        </p:spPr>
        <p:txBody>
          <a:bodyPr wrap="none" rtlCol="0" anchor="ctr" anchorCtr="0">
            <a:noAutofit/>
          </a:bodyPr>
          <a:lstStyle/>
          <a:p>
            <a:endParaRPr lang="pt-BR" sz="2400">
              <a:latin typeface="Lato" pitchFamily="34" charset="0"/>
            </a:endParaRPr>
          </a:p>
        </p:txBody>
      </p:sp>
      <p:sp>
        <p:nvSpPr>
          <p:cNvPr id="30" name="Divisa 29"/>
          <p:cNvSpPr/>
          <p:nvPr/>
        </p:nvSpPr>
        <p:spPr>
          <a:xfrm>
            <a:off x="2639616" y="4190754"/>
            <a:ext cx="2254773" cy="664724"/>
          </a:xfrm>
          <a:prstGeom prst="chevron">
            <a:avLst>
              <a:gd name="adj" fmla="val 3323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pt-BR" sz="2133" dirty="0">
                <a:solidFill>
                  <a:schemeClr val="bg1"/>
                </a:solidFill>
                <a:latin typeface="Lato" pitchFamily="34" charset="0"/>
              </a:rPr>
              <a:t>Desenvolver  tecnologia</a:t>
            </a:r>
          </a:p>
        </p:txBody>
      </p:sp>
      <p:sp>
        <p:nvSpPr>
          <p:cNvPr id="31" name="Pentágono 30"/>
          <p:cNvSpPr/>
          <p:nvPr/>
        </p:nvSpPr>
        <p:spPr>
          <a:xfrm>
            <a:off x="1633012" y="4289312"/>
            <a:ext cx="539296" cy="1272673"/>
          </a:xfrm>
          <a:prstGeom prst="homePlate">
            <a:avLst>
              <a:gd name="adj" fmla="val 3319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pt-BR" sz="2133" dirty="0">
                <a:solidFill>
                  <a:schemeClr val="bg1"/>
                </a:solidFill>
                <a:latin typeface="Lato" pitchFamily="34" charset="0"/>
              </a:rPr>
              <a:t>Planejar</a:t>
            </a:r>
          </a:p>
        </p:txBody>
      </p:sp>
      <p:grpSp>
        <p:nvGrpSpPr>
          <p:cNvPr id="34" name="Grupo 35"/>
          <p:cNvGrpSpPr/>
          <p:nvPr/>
        </p:nvGrpSpPr>
        <p:grpSpPr>
          <a:xfrm>
            <a:off x="5679579" y="4959806"/>
            <a:ext cx="1384269" cy="380292"/>
            <a:chOff x="4950823" y="4943566"/>
            <a:chExt cx="1238068" cy="346891"/>
          </a:xfrm>
        </p:grpSpPr>
        <p:sp>
          <p:nvSpPr>
            <p:cNvPr id="38" name="Forma livre 37"/>
            <p:cNvSpPr/>
            <p:nvPr/>
          </p:nvSpPr>
          <p:spPr>
            <a:xfrm>
              <a:off x="4958080" y="4943566"/>
              <a:ext cx="1230811" cy="298994"/>
            </a:xfrm>
            <a:custGeom>
              <a:avLst/>
              <a:gdLst>
                <a:gd name="connsiteX0" fmla="*/ 1230811 w 1230811"/>
                <a:gd name="connsiteY0" fmla="*/ 0 h 298994"/>
                <a:gd name="connsiteX1" fmla="*/ 0 w 1230811"/>
                <a:gd name="connsiteY1" fmla="*/ 298994 h 298994"/>
                <a:gd name="connsiteX2" fmla="*/ 0 w 1230811"/>
                <a:gd name="connsiteY2" fmla="*/ 298994 h 298994"/>
                <a:gd name="connsiteX0" fmla="*/ 1230811 w 1230811"/>
                <a:gd name="connsiteY0" fmla="*/ 0 h 298994"/>
                <a:gd name="connsiteX1" fmla="*/ 386080 w 1230811"/>
                <a:gd name="connsiteY1" fmla="*/ 206103 h 298994"/>
                <a:gd name="connsiteX2" fmla="*/ 0 w 1230811"/>
                <a:gd name="connsiteY2" fmla="*/ 298994 h 298994"/>
                <a:gd name="connsiteX3" fmla="*/ 0 w 1230811"/>
                <a:gd name="connsiteY3" fmla="*/ 298994 h 298994"/>
                <a:gd name="connsiteX0" fmla="*/ 1230811 w 1230811"/>
                <a:gd name="connsiteY0" fmla="*/ 0 h 298994"/>
                <a:gd name="connsiteX1" fmla="*/ 763451 w 1230811"/>
                <a:gd name="connsiteY1" fmla="*/ 110308 h 298994"/>
                <a:gd name="connsiteX2" fmla="*/ 386080 w 1230811"/>
                <a:gd name="connsiteY2" fmla="*/ 206103 h 298994"/>
                <a:gd name="connsiteX3" fmla="*/ 0 w 1230811"/>
                <a:gd name="connsiteY3" fmla="*/ 298994 h 298994"/>
                <a:gd name="connsiteX4" fmla="*/ 0 w 1230811"/>
                <a:gd name="connsiteY4" fmla="*/ 298994 h 298994"/>
                <a:gd name="connsiteX0" fmla="*/ 1230811 w 1230811"/>
                <a:gd name="connsiteY0" fmla="*/ 0 h 298994"/>
                <a:gd name="connsiteX1" fmla="*/ 763451 w 1230811"/>
                <a:gd name="connsiteY1" fmla="*/ 110308 h 298994"/>
                <a:gd name="connsiteX2" fmla="*/ 388983 w 1230811"/>
                <a:gd name="connsiteY2" fmla="*/ 191589 h 298994"/>
                <a:gd name="connsiteX3" fmla="*/ 0 w 1230811"/>
                <a:gd name="connsiteY3" fmla="*/ 298994 h 298994"/>
                <a:gd name="connsiteX4" fmla="*/ 0 w 1230811"/>
                <a:gd name="connsiteY4" fmla="*/ 298994 h 298994"/>
                <a:gd name="connsiteX0" fmla="*/ 1230811 w 1230811"/>
                <a:gd name="connsiteY0" fmla="*/ 0 h 298994"/>
                <a:gd name="connsiteX1" fmla="*/ 766354 w 1230811"/>
                <a:gd name="connsiteY1" fmla="*/ 104503 h 298994"/>
                <a:gd name="connsiteX2" fmla="*/ 388983 w 1230811"/>
                <a:gd name="connsiteY2" fmla="*/ 191589 h 298994"/>
                <a:gd name="connsiteX3" fmla="*/ 0 w 1230811"/>
                <a:gd name="connsiteY3" fmla="*/ 298994 h 298994"/>
                <a:gd name="connsiteX4" fmla="*/ 0 w 1230811"/>
                <a:gd name="connsiteY4" fmla="*/ 298994 h 298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811" h="298994">
                  <a:moveTo>
                    <a:pt x="1230811" y="0"/>
                  </a:moveTo>
                  <a:lnTo>
                    <a:pt x="766354" y="104503"/>
                  </a:lnTo>
                  <a:lnTo>
                    <a:pt x="388983" y="191589"/>
                  </a:lnTo>
                  <a:lnTo>
                    <a:pt x="0" y="298994"/>
                  </a:lnTo>
                  <a:lnTo>
                    <a:pt x="0" y="298994"/>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39" name="Forma livre 38"/>
            <p:cNvSpPr/>
            <p:nvPr/>
          </p:nvSpPr>
          <p:spPr>
            <a:xfrm>
              <a:off x="4950823" y="4991463"/>
              <a:ext cx="1230811" cy="298994"/>
            </a:xfrm>
            <a:custGeom>
              <a:avLst/>
              <a:gdLst>
                <a:gd name="connsiteX0" fmla="*/ 1230811 w 1230811"/>
                <a:gd name="connsiteY0" fmla="*/ 0 h 298994"/>
                <a:gd name="connsiteX1" fmla="*/ 0 w 1230811"/>
                <a:gd name="connsiteY1" fmla="*/ 298994 h 298994"/>
                <a:gd name="connsiteX2" fmla="*/ 0 w 1230811"/>
                <a:gd name="connsiteY2" fmla="*/ 298994 h 298994"/>
                <a:gd name="connsiteX0" fmla="*/ 1230811 w 1230811"/>
                <a:gd name="connsiteY0" fmla="*/ 0 h 298994"/>
                <a:gd name="connsiteX1" fmla="*/ 386080 w 1230811"/>
                <a:gd name="connsiteY1" fmla="*/ 206103 h 298994"/>
                <a:gd name="connsiteX2" fmla="*/ 0 w 1230811"/>
                <a:gd name="connsiteY2" fmla="*/ 298994 h 298994"/>
                <a:gd name="connsiteX3" fmla="*/ 0 w 1230811"/>
                <a:gd name="connsiteY3" fmla="*/ 298994 h 298994"/>
                <a:gd name="connsiteX0" fmla="*/ 1230811 w 1230811"/>
                <a:gd name="connsiteY0" fmla="*/ 0 h 298994"/>
                <a:gd name="connsiteX1" fmla="*/ 763451 w 1230811"/>
                <a:gd name="connsiteY1" fmla="*/ 110308 h 298994"/>
                <a:gd name="connsiteX2" fmla="*/ 386080 w 1230811"/>
                <a:gd name="connsiteY2" fmla="*/ 206103 h 298994"/>
                <a:gd name="connsiteX3" fmla="*/ 0 w 1230811"/>
                <a:gd name="connsiteY3" fmla="*/ 298994 h 298994"/>
                <a:gd name="connsiteX4" fmla="*/ 0 w 1230811"/>
                <a:gd name="connsiteY4" fmla="*/ 298994 h 298994"/>
                <a:gd name="connsiteX0" fmla="*/ 1230811 w 1230811"/>
                <a:gd name="connsiteY0" fmla="*/ 0 h 298994"/>
                <a:gd name="connsiteX1" fmla="*/ 763451 w 1230811"/>
                <a:gd name="connsiteY1" fmla="*/ 110308 h 298994"/>
                <a:gd name="connsiteX2" fmla="*/ 388983 w 1230811"/>
                <a:gd name="connsiteY2" fmla="*/ 191589 h 298994"/>
                <a:gd name="connsiteX3" fmla="*/ 0 w 1230811"/>
                <a:gd name="connsiteY3" fmla="*/ 298994 h 298994"/>
                <a:gd name="connsiteX4" fmla="*/ 0 w 1230811"/>
                <a:gd name="connsiteY4" fmla="*/ 298994 h 298994"/>
                <a:gd name="connsiteX0" fmla="*/ 1230811 w 1230811"/>
                <a:gd name="connsiteY0" fmla="*/ 0 h 298994"/>
                <a:gd name="connsiteX1" fmla="*/ 766354 w 1230811"/>
                <a:gd name="connsiteY1" fmla="*/ 104503 h 298994"/>
                <a:gd name="connsiteX2" fmla="*/ 388983 w 1230811"/>
                <a:gd name="connsiteY2" fmla="*/ 191589 h 298994"/>
                <a:gd name="connsiteX3" fmla="*/ 0 w 1230811"/>
                <a:gd name="connsiteY3" fmla="*/ 298994 h 298994"/>
                <a:gd name="connsiteX4" fmla="*/ 0 w 1230811"/>
                <a:gd name="connsiteY4" fmla="*/ 298994 h 298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811" h="298994">
                  <a:moveTo>
                    <a:pt x="1230811" y="0"/>
                  </a:moveTo>
                  <a:lnTo>
                    <a:pt x="766354" y="104503"/>
                  </a:lnTo>
                  <a:lnTo>
                    <a:pt x="388983" y="191589"/>
                  </a:lnTo>
                  <a:lnTo>
                    <a:pt x="0" y="298994"/>
                  </a:lnTo>
                  <a:lnTo>
                    <a:pt x="0" y="298994"/>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40" name="Forma livre 39"/>
            <p:cNvSpPr/>
            <p:nvPr/>
          </p:nvSpPr>
          <p:spPr>
            <a:xfrm>
              <a:off x="6154057" y="4952274"/>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41" name="Forma livre 40"/>
            <p:cNvSpPr/>
            <p:nvPr/>
          </p:nvSpPr>
          <p:spPr>
            <a:xfrm>
              <a:off x="6114869" y="4959531"/>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42" name="Forma livre 41"/>
            <p:cNvSpPr/>
            <p:nvPr/>
          </p:nvSpPr>
          <p:spPr>
            <a:xfrm>
              <a:off x="6075681" y="4966788"/>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43" name="Forma livre 42"/>
            <p:cNvSpPr/>
            <p:nvPr/>
          </p:nvSpPr>
          <p:spPr>
            <a:xfrm>
              <a:off x="6036493" y="4974045"/>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44" name="Forma livre 43"/>
            <p:cNvSpPr/>
            <p:nvPr/>
          </p:nvSpPr>
          <p:spPr>
            <a:xfrm>
              <a:off x="5997305" y="4981302"/>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45" name="Forma livre 44"/>
            <p:cNvSpPr/>
            <p:nvPr/>
          </p:nvSpPr>
          <p:spPr>
            <a:xfrm>
              <a:off x="5958117" y="4988559"/>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46" name="Forma livre 45"/>
            <p:cNvSpPr/>
            <p:nvPr/>
          </p:nvSpPr>
          <p:spPr>
            <a:xfrm>
              <a:off x="5918929" y="4995816"/>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47" name="Forma livre 46"/>
            <p:cNvSpPr/>
            <p:nvPr/>
          </p:nvSpPr>
          <p:spPr>
            <a:xfrm>
              <a:off x="5879741" y="5003073"/>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48" name="Forma livre 47"/>
            <p:cNvSpPr/>
            <p:nvPr/>
          </p:nvSpPr>
          <p:spPr>
            <a:xfrm>
              <a:off x="5840553" y="5010330"/>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49" name="Forma livre 48"/>
            <p:cNvSpPr/>
            <p:nvPr/>
          </p:nvSpPr>
          <p:spPr>
            <a:xfrm>
              <a:off x="5798984" y="5029493"/>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50" name="Forma livre 49"/>
            <p:cNvSpPr/>
            <p:nvPr/>
          </p:nvSpPr>
          <p:spPr>
            <a:xfrm>
              <a:off x="5752652" y="5036750"/>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51" name="Forma livre 50"/>
            <p:cNvSpPr/>
            <p:nvPr/>
          </p:nvSpPr>
          <p:spPr>
            <a:xfrm>
              <a:off x="5718227" y="5044007"/>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52" name="Forma livre 51"/>
            <p:cNvSpPr/>
            <p:nvPr/>
          </p:nvSpPr>
          <p:spPr>
            <a:xfrm>
              <a:off x="5683801" y="5053645"/>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53" name="Forma livre 52"/>
            <p:cNvSpPr/>
            <p:nvPr/>
          </p:nvSpPr>
          <p:spPr>
            <a:xfrm>
              <a:off x="5644613" y="5060903"/>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54" name="Forma livre 53"/>
            <p:cNvSpPr/>
            <p:nvPr/>
          </p:nvSpPr>
          <p:spPr>
            <a:xfrm>
              <a:off x="5605425" y="5072922"/>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55" name="Forma livre 54"/>
            <p:cNvSpPr/>
            <p:nvPr/>
          </p:nvSpPr>
          <p:spPr>
            <a:xfrm>
              <a:off x="5561474" y="5082560"/>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56" name="Forma livre 55"/>
            <p:cNvSpPr/>
            <p:nvPr/>
          </p:nvSpPr>
          <p:spPr>
            <a:xfrm>
              <a:off x="5497386" y="5099456"/>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57" name="Forma livre 56"/>
            <p:cNvSpPr/>
            <p:nvPr/>
          </p:nvSpPr>
          <p:spPr>
            <a:xfrm>
              <a:off x="5458198" y="5106713"/>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58" name="Forma livre 57"/>
            <p:cNvSpPr/>
            <p:nvPr/>
          </p:nvSpPr>
          <p:spPr>
            <a:xfrm>
              <a:off x="5419010" y="5113970"/>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59" name="Forma livre 58"/>
            <p:cNvSpPr/>
            <p:nvPr/>
          </p:nvSpPr>
          <p:spPr>
            <a:xfrm>
              <a:off x="5379822" y="5121227"/>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60" name="Forma livre 59"/>
            <p:cNvSpPr/>
            <p:nvPr/>
          </p:nvSpPr>
          <p:spPr>
            <a:xfrm>
              <a:off x="5340634" y="5128484"/>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61" name="Forma livre 60"/>
            <p:cNvSpPr/>
            <p:nvPr/>
          </p:nvSpPr>
          <p:spPr>
            <a:xfrm>
              <a:off x="5299065" y="5142884"/>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62" name="Forma livre 61"/>
            <p:cNvSpPr/>
            <p:nvPr/>
          </p:nvSpPr>
          <p:spPr>
            <a:xfrm>
              <a:off x="5262258" y="5152523"/>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63" name="Forma livre 62"/>
            <p:cNvSpPr/>
            <p:nvPr/>
          </p:nvSpPr>
          <p:spPr>
            <a:xfrm>
              <a:off x="5223070" y="5169305"/>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64" name="Forma livre 63"/>
            <p:cNvSpPr/>
            <p:nvPr/>
          </p:nvSpPr>
          <p:spPr>
            <a:xfrm>
              <a:off x="5183882" y="5178943"/>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65" name="Forma livre 64"/>
            <p:cNvSpPr/>
            <p:nvPr/>
          </p:nvSpPr>
          <p:spPr>
            <a:xfrm>
              <a:off x="5142313" y="5188582"/>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66" name="Forma livre 65"/>
            <p:cNvSpPr/>
            <p:nvPr/>
          </p:nvSpPr>
          <p:spPr>
            <a:xfrm>
              <a:off x="5107887" y="5195838"/>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67" name="Forma livre 66"/>
            <p:cNvSpPr/>
            <p:nvPr/>
          </p:nvSpPr>
          <p:spPr>
            <a:xfrm>
              <a:off x="5066318" y="5207858"/>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68" name="Forma livre 67"/>
            <p:cNvSpPr/>
            <p:nvPr/>
          </p:nvSpPr>
          <p:spPr>
            <a:xfrm>
              <a:off x="5029511" y="5219878"/>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69" name="Forma livre 68"/>
            <p:cNvSpPr/>
            <p:nvPr/>
          </p:nvSpPr>
          <p:spPr>
            <a:xfrm>
              <a:off x="4984923" y="5222414"/>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grpSp>
      <p:sp>
        <p:nvSpPr>
          <p:cNvPr id="35" name="Divisa 34"/>
          <p:cNvSpPr/>
          <p:nvPr/>
        </p:nvSpPr>
        <p:spPr>
          <a:xfrm>
            <a:off x="3906184" y="5137395"/>
            <a:ext cx="2285827" cy="664724"/>
          </a:xfrm>
          <a:prstGeom prst="chevron">
            <a:avLst>
              <a:gd name="adj" fmla="val 3323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pt-BR" sz="2133" dirty="0">
                <a:solidFill>
                  <a:schemeClr val="bg1"/>
                </a:solidFill>
                <a:latin typeface="Lato" pitchFamily="34" charset="0"/>
              </a:rPr>
              <a:t>Desenvolver produto</a:t>
            </a:r>
          </a:p>
        </p:txBody>
      </p:sp>
      <p:pic>
        <p:nvPicPr>
          <p:cNvPr id="37"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88293" y="2996952"/>
            <a:ext cx="2074697" cy="12678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0" name="Título 2"/>
          <p:cNvSpPr>
            <a:spLocks noGrp="1"/>
          </p:cNvSpPr>
          <p:nvPr>
            <p:ph type="title"/>
          </p:nvPr>
        </p:nvSpPr>
        <p:spPr>
          <a:xfrm>
            <a:off x="512639" y="-62752"/>
            <a:ext cx="10781559" cy="576064"/>
          </a:xfrm>
          <a:solidFill>
            <a:schemeClr val="bg1"/>
          </a:solidFill>
          <a:ln>
            <a:solidFill>
              <a:schemeClr val="tx1">
                <a:lumMod val="65000"/>
                <a:lumOff val="35000"/>
              </a:schemeClr>
            </a:solidFill>
          </a:ln>
        </p:spPr>
        <p:txBody>
          <a:bodyPr>
            <a:noAutofit/>
          </a:bodyPr>
          <a:lstStyle/>
          <a:p>
            <a:pPr algn="ctr"/>
            <a:r>
              <a:rPr lang="pt-BR" sz="2667" dirty="0">
                <a:solidFill>
                  <a:schemeClr val="tx1">
                    <a:lumMod val="65000"/>
                    <a:lumOff val="35000"/>
                  </a:schemeClr>
                </a:solidFill>
                <a:latin typeface="Lato" pitchFamily="34" charset="0"/>
              </a:rPr>
              <a:t>Vamos encontrar aplicações para a tecnologia</a:t>
            </a:r>
          </a:p>
        </p:txBody>
      </p:sp>
      <p:sp>
        <p:nvSpPr>
          <p:cNvPr id="84" name="Pentágono 83"/>
          <p:cNvSpPr/>
          <p:nvPr/>
        </p:nvSpPr>
        <p:spPr>
          <a:xfrm>
            <a:off x="1611371" y="1015921"/>
            <a:ext cx="539296" cy="1172291"/>
          </a:xfrm>
          <a:prstGeom prst="homePlate">
            <a:avLst>
              <a:gd name="adj" fmla="val 33196"/>
            </a:avLst>
          </a:prstGeom>
          <a:solidFill>
            <a:srgbClr val="FF0000"/>
          </a:solidFill>
          <a:ln>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pt-BR" sz="2133" dirty="0">
                <a:solidFill>
                  <a:schemeClr val="bg1"/>
                </a:solidFill>
                <a:latin typeface="Lato" pitchFamily="34" charset="0"/>
              </a:rPr>
              <a:t>Planejar</a:t>
            </a:r>
          </a:p>
        </p:txBody>
      </p:sp>
      <p:sp>
        <p:nvSpPr>
          <p:cNvPr id="85" name="Divisa 84"/>
          <p:cNvSpPr/>
          <p:nvPr/>
        </p:nvSpPr>
        <p:spPr>
          <a:xfrm>
            <a:off x="2157674" y="1311737"/>
            <a:ext cx="2026068" cy="664724"/>
          </a:xfrm>
          <a:prstGeom prst="chevron">
            <a:avLst>
              <a:gd name="adj" fmla="val 3323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pt-BR" sz="2133" dirty="0">
                <a:solidFill>
                  <a:schemeClr val="bg1"/>
                </a:solidFill>
                <a:latin typeface="Lato" pitchFamily="34" charset="0"/>
              </a:rPr>
              <a:t>Desenvolver tecnologia</a:t>
            </a:r>
          </a:p>
        </p:txBody>
      </p:sp>
      <p:grpSp>
        <p:nvGrpSpPr>
          <p:cNvPr id="71" name="Grupo 70"/>
          <p:cNvGrpSpPr/>
          <p:nvPr/>
        </p:nvGrpSpPr>
        <p:grpSpPr>
          <a:xfrm>
            <a:off x="1524256" y="2996952"/>
            <a:ext cx="9942451" cy="3707045"/>
            <a:chOff x="1143192" y="2247714"/>
            <a:chExt cx="7456838" cy="2780284"/>
          </a:xfrm>
        </p:grpSpPr>
        <p:pic>
          <p:nvPicPr>
            <p:cNvPr id="72" name="Picture 4"/>
            <p:cNvPicPr>
              <a:picLocks noChangeAspect="1" noChangeArrowheads="1"/>
            </p:cNvPicPr>
            <p:nvPr/>
          </p:nvPicPr>
          <p:blipFill>
            <a:blip r:embed="rId5"/>
            <a:stretch>
              <a:fillRect/>
            </a:stretch>
          </p:blipFill>
          <p:spPr bwMode="auto">
            <a:xfrm>
              <a:off x="5148349" y="3245528"/>
              <a:ext cx="1704545" cy="11865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5" name="Divisa 74"/>
            <p:cNvSpPr/>
            <p:nvPr/>
          </p:nvSpPr>
          <p:spPr>
            <a:xfrm>
              <a:off x="1907704" y="3143065"/>
              <a:ext cx="1691080" cy="498543"/>
            </a:xfrm>
            <a:prstGeom prst="chevron">
              <a:avLst>
                <a:gd name="adj" fmla="val 3323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pt-BR" sz="2133" dirty="0">
                  <a:solidFill>
                    <a:schemeClr val="bg1"/>
                  </a:solidFill>
                  <a:latin typeface="Lato" pitchFamily="34" charset="0"/>
                </a:rPr>
                <a:t>Desenvolver  tecnologia</a:t>
              </a:r>
            </a:p>
          </p:txBody>
        </p:sp>
        <p:sp>
          <p:nvSpPr>
            <p:cNvPr id="76" name="Pentágono 75"/>
            <p:cNvSpPr/>
            <p:nvPr/>
          </p:nvSpPr>
          <p:spPr>
            <a:xfrm>
              <a:off x="1143192" y="3216983"/>
              <a:ext cx="404472" cy="954505"/>
            </a:xfrm>
            <a:prstGeom prst="homePlate">
              <a:avLst>
                <a:gd name="adj" fmla="val 3319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pt-BR" sz="2133" dirty="0">
                  <a:solidFill>
                    <a:schemeClr val="bg1"/>
                  </a:solidFill>
                  <a:latin typeface="Lato" pitchFamily="34" charset="0"/>
                </a:rPr>
                <a:t>Planejar</a:t>
              </a:r>
            </a:p>
          </p:txBody>
        </p:sp>
        <p:grpSp>
          <p:nvGrpSpPr>
            <p:cNvPr id="77" name="Grupo 35"/>
            <p:cNvGrpSpPr/>
            <p:nvPr/>
          </p:nvGrpSpPr>
          <p:grpSpPr>
            <a:xfrm>
              <a:off x="4259684" y="3719854"/>
              <a:ext cx="1038202" cy="285219"/>
              <a:chOff x="4950823" y="4943566"/>
              <a:chExt cx="1238068" cy="346891"/>
            </a:xfrm>
          </p:grpSpPr>
          <p:sp>
            <p:nvSpPr>
              <p:cNvPr id="87" name="Forma livre 86"/>
              <p:cNvSpPr/>
              <p:nvPr/>
            </p:nvSpPr>
            <p:spPr>
              <a:xfrm>
                <a:off x="4958080" y="4943566"/>
                <a:ext cx="1230811" cy="298994"/>
              </a:xfrm>
              <a:custGeom>
                <a:avLst/>
                <a:gdLst>
                  <a:gd name="connsiteX0" fmla="*/ 1230811 w 1230811"/>
                  <a:gd name="connsiteY0" fmla="*/ 0 h 298994"/>
                  <a:gd name="connsiteX1" fmla="*/ 0 w 1230811"/>
                  <a:gd name="connsiteY1" fmla="*/ 298994 h 298994"/>
                  <a:gd name="connsiteX2" fmla="*/ 0 w 1230811"/>
                  <a:gd name="connsiteY2" fmla="*/ 298994 h 298994"/>
                  <a:gd name="connsiteX0" fmla="*/ 1230811 w 1230811"/>
                  <a:gd name="connsiteY0" fmla="*/ 0 h 298994"/>
                  <a:gd name="connsiteX1" fmla="*/ 386080 w 1230811"/>
                  <a:gd name="connsiteY1" fmla="*/ 206103 h 298994"/>
                  <a:gd name="connsiteX2" fmla="*/ 0 w 1230811"/>
                  <a:gd name="connsiteY2" fmla="*/ 298994 h 298994"/>
                  <a:gd name="connsiteX3" fmla="*/ 0 w 1230811"/>
                  <a:gd name="connsiteY3" fmla="*/ 298994 h 298994"/>
                  <a:gd name="connsiteX0" fmla="*/ 1230811 w 1230811"/>
                  <a:gd name="connsiteY0" fmla="*/ 0 h 298994"/>
                  <a:gd name="connsiteX1" fmla="*/ 763451 w 1230811"/>
                  <a:gd name="connsiteY1" fmla="*/ 110308 h 298994"/>
                  <a:gd name="connsiteX2" fmla="*/ 386080 w 1230811"/>
                  <a:gd name="connsiteY2" fmla="*/ 206103 h 298994"/>
                  <a:gd name="connsiteX3" fmla="*/ 0 w 1230811"/>
                  <a:gd name="connsiteY3" fmla="*/ 298994 h 298994"/>
                  <a:gd name="connsiteX4" fmla="*/ 0 w 1230811"/>
                  <a:gd name="connsiteY4" fmla="*/ 298994 h 298994"/>
                  <a:gd name="connsiteX0" fmla="*/ 1230811 w 1230811"/>
                  <a:gd name="connsiteY0" fmla="*/ 0 h 298994"/>
                  <a:gd name="connsiteX1" fmla="*/ 763451 w 1230811"/>
                  <a:gd name="connsiteY1" fmla="*/ 110308 h 298994"/>
                  <a:gd name="connsiteX2" fmla="*/ 388983 w 1230811"/>
                  <a:gd name="connsiteY2" fmla="*/ 191589 h 298994"/>
                  <a:gd name="connsiteX3" fmla="*/ 0 w 1230811"/>
                  <a:gd name="connsiteY3" fmla="*/ 298994 h 298994"/>
                  <a:gd name="connsiteX4" fmla="*/ 0 w 1230811"/>
                  <a:gd name="connsiteY4" fmla="*/ 298994 h 298994"/>
                  <a:gd name="connsiteX0" fmla="*/ 1230811 w 1230811"/>
                  <a:gd name="connsiteY0" fmla="*/ 0 h 298994"/>
                  <a:gd name="connsiteX1" fmla="*/ 766354 w 1230811"/>
                  <a:gd name="connsiteY1" fmla="*/ 104503 h 298994"/>
                  <a:gd name="connsiteX2" fmla="*/ 388983 w 1230811"/>
                  <a:gd name="connsiteY2" fmla="*/ 191589 h 298994"/>
                  <a:gd name="connsiteX3" fmla="*/ 0 w 1230811"/>
                  <a:gd name="connsiteY3" fmla="*/ 298994 h 298994"/>
                  <a:gd name="connsiteX4" fmla="*/ 0 w 1230811"/>
                  <a:gd name="connsiteY4" fmla="*/ 298994 h 298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811" h="298994">
                    <a:moveTo>
                      <a:pt x="1230811" y="0"/>
                    </a:moveTo>
                    <a:lnTo>
                      <a:pt x="766354" y="104503"/>
                    </a:lnTo>
                    <a:lnTo>
                      <a:pt x="388983" y="191589"/>
                    </a:lnTo>
                    <a:lnTo>
                      <a:pt x="0" y="298994"/>
                    </a:lnTo>
                    <a:lnTo>
                      <a:pt x="0" y="298994"/>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88" name="Forma livre 87"/>
              <p:cNvSpPr/>
              <p:nvPr/>
            </p:nvSpPr>
            <p:spPr>
              <a:xfrm>
                <a:off x="4950823" y="4991463"/>
                <a:ext cx="1230811" cy="298994"/>
              </a:xfrm>
              <a:custGeom>
                <a:avLst/>
                <a:gdLst>
                  <a:gd name="connsiteX0" fmla="*/ 1230811 w 1230811"/>
                  <a:gd name="connsiteY0" fmla="*/ 0 h 298994"/>
                  <a:gd name="connsiteX1" fmla="*/ 0 w 1230811"/>
                  <a:gd name="connsiteY1" fmla="*/ 298994 h 298994"/>
                  <a:gd name="connsiteX2" fmla="*/ 0 w 1230811"/>
                  <a:gd name="connsiteY2" fmla="*/ 298994 h 298994"/>
                  <a:gd name="connsiteX0" fmla="*/ 1230811 w 1230811"/>
                  <a:gd name="connsiteY0" fmla="*/ 0 h 298994"/>
                  <a:gd name="connsiteX1" fmla="*/ 386080 w 1230811"/>
                  <a:gd name="connsiteY1" fmla="*/ 206103 h 298994"/>
                  <a:gd name="connsiteX2" fmla="*/ 0 w 1230811"/>
                  <a:gd name="connsiteY2" fmla="*/ 298994 h 298994"/>
                  <a:gd name="connsiteX3" fmla="*/ 0 w 1230811"/>
                  <a:gd name="connsiteY3" fmla="*/ 298994 h 298994"/>
                  <a:gd name="connsiteX0" fmla="*/ 1230811 w 1230811"/>
                  <a:gd name="connsiteY0" fmla="*/ 0 h 298994"/>
                  <a:gd name="connsiteX1" fmla="*/ 763451 w 1230811"/>
                  <a:gd name="connsiteY1" fmla="*/ 110308 h 298994"/>
                  <a:gd name="connsiteX2" fmla="*/ 386080 w 1230811"/>
                  <a:gd name="connsiteY2" fmla="*/ 206103 h 298994"/>
                  <a:gd name="connsiteX3" fmla="*/ 0 w 1230811"/>
                  <a:gd name="connsiteY3" fmla="*/ 298994 h 298994"/>
                  <a:gd name="connsiteX4" fmla="*/ 0 w 1230811"/>
                  <a:gd name="connsiteY4" fmla="*/ 298994 h 298994"/>
                  <a:gd name="connsiteX0" fmla="*/ 1230811 w 1230811"/>
                  <a:gd name="connsiteY0" fmla="*/ 0 h 298994"/>
                  <a:gd name="connsiteX1" fmla="*/ 763451 w 1230811"/>
                  <a:gd name="connsiteY1" fmla="*/ 110308 h 298994"/>
                  <a:gd name="connsiteX2" fmla="*/ 388983 w 1230811"/>
                  <a:gd name="connsiteY2" fmla="*/ 191589 h 298994"/>
                  <a:gd name="connsiteX3" fmla="*/ 0 w 1230811"/>
                  <a:gd name="connsiteY3" fmla="*/ 298994 h 298994"/>
                  <a:gd name="connsiteX4" fmla="*/ 0 w 1230811"/>
                  <a:gd name="connsiteY4" fmla="*/ 298994 h 298994"/>
                  <a:gd name="connsiteX0" fmla="*/ 1230811 w 1230811"/>
                  <a:gd name="connsiteY0" fmla="*/ 0 h 298994"/>
                  <a:gd name="connsiteX1" fmla="*/ 766354 w 1230811"/>
                  <a:gd name="connsiteY1" fmla="*/ 104503 h 298994"/>
                  <a:gd name="connsiteX2" fmla="*/ 388983 w 1230811"/>
                  <a:gd name="connsiteY2" fmla="*/ 191589 h 298994"/>
                  <a:gd name="connsiteX3" fmla="*/ 0 w 1230811"/>
                  <a:gd name="connsiteY3" fmla="*/ 298994 h 298994"/>
                  <a:gd name="connsiteX4" fmla="*/ 0 w 1230811"/>
                  <a:gd name="connsiteY4" fmla="*/ 298994 h 298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0811" h="298994">
                    <a:moveTo>
                      <a:pt x="1230811" y="0"/>
                    </a:moveTo>
                    <a:lnTo>
                      <a:pt x="766354" y="104503"/>
                    </a:lnTo>
                    <a:lnTo>
                      <a:pt x="388983" y="191589"/>
                    </a:lnTo>
                    <a:lnTo>
                      <a:pt x="0" y="298994"/>
                    </a:lnTo>
                    <a:lnTo>
                      <a:pt x="0" y="298994"/>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89" name="Forma livre 88"/>
              <p:cNvSpPr/>
              <p:nvPr/>
            </p:nvSpPr>
            <p:spPr>
              <a:xfrm>
                <a:off x="6154057" y="4952274"/>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90" name="Forma livre 89"/>
              <p:cNvSpPr/>
              <p:nvPr/>
            </p:nvSpPr>
            <p:spPr>
              <a:xfrm>
                <a:off x="6114869" y="4959531"/>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91" name="Forma livre 90"/>
              <p:cNvSpPr/>
              <p:nvPr/>
            </p:nvSpPr>
            <p:spPr>
              <a:xfrm>
                <a:off x="6075681" y="4966788"/>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92" name="Forma livre 91"/>
              <p:cNvSpPr/>
              <p:nvPr/>
            </p:nvSpPr>
            <p:spPr>
              <a:xfrm>
                <a:off x="6036493" y="4974045"/>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93" name="Forma livre 92"/>
              <p:cNvSpPr/>
              <p:nvPr/>
            </p:nvSpPr>
            <p:spPr>
              <a:xfrm>
                <a:off x="5997305" y="4981302"/>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94" name="Forma livre 93"/>
              <p:cNvSpPr/>
              <p:nvPr/>
            </p:nvSpPr>
            <p:spPr>
              <a:xfrm>
                <a:off x="5958117" y="4988559"/>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95" name="Forma livre 94"/>
              <p:cNvSpPr/>
              <p:nvPr/>
            </p:nvSpPr>
            <p:spPr>
              <a:xfrm>
                <a:off x="5918929" y="4995816"/>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96" name="Forma livre 95"/>
              <p:cNvSpPr/>
              <p:nvPr/>
            </p:nvSpPr>
            <p:spPr>
              <a:xfrm>
                <a:off x="5879741" y="5003073"/>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97" name="Forma livre 96"/>
              <p:cNvSpPr/>
              <p:nvPr/>
            </p:nvSpPr>
            <p:spPr>
              <a:xfrm>
                <a:off x="5840553" y="5010330"/>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98" name="Forma livre 97"/>
              <p:cNvSpPr/>
              <p:nvPr/>
            </p:nvSpPr>
            <p:spPr>
              <a:xfrm>
                <a:off x="5798984" y="5029493"/>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99" name="Forma livre 98"/>
              <p:cNvSpPr/>
              <p:nvPr/>
            </p:nvSpPr>
            <p:spPr>
              <a:xfrm>
                <a:off x="5752652" y="5036750"/>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00" name="Forma livre 99"/>
              <p:cNvSpPr/>
              <p:nvPr/>
            </p:nvSpPr>
            <p:spPr>
              <a:xfrm>
                <a:off x="5718227" y="5044007"/>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01" name="Forma livre 100"/>
              <p:cNvSpPr/>
              <p:nvPr/>
            </p:nvSpPr>
            <p:spPr>
              <a:xfrm>
                <a:off x="5683801" y="5053645"/>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02" name="Forma livre 101"/>
              <p:cNvSpPr/>
              <p:nvPr/>
            </p:nvSpPr>
            <p:spPr>
              <a:xfrm>
                <a:off x="5644613" y="5060903"/>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03" name="Forma livre 102"/>
              <p:cNvSpPr/>
              <p:nvPr/>
            </p:nvSpPr>
            <p:spPr>
              <a:xfrm>
                <a:off x="5605425" y="5072922"/>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04" name="Forma livre 103"/>
              <p:cNvSpPr/>
              <p:nvPr/>
            </p:nvSpPr>
            <p:spPr>
              <a:xfrm>
                <a:off x="5561474" y="5082560"/>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05" name="Forma livre 104"/>
              <p:cNvSpPr/>
              <p:nvPr/>
            </p:nvSpPr>
            <p:spPr>
              <a:xfrm>
                <a:off x="5497386" y="5099456"/>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06" name="Forma livre 105"/>
              <p:cNvSpPr/>
              <p:nvPr/>
            </p:nvSpPr>
            <p:spPr>
              <a:xfrm>
                <a:off x="5458198" y="5106713"/>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07" name="Forma livre 106"/>
              <p:cNvSpPr/>
              <p:nvPr/>
            </p:nvSpPr>
            <p:spPr>
              <a:xfrm>
                <a:off x="5419010" y="5113970"/>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08" name="Forma livre 107"/>
              <p:cNvSpPr/>
              <p:nvPr/>
            </p:nvSpPr>
            <p:spPr>
              <a:xfrm>
                <a:off x="5379822" y="5121227"/>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09" name="Forma livre 108"/>
              <p:cNvSpPr/>
              <p:nvPr/>
            </p:nvSpPr>
            <p:spPr>
              <a:xfrm>
                <a:off x="5340634" y="5128484"/>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10" name="Forma livre 109"/>
              <p:cNvSpPr/>
              <p:nvPr/>
            </p:nvSpPr>
            <p:spPr>
              <a:xfrm>
                <a:off x="5299065" y="5142884"/>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11" name="Forma livre 110"/>
              <p:cNvSpPr/>
              <p:nvPr/>
            </p:nvSpPr>
            <p:spPr>
              <a:xfrm>
                <a:off x="5262258" y="5152523"/>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12" name="Forma livre 111"/>
              <p:cNvSpPr/>
              <p:nvPr/>
            </p:nvSpPr>
            <p:spPr>
              <a:xfrm>
                <a:off x="5223070" y="5169305"/>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13" name="Forma livre 112"/>
              <p:cNvSpPr/>
              <p:nvPr/>
            </p:nvSpPr>
            <p:spPr>
              <a:xfrm>
                <a:off x="5183882" y="5178943"/>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14" name="Forma livre 113"/>
              <p:cNvSpPr/>
              <p:nvPr/>
            </p:nvSpPr>
            <p:spPr>
              <a:xfrm>
                <a:off x="5142313" y="5188582"/>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15" name="Forma livre 114"/>
              <p:cNvSpPr/>
              <p:nvPr/>
            </p:nvSpPr>
            <p:spPr>
              <a:xfrm>
                <a:off x="5107887" y="5195838"/>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16" name="Forma livre 115"/>
              <p:cNvSpPr/>
              <p:nvPr/>
            </p:nvSpPr>
            <p:spPr>
              <a:xfrm>
                <a:off x="5066318" y="5207858"/>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17" name="Forma livre 116"/>
              <p:cNvSpPr/>
              <p:nvPr/>
            </p:nvSpPr>
            <p:spPr>
              <a:xfrm>
                <a:off x="5029511" y="5219878"/>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118" name="Forma livre 117"/>
              <p:cNvSpPr/>
              <p:nvPr/>
            </p:nvSpPr>
            <p:spPr>
              <a:xfrm>
                <a:off x="4984923" y="5222414"/>
                <a:ext cx="17417" cy="49349"/>
              </a:xfrm>
              <a:custGeom>
                <a:avLst/>
                <a:gdLst>
                  <a:gd name="connsiteX0" fmla="*/ 17417 w 17417"/>
                  <a:gd name="connsiteY0" fmla="*/ 0 h 49349"/>
                  <a:gd name="connsiteX1" fmla="*/ 14514 w 17417"/>
                  <a:gd name="connsiteY1" fmla="*/ 26126 h 49349"/>
                  <a:gd name="connsiteX2" fmla="*/ 11612 w 17417"/>
                  <a:gd name="connsiteY2" fmla="*/ 34835 h 49349"/>
                  <a:gd name="connsiteX3" fmla="*/ 2903 w 17417"/>
                  <a:gd name="connsiteY3" fmla="*/ 40640 h 49349"/>
                  <a:gd name="connsiteX4" fmla="*/ 0 w 17417"/>
                  <a:gd name="connsiteY4" fmla="*/ 49349 h 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17" h="49349">
                    <a:moveTo>
                      <a:pt x="17417" y="0"/>
                    </a:moveTo>
                    <a:cubicBezTo>
                      <a:pt x="16449" y="8709"/>
                      <a:pt x="15954" y="17483"/>
                      <a:pt x="14514" y="26126"/>
                    </a:cubicBezTo>
                    <a:cubicBezTo>
                      <a:pt x="14011" y="29144"/>
                      <a:pt x="13524" y="32446"/>
                      <a:pt x="11612" y="34835"/>
                    </a:cubicBezTo>
                    <a:cubicBezTo>
                      <a:pt x="9433" y="37559"/>
                      <a:pt x="5806" y="38705"/>
                      <a:pt x="2903" y="40640"/>
                    </a:cubicBezTo>
                    <a:lnTo>
                      <a:pt x="0" y="49349"/>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grpSp>
        <p:sp>
          <p:nvSpPr>
            <p:cNvPr id="78" name="Divisa 77"/>
            <p:cNvSpPr/>
            <p:nvPr/>
          </p:nvSpPr>
          <p:spPr>
            <a:xfrm>
              <a:off x="2929638" y="3853046"/>
              <a:ext cx="1714370" cy="498543"/>
            </a:xfrm>
            <a:prstGeom prst="chevron">
              <a:avLst>
                <a:gd name="adj" fmla="val 3323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pt-BR" sz="2133" dirty="0">
                  <a:solidFill>
                    <a:schemeClr val="bg1"/>
                  </a:solidFill>
                  <a:latin typeface="Lato" pitchFamily="34" charset="0"/>
                </a:rPr>
                <a:t>Desenvolver produto</a:t>
              </a:r>
            </a:p>
          </p:txBody>
        </p:sp>
        <p:pic>
          <p:nvPicPr>
            <p:cNvPr id="81"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1219" y="2247714"/>
              <a:ext cx="1556023" cy="9508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2" name="Forma livre 81"/>
            <p:cNvSpPr/>
            <p:nvPr/>
          </p:nvSpPr>
          <p:spPr>
            <a:xfrm rot="5697418">
              <a:off x="3961904" y="389871"/>
              <a:ext cx="2080422" cy="7195831"/>
            </a:xfrm>
            <a:custGeom>
              <a:avLst/>
              <a:gdLst>
                <a:gd name="connsiteX0" fmla="*/ 0 w 1394234"/>
                <a:gd name="connsiteY0" fmla="*/ 209605 h 526476"/>
                <a:gd name="connsiteX1" fmla="*/ 787652 w 1394234"/>
                <a:gd name="connsiteY1" fmla="*/ 1375 h 526476"/>
                <a:gd name="connsiteX2" fmla="*/ 1276539 w 1394234"/>
                <a:gd name="connsiteY2" fmla="*/ 300139 h 526476"/>
                <a:gd name="connsiteX3" fmla="*/ 1394234 w 1394234"/>
                <a:gd name="connsiteY3" fmla="*/ 526476 h 526476"/>
                <a:gd name="connsiteX0" fmla="*/ 0 w 1394234"/>
                <a:gd name="connsiteY0" fmla="*/ 208382 h 525253"/>
                <a:gd name="connsiteX1" fmla="*/ 787652 w 1394234"/>
                <a:gd name="connsiteY1" fmla="*/ 152 h 525253"/>
                <a:gd name="connsiteX2" fmla="*/ 1276539 w 1394234"/>
                <a:gd name="connsiteY2" fmla="*/ 181221 h 525253"/>
                <a:gd name="connsiteX3" fmla="*/ 1394234 w 1394234"/>
                <a:gd name="connsiteY3" fmla="*/ 525253 h 525253"/>
                <a:gd name="connsiteX0" fmla="*/ 0 w 1394327"/>
                <a:gd name="connsiteY0" fmla="*/ 210348 h 527219"/>
                <a:gd name="connsiteX1" fmla="*/ 787652 w 1394327"/>
                <a:gd name="connsiteY1" fmla="*/ 2118 h 527219"/>
                <a:gd name="connsiteX2" fmla="*/ 1321807 w 1394327"/>
                <a:gd name="connsiteY2" fmla="*/ 128866 h 527219"/>
                <a:gd name="connsiteX3" fmla="*/ 1394234 w 1394327"/>
                <a:gd name="connsiteY3" fmla="*/ 527219 h 527219"/>
                <a:gd name="connsiteX0" fmla="*/ 0 w 1322724"/>
                <a:gd name="connsiteY0" fmla="*/ 210351 h 527772"/>
                <a:gd name="connsiteX1" fmla="*/ 787652 w 1322724"/>
                <a:gd name="connsiteY1" fmla="*/ 2121 h 527772"/>
                <a:gd name="connsiteX2" fmla="*/ 1321807 w 1322724"/>
                <a:gd name="connsiteY2" fmla="*/ 128869 h 527772"/>
                <a:gd name="connsiteX3" fmla="*/ 927128 w 1322724"/>
                <a:gd name="connsiteY3" fmla="*/ 527772 h 527772"/>
                <a:gd name="connsiteX0" fmla="*/ 0 w 1360900"/>
                <a:gd name="connsiteY0" fmla="*/ 210351 h 527772"/>
                <a:gd name="connsiteX1" fmla="*/ 787652 w 1360900"/>
                <a:gd name="connsiteY1" fmla="*/ 2121 h 527772"/>
                <a:gd name="connsiteX2" fmla="*/ 1321807 w 1360900"/>
                <a:gd name="connsiteY2" fmla="*/ 128869 h 527772"/>
                <a:gd name="connsiteX3" fmla="*/ 927128 w 1360900"/>
                <a:gd name="connsiteY3" fmla="*/ 527772 h 527772"/>
                <a:gd name="connsiteX0" fmla="*/ 0 w 1355166"/>
                <a:gd name="connsiteY0" fmla="*/ 210050 h 527471"/>
                <a:gd name="connsiteX1" fmla="*/ 787652 w 1355166"/>
                <a:gd name="connsiteY1" fmla="*/ 1820 h 527471"/>
                <a:gd name="connsiteX2" fmla="*/ 1321807 w 1355166"/>
                <a:gd name="connsiteY2" fmla="*/ 128568 h 527471"/>
                <a:gd name="connsiteX3" fmla="*/ 1258472 w 1355166"/>
                <a:gd name="connsiteY3" fmla="*/ 457257 h 527471"/>
                <a:gd name="connsiteX4" fmla="*/ 927128 w 1355166"/>
                <a:gd name="connsiteY4" fmla="*/ 527471 h 527471"/>
                <a:gd name="connsiteX0" fmla="*/ 0 w 1387510"/>
                <a:gd name="connsiteY0" fmla="*/ 210050 h 527471"/>
                <a:gd name="connsiteX1" fmla="*/ 787652 w 1387510"/>
                <a:gd name="connsiteY1" fmla="*/ 1820 h 527471"/>
                <a:gd name="connsiteX2" fmla="*/ 1321807 w 1387510"/>
                <a:gd name="connsiteY2" fmla="*/ 128568 h 527471"/>
                <a:gd name="connsiteX3" fmla="*/ 1258472 w 1387510"/>
                <a:gd name="connsiteY3" fmla="*/ 457257 h 527471"/>
                <a:gd name="connsiteX4" fmla="*/ 927128 w 1387510"/>
                <a:gd name="connsiteY4" fmla="*/ 527471 h 527471"/>
                <a:gd name="connsiteX0" fmla="*/ 0 w 1507945"/>
                <a:gd name="connsiteY0" fmla="*/ 210078 h 527499"/>
                <a:gd name="connsiteX1" fmla="*/ 787652 w 1507945"/>
                <a:gd name="connsiteY1" fmla="*/ 1848 h 527499"/>
                <a:gd name="connsiteX2" fmla="*/ 1321807 w 1507945"/>
                <a:gd name="connsiteY2" fmla="*/ 128596 h 527499"/>
                <a:gd name="connsiteX3" fmla="*/ 1431748 w 1507945"/>
                <a:gd name="connsiteY3" fmla="*/ 464886 h 527499"/>
                <a:gd name="connsiteX4" fmla="*/ 927128 w 1507945"/>
                <a:gd name="connsiteY4" fmla="*/ 527499 h 527499"/>
                <a:gd name="connsiteX0" fmla="*/ 0 w 1507945"/>
                <a:gd name="connsiteY0" fmla="*/ 210078 h 529124"/>
                <a:gd name="connsiteX1" fmla="*/ 787652 w 1507945"/>
                <a:gd name="connsiteY1" fmla="*/ 1848 h 529124"/>
                <a:gd name="connsiteX2" fmla="*/ 1321807 w 1507945"/>
                <a:gd name="connsiteY2" fmla="*/ 128596 h 529124"/>
                <a:gd name="connsiteX3" fmla="*/ 1431748 w 1507945"/>
                <a:gd name="connsiteY3" fmla="*/ 464886 h 529124"/>
                <a:gd name="connsiteX4" fmla="*/ 910313 w 1507945"/>
                <a:gd name="connsiteY4" fmla="*/ 529124 h 529124"/>
                <a:gd name="connsiteX0" fmla="*/ 0 w 1507945"/>
                <a:gd name="connsiteY0" fmla="*/ 210078 h 529124"/>
                <a:gd name="connsiteX1" fmla="*/ 787652 w 1507945"/>
                <a:gd name="connsiteY1" fmla="*/ 1848 h 529124"/>
                <a:gd name="connsiteX2" fmla="*/ 1321807 w 1507945"/>
                <a:gd name="connsiteY2" fmla="*/ 128596 h 529124"/>
                <a:gd name="connsiteX3" fmla="*/ 1431748 w 1507945"/>
                <a:gd name="connsiteY3" fmla="*/ 464886 h 529124"/>
                <a:gd name="connsiteX4" fmla="*/ 910313 w 1507945"/>
                <a:gd name="connsiteY4" fmla="*/ 529124 h 529124"/>
                <a:gd name="connsiteX0" fmla="*/ 0 w 2060212"/>
                <a:gd name="connsiteY0" fmla="*/ 46764 h 609226"/>
                <a:gd name="connsiteX1" fmla="*/ 1339919 w 2060212"/>
                <a:gd name="connsiteY1" fmla="*/ 81950 h 609226"/>
                <a:gd name="connsiteX2" fmla="*/ 1874074 w 2060212"/>
                <a:gd name="connsiteY2" fmla="*/ 208698 h 609226"/>
                <a:gd name="connsiteX3" fmla="*/ 1984015 w 2060212"/>
                <a:gd name="connsiteY3" fmla="*/ 544988 h 609226"/>
                <a:gd name="connsiteX4" fmla="*/ 1462580 w 2060212"/>
                <a:gd name="connsiteY4" fmla="*/ 609226 h 609226"/>
                <a:gd name="connsiteX0" fmla="*/ 0 w 2060212"/>
                <a:gd name="connsiteY0" fmla="*/ 3315 h 565777"/>
                <a:gd name="connsiteX1" fmla="*/ 1339919 w 2060212"/>
                <a:gd name="connsiteY1" fmla="*/ 38501 h 565777"/>
                <a:gd name="connsiteX2" fmla="*/ 1874074 w 2060212"/>
                <a:gd name="connsiteY2" fmla="*/ 165249 h 565777"/>
                <a:gd name="connsiteX3" fmla="*/ 1984015 w 2060212"/>
                <a:gd name="connsiteY3" fmla="*/ 501539 h 565777"/>
                <a:gd name="connsiteX4" fmla="*/ 1462580 w 2060212"/>
                <a:gd name="connsiteY4" fmla="*/ 565777 h 565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0212" h="565777">
                  <a:moveTo>
                    <a:pt x="0" y="3315"/>
                  </a:moveTo>
                  <a:cubicBezTo>
                    <a:pt x="524477" y="-8099"/>
                    <a:pt x="1027573" y="11512"/>
                    <a:pt x="1339919" y="38501"/>
                  </a:cubicBezTo>
                  <a:cubicBezTo>
                    <a:pt x="1652265" y="65490"/>
                    <a:pt x="1766725" y="88076"/>
                    <a:pt x="1874074" y="165249"/>
                  </a:cubicBezTo>
                  <a:cubicBezTo>
                    <a:pt x="1981423" y="242422"/>
                    <a:pt x="2164614" y="444718"/>
                    <a:pt x="1984015" y="501539"/>
                  </a:cubicBezTo>
                  <a:cubicBezTo>
                    <a:pt x="1918235" y="568023"/>
                    <a:pt x="1601330" y="561893"/>
                    <a:pt x="1462580" y="565777"/>
                  </a:cubicBezTo>
                </a:path>
              </a:pathLst>
            </a:custGeom>
            <a:noFill/>
            <a:ln w="57150">
              <a:solidFill>
                <a:srgbClr val="595959"/>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86" name="CaixaDeTexto 85"/>
            <p:cNvSpPr txBox="1"/>
            <p:nvPr/>
          </p:nvSpPr>
          <p:spPr>
            <a:xfrm>
              <a:off x="2100858" y="4631429"/>
              <a:ext cx="5761962" cy="377075"/>
            </a:xfrm>
            <a:prstGeom prst="rect">
              <a:avLst/>
            </a:prstGeom>
            <a:solidFill>
              <a:schemeClr val="bg1">
                <a:lumMod val="95000"/>
              </a:schemeClr>
            </a:solidFill>
            <a:ln>
              <a:solidFill>
                <a:srgbClr val="595959"/>
              </a:solidFill>
            </a:ln>
          </p:spPr>
          <p:txBody>
            <a:bodyPr wrap="none" rtlCol="0" anchor="ctr" anchorCtr="0">
              <a:spAutoFit/>
            </a:bodyPr>
            <a:lstStyle/>
            <a:p>
              <a:r>
                <a:rPr lang="pt-BR" sz="2667" dirty="0">
                  <a:solidFill>
                    <a:srgbClr val="595959"/>
                  </a:solidFill>
                  <a:latin typeface="Lato" pitchFamily="34" charset="0"/>
                </a:rPr>
                <a:t>Vamos desenvolver produtos para a necessidade</a:t>
              </a:r>
            </a:p>
          </p:txBody>
        </p:sp>
      </p:grpSp>
      <p:pic>
        <p:nvPicPr>
          <p:cNvPr id="119" name="Picture 2" descr="Z:\home\son_mars\Documentos\Coisas Minhas\Trabalho\Veduca\Gestão de desenvolvimento de produtos\Slides\cliente.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97440" y="2996952"/>
            <a:ext cx="1216136" cy="1259035"/>
          </a:xfrm>
          <a:prstGeom prst="rect">
            <a:avLst/>
          </a:prstGeom>
          <a:noFill/>
          <a:extLst>
            <a:ext uri="{909E8E84-426E-40DD-AFC4-6F175D3DCCD1}">
              <a14:hiddenFill xmlns:a14="http://schemas.microsoft.com/office/drawing/2010/main">
                <a:solidFill>
                  <a:srgbClr val="FFFFFF"/>
                </a:solidFill>
              </a14:hiddenFill>
            </a:ext>
          </a:extLst>
        </p:spPr>
      </p:pic>
      <p:sp>
        <p:nvSpPr>
          <p:cNvPr id="122" name="CaixaDeTexto 121"/>
          <p:cNvSpPr txBox="1"/>
          <p:nvPr/>
        </p:nvSpPr>
        <p:spPr>
          <a:xfrm>
            <a:off x="3206867" y="3530482"/>
            <a:ext cx="2025036" cy="404893"/>
          </a:xfrm>
          <a:prstGeom prst="rect">
            <a:avLst/>
          </a:prstGeom>
          <a:solidFill>
            <a:srgbClr val="FF3300"/>
          </a:solidFill>
          <a:ln w="28575">
            <a:solidFill>
              <a:schemeClr val="tx1">
                <a:lumMod val="65000"/>
                <a:lumOff val="35000"/>
              </a:schemeClr>
            </a:solidFill>
          </a:ln>
          <a:effectLst/>
        </p:spPr>
        <p:txBody>
          <a:bodyPr wrap="none" rtlCol="0" anchor="ctr" anchorCtr="0">
            <a:noAutofit/>
          </a:bodyPr>
          <a:lstStyle>
            <a:defPPr>
              <a:defRPr lang="pt-BR"/>
            </a:defPPr>
          </a:lstStyle>
          <a:p>
            <a:pPr algn="ctr"/>
            <a:r>
              <a:rPr lang="pt-BR" sz="2400" b="1" dirty="0" err="1">
                <a:solidFill>
                  <a:schemeClr val="bg1"/>
                </a:solidFill>
                <a:latin typeface="Lato" pitchFamily="34" charset="0"/>
              </a:rPr>
              <a:t>market</a:t>
            </a:r>
            <a:r>
              <a:rPr lang="pt-BR" sz="2400" b="1" dirty="0">
                <a:solidFill>
                  <a:schemeClr val="bg1"/>
                </a:solidFill>
                <a:latin typeface="Lato" pitchFamily="34" charset="0"/>
              </a:rPr>
              <a:t> </a:t>
            </a:r>
            <a:r>
              <a:rPr lang="pt-BR" sz="2400" b="1" dirty="0" err="1">
                <a:solidFill>
                  <a:schemeClr val="bg1"/>
                </a:solidFill>
                <a:latin typeface="Lato" pitchFamily="34" charset="0"/>
              </a:rPr>
              <a:t>pull</a:t>
            </a:r>
            <a:endParaRPr lang="pt-BR" sz="2400" b="1" dirty="0">
              <a:solidFill>
                <a:schemeClr val="bg1"/>
              </a:solidFill>
              <a:latin typeface="Lato" pitchFamily="34" charset="0"/>
            </a:endParaRPr>
          </a:p>
        </p:txBody>
      </p:sp>
      <p:pic>
        <p:nvPicPr>
          <p:cNvPr id="120" name="Picture 6"/>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36699" b="46318"/>
          <a:stretch/>
        </p:blipFill>
        <p:spPr bwMode="auto">
          <a:xfrm>
            <a:off x="5467531" y="3953768"/>
            <a:ext cx="1469739" cy="915392"/>
          </a:xfrm>
          <a:prstGeom prst="rect">
            <a:avLst/>
          </a:prstGeom>
          <a:noFill/>
          <a:ln w="25400">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51231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8"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 calcmode="lin" valueType="num">
                                      <p:cBhvr additive="base">
                                        <p:cTn id="7" dur="1000" fill="hold"/>
                                        <p:tgtEl>
                                          <p:spTgt spid="71"/>
                                        </p:tgtEl>
                                        <p:attrNameLst>
                                          <p:attrName>ppt_x</p:attrName>
                                        </p:attrNameLst>
                                      </p:cBhvr>
                                      <p:tavLst>
                                        <p:tav tm="0">
                                          <p:val>
                                            <p:strVal val="0-#ppt_w/2"/>
                                          </p:val>
                                        </p:tav>
                                        <p:tav tm="100000">
                                          <p:val>
                                            <p:strVal val="#ppt_x"/>
                                          </p:val>
                                        </p:tav>
                                      </p:tavLst>
                                    </p:anim>
                                    <p:anim calcmode="lin" valueType="num">
                                      <p:cBhvr additive="base">
                                        <p:cTn id="8" dur="1000" fill="hold"/>
                                        <p:tgtEl>
                                          <p:spTgt spid="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Retângulo 248"/>
          <p:cNvSpPr/>
          <p:nvPr/>
        </p:nvSpPr>
        <p:spPr>
          <a:xfrm>
            <a:off x="8304245" y="4965171"/>
            <a:ext cx="3887755" cy="153617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dirty="0">
              <a:latin typeface="Lato" pitchFamily="34" charset="0"/>
            </a:endParaRPr>
          </a:p>
        </p:txBody>
      </p:sp>
      <p:sp>
        <p:nvSpPr>
          <p:cNvPr id="275" name="Retângulo 274"/>
          <p:cNvSpPr/>
          <p:nvPr/>
        </p:nvSpPr>
        <p:spPr>
          <a:xfrm>
            <a:off x="8304245" y="3304635"/>
            <a:ext cx="3887755" cy="153617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dirty="0">
              <a:latin typeface="Lato" pitchFamily="34" charset="0"/>
            </a:endParaRPr>
          </a:p>
        </p:txBody>
      </p:sp>
      <p:sp>
        <p:nvSpPr>
          <p:cNvPr id="286" name="Retângulo 285"/>
          <p:cNvSpPr/>
          <p:nvPr/>
        </p:nvSpPr>
        <p:spPr>
          <a:xfrm>
            <a:off x="8304245" y="1672453"/>
            <a:ext cx="3887755" cy="153617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dirty="0">
              <a:latin typeface="Lato" pitchFamily="34" charset="0"/>
            </a:endParaRPr>
          </a:p>
        </p:txBody>
      </p:sp>
      <p:sp>
        <p:nvSpPr>
          <p:cNvPr id="181" name="Forma livre 180"/>
          <p:cNvSpPr/>
          <p:nvPr/>
        </p:nvSpPr>
        <p:spPr>
          <a:xfrm>
            <a:off x="335360" y="1604797"/>
            <a:ext cx="7584843" cy="4704523"/>
          </a:xfrm>
          <a:custGeom>
            <a:avLst/>
            <a:gdLst>
              <a:gd name="connsiteX0" fmla="*/ 1885361 w 5279010"/>
              <a:gd name="connsiteY0" fmla="*/ 0 h 4534293"/>
              <a:gd name="connsiteX1" fmla="*/ 0 w 5279010"/>
              <a:gd name="connsiteY1" fmla="*/ 650449 h 4534293"/>
              <a:gd name="connsiteX2" fmla="*/ 0 w 5279010"/>
              <a:gd name="connsiteY2" fmla="*/ 4534293 h 4534293"/>
              <a:gd name="connsiteX3" fmla="*/ 5279010 w 5279010"/>
              <a:gd name="connsiteY3" fmla="*/ 4534293 h 4534293"/>
              <a:gd name="connsiteX4" fmla="*/ 5279010 w 5279010"/>
              <a:gd name="connsiteY4" fmla="*/ 782425 h 4534293"/>
              <a:gd name="connsiteX5" fmla="*/ 4506012 w 5279010"/>
              <a:gd name="connsiteY5" fmla="*/ 56561 h 4534293"/>
              <a:gd name="connsiteX0" fmla="*/ 1885361 w 5279010"/>
              <a:gd name="connsiteY0" fmla="*/ 80858 h 4615151"/>
              <a:gd name="connsiteX1" fmla="*/ 0 w 5279010"/>
              <a:gd name="connsiteY1" fmla="*/ 731307 h 4615151"/>
              <a:gd name="connsiteX2" fmla="*/ 0 w 5279010"/>
              <a:gd name="connsiteY2" fmla="*/ 4615151 h 4615151"/>
              <a:gd name="connsiteX3" fmla="*/ 5279010 w 5279010"/>
              <a:gd name="connsiteY3" fmla="*/ 4615151 h 4615151"/>
              <a:gd name="connsiteX4" fmla="*/ 5279010 w 5279010"/>
              <a:gd name="connsiteY4" fmla="*/ 863283 h 4615151"/>
              <a:gd name="connsiteX5" fmla="*/ 4542927 w 5279010"/>
              <a:gd name="connsiteY5" fmla="*/ 0 h 4615151"/>
              <a:gd name="connsiteX0" fmla="*/ 2022647 w 5279010"/>
              <a:gd name="connsiteY0" fmla="*/ 0 h 4687159"/>
              <a:gd name="connsiteX1" fmla="*/ 0 w 5279010"/>
              <a:gd name="connsiteY1" fmla="*/ 803315 h 4687159"/>
              <a:gd name="connsiteX2" fmla="*/ 0 w 5279010"/>
              <a:gd name="connsiteY2" fmla="*/ 4687159 h 4687159"/>
              <a:gd name="connsiteX3" fmla="*/ 5279010 w 5279010"/>
              <a:gd name="connsiteY3" fmla="*/ 4687159 h 4687159"/>
              <a:gd name="connsiteX4" fmla="*/ 5279010 w 5279010"/>
              <a:gd name="connsiteY4" fmla="*/ 935291 h 4687159"/>
              <a:gd name="connsiteX5" fmla="*/ 4542927 w 5279010"/>
              <a:gd name="connsiteY5" fmla="*/ 72008 h 4687159"/>
              <a:gd name="connsiteX0" fmla="*/ 2022647 w 5279010"/>
              <a:gd name="connsiteY0" fmla="*/ 0 h 5152265"/>
              <a:gd name="connsiteX1" fmla="*/ 0 w 5279010"/>
              <a:gd name="connsiteY1" fmla="*/ 803315 h 5152265"/>
              <a:gd name="connsiteX2" fmla="*/ 43448 w 5279010"/>
              <a:gd name="connsiteY2" fmla="*/ 5152265 h 5152265"/>
              <a:gd name="connsiteX3" fmla="*/ 5279010 w 5279010"/>
              <a:gd name="connsiteY3" fmla="*/ 4687159 h 5152265"/>
              <a:gd name="connsiteX4" fmla="*/ 5279010 w 5279010"/>
              <a:gd name="connsiteY4" fmla="*/ 935291 h 5152265"/>
              <a:gd name="connsiteX5" fmla="*/ 4542927 w 5279010"/>
              <a:gd name="connsiteY5" fmla="*/ 72008 h 5152265"/>
              <a:gd name="connsiteX0" fmla="*/ 2022647 w 5279010"/>
              <a:gd name="connsiteY0" fmla="*/ 0 h 5152265"/>
              <a:gd name="connsiteX1" fmla="*/ 0 w 5279010"/>
              <a:gd name="connsiteY1" fmla="*/ 803315 h 5152265"/>
              <a:gd name="connsiteX2" fmla="*/ 43448 w 5279010"/>
              <a:gd name="connsiteY2" fmla="*/ 5152265 h 5152265"/>
              <a:gd name="connsiteX3" fmla="*/ 5217977 w 5279010"/>
              <a:gd name="connsiteY3" fmla="*/ 5132600 h 5152265"/>
              <a:gd name="connsiteX4" fmla="*/ 5279010 w 5279010"/>
              <a:gd name="connsiteY4" fmla="*/ 935291 h 5152265"/>
              <a:gd name="connsiteX5" fmla="*/ 4542927 w 5279010"/>
              <a:gd name="connsiteY5" fmla="*/ 72008 h 5152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9010" h="5152265">
                <a:moveTo>
                  <a:pt x="2022647" y="0"/>
                </a:moveTo>
                <a:lnTo>
                  <a:pt x="0" y="803315"/>
                </a:lnTo>
                <a:lnTo>
                  <a:pt x="43448" y="5152265"/>
                </a:lnTo>
                <a:lnTo>
                  <a:pt x="5217977" y="5132600"/>
                </a:lnTo>
                <a:lnTo>
                  <a:pt x="5279010" y="935291"/>
                </a:lnTo>
                <a:lnTo>
                  <a:pt x="4542927" y="72008"/>
                </a:lnTo>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grpSp>
        <p:nvGrpSpPr>
          <p:cNvPr id="4" name="Group 63"/>
          <p:cNvGrpSpPr>
            <a:grpSpLocks/>
          </p:cNvGrpSpPr>
          <p:nvPr/>
        </p:nvGrpSpPr>
        <p:grpSpPr bwMode="auto">
          <a:xfrm>
            <a:off x="3148403" y="4965171"/>
            <a:ext cx="2650579" cy="1196703"/>
            <a:chOff x="1440" y="3364"/>
            <a:chExt cx="2997" cy="860"/>
          </a:xfrm>
        </p:grpSpPr>
        <p:sp>
          <p:nvSpPr>
            <p:cNvPr id="5" name="AutoShape 64"/>
            <p:cNvSpPr>
              <a:spLocks noChangeArrowheads="1"/>
            </p:cNvSpPr>
            <p:nvPr/>
          </p:nvSpPr>
          <p:spPr bwMode="auto">
            <a:xfrm>
              <a:off x="1440" y="3364"/>
              <a:ext cx="2997" cy="860"/>
            </a:xfrm>
            <a:prstGeom prst="homePlate">
              <a:avLst>
                <a:gd name="adj" fmla="val 88301"/>
              </a:avLst>
            </a:prstGeom>
            <a:solidFill>
              <a:srgbClr val="C00000"/>
            </a:solidFill>
            <a:ln w="9525">
              <a:noFill/>
              <a:miter lim="800000"/>
              <a:headEnd/>
              <a:tailEnd/>
            </a:ln>
            <a:effectLst/>
          </p:spPr>
          <p:txBody>
            <a:bodyPr wrap="none" anchor="ctr"/>
            <a:lstStyle/>
            <a:p>
              <a:endParaRPr lang="pt-BR" sz="2400">
                <a:latin typeface="Lato" pitchFamily="34" charset="0"/>
              </a:endParaRPr>
            </a:p>
          </p:txBody>
        </p:sp>
        <p:grpSp>
          <p:nvGrpSpPr>
            <p:cNvPr id="6" name="Group 65"/>
            <p:cNvGrpSpPr>
              <a:grpSpLocks/>
            </p:cNvGrpSpPr>
            <p:nvPr/>
          </p:nvGrpSpPr>
          <p:grpSpPr bwMode="auto">
            <a:xfrm>
              <a:off x="1632" y="3504"/>
              <a:ext cx="2160" cy="528"/>
              <a:chOff x="1632" y="3504"/>
              <a:chExt cx="2160" cy="528"/>
            </a:xfrm>
          </p:grpSpPr>
          <p:sp>
            <p:nvSpPr>
              <p:cNvPr id="7" name="Rectangle 66"/>
              <p:cNvSpPr>
                <a:spLocks noChangeArrowheads="1"/>
              </p:cNvSpPr>
              <p:nvPr/>
            </p:nvSpPr>
            <p:spPr bwMode="auto">
              <a:xfrm>
                <a:off x="1632" y="3504"/>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 name="Rectangle 67"/>
              <p:cNvSpPr>
                <a:spLocks noChangeArrowheads="1"/>
              </p:cNvSpPr>
              <p:nvPr/>
            </p:nvSpPr>
            <p:spPr bwMode="auto">
              <a:xfrm>
                <a:off x="1792" y="3504"/>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 name="Rectangle 68"/>
              <p:cNvSpPr>
                <a:spLocks noChangeArrowheads="1"/>
              </p:cNvSpPr>
              <p:nvPr/>
            </p:nvSpPr>
            <p:spPr bwMode="auto">
              <a:xfrm>
                <a:off x="1972" y="359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 name="Rectangle 69"/>
              <p:cNvSpPr>
                <a:spLocks noChangeArrowheads="1"/>
              </p:cNvSpPr>
              <p:nvPr/>
            </p:nvSpPr>
            <p:spPr bwMode="auto">
              <a:xfrm>
                <a:off x="2132" y="359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1" name="Rectangle 70"/>
              <p:cNvSpPr>
                <a:spLocks noChangeArrowheads="1"/>
              </p:cNvSpPr>
              <p:nvPr/>
            </p:nvSpPr>
            <p:spPr bwMode="auto">
              <a:xfrm>
                <a:off x="2312" y="359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2" name="Rectangle 71"/>
              <p:cNvSpPr>
                <a:spLocks noChangeArrowheads="1"/>
              </p:cNvSpPr>
              <p:nvPr/>
            </p:nvSpPr>
            <p:spPr bwMode="auto">
              <a:xfrm>
                <a:off x="255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3" name="Rectangle 72"/>
              <p:cNvSpPr>
                <a:spLocks noChangeArrowheads="1"/>
              </p:cNvSpPr>
              <p:nvPr/>
            </p:nvSpPr>
            <p:spPr bwMode="auto">
              <a:xfrm>
                <a:off x="287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 name="Rectangle 73"/>
              <p:cNvSpPr>
                <a:spLocks noChangeArrowheads="1"/>
              </p:cNvSpPr>
              <p:nvPr/>
            </p:nvSpPr>
            <p:spPr bwMode="auto">
              <a:xfrm>
                <a:off x="3072" y="3566"/>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 name="Rectangle 74"/>
              <p:cNvSpPr>
                <a:spLocks noChangeArrowheads="1"/>
              </p:cNvSpPr>
              <p:nvPr/>
            </p:nvSpPr>
            <p:spPr bwMode="auto">
              <a:xfrm>
                <a:off x="323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6" name="Rectangle 75"/>
              <p:cNvSpPr>
                <a:spLocks noChangeArrowheads="1"/>
              </p:cNvSpPr>
              <p:nvPr/>
            </p:nvSpPr>
            <p:spPr bwMode="auto">
              <a:xfrm>
                <a:off x="343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7" name="Rectangle 76"/>
              <p:cNvSpPr>
                <a:spLocks noChangeArrowheads="1"/>
              </p:cNvSpPr>
              <p:nvPr/>
            </p:nvSpPr>
            <p:spPr bwMode="auto">
              <a:xfrm>
                <a:off x="361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8" name="Rectangle 77"/>
              <p:cNvSpPr>
                <a:spLocks noChangeArrowheads="1"/>
              </p:cNvSpPr>
              <p:nvPr/>
            </p:nvSpPr>
            <p:spPr bwMode="auto">
              <a:xfrm>
                <a:off x="3692" y="3721"/>
                <a:ext cx="100" cy="94"/>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 name="Rectangle 78"/>
              <p:cNvSpPr>
                <a:spLocks noChangeArrowheads="1"/>
              </p:cNvSpPr>
              <p:nvPr/>
            </p:nvSpPr>
            <p:spPr bwMode="auto">
              <a:xfrm>
                <a:off x="3352" y="3815"/>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 name="Rectangle 79"/>
              <p:cNvSpPr>
                <a:spLocks noChangeArrowheads="1"/>
              </p:cNvSpPr>
              <p:nvPr/>
            </p:nvSpPr>
            <p:spPr bwMode="auto">
              <a:xfrm>
                <a:off x="315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 name="Rectangle 80"/>
              <p:cNvSpPr>
                <a:spLocks noChangeArrowheads="1"/>
              </p:cNvSpPr>
              <p:nvPr/>
            </p:nvSpPr>
            <p:spPr bwMode="auto">
              <a:xfrm>
                <a:off x="299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2" name="Rectangle 81"/>
              <p:cNvSpPr>
                <a:spLocks noChangeArrowheads="1"/>
              </p:cNvSpPr>
              <p:nvPr/>
            </p:nvSpPr>
            <p:spPr bwMode="auto">
              <a:xfrm>
                <a:off x="283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3" name="Rectangle 82"/>
              <p:cNvSpPr>
                <a:spLocks noChangeArrowheads="1"/>
              </p:cNvSpPr>
              <p:nvPr/>
            </p:nvSpPr>
            <p:spPr bwMode="auto">
              <a:xfrm>
                <a:off x="263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4" name="Rectangle 83"/>
              <p:cNvSpPr>
                <a:spLocks noChangeArrowheads="1"/>
              </p:cNvSpPr>
              <p:nvPr/>
            </p:nvSpPr>
            <p:spPr bwMode="auto">
              <a:xfrm>
                <a:off x="2472" y="3752"/>
                <a:ext cx="100" cy="94"/>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5" name="Rectangle 84"/>
              <p:cNvSpPr>
                <a:spLocks noChangeArrowheads="1"/>
              </p:cNvSpPr>
              <p:nvPr/>
            </p:nvSpPr>
            <p:spPr bwMode="auto">
              <a:xfrm>
                <a:off x="231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6" name="Rectangle 85"/>
              <p:cNvSpPr>
                <a:spLocks noChangeArrowheads="1"/>
              </p:cNvSpPr>
              <p:nvPr/>
            </p:nvSpPr>
            <p:spPr bwMode="auto">
              <a:xfrm>
                <a:off x="2152" y="3815"/>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 name="Rectangle 86"/>
              <p:cNvSpPr>
                <a:spLocks noChangeArrowheads="1"/>
              </p:cNvSpPr>
              <p:nvPr/>
            </p:nvSpPr>
            <p:spPr bwMode="auto">
              <a:xfrm>
                <a:off x="1972" y="3784"/>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8" name="Rectangle 87"/>
              <p:cNvSpPr>
                <a:spLocks noChangeArrowheads="1"/>
              </p:cNvSpPr>
              <p:nvPr/>
            </p:nvSpPr>
            <p:spPr bwMode="auto">
              <a:xfrm>
                <a:off x="1792" y="3784"/>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9" name="Rectangle 88"/>
              <p:cNvSpPr>
                <a:spLocks noChangeArrowheads="1"/>
              </p:cNvSpPr>
              <p:nvPr/>
            </p:nvSpPr>
            <p:spPr bwMode="auto">
              <a:xfrm>
                <a:off x="1792" y="365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0" name="Rectangle 89"/>
              <p:cNvSpPr>
                <a:spLocks noChangeArrowheads="1"/>
              </p:cNvSpPr>
              <p:nvPr/>
            </p:nvSpPr>
            <p:spPr bwMode="auto">
              <a:xfrm>
                <a:off x="17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1" name="Rectangle 90"/>
              <p:cNvSpPr>
                <a:spLocks noChangeArrowheads="1"/>
              </p:cNvSpPr>
              <p:nvPr/>
            </p:nvSpPr>
            <p:spPr bwMode="auto">
              <a:xfrm>
                <a:off x="19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2" name="Rectangle 91"/>
              <p:cNvSpPr>
                <a:spLocks noChangeArrowheads="1"/>
              </p:cNvSpPr>
              <p:nvPr/>
            </p:nvSpPr>
            <p:spPr bwMode="auto">
              <a:xfrm>
                <a:off x="24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 name="Rectangle 92"/>
              <p:cNvSpPr>
                <a:spLocks noChangeArrowheads="1"/>
              </p:cNvSpPr>
              <p:nvPr/>
            </p:nvSpPr>
            <p:spPr bwMode="auto">
              <a:xfrm>
                <a:off x="267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4" name="Rectangle 93"/>
              <p:cNvSpPr>
                <a:spLocks noChangeArrowheads="1"/>
              </p:cNvSpPr>
              <p:nvPr/>
            </p:nvSpPr>
            <p:spPr bwMode="auto">
              <a:xfrm>
                <a:off x="29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5" name="Rectangle 94"/>
              <p:cNvSpPr>
                <a:spLocks noChangeArrowheads="1"/>
              </p:cNvSpPr>
              <p:nvPr/>
            </p:nvSpPr>
            <p:spPr bwMode="auto">
              <a:xfrm>
                <a:off x="315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6" name="Rectangle 95"/>
              <p:cNvSpPr>
                <a:spLocks noChangeArrowheads="1"/>
              </p:cNvSpPr>
              <p:nvPr/>
            </p:nvSpPr>
            <p:spPr bwMode="auto">
              <a:xfrm>
                <a:off x="335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7" name="Rectangle 96"/>
              <p:cNvSpPr>
                <a:spLocks noChangeArrowheads="1"/>
              </p:cNvSpPr>
              <p:nvPr/>
            </p:nvSpPr>
            <p:spPr bwMode="auto">
              <a:xfrm>
                <a:off x="3532" y="387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8" name="Freeform 97"/>
              <p:cNvSpPr>
                <a:spLocks/>
              </p:cNvSpPr>
              <p:nvPr/>
            </p:nvSpPr>
            <p:spPr bwMode="auto">
              <a:xfrm>
                <a:off x="1732" y="3551"/>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9" name="Freeform 98"/>
              <p:cNvSpPr>
                <a:spLocks/>
              </p:cNvSpPr>
              <p:nvPr/>
            </p:nvSpPr>
            <p:spPr bwMode="auto">
              <a:xfrm>
                <a:off x="1892" y="3551"/>
                <a:ext cx="81" cy="94"/>
              </a:xfrm>
              <a:custGeom>
                <a:avLst/>
                <a:gdLst/>
                <a:ahLst/>
                <a:cxnLst>
                  <a:cxn ang="0">
                    <a:pos x="0" y="0"/>
                  </a:cxn>
                  <a:cxn ang="0">
                    <a:pos x="40" y="0"/>
                  </a:cxn>
                  <a:cxn ang="0">
                    <a:pos x="40" y="93"/>
                  </a:cxn>
                  <a:cxn ang="0">
                    <a:pos x="80" y="93"/>
                  </a:cxn>
                </a:cxnLst>
                <a:rect l="0" t="0" r="r" b="b"/>
                <a:pathLst>
                  <a:path w="81" h="94">
                    <a:moveTo>
                      <a:pt x="0" y="0"/>
                    </a:moveTo>
                    <a:lnTo>
                      <a:pt x="40" y="0"/>
                    </a:lnTo>
                    <a:lnTo>
                      <a:pt x="40" y="93"/>
                    </a:lnTo>
                    <a:lnTo>
                      <a:pt x="80" y="93"/>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0" name="Freeform 99"/>
              <p:cNvSpPr>
                <a:spLocks/>
              </p:cNvSpPr>
              <p:nvPr/>
            </p:nvSpPr>
            <p:spPr bwMode="auto">
              <a:xfrm>
                <a:off x="2072" y="3644"/>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1" name="Freeform 100"/>
              <p:cNvSpPr>
                <a:spLocks/>
              </p:cNvSpPr>
              <p:nvPr/>
            </p:nvSpPr>
            <p:spPr bwMode="auto">
              <a:xfrm>
                <a:off x="2232" y="3644"/>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2" name="Freeform 101"/>
              <p:cNvSpPr>
                <a:spLocks/>
              </p:cNvSpPr>
              <p:nvPr/>
            </p:nvSpPr>
            <p:spPr bwMode="auto">
              <a:xfrm>
                <a:off x="2412" y="3644"/>
                <a:ext cx="61" cy="156"/>
              </a:xfrm>
              <a:custGeom>
                <a:avLst/>
                <a:gdLst/>
                <a:ahLst/>
                <a:cxnLst>
                  <a:cxn ang="0">
                    <a:pos x="0" y="0"/>
                  </a:cxn>
                  <a:cxn ang="0">
                    <a:pos x="30" y="0"/>
                  </a:cxn>
                  <a:cxn ang="0">
                    <a:pos x="30" y="155"/>
                  </a:cxn>
                  <a:cxn ang="0">
                    <a:pos x="60" y="155"/>
                  </a:cxn>
                </a:cxnLst>
                <a:rect l="0" t="0" r="r" b="b"/>
                <a:pathLst>
                  <a:path w="61" h="156">
                    <a:moveTo>
                      <a:pt x="0" y="0"/>
                    </a:moveTo>
                    <a:lnTo>
                      <a:pt x="30" y="0"/>
                    </a:lnTo>
                    <a:lnTo>
                      <a:pt x="30" y="155"/>
                    </a:lnTo>
                    <a:lnTo>
                      <a:pt x="60" y="15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3" name="Freeform 102"/>
              <p:cNvSpPr>
                <a:spLocks/>
              </p:cNvSpPr>
              <p:nvPr/>
            </p:nvSpPr>
            <p:spPr bwMode="auto">
              <a:xfrm>
                <a:off x="2412" y="3613"/>
                <a:ext cx="141" cy="32"/>
              </a:xfrm>
              <a:custGeom>
                <a:avLst/>
                <a:gdLst/>
                <a:ahLst/>
                <a:cxnLst>
                  <a:cxn ang="0">
                    <a:pos x="0" y="31"/>
                  </a:cxn>
                  <a:cxn ang="0">
                    <a:pos x="70" y="31"/>
                  </a:cxn>
                  <a:cxn ang="0">
                    <a:pos x="70" y="0"/>
                  </a:cxn>
                  <a:cxn ang="0">
                    <a:pos x="140" y="0"/>
                  </a:cxn>
                </a:cxnLst>
                <a:rect l="0" t="0" r="r" b="b"/>
                <a:pathLst>
                  <a:path w="141" h="32">
                    <a:moveTo>
                      <a:pt x="0" y="31"/>
                    </a:moveTo>
                    <a:lnTo>
                      <a:pt x="70" y="31"/>
                    </a:lnTo>
                    <a:lnTo>
                      <a:pt x="70" y="0"/>
                    </a:lnTo>
                    <a:lnTo>
                      <a:pt x="14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4" name="Freeform 103"/>
              <p:cNvSpPr>
                <a:spLocks/>
              </p:cNvSpPr>
              <p:nvPr/>
            </p:nvSpPr>
            <p:spPr bwMode="auto">
              <a:xfrm>
                <a:off x="2572" y="3799"/>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5" name="Freeform 104"/>
              <p:cNvSpPr>
                <a:spLocks/>
              </p:cNvSpPr>
              <p:nvPr/>
            </p:nvSpPr>
            <p:spPr bwMode="auto">
              <a:xfrm>
                <a:off x="2732" y="3799"/>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6" name="Freeform 105"/>
              <p:cNvSpPr>
                <a:spLocks/>
              </p:cNvSpPr>
              <p:nvPr/>
            </p:nvSpPr>
            <p:spPr bwMode="auto">
              <a:xfrm>
                <a:off x="2652" y="3613"/>
                <a:ext cx="221" cy="1"/>
              </a:xfrm>
              <a:custGeom>
                <a:avLst/>
                <a:gdLst/>
                <a:ahLst/>
                <a:cxnLst>
                  <a:cxn ang="0">
                    <a:pos x="0" y="0"/>
                  </a:cxn>
                  <a:cxn ang="0">
                    <a:pos x="220" y="0"/>
                  </a:cxn>
                </a:cxnLst>
                <a:rect l="0" t="0" r="r" b="b"/>
                <a:pathLst>
                  <a:path w="221" h="1">
                    <a:moveTo>
                      <a:pt x="0" y="0"/>
                    </a:moveTo>
                    <a:lnTo>
                      <a:pt x="22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7" name="Freeform 106"/>
              <p:cNvSpPr>
                <a:spLocks/>
              </p:cNvSpPr>
              <p:nvPr/>
            </p:nvSpPr>
            <p:spPr bwMode="auto">
              <a:xfrm>
                <a:off x="2972" y="3613"/>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8" name="Freeform 107"/>
              <p:cNvSpPr>
                <a:spLocks/>
              </p:cNvSpPr>
              <p:nvPr/>
            </p:nvSpPr>
            <p:spPr bwMode="auto">
              <a:xfrm>
                <a:off x="1892" y="3644"/>
                <a:ext cx="81" cy="63"/>
              </a:xfrm>
              <a:custGeom>
                <a:avLst/>
                <a:gdLst/>
                <a:ahLst/>
                <a:cxnLst>
                  <a:cxn ang="0">
                    <a:pos x="0" y="62"/>
                  </a:cxn>
                  <a:cxn ang="0">
                    <a:pos x="40" y="62"/>
                  </a:cxn>
                  <a:cxn ang="0">
                    <a:pos x="40" y="0"/>
                  </a:cxn>
                  <a:cxn ang="0">
                    <a:pos x="80" y="0"/>
                  </a:cxn>
                </a:cxnLst>
                <a:rect l="0" t="0" r="r" b="b"/>
                <a:pathLst>
                  <a:path w="81" h="63">
                    <a:moveTo>
                      <a:pt x="0" y="62"/>
                    </a:moveTo>
                    <a:lnTo>
                      <a:pt x="40" y="62"/>
                    </a:lnTo>
                    <a:lnTo>
                      <a:pt x="40" y="0"/>
                    </a:ln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9" name="Freeform 108"/>
              <p:cNvSpPr>
                <a:spLocks/>
              </p:cNvSpPr>
              <p:nvPr/>
            </p:nvSpPr>
            <p:spPr bwMode="auto">
              <a:xfrm>
                <a:off x="1892" y="3830"/>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0" name="Freeform 109"/>
              <p:cNvSpPr>
                <a:spLocks/>
              </p:cNvSpPr>
              <p:nvPr/>
            </p:nvSpPr>
            <p:spPr bwMode="auto">
              <a:xfrm>
                <a:off x="2072" y="3644"/>
                <a:ext cx="61" cy="187"/>
              </a:xfrm>
              <a:custGeom>
                <a:avLst/>
                <a:gdLst/>
                <a:ahLst/>
                <a:cxnLst>
                  <a:cxn ang="0">
                    <a:pos x="0" y="186"/>
                  </a:cxn>
                  <a:cxn ang="0">
                    <a:pos x="30" y="186"/>
                  </a:cxn>
                  <a:cxn ang="0">
                    <a:pos x="30" y="0"/>
                  </a:cxn>
                  <a:cxn ang="0">
                    <a:pos x="60" y="0"/>
                  </a:cxn>
                </a:cxnLst>
                <a:rect l="0" t="0" r="r" b="b"/>
                <a:pathLst>
                  <a:path w="61" h="187">
                    <a:moveTo>
                      <a:pt x="0" y="186"/>
                    </a:moveTo>
                    <a:lnTo>
                      <a:pt x="30" y="186"/>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1" name="Freeform 110"/>
              <p:cNvSpPr>
                <a:spLocks/>
              </p:cNvSpPr>
              <p:nvPr/>
            </p:nvSpPr>
            <p:spPr bwMode="auto">
              <a:xfrm>
                <a:off x="2732" y="3613"/>
                <a:ext cx="141" cy="187"/>
              </a:xfrm>
              <a:custGeom>
                <a:avLst/>
                <a:gdLst/>
                <a:ahLst/>
                <a:cxnLst>
                  <a:cxn ang="0">
                    <a:pos x="0" y="186"/>
                  </a:cxn>
                  <a:cxn ang="0">
                    <a:pos x="70" y="186"/>
                  </a:cxn>
                  <a:cxn ang="0">
                    <a:pos x="70" y="0"/>
                  </a:cxn>
                  <a:cxn ang="0">
                    <a:pos x="140" y="0"/>
                  </a:cxn>
                </a:cxnLst>
                <a:rect l="0" t="0" r="r" b="b"/>
                <a:pathLst>
                  <a:path w="141" h="187">
                    <a:moveTo>
                      <a:pt x="0" y="186"/>
                    </a:moveTo>
                    <a:lnTo>
                      <a:pt x="70" y="186"/>
                    </a:lnTo>
                    <a:lnTo>
                      <a:pt x="70" y="0"/>
                    </a:lnTo>
                    <a:lnTo>
                      <a:pt x="14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2" name="Freeform 111"/>
              <p:cNvSpPr>
                <a:spLocks/>
              </p:cNvSpPr>
              <p:nvPr/>
            </p:nvSpPr>
            <p:spPr bwMode="auto">
              <a:xfrm>
                <a:off x="2932" y="3799"/>
                <a:ext cx="61" cy="187"/>
              </a:xfrm>
              <a:custGeom>
                <a:avLst/>
                <a:gdLst/>
                <a:ahLst/>
                <a:cxnLst>
                  <a:cxn ang="0">
                    <a:pos x="0" y="0"/>
                  </a:cxn>
                  <a:cxn ang="0">
                    <a:pos x="30" y="0"/>
                  </a:cxn>
                  <a:cxn ang="0">
                    <a:pos x="30" y="186"/>
                  </a:cxn>
                  <a:cxn ang="0">
                    <a:pos x="60" y="186"/>
                  </a:cxn>
                </a:cxnLst>
                <a:rect l="0" t="0" r="r" b="b"/>
                <a:pathLst>
                  <a:path w="61" h="187">
                    <a:moveTo>
                      <a:pt x="0" y="0"/>
                    </a:moveTo>
                    <a:lnTo>
                      <a:pt x="30" y="0"/>
                    </a:lnTo>
                    <a:lnTo>
                      <a:pt x="30" y="186"/>
                    </a:lnTo>
                    <a:lnTo>
                      <a:pt x="60" y="186"/>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3" name="Freeform 112"/>
              <p:cNvSpPr>
                <a:spLocks/>
              </p:cNvSpPr>
              <p:nvPr/>
            </p:nvSpPr>
            <p:spPr bwMode="auto">
              <a:xfrm>
                <a:off x="2932" y="3799"/>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4" name="Freeform 113"/>
              <p:cNvSpPr>
                <a:spLocks/>
              </p:cNvSpPr>
              <p:nvPr/>
            </p:nvSpPr>
            <p:spPr bwMode="auto">
              <a:xfrm>
                <a:off x="3172" y="3613"/>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5" name="Freeform 114"/>
              <p:cNvSpPr>
                <a:spLocks/>
              </p:cNvSpPr>
              <p:nvPr/>
            </p:nvSpPr>
            <p:spPr bwMode="auto">
              <a:xfrm>
                <a:off x="3332" y="3613"/>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6" name="Freeform 115"/>
              <p:cNvSpPr>
                <a:spLocks/>
              </p:cNvSpPr>
              <p:nvPr/>
            </p:nvSpPr>
            <p:spPr bwMode="auto">
              <a:xfrm>
                <a:off x="3532" y="3613"/>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7" name="Freeform 116"/>
              <p:cNvSpPr>
                <a:spLocks/>
              </p:cNvSpPr>
              <p:nvPr/>
            </p:nvSpPr>
            <p:spPr bwMode="auto">
              <a:xfrm>
                <a:off x="3332" y="3613"/>
                <a:ext cx="361" cy="156"/>
              </a:xfrm>
              <a:custGeom>
                <a:avLst/>
                <a:gdLst/>
                <a:ahLst/>
                <a:cxnLst>
                  <a:cxn ang="0">
                    <a:pos x="0" y="0"/>
                  </a:cxn>
                  <a:cxn ang="0">
                    <a:pos x="50" y="0"/>
                  </a:cxn>
                  <a:cxn ang="0">
                    <a:pos x="50" y="155"/>
                  </a:cxn>
                  <a:cxn ang="0">
                    <a:pos x="360" y="155"/>
                  </a:cxn>
                </a:cxnLst>
                <a:rect l="0" t="0" r="r" b="b"/>
                <a:pathLst>
                  <a:path w="361" h="156">
                    <a:moveTo>
                      <a:pt x="0" y="0"/>
                    </a:moveTo>
                    <a:lnTo>
                      <a:pt x="50" y="0"/>
                    </a:lnTo>
                    <a:lnTo>
                      <a:pt x="50" y="155"/>
                    </a:lnTo>
                    <a:lnTo>
                      <a:pt x="360" y="15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8" name="Freeform 117"/>
              <p:cNvSpPr>
                <a:spLocks/>
              </p:cNvSpPr>
              <p:nvPr/>
            </p:nvSpPr>
            <p:spPr bwMode="auto">
              <a:xfrm>
                <a:off x="1892" y="3830"/>
                <a:ext cx="81" cy="156"/>
              </a:xfrm>
              <a:custGeom>
                <a:avLst/>
                <a:gdLst/>
                <a:ahLst/>
                <a:cxnLst>
                  <a:cxn ang="0">
                    <a:pos x="0" y="155"/>
                  </a:cxn>
                  <a:cxn ang="0">
                    <a:pos x="40" y="155"/>
                  </a:cxn>
                  <a:cxn ang="0">
                    <a:pos x="40" y="0"/>
                  </a:cxn>
                  <a:cxn ang="0">
                    <a:pos x="80" y="0"/>
                  </a:cxn>
                </a:cxnLst>
                <a:rect l="0" t="0" r="r" b="b"/>
                <a:pathLst>
                  <a:path w="81" h="156">
                    <a:moveTo>
                      <a:pt x="0" y="155"/>
                    </a:moveTo>
                    <a:lnTo>
                      <a:pt x="40" y="155"/>
                    </a:lnTo>
                    <a:lnTo>
                      <a:pt x="40" y="0"/>
                    </a:ln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9" name="Freeform 118"/>
              <p:cNvSpPr>
                <a:spLocks/>
              </p:cNvSpPr>
              <p:nvPr/>
            </p:nvSpPr>
            <p:spPr bwMode="auto">
              <a:xfrm>
                <a:off x="1732" y="3551"/>
                <a:ext cx="61" cy="280"/>
              </a:xfrm>
              <a:custGeom>
                <a:avLst/>
                <a:gdLst/>
                <a:ahLst/>
                <a:cxnLst>
                  <a:cxn ang="0">
                    <a:pos x="0" y="0"/>
                  </a:cxn>
                  <a:cxn ang="0">
                    <a:pos x="30" y="0"/>
                  </a:cxn>
                  <a:cxn ang="0">
                    <a:pos x="30" y="279"/>
                  </a:cxn>
                  <a:cxn ang="0">
                    <a:pos x="60" y="279"/>
                  </a:cxn>
                </a:cxnLst>
                <a:rect l="0" t="0" r="r" b="b"/>
                <a:pathLst>
                  <a:path w="61" h="280">
                    <a:moveTo>
                      <a:pt x="0" y="0"/>
                    </a:moveTo>
                    <a:lnTo>
                      <a:pt x="30" y="0"/>
                    </a:lnTo>
                    <a:lnTo>
                      <a:pt x="30" y="279"/>
                    </a:lnTo>
                    <a:lnTo>
                      <a:pt x="60" y="27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0" name="Freeform 119"/>
              <p:cNvSpPr>
                <a:spLocks/>
              </p:cNvSpPr>
              <p:nvPr/>
            </p:nvSpPr>
            <p:spPr bwMode="auto">
              <a:xfrm>
                <a:off x="1732" y="3551"/>
                <a:ext cx="61" cy="156"/>
              </a:xfrm>
              <a:custGeom>
                <a:avLst/>
                <a:gdLst/>
                <a:ahLst/>
                <a:cxnLst>
                  <a:cxn ang="0">
                    <a:pos x="0" y="0"/>
                  </a:cxn>
                  <a:cxn ang="0">
                    <a:pos x="30" y="0"/>
                  </a:cxn>
                  <a:cxn ang="0">
                    <a:pos x="30" y="155"/>
                  </a:cxn>
                  <a:cxn ang="0">
                    <a:pos x="60" y="155"/>
                  </a:cxn>
                </a:cxnLst>
                <a:rect l="0" t="0" r="r" b="b"/>
                <a:pathLst>
                  <a:path w="61" h="156">
                    <a:moveTo>
                      <a:pt x="0" y="0"/>
                    </a:moveTo>
                    <a:lnTo>
                      <a:pt x="30" y="0"/>
                    </a:lnTo>
                    <a:lnTo>
                      <a:pt x="30" y="155"/>
                    </a:lnTo>
                    <a:lnTo>
                      <a:pt x="60" y="15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1" name="Freeform 120"/>
              <p:cNvSpPr>
                <a:spLocks/>
              </p:cNvSpPr>
              <p:nvPr/>
            </p:nvSpPr>
            <p:spPr bwMode="auto">
              <a:xfrm>
                <a:off x="1892" y="3985"/>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2" name="Freeform 121"/>
              <p:cNvSpPr>
                <a:spLocks/>
              </p:cNvSpPr>
              <p:nvPr/>
            </p:nvSpPr>
            <p:spPr bwMode="auto">
              <a:xfrm>
                <a:off x="2092" y="3861"/>
                <a:ext cx="61" cy="125"/>
              </a:xfrm>
              <a:custGeom>
                <a:avLst/>
                <a:gdLst/>
                <a:ahLst/>
                <a:cxnLst>
                  <a:cxn ang="0">
                    <a:pos x="0" y="124"/>
                  </a:cxn>
                  <a:cxn ang="0">
                    <a:pos x="30" y="124"/>
                  </a:cxn>
                  <a:cxn ang="0">
                    <a:pos x="30" y="0"/>
                  </a:cxn>
                  <a:cxn ang="0">
                    <a:pos x="60" y="0"/>
                  </a:cxn>
                </a:cxnLst>
                <a:rect l="0" t="0" r="r" b="b"/>
                <a:pathLst>
                  <a:path w="61" h="125">
                    <a:moveTo>
                      <a:pt x="0" y="124"/>
                    </a:moveTo>
                    <a:lnTo>
                      <a:pt x="30" y="124"/>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3" name="Freeform 122"/>
              <p:cNvSpPr>
                <a:spLocks/>
              </p:cNvSpPr>
              <p:nvPr/>
            </p:nvSpPr>
            <p:spPr bwMode="auto">
              <a:xfrm>
                <a:off x="2252" y="3644"/>
                <a:ext cx="61" cy="218"/>
              </a:xfrm>
              <a:custGeom>
                <a:avLst/>
                <a:gdLst/>
                <a:ahLst/>
                <a:cxnLst>
                  <a:cxn ang="0">
                    <a:pos x="0" y="217"/>
                  </a:cxn>
                  <a:cxn ang="0">
                    <a:pos x="30" y="217"/>
                  </a:cxn>
                  <a:cxn ang="0">
                    <a:pos x="30" y="0"/>
                  </a:cxn>
                  <a:cxn ang="0">
                    <a:pos x="60" y="0"/>
                  </a:cxn>
                </a:cxnLst>
                <a:rect l="0" t="0" r="r" b="b"/>
                <a:pathLst>
                  <a:path w="61" h="218">
                    <a:moveTo>
                      <a:pt x="0" y="217"/>
                    </a:moveTo>
                    <a:lnTo>
                      <a:pt x="30" y="217"/>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4" name="Freeform 123"/>
              <p:cNvSpPr>
                <a:spLocks/>
              </p:cNvSpPr>
              <p:nvPr/>
            </p:nvSpPr>
            <p:spPr bwMode="auto">
              <a:xfrm>
                <a:off x="2092" y="3985"/>
                <a:ext cx="221" cy="1"/>
              </a:xfrm>
              <a:custGeom>
                <a:avLst/>
                <a:gdLst/>
                <a:ahLst/>
                <a:cxnLst>
                  <a:cxn ang="0">
                    <a:pos x="0" y="0"/>
                  </a:cxn>
                  <a:cxn ang="0">
                    <a:pos x="220" y="0"/>
                  </a:cxn>
                </a:cxnLst>
                <a:rect l="0" t="0" r="r" b="b"/>
                <a:pathLst>
                  <a:path w="221" h="1">
                    <a:moveTo>
                      <a:pt x="0" y="0"/>
                    </a:moveTo>
                    <a:lnTo>
                      <a:pt x="22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5" name="Freeform 124"/>
              <p:cNvSpPr>
                <a:spLocks/>
              </p:cNvSpPr>
              <p:nvPr/>
            </p:nvSpPr>
            <p:spPr bwMode="auto">
              <a:xfrm>
                <a:off x="2412" y="3985"/>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6" name="Freeform 125"/>
              <p:cNvSpPr>
                <a:spLocks/>
              </p:cNvSpPr>
              <p:nvPr/>
            </p:nvSpPr>
            <p:spPr bwMode="auto">
              <a:xfrm>
                <a:off x="2592" y="3799"/>
                <a:ext cx="41" cy="187"/>
              </a:xfrm>
              <a:custGeom>
                <a:avLst/>
                <a:gdLst/>
                <a:ahLst/>
                <a:cxnLst>
                  <a:cxn ang="0">
                    <a:pos x="0" y="186"/>
                  </a:cxn>
                  <a:cxn ang="0">
                    <a:pos x="20" y="186"/>
                  </a:cxn>
                  <a:cxn ang="0">
                    <a:pos x="20" y="0"/>
                  </a:cxn>
                  <a:cxn ang="0">
                    <a:pos x="40" y="0"/>
                  </a:cxn>
                </a:cxnLst>
                <a:rect l="0" t="0" r="r" b="b"/>
                <a:pathLst>
                  <a:path w="41" h="187">
                    <a:moveTo>
                      <a:pt x="0" y="186"/>
                    </a:moveTo>
                    <a:lnTo>
                      <a:pt x="20" y="186"/>
                    </a:lnTo>
                    <a:lnTo>
                      <a:pt x="20" y="0"/>
                    </a:lnTo>
                    <a:lnTo>
                      <a:pt x="4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7" name="Freeform 126"/>
              <p:cNvSpPr>
                <a:spLocks/>
              </p:cNvSpPr>
              <p:nvPr/>
            </p:nvSpPr>
            <p:spPr bwMode="auto">
              <a:xfrm>
                <a:off x="2592" y="3985"/>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8" name="Freeform 127"/>
              <p:cNvSpPr>
                <a:spLocks/>
              </p:cNvSpPr>
              <p:nvPr/>
            </p:nvSpPr>
            <p:spPr bwMode="auto">
              <a:xfrm>
                <a:off x="2772" y="3799"/>
                <a:ext cx="61" cy="187"/>
              </a:xfrm>
              <a:custGeom>
                <a:avLst/>
                <a:gdLst/>
                <a:ahLst/>
                <a:cxnLst>
                  <a:cxn ang="0">
                    <a:pos x="0" y="186"/>
                  </a:cxn>
                  <a:cxn ang="0">
                    <a:pos x="30" y="186"/>
                  </a:cxn>
                  <a:cxn ang="0">
                    <a:pos x="30" y="0"/>
                  </a:cxn>
                  <a:cxn ang="0">
                    <a:pos x="60" y="0"/>
                  </a:cxn>
                </a:cxnLst>
                <a:rect l="0" t="0" r="r" b="b"/>
                <a:pathLst>
                  <a:path w="61" h="187">
                    <a:moveTo>
                      <a:pt x="0" y="186"/>
                    </a:moveTo>
                    <a:lnTo>
                      <a:pt x="30" y="186"/>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9" name="Freeform 128"/>
              <p:cNvSpPr>
                <a:spLocks/>
              </p:cNvSpPr>
              <p:nvPr/>
            </p:nvSpPr>
            <p:spPr bwMode="auto">
              <a:xfrm>
                <a:off x="3092" y="3799"/>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0" name="Freeform 129"/>
              <p:cNvSpPr>
                <a:spLocks/>
              </p:cNvSpPr>
              <p:nvPr/>
            </p:nvSpPr>
            <p:spPr bwMode="auto">
              <a:xfrm>
                <a:off x="3252" y="3799"/>
                <a:ext cx="101" cy="63"/>
              </a:xfrm>
              <a:custGeom>
                <a:avLst/>
                <a:gdLst/>
                <a:ahLst/>
                <a:cxnLst>
                  <a:cxn ang="0">
                    <a:pos x="0" y="0"/>
                  </a:cxn>
                  <a:cxn ang="0">
                    <a:pos x="50" y="0"/>
                  </a:cxn>
                  <a:cxn ang="0">
                    <a:pos x="50" y="62"/>
                  </a:cxn>
                  <a:cxn ang="0">
                    <a:pos x="100" y="62"/>
                  </a:cxn>
                </a:cxnLst>
                <a:rect l="0" t="0" r="r" b="b"/>
                <a:pathLst>
                  <a:path w="101" h="63">
                    <a:moveTo>
                      <a:pt x="0" y="0"/>
                    </a:moveTo>
                    <a:lnTo>
                      <a:pt x="50" y="0"/>
                    </a:lnTo>
                    <a:lnTo>
                      <a:pt x="50" y="62"/>
                    </a:lnTo>
                    <a:lnTo>
                      <a:pt x="100" y="62"/>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1" name="Freeform 130"/>
              <p:cNvSpPr>
                <a:spLocks/>
              </p:cNvSpPr>
              <p:nvPr/>
            </p:nvSpPr>
            <p:spPr bwMode="auto">
              <a:xfrm>
                <a:off x="3092" y="3799"/>
                <a:ext cx="61" cy="187"/>
              </a:xfrm>
              <a:custGeom>
                <a:avLst/>
                <a:gdLst/>
                <a:ahLst/>
                <a:cxnLst>
                  <a:cxn ang="0">
                    <a:pos x="0" y="186"/>
                  </a:cxn>
                  <a:cxn ang="0">
                    <a:pos x="30" y="186"/>
                  </a:cxn>
                  <a:cxn ang="0">
                    <a:pos x="30" y="0"/>
                  </a:cxn>
                  <a:cxn ang="0">
                    <a:pos x="60" y="0"/>
                  </a:cxn>
                </a:cxnLst>
                <a:rect l="0" t="0" r="r" b="b"/>
                <a:pathLst>
                  <a:path w="61" h="187">
                    <a:moveTo>
                      <a:pt x="0" y="186"/>
                    </a:moveTo>
                    <a:lnTo>
                      <a:pt x="30" y="186"/>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2" name="Freeform 131"/>
              <p:cNvSpPr>
                <a:spLocks/>
              </p:cNvSpPr>
              <p:nvPr/>
            </p:nvSpPr>
            <p:spPr bwMode="auto">
              <a:xfrm>
                <a:off x="3452" y="3861"/>
                <a:ext cx="81" cy="63"/>
              </a:xfrm>
              <a:custGeom>
                <a:avLst/>
                <a:gdLst/>
                <a:ahLst/>
                <a:cxnLst>
                  <a:cxn ang="0">
                    <a:pos x="0" y="0"/>
                  </a:cxn>
                  <a:cxn ang="0">
                    <a:pos x="40" y="0"/>
                  </a:cxn>
                  <a:cxn ang="0">
                    <a:pos x="40" y="62"/>
                  </a:cxn>
                  <a:cxn ang="0">
                    <a:pos x="80" y="62"/>
                  </a:cxn>
                </a:cxnLst>
                <a:rect l="0" t="0" r="r" b="b"/>
                <a:pathLst>
                  <a:path w="81" h="63">
                    <a:moveTo>
                      <a:pt x="0" y="0"/>
                    </a:moveTo>
                    <a:lnTo>
                      <a:pt x="40" y="0"/>
                    </a:lnTo>
                    <a:lnTo>
                      <a:pt x="40" y="62"/>
                    </a:lnTo>
                    <a:lnTo>
                      <a:pt x="80" y="62"/>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3" name="Freeform 132"/>
              <p:cNvSpPr>
                <a:spLocks/>
              </p:cNvSpPr>
              <p:nvPr/>
            </p:nvSpPr>
            <p:spPr bwMode="auto">
              <a:xfrm>
                <a:off x="3092" y="3985"/>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4" name="Freeform 133"/>
              <p:cNvSpPr>
                <a:spLocks/>
              </p:cNvSpPr>
              <p:nvPr/>
            </p:nvSpPr>
            <p:spPr bwMode="auto">
              <a:xfrm>
                <a:off x="3252" y="3985"/>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5" name="Freeform 134"/>
              <p:cNvSpPr>
                <a:spLocks/>
              </p:cNvSpPr>
              <p:nvPr/>
            </p:nvSpPr>
            <p:spPr bwMode="auto">
              <a:xfrm>
                <a:off x="3452" y="3923"/>
                <a:ext cx="81" cy="63"/>
              </a:xfrm>
              <a:custGeom>
                <a:avLst/>
                <a:gdLst/>
                <a:ahLst/>
                <a:cxnLst>
                  <a:cxn ang="0">
                    <a:pos x="0" y="62"/>
                  </a:cxn>
                  <a:cxn ang="0">
                    <a:pos x="40" y="62"/>
                  </a:cxn>
                  <a:cxn ang="0">
                    <a:pos x="40" y="0"/>
                  </a:cxn>
                  <a:cxn ang="0">
                    <a:pos x="80" y="0"/>
                  </a:cxn>
                </a:cxnLst>
                <a:rect l="0" t="0" r="r" b="b"/>
                <a:pathLst>
                  <a:path w="81" h="63">
                    <a:moveTo>
                      <a:pt x="0" y="62"/>
                    </a:moveTo>
                    <a:lnTo>
                      <a:pt x="40" y="62"/>
                    </a:lnTo>
                    <a:lnTo>
                      <a:pt x="40" y="0"/>
                    </a:ln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6" name="Freeform 135"/>
              <p:cNvSpPr>
                <a:spLocks/>
              </p:cNvSpPr>
              <p:nvPr/>
            </p:nvSpPr>
            <p:spPr bwMode="auto">
              <a:xfrm>
                <a:off x="3632" y="3768"/>
                <a:ext cx="61" cy="156"/>
              </a:xfrm>
              <a:custGeom>
                <a:avLst/>
                <a:gdLst/>
                <a:ahLst/>
                <a:cxnLst>
                  <a:cxn ang="0">
                    <a:pos x="0" y="155"/>
                  </a:cxn>
                  <a:cxn ang="0">
                    <a:pos x="30" y="155"/>
                  </a:cxn>
                  <a:cxn ang="0">
                    <a:pos x="30" y="0"/>
                  </a:cxn>
                  <a:cxn ang="0">
                    <a:pos x="60" y="0"/>
                  </a:cxn>
                </a:cxnLst>
                <a:rect l="0" t="0" r="r" b="b"/>
                <a:pathLst>
                  <a:path w="61" h="156">
                    <a:moveTo>
                      <a:pt x="0" y="155"/>
                    </a:moveTo>
                    <a:lnTo>
                      <a:pt x="30" y="155"/>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grpSp>
      </p:grpSp>
      <p:grpSp>
        <p:nvGrpSpPr>
          <p:cNvPr id="77" name="Group 182"/>
          <p:cNvGrpSpPr>
            <a:grpSpLocks/>
          </p:cNvGrpSpPr>
          <p:nvPr/>
        </p:nvGrpSpPr>
        <p:grpSpPr bwMode="auto">
          <a:xfrm>
            <a:off x="3148401" y="1933106"/>
            <a:ext cx="2477907" cy="1015841"/>
            <a:chOff x="526" y="2209"/>
            <a:chExt cx="2209" cy="913"/>
          </a:xfrm>
        </p:grpSpPr>
        <p:sp>
          <p:nvSpPr>
            <p:cNvPr id="78" name="Freeform 183"/>
            <p:cNvSpPr>
              <a:spLocks/>
            </p:cNvSpPr>
            <p:nvPr/>
          </p:nvSpPr>
          <p:spPr bwMode="auto">
            <a:xfrm>
              <a:off x="526" y="2209"/>
              <a:ext cx="2209" cy="913"/>
            </a:xfrm>
            <a:custGeom>
              <a:avLst/>
              <a:gdLst/>
              <a:ahLst/>
              <a:cxnLst>
                <a:cxn ang="0">
                  <a:pos x="1968" y="0"/>
                </a:cxn>
                <a:cxn ang="0">
                  <a:pos x="0" y="0"/>
                </a:cxn>
                <a:cxn ang="0">
                  <a:pos x="240" y="456"/>
                </a:cxn>
                <a:cxn ang="0">
                  <a:pos x="0" y="912"/>
                </a:cxn>
                <a:cxn ang="0">
                  <a:pos x="1968" y="912"/>
                </a:cxn>
                <a:cxn ang="0">
                  <a:pos x="2208" y="456"/>
                </a:cxn>
                <a:cxn ang="0">
                  <a:pos x="1968" y="0"/>
                </a:cxn>
              </a:cxnLst>
              <a:rect l="0" t="0" r="r" b="b"/>
              <a:pathLst>
                <a:path w="2209" h="913">
                  <a:moveTo>
                    <a:pt x="1968" y="0"/>
                  </a:moveTo>
                  <a:lnTo>
                    <a:pt x="0" y="0"/>
                  </a:lnTo>
                  <a:lnTo>
                    <a:pt x="240" y="456"/>
                  </a:lnTo>
                  <a:lnTo>
                    <a:pt x="0" y="912"/>
                  </a:lnTo>
                  <a:lnTo>
                    <a:pt x="1968" y="912"/>
                  </a:lnTo>
                  <a:lnTo>
                    <a:pt x="2208" y="456"/>
                  </a:lnTo>
                  <a:lnTo>
                    <a:pt x="1968" y="0"/>
                  </a:lnTo>
                </a:path>
              </a:pathLst>
            </a:custGeom>
            <a:solidFill>
              <a:srgbClr val="00B050"/>
            </a:solidFill>
            <a:ln w="9525" cap="rnd">
              <a:noFill/>
              <a:round/>
              <a:headEnd type="none" w="sm" len="sm"/>
              <a:tailEnd type="none" w="sm" len="sm"/>
            </a:ln>
            <a:effectLst/>
          </p:spPr>
          <p:txBody>
            <a:bodyPr/>
            <a:lstStyle/>
            <a:p>
              <a:endParaRPr lang="pt-BR" sz="2400">
                <a:latin typeface="Lato" pitchFamily="34" charset="0"/>
              </a:endParaRPr>
            </a:p>
          </p:txBody>
        </p:sp>
        <p:grpSp>
          <p:nvGrpSpPr>
            <p:cNvPr id="79" name="Group 184"/>
            <p:cNvGrpSpPr>
              <a:grpSpLocks/>
            </p:cNvGrpSpPr>
            <p:nvPr/>
          </p:nvGrpSpPr>
          <p:grpSpPr bwMode="auto">
            <a:xfrm>
              <a:off x="862" y="2336"/>
              <a:ext cx="1660" cy="593"/>
              <a:chOff x="862" y="2336"/>
              <a:chExt cx="1660" cy="593"/>
            </a:xfrm>
          </p:grpSpPr>
          <p:sp>
            <p:nvSpPr>
              <p:cNvPr id="80" name="Rectangle 185"/>
              <p:cNvSpPr>
                <a:spLocks noChangeArrowheads="1"/>
              </p:cNvSpPr>
              <p:nvPr/>
            </p:nvSpPr>
            <p:spPr bwMode="auto">
              <a:xfrm>
                <a:off x="862" y="2427"/>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1" name="Rectangle 186"/>
              <p:cNvSpPr>
                <a:spLocks noChangeArrowheads="1"/>
              </p:cNvSpPr>
              <p:nvPr/>
            </p:nvSpPr>
            <p:spPr bwMode="auto">
              <a:xfrm>
                <a:off x="985" y="2427"/>
                <a:ext cx="77"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2" name="Rectangle 187"/>
              <p:cNvSpPr>
                <a:spLocks noChangeArrowheads="1"/>
              </p:cNvSpPr>
              <p:nvPr/>
            </p:nvSpPr>
            <p:spPr bwMode="auto">
              <a:xfrm>
                <a:off x="1246" y="2516"/>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3" name="Rectangle 188"/>
              <p:cNvSpPr>
                <a:spLocks noChangeArrowheads="1"/>
              </p:cNvSpPr>
              <p:nvPr/>
            </p:nvSpPr>
            <p:spPr bwMode="auto">
              <a:xfrm>
                <a:off x="1385" y="2516"/>
                <a:ext cx="76"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4" name="Rectangle 189"/>
              <p:cNvSpPr>
                <a:spLocks noChangeArrowheads="1"/>
              </p:cNvSpPr>
              <p:nvPr/>
            </p:nvSpPr>
            <p:spPr bwMode="auto">
              <a:xfrm>
                <a:off x="1563" y="2336"/>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5" name="Rectangle 190"/>
              <p:cNvSpPr>
                <a:spLocks noChangeArrowheads="1"/>
              </p:cNvSpPr>
              <p:nvPr/>
            </p:nvSpPr>
            <p:spPr bwMode="auto">
              <a:xfrm>
                <a:off x="1969" y="2486"/>
                <a:ext cx="77"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6" name="Rectangle 191"/>
              <p:cNvSpPr>
                <a:spLocks noChangeArrowheads="1"/>
              </p:cNvSpPr>
              <p:nvPr/>
            </p:nvSpPr>
            <p:spPr bwMode="auto">
              <a:xfrm>
                <a:off x="2092" y="2486"/>
                <a:ext cx="76"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7" name="Rectangle 192"/>
              <p:cNvSpPr>
                <a:spLocks noChangeArrowheads="1"/>
              </p:cNvSpPr>
              <p:nvPr/>
            </p:nvSpPr>
            <p:spPr bwMode="auto">
              <a:xfrm>
                <a:off x="2245" y="2486"/>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8" name="Rectangle 193"/>
              <p:cNvSpPr>
                <a:spLocks noChangeArrowheads="1"/>
              </p:cNvSpPr>
              <p:nvPr/>
            </p:nvSpPr>
            <p:spPr bwMode="auto">
              <a:xfrm>
                <a:off x="2445" y="2633"/>
                <a:ext cx="77" cy="90"/>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9" name="Rectangle 194"/>
              <p:cNvSpPr>
                <a:spLocks noChangeArrowheads="1"/>
              </p:cNvSpPr>
              <p:nvPr/>
            </p:nvSpPr>
            <p:spPr bwMode="auto">
              <a:xfrm>
                <a:off x="2184" y="2723"/>
                <a:ext cx="77" cy="88"/>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0" name="Rectangle 195"/>
              <p:cNvSpPr>
                <a:spLocks noChangeArrowheads="1"/>
              </p:cNvSpPr>
              <p:nvPr/>
            </p:nvSpPr>
            <p:spPr bwMode="auto">
              <a:xfrm>
                <a:off x="2030" y="266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1" name="Rectangle 196"/>
              <p:cNvSpPr>
                <a:spLocks noChangeArrowheads="1"/>
              </p:cNvSpPr>
              <p:nvPr/>
            </p:nvSpPr>
            <p:spPr bwMode="auto">
              <a:xfrm>
                <a:off x="1907" y="266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2" name="Rectangle 197"/>
              <p:cNvSpPr>
                <a:spLocks noChangeArrowheads="1"/>
              </p:cNvSpPr>
              <p:nvPr/>
            </p:nvSpPr>
            <p:spPr bwMode="auto">
              <a:xfrm>
                <a:off x="1784" y="266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3" name="Rectangle 198"/>
              <p:cNvSpPr>
                <a:spLocks noChangeArrowheads="1"/>
              </p:cNvSpPr>
              <p:nvPr/>
            </p:nvSpPr>
            <p:spPr bwMode="auto">
              <a:xfrm>
                <a:off x="1631" y="2663"/>
                <a:ext cx="76"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4" name="Rectangle 199"/>
              <p:cNvSpPr>
                <a:spLocks noChangeArrowheads="1"/>
              </p:cNvSpPr>
              <p:nvPr/>
            </p:nvSpPr>
            <p:spPr bwMode="auto">
              <a:xfrm>
                <a:off x="1508" y="2663"/>
                <a:ext cx="76"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5" name="Rectangle 200"/>
              <p:cNvSpPr>
                <a:spLocks noChangeArrowheads="1"/>
              </p:cNvSpPr>
              <p:nvPr/>
            </p:nvSpPr>
            <p:spPr bwMode="auto">
              <a:xfrm>
                <a:off x="1385" y="2841"/>
                <a:ext cx="76"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6" name="Rectangle 201"/>
              <p:cNvSpPr>
                <a:spLocks noChangeArrowheads="1"/>
              </p:cNvSpPr>
              <p:nvPr/>
            </p:nvSpPr>
            <p:spPr bwMode="auto">
              <a:xfrm>
                <a:off x="1123" y="2693"/>
                <a:ext cx="77"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7" name="Rectangle 202"/>
              <p:cNvSpPr>
                <a:spLocks noChangeArrowheads="1"/>
              </p:cNvSpPr>
              <p:nvPr/>
            </p:nvSpPr>
            <p:spPr bwMode="auto">
              <a:xfrm>
                <a:off x="985" y="269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8" name="Rectangle 203"/>
              <p:cNvSpPr>
                <a:spLocks noChangeArrowheads="1"/>
              </p:cNvSpPr>
              <p:nvPr/>
            </p:nvSpPr>
            <p:spPr bwMode="auto">
              <a:xfrm>
                <a:off x="985" y="2575"/>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9" name="Rectangle 204"/>
              <p:cNvSpPr>
                <a:spLocks noChangeArrowheads="1"/>
              </p:cNvSpPr>
              <p:nvPr/>
            </p:nvSpPr>
            <p:spPr bwMode="auto">
              <a:xfrm>
                <a:off x="985"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0" name="Rectangle 205"/>
              <p:cNvSpPr>
                <a:spLocks noChangeArrowheads="1"/>
              </p:cNvSpPr>
              <p:nvPr/>
            </p:nvSpPr>
            <p:spPr bwMode="auto">
              <a:xfrm>
                <a:off x="1139"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1" name="Rectangle 206"/>
              <p:cNvSpPr>
                <a:spLocks noChangeArrowheads="1"/>
              </p:cNvSpPr>
              <p:nvPr/>
            </p:nvSpPr>
            <p:spPr bwMode="auto">
              <a:xfrm>
                <a:off x="1523"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2" name="Rectangle 207"/>
              <p:cNvSpPr>
                <a:spLocks noChangeArrowheads="1"/>
              </p:cNvSpPr>
              <p:nvPr/>
            </p:nvSpPr>
            <p:spPr bwMode="auto">
              <a:xfrm>
                <a:off x="1907"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3" name="Rectangle 208"/>
              <p:cNvSpPr>
                <a:spLocks noChangeArrowheads="1"/>
              </p:cNvSpPr>
              <p:nvPr/>
            </p:nvSpPr>
            <p:spPr bwMode="auto">
              <a:xfrm>
                <a:off x="2322" y="2782"/>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4" name="Freeform 209"/>
              <p:cNvSpPr>
                <a:spLocks/>
              </p:cNvSpPr>
              <p:nvPr/>
            </p:nvSpPr>
            <p:spPr bwMode="auto">
              <a:xfrm>
                <a:off x="939" y="2472"/>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5" name="Freeform 210"/>
              <p:cNvSpPr>
                <a:spLocks/>
              </p:cNvSpPr>
              <p:nvPr/>
            </p:nvSpPr>
            <p:spPr bwMode="auto">
              <a:xfrm>
                <a:off x="1046" y="2473"/>
                <a:ext cx="201" cy="88"/>
              </a:xfrm>
              <a:custGeom>
                <a:avLst/>
                <a:gdLst/>
                <a:ahLst/>
                <a:cxnLst>
                  <a:cxn ang="0">
                    <a:pos x="0" y="0"/>
                  </a:cxn>
                  <a:cxn ang="0">
                    <a:pos x="100" y="0"/>
                  </a:cxn>
                  <a:cxn ang="0">
                    <a:pos x="100" y="87"/>
                  </a:cxn>
                  <a:cxn ang="0">
                    <a:pos x="200" y="87"/>
                  </a:cxn>
                </a:cxnLst>
                <a:rect l="0" t="0" r="r" b="b"/>
                <a:pathLst>
                  <a:path w="201" h="88">
                    <a:moveTo>
                      <a:pt x="0" y="0"/>
                    </a:moveTo>
                    <a:lnTo>
                      <a:pt x="100" y="0"/>
                    </a:lnTo>
                    <a:lnTo>
                      <a:pt x="100" y="87"/>
                    </a:lnTo>
                    <a:lnTo>
                      <a:pt x="200" y="8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6" name="Freeform 211"/>
              <p:cNvSpPr>
                <a:spLocks/>
              </p:cNvSpPr>
              <p:nvPr/>
            </p:nvSpPr>
            <p:spPr bwMode="auto">
              <a:xfrm>
                <a:off x="1200" y="2560"/>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7" name="Freeform 212"/>
              <p:cNvSpPr>
                <a:spLocks/>
              </p:cNvSpPr>
              <p:nvPr/>
            </p:nvSpPr>
            <p:spPr bwMode="auto">
              <a:xfrm>
                <a:off x="1323" y="2560"/>
                <a:ext cx="63" cy="1"/>
              </a:xfrm>
              <a:custGeom>
                <a:avLst/>
                <a:gdLst/>
                <a:ahLst/>
                <a:cxnLst>
                  <a:cxn ang="0">
                    <a:pos x="0" y="0"/>
                  </a:cxn>
                  <a:cxn ang="0">
                    <a:pos x="62" y="0"/>
                  </a:cxn>
                </a:cxnLst>
                <a:rect l="0" t="0" r="r" b="b"/>
                <a:pathLst>
                  <a:path w="63" h="1">
                    <a:moveTo>
                      <a:pt x="0" y="0"/>
                    </a:moveTo>
                    <a:lnTo>
                      <a:pt x="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8" name="Freeform 213"/>
              <p:cNvSpPr>
                <a:spLocks/>
              </p:cNvSpPr>
              <p:nvPr/>
            </p:nvSpPr>
            <p:spPr bwMode="auto">
              <a:xfrm>
                <a:off x="1461" y="2560"/>
                <a:ext cx="48" cy="149"/>
              </a:xfrm>
              <a:custGeom>
                <a:avLst/>
                <a:gdLst/>
                <a:ahLst/>
                <a:cxnLst>
                  <a:cxn ang="0">
                    <a:pos x="0" y="0"/>
                  </a:cxn>
                  <a:cxn ang="0">
                    <a:pos x="23" y="0"/>
                  </a:cxn>
                  <a:cxn ang="0">
                    <a:pos x="23" y="148"/>
                  </a:cxn>
                  <a:cxn ang="0">
                    <a:pos x="47" y="148"/>
                  </a:cxn>
                </a:cxnLst>
                <a:rect l="0" t="0" r="r" b="b"/>
                <a:pathLst>
                  <a:path w="48" h="149">
                    <a:moveTo>
                      <a:pt x="0" y="0"/>
                    </a:moveTo>
                    <a:lnTo>
                      <a:pt x="23" y="0"/>
                    </a:lnTo>
                    <a:lnTo>
                      <a:pt x="23" y="148"/>
                    </a:lnTo>
                    <a:lnTo>
                      <a:pt x="47" y="148"/>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9" name="Freeform 214"/>
              <p:cNvSpPr>
                <a:spLocks/>
              </p:cNvSpPr>
              <p:nvPr/>
            </p:nvSpPr>
            <p:spPr bwMode="auto">
              <a:xfrm>
                <a:off x="1461" y="2381"/>
                <a:ext cx="103" cy="180"/>
              </a:xfrm>
              <a:custGeom>
                <a:avLst/>
                <a:gdLst/>
                <a:ahLst/>
                <a:cxnLst>
                  <a:cxn ang="0">
                    <a:pos x="0" y="179"/>
                  </a:cxn>
                  <a:cxn ang="0">
                    <a:pos x="51" y="179"/>
                  </a:cxn>
                  <a:cxn ang="0">
                    <a:pos x="51" y="0"/>
                  </a:cxn>
                  <a:cxn ang="0">
                    <a:pos x="102" y="0"/>
                  </a:cxn>
                </a:cxnLst>
                <a:rect l="0" t="0" r="r" b="b"/>
                <a:pathLst>
                  <a:path w="103" h="180">
                    <a:moveTo>
                      <a:pt x="0" y="179"/>
                    </a:moveTo>
                    <a:lnTo>
                      <a:pt x="51" y="179"/>
                    </a:lnTo>
                    <a:lnTo>
                      <a:pt x="51" y="0"/>
                    </a:lnTo>
                    <a:lnTo>
                      <a:pt x="10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0" name="Freeform 215"/>
              <p:cNvSpPr>
                <a:spLocks/>
              </p:cNvSpPr>
              <p:nvPr/>
            </p:nvSpPr>
            <p:spPr bwMode="auto">
              <a:xfrm>
                <a:off x="1584" y="2708"/>
                <a:ext cx="48" cy="1"/>
              </a:xfrm>
              <a:custGeom>
                <a:avLst/>
                <a:gdLst/>
                <a:ahLst/>
                <a:cxnLst>
                  <a:cxn ang="0">
                    <a:pos x="0" y="0"/>
                  </a:cxn>
                  <a:cxn ang="0">
                    <a:pos x="47" y="0"/>
                  </a:cxn>
                </a:cxnLst>
                <a:rect l="0" t="0" r="r" b="b"/>
                <a:pathLst>
                  <a:path w="48" h="1">
                    <a:moveTo>
                      <a:pt x="0" y="0"/>
                    </a:moveTo>
                    <a:lnTo>
                      <a:pt x="4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1" name="Freeform 216"/>
              <p:cNvSpPr>
                <a:spLocks/>
              </p:cNvSpPr>
              <p:nvPr/>
            </p:nvSpPr>
            <p:spPr bwMode="auto">
              <a:xfrm>
                <a:off x="1707" y="2708"/>
                <a:ext cx="78" cy="1"/>
              </a:xfrm>
              <a:custGeom>
                <a:avLst/>
                <a:gdLst/>
                <a:ahLst/>
                <a:cxnLst>
                  <a:cxn ang="0">
                    <a:pos x="0" y="0"/>
                  </a:cxn>
                  <a:cxn ang="0">
                    <a:pos x="77" y="0"/>
                  </a:cxn>
                </a:cxnLst>
                <a:rect l="0" t="0" r="r" b="b"/>
                <a:pathLst>
                  <a:path w="78" h="1">
                    <a:moveTo>
                      <a:pt x="0" y="0"/>
                    </a:moveTo>
                    <a:lnTo>
                      <a:pt x="7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2" name="Freeform 217"/>
              <p:cNvSpPr>
                <a:spLocks/>
              </p:cNvSpPr>
              <p:nvPr/>
            </p:nvSpPr>
            <p:spPr bwMode="auto">
              <a:xfrm>
                <a:off x="1640" y="2381"/>
                <a:ext cx="184" cy="283"/>
              </a:xfrm>
              <a:custGeom>
                <a:avLst/>
                <a:gdLst/>
                <a:ahLst/>
                <a:cxnLst>
                  <a:cxn ang="0">
                    <a:pos x="0" y="0"/>
                  </a:cxn>
                  <a:cxn ang="0">
                    <a:pos x="183" y="0"/>
                  </a:cxn>
                  <a:cxn ang="0">
                    <a:pos x="183" y="282"/>
                  </a:cxn>
                </a:cxnLst>
                <a:rect l="0" t="0" r="r" b="b"/>
                <a:pathLst>
                  <a:path w="184" h="283">
                    <a:moveTo>
                      <a:pt x="0" y="0"/>
                    </a:moveTo>
                    <a:lnTo>
                      <a:pt x="183" y="0"/>
                    </a:lnTo>
                    <a:lnTo>
                      <a:pt x="183" y="282"/>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3" name="Freeform 218"/>
              <p:cNvSpPr>
                <a:spLocks/>
              </p:cNvSpPr>
              <p:nvPr/>
            </p:nvSpPr>
            <p:spPr bwMode="auto">
              <a:xfrm>
                <a:off x="1062" y="2560"/>
                <a:ext cx="185" cy="60"/>
              </a:xfrm>
              <a:custGeom>
                <a:avLst/>
                <a:gdLst/>
                <a:ahLst/>
                <a:cxnLst>
                  <a:cxn ang="0">
                    <a:pos x="0" y="59"/>
                  </a:cxn>
                  <a:cxn ang="0">
                    <a:pos x="92" y="59"/>
                  </a:cxn>
                  <a:cxn ang="0">
                    <a:pos x="92" y="0"/>
                  </a:cxn>
                  <a:cxn ang="0">
                    <a:pos x="184" y="0"/>
                  </a:cxn>
                </a:cxnLst>
                <a:rect l="0" t="0" r="r" b="b"/>
                <a:pathLst>
                  <a:path w="185" h="60">
                    <a:moveTo>
                      <a:pt x="0" y="59"/>
                    </a:moveTo>
                    <a:lnTo>
                      <a:pt x="92" y="59"/>
                    </a:lnTo>
                    <a:lnTo>
                      <a:pt x="92" y="0"/>
                    </a:lnTo>
                    <a:lnTo>
                      <a:pt x="184"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4" name="Freeform 219"/>
              <p:cNvSpPr>
                <a:spLocks/>
              </p:cNvSpPr>
              <p:nvPr/>
            </p:nvSpPr>
            <p:spPr bwMode="auto">
              <a:xfrm>
                <a:off x="1062" y="2737"/>
                <a:ext cx="62" cy="1"/>
              </a:xfrm>
              <a:custGeom>
                <a:avLst/>
                <a:gdLst/>
                <a:ahLst/>
                <a:cxnLst>
                  <a:cxn ang="0">
                    <a:pos x="0" y="0"/>
                  </a:cxn>
                  <a:cxn ang="0">
                    <a:pos x="61" y="0"/>
                  </a:cxn>
                </a:cxnLst>
                <a:rect l="0" t="0" r="r" b="b"/>
                <a:pathLst>
                  <a:path w="62" h="1">
                    <a:moveTo>
                      <a:pt x="0" y="0"/>
                    </a:moveTo>
                    <a:lnTo>
                      <a:pt x="6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5" name="Freeform 220"/>
              <p:cNvSpPr>
                <a:spLocks/>
              </p:cNvSpPr>
              <p:nvPr/>
            </p:nvSpPr>
            <p:spPr bwMode="auto">
              <a:xfrm>
                <a:off x="1200" y="2560"/>
                <a:ext cx="47" cy="178"/>
              </a:xfrm>
              <a:custGeom>
                <a:avLst/>
                <a:gdLst/>
                <a:ahLst/>
                <a:cxnLst>
                  <a:cxn ang="0">
                    <a:pos x="0" y="177"/>
                  </a:cxn>
                  <a:cxn ang="0">
                    <a:pos x="23" y="177"/>
                  </a:cxn>
                  <a:cxn ang="0">
                    <a:pos x="23" y="0"/>
                  </a:cxn>
                  <a:cxn ang="0">
                    <a:pos x="46" y="0"/>
                  </a:cxn>
                </a:cxnLst>
                <a:rect l="0" t="0" r="r" b="b"/>
                <a:pathLst>
                  <a:path w="47" h="178">
                    <a:moveTo>
                      <a:pt x="0" y="177"/>
                    </a:moveTo>
                    <a:lnTo>
                      <a:pt x="23" y="177"/>
                    </a:lnTo>
                    <a:lnTo>
                      <a:pt x="23" y="0"/>
                    </a:ln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6" name="Freeform 221"/>
              <p:cNvSpPr>
                <a:spLocks/>
              </p:cNvSpPr>
              <p:nvPr/>
            </p:nvSpPr>
            <p:spPr bwMode="auto">
              <a:xfrm>
                <a:off x="1707" y="2531"/>
                <a:ext cx="263" cy="178"/>
              </a:xfrm>
              <a:custGeom>
                <a:avLst/>
                <a:gdLst/>
                <a:ahLst/>
                <a:cxnLst>
                  <a:cxn ang="0">
                    <a:pos x="0" y="177"/>
                  </a:cxn>
                  <a:cxn ang="0">
                    <a:pos x="131" y="177"/>
                  </a:cxn>
                  <a:cxn ang="0">
                    <a:pos x="131" y="0"/>
                  </a:cxn>
                  <a:cxn ang="0">
                    <a:pos x="262" y="0"/>
                  </a:cxn>
                </a:cxnLst>
                <a:rect l="0" t="0" r="r" b="b"/>
                <a:pathLst>
                  <a:path w="263" h="178">
                    <a:moveTo>
                      <a:pt x="0" y="177"/>
                    </a:moveTo>
                    <a:lnTo>
                      <a:pt x="131" y="177"/>
                    </a:lnTo>
                    <a:lnTo>
                      <a:pt x="131" y="0"/>
                    </a:lnTo>
                    <a:lnTo>
                      <a:pt x="2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7" name="Freeform 222"/>
              <p:cNvSpPr>
                <a:spLocks/>
              </p:cNvSpPr>
              <p:nvPr/>
            </p:nvSpPr>
            <p:spPr bwMode="auto">
              <a:xfrm>
                <a:off x="1861" y="2708"/>
                <a:ext cx="47" cy="177"/>
              </a:xfrm>
              <a:custGeom>
                <a:avLst/>
                <a:gdLst/>
                <a:ahLst/>
                <a:cxnLst>
                  <a:cxn ang="0">
                    <a:pos x="0" y="0"/>
                  </a:cxn>
                  <a:cxn ang="0">
                    <a:pos x="23" y="0"/>
                  </a:cxn>
                  <a:cxn ang="0">
                    <a:pos x="23" y="176"/>
                  </a:cxn>
                  <a:cxn ang="0">
                    <a:pos x="46" y="176"/>
                  </a:cxn>
                </a:cxnLst>
                <a:rect l="0" t="0" r="r" b="b"/>
                <a:pathLst>
                  <a:path w="47" h="177">
                    <a:moveTo>
                      <a:pt x="0" y="0"/>
                    </a:moveTo>
                    <a:lnTo>
                      <a:pt x="23" y="0"/>
                    </a:lnTo>
                    <a:lnTo>
                      <a:pt x="23" y="176"/>
                    </a:lnTo>
                    <a:lnTo>
                      <a:pt x="46" y="176"/>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8" name="Freeform 223"/>
              <p:cNvSpPr>
                <a:spLocks/>
              </p:cNvSpPr>
              <p:nvPr/>
            </p:nvSpPr>
            <p:spPr bwMode="auto">
              <a:xfrm>
                <a:off x="1861" y="2708"/>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9" name="Freeform 224"/>
              <p:cNvSpPr>
                <a:spLocks/>
              </p:cNvSpPr>
              <p:nvPr/>
            </p:nvSpPr>
            <p:spPr bwMode="auto">
              <a:xfrm>
                <a:off x="2046" y="2531"/>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0" name="Freeform 225"/>
              <p:cNvSpPr>
                <a:spLocks/>
              </p:cNvSpPr>
              <p:nvPr/>
            </p:nvSpPr>
            <p:spPr bwMode="auto">
              <a:xfrm>
                <a:off x="2168" y="2531"/>
                <a:ext cx="78" cy="1"/>
              </a:xfrm>
              <a:custGeom>
                <a:avLst/>
                <a:gdLst/>
                <a:ahLst/>
                <a:cxnLst>
                  <a:cxn ang="0">
                    <a:pos x="0" y="0"/>
                  </a:cxn>
                  <a:cxn ang="0">
                    <a:pos x="77" y="0"/>
                  </a:cxn>
                </a:cxnLst>
                <a:rect l="0" t="0" r="r" b="b"/>
                <a:pathLst>
                  <a:path w="78" h="1">
                    <a:moveTo>
                      <a:pt x="0" y="0"/>
                    </a:moveTo>
                    <a:lnTo>
                      <a:pt x="7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1" name="Freeform 226"/>
              <p:cNvSpPr>
                <a:spLocks/>
              </p:cNvSpPr>
              <p:nvPr/>
            </p:nvSpPr>
            <p:spPr bwMode="auto">
              <a:xfrm>
                <a:off x="2168" y="2531"/>
                <a:ext cx="278" cy="148"/>
              </a:xfrm>
              <a:custGeom>
                <a:avLst/>
                <a:gdLst/>
                <a:ahLst/>
                <a:cxnLst>
                  <a:cxn ang="0">
                    <a:pos x="0" y="0"/>
                  </a:cxn>
                  <a:cxn ang="0">
                    <a:pos x="38" y="0"/>
                  </a:cxn>
                  <a:cxn ang="0">
                    <a:pos x="38" y="147"/>
                  </a:cxn>
                  <a:cxn ang="0">
                    <a:pos x="277" y="147"/>
                  </a:cxn>
                </a:cxnLst>
                <a:rect l="0" t="0" r="r" b="b"/>
                <a:pathLst>
                  <a:path w="278" h="148">
                    <a:moveTo>
                      <a:pt x="0" y="0"/>
                    </a:moveTo>
                    <a:lnTo>
                      <a:pt x="38" y="0"/>
                    </a:lnTo>
                    <a:lnTo>
                      <a:pt x="38" y="147"/>
                    </a:lnTo>
                    <a:lnTo>
                      <a:pt x="277" y="14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2" name="Freeform 227"/>
              <p:cNvSpPr>
                <a:spLocks/>
              </p:cNvSpPr>
              <p:nvPr/>
            </p:nvSpPr>
            <p:spPr bwMode="auto">
              <a:xfrm>
                <a:off x="1062" y="2737"/>
                <a:ext cx="62" cy="148"/>
              </a:xfrm>
              <a:custGeom>
                <a:avLst/>
                <a:gdLst/>
                <a:ahLst/>
                <a:cxnLst>
                  <a:cxn ang="0">
                    <a:pos x="0" y="147"/>
                  </a:cxn>
                  <a:cxn ang="0">
                    <a:pos x="30" y="147"/>
                  </a:cxn>
                  <a:cxn ang="0">
                    <a:pos x="30" y="0"/>
                  </a:cxn>
                  <a:cxn ang="0">
                    <a:pos x="61" y="0"/>
                  </a:cxn>
                </a:cxnLst>
                <a:rect l="0" t="0" r="r" b="b"/>
                <a:pathLst>
                  <a:path w="62" h="148">
                    <a:moveTo>
                      <a:pt x="0" y="147"/>
                    </a:moveTo>
                    <a:lnTo>
                      <a:pt x="30" y="147"/>
                    </a:lnTo>
                    <a:lnTo>
                      <a:pt x="30" y="0"/>
                    </a:lnTo>
                    <a:lnTo>
                      <a:pt x="6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3" name="Freeform 228"/>
              <p:cNvSpPr>
                <a:spLocks/>
              </p:cNvSpPr>
              <p:nvPr/>
            </p:nvSpPr>
            <p:spPr bwMode="auto">
              <a:xfrm>
                <a:off x="939" y="2472"/>
                <a:ext cx="47" cy="266"/>
              </a:xfrm>
              <a:custGeom>
                <a:avLst/>
                <a:gdLst/>
                <a:ahLst/>
                <a:cxnLst>
                  <a:cxn ang="0">
                    <a:pos x="0" y="0"/>
                  </a:cxn>
                  <a:cxn ang="0">
                    <a:pos x="23" y="0"/>
                  </a:cxn>
                  <a:cxn ang="0">
                    <a:pos x="23" y="265"/>
                  </a:cxn>
                  <a:cxn ang="0">
                    <a:pos x="46" y="265"/>
                  </a:cxn>
                </a:cxnLst>
                <a:rect l="0" t="0" r="r" b="b"/>
                <a:pathLst>
                  <a:path w="47" h="266">
                    <a:moveTo>
                      <a:pt x="0" y="0"/>
                    </a:moveTo>
                    <a:lnTo>
                      <a:pt x="23" y="0"/>
                    </a:lnTo>
                    <a:lnTo>
                      <a:pt x="23" y="265"/>
                    </a:lnTo>
                    <a:lnTo>
                      <a:pt x="46" y="26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4" name="Freeform 229"/>
              <p:cNvSpPr>
                <a:spLocks/>
              </p:cNvSpPr>
              <p:nvPr/>
            </p:nvSpPr>
            <p:spPr bwMode="auto">
              <a:xfrm>
                <a:off x="939" y="2472"/>
                <a:ext cx="47" cy="148"/>
              </a:xfrm>
              <a:custGeom>
                <a:avLst/>
                <a:gdLst/>
                <a:ahLst/>
                <a:cxnLst>
                  <a:cxn ang="0">
                    <a:pos x="0" y="0"/>
                  </a:cxn>
                  <a:cxn ang="0">
                    <a:pos x="23" y="0"/>
                  </a:cxn>
                  <a:cxn ang="0">
                    <a:pos x="23" y="147"/>
                  </a:cxn>
                  <a:cxn ang="0">
                    <a:pos x="46" y="147"/>
                  </a:cxn>
                </a:cxnLst>
                <a:rect l="0" t="0" r="r" b="b"/>
                <a:pathLst>
                  <a:path w="47" h="148">
                    <a:moveTo>
                      <a:pt x="0" y="0"/>
                    </a:moveTo>
                    <a:lnTo>
                      <a:pt x="23" y="0"/>
                    </a:lnTo>
                    <a:lnTo>
                      <a:pt x="23" y="147"/>
                    </a:lnTo>
                    <a:lnTo>
                      <a:pt x="46" y="14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5" name="Freeform 230"/>
              <p:cNvSpPr>
                <a:spLocks/>
              </p:cNvSpPr>
              <p:nvPr/>
            </p:nvSpPr>
            <p:spPr bwMode="auto">
              <a:xfrm>
                <a:off x="1062" y="2884"/>
                <a:ext cx="78" cy="1"/>
              </a:xfrm>
              <a:custGeom>
                <a:avLst/>
                <a:gdLst/>
                <a:ahLst/>
                <a:cxnLst>
                  <a:cxn ang="0">
                    <a:pos x="0" y="0"/>
                  </a:cxn>
                  <a:cxn ang="0">
                    <a:pos x="77" y="0"/>
                  </a:cxn>
                </a:cxnLst>
                <a:rect l="0" t="0" r="r" b="b"/>
                <a:pathLst>
                  <a:path w="78" h="1">
                    <a:moveTo>
                      <a:pt x="0" y="0"/>
                    </a:moveTo>
                    <a:lnTo>
                      <a:pt x="7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6" name="Freeform 231"/>
              <p:cNvSpPr>
                <a:spLocks/>
              </p:cNvSpPr>
              <p:nvPr/>
            </p:nvSpPr>
            <p:spPr bwMode="auto">
              <a:xfrm>
                <a:off x="1216" y="2708"/>
                <a:ext cx="293" cy="178"/>
              </a:xfrm>
              <a:custGeom>
                <a:avLst/>
                <a:gdLst/>
                <a:ahLst/>
                <a:cxnLst>
                  <a:cxn ang="0">
                    <a:pos x="0" y="177"/>
                  </a:cxn>
                  <a:cxn ang="0">
                    <a:pos x="146" y="177"/>
                  </a:cxn>
                  <a:cxn ang="0">
                    <a:pos x="146" y="0"/>
                  </a:cxn>
                  <a:cxn ang="0">
                    <a:pos x="292" y="0"/>
                  </a:cxn>
                </a:cxnLst>
                <a:rect l="0" t="0" r="r" b="b"/>
                <a:pathLst>
                  <a:path w="293" h="178">
                    <a:moveTo>
                      <a:pt x="0" y="177"/>
                    </a:moveTo>
                    <a:lnTo>
                      <a:pt x="146" y="177"/>
                    </a:lnTo>
                    <a:lnTo>
                      <a:pt x="146" y="0"/>
                    </a:lnTo>
                    <a:lnTo>
                      <a:pt x="29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7" name="Freeform 232"/>
              <p:cNvSpPr>
                <a:spLocks/>
              </p:cNvSpPr>
              <p:nvPr/>
            </p:nvSpPr>
            <p:spPr bwMode="auto">
              <a:xfrm>
                <a:off x="1216" y="2884"/>
                <a:ext cx="170" cy="1"/>
              </a:xfrm>
              <a:custGeom>
                <a:avLst/>
                <a:gdLst/>
                <a:ahLst/>
                <a:cxnLst>
                  <a:cxn ang="0">
                    <a:pos x="0" y="0"/>
                  </a:cxn>
                  <a:cxn ang="0">
                    <a:pos x="169" y="0"/>
                  </a:cxn>
                </a:cxnLst>
                <a:rect l="0" t="0" r="r" b="b"/>
                <a:pathLst>
                  <a:path w="170" h="1">
                    <a:moveTo>
                      <a:pt x="0" y="0"/>
                    </a:moveTo>
                    <a:lnTo>
                      <a:pt x="169"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8" name="Freeform 233"/>
              <p:cNvSpPr>
                <a:spLocks/>
              </p:cNvSpPr>
              <p:nvPr/>
            </p:nvSpPr>
            <p:spPr bwMode="auto">
              <a:xfrm>
                <a:off x="1461" y="2884"/>
                <a:ext cx="63" cy="1"/>
              </a:xfrm>
              <a:custGeom>
                <a:avLst/>
                <a:gdLst/>
                <a:ahLst/>
                <a:cxnLst>
                  <a:cxn ang="0">
                    <a:pos x="0" y="0"/>
                  </a:cxn>
                  <a:cxn ang="0">
                    <a:pos x="62" y="0"/>
                  </a:cxn>
                </a:cxnLst>
                <a:rect l="0" t="0" r="r" b="b"/>
                <a:pathLst>
                  <a:path w="63" h="1">
                    <a:moveTo>
                      <a:pt x="0" y="0"/>
                    </a:moveTo>
                    <a:lnTo>
                      <a:pt x="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9" name="Freeform 234"/>
              <p:cNvSpPr>
                <a:spLocks/>
              </p:cNvSpPr>
              <p:nvPr/>
            </p:nvSpPr>
            <p:spPr bwMode="auto">
              <a:xfrm>
                <a:off x="1600" y="2708"/>
                <a:ext cx="32" cy="177"/>
              </a:xfrm>
              <a:custGeom>
                <a:avLst/>
                <a:gdLst/>
                <a:ahLst/>
                <a:cxnLst>
                  <a:cxn ang="0">
                    <a:pos x="0" y="176"/>
                  </a:cxn>
                  <a:cxn ang="0">
                    <a:pos x="15" y="176"/>
                  </a:cxn>
                  <a:cxn ang="0">
                    <a:pos x="15" y="0"/>
                  </a:cxn>
                  <a:cxn ang="0">
                    <a:pos x="31" y="0"/>
                  </a:cxn>
                </a:cxnLst>
                <a:rect l="0" t="0" r="r" b="b"/>
                <a:pathLst>
                  <a:path w="32" h="177">
                    <a:moveTo>
                      <a:pt x="0" y="176"/>
                    </a:moveTo>
                    <a:lnTo>
                      <a:pt x="15" y="176"/>
                    </a:lnTo>
                    <a:lnTo>
                      <a:pt x="15" y="0"/>
                    </a:lnTo>
                    <a:lnTo>
                      <a:pt x="3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0" name="Freeform 235"/>
              <p:cNvSpPr>
                <a:spLocks/>
              </p:cNvSpPr>
              <p:nvPr/>
            </p:nvSpPr>
            <p:spPr bwMode="auto">
              <a:xfrm>
                <a:off x="1984" y="2708"/>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1" name="Freeform 236"/>
              <p:cNvSpPr>
                <a:spLocks/>
              </p:cNvSpPr>
              <p:nvPr/>
            </p:nvSpPr>
            <p:spPr bwMode="auto">
              <a:xfrm>
                <a:off x="2107" y="2708"/>
                <a:ext cx="78" cy="59"/>
              </a:xfrm>
              <a:custGeom>
                <a:avLst/>
                <a:gdLst/>
                <a:ahLst/>
                <a:cxnLst>
                  <a:cxn ang="0">
                    <a:pos x="0" y="0"/>
                  </a:cxn>
                  <a:cxn ang="0">
                    <a:pos x="38" y="0"/>
                  </a:cxn>
                  <a:cxn ang="0">
                    <a:pos x="38" y="58"/>
                  </a:cxn>
                  <a:cxn ang="0">
                    <a:pos x="77" y="58"/>
                  </a:cxn>
                </a:cxnLst>
                <a:rect l="0" t="0" r="r" b="b"/>
                <a:pathLst>
                  <a:path w="78" h="59">
                    <a:moveTo>
                      <a:pt x="0" y="0"/>
                    </a:moveTo>
                    <a:lnTo>
                      <a:pt x="38" y="0"/>
                    </a:lnTo>
                    <a:lnTo>
                      <a:pt x="38" y="58"/>
                    </a:lnTo>
                    <a:lnTo>
                      <a:pt x="77" y="58"/>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2" name="Freeform 237"/>
              <p:cNvSpPr>
                <a:spLocks/>
              </p:cNvSpPr>
              <p:nvPr/>
            </p:nvSpPr>
            <p:spPr bwMode="auto">
              <a:xfrm>
                <a:off x="1984" y="2708"/>
                <a:ext cx="47" cy="177"/>
              </a:xfrm>
              <a:custGeom>
                <a:avLst/>
                <a:gdLst/>
                <a:ahLst/>
                <a:cxnLst>
                  <a:cxn ang="0">
                    <a:pos x="0" y="176"/>
                  </a:cxn>
                  <a:cxn ang="0">
                    <a:pos x="23" y="176"/>
                  </a:cxn>
                  <a:cxn ang="0">
                    <a:pos x="23" y="0"/>
                  </a:cxn>
                  <a:cxn ang="0">
                    <a:pos x="46" y="0"/>
                  </a:cxn>
                </a:cxnLst>
                <a:rect l="0" t="0" r="r" b="b"/>
                <a:pathLst>
                  <a:path w="47" h="177">
                    <a:moveTo>
                      <a:pt x="0" y="176"/>
                    </a:moveTo>
                    <a:lnTo>
                      <a:pt x="23" y="176"/>
                    </a:lnTo>
                    <a:lnTo>
                      <a:pt x="23" y="0"/>
                    </a:ln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3" name="Freeform 238"/>
              <p:cNvSpPr>
                <a:spLocks/>
              </p:cNvSpPr>
              <p:nvPr/>
            </p:nvSpPr>
            <p:spPr bwMode="auto">
              <a:xfrm>
                <a:off x="2261" y="2766"/>
                <a:ext cx="62" cy="60"/>
              </a:xfrm>
              <a:custGeom>
                <a:avLst/>
                <a:gdLst/>
                <a:ahLst/>
                <a:cxnLst>
                  <a:cxn ang="0">
                    <a:pos x="0" y="0"/>
                  </a:cxn>
                  <a:cxn ang="0">
                    <a:pos x="30" y="0"/>
                  </a:cxn>
                  <a:cxn ang="0">
                    <a:pos x="30" y="59"/>
                  </a:cxn>
                  <a:cxn ang="0">
                    <a:pos x="61" y="59"/>
                  </a:cxn>
                </a:cxnLst>
                <a:rect l="0" t="0" r="r" b="b"/>
                <a:pathLst>
                  <a:path w="62" h="60">
                    <a:moveTo>
                      <a:pt x="0" y="0"/>
                    </a:moveTo>
                    <a:lnTo>
                      <a:pt x="30" y="0"/>
                    </a:lnTo>
                    <a:lnTo>
                      <a:pt x="30" y="59"/>
                    </a:lnTo>
                    <a:lnTo>
                      <a:pt x="61" y="5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4" name="Freeform 239"/>
              <p:cNvSpPr>
                <a:spLocks/>
              </p:cNvSpPr>
              <p:nvPr/>
            </p:nvSpPr>
            <p:spPr bwMode="auto">
              <a:xfrm>
                <a:off x="2399" y="2678"/>
                <a:ext cx="47" cy="148"/>
              </a:xfrm>
              <a:custGeom>
                <a:avLst/>
                <a:gdLst/>
                <a:ahLst/>
                <a:cxnLst>
                  <a:cxn ang="0">
                    <a:pos x="0" y="147"/>
                  </a:cxn>
                  <a:cxn ang="0">
                    <a:pos x="23" y="147"/>
                  </a:cxn>
                  <a:cxn ang="0">
                    <a:pos x="23" y="0"/>
                  </a:cxn>
                  <a:cxn ang="0">
                    <a:pos x="46" y="0"/>
                  </a:cxn>
                </a:cxnLst>
                <a:rect l="0" t="0" r="r" b="b"/>
                <a:pathLst>
                  <a:path w="47" h="148">
                    <a:moveTo>
                      <a:pt x="0" y="147"/>
                    </a:moveTo>
                    <a:lnTo>
                      <a:pt x="23" y="147"/>
                    </a:lnTo>
                    <a:lnTo>
                      <a:pt x="23" y="0"/>
                    </a:ln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grpSp>
      </p:grpSp>
      <p:grpSp>
        <p:nvGrpSpPr>
          <p:cNvPr id="135" name="Group 136"/>
          <p:cNvGrpSpPr>
            <a:grpSpLocks/>
          </p:cNvGrpSpPr>
          <p:nvPr/>
        </p:nvGrpSpPr>
        <p:grpSpPr bwMode="auto">
          <a:xfrm>
            <a:off x="3148402" y="3211709"/>
            <a:ext cx="2467545" cy="1657452"/>
            <a:chOff x="3408" y="2112"/>
            <a:chExt cx="1969" cy="1297"/>
          </a:xfrm>
        </p:grpSpPr>
        <p:sp>
          <p:nvSpPr>
            <p:cNvPr id="136" name="Freeform 137"/>
            <p:cNvSpPr>
              <a:spLocks/>
            </p:cNvSpPr>
            <p:nvPr/>
          </p:nvSpPr>
          <p:spPr bwMode="auto">
            <a:xfrm>
              <a:off x="3408" y="2112"/>
              <a:ext cx="1969" cy="1297"/>
            </a:xfrm>
            <a:custGeom>
              <a:avLst/>
              <a:gdLst/>
              <a:ahLst/>
              <a:cxnLst>
                <a:cxn ang="0">
                  <a:pos x="1476" y="0"/>
                </a:cxn>
                <a:cxn ang="0">
                  <a:pos x="1476" y="324"/>
                </a:cxn>
                <a:cxn ang="0">
                  <a:pos x="0" y="324"/>
                </a:cxn>
                <a:cxn ang="0">
                  <a:pos x="246" y="648"/>
                </a:cxn>
                <a:cxn ang="0">
                  <a:pos x="0" y="972"/>
                </a:cxn>
                <a:cxn ang="0">
                  <a:pos x="1476" y="972"/>
                </a:cxn>
                <a:cxn ang="0">
                  <a:pos x="1476" y="1296"/>
                </a:cxn>
                <a:cxn ang="0">
                  <a:pos x="1968" y="648"/>
                </a:cxn>
                <a:cxn ang="0">
                  <a:pos x="1476" y="0"/>
                </a:cxn>
              </a:cxnLst>
              <a:rect l="0" t="0" r="r" b="b"/>
              <a:pathLst>
                <a:path w="1969" h="1297">
                  <a:moveTo>
                    <a:pt x="1476" y="0"/>
                  </a:moveTo>
                  <a:lnTo>
                    <a:pt x="1476" y="324"/>
                  </a:lnTo>
                  <a:lnTo>
                    <a:pt x="0" y="324"/>
                  </a:lnTo>
                  <a:lnTo>
                    <a:pt x="246" y="648"/>
                  </a:lnTo>
                  <a:lnTo>
                    <a:pt x="0" y="972"/>
                  </a:lnTo>
                  <a:lnTo>
                    <a:pt x="1476" y="972"/>
                  </a:lnTo>
                  <a:lnTo>
                    <a:pt x="1476" y="1296"/>
                  </a:lnTo>
                  <a:lnTo>
                    <a:pt x="1968" y="648"/>
                  </a:lnTo>
                  <a:lnTo>
                    <a:pt x="1476" y="0"/>
                  </a:lnTo>
                </a:path>
              </a:pathLst>
            </a:custGeom>
            <a:solidFill>
              <a:srgbClr val="0070C0"/>
            </a:solidFill>
            <a:ln w="9525" cap="rnd">
              <a:noFill/>
              <a:round/>
              <a:headEnd type="none" w="sm" len="sm"/>
              <a:tailEnd type="none" w="sm" len="sm"/>
            </a:ln>
            <a:effectLst/>
          </p:spPr>
          <p:txBody>
            <a:bodyPr/>
            <a:lstStyle/>
            <a:p>
              <a:endParaRPr lang="pt-BR" sz="2400">
                <a:latin typeface="Lato" pitchFamily="34" charset="0"/>
              </a:endParaRPr>
            </a:p>
          </p:txBody>
        </p:sp>
        <p:grpSp>
          <p:nvGrpSpPr>
            <p:cNvPr id="137" name="Group 138"/>
            <p:cNvGrpSpPr>
              <a:grpSpLocks/>
            </p:cNvGrpSpPr>
            <p:nvPr/>
          </p:nvGrpSpPr>
          <p:grpSpPr bwMode="auto">
            <a:xfrm>
              <a:off x="3648" y="2544"/>
              <a:ext cx="1488" cy="432"/>
              <a:chOff x="3648" y="2544"/>
              <a:chExt cx="1488" cy="432"/>
            </a:xfrm>
          </p:grpSpPr>
          <p:sp>
            <p:nvSpPr>
              <p:cNvPr id="138" name="Rectangle 139"/>
              <p:cNvSpPr>
                <a:spLocks noChangeArrowheads="1"/>
              </p:cNvSpPr>
              <p:nvPr/>
            </p:nvSpPr>
            <p:spPr bwMode="auto">
              <a:xfrm>
                <a:off x="3648" y="2570"/>
                <a:ext cx="69" cy="71"/>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39" name="Rectangle 140"/>
              <p:cNvSpPr>
                <a:spLocks noChangeArrowheads="1"/>
              </p:cNvSpPr>
              <p:nvPr/>
            </p:nvSpPr>
            <p:spPr bwMode="auto">
              <a:xfrm>
                <a:off x="3758" y="2570"/>
                <a:ext cx="69" cy="71"/>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0" name="Rectangle 141"/>
              <p:cNvSpPr>
                <a:spLocks noChangeArrowheads="1"/>
              </p:cNvSpPr>
              <p:nvPr/>
            </p:nvSpPr>
            <p:spPr bwMode="auto">
              <a:xfrm>
                <a:off x="3984" y="254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1" name="Rectangle 142"/>
              <p:cNvSpPr>
                <a:spLocks noChangeArrowheads="1"/>
              </p:cNvSpPr>
              <p:nvPr/>
            </p:nvSpPr>
            <p:spPr bwMode="auto">
              <a:xfrm>
                <a:off x="4116" y="264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2" name="Rectangle 143"/>
              <p:cNvSpPr>
                <a:spLocks noChangeArrowheads="1"/>
              </p:cNvSpPr>
              <p:nvPr/>
            </p:nvSpPr>
            <p:spPr bwMode="auto">
              <a:xfrm>
                <a:off x="4368" y="2640"/>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3" name="Rectangle 144"/>
              <p:cNvSpPr>
                <a:spLocks noChangeArrowheads="1"/>
              </p:cNvSpPr>
              <p:nvPr/>
            </p:nvSpPr>
            <p:spPr bwMode="auto">
              <a:xfrm>
                <a:off x="5067" y="2737"/>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4" name="Rectangle 145"/>
              <p:cNvSpPr>
                <a:spLocks noChangeArrowheads="1"/>
              </p:cNvSpPr>
              <p:nvPr/>
            </p:nvSpPr>
            <p:spPr bwMode="auto">
              <a:xfrm>
                <a:off x="4833" y="2809"/>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5" name="Rectangle 146"/>
              <p:cNvSpPr>
                <a:spLocks noChangeArrowheads="1"/>
              </p:cNvSpPr>
              <p:nvPr/>
            </p:nvSpPr>
            <p:spPr bwMode="auto">
              <a:xfrm>
                <a:off x="4695"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6" name="Rectangle 147"/>
              <p:cNvSpPr>
                <a:spLocks noChangeArrowheads="1"/>
              </p:cNvSpPr>
              <p:nvPr/>
            </p:nvSpPr>
            <p:spPr bwMode="auto">
              <a:xfrm>
                <a:off x="4585"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7" name="Rectangle 148"/>
              <p:cNvSpPr>
                <a:spLocks noChangeArrowheads="1"/>
              </p:cNvSpPr>
              <p:nvPr/>
            </p:nvSpPr>
            <p:spPr bwMode="auto">
              <a:xfrm>
                <a:off x="4475"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8" name="Rectangle 149"/>
              <p:cNvSpPr>
                <a:spLocks noChangeArrowheads="1"/>
              </p:cNvSpPr>
              <p:nvPr/>
            </p:nvSpPr>
            <p:spPr bwMode="auto">
              <a:xfrm>
                <a:off x="4337"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9" name="Rectangle 150"/>
              <p:cNvSpPr>
                <a:spLocks noChangeArrowheads="1"/>
              </p:cNvSpPr>
              <p:nvPr/>
            </p:nvSpPr>
            <p:spPr bwMode="auto">
              <a:xfrm>
                <a:off x="4227" y="2761"/>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0" name="Rectangle 151"/>
              <p:cNvSpPr>
                <a:spLocks noChangeArrowheads="1"/>
              </p:cNvSpPr>
              <p:nvPr/>
            </p:nvSpPr>
            <p:spPr bwMode="auto">
              <a:xfrm>
                <a:off x="4116" y="290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1" name="Rectangle 152"/>
              <p:cNvSpPr>
                <a:spLocks noChangeArrowheads="1"/>
              </p:cNvSpPr>
              <p:nvPr/>
            </p:nvSpPr>
            <p:spPr bwMode="auto">
              <a:xfrm>
                <a:off x="3936" y="2736"/>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2" name="Rectangle 153"/>
              <p:cNvSpPr>
                <a:spLocks noChangeArrowheads="1"/>
              </p:cNvSpPr>
              <p:nvPr/>
            </p:nvSpPr>
            <p:spPr bwMode="auto">
              <a:xfrm>
                <a:off x="3758" y="2785"/>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3" name="Rectangle 154"/>
              <p:cNvSpPr>
                <a:spLocks noChangeArrowheads="1"/>
              </p:cNvSpPr>
              <p:nvPr/>
            </p:nvSpPr>
            <p:spPr bwMode="auto">
              <a:xfrm>
                <a:off x="3758" y="2689"/>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4" name="Rectangle 155"/>
              <p:cNvSpPr>
                <a:spLocks noChangeArrowheads="1"/>
              </p:cNvSpPr>
              <p:nvPr/>
            </p:nvSpPr>
            <p:spPr bwMode="auto">
              <a:xfrm>
                <a:off x="4240" y="290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5" name="Rectangle 156"/>
              <p:cNvSpPr>
                <a:spLocks noChangeArrowheads="1"/>
              </p:cNvSpPr>
              <p:nvPr/>
            </p:nvSpPr>
            <p:spPr bwMode="auto">
              <a:xfrm>
                <a:off x="4585" y="290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6" name="Rectangle 157"/>
              <p:cNvSpPr>
                <a:spLocks noChangeArrowheads="1"/>
              </p:cNvSpPr>
              <p:nvPr/>
            </p:nvSpPr>
            <p:spPr bwMode="auto">
              <a:xfrm>
                <a:off x="4957" y="2857"/>
                <a:ext cx="69" cy="71"/>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7" name="Freeform 158"/>
              <p:cNvSpPr>
                <a:spLocks/>
              </p:cNvSpPr>
              <p:nvPr/>
            </p:nvSpPr>
            <p:spPr bwMode="auto">
              <a:xfrm>
                <a:off x="3717" y="2606"/>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58" name="Freeform 159"/>
              <p:cNvSpPr>
                <a:spLocks/>
              </p:cNvSpPr>
              <p:nvPr/>
            </p:nvSpPr>
            <p:spPr bwMode="auto">
              <a:xfrm>
                <a:off x="3943" y="2580"/>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59" name="Freeform 160"/>
              <p:cNvSpPr>
                <a:spLocks/>
              </p:cNvSpPr>
              <p:nvPr/>
            </p:nvSpPr>
            <p:spPr bwMode="auto">
              <a:xfrm>
                <a:off x="4053" y="2580"/>
                <a:ext cx="64" cy="98"/>
              </a:xfrm>
              <a:custGeom>
                <a:avLst/>
                <a:gdLst/>
                <a:ahLst/>
                <a:cxnLst>
                  <a:cxn ang="0">
                    <a:pos x="0" y="0"/>
                  </a:cxn>
                  <a:cxn ang="0">
                    <a:pos x="31" y="0"/>
                  </a:cxn>
                  <a:cxn ang="0">
                    <a:pos x="31" y="97"/>
                  </a:cxn>
                  <a:cxn ang="0">
                    <a:pos x="63" y="97"/>
                  </a:cxn>
                </a:cxnLst>
                <a:rect l="0" t="0" r="r" b="b"/>
                <a:pathLst>
                  <a:path w="64" h="98">
                    <a:moveTo>
                      <a:pt x="0" y="0"/>
                    </a:moveTo>
                    <a:lnTo>
                      <a:pt x="31" y="0"/>
                    </a:lnTo>
                    <a:lnTo>
                      <a:pt x="31" y="97"/>
                    </a:lnTo>
                    <a:lnTo>
                      <a:pt x="63" y="9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0" name="Freeform 161"/>
              <p:cNvSpPr>
                <a:spLocks/>
              </p:cNvSpPr>
              <p:nvPr/>
            </p:nvSpPr>
            <p:spPr bwMode="auto">
              <a:xfrm>
                <a:off x="4185" y="2678"/>
                <a:ext cx="43" cy="120"/>
              </a:xfrm>
              <a:custGeom>
                <a:avLst/>
                <a:gdLst/>
                <a:ahLst/>
                <a:cxnLst>
                  <a:cxn ang="0">
                    <a:pos x="0" y="0"/>
                  </a:cxn>
                  <a:cxn ang="0">
                    <a:pos x="21" y="0"/>
                  </a:cxn>
                  <a:cxn ang="0">
                    <a:pos x="21" y="119"/>
                  </a:cxn>
                  <a:cxn ang="0">
                    <a:pos x="42" y="119"/>
                  </a:cxn>
                </a:cxnLst>
                <a:rect l="0" t="0" r="r" b="b"/>
                <a:pathLst>
                  <a:path w="43" h="120">
                    <a:moveTo>
                      <a:pt x="0" y="0"/>
                    </a:moveTo>
                    <a:lnTo>
                      <a:pt x="21" y="0"/>
                    </a:lnTo>
                    <a:lnTo>
                      <a:pt x="21" y="119"/>
                    </a:lnTo>
                    <a:lnTo>
                      <a:pt x="42" y="11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1" name="Freeform 162"/>
              <p:cNvSpPr>
                <a:spLocks/>
              </p:cNvSpPr>
              <p:nvPr/>
            </p:nvSpPr>
            <p:spPr bwMode="auto">
              <a:xfrm>
                <a:off x="4185" y="2676"/>
                <a:ext cx="184" cy="2"/>
              </a:xfrm>
              <a:custGeom>
                <a:avLst/>
                <a:gdLst/>
                <a:ahLst/>
                <a:cxnLst>
                  <a:cxn ang="0">
                    <a:pos x="0" y="1"/>
                  </a:cxn>
                  <a:cxn ang="0">
                    <a:pos x="91" y="1"/>
                  </a:cxn>
                  <a:cxn ang="0">
                    <a:pos x="91" y="0"/>
                  </a:cxn>
                  <a:cxn ang="0">
                    <a:pos x="183" y="0"/>
                  </a:cxn>
                </a:cxnLst>
                <a:rect l="0" t="0" r="r" b="b"/>
                <a:pathLst>
                  <a:path w="184" h="2">
                    <a:moveTo>
                      <a:pt x="0" y="1"/>
                    </a:moveTo>
                    <a:lnTo>
                      <a:pt x="91" y="1"/>
                    </a:lnTo>
                    <a:lnTo>
                      <a:pt x="91" y="0"/>
                    </a:lnTo>
                    <a:lnTo>
                      <a:pt x="183"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2" name="Freeform 163"/>
              <p:cNvSpPr>
                <a:spLocks/>
              </p:cNvSpPr>
              <p:nvPr/>
            </p:nvSpPr>
            <p:spPr bwMode="auto">
              <a:xfrm>
                <a:off x="4296" y="2797"/>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3" name="Freeform 164"/>
              <p:cNvSpPr>
                <a:spLocks/>
              </p:cNvSpPr>
              <p:nvPr/>
            </p:nvSpPr>
            <p:spPr bwMode="auto">
              <a:xfrm>
                <a:off x="4406" y="2797"/>
                <a:ext cx="70" cy="1"/>
              </a:xfrm>
              <a:custGeom>
                <a:avLst/>
                <a:gdLst/>
                <a:ahLst/>
                <a:cxnLst>
                  <a:cxn ang="0">
                    <a:pos x="0" y="0"/>
                  </a:cxn>
                  <a:cxn ang="0">
                    <a:pos x="69" y="0"/>
                  </a:cxn>
                </a:cxnLst>
                <a:rect l="0" t="0" r="r" b="b"/>
                <a:pathLst>
                  <a:path w="70" h="1">
                    <a:moveTo>
                      <a:pt x="0" y="0"/>
                    </a:moveTo>
                    <a:lnTo>
                      <a:pt x="69"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4" name="Freeform 165"/>
              <p:cNvSpPr>
                <a:spLocks/>
              </p:cNvSpPr>
              <p:nvPr/>
            </p:nvSpPr>
            <p:spPr bwMode="auto">
              <a:xfrm>
                <a:off x="4437" y="2676"/>
                <a:ext cx="74" cy="86"/>
              </a:xfrm>
              <a:custGeom>
                <a:avLst/>
                <a:gdLst/>
                <a:ahLst/>
                <a:cxnLst>
                  <a:cxn ang="0">
                    <a:pos x="0" y="0"/>
                  </a:cxn>
                  <a:cxn ang="0">
                    <a:pos x="73" y="0"/>
                  </a:cxn>
                  <a:cxn ang="0">
                    <a:pos x="73" y="85"/>
                  </a:cxn>
                </a:cxnLst>
                <a:rect l="0" t="0" r="r" b="b"/>
                <a:pathLst>
                  <a:path w="74" h="86">
                    <a:moveTo>
                      <a:pt x="0" y="0"/>
                    </a:moveTo>
                    <a:lnTo>
                      <a:pt x="73" y="0"/>
                    </a:lnTo>
                    <a:lnTo>
                      <a:pt x="73" y="8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5" name="Freeform 166"/>
              <p:cNvSpPr>
                <a:spLocks/>
              </p:cNvSpPr>
              <p:nvPr/>
            </p:nvSpPr>
            <p:spPr bwMode="auto">
              <a:xfrm>
                <a:off x="3827" y="2580"/>
                <a:ext cx="158" cy="146"/>
              </a:xfrm>
              <a:custGeom>
                <a:avLst/>
                <a:gdLst/>
                <a:ahLst/>
                <a:cxnLst>
                  <a:cxn ang="0">
                    <a:pos x="0" y="145"/>
                  </a:cxn>
                  <a:cxn ang="0">
                    <a:pos x="78" y="145"/>
                  </a:cxn>
                  <a:cxn ang="0">
                    <a:pos x="78" y="0"/>
                  </a:cxn>
                  <a:cxn ang="0">
                    <a:pos x="157" y="0"/>
                  </a:cxn>
                </a:cxnLst>
                <a:rect l="0" t="0" r="r" b="b"/>
                <a:pathLst>
                  <a:path w="158" h="146">
                    <a:moveTo>
                      <a:pt x="0" y="145"/>
                    </a:moveTo>
                    <a:lnTo>
                      <a:pt x="78" y="145"/>
                    </a:lnTo>
                    <a:lnTo>
                      <a:pt x="78" y="0"/>
                    </a:lnTo>
                    <a:lnTo>
                      <a:pt x="15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6" name="Freeform 167"/>
              <p:cNvSpPr>
                <a:spLocks/>
              </p:cNvSpPr>
              <p:nvPr/>
            </p:nvSpPr>
            <p:spPr bwMode="auto">
              <a:xfrm>
                <a:off x="3827" y="2772"/>
                <a:ext cx="110" cy="50"/>
              </a:xfrm>
              <a:custGeom>
                <a:avLst/>
                <a:gdLst/>
                <a:ahLst/>
                <a:cxnLst>
                  <a:cxn ang="0">
                    <a:pos x="0" y="49"/>
                  </a:cxn>
                  <a:cxn ang="0">
                    <a:pos x="54" y="49"/>
                  </a:cxn>
                  <a:cxn ang="0">
                    <a:pos x="54" y="0"/>
                  </a:cxn>
                  <a:cxn ang="0">
                    <a:pos x="109" y="0"/>
                  </a:cxn>
                </a:cxnLst>
                <a:rect l="0" t="0" r="r" b="b"/>
                <a:pathLst>
                  <a:path w="110" h="50">
                    <a:moveTo>
                      <a:pt x="0" y="49"/>
                    </a:moveTo>
                    <a:lnTo>
                      <a:pt x="54" y="49"/>
                    </a:lnTo>
                    <a:lnTo>
                      <a:pt x="54" y="0"/>
                    </a:lnTo>
                    <a:lnTo>
                      <a:pt x="109"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7" name="Freeform 168"/>
              <p:cNvSpPr>
                <a:spLocks/>
              </p:cNvSpPr>
              <p:nvPr/>
            </p:nvSpPr>
            <p:spPr bwMode="auto">
              <a:xfrm>
                <a:off x="3840" y="2580"/>
                <a:ext cx="310" cy="193"/>
              </a:xfrm>
              <a:custGeom>
                <a:avLst/>
                <a:gdLst/>
                <a:ahLst/>
                <a:cxnLst>
                  <a:cxn ang="0">
                    <a:pos x="165" y="192"/>
                  </a:cxn>
                  <a:cxn ang="0">
                    <a:pos x="309" y="192"/>
                  </a:cxn>
                  <a:cxn ang="0">
                    <a:pos x="309" y="96"/>
                  </a:cxn>
                  <a:cxn ang="0">
                    <a:pos x="0" y="96"/>
                  </a:cxn>
                  <a:cxn ang="0">
                    <a:pos x="0" y="0"/>
                  </a:cxn>
                  <a:cxn ang="0">
                    <a:pos x="144" y="0"/>
                  </a:cxn>
                </a:cxnLst>
                <a:rect l="0" t="0" r="r" b="b"/>
                <a:pathLst>
                  <a:path w="310" h="193">
                    <a:moveTo>
                      <a:pt x="165" y="192"/>
                    </a:moveTo>
                    <a:lnTo>
                      <a:pt x="309" y="192"/>
                    </a:lnTo>
                    <a:lnTo>
                      <a:pt x="309" y="96"/>
                    </a:lnTo>
                    <a:lnTo>
                      <a:pt x="0" y="96"/>
                    </a:lnTo>
                    <a:lnTo>
                      <a:pt x="0" y="0"/>
                    </a:lnTo>
                    <a:lnTo>
                      <a:pt x="144"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8" name="Freeform 169"/>
              <p:cNvSpPr>
                <a:spLocks/>
              </p:cNvSpPr>
              <p:nvPr/>
            </p:nvSpPr>
            <p:spPr bwMode="auto">
              <a:xfrm>
                <a:off x="4544" y="2797"/>
                <a:ext cx="42" cy="144"/>
              </a:xfrm>
              <a:custGeom>
                <a:avLst/>
                <a:gdLst/>
                <a:ahLst/>
                <a:cxnLst>
                  <a:cxn ang="0">
                    <a:pos x="0" y="0"/>
                  </a:cxn>
                  <a:cxn ang="0">
                    <a:pos x="20" y="0"/>
                  </a:cxn>
                  <a:cxn ang="0">
                    <a:pos x="20" y="143"/>
                  </a:cxn>
                  <a:cxn ang="0">
                    <a:pos x="41" y="143"/>
                  </a:cxn>
                </a:cxnLst>
                <a:rect l="0" t="0" r="r" b="b"/>
                <a:pathLst>
                  <a:path w="42" h="144">
                    <a:moveTo>
                      <a:pt x="0" y="0"/>
                    </a:moveTo>
                    <a:lnTo>
                      <a:pt x="20" y="0"/>
                    </a:lnTo>
                    <a:lnTo>
                      <a:pt x="20" y="143"/>
                    </a:lnTo>
                    <a:lnTo>
                      <a:pt x="41" y="143"/>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9" name="Freeform 170"/>
              <p:cNvSpPr>
                <a:spLocks/>
              </p:cNvSpPr>
              <p:nvPr/>
            </p:nvSpPr>
            <p:spPr bwMode="auto">
              <a:xfrm>
                <a:off x="4544" y="2797"/>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0" name="Freeform 171"/>
              <p:cNvSpPr>
                <a:spLocks/>
              </p:cNvSpPr>
              <p:nvPr/>
            </p:nvSpPr>
            <p:spPr bwMode="auto">
              <a:xfrm>
                <a:off x="3717" y="2606"/>
                <a:ext cx="42" cy="216"/>
              </a:xfrm>
              <a:custGeom>
                <a:avLst/>
                <a:gdLst/>
                <a:ahLst/>
                <a:cxnLst>
                  <a:cxn ang="0">
                    <a:pos x="0" y="0"/>
                  </a:cxn>
                  <a:cxn ang="0">
                    <a:pos x="20" y="0"/>
                  </a:cxn>
                  <a:cxn ang="0">
                    <a:pos x="20" y="215"/>
                  </a:cxn>
                  <a:cxn ang="0">
                    <a:pos x="41" y="215"/>
                  </a:cxn>
                </a:cxnLst>
                <a:rect l="0" t="0" r="r" b="b"/>
                <a:pathLst>
                  <a:path w="42" h="216">
                    <a:moveTo>
                      <a:pt x="0" y="0"/>
                    </a:moveTo>
                    <a:lnTo>
                      <a:pt x="20" y="0"/>
                    </a:lnTo>
                    <a:lnTo>
                      <a:pt x="20" y="215"/>
                    </a:lnTo>
                    <a:lnTo>
                      <a:pt x="41" y="21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1" name="Freeform 172"/>
              <p:cNvSpPr>
                <a:spLocks/>
              </p:cNvSpPr>
              <p:nvPr/>
            </p:nvSpPr>
            <p:spPr bwMode="auto">
              <a:xfrm>
                <a:off x="3717" y="2606"/>
                <a:ext cx="42" cy="120"/>
              </a:xfrm>
              <a:custGeom>
                <a:avLst/>
                <a:gdLst/>
                <a:ahLst/>
                <a:cxnLst>
                  <a:cxn ang="0">
                    <a:pos x="0" y="0"/>
                  </a:cxn>
                  <a:cxn ang="0">
                    <a:pos x="20" y="0"/>
                  </a:cxn>
                  <a:cxn ang="0">
                    <a:pos x="20" y="119"/>
                  </a:cxn>
                  <a:cxn ang="0">
                    <a:pos x="41" y="119"/>
                  </a:cxn>
                </a:cxnLst>
                <a:rect l="0" t="0" r="r" b="b"/>
                <a:pathLst>
                  <a:path w="42" h="120">
                    <a:moveTo>
                      <a:pt x="0" y="0"/>
                    </a:moveTo>
                    <a:lnTo>
                      <a:pt x="20" y="0"/>
                    </a:lnTo>
                    <a:lnTo>
                      <a:pt x="20" y="119"/>
                    </a:lnTo>
                    <a:lnTo>
                      <a:pt x="41" y="11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2" name="Freeform 173"/>
              <p:cNvSpPr>
                <a:spLocks/>
              </p:cNvSpPr>
              <p:nvPr/>
            </p:nvSpPr>
            <p:spPr bwMode="auto">
              <a:xfrm>
                <a:off x="3965" y="2797"/>
                <a:ext cx="263" cy="145"/>
              </a:xfrm>
              <a:custGeom>
                <a:avLst/>
                <a:gdLst/>
                <a:ahLst/>
                <a:cxnLst>
                  <a:cxn ang="0">
                    <a:pos x="0" y="144"/>
                  </a:cxn>
                  <a:cxn ang="0">
                    <a:pos x="131" y="144"/>
                  </a:cxn>
                  <a:cxn ang="0">
                    <a:pos x="131" y="0"/>
                  </a:cxn>
                  <a:cxn ang="0">
                    <a:pos x="262" y="0"/>
                  </a:cxn>
                </a:cxnLst>
                <a:rect l="0" t="0" r="r" b="b"/>
                <a:pathLst>
                  <a:path w="263" h="145">
                    <a:moveTo>
                      <a:pt x="0" y="144"/>
                    </a:moveTo>
                    <a:lnTo>
                      <a:pt x="131" y="144"/>
                    </a:lnTo>
                    <a:lnTo>
                      <a:pt x="131" y="0"/>
                    </a:lnTo>
                    <a:lnTo>
                      <a:pt x="2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3" name="Freeform 174"/>
              <p:cNvSpPr>
                <a:spLocks/>
              </p:cNvSpPr>
              <p:nvPr/>
            </p:nvSpPr>
            <p:spPr bwMode="auto">
              <a:xfrm>
                <a:off x="4185" y="2940"/>
                <a:ext cx="56" cy="1"/>
              </a:xfrm>
              <a:custGeom>
                <a:avLst/>
                <a:gdLst/>
                <a:ahLst/>
                <a:cxnLst>
                  <a:cxn ang="0">
                    <a:pos x="0" y="0"/>
                  </a:cxn>
                  <a:cxn ang="0">
                    <a:pos x="55" y="0"/>
                  </a:cxn>
                </a:cxnLst>
                <a:rect l="0" t="0" r="r" b="b"/>
                <a:pathLst>
                  <a:path w="56" h="1">
                    <a:moveTo>
                      <a:pt x="0" y="0"/>
                    </a:moveTo>
                    <a:lnTo>
                      <a:pt x="55"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4" name="Freeform 175"/>
              <p:cNvSpPr>
                <a:spLocks/>
              </p:cNvSpPr>
              <p:nvPr/>
            </p:nvSpPr>
            <p:spPr bwMode="auto">
              <a:xfrm>
                <a:off x="4309" y="2797"/>
                <a:ext cx="29" cy="144"/>
              </a:xfrm>
              <a:custGeom>
                <a:avLst/>
                <a:gdLst/>
                <a:ahLst/>
                <a:cxnLst>
                  <a:cxn ang="0">
                    <a:pos x="0" y="143"/>
                  </a:cxn>
                  <a:cxn ang="0">
                    <a:pos x="14" y="143"/>
                  </a:cxn>
                  <a:cxn ang="0">
                    <a:pos x="14" y="0"/>
                  </a:cxn>
                  <a:cxn ang="0">
                    <a:pos x="28" y="0"/>
                  </a:cxn>
                </a:cxnLst>
                <a:rect l="0" t="0" r="r" b="b"/>
                <a:pathLst>
                  <a:path w="29" h="144">
                    <a:moveTo>
                      <a:pt x="0" y="143"/>
                    </a:moveTo>
                    <a:lnTo>
                      <a:pt x="14" y="143"/>
                    </a:lnTo>
                    <a:lnTo>
                      <a:pt x="14" y="0"/>
                    </a:lnTo>
                    <a:lnTo>
                      <a:pt x="28"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5" name="Freeform 176"/>
              <p:cNvSpPr>
                <a:spLocks/>
              </p:cNvSpPr>
              <p:nvPr/>
            </p:nvSpPr>
            <p:spPr bwMode="auto">
              <a:xfrm>
                <a:off x="4654" y="2797"/>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6" name="Freeform 177"/>
              <p:cNvSpPr>
                <a:spLocks/>
              </p:cNvSpPr>
              <p:nvPr/>
            </p:nvSpPr>
            <p:spPr bwMode="auto">
              <a:xfrm>
                <a:off x="4764" y="2797"/>
                <a:ext cx="70" cy="48"/>
              </a:xfrm>
              <a:custGeom>
                <a:avLst/>
                <a:gdLst/>
                <a:ahLst/>
                <a:cxnLst>
                  <a:cxn ang="0">
                    <a:pos x="0" y="0"/>
                  </a:cxn>
                  <a:cxn ang="0">
                    <a:pos x="34" y="0"/>
                  </a:cxn>
                  <a:cxn ang="0">
                    <a:pos x="34" y="47"/>
                  </a:cxn>
                  <a:cxn ang="0">
                    <a:pos x="69" y="47"/>
                  </a:cxn>
                </a:cxnLst>
                <a:rect l="0" t="0" r="r" b="b"/>
                <a:pathLst>
                  <a:path w="70" h="48">
                    <a:moveTo>
                      <a:pt x="0" y="0"/>
                    </a:moveTo>
                    <a:lnTo>
                      <a:pt x="34" y="0"/>
                    </a:lnTo>
                    <a:lnTo>
                      <a:pt x="34" y="47"/>
                    </a:lnTo>
                    <a:lnTo>
                      <a:pt x="69" y="4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7" name="Freeform 178"/>
              <p:cNvSpPr>
                <a:spLocks/>
              </p:cNvSpPr>
              <p:nvPr/>
            </p:nvSpPr>
            <p:spPr bwMode="auto">
              <a:xfrm>
                <a:off x="4654" y="2797"/>
                <a:ext cx="42" cy="144"/>
              </a:xfrm>
              <a:custGeom>
                <a:avLst/>
                <a:gdLst/>
                <a:ahLst/>
                <a:cxnLst>
                  <a:cxn ang="0">
                    <a:pos x="0" y="143"/>
                  </a:cxn>
                  <a:cxn ang="0">
                    <a:pos x="20" y="143"/>
                  </a:cxn>
                  <a:cxn ang="0">
                    <a:pos x="20" y="0"/>
                  </a:cxn>
                  <a:cxn ang="0">
                    <a:pos x="41" y="0"/>
                  </a:cxn>
                </a:cxnLst>
                <a:rect l="0" t="0" r="r" b="b"/>
                <a:pathLst>
                  <a:path w="42" h="144">
                    <a:moveTo>
                      <a:pt x="0" y="143"/>
                    </a:moveTo>
                    <a:lnTo>
                      <a:pt x="20" y="143"/>
                    </a:lnTo>
                    <a:lnTo>
                      <a:pt x="20" y="0"/>
                    </a:ln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8" name="Freeform 179"/>
              <p:cNvSpPr>
                <a:spLocks/>
              </p:cNvSpPr>
              <p:nvPr/>
            </p:nvSpPr>
            <p:spPr bwMode="auto">
              <a:xfrm>
                <a:off x="4902" y="2844"/>
                <a:ext cx="56" cy="49"/>
              </a:xfrm>
              <a:custGeom>
                <a:avLst/>
                <a:gdLst/>
                <a:ahLst/>
                <a:cxnLst>
                  <a:cxn ang="0">
                    <a:pos x="0" y="0"/>
                  </a:cxn>
                  <a:cxn ang="0">
                    <a:pos x="27" y="0"/>
                  </a:cxn>
                  <a:cxn ang="0">
                    <a:pos x="27" y="48"/>
                  </a:cxn>
                  <a:cxn ang="0">
                    <a:pos x="55" y="48"/>
                  </a:cxn>
                </a:cxnLst>
                <a:rect l="0" t="0" r="r" b="b"/>
                <a:pathLst>
                  <a:path w="56" h="49">
                    <a:moveTo>
                      <a:pt x="0" y="0"/>
                    </a:moveTo>
                    <a:lnTo>
                      <a:pt x="27" y="0"/>
                    </a:lnTo>
                    <a:lnTo>
                      <a:pt x="27" y="48"/>
                    </a:lnTo>
                    <a:lnTo>
                      <a:pt x="55" y="48"/>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9" name="Freeform 180"/>
              <p:cNvSpPr>
                <a:spLocks/>
              </p:cNvSpPr>
              <p:nvPr/>
            </p:nvSpPr>
            <p:spPr bwMode="auto">
              <a:xfrm>
                <a:off x="5026" y="2773"/>
                <a:ext cx="42" cy="120"/>
              </a:xfrm>
              <a:custGeom>
                <a:avLst/>
                <a:gdLst/>
                <a:ahLst/>
                <a:cxnLst>
                  <a:cxn ang="0">
                    <a:pos x="0" y="119"/>
                  </a:cxn>
                  <a:cxn ang="0">
                    <a:pos x="20" y="119"/>
                  </a:cxn>
                  <a:cxn ang="0">
                    <a:pos x="20" y="0"/>
                  </a:cxn>
                  <a:cxn ang="0">
                    <a:pos x="41" y="0"/>
                  </a:cxn>
                </a:cxnLst>
                <a:rect l="0" t="0" r="r" b="b"/>
                <a:pathLst>
                  <a:path w="42" h="120">
                    <a:moveTo>
                      <a:pt x="0" y="119"/>
                    </a:moveTo>
                    <a:lnTo>
                      <a:pt x="20" y="119"/>
                    </a:lnTo>
                    <a:lnTo>
                      <a:pt x="20" y="0"/>
                    </a:ln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80" name="Freeform 181"/>
              <p:cNvSpPr>
                <a:spLocks/>
              </p:cNvSpPr>
              <p:nvPr/>
            </p:nvSpPr>
            <p:spPr bwMode="auto">
              <a:xfrm>
                <a:off x="3827" y="2821"/>
                <a:ext cx="290" cy="120"/>
              </a:xfrm>
              <a:custGeom>
                <a:avLst/>
                <a:gdLst/>
                <a:ahLst/>
                <a:cxnLst>
                  <a:cxn ang="0">
                    <a:pos x="0" y="0"/>
                  </a:cxn>
                  <a:cxn ang="0">
                    <a:pos x="144" y="0"/>
                  </a:cxn>
                  <a:cxn ang="0">
                    <a:pos x="144" y="119"/>
                  </a:cxn>
                  <a:cxn ang="0">
                    <a:pos x="289" y="119"/>
                  </a:cxn>
                </a:cxnLst>
                <a:rect l="0" t="0" r="r" b="b"/>
                <a:pathLst>
                  <a:path w="290" h="120">
                    <a:moveTo>
                      <a:pt x="0" y="0"/>
                    </a:moveTo>
                    <a:lnTo>
                      <a:pt x="144" y="0"/>
                    </a:lnTo>
                    <a:lnTo>
                      <a:pt x="144" y="119"/>
                    </a:lnTo>
                    <a:lnTo>
                      <a:pt x="289" y="11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grpSp>
      </p:grpSp>
      <p:sp>
        <p:nvSpPr>
          <p:cNvPr id="182" name="CaixaDeTexto 181"/>
          <p:cNvSpPr txBox="1"/>
          <p:nvPr/>
        </p:nvSpPr>
        <p:spPr>
          <a:xfrm>
            <a:off x="0" y="179930"/>
            <a:ext cx="2831637" cy="1323632"/>
          </a:xfrm>
          <a:prstGeom prst="rect">
            <a:avLst/>
          </a:prstGeom>
          <a:solidFill>
            <a:schemeClr val="bg1"/>
          </a:solidFill>
        </p:spPr>
        <p:txBody>
          <a:bodyPr wrap="square" rtlCol="0" anchor="ctr" anchorCtr="0">
            <a:spAutoFit/>
          </a:bodyPr>
          <a:lstStyle/>
          <a:p>
            <a:r>
              <a:rPr lang="pt-BR" sz="2667" u="sng" dirty="0">
                <a:solidFill>
                  <a:srgbClr val="FF3300"/>
                </a:solidFill>
                <a:latin typeface="Lato" pitchFamily="34" charset="0"/>
              </a:rPr>
              <a:t>Projetos</a:t>
            </a:r>
            <a:r>
              <a:rPr lang="pt-BR" sz="2667" dirty="0">
                <a:solidFill>
                  <a:srgbClr val="FF3300"/>
                </a:solidFill>
                <a:latin typeface="Lato" pitchFamily="34" charset="0"/>
              </a:rPr>
              <a:t> </a:t>
            </a:r>
            <a:r>
              <a:rPr lang="pt-BR" sz="2667" dirty="0">
                <a:solidFill>
                  <a:srgbClr val="595959"/>
                </a:solidFill>
                <a:latin typeface="Lato" pitchFamily="34" charset="0"/>
              </a:rPr>
              <a:t>de desenvolvimento de produtos </a:t>
            </a:r>
            <a:endParaRPr lang="pt-BR" sz="3733" dirty="0">
              <a:solidFill>
                <a:srgbClr val="595959"/>
              </a:solidFill>
              <a:latin typeface="Lato" pitchFamily="34" charset="0"/>
            </a:endParaRPr>
          </a:p>
        </p:txBody>
      </p:sp>
      <p:cxnSp>
        <p:nvCxnSpPr>
          <p:cNvPr id="183" name="Forma 182"/>
          <p:cNvCxnSpPr>
            <a:endCxn id="197" idx="1"/>
          </p:cNvCxnSpPr>
          <p:nvPr/>
        </p:nvCxnSpPr>
        <p:spPr>
          <a:xfrm rot="16200000" flipH="1">
            <a:off x="983433" y="1822600"/>
            <a:ext cx="1008113" cy="192021"/>
          </a:xfrm>
          <a:prstGeom prst="curvedConnector2">
            <a:avLst/>
          </a:prstGeom>
          <a:ln w="28575">
            <a:solidFill>
              <a:srgbClr val="59595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4" name="Forma 183"/>
          <p:cNvCxnSpPr>
            <a:endCxn id="198" idx="1"/>
          </p:cNvCxnSpPr>
          <p:nvPr/>
        </p:nvCxnSpPr>
        <p:spPr>
          <a:xfrm rot="16200000" flipH="1">
            <a:off x="-11304" y="2510492"/>
            <a:ext cx="2548680" cy="511205"/>
          </a:xfrm>
          <a:prstGeom prst="curvedConnector2">
            <a:avLst/>
          </a:prstGeom>
          <a:ln w="28575">
            <a:solidFill>
              <a:srgbClr val="59595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5" name="Forma 299"/>
          <p:cNvCxnSpPr>
            <a:endCxn id="200" idx="1"/>
          </p:cNvCxnSpPr>
          <p:nvPr/>
        </p:nvCxnSpPr>
        <p:spPr>
          <a:xfrm rot="16200000" flipH="1">
            <a:off x="-923923" y="3152112"/>
            <a:ext cx="3958725" cy="864096"/>
          </a:xfrm>
          <a:prstGeom prst="curvedConnector2">
            <a:avLst/>
          </a:prstGeom>
          <a:ln w="28575">
            <a:solidFill>
              <a:srgbClr val="59595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7" name="Retângulo 196"/>
          <p:cNvSpPr/>
          <p:nvPr/>
        </p:nvSpPr>
        <p:spPr>
          <a:xfrm>
            <a:off x="1583499" y="2086632"/>
            <a:ext cx="1728192" cy="672073"/>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dirty="0">
                <a:latin typeface="Lato" pitchFamily="34" charset="0"/>
              </a:rPr>
              <a:t>Projeto A</a:t>
            </a:r>
          </a:p>
        </p:txBody>
      </p:sp>
      <p:sp>
        <p:nvSpPr>
          <p:cNvPr id="198" name="Retângulo 197"/>
          <p:cNvSpPr/>
          <p:nvPr/>
        </p:nvSpPr>
        <p:spPr>
          <a:xfrm>
            <a:off x="1518639" y="3704398"/>
            <a:ext cx="1728192" cy="672073"/>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dirty="0">
                <a:latin typeface="Lato" pitchFamily="34" charset="0"/>
              </a:rPr>
              <a:t>Projeto C</a:t>
            </a:r>
          </a:p>
        </p:txBody>
      </p:sp>
      <p:sp>
        <p:nvSpPr>
          <p:cNvPr id="200" name="Retângulo 199"/>
          <p:cNvSpPr/>
          <p:nvPr/>
        </p:nvSpPr>
        <p:spPr>
          <a:xfrm>
            <a:off x="1487488" y="5227486"/>
            <a:ext cx="1728192" cy="672073"/>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dirty="0">
                <a:latin typeface="Lato" pitchFamily="34" charset="0"/>
              </a:rPr>
              <a:t>Projeto B</a:t>
            </a:r>
          </a:p>
        </p:txBody>
      </p:sp>
      <p:pic>
        <p:nvPicPr>
          <p:cNvPr id="213" name="Imagem 212" descr="2.png"/>
          <p:cNvPicPr>
            <a:picLocks noChangeAspect="1"/>
          </p:cNvPicPr>
          <p:nvPr/>
        </p:nvPicPr>
        <p:blipFill>
          <a:blip r:embed="rId3"/>
          <a:stretch>
            <a:fillRect/>
          </a:stretch>
        </p:blipFill>
        <p:spPr>
          <a:xfrm>
            <a:off x="5903979" y="2056983"/>
            <a:ext cx="768085" cy="768085"/>
          </a:xfrm>
          <a:prstGeom prst="rect">
            <a:avLst/>
          </a:prstGeom>
        </p:spPr>
      </p:pic>
      <p:pic>
        <p:nvPicPr>
          <p:cNvPr id="214" name="Imagem 213" descr="2.png"/>
          <p:cNvPicPr>
            <a:picLocks noChangeAspect="1"/>
          </p:cNvPicPr>
          <p:nvPr/>
        </p:nvPicPr>
        <p:blipFill>
          <a:blip r:embed="rId3"/>
          <a:stretch>
            <a:fillRect/>
          </a:stretch>
        </p:blipFill>
        <p:spPr>
          <a:xfrm>
            <a:off x="5903979" y="3656391"/>
            <a:ext cx="768085" cy="768085"/>
          </a:xfrm>
          <a:prstGeom prst="rect">
            <a:avLst/>
          </a:prstGeom>
        </p:spPr>
      </p:pic>
      <p:pic>
        <p:nvPicPr>
          <p:cNvPr id="215" name="Imagem 214" descr="2.png"/>
          <p:cNvPicPr>
            <a:picLocks noChangeAspect="1"/>
          </p:cNvPicPr>
          <p:nvPr/>
        </p:nvPicPr>
        <p:blipFill>
          <a:blip r:embed="rId3"/>
          <a:stretch>
            <a:fillRect/>
          </a:stretch>
        </p:blipFill>
        <p:spPr>
          <a:xfrm>
            <a:off x="5903979" y="5179479"/>
            <a:ext cx="768085" cy="768085"/>
          </a:xfrm>
          <a:prstGeom prst="rect">
            <a:avLst/>
          </a:prstGeom>
        </p:spPr>
      </p:pic>
      <p:sp>
        <p:nvSpPr>
          <p:cNvPr id="216" name="Elipse 215"/>
          <p:cNvSpPr/>
          <p:nvPr/>
        </p:nvSpPr>
        <p:spPr>
          <a:xfrm>
            <a:off x="6864085" y="1960972"/>
            <a:ext cx="2304256" cy="960107"/>
          </a:xfrm>
          <a:prstGeom prst="ellipse">
            <a:avLst/>
          </a:prstGeom>
          <a:solidFill>
            <a:srgbClr val="00B050"/>
          </a:solidFill>
          <a:ln w="9525" cap="rnd">
            <a:noFill/>
            <a:round/>
            <a:headEnd type="none" w="sm" len="sm"/>
            <a:tailEnd type="none" w="sm" len="sm"/>
          </a:ln>
          <a:effectLst/>
        </p:spPr>
        <p:txBody>
          <a:bodyPr anchor="ctr"/>
          <a:lstStyle/>
          <a:p>
            <a:pPr algn="ctr"/>
            <a:r>
              <a:rPr lang="pt-BR" sz="2400" dirty="0">
                <a:solidFill>
                  <a:schemeClr val="bg1"/>
                </a:solidFill>
                <a:latin typeface="Lato" pitchFamily="34" charset="0"/>
              </a:rPr>
              <a:t>Cadeia de valor A</a:t>
            </a:r>
          </a:p>
        </p:txBody>
      </p:sp>
      <p:sp>
        <p:nvSpPr>
          <p:cNvPr id="217" name="Elipse 216"/>
          <p:cNvSpPr/>
          <p:nvPr/>
        </p:nvSpPr>
        <p:spPr>
          <a:xfrm>
            <a:off x="6864085" y="3560380"/>
            <a:ext cx="2304256" cy="960107"/>
          </a:xfrm>
          <a:prstGeom prst="ellipse">
            <a:avLst/>
          </a:prstGeom>
          <a:solidFill>
            <a:srgbClr val="0070C0"/>
          </a:solidFill>
          <a:ln w="9525" cap="rnd">
            <a:noFill/>
            <a:round/>
            <a:headEnd type="none" w="sm" len="sm"/>
            <a:tailEnd type="none" w="sm" len="sm"/>
          </a:ln>
          <a:effectLst/>
        </p:spPr>
        <p:txBody>
          <a:bodyPr anchor="ctr"/>
          <a:lstStyle/>
          <a:p>
            <a:pPr algn="ctr"/>
            <a:r>
              <a:rPr lang="pt-BR" sz="2400" dirty="0">
                <a:solidFill>
                  <a:schemeClr val="bg1"/>
                </a:solidFill>
                <a:latin typeface="Lato" pitchFamily="34" charset="0"/>
              </a:rPr>
              <a:t>Cadeia de valor B</a:t>
            </a:r>
          </a:p>
        </p:txBody>
      </p:sp>
      <p:sp>
        <p:nvSpPr>
          <p:cNvPr id="219" name="Elipse 218"/>
          <p:cNvSpPr/>
          <p:nvPr/>
        </p:nvSpPr>
        <p:spPr>
          <a:xfrm>
            <a:off x="6864085" y="5083468"/>
            <a:ext cx="2304256" cy="960107"/>
          </a:xfrm>
          <a:prstGeom prst="ellipse">
            <a:avLst/>
          </a:prstGeom>
          <a:solidFill>
            <a:srgbClr val="0070C0"/>
          </a:solidFill>
          <a:ln w="9525" cap="rnd">
            <a:noFill/>
            <a:round/>
            <a:headEnd type="none" w="sm" len="sm"/>
            <a:tailEnd type="none" w="sm" len="sm"/>
          </a:ln>
          <a:effectLst/>
        </p:spPr>
        <p:txBody>
          <a:bodyPr anchor="ctr"/>
          <a:lstStyle/>
          <a:p>
            <a:pPr algn="ctr"/>
            <a:r>
              <a:rPr lang="pt-BR" sz="2400" dirty="0">
                <a:solidFill>
                  <a:schemeClr val="bg1"/>
                </a:solidFill>
                <a:latin typeface="Lato" pitchFamily="34" charset="0"/>
              </a:rPr>
              <a:t>Cadeia de valor B</a:t>
            </a:r>
          </a:p>
        </p:txBody>
      </p:sp>
      <p:sp>
        <p:nvSpPr>
          <p:cNvPr id="237" name="CaixaDeTexto 236"/>
          <p:cNvSpPr txBox="1"/>
          <p:nvPr/>
        </p:nvSpPr>
        <p:spPr>
          <a:xfrm>
            <a:off x="9168341" y="4884549"/>
            <a:ext cx="1582484" cy="584775"/>
          </a:xfrm>
          <a:prstGeom prst="rect">
            <a:avLst/>
          </a:prstGeom>
          <a:noFill/>
        </p:spPr>
        <p:txBody>
          <a:bodyPr wrap="none" rtlCol="0" anchor="ctr" anchorCtr="0">
            <a:spAutoFit/>
          </a:bodyPr>
          <a:lstStyle/>
          <a:p>
            <a:r>
              <a:rPr lang="pt-BR" sz="2400" dirty="0">
                <a:solidFill>
                  <a:srgbClr val="595959"/>
                </a:solidFill>
                <a:latin typeface="Lato" pitchFamily="34" charset="0"/>
              </a:rPr>
              <a:t>Produto</a:t>
            </a:r>
            <a:r>
              <a:rPr lang="pt-BR" sz="3200" dirty="0">
                <a:solidFill>
                  <a:srgbClr val="595959"/>
                </a:solidFill>
                <a:latin typeface="Lato" pitchFamily="34" charset="0"/>
              </a:rPr>
              <a:t> </a:t>
            </a:r>
            <a:r>
              <a:rPr lang="pt-BR" sz="2400" dirty="0">
                <a:solidFill>
                  <a:srgbClr val="595959"/>
                </a:solidFill>
                <a:latin typeface="Lato" pitchFamily="34" charset="0"/>
              </a:rPr>
              <a:t>B</a:t>
            </a:r>
            <a:endParaRPr lang="pt-BR" sz="3200" dirty="0">
              <a:solidFill>
                <a:srgbClr val="595959"/>
              </a:solidFill>
              <a:latin typeface="Lato" pitchFamily="34" charset="0"/>
            </a:endParaRPr>
          </a:p>
        </p:txBody>
      </p:sp>
      <p:pic>
        <p:nvPicPr>
          <p:cNvPr id="238"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9458028" y="5431047"/>
            <a:ext cx="1056117" cy="1056117"/>
          </a:xfrm>
          <a:prstGeom prst="rect">
            <a:avLst/>
          </a:prstGeom>
          <a:noFill/>
          <a:ln w="9525">
            <a:noFill/>
            <a:miter lim="800000"/>
            <a:headEnd/>
            <a:tailEnd/>
          </a:ln>
        </p:spPr>
      </p:pic>
      <p:sp>
        <p:nvSpPr>
          <p:cNvPr id="297" name="CaixaDeTexto 296"/>
          <p:cNvSpPr txBox="1"/>
          <p:nvPr/>
        </p:nvSpPr>
        <p:spPr>
          <a:xfrm>
            <a:off x="9168341" y="3156357"/>
            <a:ext cx="1600118" cy="584775"/>
          </a:xfrm>
          <a:prstGeom prst="rect">
            <a:avLst/>
          </a:prstGeom>
          <a:noFill/>
        </p:spPr>
        <p:txBody>
          <a:bodyPr wrap="none" rtlCol="0" anchor="ctr" anchorCtr="0">
            <a:spAutoFit/>
          </a:bodyPr>
          <a:lstStyle/>
          <a:p>
            <a:r>
              <a:rPr lang="pt-BR" sz="2400" dirty="0">
                <a:solidFill>
                  <a:srgbClr val="595959"/>
                </a:solidFill>
                <a:latin typeface="Lato" pitchFamily="34" charset="0"/>
              </a:rPr>
              <a:t>Produto</a:t>
            </a:r>
            <a:r>
              <a:rPr lang="pt-BR" sz="3200" dirty="0">
                <a:solidFill>
                  <a:srgbClr val="595959"/>
                </a:solidFill>
                <a:latin typeface="Lato" pitchFamily="34" charset="0"/>
              </a:rPr>
              <a:t> </a:t>
            </a:r>
            <a:r>
              <a:rPr lang="pt-BR" sz="2400" dirty="0">
                <a:solidFill>
                  <a:srgbClr val="595959"/>
                </a:solidFill>
                <a:latin typeface="Lato" pitchFamily="34" charset="0"/>
              </a:rPr>
              <a:t>C</a:t>
            </a:r>
            <a:endParaRPr lang="pt-BR" sz="3200" dirty="0">
              <a:solidFill>
                <a:srgbClr val="595959"/>
              </a:solidFill>
              <a:latin typeface="Lato" pitchFamily="34" charset="0"/>
            </a:endParaRPr>
          </a:p>
        </p:txBody>
      </p:sp>
      <p:pic>
        <p:nvPicPr>
          <p:cNvPr id="298" name="Picture 4"/>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9360363" y="3621022"/>
            <a:ext cx="1152128" cy="1118580"/>
          </a:xfrm>
          <a:prstGeom prst="rect">
            <a:avLst/>
          </a:prstGeom>
          <a:noFill/>
          <a:ln w="9525">
            <a:noFill/>
            <a:miter lim="800000"/>
            <a:headEnd/>
            <a:tailEnd/>
          </a:ln>
        </p:spPr>
      </p:pic>
      <p:pic>
        <p:nvPicPr>
          <p:cNvPr id="299" name="Picture 3"/>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9456373" y="2180861"/>
            <a:ext cx="948696" cy="948696"/>
          </a:xfrm>
          <a:prstGeom prst="rect">
            <a:avLst/>
          </a:prstGeom>
          <a:noFill/>
          <a:ln w="9525">
            <a:noFill/>
            <a:miter lim="800000"/>
            <a:headEnd/>
            <a:tailEnd/>
          </a:ln>
        </p:spPr>
      </p:pic>
      <p:sp>
        <p:nvSpPr>
          <p:cNvPr id="300" name="CaixaDeTexto 299"/>
          <p:cNvSpPr txBox="1"/>
          <p:nvPr/>
        </p:nvSpPr>
        <p:spPr>
          <a:xfrm>
            <a:off x="9168341" y="1580697"/>
            <a:ext cx="1582484" cy="584775"/>
          </a:xfrm>
          <a:prstGeom prst="rect">
            <a:avLst/>
          </a:prstGeom>
          <a:noFill/>
        </p:spPr>
        <p:txBody>
          <a:bodyPr wrap="none" rtlCol="0" anchor="ctr" anchorCtr="0">
            <a:spAutoFit/>
          </a:bodyPr>
          <a:lstStyle/>
          <a:p>
            <a:r>
              <a:rPr lang="pt-BR" sz="2400" dirty="0">
                <a:solidFill>
                  <a:srgbClr val="595959"/>
                </a:solidFill>
                <a:latin typeface="Lato" pitchFamily="34" charset="0"/>
              </a:rPr>
              <a:t>Produto</a:t>
            </a:r>
            <a:r>
              <a:rPr lang="pt-BR" sz="3200" dirty="0">
                <a:solidFill>
                  <a:srgbClr val="595959"/>
                </a:solidFill>
                <a:latin typeface="Lato" pitchFamily="34" charset="0"/>
              </a:rPr>
              <a:t> </a:t>
            </a:r>
            <a:r>
              <a:rPr lang="pt-BR" sz="2400" dirty="0">
                <a:solidFill>
                  <a:srgbClr val="595959"/>
                </a:solidFill>
                <a:latin typeface="Lato" pitchFamily="34" charset="0"/>
              </a:rPr>
              <a:t>A</a:t>
            </a:r>
            <a:endParaRPr lang="pt-BR" sz="3200" dirty="0">
              <a:solidFill>
                <a:srgbClr val="595959"/>
              </a:solidFill>
              <a:latin typeface="Lato" pitchFamily="34" charset="0"/>
            </a:endParaRPr>
          </a:p>
        </p:txBody>
      </p:sp>
      <p:grpSp>
        <p:nvGrpSpPr>
          <p:cNvPr id="301" name="Group 4"/>
          <p:cNvGrpSpPr>
            <a:grpSpLocks/>
          </p:cNvGrpSpPr>
          <p:nvPr/>
        </p:nvGrpSpPr>
        <p:grpSpPr bwMode="auto">
          <a:xfrm>
            <a:off x="3119670" y="356659"/>
            <a:ext cx="4224469" cy="1501327"/>
            <a:chOff x="288" y="816"/>
            <a:chExt cx="2633" cy="1038"/>
          </a:xfrm>
          <a:solidFill>
            <a:srgbClr val="FF3300"/>
          </a:solidFill>
        </p:grpSpPr>
        <p:sp>
          <p:nvSpPr>
            <p:cNvPr id="302" name="AutoShape 5"/>
            <p:cNvSpPr>
              <a:spLocks noChangeArrowheads="1"/>
            </p:cNvSpPr>
            <p:nvPr/>
          </p:nvSpPr>
          <p:spPr bwMode="auto">
            <a:xfrm>
              <a:off x="288" y="816"/>
              <a:ext cx="2633" cy="1038"/>
            </a:xfrm>
            <a:prstGeom prst="rightArrow">
              <a:avLst>
                <a:gd name="adj1" fmla="val 77731"/>
                <a:gd name="adj2" fmla="val 32800"/>
              </a:avLst>
            </a:prstGeom>
            <a:solidFill>
              <a:schemeClr val="bg1">
                <a:lumMod val="50000"/>
              </a:schemeClr>
            </a:solidFill>
            <a:ln w="12700">
              <a:solidFill>
                <a:schemeClr val="bg1">
                  <a:lumMod val="95000"/>
                </a:schemeClr>
              </a:solidFill>
              <a:miter lim="800000"/>
              <a:headEnd/>
              <a:tailEnd/>
            </a:ln>
          </p:spPr>
          <p:txBody>
            <a:bodyPr wrap="none" anchor="ctr"/>
            <a:lstStyle/>
            <a:p>
              <a:pPr algn="ctr" eaLnBrk="0" hangingPunct="0"/>
              <a:endParaRPr lang="en-US" sz="2400">
                <a:latin typeface="Lato" pitchFamily="34" charset="0"/>
              </a:endParaRPr>
            </a:p>
          </p:txBody>
        </p:sp>
        <p:sp>
          <p:nvSpPr>
            <p:cNvPr id="303" name="Rectangle 6"/>
            <p:cNvSpPr>
              <a:spLocks noChangeArrowheads="1"/>
            </p:cNvSpPr>
            <p:nvPr/>
          </p:nvSpPr>
          <p:spPr bwMode="auto">
            <a:xfrm>
              <a:off x="1545" y="1532"/>
              <a:ext cx="143" cy="147"/>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04" name="Rectangle 7"/>
            <p:cNvSpPr>
              <a:spLocks noChangeArrowheads="1"/>
            </p:cNvSpPr>
            <p:nvPr/>
          </p:nvSpPr>
          <p:spPr bwMode="auto">
            <a:xfrm>
              <a:off x="1047" y="1210"/>
              <a:ext cx="142" cy="147"/>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05" name="Rectangle 8"/>
            <p:cNvSpPr>
              <a:spLocks noChangeArrowheads="1"/>
            </p:cNvSpPr>
            <p:nvPr/>
          </p:nvSpPr>
          <p:spPr bwMode="auto">
            <a:xfrm>
              <a:off x="1759" y="1067"/>
              <a:ext cx="213"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06" name="Rectangle 9"/>
            <p:cNvSpPr>
              <a:spLocks noChangeArrowheads="1"/>
            </p:cNvSpPr>
            <p:nvPr/>
          </p:nvSpPr>
          <p:spPr bwMode="auto">
            <a:xfrm>
              <a:off x="2281" y="1389"/>
              <a:ext cx="118" cy="122"/>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07" name="Rectangle 10"/>
            <p:cNvSpPr>
              <a:spLocks noChangeArrowheads="1"/>
            </p:cNvSpPr>
            <p:nvPr/>
          </p:nvSpPr>
          <p:spPr bwMode="auto">
            <a:xfrm>
              <a:off x="715" y="1353"/>
              <a:ext cx="95" cy="74"/>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08" name="Rectangle 11"/>
            <p:cNvSpPr>
              <a:spLocks noChangeArrowheads="1"/>
            </p:cNvSpPr>
            <p:nvPr/>
          </p:nvSpPr>
          <p:spPr bwMode="auto">
            <a:xfrm>
              <a:off x="430" y="1496"/>
              <a:ext cx="95"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09" name="Rectangle 12"/>
            <p:cNvSpPr>
              <a:spLocks noChangeArrowheads="1"/>
            </p:cNvSpPr>
            <p:nvPr/>
          </p:nvSpPr>
          <p:spPr bwMode="auto">
            <a:xfrm>
              <a:off x="335" y="1067"/>
              <a:ext cx="143"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10" name="Rectangle 13"/>
            <p:cNvSpPr>
              <a:spLocks noChangeArrowheads="1"/>
            </p:cNvSpPr>
            <p:nvPr/>
          </p:nvSpPr>
          <p:spPr bwMode="auto">
            <a:xfrm>
              <a:off x="1759" y="1389"/>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11" name="Rectangle 14"/>
            <p:cNvSpPr>
              <a:spLocks noChangeArrowheads="1"/>
            </p:cNvSpPr>
            <p:nvPr/>
          </p:nvSpPr>
          <p:spPr bwMode="auto">
            <a:xfrm>
              <a:off x="881" y="1496"/>
              <a:ext cx="214" cy="147"/>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12" name="Rectangle 15"/>
            <p:cNvSpPr>
              <a:spLocks noChangeArrowheads="1"/>
            </p:cNvSpPr>
            <p:nvPr/>
          </p:nvSpPr>
          <p:spPr bwMode="auto">
            <a:xfrm>
              <a:off x="1450" y="1031"/>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13" name="Rectangle 16"/>
            <p:cNvSpPr>
              <a:spLocks noChangeArrowheads="1"/>
            </p:cNvSpPr>
            <p:nvPr/>
          </p:nvSpPr>
          <p:spPr bwMode="auto">
            <a:xfrm>
              <a:off x="2375" y="1067"/>
              <a:ext cx="143"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14" name="Rectangle 17"/>
            <p:cNvSpPr>
              <a:spLocks noChangeArrowheads="1"/>
            </p:cNvSpPr>
            <p:nvPr/>
          </p:nvSpPr>
          <p:spPr bwMode="auto">
            <a:xfrm>
              <a:off x="810" y="995"/>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15" name="Rectangle 18"/>
            <p:cNvSpPr>
              <a:spLocks noChangeArrowheads="1"/>
            </p:cNvSpPr>
            <p:nvPr/>
          </p:nvSpPr>
          <p:spPr bwMode="auto">
            <a:xfrm>
              <a:off x="1901" y="1568"/>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16" name="Rectangle 19"/>
            <p:cNvSpPr>
              <a:spLocks noChangeArrowheads="1"/>
            </p:cNvSpPr>
            <p:nvPr/>
          </p:nvSpPr>
          <p:spPr bwMode="auto">
            <a:xfrm>
              <a:off x="1379" y="1317"/>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17" name="Rectangle 20"/>
            <p:cNvSpPr>
              <a:spLocks noChangeArrowheads="1"/>
            </p:cNvSpPr>
            <p:nvPr/>
          </p:nvSpPr>
          <p:spPr bwMode="auto">
            <a:xfrm>
              <a:off x="1118" y="1031"/>
              <a:ext cx="95" cy="74"/>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18" name="Rectangle 21"/>
            <p:cNvSpPr>
              <a:spLocks noChangeArrowheads="1"/>
            </p:cNvSpPr>
            <p:nvPr/>
          </p:nvSpPr>
          <p:spPr bwMode="auto">
            <a:xfrm>
              <a:off x="1261" y="1603"/>
              <a:ext cx="94"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19" name="Rectangle 22"/>
            <p:cNvSpPr>
              <a:spLocks noChangeArrowheads="1"/>
            </p:cNvSpPr>
            <p:nvPr/>
          </p:nvSpPr>
          <p:spPr bwMode="auto">
            <a:xfrm>
              <a:off x="2067" y="1317"/>
              <a:ext cx="95"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20" name="Rectangle 23"/>
            <p:cNvSpPr>
              <a:spLocks noChangeArrowheads="1"/>
            </p:cNvSpPr>
            <p:nvPr/>
          </p:nvSpPr>
          <p:spPr bwMode="auto">
            <a:xfrm>
              <a:off x="2091" y="995"/>
              <a:ext cx="95"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21" name="Rectangle 24"/>
            <p:cNvSpPr>
              <a:spLocks noChangeArrowheads="1"/>
            </p:cNvSpPr>
            <p:nvPr/>
          </p:nvSpPr>
          <p:spPr bwMode="auto">
            <a:xfrm>
              <a:off x="2209" y="1603"/>
              <a:ext cx="95"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cxnSp>
          <p:nvCxnSpPr>
            <p:cNvPr id="322" name="AutoShape 25"/>
            <p:cNvCxnSpPr>
              <a:cxnSpLocks noChangeShapeType="1"/>
              <a:stCxn id="309" idx="3"/>
              <a:endCxn id="314" idx="1"/>
            </p:cNvCxnSpPr>
            <p:nvPr/>
          </p:nvCxnSpPr>
          <p:spPr bwMode="auto">
            <a:xfrm flipV="1">
              <a:off x="478" y="1068"/>
              <a:ext cx="332" cy="72"/>
            </a:xfrm>
            <a:prstGeom prst="straightConnector1">
              <a:avLst/>
            </a:prstGeom>
            <a:grpFill/>
            <a:ln w="12700">
              <a:solidFill>
                <a:schemeClr val="bg1">
                  <a:lumMod val="95000"/>
                </a:schemeClr>
              </a:solidFill>
              <a:round/>
              <a:headEnd/>
              <a:tailEnd type="triangle" w="sm" len="lg"/>
            </a:ln>
          </p:spPr>
        </p:cxnSp>
        <p:cxnSp>
          <p:nvCxnSpPr>
            <p:cNvPr id="323" name="AutoShape 26"/>
            <p:cNvCxnSpPr>
              <a:cxnSpLocks noChangeShapeType="1"/>
              <a:stCxn id="308" idx="3"/>
              <a:endCxn id="307" idx="1"/>
            </p:cNvCxnSpPr>
            <p:nvPr/>
          </p:nvCxnSpPr>
          <p:spPr bwMode="auto">
            <a:xfrm flipV="1">
              <a:off x="525" y="1390"/>
              <a:ext cx="190" cy="143"/>
            </a:xfrm>
            <a:prstGeom prst="straightConnector1">
              <a:avLst/>
            </a:prstGeom>
            <a:grpFill/>
            <a:ln w="12700">
              <a:solidFill>
                <a:schemeClr val="bg1">
                  <a:lumMod val="95000"/>
                </a:schemeClr>
              </a:solidFill>
              <a:round/>
              <a:headEnd/>
              <a:tailEnd type="triangle" w="sm" len="lg"/>
            </a:ln>
          </p:spPr>
        </p:cxnSp>
        <p:cxnSp>
          <p:nvCxnSpPr>
            <p:cNvPr id="324" name="AutoShape 27"/>
            <p:cNvCxnSpPr>
              <a:cxnSpLocks noChangeShapeType="1"/>
              <a:stCxn id="307" idx="2"/>
              <a:endCxn id="311" idx="1"/>
            </p:cNvCxnSpPr>
            <p:nvPr/>
          </p:nvCxnSpPr>
          <p:spPr bwMode="auto">
            <a:xfrm>
              <a:off x="762" y="1427"/>
              <a:ext cx="119" cy="143"/>
            </a:xfrm>
            <a:prstGeom prst="straightConnector1">
              <a:avLst/>
            </a:prstGeom>
            <a:grpFill/>
            <a:ln w="12700">
              <a:solidFill>
                <a:schemeClr val="bg1">
                  <a:lumMod val="95000"/>
                </a:schemeClr>
              </a:solidFill>
              <a:round/>
              <a:headEnd/>
              <a:tailEnd type="triangle" w="sm" len="lg"/>
            </a:ln>
          </p:spPr>
        </p:cxnSp>
        <p:cxnSp>
          <p:nvCxnSpPr>
            <p:cNvPr id="325" name="AutoShape 28"/>
            <p:cNvCxnSpPr>
              <a:cxnSpLocks noChangeShapeType="1"/>
              <a:stCxn id="307" idx="0"/>
              <a:endCxn id="314" idx="2"/>
            </p:cNvCxnSpPr>
            <p:nvPr/>
          </p:nvCxnSpPr>
          <p:spPr bwMode="auto">
            <a:xfrm flipV="1">
              <a:off x="762" y="1141"/>
              <a:ext cx="95" cy="212"/>
            </a:xfrm>
            <a:prstGeom prst="straightConnector1">
              <a:avLst/>
            </a:prstGeom>
            <a:grpFill/>
            <a:ln w="12700">
              <a:solidFill>
                <a:schemeClr val="bg1">
                  <a:lumMod val="95000"/>
                </a:schemeClr>
              </a:solidFill>
              <a:round/>
              <a:headEnd/>
              <a:tailEnd type="triangle" w="sm" len="lg"/>
            </a:ln>
          </p:spPr>
        </p:cxnSp>
        <p:cxnSp>
          <p:nvCxnSpPr>
            <p:cNvPr id="326" name="AutoShape 29"/>
            <p:cNvCxnSpPr>
              <a:cxnSpLocks noChangeShapeType="1"/>
              <a:stCxn id="314" idx="3"/>
              <a:endCxn id="317" idx="1"/>
            </p:cNvCxnSpPr>
            <p:nvPr/>
          </p:nvCxnSpPr>
          <p:spPr bwMode="auto">
            <a:xfrm>
              <a:off x="905" y="1068"/>
              <a:ext cx="213" cy="0"/>
            </a:xfrm>
            <a:prstGeom prst="straightConnector1">
              <a:avLst/>
            </a:prstGeom>
            <a:grpFill/>
            <a:ln w="12700">
              <a:solidFill>
                <a:schemeClr val="bg1">
                  <a:lumMod val="95000"/>
                </a:schemeClr>
              </a:solidFill>
              <a:round/>
              <a:headEnd/>
              <a:tailEnd type="triangle" w="sm" len="lg"/>
            </a:ln>
          </p:spPr>
        </p:cxnSp>
        <p:cxnSp>
          <p:nvCxnSpPr>
            <p:cNvPr id="327" name="AutoShape 30"/>
            <p:cNvCxnSpPr>
              <a:cxnSpLocks noChangeShapeType="1"/>
              <a:stCxn id="311" idx="0"/>
              <a:endCxn id="304" idx="2"/>
            </p:cNvCxnSpPr>
            <p:nvPr/>
          </p:nvCxnSpPr>
          <p:spPr bwMode="auto">
            <a:xfrm flipV="1">
              <a:off x="988" y="1357"/>
              <a:ext cx="130" cy="139"/>
            </a:xfrm>
            <a:prstGeom prst="straightConnector1">
              <a:avLst/>
            </a:prstGeom>
            <a:grpFill/>
            <a:ln w="12700">
              <a:solidFill>
                <a:schemeClr val="bg1">
                  <a:lumMod val="95000"/>
                </a:schemeClr>
              </a:solidFill>
              <a:round/>
              <a:headEnd/>
              <a:tailEnd type="triangle" w="sm" len="lg"/>
            </a:ln>
          </p:spPr>
        </p:cxnSp>
        <p:cxnSp>
          <p:nvCxnSpPr>
            <p:cNvPr id="328" name="AutoShape 31"/>
            <p:cNvCxnSpPr>
              <a:cxnSpLocks noChangeShapeType="1"/>
              <a:stCxn id="304" idx="0"/>
              <a:endCxn id="317" idx="2"/>
            </p:cNvCxnSpPr>
            <p:nvPr/>
          </p:nvCxnSpPr>
          <p:spPr bwMode="auto">
            <a:xfrm flipV="1">
              <a:off x="1118" y="1105"/>
              <a:ext cx="48" cy="105"/>
            </a:xfrm>
            <a:prstGeom prst="straightConnector1">
              <a:avLst/>
            </a:prstGeom>
            <a:grpFill/>
            <a:ln w="12700">
              <a:solidFill>
                <a:schemeClr val="bg1">
                  <a:lumMod val="95000"/>
                </a:schemeClr>
              </a:solidFill>
              <a:round/>
              <a:headEnd/>
              <a:tailEnd type="triangle" w="sm" len="lg"/>
            </a:ln>
          </p:spPr>
        </p:cxnSp>
        <p:cxnSp>
          <p:nvCxnSpPr>
            <p:cNvPr id="329" name="AutoShape 32"/>
            <p:cNvCxnSpPr>
              <a:cxnSpLocks noChangeShapeType="1"/>
              <a:stCxn id="304" idx="3"/>
              <a:endCxn id="316" idx="1"/>
            </p:cNvCxnSpPr>
            <p:nvPr/>
          </p:nvCxnSpPr>
          <p:spPr bwMode="auto">
            <a:xfrm>
              <a:off x="1189" y="1284"/>
              <a:ext cx="190" cy="106"/>
            </a:xfrm>
            <a:prstGeom prst="straightConnector1">
              <a:avLst/>
            </a:prstGeom>
            <a:grpFill/>
            <a:ln w="12700">
              <a:solidFill>
                <a:schemeClr val="bg1">
                  <a:lumMod val="95000"/>
                </a:schemeClr>
              </a:solidFill>
              <a:round/>
              <a:headEnd/>
              <a:tailEnd type="triangle" w="sm" len="lg"/>
            </a:ln>
          </p:spPr>
        </p:cxnSp>
        <p:cxnSp>
          <p:nvCxnSpPr>
            <p:cNvPr id="330" name="AutoShape 33"/>
            <p:cNvCxnSpPr>
              <a:cxnSpLocks noChangeShapeType="1"/>
              <a:stCxn id="311" idx="3"/>
              <a:endCxn id="318" idx="1"/>
            </p:cNvCxnSpPr>
            <p:nvPr/>
          </p:nvCxnSpPr>
          <p:spPr bwMode="auto">
            <a:xfrm>
              <a:off x="1095" y="1570"/>
              <a:ext cx="166" cy="71"/>
            </a:xfrm>
            <a:prstGeom prst="straightConnector1">
              <a:avLst/>
            </a:prstGeom>
            <a:grpFill/>
            <a:ln w="12700">
              <a:solidFill>
                <a:schemeClr val="bg1">
                  <a:lumMod val="95000"/>
                </a:schemeClr>
              </a:solidFill>
              <a:round/>
              <a:headEnd/>
              <a:tailEnd type="triangle" w="sm" len="lg"/>
            </a:ln>
          </p:spPr>
        </p:cxnSp>
        <p:cxnSp>
          <p:nvCxnSpPr>
            <p:cNvPr id="331" name="AutoShape 34"/>
            <p:cNvCxnSpPr>
              <a:cxnSpLocks noChangeShapeType="1"/>
              <a:stCxn id="318" idx="3"/>
              <a:endCxn id="303" idx="1"/>
            </p:cNvCxnSpPr>
            <p:nvPr/>
          </p:nvCxnSpPr>
          <p:spPr bwMode="auto">
            <a:xfrm flipV="1">
              <a:off x="1355" y="1606"/>
              <a:ext cx="190" cy="35"/>
            </a:xfrm>
            <a:prstGeom prst="straightConnector1">
              <a:avLst/>
            </a:prstGeom>
            <a:grpFill/>
            <a:ln w="12700">
              <a:solidFill>
                <a:schemeClr val="bg1">
                  <a:lumMod val="95000"/>
                </a:schemeClr>
              </a:solidFill>
              <a:round/>
              <a:headEnd/>
              <a:tailEnd type="triangle" w="sm" len="lg"/>
            </a:ln>
          </p:spPr>
        </p:cxnSp>
        <p:cxnSp>
          <p:nvCxnSpPr>
            <p:cNvPr id="332" name="AutoShape 35"/>
            <p:cNvCxnSpPr>
              <a:cxnSpLocks noChangeShapeType="1"/>
              <a:stCxn id="316" idx="2"/>
              <a:endCxn id="303" idx="0"/>
            </p:cNvCxnSpPr>
            <p:nvPr/>
          </p:nvCxnSpPr>
          <p:spPr bwMode="auto">
            <a:xfrm>
              <a:off x="1427" y="1463"/>
              <a:ext cx="189" cy="69"/>
            </a:xfrm>
            <a:prstGeom prst="straightConnector1">
              <a:avLst/>
            </a:prstGeom>
            <a:grpFill/>
            <a:ln w="12700">
              <a:solidFill>
                <a:schemeClr val="bg1">
                  <a:lumMod val="95000"/>
                </a:schemeClr>
              </a:solidFill>
              <a:round/>
              <a:headEnd/>
              <a:tailEnd type="triangle" w="sm" len="lg"/>
            </a:ln>
          </p:spPr>
        </p:cxnSp>
        <p:cxnSp>
          <p:nvCxnSpPr>
            <p:cNvPr id="333" name="AutoShape 36"/>
            <p:cNvCxnSpPr>
              <a:cxnSpLocks noChangeShapeType="1"/>
              <a:stCxn id="316" idx="0"/>
              <a:endCxn id="312" idx="2"/>
            </p:cNvCxnSpPr>
            <p:nvPr/>
          </p:nvCxnSpPr>
          <p:spPr bwMode="auto">
            <a:xfrm flipV="1">
              <a:off x="1427" y="1177"/>
              <a:ext cx="71" cy="140"/>
            </a:xfrm>
            <a:prstGeom prst="straightConnector1">
              <a:avLst/>
            </a:prstGeom>
            <a:grpFill/>
            <a:ln w="12700">
              <a:solidFill>
                <a:schemeClr val="bg1">
                  <a:lumMod val="95000"/>
                </a:schemeClr>
              </a:solidFill>
              <a:round/>
              <a:headEnd/>
              <a:tailEnd type="triangle" w="sm" len="lg"/>
            </a:ln>
          </p:spPr>
        </p:cxnSp>
        <p:cxnSp>
          <p:nvCxnSpPr>
            <p:cNvPr id="334" name="AutoShape 37"/>
            <p:cNvCxnSpPr>
              <a:cxnSpLocks noChangeShapeType="1"/>
              <a:stCxn id="317" idx="3"/>
              <a:endCxn id="312" idx="1"/>
            </p:cNvCxnSpPr>
            <p:nvPr/>
          </p:nvCxnSpPr>
          <p:spPr bwMode="auto">
            <a:xfrm>
              <a:off x="1213" y="1068"/>
              <a:ext cx="237" cy="36"/>
            </a:xfrm>
            <a:prstGeom prst="straightConnector1">
              <a:avLst/>
            </a:prstGeom>
            <a:grpFill/>
            <a:ln w="12700">
              <a:solidFill>
                <a:schemeClr val="bg1">
                  <a:lumMod val="95000"/>
                </a:schemeClr>
              </a:solidFill>
              <a:round/>
              <a:headEnd/>
              <a:tailEnd type="triangle" w="sm" len="lg"/>
            </a:ln>
          </p:spPr>
        </p:cxnSp>
        <p:cxnSp>
          <p:nvCxnSpPr>
            <p:cNvPr id="335" name="AutoShape 38"/>
            <p:cNvCxnSpPr>
              <a:cxnSpLocks noChangeShapeType="1"/>
              <a:stCxn id="312" idx="3"/>
              <a:endCxn id="305" idx="1"/>
            </p:cNvCxnSpPr>
            <p:nvPr/>
          </p:nvCxnSpPr>
          <p:spPr bwMode="auto">
            <a:xfrm>
              <a:off x="1545" y="1104"/>
              <a:ext cx="214" cy="36"/>
            </a:xfrm>
            <a:prstGeom prst="straightConnector1">
              <a:avLst/>
            </a:prstGeom>
            <a:grpFill/>
            <a:ln w="12700">
              <a:solidFill>
                <a:schemeClr val="bg1">
                  <a:lumMod val="95000"/>
                </a:schemeClr>
              </a:solidFill>
              <a:round/>
              <a:headEnd/>
              <a:tailEnd type="triangle" w="sm" len="lg"/>
            </a:ln>
          </p:spPr>
        </p:cxnSp>
        <p:cxnSp>
          <p:nvCxnSpPr>
            <p:cNvPr id="336" name="AutoShape 39"/>
            <p:cNvCxnSpPr>
              <a:cxnSpLocks noChangeShapeType="1"/>
              <a:stCxn id="353" idx="3"/>
              <a:endCxn id="305" idx="1"/>
            </p:cNvCxnSpPr>
            <p:nvPr/>
          </p:nvCxnSpPr>
          <p:spPr bwMode="auto">
            <a:xfrm flipV="1">
              <a:off x="1688" y="1140"/>
              <a:ext cx="71" cy="186"/>
            </a:xfrm>
            <a:prstGeom prst="straightConnector1">
              <a:avLst/>
            </a:prstGeom>
            <a:grpFill/>
            <a:ln w="12700">
              <a:solidFill>
                <a:schemeClr val="bg1">
                  <a:lumMod val="95000"/>
                </a:schemeClr>
              </a:solidFill>
              <a:round/>
              <a:headEnd/>
              <a:tailEnd type="triangle" w="sm" len="lg"/>
            </a:ln>
          </p:spPr>
        </p:cxnSp>
        <p:cxnSp>
          <p:nvCxnSpPr>
            <p:cNvPr id="337" name="AutoShape 40"/>
            <p:cNvCxnSpPr>
              <a:cxnSpLocks noChangeShapeType="1"/>
              <a:stCxn id="303" idx="3"/>
              <a:endCxn id="315" idx="1"/>
            </p:cNvCxnSpPr>
            <p:nvPr/>
          </p:nvCxnSpPr>
          <p:spPr bwMode="auto">
            <a:xfrm>
              <a:off x="1688" y="1606"/>
              <a:ext cx="213" cy="35"/>
            </a:xfrm>
            <a:prstGeom prst="straightConnector1">
              <a:avLst/>
            </a:prstGeom>
            <a:grpFill/>
            <a:ln w="12700">
              <a:solidFill>
                <a:schemeClr val="bg1">
                  <a:lumMod val="95000"/>
                </a:schemeClr>
              </a:solidFill>
              <a:round/>
              <a:headEnd/>
              <a:tailEnd type="triangle" w="sm" len="lg"/>
            </a:ln>
          </p:spPr>
        </p:cxnSp>
        <p:cxnSp>
          <p:nvCxnSpPr>
            <p:cNvPr id="338" name="AutoShape 41"/>
            <p:cNvCxnSpPr>
              <a:cxnSpLocks noChangeShapeType="1"/>
              <a:stCxn id="305" idx="2"/>
              <a:endCxn id="310" idx="0"/>
            </p:cNvCxnSpPr>
            <p:nvPr/>
          </p:nvCxnSpPr>
          <p:spPr bwMode="auto">
            <a:xfrm flipH="1">
              <a:off x="1806" y="1213"/>
              <a:ext cx="59" cy="176"/>
            </a:xfrm>
            <a:prstGeom prst="straightConnector1">
              <a:avLst/>
            </a:prstGeom>
            <a:grpFill/>
            <a:ln w="12700">
              <a:solidFill>
                <a:schemeClr val="bg1">
                  <a:lumMod val="95000"/>
                </a:schemeClr>
              </a:solidFill>
              <a:round/>
              <a:headEnd/>
              <a:tailEnd type="triangle" w="sm" len="lg"/>
            </a:ln>
          </p:spPr>
        </p:cxnSp>
        <p:cxnSp>
          <p:nvCxnSpPr>
            <p:cNvPr id="339" name="AutoShape 42"/>
            <p:cNvCxnSpPr>
              <a:cxnSpLocks noChangeShapeType="1"/>
              <a:stCxn id="305" idx="3"/>
              <a:endCxn id="320" idx="1"/>
            </p:cNvCxnSpPr>
            <p:nvPr/>
          </p:nvCxnSpPr>
          <p:spPr bwMode="auto">
            <a:xfrm flipV="1">
              <a:off x="1972" y="1032"/>
              <a:ext cx="119" cy="108"/>
            </a:xfrm>
            <a:prstGeom prst="straightConnector1">
              <a:avLst/>
            </a:prstGeom>
            <a:grpFill/>
            <a:ln w="12700">
              <a:solidFill>
                <a:schemeClr val="bg1">
                  <a:lumMod val="95000"/>
                </a:schemeClr>
              </a:solidFill>
              <a:round/>
              <a:headEnd/>
              <a:tailEnd type="triangle" w="sm" len="lg"/>
            </a:ln>
          </p:spPr>
        </p:cxnSp>
        <p:cxnSp>
          <p:nvCxnSpPr>
            <p:cNvPr id="340" name="AutoShape 43"/>
            <p:cNvCxnSpPr>
              <a:cxnSpLocks noChangeShapeType="1"/>
              <a:stCxn id="320" idx="3"/>
              <a:endCxn id="313" idx="0"/>
            </p:cNvCxnSpPr>
            <p:nvPr/>
          </p:nvCxnSpPr>
          <p:spPr bwMode="auto">
            <a:xfrm>
              <a:off x="2186" y="1032"/>
              <a:ext cx="261" cy="35"/>
            </a:xfrm>
            <a:prstGeom prst="straightConnector1">
              <a:avLst/>
            </a:prstGeom>
            <a:grpFill/>
            <a:ln w="12700">
              <a:solidFill>
                <a:schemeClr val="bg1">
                  <a:lumMod val="95000"/>
                </a:schemeClr>
              </a:solidFill>
              <a:round/>
              <a:headEnd/>
              <a:tailEnd type="triangle" w="sm" len="lg"/>
            </a:ln>
          </p:spPr>
        </p:cxnSp>
        <p:cxnSp>
          <p:nvCxnSpPr>
            <p:cNvPr id="341" name="AutoShape 44"/>
            <p:cNvCxnSpPr>
              <a:cxnSpLocks noChangeShapeType="1"/>
              <a:stCxn id="319" idx="3"/>
              <a:endCxn id="306" idx="1"/>
            </p:cNvCxnSpPr>
            <p:nvPr/>
          </p:nvCxnSpPr>
          <p:spPr bwMode="auto">
            <a:xfrm>
              <a:off x="2162" y="1354"/>
              <a:ext cx="119" cy="96"/>
            </a:xfrm>
            <a:prstGeom prst="straightConnector1">
              <a:avLst/>
            </a:prstGeom>
            <a:grpFill/>
            <a:ln w="12700">
              <a:solidFill>
                <a:schemeClr val="bg1">
                  <a:lumMod val="95000"/>
                </a:schemeClr>
              </a:solidFill>
              <a:round/>
              <a:headEnd/>
              <a:tailEnd type="triangle" w="sm" len="lg"/>
            </a:ln>
          </p:spPr>
        </p:cxnSp>
        <p:cxnSp>
          <p:nvCxnSpPr>
            <p:cNvPr id="342" name="AutoShape 45"/>
            <p:cNvCxnSpPr>
              <a:cxnSpLocks noChangeShapeType="1"/>
              <a:stCxn id="315" idx="3"/>
              <a:endCxn id="319" idx="2"/>
            </p:cNvCxnSpPr>
            <p:nvPr/>
          </p:nvCxnSpPr>
          <p:spPr bwMode="auto">
            <a:xfrm flipV="1">
              <a:off x="1996" y="1392"/>
              <a:ext cx="118" cy="249"/>
            </a:xfrm>
            <a:prstGeom prst="straightConnector1">
              <a:avLst/>
            </a:prstGeom>
            <a:grpFill/>
            <a:ln w="12700">
              <a:solidFill>
                <a:schemeClr val="bg1">
                  <a:lumMod val="95000"/>
                </a:schemeClr>
              </a:solidFill>
              <a:round/>
              <a:headEnd/>
              <a:tailEnd type="triangle" w="sm" len="lg"/>
            </a:ln>
          </p:spPr>
        </p:cxnSp>
        <p:cxnSp>
          <p:nvCxnSpPr>
            <p:cNvPr id="343" name="AutoShape 46"/>
            <p:cNvCxnSpPr>
              <a:cxnSpLocks noChangeShapeType="1"/>
              <a:stCxn id="313" idx="2"/>
              <a:endCxn id="306" idx="0"/>
            </p:cNvCxnSpPr>
            <p:nvPr/>
          </p:nvCxnSpPr>
          <p:spPr bwMode="auto">
            <a:xfrm flipH="1">
              <a:off x="2340" y="1213"/>
              <a:ext cx="107" cy="176"/>
            </a:xfrm>
            <a:prstGeom prst="straightConnector1">
              <a:avLst/>
            </a:prstGeom>
            <a:grpFill/>
            <a:ln w="12700">
              <a:solidFill>
                <a:schemeClr val="bg1">
                  <a:lumMod val="95000"/>
                </a:schemeClr>
              </a:solidFill>
              <a:round/>
              <a:headEnd/>
              <a:tailEnd type="triangle" w="sm" len="lg"/>
            </a:ln>
          </p:spPr>
        </p:cxnSp>
        <p:cxnSp>
          <p:nvCxnSpPr>
            <p:cNvPr id="344" name="AutoShape 47"/>
            <p:cNvCxnSpPr>
              <a:cxnSpLocks noChangeShapeType="1"/>
              <a:stCxn id="321" idx="0"/>
              <a:endCxn id="306" idx="2"/>
            </p:cNvCxnSpPr>
            <p:nvPr/>
          </p:nvCxnSpPr>
          <p:spPr bwMode="auto">
            <a:xfrm flipV="1">
              <a:off x="2257" y="1511"/>
              <a:ext cx="83" cy="92"/>
            </a:xfrm>
            <a:prstGeom prst="straightConnector1">
              <a:avLst/>
            </a:prstGeom>
            <a:grpFill/>
            <a:ln w="12700">
              <a:solidFill>
                <a:schemeClr val="bg1">
                  <a:lumMod val="95000"/>
                </a:schemeClr>
              </a:solidFill>
              <a:round/>
              <a:headEnd/>
              <a:tailEnd type="triangle" w="sm" len="lg"/>
            </a:ln>
          </p:spPr>
        </p:cxnSp>
        <p:sp>
          <p:nvSpPr>
            <p:cNvPr id="345" name="Rectangle 48"/>
            <p:cNvSpPr>
              <a:spLocks noChangeArrowheads="1"/>
            </p:cNvSpPr>
            <p:nvPr/>
          </p:nvSpPr>
          <p:spPr bwMode="auto">
            <a:xfrm>
              <a:off x="2541" y="1389"/>
              <a:ext cx="119" cy="122"/>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cxnSp>
          <p:nvCxnSpPr>
            <p:cNvPr id="346" name="AutoShape 49"/>
            <p:cNvCxnSpPr>
              <a:cxnSpLocks noChangeShapeType="1"/>
              <a:stCxn id="306" idx="3"/>
              <a:endCxn id="345" idx="1"/>
            </p:cNvCxnSpPr>
            <p:nvPr/>
          </p:nvCxnSpPr>
          <p:spPr bwMode="auto">
            <a:xfrm>
              <a:off x="2399" y="1450"/>
              <a:ext cx="142" cy="0"/>
            </a:xfrm>
            <a:prstGeom prst="straightConnector1">
              <a:avLst/>
            </a:prstGeom>
            <a:grpFill/>
            <a:ln w="12700">
              <a:solidFill>
                <a:schemeClr val="bg1">
                  <a:lumMod val="95000"/>
                </a:schemeClr>
              </a:solidFill>
              <a:round/>
              <a:headEnd/>
              <a:tailEnd type="triangle" w="sm" len="lg"/>
            </a:ln>
          </p:spPr>
        </p:cxnSp>
        <p:cxnSp>
          <p:nvCxnSpPr>
            <p:cNvPr id="347" name="AutoShape 50"/>
            <p:cNvCxnSpPr>
              <a:cxnSpLocks noChangeShapeType="1"/>
              <a:stCxn id="313" idx="3"/>
              <a:endCxn id="345" idx="0"/>
            </p:cNvCxnSpPr>
            <p:nvPr/>
          </p:nvCxnSpPr>
          <p:spPr bwMode="auto">
            <a:xfrm>
              <a:off x="2518" y="1140"/>
              <a:ext cx="83" cy="249"/>
            </a:xfrm>
            <a:prstGeom prst="straightConnector1">
              <a:avLst/>
            </a:prstGeom>
            <a:grpFill/>
            <a:ln w="12700">
              <a:solidFill>
                <a:schemeClr val="bg1">
                  <a:lumMod val="95000"/>
                </a:schemeClr>
              </a:solidFill>
              <a:round/>
              <a:headEnd/>
              <a:tailEnd type="triangle" w="sm" len="lg"/>
            </a:ln>
          </p:spPr>
        </p:cxnSp>
        <p:cxnSp>
          <p:nvCxnSpPr>
            <p:cNvPr id="348" name="AutoShape 51"/>
            <p:cNvCxnSpPr>
              <a:cxnSpLocks noChangeShapeType="1"/>
              <a:stCxn id="321" idx="3"/>
              <a:endCxn id="345" idx="2"/>
            </p:cNvCxnSpPr>
            <p:nvPr/>
          </p:nvCxnSpPr>
          <p:spPr bwMode="auto">
            <a:xfrm flipV="1">
              <a:off x="2304" y="1511"/>
              <a:ext cx="297" cy="130"/>
            </a:xfrm>
            <a:prstGeom prst="straightConnector1">
              <a:avLst/>
            </a:prstGeom>
            <a:grpFill/>
            <a:ln w="12700">
              <a:solidFill>
                <a:schemeClr val="bg1">
                  <a:lumMod val="95000"/>
                </a:schemeClr>
              </a:solidFill>
              <a:round/>
              <a:headEnd/>
              <a:tailEnd type="triangle" w="sm" len="lg"/>
            </a:ln>
          </p:spPr>
        </p:cxnSp>
        <p:cxnSp>
          <p:nvCxnSpPr>
            <p:cNvPr id="349" name="AutoShape 52"/>
            <p:cNvCxnSpPr>
              <a:cxnSpLocks noChangeShapeType="1"/>
              <a:stCxn id="307" idx="3"/>
              <a:endCxn id="304" idx="1"/>
            </p:cNvCxnSpPr>
            <p:nvPr/>
          </p:nvCxnSpPr>
          <p:spPr bwMode="auto">
            <a:xfrm flipV="1">
              <a:off x="810" y="1284"/>
              <a:ext cx="237" cy="106"/>
            </a:xfrm>
            <a:prstGeom prst="straightConnector1">
              <a:avLst/>
            </a:prstGeom>
            <a:grpFill/>
            <a:ln w="12700">
              <a:solidFill>
                <a:schemeClr val="bg1">
                  <a:lumMod val="95000"/>
                </a:schemeClr>
              </a:solidFill>
              <a:round/>
              <a:headEnd/>
              <a:tailEnd type="triangle" w="sm" len="lg"/>
            </a:ln>
          </p:spPr>
        </p:cxnSp>
        <p:cxnSp>
          <p:nvCxnSpPr>
            <p:cNvPr id="350" name="AutoShape 53"/>
            <p:cNvCxnSpPr>
              <a:cxnSpLocks noChangeShapeType="1"/>
              <a:stCxn id="316" idx="3"/>
              <a:endCxn id="353" idx="1"/>
            </p:cNvCxnSpPr>
            <p:nvPr/>
          </p:nvCxnSpPr>
          <p:spPr bwMode="auto">
            <a:xfrm flipV="1">
              <a:off x="1474" y="1326"/>
              <a:ext cx="119" cy="64"/>
            </a:xfrm>
            <a:prstGeom prst="straightConnector1">
              <a:avLst/>
            </a:prstGeom>
            <a:grpFill/>
            <a:ln w="12700">
              <a:solidFill>
                <a:schemeClr val="bg1">
                  <a:lumMod val="95000"/>
                </a:schemeClr>
              </a:solidFill>
              <a:round/>
              <a:headEnd/>
              <a:tailEnd type="triangle" w="sm" len="lg"/>
            </a:ln>
          </p:spPr>
        </p:cxnSp>
        <p:cxnSp>
          <p:nvCxnSpPr>
            <p:cNvPr id="351" name="AutoShape 54"/>
            <p:cNvCxnSpPr>
              <a:cxnSpLocks noChangeShapeType="1"/>
              <a:stCxn id="310" idx="3"/>
              <a:endCxn id="319" idx="1"/>
            </p:cNvCxnSpPr>
            <p:nvPr/>
          </p:nvCxnSpPr>
          <p:spPr bwMode="auto">
            <a:xfrm flipV="1">
              <a:off x="1854" y="1354"/>
              <a:ext cx="213" cy="108"/>
            </a:xfrm>
            <a:prstGeom prst="straightConnector1">
              <a:avLst/>
            </a:prstGeom>
            <a:grpFill/>
            <a:ln w="12700">
              <a:solidFill>
                <a:schemeClr val="bg1">
                  <a:lumMod val="95000"/>
                </a:schemeClr>
              </a:solidFill>
              <a:round/>
              <a:headEnd/>
              <a:tailEnd type="triangle" w="sm" len="lg"/>
            </a:ln>
          </p:spPr>
        </p:cxnSp>
        <p:cxnSp>
          <p:nvCxnSpPr>
            <p:cNvPr id="352" name="AutoShape 55"/>
            <p:cNvCxnSpPr>
              <a:cxnSpLocks noChangeShapeType="1"/>
              <a:stCxn id="353" idx="2"/>
              <a:endCxn id="310" idx="1"/>
            </p:cNvCxnSpPr>
            <p:nvPr/>
          </p:nvCxnSpPr>
          <p:spPr bwMode="auto">
            <a:xfrm>
              <a:off x="1640" y="1371"/>
              <a:ext cx="119" cy="91"/>
            </a:xfrm>
            <a:prstGeom prst="straightConnector1">
              <a:avLst/>
            </a:prstGeom>
            <a:grpFill/>
            <a:ln w="12700">
              <a:solidFill>
                <a:schemeClr val="bg1">
                  <a:lumMod val="95000"/>
                </a:schemeClr>
              </a:solidFill>
              <a:round/>
              <a:headEnd/>
              <a:tailEnd type="triangle" w="sm" len="lg"/>
            </a:ln>
          </p:spPr>
        </p:cxnSp>
        <p:sp>
          <p:nvSpPr>
            <p:cNvPr id="353" name="Rectangle 56"/>
            <p:cNvSpPr>
              <a:spLocks noChangeArrowheads="1"/>
            </p:cNvSpPr>
            <p:nvPr/>
          </p:nvSpPr>
          <p:spPr bwMode="auto">
            <a:xfrm>
              <a:off x="1593" y="1281"/>
              <a:ext cx="95" cy="90"/>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grpSp>
      <p:sp>
        <p:nvSpPr>
          <p:cNvPr id="354" name="CaixaDeTexto 353"/>
          <p:cNvSpPr txBox="1"/>
          <p:nvPr/>
        </p:nvSpPr>
        <p:spPr>
          <a:xfrm>
            <a:off x="2639617" y="15356"/>
            <a:ext cx="7005444" cy="502766"/>
          </a:xfrm>
          <a:prstGeom prst="rect">
            <a:avLst/>
          </a:prstGeom>
          <a:solidFill>
            <a:schemeClr val="bg1"/>
          </a:solidFill>
        </p:spPr>
        <p:txBody>
          <a:bodyPr wrap="none" rtlCol="0" anchor="ctr" anchorCtr="0">
            <a:spAutoFit/>
          </a:bodyPr>
          <a:lstStyle/>
          <a:p>
            <a:r>
              <a:rPr lang="pt-BR" sz="2667" b="1" dirty="0">
                <a:solidFill>
                  <a:srgbClr val="002060"/>
                </a:solidFill>
                <a:latin typeface="Lato" pitchFamily="34" charset="0"/>
              </a:rPr>
              <a:t>Processo padrão ou modelo de referência</a:t>
            </a:r>
          </a:p>
        </p:txBody>
      </p:sp>
      <p:sp>
        <p:nvSpPr>
          <p:cNvPr id="355" name="CaixaDeTexto 354"/>
          <p:cNvSpPr txBox="1"/>
          <p:nvPr/>
        </p:nvSpPr>
        <p:spPr>
          <a:xfrm>
            <a:off x="9617335" y="461295"/>
            <a:ext cx="2735627" cy="1200329"/>
          </a:xfrm>
          <a:prstGeom prst="rect">
            <a:avLst/>
          </a:prstGeom>
          <a:noFill/>
        </p:spPr>
        <p:txBody>
          <a:bodyPr wrap="square" rtlCol="0" anchor="ctr" anchorCtr="0">
            <a:spAutoFit/>
          </a:bodyPr>
          <a:lstStyle/>
          <a:p>
            <a:r>
              <a:rPr lang="pt-BR" sz="2400" u="sng" dirty="0">
                <a:solidFill>
                  <a:srgbClr val="FF3300"/>
                </a:solidFill>
                <a:latin typeface="Lato" pitchFamily="34" charset="0"/>
              </a:rPr>
              <a:t>Processo</a:t>
            </a:r>
            <a:r>
              <a:rPr lang="pt-BR" sz="2400" dirty="0">
                <a:solidFill>
                  <a:srgbClr val="595959"/>
                </a:solidFill>
                <a:latin typeface="Lato" pitchFamily="34" charset="0"/>
              </a:rPr>
              <a:t> de desenvolvimento de produtos </a:t>
            </a:r>
            <a:endParaRPr lang="pt-BR" sz="3200" dirty="0">
              <a:solidFill>
                <a:srgbClr val="595959"/>
              </a:solidFill>
              <a:latin typeface="Lato" pitchFamily="34" charset="0"/>
            </a:endParaRPr>
          </a:p>
        </p:txBody>
      </p:sp>
      <p:cxnSp>
        <p:nvCxnSpPr>
          <p:cNvPr id="356" name="Forma 303"/>
          <p:cNvCxnSpPr>
            <a:endCxn id="354" idx="3"/>
          </p:cNvCxnSpPr>
          <p:nvPr/>
        </p:nvCxnSpPr>
        <p:spPr>
          <a:xfrm rot="5400000" flipH="1" flipV="1">
            <a:off x="9313734" y="505394"/>
            <a:ext cx="569982" cy="92672"/>
          </a:xfrm>
          <a:prstGeom prst="curvedConnector4">
            <a:avLst>
              <a:gd name="adj1" fmla="val 27948"/>
              <a:gd name="adj2" fmla="val 346676"/>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58" name="Imagem 357" descr="homem.png"/>
          <p:cNvPicPr>
            <a:picLocks noChangeAspect="1"/>
          </p:cNvPicPr>
          <p:nvPr/>
        </p:nvPicPr>
        <p:blipFill>
          <a:blip r:embed="rId7"/>
          <a:stretch>
            <a:fillRect/>
          </a:stretch>
        </p:blipFill>
        <p:spPr>
          <a:xfrm>
            <a:off x="11179714" y="1943847"/>
            <a:ext cx="865193" cy="895712"/>
          </a:xfrm>
          <a:prstGeom prst="rect">
            <a:avLst/>
          </a:prstGeom>
        </p:spPr>
      </p:pic>
      <p:pic>
        <p:nvPicPr>
          <p:cNvPr id="361" name="Imagem 360" descr="homem.png"/>
          <p:cNvPicPr>
            <a:picLocks noChangeAspect="1"/>
          </p:cNvPicPr>
          <p:nvPr/>
        </p:nvPicPr>
        <p:blipFill>
          <a:blip r:embed="rId7"/>
          <a:stretch>
            <a:fillRect/>
          </a:stretch>
        </p:blipFill>
        <p:spPr>
          <a:xfrm>
            <a:off x="11179714" y="3563825"/>
            <a:ext cx="865193" cy="895712"/>
          </a:xfrm>
          <a:prstGeom prst="rect">
            <a:avLst/>
          </a:prstGeom>
        </p:spPr>
      </p:pic>
      <p:pic>
        <p:nvPicPr>
          <p:cNvPr id="363" name="Imagem 362" descr="homem.png"/>
          <p:cNvPicPr>
            <a:picLocks noChangeAspect="1"/>
          </p:cNvPicPr>
          <p:nvPr/>
        </p:nvPicPr>
        <p:blipFill>
          <a:blip r:embed="rId7"/>
          <a:stretch>
            <a:fillRect/>
          </a:stretch>
        </p:blipFill>
        <p:spPr>
          <a:xfrm>
            <a:off x="11179714" y="5231161"/>
            <a:ext cx="865193" cy="895712"/>
          </a:xfrm>
          <a:prstGeom prst="rect">
            <a:avLst/>
          </a:prstGeom>
        </p:spPr>
      </p:pic>
    </p:spTree>
    <p:extLst>
      <p:ext uri="{BB962C8B-B14F-4D97-AF65-F5344CB8AC3E}">
        <p14:creationId xmlns:p14="http://schemas.microsoft.com/office/powerpoint/2010/main" val="687018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1" name="Group 3"/>
          <p:cNvGrpSpPr>
            <a:grpSpLocks/>
          </p:cNvGrpSpPr>
          <p:nvPr/>
        </p:nvGrpSpPr>
        <p:grpSpPr bwMode="auto">
          <a:xfrm>
            <a:off x="8304245" y="4419600"/>
            <a:ext cx="3352800" cy="2438400"/>
            <a:chOff x="3792" y="864"/>
            <a:chExt cx="1584" cy="1152"/>
          </a:xfrm>
        </p:grpSpPr>
        <p:grpSp>
          <p:nvGrpSpPr>
            <p:cNvPr id="622" name="Group 4"/>
            <p:cNvGrpSpPr>
              <a:grpSpLocks/>
            </p:cNvGrpSpPr>
            <p:nvPr/>
          </p:nvGrpSpPr>
          <p:grpSpPr bwMode="auto">
            <a:xfrm>
              <a:off x="3792" y="864"/>
              <a:ext cx="1584" cy="1152"/>
              <a:chOff x="3792" y="864"/>
              <a:chExt cx="1584" cy="1152"/>
            </a:xfrm>
          </p:grpSpPr>
          <p:grpSp>
            <p:nvGrpSpPr>
              <p:cNvPr id="651" name="Group 5"/>
              <p:cNvGrpSpPr>
                <a:grpSpLocks/>
              </p:cNvGrpSpPr>
              <p:nvPr/>
            </p:nvGrpSpPr>
            <p:grpSpPr bwMode="auto">
              <a:xfrm>
                <a:off x="3792" y="864"/>
                <a:ext cx="1584" cy="1152"/>
                <a:chOff x="3792" y="864"/>
                <a:chExt cx="1584" cy="1152"/>
              </a:xfrm>
            </p:grpSpPr>
            <p:grpSp>
              <p:nvGrpSpPr>
                <p:cNvPr id="658" name="Group 6"/>
                <p:cNvGrpSpPr>
                  <a:grpSpLocks/>
                </p:cNvGrpSpPr>
                <p:nvPr/>
              </p:nvGrpSpPr>
              <p:grpSpPr bwMode="auto">
                <a:xfrm>
                  <a:off x="3792" y="864"/>
                  <a:ext cx="1584" cy="1152"/>
                  <a:chOff x="3792" y="864"/>
                  <a:chExt cx="1584" cy="1152"/>
                </a:xfrm>
              </p:grpSpPr>
              <p:sp>
                <p:nvSpPr>
                  <p:cNvPr id="660" name="Rectangle 7"/>
                  <p:cNvSpPr>
                    <a:spLocks noChangeArrowheads="1"/>
                  </p:cNvSpPr>
                  <p:nvPr/>
                </p:nvSpPr>
                <p:spPr bwMode="auto">
                  <a:xfrm>
                    <a:off x="3792" y="864"/>
                    <a:ext cx="1584" cy="1152"/>
                  </a:xfrm>
                  <a:prstGeom prst="rect">
                    <a:avLst/>
                  </a:prstGeom>
                  <a:solidFill>
                    <a:srgbClr val="FFC080"/>
                  </a:solidFill>
                  <a:ln w="12700">
                    <a:noFill/>
                    <a:miter lim="800000"/>
                    <a:headEnd/>
                    <a:tailEnd/>
                  </a:ln>
                </p:spPr>
                <p:txBody>
                  <a:bodyPr wrap="none" anchor="ctr"/>
                  <a:lstStyle/>
                  <a:p>
                    <a:pPr algn="ctr"/>
                    <a:endParaRPr lang="pt-BR" sz="2400"/>
                  </a:p>
                </p:txBody>
              </p:sp>
              <p:grpSp>
                <p:nvGrpSpPr>
                  <p:cNvPr id="661" name="Group 8"/>
                  <p:cNvGrpSpPr>
                    <a:grpSpLocks/>
                  </p:cNvGrpSpPr>
                  <p:nvPr/>
                </p:nvGrpSpPr>
                <p:grpSpPr bwMode="auto">
                  <a:xfrm>
                    <a:off x="3981" y="1151"/>
                    <a:ext cx="1191" cy="749"/>
                    <a:chOff x="3981" y="1151"/>
                    <a:chExt cx="1191" cy="749"/>
                  </a:xfrm>
                </p:grpSpPr>
                <p:grpSp>
                  <p:nvGrpSpPr>
                    <p:cNvPr id="662" name="Group 9"/>
                    <p:cNvGrpSpPr>
                      <a:grpSpLocks/>
                    </p:cNvGrpSpPr>
                    <p:nvPr/>
                  </p:nvGrpSpPr>
                  <p:grpSpPr bwMode="auto">
                    <a:xfrm>
                      <a:off x="3981" y="1393"/>
                      <a:ext cx="960" cy="507"/>
                      <a:chOff x="3981" y="1393"/>
                      <a:chExt cx="960" cy="507"/>
                    </a:xfrm>
                  </p:grpSpPr>
                  <p:sp>
                    <p:nvSpPr>
                      <p:cNvPr id="664" name="Freeform 10"/>
                      <p:cNvSpPr>
                        <a:spLocks/>
                      </p:cNvSpPr>
                      <p:nvPr/>
                    </p:nvSpPr>
                    <p:spPr bwMode="auto">
                      <a:xfrm>
                        <a:off x="4070" y="1627"/>
                        <a:ext cx="871" cy="273"/>
                      </a:xfrm>
                      <a:custGeom>
                        <a:avLst/>
                        <a:gdLst>
                          <a:gd name="T0" fmla="*/ 0 w 871"/>
                          <a:gd name="T1" fmla="*/ 205 h 273"/>
                          <a:gd name="T2" fmla="*/ 29 w 871"/>
                          <a:gd name="T3" fmla="*/ 195 h 273"/>
                          <a:gd name="T4" fmla="*/ 51 w 871"/>
                          <a:gd name="T5" fmla="*/ 176 h 273"/>
                          <a:gd name="T6" fmla="*/ 86 w 871"/>
                          <a:gd name="T7" fmla="*/ 166 h 273"/>
                          <a:gd name="T8" fmla="*/ 115 w 871"/>
                          <a:gd name="T9" fmla="*/ 162 h 273"/>
                          <a:gd name="T10" fmla="*/ 151 w 871"/>
                          <a:gd name="T11" fmla="*/ 162 h 273"/>
                          <a:gd name="T12" fmla="*/ 189 w 871"/>
                          <a:gd name="T13" fmla="*/ 168 h 273"/>
                          <a:gd name="T14" fmla="*/ 235 w 871"/>
                          <a:gd name="T15" fmla="*/ 168 h 273"/>
                          <a:gd name="T16" fmla="*/ 296 w 871"/>
                          <a:gd name="T17" fmla="*/ 172 h 273"/>
                          <a:gd name="T18" fmla="*/ 346 w 871"/>
                          <a:gd name="T19" fmla="*/ 170 h 273"/>
                          <a:gd name="T20" fmla="*/ 405 w 871"/>
                          <a:gd name="T21" fmla="*/ 158 h 273"/>
                          <a:gd name="T22" fmla="*/ 468 w 871"/>
                          <a:gd name="T23" fmla="*/ 140 h 273"/>
                          <a:gd name="T24" fmla="*/ 538 w 871"/>
                          <a:gd name="T25" fmla="*/ 112 h 273"/>
                          <a:gd name="T26" fmla="*/ 613 w 871"/>
                          <a:gd name="T27" fmla="*/ 84 h 273"/>
                          <a:gd name="T28" fmla="*/ 697 w 871"/>
                          <a:gd name="T29" fmla="*/ 53 h 273"/>
                          <a:gd name="T30" fmla="*/ 767 w 871"/>
                          <a:gd name="T31" fmla="*/ 29 h 273"/>
                          <a:gd name="T32" fmla="*/ 836 w 871"/>
                          <a:gd name="T33" fmla="*/ 10 h 273"/>
                          <a:gd name="T34" fmla="*/ 870 w 871"/>
                          <a:gd name="T35" fmla="*/ 0 h 273"/>
                          <a:gd name="T36" fmla="*/ 848 w 871"/>
                          <a:gd name="T37" fmla="*/ 12 h 273"/>
                          <a:gd name="T38" fmla="*/ 843 w 871"/>
                          <a:gd name="T39" fmla="*/ 23 h 273"/>
                          <a:gd name="T40" fmla="*/ 845 w 871"/>
                          <a:gd name="T41" fmla="*/ 31 h 273"/>
                          <a:gd name="T42" fmla="*/ 816 w 871"/>
                          <a:gd name="T43" fmla="*/ 45 h 273"/>
                          <a:gd name="T44" fmla="*/ 800 w 871"/>
                          <a:gd name="T45" fmla="*/ 51 h 273"/>
                          <a:gd name="T46" fmla="*/ 767 w 871"/>
                          <a:gd name="T47" fmla="*/ 59 h 273"/>
                          <a:gd name="T48" fmla="*/ 730 w 871"/>
                          <a:gd name="T49" fmla="*/ 69 h 273"/>
                          <a:gd name="T50" fmla="*/ 705 w 871"/>
                          <a:gd name="T51" fmla="*/ 82 h 273"/>
                          <a:gd name="T52" fmla="*/ 700 w 871"/>
                          <a:gd name="T53" fmla="*/ 88 h 273"/>
                          <a:gd name="T54" fmla="*/ 700 w 871"/>
                          <a:gd name="T55" fmla="*/ 96 h 273"/>
                          <a:gd name="T56" fmla="*/ 708 w 871"/>
                          <a:gd name="T57" fmla="*/ 102 h 273"/>
                          <a:gd name="T58" fmla="*/ 703 w 871"/>
                          <a:gd name="T59" fmla="*/ 108 h 273"/>
                          <a:gd name="T60" fmla="*/ 686 w 871"/>
                          <a:gd name="T61" fmla="*/ 110 h 273"/>
                          <a:gd name="T62" fmla="*/ 657 w 871"/>
                          <a:gd name="T63" fmla="*/ 114 h 273"/>
                          <a:gd name="T64" fmla="*/ 613 w 871"/>
                          <a:gd name="T65" fmla="*/ 122 h 273"/>
                          <a:gd name="T66" fmla="*/ 565 w 871"/>
                          <a:gd name="T67" fmla="*/ 138 h 273"/>
                          <a:gd name="T68" fmla="*/ 499 w 871"/>
                          <a:gd name="T69" fmla="*/ 158 h 273"/>
                          <a:gd name="T70" fmla="*/ 451 w 871"/>
                          <a:gd name="T71" fmla="*/ 168 h 273"/>
                          <a:gd name="T72" fmla="*/ 405 w 871"/>
                          <a:gd name="T73" fmla="*/ 176 h 273"/>
                          <a:gd name="T74" fmla="*/ 371 w 871"/>
                          <a:gd name="T75" fmla="*/ 186 h 273"/>
                          <a:gd name="T76" fmla="*/ 351 w 871"/>
                          <a:gd name="T77" fmla="*/ 193 h 273"/>
                          <a:gd name="T78" fmla="*/ 281 w 871"/>
                          <a:gd name="T79" fmla="*/ 193 h 273"/>
                          <a:gd name="T80" fmla="*/ 248 w 871"/>
                          <a:gd name="T81" fmla="*/ 193 h 273"/>
                          <a:gd name="T82" fmla="*/ 218 w 871"/>
                          <a:gd name="T83" fmla="*/ 195 h 273"/>
                          <a:gd name="T84" fmla="*/ 192 w 871"/>
                          <a:gd name="T85" fmla="*/ 205 h 273"/>
                          <a:gd name="T86" fmla="*/ 156 w 871"/>
                          <a:gd name="T87" fmla="*/ 221 h 273"/>
                          <a:gd name="T88" fmla="*/ 132 w 871"/>
                          <a:gd name="T89" fmla="*/ 239 h 273"/>
                          <a:gd name="T90" fmla="*/ 114 w 871"/>
                          <a:gd name="T91" fmla="*/ 252 h 273"/>
                          <a:gd name="T92" fmla="*/ 89 w 871"/>
                          <a:gd name="T93" fmla="*/ 272 h 273"/>
                          <a:gd name="T94" fmla="*/ 103 w 871"/>
                          <a:gd name="T95" fmla="*/ 249 h 273"/>
                          <a:gd name="T96" fmla="*/ 114 w 871"/>
                          <a:gd name="T97" fmla="*/ 237 h 273"/>
                          <a:gd name="T98" fmla="*/ 118 w 871"/>
                          <a:gd name="T99" fmla="*/ 223 h 273"/>
                          <a:gd name="T100" fmla="*/ 118 w 871"/>
                          <a:gd name="T101" fmla="*/ 211 h 273"/>
                          <a:gd name="T102" fmla="*/ 111 w 871"/>
                          <a:gd name="T103" fmla="*/ 201 h 273"/>
                          <a:gd name="T104" fmla="*/ 89 w 871"/>
                          <a:gd name="T105" fmla="*/ 195 h 273"/>
                          <a:gd name="T106" fmla="*/ 64 w 871"/>
                          <a:gd name="T107" fmla="*/ 191 h 273"/>
                          <a:gd name="T108" fmla="*/ 48 w 871"/>
                          <a:gd name="T109" fmla="*/ 193 h 273"/>
                          <a:gd name="T110" fmla="*/ 34 w 871"/>
                          <a:gd name="T111" fmla="*/ 199 h 273"/>
                          <a:gd name="T112" fmla="*/ 0 w 871"/>
                          <a:gd name="T113" fmla="*/ 205 h 27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71"/>
                          <a:gd name="T172" fmla="*/ 0 h 273"/>
                          <a:gd name="T173" fmla="*/ 871 w 871"/>
                          <a:gd name="T174" fmla="*/ 273 h 27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71" h="273">
                            <a:moveTo>
                              <a:pt x="0" y="205"/>
                            </a:moveTo>
                            <a:lnTo>
                              <a:pt x="29" y="195"/>
                            </a:lnTo>
                            <a:lnTo>
                              <a:pt x="51" y="176"/>
                            </a:lnTo>
                            <a:lnTo>
                              <a:pt x="86" y="166"/>
                            </a:lnTo>
                            <a:lnTo>
                              <a:pt x="115" y="162"/>
                            </a:lnTo>
                            <a:lnTo>
                              <a:pt x="151" y="162"/>
                            </a:lnTo>
                            <a:lnTo>
                              <a:pt x="189" y="168"/>
                            </a:lnTo>
                            <a:lnTo>
                              <a:pt x="235" y="168"/>
                            </a:lnTo>
                            <a:lnTo>
                              <a:pt x="296" y="172"/>
                            </a:lnTo>
                            <a:lnTo>
                              <a:pt x="346" y="170"/>
                            </a:lnTo>
                            <a:lnTo>
                              <a:pt x="405" y="158"/>
                            </a:lnTo>
                            <a:lnTo>
                              <a:pt x="468" y="140"/>
                            </a:lnTo>
                            <a:lnTo>
                              <a:pt x="538" y="112"/>
                            </a:lnTo>
                            <a:lnTo>
                              <a:pt x="613" y="84"/>
                            </a:lnTo>
                            <a:lnTo>
                              <a:pt x="697" y="53"/>
                            </a:lnTo>
                            <a:lnTo>
                              <a:pt x="767" y="29"/>
                            </a:lnTo>
                            <a:lnTo>
                              <a:pt x="836" y="10"/>
                            </a:lnTo>
                            <a:lnTo>
                              <a:pt x="870" y="0"/>
                            </a:lnTo>
                            <a:lnTo>
                              <a:pt x="848" y="12"/>
                            </a:lnTo>
                            <a:lnTo>
                              <a:pt x="843" y="23"/>
                            </a:lnTo>
                            <a:lnTo>
                              <a:pt x="845" y="31"/>
                            </a:lnTo>
                            <a:lnTo>
                              <a:pt x="816" y="45"/>
                            </a:lnTo>
                            <a:lnTo>
                              <a:pt x="800" y="51"/>
                            </a:lnTo>
                            <a:lnTo>
                              <a:pt x="767" y="59"/>
                            </a:lnTo>
                            <a:lnTo>
                              <a:pt x="730" y="69"/>
                            </a:lnTo>
                            <a:lnTo>
                              <a:pt x="705" y="82"/>
                            </a:lnTo>
                            <a:lnTo>
                              <a:pt x="700" y="88"/>
                            </a:lnTo>
                            <a:lnTo>
                              <a:pt x="700" y="96"/>
                            </a:lnTo>
                            <a:lnTo>
                              <a:pt x="708" y="102"/>
                            </a:lnTo>
                            <a:lnTo>
                              <a:pt x="703" y="108"/>
                            </a:lnTo>
                            <a:lnTo>
                              <a:pt x="686" y="110"/>
                            </a:lnTo>
                            <a:lnTo>
                              <a:pt x="657" y="114"/>
                            </a:lnTo>
                            <a:lnTo>
                              <a:pt x="613" y="122"/>
                            </a:lnTo>
                            <a:lnTo>
                              <a:pt x="565" y="138"/>
                            </a:lnTo>
                            <a:lnTo>
                              <a:pt x="499" y="158"/>
                            </a:lnTo>
                            <a:lnTo>
                              <a:pt x="451" y="168"/>
                            </a:lnTo>
                            <a:lnTo>
                              <a:pt x="405" y="176"/>
                            </a:lnTo>
                            <a:lnTo>
                              <a:pt x="371" y="186"/>
                            </a:lnTo>
                            <a:lnTo>
                              <a:pt x="351" y="193"/>
                            </a:lnTo>
                            <a:lnTo>
                              <a:pt x="281" y="193"/>
                            </a:lnTo>
                            <a:lnTo>
                              <a:pt x="248" y="193"/>
                            </a:lnTo>
                            <a:lnTo>
                              <a:pt x="218" y="195"/>
                            </a:lnTo>
                            <a:lnTo>
                              <a:pt x="192" y="205"/>
                            </a:lnTo>
                            <a:lnTo>
                              <a:pt x="156" y="221"/>
                            </a:lnTo>
                            <a:lnTo>
                              <a:pt x="132" y="239"/>
                            </a:lnTo>
                            <a:lnTo>
                              <a:pt x="114" y="252"/>
                            </a:lnTo>
                            <a:lnTo>
                              <a:pt x="89" y="272"/>
                            </a:lnTo>
                            <a:lnTo>
                              <a:pt x="103" y="249"/>
                            </a:lnTo>
                            <a:lnTo>
                              <a:pt x="114" y="237"/>
                            </a:lnTo>
                            <a:lnTo>
                              <a:pt x="118" y="223"/>
                            </a:lnTo>
                            <a:lnTo>
                              <a:pt x="118" y="211"/>
                            </a:lnTo>
                            <a:lnTo>
                              <a:pt x="111" y="201"/>
                            </a:lnTo>
                            <a:lnTo>
                              <a:pt x="89" y="195"/>
                            </a:lnTo>
                            <a:lnTo>
                              <a:pt x="64" y="191"/>
                            </a:lnTo>
                            <a:lnTo>
                              <a:pt x="48" y="193"/>
                            </a:lnTo>
                            <a:lnTo>
                              <a:pt x="34" y="199"/>
                            </a:lnTo>
                            <a:lnTo>
                              <a:pt x="0" y="205"/>
                            </a:lnTo>
                          </a:path>
                        </a:pathLst>
                      </a:custGeom>
                      <a:solidFill>
                        <a:srgbClr val="FFA040"/>
                      </a:solidFill>
                      <a:ln w="12700" cap="rnd">
                        <a:noFill/>
                        <a:round/>
                        <a:headEnd/>
                        <a:tailEnd/>
                      </a:ln>
                    </p:spPr>
                    <p:txBody>
                      <a:bodyPr/>
                      <a:lstStyle/>
                      <a:p>
                        <a:pPr algn="ctr"/>
                        <a:endParaRPr lang="pt-BR" sz="2400"/>
                      </a:p>
                    </p:txBody>
                  </p:sp>
                  <p:sp>
                    <p:nvSpPr>
                      <p:cNvPr id="665" name="Freeform 11"/>
                      <p:cNvSpPr>
                        <a:spLocks/>
                      </p:cNvSpPr>
                      <p:nvPr/>
                    </p:nvSpPr>
                    <p:spPr bwMode="auto">
                      <a:xfrm>
                        <a:off x="4223" y="1641"/>
                        <a:ext cx="277" cy="48"/>
                      </a:xfrm>
                      <a:custGeom>
                        <a:avLst/>
                        <a:gdLst>
                          <a:gd name="T0" fmla="*/ 8 w 277"/>
                          <a:gd name="T1" fmla="*/ 0 h 48"/>
                          <a:gd name="T2" fmla="*/ 21 w 277"/>
                          <a:gd name="T3" fmla="*/ 2 h 48"/>
                          <a:gd name="T4" fmla="*/ 37 w 277"/>
                          <a:gd name="T5" fmla="*/ 8 h 48"/>
                          <a:gd name="T6" fmla="*/ 55 w 277"/>
                          <a:gd name="T7" fmla="*/ 15 h 48"/>
                          <a:gd name="T8" fmla="*/ 76 w 277"/>
                          <a:gd name="T9" fmla="*/ 22 h 48"/>
                          <a:gd name="T10" fmla="*/ 97 w 277"/>
                          <a:gd name="T11" fmla="*/ 26 h 48"/>
                          <a:gd name="T12" fmla="*/ 119 w 277"/>
                          <a:gd name="T13" fmla="*/ 29 h 48"/>
                          <a:gd name="T14" fmla="*/ 140 w 277"/>
                          <a:gd name="T15" fmla="*/ 29 h 48"/>
                          <a:gd name="T16" fmla="*/ 165 w 277"/>
                          <a:gd name="T17" fmla="*/ 26 h 48"/>
                          <a:gd name="T18" fmla="*/ 195 w 277"/>
                          <a:gd name="T19" fmla="*/ 22 h 48"/>
                          <a:gd name="T20" fmla="*/ 216 w 277"/>
                          <a:gd name="T21" fmla="*/ 19 h 48"/>
                          <a:gd name="T22" fmla="*/ 239 w 277"/>
                          <a:gd name="T23" fmla="*/ 17 h 48"/>
                          <a:gd name="T24" fmla="*/ 276 w 277"/>
                          <a:gd name="T25" fmla="*/ 13 h 48"/>
                          <a:gd name="T26" fmla="*/ 263 w 277"/>
                          <a:gd name="T27" fmla="*/ 20 h 48"/>
                          <a:gd name="T28" fmla="*/ 249 w 277"/>
                          <a:gd name="T29" fmla="*/ 27 h 48"/>
                          <a:gd name="T30" fmla="*/ 249 w 277"/>
                          <a:gd name="T31" fmla="*/ 35 h 48"/>
                          <a:gd name="T32" fmla="*/ 252 w 277"/>
                          <a:gd name="T33" fmla="*/ 45 h 48"/>
                          <a:gd name="T34" fmla="*/ 260 w 277"/>
                          <a:gd name="T35" fmla="*/ 47 h 48"/>
                          <a:gd name="T36" fmla="*/ 249 w 277"/>
                          <a:gd name="T37" fmla="*/ 45 h 48"/>
                          <a:gd name="T38" fmla="*/ 233 w 277"/>
                          <a:gd name="T39" fmla="*/ 42 h 48"/>
                          <a:gd name="T40" fmla="*/ 227 w 277"/>
                          <a:gd name="T41" fmla="*/ 40 h 48"/>
                          <a:gd name="T42" fmla="*/ 211 w 277"/>
                          <a:gd name="T43" fmla="*/ 40 h 48"/>
                          <a:gd name="T44" fmla="*/ 189 w 277"/>
                          <a:gd name="T45" fmla="*/ 40 h 48"/>
                          <a:gd name="T46" fmla="*/ 163 w 277"/>
                          <a:gd name="T47" fmla="*/ 40 h 48"/>
                          <a:gd name="T48" fmla="*/ 137 w 277"/>
                          <a:gd name="T49" fmla="*/ 40 h 48"/>
                          <a:gd name="T50" fmla="*/ 119 w 277"/>
                          <a:gd name="T51" fmla="*/ 40 h 48"/>
                          <a:gd name="T52" fmla="*/ 97 w 277"/>
                          <a:gd name="T53" fmla="*/ 38 h 48"/>
                          <a:gd name="T54" fmla="*/ 79 w 277"/>
                          <a:gd name="T55" fmla="*/ 36 h 48"/>
                          <a:gd name="T56" fmla="*/ 57 w 277"/>
                          <a:gd name="T57" fmla="*/ 33 h 48"/>
                          <a:gd name="T58" fmla="*/ 43 w 277"/>
                          <a:gd name="T59" fmla="*/ 27 h 48"/>
                          <a:gd name="T60" fmla="*/ 24 w 277"/>
                          <a:gd name="T61" fmla="*/ 22 h 48"/>
                          <a:gd name="T62" fmla="*/ 11 w 277"/>
                          <a:gd name="T63" fmla="*/ 15 h 48"/>
                          <a:gd name="T64" fmla="*/ 0 w 277"/>
                          <a:gd name="T65" fmla="*/ 12 h 48"/>
                          <a:gd name="T66" fmla="*/ 8 w 277"/>
                          <a:gd name="T67" fmla="*/ 0 h 4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77"/>
                          <a:gd name="T103" fmla="*/ 0 h 48"/>
                          <a:gd name="T104" fmla="*/ 277 w 277"/>
                          <a:gd name="T105" fmla="*/ 48 h 4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77" h="48">
                            <a:moveTo>
                              <a:pt x="8" y="0"/>
                            </a:moveTo>
                            <a:lnTo>
                              <a:pt x="21" y="2"/>
                            </a:lnTo>
                            <a:lnTo>
                              <a:pt x="37" y="8"/>
                            </a:lnTo>
                            <a:lnTo>
                              <a:pt x="55" y="15"/>
                            </a:lnTo>
                            <a:lnTo>
                              <a:pt x="76" y="22"/>
                            </a:lnTo>
                            <a:lnTo>
                              <a:pt x="97" y="26"/>
                            </a:lnTo>
                            <a:lnTo>
                              <a:pt x="119" y="29"/>
                            </a:lnTo>
                            <a:lnTo>
                              <a:pt x="140" y="29"/>
                            </a:lnTo>
                            <a:lnTo>
                              <a:pt x="165" y="26"/>
                            </a:lnTo>
                            <a:lnTo>
                              <a:pt x="195" y="22"/>
                            </a:lnTo>
                            <a:lnTo>
                              <a:pt x="216" y="19"/>
                            </a:lnTo>
                            <a:lnTo>
                              <a:pt x="239" y="17"/>
                            </a:lnTo>
                            <a:lnTo>
                              <a:pt x="276" y="13"/>
                            </a:lnTo>
                            <a:lnTo>
                              <a:pt x="263" y="20"/>
                            </a:lnTo>
                            <a:lnTo>
                              <a:pt x="249" y="27"/>
                            </a:lnTo>
                            <a:lnTo>
                              <a:pt x="249" y="35"/>
                            </a:lnTo>
                            <a:lnTo>
                              <a:pt x="252" y="45"/>
                            </a:lnTo>
                            <a:lnTo>
                              <a:pt x="260" y="47"/>
                            </a:lnTo>
                            <a:lnTo>
                              <a:pt x="249" y="45"/>
                            </a:lnTo>
                            <a:lnTo>
                              <a:pt x="233" y="42"/>
                            </a:lnTo>
                            <a:lnTo>
                              <a:pt x="227" y="40"/>
                            </a:lnTo>
                            <a:lnTo>
                              <a:pt x="211" y="40"/>
                            </a:lnTo>
                            <a:lnTo>
                              <a:pt x="189" y="40"/>
                            </a:lnTo>
                            <a:lnTo>
                              <a:pt x="163" y="40"/>
                            </a:lnTo>
                            <a:lnTo>
                              <a:pt x="137" y="40"/>
                            </a:lnTo>
                            <a:lnTo>
                              <a:pt x="119" y="40"/>
                            </a:lnTo>
                            <a:lnTo>
                              <a:pt x="97" y="38"/>
                            </a:lnTo>
                            <a:lnTo>
                              <a:pt x="79" y="36"/>
                            </a:lnTo>
                            <a:lnTo>
                              <a:pt x="57" y="33"/>
                            </a:lnTo>
                            <a:lnTo>
                              <a:pt x="43" y="27"/>
                            </a:lnTo>
                            <a:lnTo>
                              <a:pt x="24" y="22"/>
                            </a:lnTo>
                            <a:lnTo>
                              <a:pt x="11" y="15"/>
                            </a:lnTo>
                            <a:lnTo>
                              <a:pt x="0" y="12"/>
                            </a:lnTo>
                            <a:lnTo>
                              <a:pt x="8" y="0"/>
                            </a:lnTo>
                          </a:path>
                        </a:pathLst>
                      </a:custGeom>
                      <a:solidFill>
                        <a:srgbClr val="FFA040"/>
                      </a:solidFill>
                      <a:ln w="12700" cap="rnd">
                        <a:noFill/>
                        <a:round/>
                        <a:headEnd/>
                        <a:tailEnd/>
                      </a:ln>
                    </p:spPr>
                    <p:txBody>
                      <a:bodyPr/>
                      <a:lstStyle/>
                      <a:p>
                        <a:pPr algn="ctr"/>
                        <a:endParaRPr lang="pt-BR" sz="2400"/>
                      </a:p>
                    </p:txBody>
                  </p:sp>
                  <p:sp>
                    <p:nvSpPr>
                      <p:cNvPr id="666" name="Freeform 12"/>
                      <p:cNvSpPr>
                        <a:spLocks/>
                      </p:cNvSpPr>
                      <p:nvPr/>
                    </p:nvSpPr>
                    <p:spPr bwMode="auto">
                      <a:xfrm>
                        <a:off x="4260" y="1543"/>
                        <a:ext cx="549" cy="97"/>
                      </a:xfrm>
                      <a:custGeom>
                        <a:avLst/>
                        <a:gdLst>
                          <a:gd name="T0" fmla="*/ 11 w 549"/>
                          <a:gd name="T1" fmla="*/ 53 h 97"/>
                          <a:gd name="T2" fmla="*/ 19 w 549"/>
                          <a:gd name="T3" fmla="*/ 49 h 97"/>
                          <a:gd name="T4" fmla="*/ 14 w 549"/>
                          <a:gd name="T5" fmla="*/ 59 h 97"/>
                          <a:gd name="T6" fmla="*/ 19 w 549"/>
                          <a:gd name="T7" fmla="*/ 64 h 97"/>
                          <a:gd name="T8" fmla="*/ 50 w 549"/>
                          <a:gd name="T9" fmla="*/ 72 h 97"/>
                          <a:gd name="T10" fmla="*/ 100 w 549"/>
                          <a:gd name="T11" fmla="*/ 78 h 97"/>
                          <a:gd name="T12" fmla="*/ 147 w 549"/>
                          <a:gd name="T13" fmla="*/ 84 h 97"/>
                          <a:gd name="T14" fmla="*/ 203 w 549"/>
                          <a:gd name="T15" fmla="*/ 82 h 97"/>
                          <a:gd name="T16" fmla="*/ 271 w 549"/>
                          <a:gd name="T17" fmla="*/ 74 h 97"/>
                          <a:gd name="T18" fmla="*/ 341 w 549"/>
                          <a:gd name="T19" fmla="*/ 66 h 97"/>
                          <a:gd name="T20" fmla="*/ 402 w 549"/>
                          <a:gd name="T21" fmla="*/ 57 h 97"/>
                          <a:gd name="T22" fmla="*/ 427 w 549"/>
                          <a:gd name="T23" fmla="*/ 53 h 97"/>
                          <a:gd name="T24" fmla="*/ 459 w 549"/>
                          <a:gd name="T25" fmla="*/ 43 h 97"/>
                          <a:gd name="T26" fmla="*/ 491 w 549"/>
                          <a:gd name="T27" fmla="*/ 31 h 97"/>
                          <a:gd name="T28" fmla="*/ 521 w 549"/>
                          <a:gd name="T29" fmla="*/ 17 h 97"/>
                          <a:gd name="T30" fmla="*/ 548 w 549"/>
                          <a:gd name="T31" fmla="*/ 0 h 97"/>
                          <a:gd name="T32" fmla="*/ 540 w 549"/>
                          <a:gd name="T33" fmla="*/ 21 h 97"/>
                          <a:gd name="T34" fmla="*/ 518 w 549"/>
                          <a:gd name="T35" fmla="*/ 35 h 97"/>
                          <a:gd name="T36" fmla="*/ 480 w 549"/>
                          <a:gd name="T37" fmla="*/ 47 h 97"/>
                          <a:gd name="T38" fmla="*/ 440 w 549"/>
                          <a:gd name="T39" fmla="*/ 62 h 97"/>
                          <a:gd name="T40" fmla="*/ 394 w 549"/>
                          <a:gd name="T41" fmla="*/ 70 h 97"/>
                          <a:gd name="T42" fmla="*/ 341 w 549"/>
                          <a:gd name="T43" fmla="*/ 80 h 97"/>
                          <a:gd name="T44" fmla="*/ 289 w 549"/>
                          <a:gd name="T45" fmla="*/ 87 h 97"/>
                          <a:gd name="T46" fmla="*/ 252 w 549"/>
                          <a:gd name="T47" fmla="*/ 93 h 97"/>
                          <a:gd name="T48" fmla="*/ 217 w 549"/>
                          <a:gd name="T49" fmla="*/ 95 h 97"/>
                          <a:gd name="T50" fmla="*/ 172 w 549"/>
                          <a:gd name="T51" fmla="*/ 96 h 97"/>
                          <a:gd name="T52" fmla="*/ 117 w 549"/>
                          <a:gd name="T53" fmla="*/ 95 h 97"/>
                          <a:gd name="T54" fmla="*/ 70 w 549"/>
                          <a:gd name="T55" fmla="*/ 89 h 97"/>
                          <a:gd name="T56" fmla="*/ 34 w 549"/>
                          <a:gd name="T57" fmla="*/ 82 h 97"/>
                          <a:gd name="T58" fmla="*/ 8 w 549"/>
                          <a:gd name="T59" fmla="*/ 72 h 97"/>
                          <a:gd name="T60" fmla="*/ 0 w 549"/>
                          <a:gd name="T61" fmla="*/ 64 h 97"/>
                          <a:gd name="T62" fmla="*/ 11 w 549"/>
                          <a:gd name="T63" fmla="*/ 53 h 9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49"/>
                          <a:gd name="T97" fmla="*/ 0 h 97"/>
                          <a:gd name="T98" fmla="*/ 549 w 549"/>
                          <a:gd name="T99" fmla="*/ 97 h 9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49" h="97">
                            <a:moveTo>
                              <a:pt x="11" y="53"/>
                            </a:moveTo>
                            <a:lnTo>
                              <a:pt x="19" y="49"/>
                            </a:lnTo>
                            <a:lnTo>
                              <a:pt x="14" y="59"/>
                            </a:lnTo>
                            <a:lnTo>
                              <a:pt x="19" y="64"/>
                            </a:lnTo>
                            <a:lnTo>
                              <a:pt x="50" y="72"/>
                            </a:lnTo>
                            <a:lnTo>
                              <a:pt x="100" y="78"/>
                            </a:lnTo>
                            <a:lnTo>
                              <a:pt x="147" y="84"/>
                            </a:lnTo>
                            <a:lnTo>
                              <a:pt x="203" y="82"/>
                            </a:lnTo>
                            <a:lnTo>
                              <a:pt x="271" y="74"/>
                            </a:lnTo>
                            <a:lnTo>
                              <a:pt x="341" y="66"/>
                            </a:lnTo>
                            <a:lnTo>
                              <a:pt x="402" y="57"/>
                            </a:lnTo>
                            <a:lnTo>
                              <a:pt x="427" y="53"/>
                            </a:lnTo>
                            <a:lnTo>
                              <a:pt x="459" y="43"/>
                            </a:lnTo>
                            <a:lnTo>
                              <a:pt x="491" y="31"/>
                            </a:lnTo>
                            <a:lnTo>
                              <a:pt x="521" y="17"/>
                            </a:lnTo>
                            <a:lnTo>
                              <a:pt x="548" y="0"/>
                            </a:lnTo>
                            <a:lnTo>
                              <a:pt x="540" y="21"/>
                            </a:lnTo>
                            <a:lnTo>
                              <a:pt x="518" y="35"/>
                            </a:lnTo>
                            <a:lnTo>
                              <a:pt x="480" y="47"/>
                            </a:lnTo>
                            <a:lnTo>
                              <a:pt x="440" y="62"/>
                            </a:lnTo>
                            <a:lnTo>
                              <a:pt x="394" y="70"/>
                            </a:lnTo>
                            <a:lnTo>
                              <a:pt x="341" y="80"/>
                            </a:lnTo>
                            <a:lnTo>
                              <a:pt x="289" y="87"/>
                            </a:lnTo>
                            <a:lnTo>
                              <a:pt x="252" y="93"/>
                            </a:lnTo>
                            <a:lnTo>
                              <a:pt x="217" y="95"/>
                            </a:lnTo>
                            <a:lnTo>
                              <a:pt x="172" y="96"/>
                            </a:lnTo>
                            <a:lnTo>
                              <a:pt x="117" y="95"/>
                            </a:lnTo>
                            <a:lnTo>
                              <a:pt x="70" y="89"/>
                            </a:lnTo>
                            <a:lnTo>
                              <a:pt x="34" y="82"/>
                            </a:lnTo>
                            <a:lnTo>
                              <a:pt x="8" y="72"/>
                            </a:lnTo>
                            <a:lnTo>
                              <a:pt x="0" y="64"/>
                            </a:lnTo>
                            <a:lnTo>
                              <a:pt x="11" y="53"/>
                            </a:lnTo>
                          </a:path>
                        </a:pathLst>
                      </a:custGeom>
                      <a:solidFill>
                        <a:srgbClr val="FFA040"/>
                      </a:solidFill>
                      <a:ln w="12700" cap="rnd">
                        <a:noFill/>
                        <a:round/>
                        <a:headEnd/>
                        <a:tailEnd/>
                      </a:ln>
                    </p:spPr>
                    <p:txBody>
                      <a:bodyPr/>
                      <a:lstStyle/>
                      <a:p>
                        <a:pPr algn="ctr"/>
                        <a:endParaRPr lang="pt-BR" sz="2400"/>
                      </a:p>
                    </p:txBody>
                  </p:sp>
                  <p:grpSp>
                    <p:nvGrpSpPr>
                      <p:cNvPr id="667" name="Group 13"/>
                      <p:cNvGrpSpPr>
                        <a:grpSpLocks/>
                      </p:cNvGrpSpPr>
                      <p:nvPr/>
                    </p:nvGrpSpPr>
                    <p:grpSpPr bwMode="auto">
                      <a:xfrm>
                        <a:off x="3981" y="1393"/>
                        <a:ext cx="182" cy="203"/>
                        <a:chOff x="3981" y="1393"/>
                        <a:chExt cx="182" cy="203"/>
                      </a:xfrm>
                    </p:grpSpPr>
                    <p:sp>
                      <p:nvSpPr>
                        <p:cNvPr id="668" name="Freeform 14"/>
                        <p:cNvSpPr>
                          <a:spLocks/>
                        </p:cNvSpPr>
                        <p:nvPr/>
                      </p:nvSpPr>
                      <p:spPr bwMode="auto">
                        <a:xfrm>
                          <a:off x="3981" y="1579"/>
                          <a:ext cx="85" cy="17"/>
                        </a:xfrm>
                        <a:custGeom>
                          <a:avLst/>
                          <a:gdLst>
                            <a:gd name="T0" fmla="*/ 84 w 85"/>
                            <a:gd name="T1" fmla="*/ 1 h 17"/>
                            <a:gd name="T2" fmla="*/ 84 w 85"/>
                            <a:gd name="T3" fmla="*/ 3 h 17"/>
                            <a:gd name="T4" fmla="*/ 82 w 85"/>
                            <a:gd name="T5" fmla="*/ 3 h 17"/>
                            <a:gd name="T6" fmla="*/ 82 w 85"/>
                            <a:gd name="T7" fmla="*/ 4 h 17"/>
                            <a:gd name="T8" fmla="*/ 82 w 85"/>
                            <a:gd name="T9" fmla="*/ 6 h 17"/>
                            <a:gd name="T10" fmla="*/ 67 w 85"/>
                            <a:gd name="T11" fmla="*/ 10 h 17"/>
                            <a:gd name="T12" fmla="*/ 10 w 85"/>
                            <a:gd name="T13" fmla="*/ 16 h 17"/>
                            <a:gd name="T14" fmla="*/ 0 w 85"/>
                            <a:gd name="T15" fmla="*/ 15 h 17"/>
                            <a:gd name="T16" fmla="*/ 12 w 85"/>
                            <a:gd name="T17" fmla="*/ 12 h 17"/>
                            <a:gd name="T18" fmla="*/ 28 w 85"/>
                            <a:gd name="T19" fmla="*/ 7 h 17"/>
                            <a:gd name="T20" fmla="*/ 45 w 85"/>
                            <a:gd name="T21" fmla="*/ 1 h 17"/>
                            <a:gd name="T22" fmla="*/ 62 w 85"/>
                            <a:gd name="T23" fmla="*/ 0 h 17"/>
                            <a:gd name="T24" fmla="*/ 84 w 85"/>
                            <a:gd name="T25" fmla="*/ 1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5"/>
                            <a:gd name="T40" fmla="*/ 0 h 17"/>
                            <a:gd name="T41" fmla="*/ 85 w 85"/>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5" h="17">
                              <a:moveTo>
                                <a:pt x="84" y="1"/>
                              </a:moveTo>
                              <a:lnTo>
                                <a:pt x="84" y="3"/>
                              </a:lnTo>
                              <a:lnTo>
                                <a:pt x="82" y="3"/>
                              </a:lnTo>
                              <a:lnTo>
                                <a:pt x="82" y="4"/>
                              </a:lnTo>
                              <a:lnTo>
                                <a:pt x="82" y="6"/>
                              </a:lnTo>
                              <a:lnTo>
                                <a:pt x="67" y="10"/>
                              </a:lnTo>
                              <a:lnTo>
                                <a:pt x="10" y="16"/>
                              </a:lnTo>
                              <a:lnTo>
                                <a:pt x="0" y="15"/>
                              </a:lnTo>
                              <a:lnTo>
                                <a:pt x="12" y="12"/>
                              </a:lnTo>
                              <a:lnTo>
                                <a:pt x="28" y="7"/>
                              </a:lnTo>
                              <a:lnTo>
                                <a:pt x="45" y="1"/>
                              </a:lnTo>
                              <a:lnTo>
                                <a:pt x="62" y="0"/>
                              </a:lnTo>
                              <a:lnTo>
                                <a:pt x="84" y="1"/>
                              </a:lnTo>
                            </a:path>
                          </a:pathLst>
                        </a:custGeom>
                        <a:solidFill>
                          <a:srgbClr val="FFA040"/>
                        </a:solidFill>
                        <a:ln w="12700" cap="rnd">
                          <a:noFill/>
                          <a:round/>
                          <a:headEnd/>
                          <a:tailEnd/>
                        </a:ln>
                      </p:spPr>
                      <p:txBody>
                        <a:bodyPr/>
                        <a:lstStyle/>
                        <a:p>
                          <a:pPr algn="ctr"/>
                          <a:endParaRPr lang="pt-BR" sz="2400"/>
                        </a:p>
                      </p:txBody>
                    </p:sp>
                    <p:sp>
                      <p:nvSpPr>
                        <p:cNvPr id="669" name="Freeform 15"/>
                        <p:cNvSpPr>
                          <a:spLocks/>
                        </p:cNvSpPr>
                        <p:nvPr/>
                      </p:nvSpPr>
                      <p:spPr bwMode="auto">
                        <a:xfrm>
                          <a:off x="4001" y="1535"/>
                          <a:ext cx="89" cy="22"/>
                        </a:xfrm>
                        <a:custGeom>
                          <a:avLst/>
                          <a:gdLst>
                            <a:gd name="T0" fmla="*/ 0 w 89"/>
                            <a:gd name="T1" fmla="*/ 21 h 22"/>
                            <a:gd name="T2" fmla="*/ 33 w 89"/>
                            <a:gd name="T3" fmla="*/ 14 h 22"/>
                            <a:gd name="T4" fmla="*/ 75 w 89"/>
                            <a:gd name="T5" fmla="*/ 18 h 22"/>
                            <a:gd name="T6" fmla="*/ 88 w 89"/>
                            <a:gd name="T7" fmla="*/ 3 h 22"/>
                            <a:gd name="T8" fmla="*/ 84 w 89"/>
                            <a:gd name="T9" fmla="*/ 0 h 22"/>
                            <a:gd name="T10" fmla="*/ 62 w 89"/>
                            <a:gd name="T11" fmla="*/ 2 h 22"/>
                            <a:gd name="T12" fmla="*/ 38 w 89"/>
                            <a:gd name="T13" fmla="*/ 2 h 22"/>
                            <a:gd name="T14" fmla="*/ 11 w 89"/>
                            <a:gd name="T15" fmla="*/ 6 h 22"/>
                            <a:gd name="T16" fmla="*/ 0 w 89"/>
                            <a:gd name="T17" fmla="*/ 2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9"/>
                            <a:gd name="T28" fmla="*/ 0 h 22"/>
                            <a:gd name="T29" fmla="*/ 89 w 89"/>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9" h="22">
                              <a:moveTo>
                                <a:pt x="0" y="21"/>
                              </a:moveTo>
                              <a:lnTo>
                                <a:pt x="33" y="14"/>
                              </a:lnTo>
                              <a:lnTo>
                                <a:pt x="75" y="18"/>
                              </a:lnTo>
                              <a:lnTo>
                                <a:pt x="88" y="3"/>
                              </a:lnTo>
                              <a:lnTo>
                                <a:pt x="84" y="0"/>
                              </a:lnTo>
                              <a:lnTo>
                                <a:pt x="62" y="2"/>
                              </a:lnTo>
                              <a:lnTo>
                                <a:pt x="38" y="2"/>
                              </a:lnTo>
                              <a:lnTo>
                                <a:pt x="11" y="6"/>
                              </a:lnTo>
                              <a:lnTo>
                                <a:pt x="0" y="21"/>
                              </a:lnTo>
                            </a:path>
                          </a:pathLst>
                        </a:custGeom>
                        <a:solidFill>
                          <a:srgbClr val="FFA040"/>
                        </a:solidFill>
                        <a:ln w="12700" cap="rnd">
                          <a:noFill/>
                          <a:round/>
                          <a:headEnd/>
                          <a:tailEnd/>
                        </a:ln>
                      </p:spPr>
                      <p:txBody>
                        <a:bodyPr/>
                        <a:lstStyle/>
                        <a:p>
                          <a:pPr algn="ctr"/>
                          <a:endParaRPr lang="pt-BR" sz="2400"/>
                        </a:p>
                      </p:txBody>
                    </p:sp>
                    <p:sp>
                      <p:nvSpPr>
                        <p:cNvPr id="670" name="Freeform 16"/>
                        <p:cNvSpPr>
                          <a:spLocks/>
                        </p:cNvSpPr>
                        <p:nvPr/>
                      </p:nvSpPr>
                      <p:spPr bwMode="auto">
                        <a:xfrm>
                          <a:off x="4030" y="1473"/>
                          <a:ext cx="88" cy="33"/>
                        </a:xfrm>
                        <a:custGeom>
                          <a:avLst/>
                          <a:gdLst>
                            <a:gd name="T0" fmla="*/ 87 w 88"/>
                            <a:gd name="T1" fmla="*/ 19 h 33"/>
                            <a:gd name="T2" fmla="*/ 77 w 88"/>
                            <a:gd name="T3" fmla="*/ 32 h 33"/>
                            <a:gd name="T4" fmla="*/ 7 w 88"/>
                            <a:gd name="T5" fmla="*/ 19 h 33"/>
                            <a:gd name="T6" fmla="*/ 0 w 88"/>
                            <a:gd name="T7" fmla="*/ 12 h 33"/>
                            <a:gd name="T8" fmla="*/ 5 w 88"/>
                            <a:gd name="T9" fmla="*/ 0 h 33"/>
                            <a:gd name="T10" fmla="*/ 10 w 88"/>
                            <a:gd name="T11" fmla="*/ 7 h 33"/>
                            <a:gd name="T12" fmla="*/ 32 w 88"/>
                            <a:gd name="T13" fmla="*/ 8 h 33"/>
                            <a:gd name="T14" fmla="*/ 70 w 88"/>
                            <a:gd name="T15" fmla="*/ 17 h 33"/>
                            <a:gd name="T16" fmla="*/ 87 w 88"/>
                            <a:gd name="T17" fmla="*/ 19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8"/>
                            <a:gd name="T28" fmla="*/ 0 h 33"/>
                            <a:gd name="T29" fmla="*/ 88 w 88"/>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8" h="33">
                              <a:moveTo>
                                <a:pt x="87" y="19"/>
                              </a:moveTo>
                              <a:lnTo>
                                <a:pt x="77" y="32"/>
                              </a:lnTo>
                              <a:lnTo>
                                <a:pt x="7" y="19"/>
                              </a:lnTo>
                              <a:lnTo>
                                <a:pt x="0" y="12"/>
                              </a:lnTo>
                              <a:lnTo>
                                <a:pt x="5" y="0"/>
                              </a:lnTo>
                              <a:lnTo>
                                <a:pt x="10" y="7"/>
                              </a:lnTo>
                              <a:lnTo>
                                <a:pt x="32" y="8"/>
                              </a:lnTo>
                              <a:lnTo>
                                <a:pt x="70" y="17"/>
                              </a:lnTo>
                              <a:lnTo>
                                <a:pt x="87" y="19"/>
                              </a:lnTo>
                            </a:path>
                          </a:pathLst>
                        </a:custGeom>
                        <a:solidFill>
                          <a:srgbClr val="FFA040"/>
                        </a:solidFill>
                        <a:ln w="12700" cap="rnd">
                          <a:noFill/>
                          <a:round/>
                          <a:headEnd/>
                          <a:tailEnd/>
                        </a:ln>
                      </p:spPr>
                      <p:txBody>
                        <a:bodyPr/>
                        <a:lstStyle/>
                        <a:p>
                          <a:pPr algn="ctr"/>
                          <a:endParaRPr lang="pt-BR" sz="2400"/>
                        </a:p>
                      </p:txBody>
                    </p:sp>
                    <p:sp>
                      <p:nvSpPr>
                        <p:cNvPr id="671" name="Freeform 17"/>
                        <p:cNvSpPr>
                          <a:spLocks/>
                        </p:cNvSpPr>
                        <p:nvPr/>
                      </p:nvSpPr>
                      <p:spPr bwMode="auto">
                        <a:xfrm>
                          <a:off x="4057" y="1438"/>
                          <a:ext cx="99" cy="22"/>
                        </a:xfrm>
                        <a:custGeom>
                          <a:avLst/>
                          <a:gdLst>
                            <a:gd name="T0" fmla="*/ 5 w 99"/>
                            <a:gd name="T1" fmla="*/ 0 h 22"/>
                            <a:gd name="T2" fmla="*/ 66 w 99"/>
                            <a:gd name="T3" fmla="*/ 9 h 22"/>
                            <a:gd name="T4" fmla="*/ 81 w 99"/>
                            <a:gd name="T5" fmla="*/ 9 h 22"/>
                            <a:gd name="T6" fmla="*/ 98 w 99"/>
                            <a:gd name="T7" fmla="*/ 9 h 22"/>
                            <a:gd name="T8" fmla="*/ 83 w 99"/>
                            <a:gd name="T9" fmla="*/ 19 h 22"/>
                            <a:gd name="T10" fmla="*/ 53 w 99"/>
                            <a:gd name="T11" fmla="*/ 21 h 22"/>
                            <a:gd name="T12" fmla="*/ 17 w 99"/>
                            <a:gd name="T13" fmla="*/ 16 h 22"/>
                            <a:gd name="T14" fmla="*/ 0 w 99"/>
                            <a:gd name="T15" fmla="*/ 10 h 22"/>
                            <a:gd name="T16" fmla="*/ 5 w 99"/>
                            <a:gd name="T17" fmla="*/ 0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22"/>
                            <a:gd name="T29" fmla="*/ 99 w 99"/>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22">
                              <a:moveTo>
                                <a:pt x="5" y="0"/>
                              </a:moveTo>
                              <a:lnTo>
                                <a:pt x="66" y="9"/>
                              </a:lnTo>
                              <a:lnTo>
                                <a:pt x="81" y="9"/>
                              </a:lnTo>
                              <a:lnTo>
                                <a:pt x="98" y="9"/>
                              </a:lnTo>
                              <a:lnTo>
                                <a:pt x="83" y="19"/>
                              </a:lnTo>
                              <a:lnTo>
                                <a:pt x="53" y="21"/>
                              </a:lnTo>
                              <a:lnTo>
                                <a:pt x="17" y="16"/>
                              </a:lnTo>
                              <a:lnTo>
                                <a:pt x="0" y="10"/>
                              </a:lnTo>
                              <a:lnTo>
                                <a:pt x="5" y="0"/>
                              </a:lnTo>
                            </a:path>
                          </a:pathLst>
                        </a:custGeom>
                        <a:solidFill>
                          <a:srgbClr val="FFA040"/>
                        </a:solidFill>
                        <a:ln w="12700" cap="rnd">
                          <a:noFill/>
                          <a:round/>
                          <a:headEnd/>
                          <a:tailEnd/>
                        </a:ln>
                      </p:spPr>
                      <p:txBody>
                        <a:bodyPr/>
                        <a:lstStyle/>
                        <a:p>
                          <a:pPr algn="ctr"/>
                          <a:endParaRPr lang="pt-BR" sz="2400"/>
                        </a:p>
                      </p:txBody>
                    </p:sp>
                    <p:sp>
                      <p:nvSpPr>
                        <p:cNvPr id="672" name="Freeform 18"/>
                        <p:cNvSpPr>
                          <a:spLocks/>
                        </p:cNvSpPr>
                        <p:nvPr/>
                      </p:nvSpPr>
                      <p:spPr bwMode="auto">
                        <a:xfrm>
                          <a:off x="4080" y="1393"/>
                          <a:ext cx="83" cy="21"/>
                        </a:xfrm>
                        <a:custGeom>
                          <a:avLst/>
                          <a:gdLst>
                            <a:gd name="T0" fmla="*/ 2 w 83"/>
                            <a:gd name="T1" fmla="*/ 12 h 21"/>
                            <a:gd name="T2" fmla="*/ 0 w 83"/>
                            <a:gd name="T3" fmla="*/ 20 h 21"/>
                            <a:gd name="T4" fmla="*/ 49 w 83"/>
                            <a:gd name="T5" fmla="*/ 20 h 21"/>
                            <a:gd name="T6" fmla="*/ 82 w 83"/>
                            <a:gd name="T7" fmla="*/ 10 h 21"/>
                            <a:gd name="T8" fmla="*/ 82 w 83"/>
                            <a:gd name="T9" fmla="*/ 0 h 21"/>
                            <a:gd name="T10" fmla="*/ 65 w 83"/>
                            <a:gd name="T11" fmla="*/ 6 h 21"/>
                            <a:gd name="T12" fmla="*/ 30 w 83"/>
                            <a:gd name="T13" fmla="*/ 12 h 21"/>
                            <a:gd name="T14" fmla="*/ 2 w 83"/>
                            <a:gd name="T15" fmla="*/ 12 h 21"/>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21"/>
                            <a:gd name="T26" fmla="*/ 83 w 83"/>
                            <a:gd name="T27" fmla="*/ 21 h 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21">
                              <a:moveTo>
                                <a:pt x="2" y="12"/>
                              </a:moveTo>
                              <a:lnTo>
                                <a:pt x="0" y="20"/>
                              </a:lnTo>
                              <a:lnTo>
                                <a:pt x="49" y="20"/>
                              </a:lnTo>
                              <a:lnTo>
                                <a:pt x="82" y="10"/>
                              </a:lnTo>
                              <a:lnTo>
                                <a:pt x="82" y="0"/>
                              </a:lnTo>
                              <a:lnTo>
                                <a:pt x="65" y="6"/>
                              </a:lnTo>
                              <a:lnTo>
                                <a:pt x="30" y="12"/>
                              </a:lnTo>
                              <a:lnTo>
                                <a:pt x="2" y="12"/>
                              </a:lnTo>
                            </a:path>
                          </a:pathLst>
                        </a:custGeom>
                        <a:solidFill>
                          <a:srgbClr val="FFA040"/>
                        </a:solidFill>
                        <a:ln w="12700" cap="rnd">
                          <a:noFill/>
                          <a:round/>
                          <a:headEnd/>
                          <a:tailEnd/>
                        </a:ln>
                      </p:spPr>
                      <p:txBody>
                        <a:bodyPr/>
                        <a:lstStyle/>
                        <a:p>
                          <a:pPr algn="ctr"/>
                          <a:endParaRPr lang="pt-BR" sz="2400"/>
                        </a:p>
                      </p:txBody>
                    </p:sp>
                  </p:grpSp>
                </p:grpSp>
                <p:sp>
                  <p:nvSpPr>
                    <p:cNvPr id="663" name="Freeform 19"/>
                    <p:cNvSpPr>
                      <a:spLocks/>
                    </p:cNvSpPr>
                    <p:nvPr/>
                  </p:nvSpPr>
                  <p:spPr bwMode="auto">
                    <a:xfrm>
                      <a:off x="4096" y="1151"/>
                      <a:ext cx="1076" cy="474"/>
                    </a:xfrm>
                    <a:custGeom>
                      <a:avLst/>
                      <a:gdLst>
                        <a:gd name="T0" fmla="*/ 0 w 1076"/>
                        <a:gd name="T1" fmla="*/ 234 h 474"/>
                        <a:gd name="T2" fmla="*/ 48 w 1076"/>
                        <a:gd name="T3" fmla="*/ 166 h 474"/>
                        <a:gd name="T4" fmla="*/ 135 w 1076"/>
                        <a:gd name="T5" fmla="*/ 100 h 474"/>
                        <a:gd name="T6" fmla="*/ 268 w 1076"/>
                        <a:gd name="T7" fmla="*/ 40 h 474"/>
                        <a:gd name="T8" fmla="*/ 384 w 1076"/>
                        <a:gd name="T9" fmla="*/ 10 h 474"/>
                        <a:gd name="T10" fmla="*/ 495 w 1076"/>
                        <a:gd name="T11" fmla="*/ 0 h 474"/>
                        <a:gd name="T12" fmla="*/ 634 w 1076"/>
                        <a:gd name="T13" fmla="*/ 2 h 474"/>
                        <a:gd name="T14" fmla="*/ 757 w 1076"/>
                        <a:gd name="T15" fmla="*/ 38 h 474"/>
                        <a:gd name="T16" fmla="*/ 852 w 1076"/>
                        <a:gd name="T17" fmla="*/ 86 h 474"/>
                        <a:gd name="T18" fmla="*/ 906 w 1076"/>
                        <a:gd name="T19" fmla="*/ 135 h 474"/>
                        <a:gd name="T20" fmla="*/ 909 w 1076"/>
                        <a:gd name="T21" fmla="*/ 187 h 474"/>
                        <a:gd name="T22" fmla="*/ 969 w 1076"/>
                        <a:gd name="T23" fmla="*/ 193 h 474"/>
                        <a:gd name="T24" fmla="*/ 958 w 1076"/>
                        <a:gd name="T25" fmla="*/ 224 h 474"/>
                        <a:gd name="T26" fmla="*/ 983 w 1076"/>
                        <a:gd name="T27" fmla="*/ 256 h 474"/>
                        <a:gd name="T28" fmla="*/ 1048 w 1076"/>
                        <a:gd name="T29" fmla="*/ 280 h 474"/>
                        <a:gd name="T30" fmla="*/ 1048 w 1076"/>
                        <a:gd name="T31" fmla="*/ 316 h 474"/>
                        <a:gd name="T32" fmla="*/ 1026 w 1076"/>
                        <a:gd name="T33" fmla="*/ 357 h 474"/>
                        <a:gd name="T34" fmla="*/ 1012 w 1076"/>
                        <a:gd name="T35" fmla="*/ 407 h 474"/>
                        <a:gd name="T36" fmla="*/ 991 w 1076"/>
                        <a:gd name="T37" fmla="*/ 440 h 474"/>
                        <a:gd name="T38" fmla="*/ 936 w 1076"/>
                        <a:gd name="T39" fmla="*/ 465 h 474"/>
                        <a:gd name="T40" fmla="*/ 958 w 1076"/>
                        <a:gd name="T41" fmla="*/ 430 h 474"/>
                        <a:gd name="T42" fmla="*/ 966 w 1076"/>
                        <a:gd name="T43" fmla="*/ 384 h 474"/>
                        <a:gd name="T44" fmla="*/ 964 w 1076"/>
                        <a:gd name="T45" fmla="*/ 363 h 474"/>
                        <a:gd name="T46" fmla="*/ 936 w 1076"/>
                        <a:gd name="T47" fmla="*/ 355 h 474"/>
                        <a:gd name="T48" fmla="*/ 852 w 1076"/>
                        <a:gd name="T49" fmla="*/ 363 h 474"/>
                        <a:gd name="T50" fmla="*/ 796 w 1076"/>
                        <a:gd name="T51" fmla="*/ 368 h 474"/>
                        <a:gd name="T52" fmla="*/ 741 w 1076"/>
                        <a:gd name="T53" fmla="*/ 363 h 474"/>
                        <a:gd name="T54" fmla="*/ 690 w 1076"/>
                        <a:gd name="T55" fmla="*/ 349 h 474"/>
                        <a:gd name="T56" fmla="*/ 790 w 1076"/>
                        <a:gd name="T57" fmla="*/ 299 h 474"/>
                        <a:gd name="T58" fmla="*/ 828 w 1076"/>
                        <a:gd name="T59" fmla="*/ 276 h 474"/>
                        <a:gd name="T60" fmla="*/ 807 w 1076"/>
                        <a:gd name="T61" fmla="*/ 254 h 474"/>
                        <a:gd name="T62" fmla="*/ 720 w 1076"/>
                        <a:gd name="T63" fmla="*/ 206 h 474"/>
                        <a:gd name="T64" fmla="*/ 665 w 1076"/>
                        <a:gd name="T65" fmla="*/ 182 h 474"/>
                        <a:gd name="T66" fmla="*/ 663 w 1076"/>
                        <a:gd name="T67" fmla="*/ 150 h 474"/>
                        <a:gd name="T68" fmla="*/ 620 w 1076"/>
                        <a:gd name="T69" fmla="*/ 118 h 474"/>
                        <a:gd name="T70" fmla="*/ 565 w 1076"/>
                        <a:gd name="T71" fmla="*/ 96 h 474"/>
                        <a:gd name="T72" fmla="*/ 511 w 1076"/>
                        <a:gd name="T73" fmla="*/ 90 h 474"/>
                        <a:gd name="T74" fmla="*/ 467 w 1076"/>
                        <a:gd name="T75" fmla="*/ 104 h 474"/>
                        <a:gd name="T76" fmla="*/ 419 w 1076"/>
                        <a:gd name="T77" fmla="*/ 114 h 474"/>
                        <a:gd name="T78" fmla="*/ 436 w 1076"/>
                        <a:gd name="T79" fmla="*/ 122 h 474"/>
                        <a:gd name="T80" fmla="*/ 389 w 1076"/>
                        <a:gd name="T81" fmla="*/ 138 h 474"/>
                        <a:gd name="T82" fmla="*/ 333 w 1076"/>
                        <a:gd name="T83" fmla="*/ 148 h 474"/>
                        <a:gd name="T84" fmla="*/ 260 w 1076"/>
                        <a:gd name="T85" fmla="*/ 174 h 474"/>
                        <a:gd name="T86" fmla="*/ 202 w 1076"/>
                        <a:gd name="T87" fmla="*/ 204 h 474"/>
                        <a:gd name="T88" fmla="*/ 186 w 1076"/>
                        <a:gd name="T89" fmla="*/ 232 h 474"/>
                        <a:gd name="T90" fmla="*/ 179 w 1076"/>
                        <a:gd name="T91" fmla="*/ 272 h 474"/>
                        <a:gd name="T92" fmla="*/ 179 w 1076"/>
                        <a:gd name="T93" fmla="*/ 299 h 474"/>
                        <a:gd name="T94" fmla="*/ 135 w 1076"/>
                        <a:gd name="T95" fmla="*/ 382 h 474"/>
                        <a:gd name="T96" fmla="*/ 81 w 1076"/>
                        <a:gd name="T97" fmla="*/ 403 h 474"/>
                        <a:gd name="T98" fmla="*/ 15 w 1076"/>
                        <a:gd name="T99" fmla="*/ 411 h 474"/>
                        <a:gd name="T100" fmla="*/ 48 w 1076"/>
                        <a:gd name="T101" fmla="*/ 368 h 474"/>
                        <a:gd name="T102" fmla="*/ 73 w 1076"/>
                        <a:gd name="T103" fmla="*/ 324 h 474"/>
                        <a:gd name="T104" fmla="*/ 87 w 1076"/>
                        <a:gd name="T105" fmla="*/ 278 h 474"/>
                        <a:gd name="T106" fmla="*/ 104 w 1076"/>
                        <a:gd name="T107" fmla="*/ 245 h 474"/>
                        <a:gd name="T108" fmla="*/ 115 w 1076"/>
                        <a:gd name="T109" fmla="*/ 196 h 4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76"/>
                        <a:gd name="T166" fmla="*/ 0 h 474"/>
                        <a:gd name="T167" fmla="*/ 1076 w 1076"/>
                        <a:gd name="T168" fmla="*/ 474 h 47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76" h="474">
                          <a:moveTo>
                            <a:pt x="115" y="196"/>
                          </a:moveTo>
                          <a:lnTo>
                            <a:pt x="0" y="234"/>
                          </a:lnTo>
                          <a:lnTo>
                            <a:pt x="18" y="206"/>
                          </a:lnTo>
                          <a:lnTo>
                            <a:pt x="48" y="166"/>
                          </a:lnTo>
                          <a:lnTo>
                            <a:pt x="81" y="133"/>
                          </a:lnTo>
                          <a:lnTo>
                            <a:pt x="135" y="100"/>
                          </a:lnTo>
                          <a:lnTo>
                            <a:pt x="213" y="64"/>
                          </a:lnTo>
                          <a:lnTo>
                            <a:pt x="268" y="40"/>
                          </a:lnTo>
                          <a:lnTo>
                            <a:pt x="324" y="21"/>
                          </a:lnTo>
                          <a:lnTo>
                            <a:pt x="384" y="10"/>
                          </a:lnTo>
                          <a:lnTo>
                            <a:pt x="441" y="2"/>
                          </a:lnTo>
                          <a:lnTo>
                            <a:pt x="495" y="0"/>
                          </a:lnTo>
                          <a:lnTo>
                            <a:pt x="568" y="0"/>
                          </a:lnTo>
                          <a:lnTo>
                            <a:pt x="634" y="2"/>
                          </a:lnTo>
                          <a:lnTo>
                            <a:pt x="693" y="10"/>
                          </a:lnTo>
                          <a:lnTo>
                            <a:pt x="757" y="38"/>
                          </a:lnTo>
                          <a:lnTo>
                            <a:pt x="799" y="58"/>
                          </a:lnTo>
                          <a:lnTo>
                            <a:pt x="852" y="86"/>
                          </a:lnTo>
                          <a:lnTo>
                            <a:pt x="894" y="116"/>
                          </a:lnTo>
                          <a:lnTo>
                            <a:pt x="906" y="135"/>
                          </a:lnTo>
                          <a:lnTo>
                            <a:pt x="909" y="164"/>
                          </a:lnTo>
                          <a:lnTo>
                            <a:pt x="909" y="187"/>
                          </a:lnTo>
                          <a:lnTo>
                            <a:pt x="977" y="185"/>
                          </a:lnTo>
                          <a:lnTo>
                            <a:pt x="969" y="193"/>
                          </a:lnTo>
                          <a:lnTo>
                            <a:pt x="961" y="206"/>
                          </a:lnTo>
                          <a:lnTo>
                            <a:pt x="958" y="224"/>
                          </a:lnTo>
                          <a:lnTo>
                            <a:pt x="966" y="245"/>
                          </a:lnTo>
                          <a:lnTo>
                            <a:pt x="983" y="256"/>
                          </a:lnTo>
                          <a:lnTo>
                            <a:pt x="1004" y="270"/>
                          </a:lnTo>
                          <a:lnTo>
                            <a:pt x="1048" y="280"/>
                          </a:lnTo>
                          <a:lnTo>
                            <a:pt x="1075" y="284"/>
                          </a:lnTo>
                          <a:lnTo>
                            <a:pt x="1048" y="316"/>
                          </a:lnTo>
                          <a:lnTo>
                            <a:pt x="1037" y="338"/>
                          </a:lnTo>
                          <a:lnTo>
                            <a:pt x="1026" y="357"/>
                          </a:lnTo>
                          <a:lnTo>
                            <a:pt x="1017" y="384"/>
                          </a:lnTo>
                          <a:lnTo>
                            <a:pt x="1012" y="407"/>
                          </a:lnTo>
                          <a:lnTo>
                            <a:pt x="1012" y="421"/>
                          </a:lnTo>
                          <a:lnTo>
                            <a:pt x="991" y="440"/>
                          </a:lnTo>
                          <a:lnTo>
                            <a:pt x="944" y="473"/>
                          </a:lnTo>
                          <a:lnTo>
                            <a:pt x="936" y="465"/>
                          </a:lnTo>
                          <a:lnTo>
                            <a:pt x="950" y="449"/>
                          </a:lnTo>
                          <a:lnTo>
                            <a:pt x="958" y="430"/>
                          </a:lnTo>
                          <a:lnTo>
                            <a:pt x="964" y="411"/>
                          </a:lnTo>
                          <a:lnTo>
                            <a:pt x="966" y="384"/>
                          </a:lnTo>
                          <a:lnTo>
                            <a:pt x="972" y="370"/>
                          </a:lnTo>
                          <a:lnTo>
                            <a:pt x="964" y="363"/>
                          </a:lnTo>
                          <a:lnTo>
                            <a:pt x="958" y="355"/>
                          </a:lnTo>
                          <a:lnTo>
                            <a:pt x="936" y="355"/>
                          </a:lnTo>
                          <a:lnTo>
                            <a:pt x="894" y="359"/>
                          </a:lnTo>
                          <a:lnTo>
                            <a:pt x="852" y="363"/>
                          </a:lnTo>
                          <a:lnTo>
                            <a:pt x="819" y="367"/>
                          </a:lnTo>
                          <a:lnTo>
                            <a:pt x="796" y="368"/>
                          </a:lnTo>
                          <a:lnTo>
                            <a:pt x="757" y="365"/>
                          </a:lnTo>
                          <a:lnTo>
                            <a:pt x="741" y="363"/>
                          </a:lnTo>
                          <a:lnTo>
                            <a:pt x="707" y="355"/>
                          </a:lnTo>
                          <a:lnTo>
                            <a:pt x="690" y="349"/>
                          </a:lnTo>
                          <a:lnTo>
                            <a:pt x="760" y="307"/>
                          </a:lnTo>
                          <a:lnTo>
                            <a:pt x="790" y="299"/>
                          </a:lnTo>
                          <a:lnTo>
                            <a:pt x="817" y="288"/>
                          </a:lnTo>
                          <a:lnTo>
                            <a:pt x="828" y="276"/>
                          </a:lnTo>
                          <a:lnTo>
                            <a:pt x="828" y="270"/>
                          </a:lnTo>
                          <a:lnTo>
                            <a:pt x="807" y="254"/>
                          </a:lnTo>
                          <a:lnTo>
                            <a:pt x="771" y="234"/>
                          </a:lnTo>
                          <a:lnTo>
                            <a:pt x="720" y="206"/>
                          </a:lnTo>
                          <a:lnTo>
                            <a:pt x="674" y="187"/>
                          </a:lnTo>
                          <a:lnTo>
                            <a:pt x="665" y="182"/>
                          </a:lnTo>
                          <a:lnTo>
                            <a:pt x="668" y="166"/>
                          </a:lnTo>
                          <a:lnTo>
                            <a:pt x="663" y="150"/>
                          </a:lnTo>
                          <a:lnTo>
                            <a:pt x="635" y="135"/>
                          </a:lnTo>
                          <a:lnTo>
                            <a:pt x="620" y="118"/>
                          </a:lnTo>
                          <a:lnTo>
                            <a:pt x="592" y="106"/>
                          </a:lnTo>
                          <a:lnTo>
                            <a:pt x="565" y="96"/>
                          </a:lnTo>
                          <a:lnTo>
                            <a:pt x="539" y="90"/>
                          </a:lnTo>
                          <a:lnTo>
                            <a:pt x="511" y="90"/>
                          </a:lnTo>
                          <a:lnTo>
                            <a:pt x="489" y="96"/>
                          </a:lnTo>
                          <a:lnTo>
                            <a:pt x="467" y="104"/>
                          </a:lnTo>
                          <a:lnTo>
                            <a:pt x="452" y="104"/>
                          </a:lnTo>
                          <a:lnTo>
                            <a:pt x="419" y="114"/>
                          </a:lnTo>
                          <a:lnTo>
                            <a:pt x="403" y="122"/>
                          </a:lnTo>
                          <a:lnTo>
                            <a:pt x="436" y="122"/>
                          </a:lnTo>
                          <a:lnTo>
                            <a:pt x="417" y="130"/>
                          </a:lnTo>
                          <a:lnTo>
                            <a:pt x="389" y="138"/>
                          </a:lnTo>
                          <a:lnTo>
                            <a:pt x="364" y="142"/>
                          </a:lnTo>
                          <a:lnTo>
                            <a:pt x="333" y="148"/>
                          </a:lnTo>
                          <a:lnTo>
                            <a:pt x="302" y="156"/>
                          </a:lnTo>
                          <a:lnTo>
                            <a:pt x="260" y="174"/>
                          </a:lnTo>
                          <a:lnTo>
                            <a:pt x="232" y="193"/>
                          </a:lnTo>
                          <a:lnTo>
                            <a:pt x="202" y="204"/>
                          </a:lnTo>
                          <a:lnTo>
                            <a:pt x="191" y="214"/>
                          </a:lnTo>
                          <a:lnTo>
                            <a:pt x="186" y="232"/>
                          </a:lnTo>
                          <a:lnTo>
                            <a:pt x="179" y="254"/>
                          </a:lnTo>
                          <a:lnTo>
                            <a:pt x="179" y="272"/>
                          </a:lnTo>
                          <a:lnTo>
                            <a:pt x="191" y="278"/>
                          </a:lnTo>
                          <a:lnTo>
                            <a:pt x="179" y="299"/>
                          </a:lnTo>
                          <a:lnTo>
                            <a:pt x="162" y="340"/>
                          </a:lnTo>
                          <a:lnTo>
                            <a:pt x="135" y="382"/>
                          </a:lnTo>
                          <a:lnTo>
                            <a:pt x="113" y="401"/>
                          </a:lnTo>
                          <a:lnTo>
                            <a:pt x="81" y="403"/>
                          </a:lnTo>
                          <a:lnTo>
                            <a:pt x="45" y="407"/>
                          </a:lnTo>
                          <a:lnTo>
                            <a:pt x="15" y="411"/>
                          </a:lnTo>
                          <a:lnTo>
                            <a:pt x="34" y="388"/>
                          </a:lnTo>
                          <a:lnTo>
                            <a:pt x="48" y="368"/>
                          </a:lnTo>
                          <a:lnTo>
                            <a:pt x="62" y="353"/>
                          </a:lnTo>
                          <a:lnTo>
                            <a:pt x="73" y="324"/>
                          </a:lnTo>
                          <a:lnTo>
                            <a:pt x="81" y="303"/>
                          </a:lnTo>
                          <a:lnTo>
                            <a:pt x="87" y="278"/>
                          </a:lnTo>
                          <a:lnTo>
                            <a:pt x="93" y="260"/>
                          </a:lnTo>
                          <a:lnTo>
                            <a:pt x="104" y="245"/>
                          </a:lnTo>
                          <a:lnTo>
                            <a:pt x="113" y="224"/>
                          </a:lnTo>
                          <a:lnTo>
                            <a:pt x="115" y="196"/>
                          </a:lnTo>
                        </a:path>
                      </a:pathLst>
                    </a:custGeom>
                    <a:solidFill>
                      <a:srgbClr val="FFA040"/>
                    </a:solidFill>
                    <a:ln w="12700" cap="rnd">
                      <a:noFill/>
                      <a:round/>
                      <a:headEnd/>
                      <a:tailEnd/>
                    </a:ln>
                  </p:spPr>
                  <p:txBody>
                    <a:bodyPr/>
                    <a:lstStyle/>
                    <a:p>
                      <a:pPr algn="ctr"/>
                      <a:endParaRPr lang="pt-BR" sz="2400"/>
                    </a:p>
                  </p:txBody>
                </p:sp>
              </p:grpSp>
            </p:grpSp>
            <p:sp>
              <p:nvSpPr>
                <p:cNvPr id="659" name="Freeform 20"/>
                <p:cNvSpPr>
                  <a:spLocks/>
                </p:cNvSpPr>
                <p:nvPr/>
              </p:nvSpPr>
              <p:spPr bwMode="auto">
                <a:xfrm>
                  <a:off x="3852" y="1012"/>
                  <a:ext cx="1438" cy="596"/>
                </a:xfrm>
                <a:custGeom>
                  <a:avLst/>
                  <a:gdLst>
                    <a:gd name="T0" fmla="*/ 111 w 1438"/>
                    <a:gd name="T1" fmla="*/ 572 h 596"/>
                    <a:gd name="T2" fmla="*/ 3 w 1438"/>
                    <a:gd name="T3" fmla="*/ 595 h 596"/>
                    <a:gd name="T4" fmla="*/ 8 w 1438"/>
                    <a:gd name="T5" fmla="*/ 484 h 596"/>
                    <a:gd name="T6" fmla="*/ 78 w 1438"/>
                    <a:gd name="T7" fmla="*/ 391 h 596"/>
                    <a:gd name="T8" fmla="*/ 100 w 1438"/>
                    <a:gd name="T9" fmla="*/ 315 h 596"/>
                    <a:gd name="T10" fmla="*/ 157 w 1438"/>
                    <a:gd name="T11" fmla="*/ 230 h 596"/>
                    <a:gd name="T12" fmla="*/ 190 w 1438"/>
                    <a:gd name="T13" fmla="*/ 188 h 596"/>
                    <a:gd name="T14" fmla="*/ 246 w 1438"/>
                    <a:gd name="T15" fmla="*/ 154 h 596"/>
                    <a:gd name="T16" fmla="*/ 263 w 1438"/>
                    <a:gd name="T17" fmla="*/ 163 h 596"/>
                    <a:gd name="T18" fmla="*/ 310 w 1438"/>
                    <a:gd name="T19" fmla="*/ 95 h 596"/>
                    <a:gd name="T20" fmla="*/ 358 w 1438"/>
                    <a:gd name="T21" fmla="*/ 125 h 596"/>
                    <a:gd name="T22" fmla="*/ 467 w 1438"/>
                    <a:gd name="T23" fmla="*/ 67 h 596"/>
                    <a:gd name="T24" fmla="*/ 502 w 1438"/>
                    <a:gd name="T25" fmla="*/ 73 h 596"/>
                    <a:gd name="T26" fmla="*/ 545 w 1438"/>
                    <a:gd name="T27" fmla="*/ 56 h 596"/>
                    <a:gd name="T28" fmla="*/ 586 w 1438"/>
                    <a:gd name="T29" fmla="*/ 50 h 596"/>
                    <a:gd name="T30" fmla="*/ 610 w 1438"/>
                    <a:gd name="T31" fmla="*/ 56 h 596"/>
                    <a:gd name="T32" fmla="*/ 687 w 1438"/>
                    <a:gd name="T33" fmla="*/ 4 h 596"/>
                    <a:gd name="T34" fmla="*/ 651 w 1438"/>
                    <a:gd name="T35" fmla="*/ 44 h 596"/>
                    <a:gd name="T36" fmla="*/ 690 w 1438"/>
                    <a:gd name="T37" fmla="*/ 37 h 596"/>
                    <a:gd name="T38" fmla="*/ 754 w 1438"/>
                    <a:gd name="T39" fmla="*/ 2 h 596"/>
                    <a:gd name="T40" fmla="*/ 710 w 1438"/>
                    <a:gd name="T41" fmla="*/ 35 h 596"/>
                    <a:gd name="T42" fmla="*/ 765 w 1438"/>
                    <a:gd name="T43" fmla="*/ 23 h 596"/>
                    <a:gd name="T44" fmla="*/ 782 w 1438"/>
                    <a:gd name="T45" fmla="*/ 27 h 596"/>
                    <a:gd name="T46" fmla="*/ 849 w 1438"/>
                    <a:gd name="T47" fmla="*/ 18 h 596"/>
                    <a:gd name="T48" fmla="*/ 964 w 1438"/>
                    <a:gd name="T49" fmla="*/ 21 h 596"/>
                    <a:gd name="T50" fmla="*/ 1006 w 1438"/>
                    <a:gd name="T51" fmla="*/ 31 h 596"/>
                    <a:gd name="T52" fmla="*/ 1098 w 1438"/>
                    <a:gd name="T53" fmla="*/ 27 h 596"/>
                    <a:gd name="T54" fmla="*/ 1171 w 1438"/>
                    <a:gd name="T55" fmla="*/ 56 h 596"/>
                    <a:gd name="T56" fmla="*/ 1218 w 1438"/>
                    <a:gd name="T57" fmla="*/ 42 h 596"/>
                    <a:gd name="T58" fmla="*/ 1207 w 1438"/>
                    <a:gd name="T59" fmla="*/ 79 h 596"/>
                    <a:gd name="T60" fmla="*/ 1247 w 1438"/>
                    <a:gd name="T61" fmla="*/ 93 h 596"/>
                    <a:gd name="T62" fmla="*/ 1327 w 1438"/>
                    <a:gd name="T63" fmla="*/ 40 h 596"/>
                    <a:gd name="T64" fmla="*/ 1324 w 1438"/>
                    <a:gd name="T65" fmla="*/ 69 h 596"/>
                    <a:gd name="T66" fmla="*/ 1305 w 1438"/>
                    <a:gd name="T67" fmla="*/ 177 h 596"/>
                    <a:gd name="T68" fmla="*/ 1361 w 1438"/>
                    <a:gd name="T69" fmla="*/ 159 h 596"/>
                    <a:gd name="T70" fmla="*/ 1330 w 1438"/>
                    <a:gd name="T71" fmla="*/ 206 h 596"/>
                    <a:gd name="T72" fmla="*/ 1437 w 1438"/>
                    <a:gd name="T73" fmla="*/ 196 h 596"/>
                    <a:gd name="T74" fmla="*/ 1235 w 1438"/>
                    <a:gd name="T75" fmla="*/ 405 h 596"/>
                    <a:gd name="T76" fmla="*/ 1202 w 1438"/>
                    <a:gd name="T77" fmla="*/ 334 h 596"/>
                    <a:gd name="T78" fmla="*/ 1145 w 1438"/>
                    <a:gd name="T79" fmla="*/ 323 h 596"/>
                    <a:gd name="T80" fmla="*/ 1065 w 1438"/>
                    <a:gd name="T81" fmla="*/ 214 h 596"/>
                    <a:gd name="T82" fmla="*/ 930 w 1438"/>
                    <a:gd name="T83" fmla="*/ 150 h 596"/>
                    <a:gd name="T84" fmla="*/ 716 w 1438"/>
                    <a:gd name="T85" fmla="*/ 144 h 596"/>
                    <a:gd name="T86" fmla="*/ 529 w 1438"/>
                    <a:gd name="T87" fmla="*/ 173 h 596"/>
                    <a:gd name="T88" fmla="*/ 363 w 1438"/>
                    <a:gd name="T89" fmla="*/ 254 h 596"/>
                    <a:gd name="T90" fmla="*/ 274 w 1438"/>
                    <a:gd name="T91" fmla="*/ 336 h 596"/>
                    <a:gd name="T92" fmla="*/ 240 w 1438"/>
                    <a:gd name="T93" fmla="*/ 393 h 596"/>
                    <a:gd name="T94" fmla="*/ 228 w 1438"/>
                    <a:gd name="T95" fmla="*/ 405 h 596"/>
                    <a:gd name="T96" fmla="*/ 209 w 1438"/>
                    <a:gd name="T97" fmla="*/ 422 h 596"/>
                    <a:gd name="T98" fmla="*/ 206 w 1438"/>
                    <a:gd name="T99" fmla="*/ 453 h 596"/>
                    <a:gd name="T100" fmla="*/ 182 w 1438"/>
                    <a:gd name="T101" fmla="*/ 478 h 596"/>
                    <a:gd name="T102" fmla="*/ 182 w 1438"/>
                    <a:gd name="T103" fmla="*/ 518 h 596"/>
                    <a:gd name="T104" fmla="*/ 150 w 1438"/>
                    <a:gd name="T105" fmla="*/ 545 h 596"/>
                    <a:gd name="T106" fmla="*/ 142 w 1438"/>
                    <a:gd name="T107" fmla="*/ 561 h 5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438"/>
                    <a:gd name="T163" fmla="*/ 0 h 596"/>
                    <a:gd name="T164" fmla="*/ 1438 w 1438"/>
                    <a:gd name="T165" fmla="*/ 596 h 59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438" h="596">
                      <a:moveTo>
                        <a:pt x="142" y="561"/>
                      </a:moveTo>
                      <a:lnTo>
                        <a:pt x="111" y="572"/>
                      </a:lnTo>
                      <a:lnTo>
                        <a:pt x="81" y="583"/>
                      </a:lnTo>
                      <a:lnTo>
                        <a:pt x="3" y="595"/>
                      </a:lnTo>
                      <a:lnTo>
                        <a:pt x="0" y="551"/>
                      </a:lnTo>
                      <a:lnTo>
                        <a:pt x="8" y="484"/>
                      </a:lnTo>
                      <a:lnTo>
                        <a:pt x="52" y="436"/>
                      </a:lnTo>
                      <a:lnTo>
                        <a:pt x="78" y="391"/>
                      </a:lnTo>
                      <a:lnTo>
                        <a:pt x="98" y="369"/>
                      </a:lnTo>
                      <a:lnTo>
                        <a:pt x="100" y="315"/>
                      </a:lnTo>
                      <a:lnTo>
                        <a:pt x="114" y="292"/>
                      </a:lnTo>
                      <a:lnTo>
                        <a:pt x="157" y="230"/>
                      </a:lnTo>
                      <a:lnTo>
                        <a:pt x="182" y="200"/>
                      </a:lnTo>
                      <a:lnTo>
                        <a:pt x="190" y="188"/>
                      </a:lnTo>
                      <a:lnTo>
                        <a:pt x="228" y="188"/>
                      </a:lnTo>
                      <a:lnTo>
                        <a:pt x="246" y="154"/>
                      </a:lnTo>
                      <a:lnTo>
                        <a:pt x="252" y="165"/>
                      </a:lnTo>
                      <a:lnTo>
                        <a:pt x="263" y="163"/>
                      </a:lnTo>
                      <a:lnTo>
                        <a:pt x="282" y="117"/>
                      </a:lnTo>
                      <a:lnTo>
                        <a:pt x="310" y="95"/>
                      </a:lnTo>
                      <a:lnTo>
                        <a:pt x="304" y="148"/>
                      </a:lnTo>
                      <a:lnTo>
                        <a:pt x="358" y="125"/>
                      </a:lnTo>
                      <a:lnTo>
                        <a:pt x="421" y="95"/>
                      </a:lnTo>
                      <a:lnTo>
                        <a:pt x="467" y="67"/>
                      </a:lnTo>
                      <a:lnTo>
                        <a:pt x="472" y="85"/>
                      </a:lnTo>
                      <a:lnTo>
                        <a:pt x="502" y="73"/>
                      </a:lnTo>
                      <a:lnTo>
                        <a:pt x="529" y="52"/>
                      </a:lnTo>
                      <a:lnTo>
                        <a:pt x="545" y="56"/>
                      </a:lnTo>
                      <a:lnTo>
                        <a:pt x="564" y="71"/>
                      </a:lnTo>
                      <a:lnTo>
                        <a:pt x="586" y="50"/>
                      </a:lnTo>
                      <a:lnTo>
                        <a:pt x="629" y="25"/>
                      </a:lnTo>
                      <a:lnTo>
                        <a:pt x="610" y="56"/>
                      </a:lnTo>
                      <a:lnTo>
                        <a:pt x="626" y="44"/>
                      </a:lnTo>
                      <a:lnTo>
                        <a:pt x="687" y="4"/>
                      </a:lnTo>
                      <a:lnTo>
                        <a:pt x="654" y="29"/>
                      </a:lnTo>
                      <a:lnTo>
                        <a:pt x="651" y="44"/>
                      </a:lnTo>
                      <a:lnTo>
                        <a:pt x="673" y="38"/>
                      </a:lnTo>
                      <a:lnTo>
                        <a:pt x="690" y="37"/>
                      </a:lnTo>
                      <a:lnTo>
                        <a:pt x="719" y="21"/>
                      </a:lnTo>
                      <a:lnTo>
                        <a:pt x="754" y="2"/>
                      </a:lnTo>
                      <a:lnTo>
                        <a:pt x="716" y="27"/>
                      </a:lnTo>
                      <a:lnTo>
                        <a:pt x="710" y="35"/>
                      </a:lnTo>
                      <a:lnTo>
                        <a:pt x="721" y="35"/>
                      </a:lnTo>
                      <a:lnTo>
                        <a:pt x="765" y="23"/>
                      </a:lnTo>
                      <a:lnTo>
                        <a:pt x="802" y="0"/>
                      </a:lnTo>
                      <a:lnTo>
                        <a:pt x="782" y="27"/>
                      </a:lnTo>
                      <a:lnTo>
                        <a:pt x="808" y="23"/>
                      </a:lnTo>
                      <a:lnTo>
                        <a:pt x="849" y="18"/>
                      </a:lnTo>
                      <a:lnTo>
                        <a:pt x="933" y="18"/>
                      </a:lnTo>
                      <a:lnTo>
                        <a:pt x="964" y="21"/>
                      </a:lnTo>
                      <a:lnTo>
                        <a:pt x="984" y="25"/>
                      </a:lnTo>
                      <a:lnTo>
                        <a:pt x="1006" y="31"/>
                      </a:lnTo>
                      <a:lnTo>
                        <a:pt x="1028" y="37"/>
                      </a:lnTo>
                      <a:lnTo>
                        <a:pt x="1098" y="27"/>
                      </a:lnTo>
                      <a:lnTo>
                        <a:pt x="1142" y="40"/>
                      </a:lnTo>
                      <a:lnTo>
                        <a:pt x="1171" y="56"/>
                      </a:lnTo>
                      <a:lnTo>
                        <a:pt x="1188" y="56"/>
                      </a:lnTo>
                      <a:lnTo>
                        <a:pt x="1218" y="42"/>
                      </a:lnTo>
                      <a:lnTo>
                        <a:pt x="1229" y="63"/>
                      </a:lnTo>
                      <a:lnTo>
                        <a:pt x="1207" y="79"/>
                      </a:lnTo>
                      <a:lnTo>
                        <a:pt x="1235" y="95"/>
                      </a:lnTo>
                      <a:lnTo>
                        <a:pt x="1247" y="93"/>
                      </a:lnTo>
                      <a:lnTo>
                        <a:pt x="1302" y="67"/>
                      </a:lnTo>
                      <a:lnTo>
                        <a:pt x="1327" y="40"/>
                      </a:lnTo>
                      <a:lnTo>
                        <a:pt x="1348" y="4"/>
                      </a:lnTo>
                      <a:lnTo>
                        <a:pt x="1324" y="69"/>
                      </a:lnTo>
                      <a:lnTo>
                        <a:pt x="1258" y="125"/>
                      </a:lnTo>
                      <a:lnTo>
                        <a:pt x="1305" y="177"/>
                      </a:lnTo>
                      <a:lnTo>
                        <a:pt x="1310" y="167"/>
                      </a:lnTo>
                      <a:lnTo>
                        <a:pt x="1361" y="159"/>
                      </a:lnTo>
                      <a:lnTo>
                        <a:pt x="1372" y="167"/>
                      </a:lnTo>
                      <a:lnTo>
                        <a:pt x="1330" y="206"/>
                      </a:lnTo>
                      <a:lnTo>
                        <a:pt x="1359" y="220"/>
                      </a:lnTo>
                      <a:lnTo>
                        <a:pt x="1437" y="196"/>
                      </a:lnTo>
                      <a:lnTo>
                        <a:pt x="1266" y="413"/>
                      </a:lnTo>
                      <a:lnTo>
                        <a:pt x="1235" y="405"/>
                      </a:lnTo>
                      <a:lnTo>
                        <a:pt x="1202" y="384"/>
                      </a:lnTo>
                      <a:lnTo>
                        <a:pt x="1202" y="334"/>
                      </a:lnTo>
                      <a:lnTo>
                        <a:pt x="1221" y="325"/>
                      </a:lnTo>
                      <a:lnTo>
                        <a:pt x="1145" y="323"/>
                      </a:lnTo>
                      <a:lnTo>
                        <a:pt x="1145" y="267"/>
                      </a:lnTo>
                      <a:lnTo>
                        <a:pt x="1065" y="214"/>
                      </a:lnTo>
                      <a:lnTo>
                        <a:pt x="998" y="175"/>
                      </a:lnTo>
                      <a:lnTo>
                        <a:pt x="930" y="150"/>
                      </a:lnTo>
                      <a:lnTo>
                        <a:pt x="811" y="144"/>
                      </a:lnTo>
                      <a:lnTo>
                        <a:pt x="716" y="144"/>
                      </a:lnTo>
                      <a:lnTo>
                        <a:pt x="618" y="154"/>
                      </a:lnTo>
                      <a:lnTo>
                        <a:pt x="529" y="173"/>
                      </a:lnTo>
                      <a:lnTo>
                        <a:pt x="442" y="208"/>
                      </a:lnTo>
                      <a:lnTo>
                        <a:pt x="363" y="254"/>
                      </a:lnTo>
                      <a:lnTo>
                        <a:pt x="323" y="276"/>
                      </a:lnTo>
                      <a:lnTo>
                        <a:pt x="274" y="336"/>
                      </a:lnTo>
                      <a:lnTo>
                        <a:pt x="260" y="367"/>
                      </a:lnTo>
                      <a:lnTo>
                        <a:pt x="240" y="393"/>
                      </a:lnTo>
                      <a:lnTo>
                        <a:pt x="228" y="393"/>
                      </a:lnTo>
                      <a:lnTo>
                        <a:pt x="228" y="405"/>
                      </a:lnTo>
                      <a:lnTo>
                        <a:pt x="215" y="422"/>
                      </a:lnTo>
                      <a:lnTo>
                        <a:pt x="209" y="422"/>
                      </a:lnTo>
                      <a:lnTo>
                        <a:pt x="209" y="438"/>
                      </a:lnTo>
                      <a:lnTo>
                        <a:pt x="206" y="453"/>
                      </a:lnTo>
                      <a:lnTo>
                        <a:pt x="193" y="464"/>
                      </a:lnTo>
                      <a:lnTo>
                        <a:pt x="182" y="478"/>
                      </a:lnTo>
                      <a:lnTo>
                        <a:pt x="154" y="507"/>
                      </a:lnTo>
                      <a:lnTo>
                        <a:pt x="182" y="518"/>
                      </a:lnTo>
                      <a:lnTo>
                        <a:pt x="162" y="522"/>
                      </a:lnTo>
                      <a:lnTo>
                        <a:pt x="150" y="545"/>
                      </a:lnTo>
                      <a:lnTo>
                        <a:pt x="162" y="541"/>
                      </a:lnTo>
                      <a:lnTo>
                        <a:pt x="142" y="561"/>
                      </a:lnTo>
                    </a:path>
                  </a:pathLst>
                </a:custGeom>
                <a:solidFill>
                  <a:srgbClr val="402000"/>
                </a:solidFill>
                <a:ln w="12700" cap="rnd">
                  <a:noFill/>
                  <a:round/>
                  <a:headEnd/>
                  <a:tailEnd/>
                </a:ln>
              </p:spPr>
              <p:txBody>
                <a:bodyPr/>
                <a:lstStyle/>
                <a:p>
                  <a:pPr algn="ctr"/>
                  <a:endParaRPr lang="pt-BR" sz="2400"/>
                </a:p>
              </p:txBody>
            </p:sp>
          </p:grpSp>
          <p:grpSp>
            <p:nvGrpSpPr>
              <p:cNvPr id="652" name="Group 21"/>
              <p:cNvGrpSpPr>
                <a:grpSpLocks/>
              </p:cNvGrpSpPr>
              <p:nvPr/>
            </p:nvGrpSpPr>
            <p:grpSpPr bwMode="auto">
              <a:xfrm>
                <a:off x="4276" y="1253"/>
                <a:ext cx="495" cy="171"/>
                <a:chOff x="4276" y="1253"/>
                <a:chExt cx="495" cy="171"/>
              </a:xfrm>
            </p:grpSpPr>
            <p:sp>
              <p:nvSpPr>
                <p:cNvPr id="656" name="Freeform 22"/>
                <p:cNvSpPr>
                  <a:spLocks/>
                </p:cNvSpPr>
                <p:nvPr/>
              </p:nvSpPr>
              <p:spPr bwMode="auto">
                <a:xfrm>
                  <a:off x="4276" y="1253"/>
                  <a:ext cx="495" cy="168"/>
                </a:xfrm>
                <a:custGeom>
                  <a:avLst/>
                  <a:gdLst>
                    <a:gd name="T0" fmla="*/ 0 w 495"/>
                    <a:gd name="T1" fmla="*/ 125 h 168"/>
                    <a:gd name="T2" fmla="*/ 10 w 495"/>
                    <a:gd name="T3" fmla="*/ 105 h 168"/>
                    <a:gd name="T4" fmla="*/ 39 w 495"/>
                    <a:gd name="T5" fmla="*/ 86 h 168"/>
                    <a:gd name="T6" fmla="*/ 77 w 495"/>
                    <a:gd name="T7" fmla="*/ 66 h 168"/>
                    <a:gd name="T8" fmla="*/ 103 w 495"/>
                    <a:gd name="T9" fmla="*/ 54 h 168"/>
                    <a:gd name="T10" fmla="*/ 133 w 495"/>
                    <a:gd name="T11" fmla="*/ 44 h 168"/>
                    <a:gd name="T12" fmla="*/ 171 w 495"/>
                    <a:gd name="T13" fmla="*/ 34 h 168"/>
                    <a:gd name="T14" fmla="*/ 216 w 495"/>
                    <a:gd name="T15" fmla="*/ 26 h 168"/>
                    <a:gd name="T16" fmla="*/ 257 w 495"/>
                    <a:gd name="T17" fmla="*/ 18 h 168"/>
                    <a:gd name="T18" fmla="*/ 282 w 495"/>
                    <a:gd name="T19" fmla="*/ 12 h 168"/>
                    <a:gd name="T20" fmla="*/ 320 w 495"/>
                    <a:gd name="T21" fmla="*/ 4 h 168"/>
                    <a:gd name="T22" fmla="*/ 347 w 495"/>
                    <a:gd name="T23" fmla="*/ 0 h 168"/>
                    <a:gd name="T24" fmla="*/ 379 w 495"/>
                    <a:gd name="T25" fmla="*/ 0 h 168"/>
                    <a:gd name="T26" fmla="*/ 403 w 495"/>
                    <a:gd name="T27" fmla="*/ 12 h 168"/>
                    <a:gd name="T28" fmla="*/ 428 w 495"/>
                    <a:gd name="T29" fmla="*/ 26 h 168"/>
                    <a:gd name="T30" fmla="*/ 449 w 495"/>
                    <a:gd name="T31" fmla="*/ 42 h 168"/>
                    <a:gd name="T32" fmla="*/ 478 w 495"/>
                    <a:gd name="T33" fmla="*/ 56 h 168"/>
                    <a:gd name="T34" fmla="*/ 494 w 495"/>
                    <a:gd name="T35" fmla="*/ 64 h 168"/>
                    <a:gd name="T36" fmla="*/ 480 w 495"/>
                    <a:gd name="T37" fmla="*/ 80 h 168"/>
                    <a:gd name="T38" fmla="*/ 449 w 495"/>
                    <a:gd name="T39" fmla="*/ 68 h 168"/>
                    <a:gd name="T40" fmla="*/ 411 w 495"/>
                    <a:gd name="T41" fmla="*/ 54 h 168"/>
                    <a:gd name="T42" fmla="*/ 384 w 495"/>
                    <a:gd name="T43" fmla="*/ 46 h 168"/>
                    <a:gd name="T44" fmla="*/ 350 w 495"/>
                    <a:gd name="T45" fmla="*/ 37 h 168"/>
                    <a:gd name="T46" fmla="*/ 326 w 495"/>
                    <a:gd name="T47" fmla="*/ 35 h 168"/>
                    <a:gd name="T48" fmla="*/ 301 w 495"/>
                    <a:gd name="T49" fmla="*/ 37 h 168"/>
                    <a:gd name="T50" fmla="*/ 282 w 495"/>
                    <a:gd name="T51" fmla="*/ 42 h 168"/>
                    <a:gd name="T52" fmla="*/ 257 w 495"/>
                    <a:gd name="T53" fmla="*/ 54 h 168"/>
                    <a:gd name="T54" fmla="*/ 221 w 495"/>
                    <a:gd name="T55" fmla="*/ 66 h 168"/>
                    <a:gd name="T56" fmla="*/ 194 w 495"/>
                    <a:gd name="T57" fmla="*/ 78 h 168"/>
                    <a:gd name="T58" fmla="*/ 166 w 495"/>
                    <a:gd name="T59" fmla="*/ 90 h 168"/>
                    <a:gd name="T60" fmla="*/ 136 w 495"/>
                    <a:gd name="T61" fmla="*/ 103 h 168"/>
                    <a:gd name="T62" fmla="*/ 117 w 495"/>
                    <a:gd name="T63" fmla="*/ 115 h 168"/>
                    <a:gd name="T64" fmla="*/ 92 w 495"/>
                    <a:gd name="T65" fmla="*/ 126 h 168"/>
                    <a:gd name="T66" fmla="*/ 64 w 495"/>
                    <a:gd name="T67" fmla="*/ 140 h 168"/>
                    <a:gd name="T68" fmla="*/ 34 w 495"/>
                    <a:gd name="T69" fmla="*/ 155 h 168"/>
                    <a:gd name="T70" fmla="*/ 7 w 495"/>
                    <a:gd name="T71" fmla="*/ 167 h 168"/>
                    <a:gd name="T72" fmla="*/ 0 w 495"/>
                    <a:gd name="T73" fmla="*/ 163 h 168"/>
                    <a:gd name="T74" fmla="*/ 0 w 495"/>
                    <a:gd name="T75" fmla="*/ 146 h 168"/>
                    <a:gd name="T76" fmla="*/ 0 w 495"/>
                    <a:gd name="T77" fmla="*/ 12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95"/>
                    <a:gd name="T118" fmla="*/ 0 h 168"/>
                    <a:gd name="T119" fmla="*/ 495 w 495"/>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95" h="168">
                      <a:moveTo>
                        <a:pt x="0" y="125"/>
                      </a:moveTo>
                      <a:lnTo>
                        <a:pt x="10" y="105"/>
                      </a:lnTo>
                      <a:lnTo>
                        <a:pt x="39" y="86"/>
                      </a:lnTo>
                      <a:lnTo>
                        <a:pt x="77" y="66"/>
                      </a:lnTo>
                      <a:lnTo>
                        <a:pt x="103" y="54"/>
                      </a:lnTo>
                      <a:lnTo>
                        <a:pt x="133" y="44"/>
                      </a:lnTo>
                      <a:lnTo>
                        <a:pt x="171" y="34"/>
                      </a:lnTo>
                      <a:lnTo>
                        <a:pt x="216" y="26"/>
                      </a:lnTo>
                      <a:lnTo>
                        <a:pt x="257" y="18"/>
                      </a:lnTo>
                      <a:lnTo>
                        <a:pt x="282" y="12"/>
                      </a:lnTo>
                      <a:lnTo>
                        <a:pt x="320" y="4"/>
                      </a:lnTo>
                      <a:lnTo>
                        <a:pt x="347" y="0"/>
                      </a:lnTo>
                      <a:lnTo>
                        <a:pt x="379" y="0"/>
                      </a:lnTo>
                      <a:lnTo>
                        <a:pt x="403" y="12"/>
                      </a:lnTo>
                      <a:lnTo>
                        <a:pt x="428" y="26"/>
                      </a:lnTo>
                      <a:lnTo>
                        <a:pt x="449" y="42"/>
                      </a:lnTo>
                      <a:lnTo>
                        <a:pt x="478" y="56"/>
                      </a:lnTo>
                      <a:lnTo>
                        <a:pt x="494" y="64"/>
                      </a:lnTo>
                      <a:lnTo>
                        <a:pt x="480" y="80"/>
                      </a:lnTo>
                      <a:lnTo>
                        <a:pt x="449" y="68"/>
                      </a:lnTo>
                      <a:lnTo>
                        <a:pt x="411" y="54"/>
                      </a:lnTo>
                      <a:lnTo>
                        <a:pt x="384" y="46"/>
                      </a:lnTo>
                      <a:lnTo>
                        <a:pt x="350" y="37"/>
                      </a:lnTo>
                      <a:lnTo>
                        <a:pt x="326" y="35"/>
                      </a:lnTo>
                      <a:lnTo>
                        <a:pt x="301" y="37"/>
                      </a:lnTo>
                      <a:lnTo>
                        <a:pt x="282" y="42"/>
                      </a:lnTo>
                      <a:lnTo>
                        <a:pt x="257" y="54"/>
                      </a:lnTo>
                      <a:lnTo>
                        <a:pt x="221" y="66"/>
                      </a:lnTo>
                      <a:lnTo>
                        <a:pt x="194" y="78"/>
                      </a:lnTo>
                      <a:lnTo>
                        <a:pt x="166" y="90"/>
                      </a:lnTo>
                      <a:lnTo>
                        <a:pt x="136" y="103"/>
                      </a:lnTo>
                      <a:lnTo>
                        <a:pt x="117" y="115"/>
                      </a:lnTo>
                      <a:lnTo>
                        <a:pt x="92" y="126"/>
                      </a:lnTo>
                      <a:lnTo>
                        <a:pt x="64" y="140"/>
                      </a:lnTo>
                      <a:lnTo>
                        <a:pt x="34" y="155"/>
                      </a:lnTo>
                      <a:lnTo>
                        <a:pt x="7" y="167"/>
                      </a:lnTo>
                      <a:lnTo>
                        <a:pt x="0" y="163"/>
                      </a:lnTo>
                      <a:lnTo>
                        <a:pt x="0" y="146"/>
                      </a:lnTo>
                      <a:lnTo>
                        <a:pt x="0" y="125"/>
                      </a:lnTo>
                    </a:path>
                  </a:pathLst>
                </a:custGeom>
                <a:solidFill>
                  <a:srgbClr val="C06000"/>
                </a:solidFill>
                <a:ln w="12700" cap="rnd">
                  <a:noFill/>
                  <a:round/>
                  <a:headEnd/>
                  <a:tailEnd/>
                </a:ln>
              </p:spPr>
              <p:txBody>
                <a:bodyPr/>
                <a:lstStyle/>
                <a:p>
                  <a:pPr algn="ctr"/>
                  <a:endParaRPr lang="pt-BR" sz="2400"/>
                </a:p>
              </p:txBody>
            </p:sp>
            <p:sp>
              <p:nvSpPr>
                <p:cNvPr id="657" name="Freeform 23"/>
                <p:cNvSpPr>
                  <a:spLocks/>
                </p:cNvSpPr>
                <p:nvPr/>
              </p:nvSpPr>
              <p:spPr bwMode="auto">
                <a:xfrm>
                  <a:off x="4276" y="1295"/>
                  <a:ext cx="214" cy="129"/>
                </a:xfrm>
                <a:custGeom>
                  <a:avLst/>
                  <a:gdLst>
                    <a:gd name="T0" fmla="*/ 213 w 214"/>
                    <a:gd name="T1" fmla="*/ 0 h 129"/>
                    <a:gd name="T2" fmla="*/ 194 w 214"/>
                    <a:gd name="T3" fmla="*/ 14 h 129"/>
                    <a:gd name="T4" fmla="*/ 172 w 214"/>
                    <a:gd name="T5" fmla="*/ 24 h 129"/>
                    <a:gd name="T6" fmla="*/ 143 w 214"/>
                    <a:gd name="T7" fmla="*/ 33 h 129"/>
                    <a:gd name="T8" fmla="*/ 108 w 214"/>
                    <a:gd name="T9" fmla="*/ 49 h 129"/>
                    <a:gd name="T10" fmla="*/ 89 w 214"/>
                    <a:gd name="T11" fmla="*/ 58 h 129"/>
                    <a:gd name="T12" fmla="*/ 73 w 214"/>
                    <a:gd name="T13" fmla="*/ 68 h 129"/>
                    <a:gd name="T14" fmla="*/ 65 w 214"/>
                    <a:gd name="T15" fmla="*/ 76 h 129"/>
                    <a:gd name="T16" fmla="*/ 65 w 214"/>
                    <a:gd name="T17" fmla="*/ 80 h 129"/>
                    <a:gd name="T18" fmla="*/ 73 w 214"/>
                    <a:gd name="T19" fmla="*/ 82 h 129"/>
                    <a:gd name="T20" fmla="*/ 81 w 214"/>
                    <a:gd name="T21" fmla="*/ 82 h 129"/>
                    <a:gd name="T22" fmla="*/ 90 w 214"/>
                    <a:gd name="T23" fmla="*/ 80 h 129"/>
                    <a:gd name="T24" fmla="*/ 101 w 214"/>
                    <a:gd name="T25" fmla="*/ 78 h 129"/>
                    <a:gd name="T26" fmla="*/ 114 w 214"/>
                    <a:gd name="T27" fmla="*/ 74 h 129"/>
                    <a:gd name="T28" fmla="*/ 108 w 214"/>
                    <a:gd name="T29" fmla="*/ 78 h 129"/>
                    <a:gd name="T30" fmla="*/ 95 w 214"/>
                    <a:gd name="T31" fmla="*/ 88 h 129"/>
                    <a:gd name="T32" fmla="*/ 86 w 214"/>
                    <a:gd name="T33" fmla="*/ 96 h 129"/>
                    <a:gd name="T34" fmla="*/ 70 w 214"/>
                    <a:gd name="T35" fmla="*/ 103 h 129"/>
                    <a:gd name="T36" fmla="*/ 57 w 214"/>
                    <a:gd name="T37" fmla="*/ 110 h 129"/>
                    <a:gd name="T38" fmla="*/ 38 w 214"/>
                    <a:gd name="T39" fmla="*/ 118 h 129"/>
                    <a:gd name="T40" fmla="*/ 22 w 214"/>
                    <a:gd name="T41" fmla="*/ 124 h 129"/>
                    <a:gd name="T42" fmla="*/ 9 w 214"/>
                    <a:gd name="T43" fmla="*/ 128 h 129"/>
                    <a:gd name="T44" fmla="*/ 0 w 214"/>
                    <a:gd name="T45" fmla="*/ 128 h 129"/>
                    <a:gd name="T46" fmla="*/ 0 w 214"/>
                    <a:gd name="T47" fmla="*/ 116 h 129"/>
                    <a:gd name="T48" fmla="*/ 3 w 214"/>
                    <a:gd name="T49" fmla="*/ 105 h 129"/>
                    <a:gd name="T50" fmla="*/ 7 w 214"/>
                    <a:gd name="T51" fmla="*/ 88 h 129"/>
                    <a:gd name="T52" fmla="*/ 15 w 214"/>
                    <a:gd name="T53" fmla="*/ 76 h 129"/>
                    <a:gd name="T54" fmla="*/ 20 w 214"/>
                    <a:gd name="T55" fmla="*/ 68 h 129"/>
                    <a:gd name="T56" fmla="*/ 33 w 214"/>
                    <a:gd name="T57" fmla="*/ 58 h 129"/>
                    <a:gd name="T58" fmla="*/ 49 w 214"/>
                    <a:gd name="T59" fmla="*/ 50 h 129"/>
                    <a:gd name="T60" fmla="*/ 70 w 214"/>
                    <a:gd name="T61" fmla="*/ 41 h 129"/>
                    <a:gd name="T62" fmla="*/ 89 w 214"/>
                    <a:gd name="T63" fmla="*/ 33 h 129"/>
                    <a:gd name="T64" fmla="*/ 106 w 214"/>
                    <a:gd name="T65" fmla="*/ 26 h 129"/>
                    <a:gd name="T66" fmla="*/ 124 w 214"/>
                    <a:gd name="T67" fmla="*/ 18 h 129"/>
                    <a:gd name="T68" fmla="*/ 140 w 214"/>
                    <a:gd name="T69" fmla="*/ 12 h 129"/>
                    <a:gd name="T70" fmla="*/ 153 w 214"/>
                    <a:gd name="T71" fmla="*/ 6 h 129"/>
                    <a:gd name="T72" fmla="*/ 161 w 214"/>
                    <a:gd name="T73" fmla="*/ 4 h 129"/>
                    <a:gd name="T74" fmla="*/ 172 w 214"/>
                    <a:gd name="T75" fmla="*/ 2 h 129"/>
                    <a:gd name="T76" fmla="*/ 184 w 214"/>
                    <a:gd name="T77" fmla="*/ 0 h 129"/>
                    <a:gd name="T78" fmla="*/ 197 w 214"/>
                    <a:gd name="T79" fmla="*/ 0 h 129"/>
                    <a:gd name="T80" fmla="*/ 213 w 214"/>
                    <a:gd name="T81" fmla="*/ 0 h 12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4"/>
                    <a:gd name="T124" fmla="*/ 0 h 129"/>
                    <a:gd name="T125" fmla="*/ 214 w 214"/>
                    <a:gd name="T126" fmla="*/ 129 h 129"/>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4" h="129">
                      <a:moveTo>
                        <a:pt x="213" y="0"/>
                      </a:moveTo>
                      <a:lnTo>
                        <a:pt x="194" y="14"/>
                      </a:lnTo>
                      <a:lnTo>
                        <a:pt x="172" y="24"/>
                      </a:lnTo>
                      <a:lnTo>
                        <a:pt x="143" y="33"/>
                      </a:lnTo>
                      <a:lnTo>
                        <a:pt x="108" y="49"/>
                      </a:lnTo>
                      <a:lnTo>
                        <a:pt x="89" y="58"/>
                      </a:lnTo>
                      <a:lnTo>
                        <a:pt x="73" y="68"/>
                      </a:lnTo>
                      <a:lnTo>
                        <a:pt x="65" y="76"/>
                      </a:lnTo>
                      <a:lnTo>
                        <a:pt x="65" y="80"/>
                      </a:lnTo>
                      <a:lnTo>
                        <a:pt x="73" y="82"/>
                      </a:lnTo>
                      <a:lnTo>
                        <a:pt x="81" y="82"/>
                      </a:lnTo>
                      <a:lnTo>
                        <a:pt x="90" y="80"/>
                      </a:lnTo>
                      <a:lnTo>
                        <a:pt x="101" y="78"/>
                      </a:lnTo>
                      <a:lnTo>
                        <a:pt x="114" y="74"/>
                      </a:lnTo>
                      <a:lnTo>
                        <a:pt x="108" y="78"/>
                      </a:lnTo>
                      <a:lnTo>
                        <a:pt x="95" y="88"/>
                      </a:lnTo>
                      <a:lnTo>
                        <a:pt x="86" y="96"/>
                      </a:lnTo>
                      <a:lnTo>
                        <a:pt x="70" y="103"/>
                      </a:lnTo>
                      <a:lnTo>
                        <a:pt x="57" y="110"/>
                      </a:lnTo>
                      <a:lnTo>
                        <a:pt x="38" y="118"/>
                      </a:lnTo>
                      <a:lnTo>
                        <a:pt x="22" y="124"/>
                      </a:lnTo>
                      <a:lnTo>
                        <a:pt x="9" y="128"/>
                      </a:lnTo>
                      <a:lnTo>
                        <a:pt x="0" y="128"/>
                      </a:lnTo>
                      <a:lnTo>
                        <a:pt x="0" y="116"/>
                      </a:lnTo>
                      <a:lnTo>
                        <a:pt x="3" y="105"/>
                      </a:lnTo>
                      <a:lnTo>
                        <a:pt x="7" y="88"/>
                      </a:lnTo>
                      <a:lnTo>
                        <a:pt x="15" y="76"/>
                      </a:lnTo>
                      <a:lnTo>
                        <a:pt x="20" y="68"/>
                      </a:lnTo>
                      <a:lnTo>
                        <a:pt x="33" y="58"/>
                      </a:lnTo>
                      <a:lnTo>
                        <a:pt x="49" y="50"/>
                      </a:lnTo>
                      <a:lnTo>
                        <a:pt x="70" y="41"/>
                      </a:lnTo>
                      <a:lnTo>
                        <a:pt x="89" y="33"/>
                      </a:lnTo>
                      <a:lnTo>
                        <a:pt x="106" y="26"/>
                      </a:lnTo>
                      <a:lnTo>
                        <a:pt x="124" y="18"/>
                      </a:lnTo>
                      <a:lnTo>
                        <a:pt x="140" y="12"/>
                      </a:lnTo>
                      <a:lnTo>
                        <a:pt x="153" y="6"/>
                      </a:lnTo>
                      <a:lnTo>
                        <a:pt x="161" y="4"/>
                      </a:lnTo>
                      <a:lnTo>
                        <a:pt x="172" y="2"/>
                      </a:lnTo>
                      <a:lnTo>
                        <a:pt x="184" y="0"/>
                      </a:lnTo>
                      <a:lnTo>
                        <a:pt x="197" y="0"/>
                      </a:lnTo>
                      <a:lnTo>
                        <a:pt x="213" y="0"/>
                      </a:lnTo>
                    </a:path>
                  </a:pathLst>
                </a:custGeom>
                <a:solidFill>
                  <a:srgbClr val="603000"/>
                </a:solidFill>
                <a:ln w="12700" cap="rnd">
                  <a:noFill/>
                  <a:round/>
                  <a:headEnd/>
                  <a:tailEnd/>
                </a:ln>
              </p:spPr>
              <p:txBody>
                <a:bodyPr/>
                <a:lstStyle/>
                <a:p>
                  <a:pPr algn="ctr"/>
                  <a:endParaRPr lang="pt-BR" sz="2400"/>
                </a:p>
              </p:txBody>
            </p:sp>
          </p:grpSp>
          <p:grpSp>
            <p:nvGrpSpPr>
              <p:cNvPr id="653" name="Group 24"/>
              <p:cNvGrpSpPr>
                <a:grpSpLocks/>
              </p:cNvGrpSpPr>
              <p:nvPr/>
            </p:nvGrpSpPr>
            <p:grpSpPr bwMode="auto">
              <a:xfrm>
                <a:off x="3910" y="1183"/>
                <a:ext cx="1019" cy="506"/>
                <a:chOff x="3910" y="1183"/>
                <a:chExt cx="1019" cy="506"/>
              </a:xfrm>
            </p:grpSpPr>
            <p:sp>
              <p:nvSpPr>
                <p:cNvPr id="654" name="Freeform 25"/>
                <p:cNvSpPr>
                  <a:spLocks/>
                </p:cNvSpPr>
                <p:nvPr/>
              </p:nvSpPr>
              <p:spPr bwMode="auto">
                <a:xfrm>
                  <a:off x="3910" y="1183"/>
                  <a:ext cx="906" cy="506"/>
                </a:xfrm>
                <a:custGeom>
                  <a:avLst/>
                  <a:gdLst>
                    <a:gd name="T0" fmla="*/ 12 w 906"/>
                    <a:gd name="T1" fmla="*/ 505 h 506"/>
                    <a:gd name="T2" fmla="*/ 62 w 906"/>
                    <a:gd name="T3" fmla="*/ 501 h 506"/>
                    <a:gd name="T4" fmla="*/ 112 w 906"/>
                    <a:gd name="T5" fmla="*/ 472 h 506"/>
                    <a:gd name="T6" fmla="*/ 151 w 906"/>
                    <a:gd name="T7" fmla="*/ 437 h 506"/>
                    <a:gd name="T8" fmla="*/ 193 w 906"/>
                    <a:gd name="T9" fmla="*/ 397 h 506"/>
                    <a:gd name="T10" fmla="*/ 220 w 906"/>
                    <a:gd name="T11" fmla="*/ 354 h 506"/>
                    <a:gd name="T12" fmla="*/ 253 w 906"/>
                    <a:gd name="T13" fmla="*/ 306 h 506"/>
                    <a:gd name="T14" fmla="*/ 270 w 906"/>
                    <a:gd name="T15" fmla="*/ 273 h 506"/>
                    <a:gd name="T16" fmla="*/ 307 w 906"/>
                    <a:gd name="T17" fmla="*/ 240 h 506"/>
                    <a:gd name="T18" fmla="*/ 334 w 906"/>
                    <a:gd name="T19" fmla="*/ 211 h 506"/>
                    <a:gd name="T20" fmla="*/ 356 w 906"/>
                    <a:gd name="T21" fmla="*/ 176 h 506"/>
                    <a:gd name="T22" fmla="*/ 385 w 906"/>
                    <a:gd name="T23" fmla="*/ 145 h 506"/>
                    <a:gd name="T24" fmla="*/ 445 w 906"/>
                    <a:gd name="T25" fmla="*/ 108 h 506"/>
                    <a:gd name="T26" fmla="*/ 507 w 906"/>
                    <a:gd name="T27" fmla="*/ 76 h 506"/>
                    <a:gd name="T28" fmla="*/ 576 w 906"/>
                    <a:gd name="T29" fmla="*/ 54 h 506"/>
                    <a:gd name="T30" fmla="*/ 649 w 906"/>
                    <a:gd name="T31" fmla="*/ 39 h 506"/>
                    <a:gd name="T32" fmla="*/ 709 w 906"/>
                    <a:gd name="T33" fmla="*/ 37 h 506"/>
                    <a:gd name="T34" fmla="*/ 768 w 906"/>
                    <a:gd name="T35" fmla="*/ 47 h 506"/>
                    <a:gd name="T36" fmla="*/ 827 w 906"/>
                    <a:gd name="T37" fmla="*/ 64 h 506"/>
                    <a:gd name="T38" fmla="*/ 874 w 906"/>
                    <a:gd name="T39" fmla="*/ 78 h 506"/>
                    <a:gd name="T40" fmla="*/ 905 w 906"/>
                    <a:gd name="T41" fmla="*/ 99 h 506"/>
                    <a:gd name="T42" fmla="*/ 905 w 906"/>
                    <a:gd name="T43" fmla="*/ 82 h 506"/>
                    <a:gd name="T44" fmla="*/ 879 w 906"/>
                    <a:gd name="T45" fmla="*/ 64 h 506"/>
                    <a:gd name="T46" fmla="*/ 798 w 906"/>
                    <a:gd name="T47" fmla="*/ 39 h 506"/>
                    <a:gd name="T48" fmla="*/ 760 w 906"/>
                    <a:gd name="T49" fmla="*/ 22 h 506"/>
                    <a:gd name="T50" fmla="*/ 771 w 906"/>
                    <a:gd name="T51" fmla="*/ 18 h 506"/>
                    <a:gd name="T52" fmla="*/ 821 w 906"/>
                    <a:gd name="T53" fmla="*/ 22 h 506"/>
                    <a:gd name="T54" fmla="*/ 863 w 906"/>
                    <a:gd name="T55" fmla="*/ 20 h 506"/>
                    <a:gd name="T56" fmla="*/ 882 w 906"/>
                    <a:gd name="T57" fmla="*/ 29 h 506"/>
                    <a:gd name="T58" fmla="*/ 887 w 906"/>
                    <a:gd name="T59" fmla="*/ 39 h 506"/>
                    <a:gd name="T60" fmla="*/ 876 w 906"/>
                    <a:gd name="T61" fmla="*/ 18 h 506"/>
                    <a:gd name="T62" fmla="*/ 843 w 906"/>
                    <a:gd name="T63" fmla="*/ 8 h 506"/>
                    <a:gd name="T64" fmla="*/ 798 w 906"/>
                    <a:gd name="T65" fmla="*/ 2 h 506"/>
                    <a:gd name="T66" fmla="*/ 757 w 906"/>
                    <a:gd name="T67" fmla="*/ 0 h 506"/>
                    <a:gd name="T68" fmla="*/ 715 w 906"/>
                    <a:gd name="T69" fmla="*/ 12 h 506"/>
                    <a:gd name="T70" fmla="*/ 671 w 906"/>
                    <a:gd name="T71" fmla="*/ 24 h 506"/>
                    <a:gd name="T72" fmla="*/ 623 w 906"/>
                    <a:gd name="T73" fmla="*/ 33 h 506"/>
                    <a:gd name="T74" fmla="*/ 557 w 906"/>
                    <a:gd name="T75" fmla="*/ 47 h 506"/>
                    <a:gd name="T76" fmla="*/ 520 w 906"/>
                    <a:gd name="T77" fmla="*/ 56 h 506"/>
                    <a:gd name="T78" fmla="*/ 468 w 906"/>
                    <a:gd name="T79" fmla="*/ 70 h 506"/>
                    <a:gd name="T80" fmla="*/ 434 w 906"/>
                    <a:gd name="T81" fmla="*/ 97 h 506"/>
                    <a:gd name="T82" fmla="*/ 382 w 906"/>
                    <a:gd name="T83" fmla="*/ 128 h 506"/>
                    <a:gd name="T84" fmla="*/ 342 w 906"/>
                    <a:gd name="T85" fmla="*/ 163 h 506"/>
                    <a:gd name="T86" fmla="*/ 304 w 906"/>
                    <a:gd name="T87" fmla="*/ 199 h 506"/>
                    <a:gd name="T88" fmla="*/ 267 w 906"/>
                    <a:gd name="T89" fmla="*/ 242 h 506"/>
                    <a:gd name="T90" fmla="*/ 240 w 906"/>
                    <a:gd name="T91" fmla="*/ 275 h 506"/>
                    <a:gd name="T92" fmla="*/ 218 w 906"/>
                    <a:gd name="T93" fmla="*/ 308 h 506"/>
                    <a:gd name="T94" fmla="*/ 188 w 906"/>
                    <a:gd name="T95" fmla="*/ 350 h 506"/>
                    <a:gd name="T96" fmla="*/ 170 w 906"/>
                    <a:gd name="T97" fmla="*/ 383 h 506"/>
                    <a:gd name="T98" fmla="*/ 151 w 906"/>
                    <a:gd name="T99" fmla="*/ 410 h 506"/>
                    <a:gd name="T100" fmla="*/ 115 w 906"/>
                    <a:gd name="T101" fmla="*/ 427 h 506"/>
                    <a:gd name="T102" fmla="*/ 84 w 906"/>
                    <a:gd name="T103" fmla="*/ 458 h 506"/>
                    <a:gd name="T104" fmla="*/ 45 w 906"/>
                    <a:gd name="T105" fmla="*/ 474 h 50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906"/>
                    <a:gd name="T160" fmla="*/ 0 h 506"/>
                    <a:gd name="T161" fmla="*/ 906 w 906"/>
                    <a:gd name="T162" fmla="*/ 506 h 50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906" h="506">
                      <a:moveTo>
                        <a:pt x="0" y="501"/>
                      </a:moveTo>
                      <a:lnTo>
                        <a:pt x="12" y="505"/>
                      </a:lnTo>
                      <a:lnTo>
                        <a:pt x="37" y="505"/>
                      </a:lnTo>
                      <a:lnTo>
                        <a:pt x="62" y="501"/>
                      </a:lnTo>
                      <a:lnTo>
                        <a:pt x="89" y="485"/>
                      </a:lnTo>
                      <a:lnTo>
                        <a:pt x="112" y="472"/>
                      </a:lnTo>
                      <a:lnTo>
                        <a:pt x="131" y="455"/>
                      </a:lnTo>
                      <a:lnTo>
                        <a:pt x="151" y="437"/>
                      </a:lnTo>
                      <a:lnTo>
                        <a:pt x="170" y="418"/>
                      </a:lnTo>
                      <a:lnTo>
                        <a:pt x="193" y="397"/>
                      </a:lnTo>
                      <a:lnTo>
                        <a:pt x="209" y="379"/>
                      </a:lnTo>
                      <a:lnTo>
                        <a:pt x="220" y="354"/>
                      </a:lnTo>
                      <a:lnTo>
                        <a:pt x="240" y="327"/>
                      </a:lnTo>
                      <a:lnTo>
                        <a:pt x="253" y="306"/>
                      </a:lnTo>
                      <a:lnTo>
                        <a:pt x="262" y="286"/>
                      </a:lnTo>
                      <a:lnTo>
                        <a:pt x="270" y="273"/>
                      </a:lnTo>
                      <a:lnTo>
                        <a:pt x="290" y="259"/>
                      </a:lnTo>
                      <a:lnTo>
                        <a:pt x="307" y="240"/>
                      </a:lnTo>
                      <a:lnTo>
                        <a:pt x="320" y="226"/>
                      </a:lnTo>
                      <a:lnTo>
                        <a:pt x="334" y="211"/>
                      </a:lnTo>
                      <a:lnTo>
                        <a:pt x="345" y="194"/>
                      </a:lnTo>
                      <a:lnTo>
                        <a:pt x="356" y="176"/>
                      </a:lnTo>
                      <a:lnTo>
                        <a:pt x="368" y="159"/>
                      </a:lnTo>
                      <a:lnTo>
                        <a:pt x="385" y="145"/>
                      </a:lnTo>
                      <a:lnTo>
                        <a:pt x="412" y="126"/>
                      </a:lnTo>
                      <a:lnTo>
                        <a:pt x="445" y="108"/>
                      </a:lnTo>
                      <a:lnTo>
                        <a:pt x="474" y="91"/>
                      </a:lnTo>
                      <a:lnTo>
                        <a:pt x="507" y="76"/>
                      </a:lnTo>
                      <a:lnTo>
                        <a:pt x="534" y="64"/>
                      </a:lnTo>
                      <a:lnTo>
                        <a:pt x="576" y="54"/>
                      </a:lnTo>
                      <a:lnTo>
                        <a:pt x="620" y="45"/>
                      </a:lnTo>
                      <a:lnTo>
                        <a:pt x="649" y="39"/>
                      </a:lnTo>
                      <a:lnTo>
                        <a:pt x="676" y="37"/>
                      </a:lnTo>
                      <a:lnTo>
                        <a:pt x="709" y="37"/>
                      </a:lnTo>
                      <a:lnTo>
                        <a:pt x="738" y="39"/>
                      </a:lnTo>
                      <a:lnTo>
                        <a:pt x="768" y="47"/>
                      </a:lnTo>
                      <a:lnTo>
                        <a:pt x="798" y="54"/>
                      </a:lnTo>
                      <a:lnTo>
                        <a:pt x="827" y="64"/>
                      </a:lnTo>
                      <a:lnTo>
                        <a:pt x="849" y="72"/>
                      </a:lnTo>
                      <a:lnTo>
                        <a:pt x="874" y="78"/>
                      </a:lnTo>
                      <a:lnTo>
                        <a:pt x="890" y="87"/>
                      </a:lnTo>
                      <a:lnTo>
                        <a:pt x="905" y="99"/>
                      </a:lnTo>
                      <a:lnTo>
                        <a:pt x="905" y="89"/>
                      </a:lnTo>
                      <a:lnTo>
                        <a:pt x="905" y="82"/>
                      </a:lnTo>
                      <a:lnTo>
                        <a:pt x="905" y="76"/>
                      </a:lnTo>
                      <a:lnTo>
                        <a:pt x="879" y="64"/>
                      </a:lnTo>
                      <a:lnTo>
                        <a:pt x="830" y="48"/>
                      </a:lnTo>
                      <a:lnTo>
                        <a:pt x="798" y="39"/>
                      </a:lnTo>
                      <a:lnTo>
                        <a:pt x="774" y="29"/>
                      </a:lnTo>
                      <a:lnTo>
                        <a:pt x="760" y="22"/>
                      </a:lnTo>
                      <a:lnTo>
                        <a:pt x="752" y="18"/>
                      </a:lnTo>
                      <a:lnTo>
                        <a:pt x="771" y="18"/>
                      </a:lnTo>
                      <a:lnTo>
                        <a:pt x="793" y="20"/>
                      </a:lnTo>
                      <a:lnTo>
                        <a:pt x="821" y="22"/>
                      </a:lnTo>
                      <a:lnTo>
                        <a:pt x="838" y="22"/>
                      </a:lnTo>
                      <a:lnTo>
                        <a:pt x="863" y="20"/>
                      </a:lnTo>
                      <a:lnTo>
                        <a:pt x="871" y="20"/>
                      </a:lnTo>
                      <a:lnTo>
                        <a:pt x="882" y="29"/>
                      </a:lnTo>
                      <a:lnTo>
                        <a:pt x="884" y="31"/>
                      </a:lnTo>
                      <a:lnTo>
                        <a:pt x="887" y="39"/>
                      </a:lnTo>
                      <a:lnTo>
                        <a:pt x="890" y="29"/>
                      </a:lnTo>
                      <a:lnTo>
                        <a:pt x="876" y="18"/>
                      </a:lnTo>
                      <a:lnTo>
                        <a:pt x="860" y="12"/>
                      </a:lnTo>
                      <a:lnTo>
                        <a:pt x="843" y="8"/>
                      </a:lnTo>
                      <a:lnTo>
                        <a:pt x="821" y="4"/>
                      </a:lnTo>
                      <a:lnTo>
                        <a:pt x="798" y="2"/>
                      </a:lnTo>
                      <a:lnTo>
                        <a:pt x="779" y="0"/>
                      </a:lnTo>
                      <a:lnTo>
                        <a:pt x="757" y="0"/>
                      </a:lnTo>
                      <a:lnTo>
                        <a:pt x="735" y="4"/>
                      </a:lnTo>
                      <a:lnTo>
                        <a:pt x="715" y="12"/>
                      </a:lnTo>
                      <a:lnTo>
                        <a:pt x="696" y="18"/>
                      </a:lnTo>
                      <a:lnTo>
                        <a:pt x="671" y="24"/>
                      </a:lnTo>
                      <a:lnTo>
                        <a:pt x="649" y="29"/>
                      </a:lnTo>
                      <a:lnTo>
                        <a:pt x="623" y="33"/>
                      </a:lnTo>
                      <a:lnTo>
                        <a:pt x="596" y="39"/>
                      </a:lnTo>
                      <a:lnTo>
                        <a:pt x="557" y="47"/>
                      </a:lnTo>
                      <a:lnTo>
                        <a:pt x="537" y="52"/>
                      </a:lnTo>
                      <a:lnTo>
                        <a:pt x="520" y="56"/>
                      </a:lnTo>
                      <a:lnTo>
                        <a:pt x="493" y="64"/>
                      </a:lnTo>
                      <a:lnTo>
                        <a:pt x="468" y="70"/>
                      </a:lnTo>
                      <a:lnTo>
                        <a:pt x="450" y="85"/>
                      </a:lnTo>
                      <a:lnTo>
                        <a:pt x="434" y="97"/>
                      </a:lnTo>
                      <a:lnTo>
                        <a:pt x="407" y="110"/>
                      </a:lnTo>
                      <a:lnTo>
                        <a:pt x="382" y="128"/>
                      </a:lnTo>
                      <a:lnTo>
                        <a:pt x="356" y="147"/>
                      </a:lnTo>
                      <a:lnTo>
                        <a:pt x="342" y="163"/>
                      </a:lnTo>
                      <a:lnTo>
                        <a:pt x="320" y="182"/>
                      </a:lnTo>
                      <a:lnTo>
                        <a:pt x="304" y="199"/>
                      </a:lnTo>
                      <a:lnTo>
                        <a:pt x="285" y="219"/>
                      </a:lnTo>
                      <a:lnTo>
                        <a:pt x="267" y="242"/>
                      </a:lnTo>
                      <a:lnTo>
                        <a:pt x="253" y="261"/>
                      </a:lnTo>
                      <a:lnTo>
                        <a:pt x="240" y="275"/>
                      </a:lnTo>
                      <a:lnTo>
                        <a:pt x="226" y="294"/>
                      </a:lnTo>
                      <a:lnTo>
                        <a:pt x="218" y="308"/>
                      </a:lnTo>
                      <a:lnTo>
                        <a:pt x="204" y="331"/>
                      </a:lnTo>
                      <a:lnTo>
                        <a:pt x="188" y="350"/>
                      </a:lnTo>
                      <a:lnTo>
                        <a:pt x="178" y="371"/>
                      </a:lnTo>
                      <a:lnTo>
                        <a:pt x="170" y="383"/>
                      </a:lnTo>
                      <a:lnTo>
                        <a:pt x="162" y="397"/>
                      </a:lnTo>
                      <a:lnTo>
                        <a:pt x="151" y="410"/>
                      </a:lnTo>
                      <a:lnTo>
                        <a:pt x="134" y="418"/>
                      </a:lnTo>
                      <a:lnTo>
                        <a:pt x="115" y="427"/>
                      </a:lnTo>
                      <a:lnTo>
                        <a:pt x="96" y="445"/>
                      </a:lnTo>
                      <a:lnTo>
                        <a:pt x="84" y="458"/>
                      </a:lnTo>
                      <a:lnTo>
                        <a:pt x="67" y="464"/>
                      </a:lnTo>
                      <a:lnTo>
                        <a:pt x="45" y="474"/>
                      </a:lnTo>
                      <a:lnTo>
                        <a:pt x="0" y="501"/>
                      </a:lnTo>
                    </a:path>
                  </a:pathLst>
                </a:custGeom>
                <a:solidFill>
                  <a:srgbClr val="201000"/>
                </a:solidFill>
                <a:ln w="12700" cap="rnd">
                  <a:noFill/>
                  <a:round/>
                  <a:headEnd/>
                  <a:tailEnd/>
                </a:ln>
              </p:spPr>
              <p:txBody>
                <a:bodyPr/>
                <a:lstStyle/>
                <a:p>
                  <a:pPr algn="ctr"/>
                  <a:endParaRPr lang="pt-BR" sz="2400"/>
                </a:p>
              </p:txBody>
            </p:sp>
            <p:sp>
              <p:nvSpPr>
                <p:cNvPr id="655" name="Freeform 26"/>
                <p:cNvSpPr>
                  <a:spLocks/>
                </p:cNvSpPr>
                <p:nvPr/>
              </p:nvSpPr>
              <p:spPr bwMode="auto">
                <a:xfrm>
                  <a:off x="4491" y="1239"/>
                  <a:ext cx="438" cy="133"/>
                </a:xfrm>
                <a:custGeom>
                  <a:avLst/>
                  <a:gdLst>
                    <a:gd name="T0" fmla="*/ 280 w 438"/>
                    <a:gd name="T1" fmla="*/ 79 h 133"/>
                    <a:gd name="T2" fmla="*/ 357 w 438"/>
                    <a:gd name="T3" fmla="*/ 107 h 133"/>
                    <a:gd name="T4" fmla="*/ 382 w 438"/>
                    <a:gd name="T5" fmla="*/ 122 h 133"/>
                    <a:gd name="T6" fmla="*/ 414 w 438"/>
                    <a:gd name="T7" fmla="*/ 132 h 133"/>
                    <a:gd name="T8" fmla="*/ 437 w 438"/>
                    <a:gd name="T9" fmla="*/ 132 h 133"/>
                    <a:gd name="T10" fmla="*/ 398 w 438"/>
                    <a:gd name="T11" fmla="*/ 118 h 133"/>
                    <a:gd name="T12" fmla="*/ 315 w 438"/>
                    <a:gd name="T13" fmla="*/ 83 h 133"/>
                    <a:gd name="T14" fmla="*/ 288 w 438"/>
                    <a:gd name="T15" fmla="*/ 69 h 133"/>
                    <a:gd name="T16" fmla="*/ 261 w 438"/>
                    <a:gd name="T17" fmla="*/ 57 h 133"/>
                    <a:gd name="T18" fmla="*/ 242 w 438"/>
                    <a:gd name="T19" fmla="*/ 45 h 133"/>
                    <a:gd name="T20" fmla="*/ 227 w 438"/>
                    <a:gd name="T21" fmla="*/ 33 h 133"/>
                    <a:gd name="T22" fmla="*/ 206 w 438"/>
                    <a:gd name="T23" fmla="*/ 19 h 133"/>
                    <a:gd name="T24" fmla="*/ 195 w 438"/>
                    <a:gd name="T25" fmla="*/ 16 h 133"/>
                    <a:gd name="T26" fmla="*/ 168 w 438"/>
                    <a:gd name="T27" fmla="*/ 4 h 133"/>
                    <a:gd name="T28" fmla="*/ 142 w 438"/>
                    <a:gd name="T29" fmla="*/ 0 h 133"/>
                    <a:gd name="T30" fmla="*/ 112 w 438"/>
                    <a:gd name="T31" fmla="*/ 0 h 133"/>
                    <a:gd name="T32" fmla="*/ 77 w 438"/>
                    <a:gd name="T33" fmla="*/ 10 h 133"/>
                    <a:gd name="T34" fmla="*/ 61 w 438"/>
                    <a:gd name="T35" fmla="*/ 12 h 133"/>
                    <a:gd name="T36" fmla="*/ 32 w 438"/>
                    <a:gd name="T37" fmla="*/ 21 h 133"/>
                    <a:gd name="T38" fmla="*/ 0 w 438"/>
                    <a:gd name="T39" fmla="*/ 39 h 133"/>
                    <a:gd name="T40" fmla="*/ 22 w 438"/>
                    <a:gd name="T41" fmla="*/ 39 h 133"/>
                    <a:gd name="T42" fmla="*/ 60 w 438"/>
                    <a:gd name="T43" fmla="*/ 33 h 133"/>
                    <a:gd name="T44" fmla="*/ 96 w 438"/>
                    <a:gd name="T45" fmla="*/ 25 h 133"/>
                    <a:gd name="T46" fmla="*/ 118 w 438"/>
                    <a:gd name="T47" fmla="*/ 19 h 133"/>
                    <a:gd name="T48" fmla="*/ 139 w 438"/>
                    <a:gd name="T49" fmla="*/ 16 h 133"/>
                    <a:gd name="T50" fmla="*/ 170 w 438"/>
                    <a:gd name="T51" fmla="*/ 19 h 133"/>
                    <a:gd name="T52" fmla="*/ 211 w 438"/>
                    <a:gd name="T53" fmla="*/ 41 h 133"/>
                    <a:gd name="T54" fmla="*/ 256 w 438"/>
                    <a:gd name="T55" fmla="*/ 69 h 133"/>
                    <a:gd name="T56" fmla="*/ 280 w 438"/>
                    <a:gd name="T57" fmla="*/ 79 h 13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38"/>
                    <a:gd name="T88" fmla="*/ 0 h 133"/>
                    <a:gd name="T89" fmla="*/ 438 w 438"/>
                    <a:gd name="T90" fmla="*/ 133 h 13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38" h="133">
                      <a:moveTo>
                        <a:pt x="280" y="79"/>
                      </a:moveTo>
                      <a:lnTo>
                        <a:pt x="357" y="107"/>
                      </a:lnTo>
                      <a:lnTo>
                        <a:pt x="382" y="122"/>
                      </a:lnTo>
                      <a:lnTo>
                        <a:pt x="414" y="132"/>
                      </a:lnTo>
                      <a:lnTo>
                        <a:pt x="437" y="132"/>
                      </a:lnTo>
                      <a:lnTo>
                        <a:pt x="398" y="118"/>
                      </a:lnTo>
                      <a:lnTo>
                        <a:pt x="315" y="83"/>
                      </a:lnTo>
                      <a:lnTo>
                        <a:pt x="288" y="69"/>
                      </a:lnTo>
                      <a:lnTo>
                        <a:pt x="261" y="57"/>
                      </a:lnTo>
                      <a:lnTo>
                        <a:pt x="242" y="45"/>
                      </a:lnTo>
                      <a:lnTo>
                        <a:pt x="227" y="33"/>
                      </a:lnTo>
                      <a:lnTo>
                        <a:pt x="206" y="19"/>
                      </a:lnTo>
                      <a:lnTo>
                        <a:pt x="195" y="16"/>
                      </a:lnTo>
                      <a:lnTo>
                        <a:pt x="168" y="4"/>
                      </a:lnTo>
                      <a:lnTo>
                        <a:pt x="142" y="0"/>
                      </a:lnTo>
                      <a:lnTo>
                        <a:pt x="112" y="0"/>
                      </a:lnTo>
                      <a:lnTo>
                        <a:pt x="77" y="10"/>
                      </a:lnTo>
                      <a:lnTo>
                        <a:pt x="61" y="12"/>
                      </a:lnTo>
                      <a:lnTo>
                        <a:pt x="32" y="21"/>
                      </a:lnTo>
                      <a:lnTo>
                        <a:pt x="0" y="39"/>
                      </a:lnTo>
                      <a:lnTo>
                        <a:pt x="22" y="39"/>
                      </a:lnTo>
                      <a:lnTo>
                        <a:pt x="60" y="33"/>
                      </a:lnTo>
                      <a:lnTo>
                        <a:pt x="96" y="25"/>
                      </a:lnTo>
                      <a:lnTo>
                        <a:pt x="118" y="19"/>
                      </a:lnTo>
                      <a:lnTo>
                        <a:pt x="139" y="16"/>
                      </a:lnTo>
                      <a:lnTo>
                        <a:pt x="170" y="19"/>
                      </a:lnTo>
                      <a:lnTo>
                        <a:pt x="211" y="41"/>
                      </a:lnTo>
                      <a:lnTo>
                        <a:pt x="256" y="69"/>
                      </a:lnTo>
                      <a:lnTo>
                        <a:pt x="280" y="79"/>
                      </a:lnTo>
                    </a:path>
                  </a:pathLst>
                </a:custGeom>
                <a:solidFill>
                  <a:srgbClr val="231105"/>
                </a:solidFill>
                <a:ln w="12700" cap="rnd">
                  <a:noFill/>
                  <a:round/>
                  <a:headEnd/>
                  <a:tailEnd/>
                </a:ln>
              </p:spPr>
              <p:txBody>
                <a:bodyPr/>
                <a:lstStyle/>
                <a:p>
                  <a:pPr algn="ctr"/>
                  <a:endParaRPr lang="pt-BR" sz="2400"/>
                </a:p>
              </p:txBody>
            </p:sp>
          </p:grpSp>
        </p:grpSp>
        <p:grpSp>
          <p:nvGrpSpPr>
            <p:cNvPr id="623" name="Group 27"/>
            <p:cNvGrpSpPr>
              <a:grpSpLocks/>
            </p:cNvGrpSpPr>
            <p:nvPr/>
          </p:nvGrpSpPr>
          <p:grpSpPr bwMode="auto">
            <a:xfrm>
              <a:off x="3897" y="1289"/>
              <a:ext cx="1035" cy="557"/>
              <a:chOff x="3897" y="1289"/>
              <a:chExt cx="1035" cy="557"/>
            </a:xfrm>
          </p:grpSpPr>
          <p:grpSp>
            <p:nvGrpSpPr>
              <p:cNvPr id="624" name="Group 28"/>
              <p:cNvGrpSpPr>
                <a:grpSpLocks/>
              </p:cNvGrpSpPr>
              <p:nvPr/>
            </p:nvGrpSpPr>
            <p:grpSpPr bwMode="auto">
              <a:xfrm>
                <a:off x="3897" y="1289"/>
                <a:ext cx="1035" cy="557"/>
                <a:chOff x="3897" y="1289"/>
                <a:chExt cx="1035" cy="557"/>
              </a:xfrm>
            </p:grpSpPr>
            <p:sp>
              <p:nvSpPr>
                <p:cNvPr id="630" name="Freeform 29"/>
                <p:cNvSpPr>
                  <a:spLocks/>
                </p:cNvSpPr>
                <p:nvPr/>
              </p:nvSpPr>
              <p:spPr bwMode="auto">
                <a:xfrm>
                  <a:off x="3897" y="1289"/>
                  <a:ext cx="1035" cy="557"/>
                </a:xfrm>
                <a:custGeom>
                  <a:avLst/>
                  <a:gdLst>
                    <a:gd name="T0" fmla="*/ 5 w 1035"/>
                    <a:gd name="T1" fmla="*/ 516 h 557"/>
                    <a:gd name="T2" fmla="*/ 0 w 1035"/>
                    <a:gd name="T3" fmla="*/ 538 h 557"/>
                    <a:gd name="T4" fmla="*/ 16 w 1035"/>
                    <a:gd name="T5" fmla="*/ 552 h 557"/>
                    <a:gd name="T6" fmla="*/ 45 w 1035"/>
                    <a:gd name="T7" fmla="*/ 556 h 557"/>
                    <a:gd name="T8" fmla="*/ 75 w 1035"/>
                    <a:gd name="T9" fmla="*/ 538 h 557"/>
                    <a:gd name="T10" fmla="*/ 137 w 1035"/>
                    <a:gd name="T11" fmla="*/ 492 h 557"/>
                    <a:gd name="T12" fmla="*/ 202 w 1035"/>
                    <a:gd name="T13" fmla="*/ 427 h 557"/>
                    <a:gd name="T14" fmla="*/ 254 w 1035"/>
                    <a:gd name="T15" fmla="*/ 381 h 557"/>
                    <a:gd name="T16" fmla="*/ 278 w 1035"/>
                    <a:gd name="T17" fmla="*/ 361 h 557"/>
                    <a:gd name="T18" fmla="*/ 310 w 1035"/>
                    <a:gd name="T19" fmla="*/ 359 h 557"/>
                    <a:gd name="T20" fmla="*/ 335 w 1035"/>
                    <a:gd name="T21" fmla="*/ 365 h 557"/>
                    <a:gd name="T22" fmla="*/ 340 w 1035"/>
                    <a:gd name="T23" fmla="*/ 348 h 557"/>
                    <a:gd name="T24" fmla="*/ 346 w 1035"/>
                    <a:gd name="T25" fmla="*/ 333 h 557"/>
                    <a:gd name="T26" fmla="*/ 365 w 1035"/>
                    <a:gd name="T27" fmla="*/ 319 h 557"/>
                    <a:gd name="T28" fmla="*/ 383 w 1035"/>
                    <a:gd name="T29" fmla="*/ 309 h 557"/>
                    <a:gd name="T30" fmla="*/ 388 w 1035"/>
                    <a:gd name="T31" fmla="*/ 298 h 557"/>
                    <a:gd name="T32" fmla="*/ 399 w 1035"/>
                    <a:gd name="T33" fmla="*/ 296 h 557"/>
                    <a:gd name="T34" fmla="*/ 418 w 1035"/>
                    <a:gd name="T35" fmla="*/ 307 h 557"/>
                    <a:gd name="T36" fmla="*/ 454 w 1035"/>
                    <a:gd name="T37" fmla="*/ 315 h 557"/>
                    <a:gd name="T38" fmla="*/ 491 w 1035"/>
                    <a:gd name="T39" fmla="*/ 315 h 557"/>
                    <a:gd name="T40" fmla="*/ 543 w 1035"/>
                    <a:gd name="T41" fmla="*/ 315 h 557"/>
                    <a:gd name="T42" fmla="*/ 591 w 1035"/>
                    <a:gd name="T43" fmla="*/ 309 h 557"/>
                    <a:gd name="T44" fmla="*/ 649 w 1035"/>
                    <a:gd name="T45" fmla="*/ 298 h 557"/>
                    <a:gd name="T46" fmla="*/ 697 w 1035"/>
                    <a:gd name="T47" fmla="*/ 293 h 557"/>
                    <a:gd name="T48" fmla="*/ 745 w 1035"/>
                    <a:gd name="T49" fmla="*/ 287 h 557"/>
                    <a:gd name="T50" fmla="*/ 780 w 1035"/>
                    <a:gd name="T51" fmla="*/ 277 h 557"/>
                    <a:gd name="T52" fmla="*/ 821 w 1035"/>
                    <a:gd name="T53" fmla="*/ 263 h 557"/>
                    <a:gd name="T54" fmla="*/ 864 w 1035"/>
                    <a:gd name="T55" fmla="*/ 242 h 557"/>
                    <a:gd name="T56" fmla="*/ 905 w 1035"/>
                    <a:gd name="T57" fmla="*/ 219 h 557"/>
                    <a:gd name="T58" fmla="*/ 948 w 1035"/>
                    <a:gd name="T59" fmla="*/ 194 h 557"/>
                    <a:gd name="T60" fmla="*/ 989 w 1035"/>
                    <a:gd name="T61" fmla="*/ 163 h 557"/>
                    <a:gd name="T62" fmla="*/ 1002 w 1035"/>
                    <a:gd name="T63" fmla="*/ 144 h 557"/>
                    <a:gd name="T64" fmla="*/ 1034 w 1035"/>
                    <a:gd name="T65" fmla="*/ 144 h 557"/>
                    <a:gd name="T66" fmla="*/ 1011 w 1035"/>
                    <a:gd name="T67" fmla="*/ 118 h 557"/>
                    <a:gd name="T68" fmla="*/ 961 w 1035"/>
                    <a:gd name="T69" fmla="*/ 90 h 557"/>
                    <a:gd name="T70" fmla="*/ 913 w 1035"/>
                    <a:gd name="T71" fmla="*/ 61 h 557"/>
                    <a:gd name="T72" fmla="*/ 853 w 1035"/>
                    <a:gd name="T73" fmla="*/ 42 h 557"/>
                    <a:gd name="T74" fmla="*/ 802 w 1035"/>
                    <a:gd name="T75" fmla="*/ 21 h 557"/>
                    <a:gd name="T76" fmla="*/ 758 w 1035"/>
                    <a:gd name="T77" fmla="*/ 7 h 557"/>
                    <a:gd name="T78" fmla="*/ 708 w 1035"/>
                    <a:gd name="T79" fmla="*/ 0 h 557"/>
                    <a:gd name="T80" fmla="*/ 664 w 1035"/>
                    <a:gd name="T81" fmla="*/ 5 h 557"/>
                    <a:gd name="T82" fmla="*/ 629 w 1035"/>
                    <a:gd name="T83" fmla="*/ 21 h 557"/>
                    <a:gd name="T84" fmla="*/ 591 w 1035"/>
                    <a:gd name="T85" fmla="*/ 38 h 557"/>
                    <a:gd name="T86" fmla="*/ 549 w 1035"/>
                    <a:gd name="T87" fmla="*/ 52 h 557"/>
                    <a:gd name="T88" fmla="*/ 513 w 1035"/>
                    <a:gd name="T89" fmla="*/ 72 h 557"/>
                    <a:gd name="T90" fmla="*/ 474 w 1035"/>
                    <a:gd name="T91" fmla="*/ 94 h 557"/>
                    <a:gd name="T92" fmla="*/ 443 w 1035"/>
                    <a:gd name="T93" fmla="*/ 112 h 557"/>
                    <a:gd name="T94" fmla="*/ 413 w 1035"/>
                    <a:gd name="T95" fmla="*/ 128 h 557"/>
                    <a:gd name="T96" fmla="*/ 388 w 1035"/>
                    <a:gd name="T97" fmla="*/ 136 h 557"/>
                    <a:gd name="T98" fmla="*/ 370 w 1035"/>
                    <a:gd name="T99" fmla="*/ 169 h 557"/>
                    <a:gd name="T100" fmla="*/ 348 w 1035"/>
                    <a:gd name="T101" fmla="*/ 213 h 557"/>
                    <a:gd name="T102" fmla="*/ 318 w 1035"/>
                    <a:gd name="T103" fmla="*/ 252 h 557"/>
                    <a:gd name="T104" fmla="*/ 287 w 1035"/>
                    <a:gd name="T105" fmla="*/ 287 h 557"/>
                    <a:gd name="T106" fmla="*/ 245 w 1035"/>
                    <a:gd name="T107" fmla="*/ 323 h 557"/>
                    <a:gd name="T108" fmla="*/ 207 w 1035"/>
                    <a:gd name="T109" fmla="*/ 361 h 557"/>
                    <a:gd name="T110" fmla="*/ 189 w 1035"/>
                    <a:gd name="T111" fmla="*/ 389 h 557"/>
                    <a:gd name="T112" fmla="*/ 165 w 1035"/>
                    <a:gd name="T113" fmla="*/ 415 h 557"/>
                    <a:gd name="T114" fmla="*/ 115 w 1035"/>
                    <a:gd name="T115" fmla="*/ 450 h 557"/>
                    <a:gd name="T116" fmla="*/ 16 w 1035"/>
                    <a:gd name="T117" fmla="*/ 498 h 5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35"/>
                    <a:gd name="T178" fmla="*/ 0 h 557"/>
                    <a:gd name="T179" fmla="*/ 1035 w 1035"/>
                    <a:gd name="T180" fmla="*/ 557 h 5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35" h="557">
                      <a:moveTo>
                        <a:pt x="16" y="498"/>
                      </a:moveTo>
                      <a:lnTo>
                        <a:pt x="5" y="516"/>
                      </a:lnTo>
                      <a:lnTo>
                        <a:pt x="3" y="526"/>
                      </a:lnTo>
                      <a:lnTo>
                        <a:pt x="0" y="538"/>
                      </a:lnTo>
                      <a:lnTo>
                        <a:pt x="8" y="548"/>
                      </a:lnTo>
                      <a:lnTo>
                        <a:pt x="16" y="552"/>
                      </a:lnTo>
                      <a:lnTo>
                        <a:pt x="29" y="556"/>
                      </a:lnTo>
                      <a:lnTo>
                        <a:pt x="45" y="556"/>
                      </a:lnTo>
                      <a:lnTo>
                        <a:pt x="62" y="548"/>
                      </a:lnTo>
                      <a:lnTo>
                        <a:pt x="75" y="538"/>
                      </a:lnTo>
                      <a:lnTo>
                        <a:pt x="106" y="518"/>
                      </a:lnTo>
                      <a:lnTo>
                        <a:pt x="137" y="492"/>
                      </a:lnTo>
                      <a:lnTo>
                        <a:pt x="176" y="458"/>
                      </a:lnTo>
                      <a:lnTo>
                        <a:pt x="202" y="427"/>
                      </a:lnTo>
                      <a:lnTo>
                        <a:pt x="232" y="402"/>
                      </a:lnTo>
                      <a:lnTo>
                        <a:pt x="254" y="381"/>
                      </a:lnTo>
                      <a:lnTo>
                        <a:pt x="270" y="369"/>
                      </a:lnTo>
                      <a:lnTo>
                        <a:pt x="278" y="361"/>
                      </a:lnTo>
                      <a:lnTo>
                        <a:pt x="288" y="357"/>
                      </a:lnTo>
                      <a:lnTo>
                        <a:pt x="310" y="359"/>
                      </a:lnTo>
                      <a:lnTo>
                        <a:pt x="318" y="361"/>
                      </a:lnTo>
                      <a:lnTo>
                        <a:pt x="335" y="365"/>
                      </a:lnTo>
                      <a:lnTo>
                        <a:pt x="340" y="361"/>
                      </a:lnTo>
                      <a:lnTo>
                        <a:pt x="340" y="348"/>
                      </a:lnTo>
                      <a:lnTo>
                        <a:pt x="340" y="339"/>
                      </a:lnTo>
                      <a:lnTo>
                        <a:pt x="346" y="333"/>
                      </a:lnTo>
                      <a:lnTo>
                        <a:pt x="354" y="325"/>
                      </a:lnTo>
                      <a:lnTo>
                        <a:pt x="365" y="319"/>
                      </a:lnTo>
                      <a:lnTo>
                        <a:pt x="376" y="315"/>
                      </a:lnTo>
                      <a:lnTo>
                        <a:pt x="383" y="309"/>
                      </a:lnTo>
                      <a:lnTo>
                        <a:pt x="385" y="307"/>
                      </a:lnTo>
                      <a:lnTo>
                        <a:pt x="388" y="298"/>
                      </a:lnTo>
                      <a:lnTo>
                        <a:pt x="391" y="296"/>
                      </a:lnTo>
                      <a:lnTo>
                        <a:pt x="399" y="296"/>
                      </a:lnTo>
                      <a:lnTo>
                        <a:pt x="405" y="303"/>
                      </a:lnTo>
                      <a:lnTo>
                        <a:pt x="418" y="307"/>
                      </a:lnTo>
                      <a:lnTo>
                        <a:pt x="432" y="311"/>
                      </a:lnTo>
                      <a:lnTo>
                        <a:pt x="454" y="315"/>
                      </a:lnTo>
                      <a:lnTo>
                        <a:pt x="465" y="315"/>
                      </a:lnTo>
                      <a:lnTo>
                        <a:pt x="491" y="315"/>
                      </a:lnTo>
                      <a:lnTo>
                        <a:pt x="518" y="315"/>
                      </a:lnTo>
                      <a:lnTo>
                        <a:pt x="543" y="315"/>
                      </a:lnTo>
                      <a:lnTo>
                        <a:pt x="564" y="313"/>
                      </a:lnTo>
                      <a:lnTo>
                        <a:pt x="591" y="309"/>
                      </a:lnTo>
                      <a:lnTo>
                        <a:pt x="618" y="307"/>
                      </a:lnTo>
                      <a:lnTo>
                        <a:pt x="649" y="298"/>
                      </a:lnTo>
                      <a:lnTo>
                        <a:pt x="675" y="296"/>
                      </a:lnTo>
                      <a:lnTo>
                        <a:pt x="697" y="293"/>
                      </a:lnTo>
                      <a:lnTo>
                        <a:pt x="721" y="289"/>
                      </a:lnTo>
                      <a:lnTo>
                        <a:pt x="745" y="287"/>
                      </a:lnTo>
                      <a:lnTo>
                        <a:pt x="764" y="281"/>
                      </a:lnTo>
                      <a:lnTo>
                        <a:pt x="780" y="277"/>
                      </a:lnTo>
                      <a:lnTo>
                        <a:pt x="805" y="269"/>
                      </a:lnTo>
                      <a:lnTo>
                        <a:pt x="821" y="263"/>
                      </a:lnTo>
                      <a:lnTo>
                        <a:pt x="834" y="257"/>
                      </a:lnTo>
                      <a:lnTo>
                        <a:pt x="864" y="242"/>
                      </a:lnTo>
                      <a:lnTo>
                        <a:pt x="883" y="233"/>
                      </a:lnTo>
                      <a:lnTo>
                        <a:pt x="905" y="219"/>
                      </a:lnTo>
                      <a:lnTo>
                        <a:pt x="928" y="206"/>
                      </a:lnTo>
                      <a:lnTo>
                        <a:pt x="948" y="194"/>
                      </a:lnTo>
                      <a:lnTo>
                        <a:pt x="967" y="180"/>
                      </a:lnTo>
                      <a:lnTo>
                        <a:pt x="989" y="163"/>
                      </a:lnTo>
                      <a:lnTo>
                        <a:pt x="991" y="150"/>
                      </a:lnTo>
                      <a:lnTo>
                        <a:pt x="1002" y="144"/>
                      </a:lnTo>
                      <a:lnTo>
                        <a:pt x="1023" y="144"/>
                      </a:lnTo>
                      <a:lnTo>
                        <a:pt x="1034" y="144"/>
                      </a:lnTo>
                      <a:lnTo>
                        <a:pt x="1026" y="128"/>
                      </a:lnTo>
                      <a:lnTo>
                        <a:pt x="1011" y="118"/>
                      </a:lnTo>
                      <a:lnTo>
                        <a:pt x="983" y="102"/>
                      </a:lnTo>
                      <a:lnTo>
                        <a:pt x="961" y="90"/>
                      </a:lnTo>
                      <a:lnTo>
                        <a:pt x="937" y="76"/>
                      </a:lnTo>
                      <a:lnTo>
                        <a:pt x="913" y="61"/>
                      </a:lnTo>
                      <a:lnTo>
                        <a:pt x="886" y="52"/>
                      </a:lnTo>
                      <a:lnTo>
                        <a:pt x="853" y="42"/>
                      </a:lnTo>
                      <a:lnTo>
                        <a:pt x="824" y="30"/>
                      </a:lnTo>
                      <a:lnTo>
                        <a:pt x="802" y="21"/>
                      </a:lnTo>
                      <a:lnTo>
                        <a:pt x="780" y="13"/>
                      </a:lnTo>
                      <a:lnTo>
                        <a:pt x="758" y="7"/>
                      </a:lnTo>
                      <a:lnTo>
                        <a:pt x="741" y="3"/>
                      </a:lnTo>
                      <a:lnTo>
                        <a:pt x="708" y="0"/>
                      </a:lnTo>
                      <a:lnTo>
                        <a:pt x="691" y="1"/>
                      </a:lnTo>
                      <a:lnTo>
                        <a:pt x="664" y="5"/>
                      </a:lnTo>
                      <a:lnTo>
                        <a:pt x="649" y="13"/>
                      </a:lnTo>
                      <a:lnTo>
                        <a:pt x="629" y="21"/>
                      </a:lnTo>
                      <a:lnTo>
                        <a:pt x="608" y="32"/>
                      </a:lnTo>
                      <a:lnTo>
                        <a:pt x="591" y="38"/>
                      </a:lnTo>
                      <a:lnTo>
                        <a:pt x="566" y="46"/>
                      </a:lnTo>
                      <a:lnTo>
                        <a:pt x="549" y="52"/>
                      </a:lnTo>
                      <a:lnTo>
                        <a:pt x="529" y="61"/>
                      </a:lnTo>
                      <a:lnTo>
                        <a:pt x="513" y="72"/>
                      </a:lnTo>
                      <a:lnTo>
                        <a:pt x="491" y="84"/>
                      </a:lnTo>
                      <a:lnTo>
                        <a:pt x="474" y="94"/>
                      </a:lnTo>
                      <a:lnTo>
                        <a:pt x="457" y="106"/>
                      </a:lnTo>
                      <a:lnTo>
                        <a:pt x="443" y="112"/>
                      </a:lnTo>
                      <a:lnTo>
                        <a:pt x="426" y="120"/>
                      </a:lnTo>
                      <a:lnTo>
                        <a:pt x="413" y="128"/>
                      </a:lnTo>
                      <a:lnTo>
                        <a:pt x="402" y="132"/>
                      </a:lnTo>
                      <a:lnTo>
                        <a:pt x="388" y="136"/>
                      </a:lnTo>
                      <a:lnTo>
                        <a:pt x="378" y="152"/>
                      </a:lnTo>
                      <a:lnTo>
                        <a:pt x="370" y="169"/>
                      </a:lnTo>
                      <a:lnTo>
                        <a:pt x="359" y="192"/>
                      </a:lnTo>
                      <a:lnTo>
                        <a:pt x="348" y="213"/>
                      </a:lnTo>
                      <a:lnTo>
                        <a:pt x="340" y="229"/>
                      </a:lnTo>
                      <a:lnTo>
                        <a:pt x="318" y="252"/>
                      </a:lnTo>
                      <a:lnTo>
                        <a:pt x="302" y="271"/>
                      </a:lnTo>
                      <a:lnTo>
                        <a:pt x="287" y="287"/>
                      </a:lnTo>
                      <a:lnTo>
                        <a:pt x="265" y="305"/>
                      </a:lnTo>
                      <a:lnTo>
                        <a:pt x="245" y="323"/>
                      </a:lnTo>
                      <a:lnTo>
                        <a:pt x="226" y="341"/>
                      </a:lnTo>
                      <a:lnTo>
                        <a:pt x="207" y="361"/>
                      </a:lnTo>
                      <a:lnTo>
                        <a:pt x="197" y="379"/>
                      </a:lnTo>
                      <a:lnTo>
                        <a:pt x="189" y="389"/>
                      </a:lnTo>
                      <a:lnTo>
                        <a:pt x="178" y="404"/>
                      </a:lnTo>
                      <a:lnTo>
                        <a:pt x="165" y="415"/>
                      </a:lnTo>
                      <a:lnTo>
                        <a:pt x="145" y="429"/>
                      </a:lnTo>
                      <a:lnTo>
                        <a:pt x="115" y="450"/>
                      </a:lnTo>
                      <a:lnTo>
                        <a:pt x="75" y="469"/>
                      </a:lnTo>
                      <a:lnTo>
                        <a:pt x="16" y="498"/>
                      </a:lnTo>
                    </a:path>
                  </a:pathLst>
                </a:custGeom>
                <a:solidFill>
                  <a:srgbClr val="201000"/>
                </a:solidFill>
                <a:ln w="12700" cap="rnd">
                  <a:noFill/>
                  <a:round/>
                  <a:headEnd/>
                  <a:tailEnd/>
                </a:ln>
              </p:spPr>
              <p:txBody>
                <a:bodyPr/>
                <a:lstStyle/>
                <a:p>
                  <a:pPr algn="ctr"/>
                  <a:endParaRPr lang="pt-BR" sz="2400"/>
                </a:p>
              </p:txBody>
            </p:sp>
            <p:grpSp>
              <p:nvGrpSpPr>
                <p:cNvPr id="631" name="Group 30"/>
                <p:cNvGrpSpPr>
                  <a:grpSpLocks/>
                </p:cNvGrpSpPr>
                <p:nvPr/>
              </p:nvGrpSpPr>
              <p:grpSpPr bwMode="auto">
                <a:xfrm>
                  <a:off x="4286" y="1315"/>
                  <a:ext cx="635" cy="268"/>
                  <a:chOff x="4286" y="1315"/>
                  <a:chExt cx="635" cy="268"/>
                </a:xfrm>
              </p:grpSpPr>
              <p:grpSp>
                <p:nvGrpSpPr>
                  <p:cNvPr id="632" name="Group 31"/>
                  <p:cNvGrpSpPr>
                    <a:grpSpLocks/>
                  </p:cNvGrpSpPr>
                  <p:nvPr/>
                </p:nvGrpSpPr>
                <p:grpSpPr bwMode="auto">
                  <a:xfrm>
                    <a:off x="4286" y="1322"/>
                    <a:ext cx="635" cy="258"/>
                    <a:chOff x="4286" y="1322"/>
                    <a:chExt cx="635" cy="258"/>
                  </a:xfrm>
                </p:grpSpPr>
                <p:sp>
                  <p:nvSpPr>
                    <p:cNvPr id="648" name="Freeform 32"/>
                    <p:cNvSpPr>
                      <a:spLocks/>
                    </p:cNvSpPr>
                    <p:nvPr/>
                  </p:nvSpPr>
                  <p:spPr bwMode="auto">
                    <a:xfrm>
                      <a:off x="4286" y="1322"/>
                      <a:ext cx="600" cy="258"/>
                    </a:xfrm>
                    <a:custGeom>
                      <a:avLst/>
                      <a:gdLst>
                        <a:gd name="T0" fmla="*/ 0 w 600"/>
                        <a:gd name="T1" fmla="*/ 221 h 258"/>
                        <a:gd name="T2" fmla="*/ 14 w 600"/>
                        <a:gd name="T3" fmla="*/ 183 h 258"/>
                        <a:gd name="T4" fmla="*/ 35 w 600"/>
                        <a:gd name="T5" fmla="*/ 143 h 258"/>
                        <a:gd name="T6" fmla="*/ 71 w 600"/>
                        <a:gd name="T7" fmla="*/ 111 h 258"/>
                        <a:gd name="T8" fmla="*/ 102 w 600"/>
                        <a:gd name="T9" fmla="*/ 85 h 258"/>
                        <a:gd name="T10" fmla="*/ 146 w 600"/>
                        <a:gd name="T11" fmla="*/ 56 h 258"/>
                        <a:gd name="T12" fmla="*/ 204 w 600"/>
                        <a:gd name="T13" fmla="*/ 27 h 258"/>
                        <a:gd name="T14" fmla="*/ 259 w 600"/>
                        <a:gd name="T15" fmla="*/ 8 h 258"/>
                        <a:gd name="T16" fmla="*/ 290 w 600"/>
                        <a:gd name="T17" fmla="*/ 4 h 258"/>
                        <a:gd name="T18" fmla="*/ 325 w 600"/>
                        <a:gd name="T19" fmla="*/ 0 h 258"/>
                        <a:gd name="T20" fmla="*/ 368 w 600"/>
                        <a:gd name="T21" fmla="*/ 6 h 258"/>
                        <a:gd name="T22" fmla="*/ 406 w 600"/>
                        <a:gd name="T23" fmla="*/ 14 h 258"/>
                        <a:gd name="T24" fmla="*/ 448 w 600"/>
                        <a:gd name="T25" fmla="*/ 29 h 258"/>
                        <a:gd name="T26" fmla="*/ 486 w 600"/>
                        <a:gd name="T27" fmla="*/ 46 h 258"/>
                        <a:gd name="T28" fmla="*/ 527 w 600"/>
                        <a:gd name="T29" fmla="*/ 68 h 258"/>
                        <a:gd name="T30" fmla="*/ 561 w 600"/>
                        <a:gd name="T31" fmla="*/ 85 h 258"/>
                        <a:gd name="T32" fmla="*/ 588 w 600"/>
                        <a:gd name="T33" fmla="*/ 97 h 258"/>
                        <a:gd name="T34" fmla="*/ 599 w 600"/>
                        <a:gd name="T35" fmla="*/ 109 h 258"/>
                        <a:gd name="T36" fmla="*/ 580 w 600"/>
                        <a:gd name="T37" fmla="*/ 127 h 258"/>
                        <a:gd name="T38" fmla="*/ 561 w 600"/>
                        <a:gd name="T39" fmla="*/ 141 h 258"/>
                        <a:gd name="T40" fmla="*/ 534 w 600"/>
                        <a:gd name="T41" fmla="*/ 155 h 258"/>
                        <a:gd name="T42" fmla="*/ 513 w 600"/>
                        <a:gd name="T43" fmla="*/ 171 h 258"/>
                        <a:gd name="T44" fmla="*/ 483 w 600"/>
                        <a:gd name="T45" fmla="*/ 185 h 258"/>
                        <a:gd name="T46" fmla="*/ 462 w 600"/>
                        <a:gd name="T47" fmla="*/ 195 h 258"/>
                        <a:gd name="T48" fmla="*/ 441 w 600"/>
                        <a:gd name="T49" fmla="*/ 202 h 258"/>
                        <a:gd name="T50" fmla="*/ 414 w 600"/>
                        <a:gd name="T51" fmla="*/ 212 h 258"/>
                        <a:gd name="T52" fmla="*/ 384 w 600"/>
                        <a:gd name="T53" fmla="*/ 225 h 258"/>
                        <a:gd name="T54" fmla="*/ 362 w 600"/>
                        <a:gd name="T55" fmla="*/ 229 h 258"/>
                        <a:gd name="T56" fmla="*/ 336 w 600"/>
                        <a:gd name="T57" fmla="*/ 235 h 258"/>
                        <a:gd name="T58" fmla="*/ 304 w 600"/>
                        <a:gd name="T59" fmla="*/ 241 h 258"/>
                        <a:gd name="T60" fmla="*/ 263 w 600"/>
                        <a:gd name="T61" fmla="*/ 247 h 258"/>
                        <a:gd name="T62" fmla="*/ 240 w 600"/>
                        <a:gd name="T63" fmla="*/ 249 h 258"/>
                        <a:gd name="T64" fmla="*/ 212 w 600"/>
                        <a:gd name="T65" fmla="*/ 255 h 258"/>
                        <a:gd name="T66" fmla="*/ 177 w 600"/>
                        <a:gd name="T67" fmla="*/ 255 h 258"/>
                        <a:gd name="T68" fmla="*/ 143 w 600"/>
                        <a:gd name="T69" fmla="*/ 257 h 258"/>
                        <a:gd name="T70" fmla="*/ 99 w 600"/>
                        <a:gd name="T71" fmla="*/ 255 h 258"/>
                        <a:gd name="T72" fmla="*/ 63 w 600"/>
                        <a:gd name="T73" fmla="*/ 251 h 258"/>
                        <a:gd name="T74" fmla="*/ 27 w 600"/>
                        <a:gd name="T75" fmla="*/ 247 h 258"/>
                        <a:gd name="T76" fmla="*/ 5 w 600"/>
                        <a:gd name="T77" fmla="*/ 241 h 258"/>
                        <a:gd name="T78" fmla="*/ 0 w 600"/>
                        <a:gd name="T79" fmla="*/ 221 h 2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00"/>
                        <a:gd name="T121" fmla="*/ 0 h 258"/>
                        <a:gd name="T122" fmla="*/ 600 w 600"/>
                        <a:gd name="T123" fmla="*/ 258 h 2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00" h="258">
                          <a:moveTo>
                            <a:pt x="0" y="221"/>
                          </a:moveTo>
                          <a:lnTo>
                            <a:pt x="14" y="183"/>
                          </a:lnTo>
                          <a:lnTo>
                            <a:pt x="35" y="143"/>
                          </a:lnTo>
                          <a:lnTo>
                            <a:pt x="71" y="111"/>
                          </a:lnTo>
                          <a:lnTo>
                            <a:pt x="102" y="85"/>
                          </a:lnTo>
                          <a:lnTo>
                            <a:pt x="146" y="56"/>
                          </a:lnTo>
                          <a:lnTo>
                            <a:pt x="204" y="27"/>
                          </a:lnTo>
                          <a:lnTo>
                            <a:pt x="259" y="8"/>
                          </a:lnTo>
                          <a:lnTo>
                            <a:pt x="290" y="4"/>
                          </a:lnTo>
                          <a:lnTo>
                            <a:pt x="325" y="0"/>
                          </a:lnTo>
                          <a:lnTo>
                            <a:pt x="368" y="6"/>
                          </a:lnTo>
                          <a:lnTo>
                            <a:pt x="406" y="14"/>
                          </a:lnTo>
                          <a:lnTo>
                            <a:pt x="448" y="29"/>
                          </a:lnTo>
                          <a:lnTo>
                            <a:pt x="486" y="46"/>
                          </a:lnTo>
                          <a:lnTo>
                            <a:pt x="527" y="68"/>
                          </a:lnTo>
                          <a:lnTo>
                            <a:pt x="561" y="85"/>
                          </a:lnTo>
                          <a:lnTo>
                            <a:pt x="588" y="97"/>
                          </a:lnTo>
                          <a:lnTo>
                            <a:pt x="599" y="109"/>
                          </a:lnTo>
                          <a:lnTo>
                            <a:pt x="580" y="127"/>
                          </a:lnTo>
                          <a:lnTo>
                            <a:pt x="561" y="141"/>
                          </a:lnTo>
                          <a:lnTo>
                            <a:pt x="534" y="155"/>
                          </a:lnTo>
                          <a:lnTo>
                            <a:pt x="513" y="171"/>
                          </a:lnTo>
                          <a:lnTo>
                            <a:pt x="483" y="185"/>
                          </a:lnTo>
                          <a:lnTo>
                            <a:pt x="462" y="195"/>
                          </a:lnTo>
                          <a:lnTo>
                            <a:pt x="441" y="202"/>
                          </a:lnTo>
                          <a:lnTo>
                            <a:pt x="414" y="212"/>
                          </a:lnTo>
                          <a:lnTo>
                            <a:pt x="384" y="225"/>
                          </a:lnTo>
                          <a:lnTo>
                            <a:pt x="362" y="229"/>
                          </a:lnTo>
                          <a:lnTo>
                            <a:pt x="336" y="235"/>
                          </a:lnTo>
                          <a:lnTo>
                            <a:pt x="304" y="241"/>
                          </a:lnTo>
                          <a:lnTo>
                            <a:pt x="263" y="247"/>
                          </a:lnTo>
                          <a:lnTo>
                            <a:pt x="240" y="249"/>
                          </a:lnTo>
                          <a:lnTo>
                            <a:pt x="212" y="255"/>
                          </a:lnTo>
                          <a:lnTo>
                            <a:pt x="177" y="255"/>
                          </a:lnTo>
                          <a:lnTo>
                            <a:pt x="143" y="257"/>
                          </a:lnTo>
                          <a:lnTo>
                            <a:pt x="99" y="255"/>
                          </a:lnTo>
                          <a:lnTo>
                            <a:pt x="63" y="251"/>
                          </a:lnTo>
                          <a:lnTo>
                            <a:pt x="27" y="247"/>
                          </a:lnTo>
                          <a:lnTo>
                            <a:pt x="5" y="241"/>
                          </a:lnTo>
                          <a:lnTo>
                            <a:pt x="0" y="221"/>
                          </a:lnTo>
                        </a:path>
                      </a:pathLst>
                    </a:custGeom>
                    <a:solidFill>
                      <a:srgbClr val="A0A0A0"/>
                    </a:solidFill>
                    <a:ln w="12700" cap="rnd">
                      <a:noFill/>
                      <a:round/>
                      <a:headEnd/>
                      <a:tailEnd/>
                    </a:ln>
                  </p:spPr>
                  <p:txBody>
                    <a:bodyPr/>
                    <a:lstStyle/>
                    <a:p>
                      <a:pPr algn="ctr"/>
                      <a:endParaRPr lang="pt-BR" sz="2400"/>
                    </a:p>
                  </p:txBody>
                </p:sp>
                <p:sp>
                  <p:nvSpPr>
                    <p:cNvPr id="649" name="Freeform 33"/>
                    <p:cNvSpPr>
                      <a:spLocks/>
                    </p:cNvSpPr>
                    <p:nvPr/>
                  </p:nvSpPr>
                  <p:spPr bwMode="auto">
                    <a:xfrm>
                      <a:off x="4837" y="1415"/>
                      <a:ext cx="64" cy="49"/>
                    </a:xfrm>
                    <a:custGeom>
                      <a:avLst/>
                      <a:gdLst>
                        <a:gd name="T0" fmla="*/ 7 w 64"/>
                        <a:gd name="T1" fmla="*/ 0 h 49"/>
                        <a:gd name="T2" fmla="*/ 19 w 64"/>
                        <a:gd name="T3" fmla="*/ 5 h 49"/>
                        <a:gd name="T4" fmla="*/ 27 w 64"/>
                        <a:gd name="T5" fmla="*/ 7 h 49"/>
                        <a:gd name="T6" fmla="*/ 41 w 64"/>
                        <a:gd name="T7" fmla="*/ 12 h 49"/>
                        <a:gd name="T8" fmla="*/ 56 w 64"/>
                        <a:gd name="T9" fmla="*/ 17 h 49"/>
                        <a:gd name="T10" fmla="*/ 63 w 64"/>
                        <a:gd name="T11" fmla="*/ 21 h 49"/>
                        <a:gd name="T12" fmla="*/ 46 w 64"/>
                        <a:gd name="T13" fmla="*/ 26 h 49"/>
                        <a:gd name="T14" fmla="*/ 32 w 64"/>
                        <a:gd name="T15" fmla="*/ 31 h 49"/>
                        <a:gd name="T16" fmla="*/ 22 w 64"/>
                        <a:gd name="T17" fmla="*/ 38 h 49"/>
                        <a:gd name="T18" fmla="*/ 10 w 64"/>
                        <a:gd name="T19" fmla="*/ 44 h 49"/>
                        <a:gd name="T20" fmla="*/ 0 w 64"/>
                        <a:gd name="T21" fmla="*/ 48 h 49"/>
                        <a:gd name="T22" fmla="*/ 5 w 64"/>
                        <a:gd name="T23" fmla="*/ 44 h 49"/>
                        <a:gd name="T24" fmla="*/ 7 w 64"/>
                        <a:gd name="T25" fmla="*/ 40 h 49"/>
                        <a:gd name="T26" fmla="*/ 10 w 64"/>
                        <a:gd name="T27" fmla="*/ 35 h 49"/>
                        <a:gd name="T28" fmla="*/ 12 w 64"/>
                        <a:gd name="T29" fmla="*/ 24 h 49"/>
                        <a:gd name="T30" fmla="*/ 12 w 64"/>
                        <a:gd name="T31" fmla="*/ 17 h 49"/>
                        <a:gd name="T32" fmla="*/ 10 w 64"/>
                        <a:gd name="T33" fmla="*/ 7 h 49"/>
                        <a:gd name="T34" fmla="*/ 7 w 64"/>
                        <a:gd name="T35" fmla="*/ 0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4"/>
                        <a:gd name="T55" fmla="*/ 0 h 49"/>
                        <a:gd name="T56" fmla="*/ 64 w 64"/>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4" h="49">
                          <a:moveTo>
                            <a:pt x="7" y="0"/>
                          </a:moveTo>
                          <a:lnTo>
                            <a:pt x="19" y="5"/>
                          </a:lnTo>
                          <a:lnTo>
                            <a:pt x="27" y="7"/>
                          </a:lnTo>
                          <a:lnTo>
                            <a:pt x="41" y="12"/>
                          </a:lnTo>
                          <a:lnTo>
                            <a:pt x="56" y="17"/>
                          </a:lnTo>
                          <a:lnTo>
                            <a:pt x="63" y="21"/>
                          </a:lnTo>
                          <a:lnTo>
                            <a:pt x="46" y="26"/>
                          </a:lnTo>
                          <a:lnTo>
                            <a:pt x="32" y="31"/>
                          </a:lnTo>
                          <a:lnTo>
                            <a:pt x="22" y="38"/>
                          </a:lnTo>
                          <a:lnTo>
                            <a:pt x="10" y="44"/>
                          </a:lnTo>
                          <a:lnTo>
                            <a:pt x="0" y="48"/>
                          </a:lnTo>
                          <a:lnTo>
                            <a:pt x="5" y="44"/>
                          </a:lnTo>
                          <a:lnTo>
                            <a:pt x="7" y="40"/>
                          </a:lnTo>
                          <a:lnTo>
                            <a:pt x="10" y="35"/>
                          </a:lnTo>
                          <a:lnTo>
                            <a:pt x="12" y="24"/>
                          </a:lnTo>
                          <a:lnTo>
                            <a:pt x="12" y="17"/>
                          </a:lnTo>
                          <a:lnTo>
                            <a:pt x="10" y="7"/>
                          </a:lnTo>
                          <a:lnTo>
                            <a:pt x="7" y="0"/>
                          </a:lnTo>
                        </a:path>
                      </a:pathLst>
                    </a:custGeom>
                    <a:solidFill>
                      <a:srgbClr val="A0A0A0"/>
                    </a:solidFill>
                    <a:ln w="12700" cap="rnd">
                      <a:noFill/>
                      <a:round/>
                      <a:headEnd/>
                      <a:tailEnd/>
                    </a:ln>
                  </p:spPr>
                  <p:txBody>
                    <a:bodyPr/>
                    <a:lstStyle/>
                    <a:p>
                      <a:pPr algn="ctr"/>
                      <a:endParaRPr lang="pt-BR" sz="2400"/>
                    </a:p>
                  </p:txBody>
                </p:sp>
                <p:sp>
                  <p:nvSpPr>
                    <p:cNvPr id="650" name="Freeform 34"/>
                    <p:cNvSpPr>
                      <a:spLocks/>
                    </p:cNvSpPr>
                    <p:nvPr/>
                  </p:nvSpPr>
                  <p:spPr bwMode="auto">
                    <a:xfrm>
                      <a:off x="4857" y="1423"/>
                      <a:ext cx="64" cy="33"/>
                    </a:xfrm>
                    <a:custGeom>
                      <a:avLst/>
                      <a:gdLst>
                        <a:gd name="T0" fmla="*/ 10 w 64"/>
                        <a:gd name="T1" fmla="*/ 5 h 33"/>
                        <a:gd name="T2" fmla="*/ 14 w 64"/>
                        <a:gd name="T3" fmla="*/ 2 h 33"/>
                        <a:gd name="T4" fmla="*/ 19 w 64"/>
                        <a:gd name="T5" fmla="*/ 0 h 33"/>
                        <a:gd name="T6" fmla="*/ 29 w 64"/>
                        <a:gd name="T7" fmla="*/ 0 h 33"/>
                        <a:gd name="T8" fmla="*/ 36 w 64"/>
                        <a:gd name="T9" fmla="*/ 2 h 33"/>
                        <a:gd name="T10" fmla="*/ 40 w 64"/>
                        <a:gd name="T11" fmla="*/ 3 h 33"/>
                        <a:gd name="T12" fmla="*/ 48 w 64"/>
                        <a:gd name="T13" fmla="*/ 3 h 33"/>
                        <a:gd name="T14" fmla="*/ 50 w 64"/>
                        <a:gd name="T15" fmla="*/ 3 h 33"/>
                        <a:gd name="T16" fmla="*/ 52 w 64"/>
                        <a:gd name="T17" fmla="*/ 3 h 33"/>
                        <a:gd name="T18" fmla="*/ 58 w 64"/>
                        <a:gd name="T19" fmla="*/ 7 h 33"/>
                        <a:gd name="T20" fmla="*/ 63 w 64"/>
                        <a:gd name="T21" fmla="*/ 10 h 33"/>
                        <a:gd name="T22" fmla="*/ 58 w 64"/>
                        <a:gd name="T23" fmla="*/ 13 h 33"/>
                        <a:gd name="T24" fmla="*/ 52 w 64"/>
                        <a:gd name="T25" fmla="*/ 17 h 33"/>
                        <a:gd name="T26" fmla="*/ 43 w 64"/>
                        <a:gd name="T27" fmla="*/ 17 h 33"/>
                        <a:gd name="T28" fmla="*/ 36 w 64"/>
                        <a:gd name="T29" fmla="*/ 20 h 33"/>
                        <a:gd name="T30" fmla="*/ 29 w 64"/>
                        <a:gd name="T31" fmla="*/ 24 h 33"/>
                        <a:gd name="T32" fmla="*/ 19 w 64"/>
                        <a:gd name="T33" fmla="*/ 25 h 33"/>
                        <a:gd name="T34" fmla="*/ 12 w 64"/>
                        <a:gd name="T35" fmla="*/ 29 h 33"/>
                        <a:gd name="T36" fmla="*/ 5 w 64"/>
                        <a:gd name="T37" fmla="*/ 30 h 33"/>
                        <a:gd name="T38" fmla="*/ 0 w 64"/>
                        <a:gd name="T39" fmla="*/ 32 h 33"/>
                        <a:gd name="T40" fmla="*/ 0 w 64"/>
                        <a:gd name="T41" fmla="*/ 29 h 33"/>
                        <a:gd name="T42" fmla="*/ 7 w 64"/>
                        <a:gd name="T43" fmla="*/ 24 h 33"/>
                        <a:gd name="T44" fmla="*/ 10 w 64"/>
                        <a:gd name="T45" fmla="*/ 19 h 33"/>
                        <a:gd name="T46" fmla="*/ 12 w 64"/>
                        <a:gd name="T47" fmla="*/ 15 h 33"/>
                        <a:gd name="T48" fmla="*/ 10 w 64"/>
                        <a:gd name="T49" fmla="*/ 5 h 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33"/>
                        <a:gd name="T77" fmla="*/ 64 w 64"/>
                        <a:gd name="T78" fmla="*/ 33 h 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33">
                          <a:moveTo>
                            <a:pt x="10" y="5"/>
                          </a:moveTo>
                          <a:lnTo>
                            <a:pt x="14" y="2"/>
                          </a:lnTo>
                          <a:lnTo>
                            <a:pt x="19" y="0"/>
                          </a:lnTo>
                          <a:lnTo>
                            <a:pt x="29" y="0"/>
                          </a:lnTo>
                          <a:lnTo>
                            <a:pt x="36" y="2"/>
                          </a:lnTo>
                          <a:lnTo>
                            <a:pt x="40" y="3"/>
                          </a:lnTo>
                          <a:lnTo>
                            <a:pt x="48" y="3"/>
                          </a:lnTo>
                          <a:lnTo>
                            <a:pt x="50" y="3"/>
                          </a:lnTo>
                          <a:lnTo>
                            <a:pt x="52" y="3"/>
                          </a:lnTo>
                          <a:lnTo>
                            <a:pt x="58" y="7"/>
                          </a:lnTo>
                          <a:lnTo>
                            <a:pt x="63" y="10"/>
                          </a:lnTo>
                          <a:lnTo>
                            <a:pt x="58" y="13"/>
                          </a:lnTo>
                          <a:lnTo>
                            <a:pt x="52" y="17"/>
                          </a:lnTo>
                          <a:lnTo>
                            <a:pt x="43" y="17"/>
                          </a:lnTo>
                          <a:lnTo>
                            <a:pt x="36" y="20"/>
                          </a:lnTo>
                          <a:lnTo>
                            <a:pt x="29" y="24"/>
                          </a:lnTo>
                          <a:lnTo>
                            <a:pt x="19" y="25"/>
                          </a:lnTo>
                          <a:lnTo>
                            <a:pt x="12" y="29"/>
                          </a:lnTo>
                          <a:lnTo>
                            <a:pt x="5" y="30"/>
                          </a:lnTo>
                          <a:lnTo>
                            <a:pt x="0" y="32"/>
                          </a:lnTo>
                          <a:lnTo>
                            <a:pt x="0" y="29"/>
                          </a:lnTo>
                          <a:lnTo>
                            <a:pt x="7" y="24"/>
                          </a:lnTo>
                          <a:lnTo>
                            <a:pt x="10" y="19"/>
                          </a:lnTo>
                          <a:lnTo>
                            <a:pt x="12" y="15"/>
                          </a:lnTo>
                          <a:lnTo>
                            <a:pt x="10" y="5"/>
                          </a:lnTo>
                        </a:path>
                      </a:pathLst>
                    </a:custGeom>
                    <a:solidFill>
                      <a:srgbClr val="A0A0A0"/>
                    </a:solidFill>
                    <a:ln w="12700" cap="rnd">
                      <a:noFill/>
                      <a:round/>
                      <a:headEnd/>
                      <a:tailEnd/>
                    </a:ln>
                  </p:spPr>
                  <p:txBody>
                    <a:bodyPr/>
                    <a:lstStyle/>
                    <a:p>
                      <a:pPr algn="ctr"/>
                      <a:endParaRPr lang="pt-BR" sz="2400"/>
                    </a:p>
                  </p:txBody>
                </p:sp>
              </p:grpSp>
              <p:grpSp>
                <p:nvGrpSpPr>
                  <p:cNvPr id="633" name="Group 35"/>
                  <p:cNvGrpSpPr>
                    <a:grpSpLocks/>
                  </p:cNvGrpSpPr>
                  <p:nvPr/>
                </p:nvGrpSpPr>
                <p:grpSpPr bwMode="auto">
                  <a:xfrm>
                    <a:off x="4360" y="1329"/>
                    <a:ext cx="451" cy="254"/>
                    <a:chOff x="4360" y="1329"/>
                    <a:chExt cx="451" cy="254"/>
                  </a:xfrm>
                </p:grpSpPr>
                <p:grpSp>
                  <p:nvGrpSpPr>
                    <p:cNvPr id="640" name="Group 36"/>
                    <p:cNvGrpSpPr>
                      <a:grpSpLocks/>
                    </p:cNvGrpSpPr>
                    <p:nvPr/>
                  </p:nvGrpSpPr>
                  <p:grpSpPr bwMode="auto">
                    <a:xfrm>
                      <a:off x="4360" y="1361"/>
                      <a:ext cx="302" cy="222"/>
                      <a:chOff x="4360" y="1361"/>
                      <a:chExt cx="302" cy="222"/>
                    </a:xfrm>
                  </p:grpSpPr>
                  <p:sp>
                    <p:nvSpPr>
                      <p:cNvPr id="645" name="Freeform 37"/>
                      <p:cNvSpPr>
                        <a:spLocks/>
                      </p:cNvSpPr>
                      <p:nvPr/>
                    </p:nvSpPr>
                    <p:spPr bwMode="auto">
                      <a:xfrm>
                        <a:off x="4360" y="1375"/>
                        <a:ext cx="265" cy="208"/>
                      </a:xfrm>
                      <a:custGeom>
                        <a:avLst/>
                        <a:gdLst>
                          <a:gd name="T0" fmla="*/ 9 w 265"/>
                          <a:gd name="T1" fmla="*/ 49 h 208"/>
                          <a:gd name="T2" fmla="*/ 3 w 265"/>
                          <a:gd name="T3" fmla="*/ 59 h 208"/>
                          <a:gd name="T4" fmla="*/ 0 w 265"/>
                          <a:gd name="T5" fmla="*/ 73 h 208"/>
                          <a:gd name="T6" fmla="*/ 0 w 265"/>
                          <a:gd name="T7" fmla="*/ 87 h 208"/>
                          <a:gd name="T8" fmla="*/ 0 w 265"/>
                          <a:gd name="T9" fmla="*/ 102 h 208"/>
                          <a:gd name="T10" fmla="*/ 5 w 265"/>
                          <a:gd name="T11" fmla="*/ 119 h 208"/>
                          <a:gd name="T12" fmla="*/ 12 w 265"/>
                          <a:gd name="T13" fmla="*/ 135 h 208"/>
                          <a:gd name="T14" fmla="*/ 20 w 265"/>
                          <a:gd name="T15" fmla="*/ 146 h 208"/>
                          <a:gd name="T16" fmla="*/ 36 w 265"/>
                          <a:gd name="T17" fmla="*/ 160 h 208"/>
                          <a:gd name="T18" fmla="*/ 49 w 265"/>
                          <a:gd name="T19" fmla="*/ 172 h 208"/>
                          <a:gd name="T20" fmla="*/ 65 w 265"/>
                          <a:gd name="T21" fmla="*/ 184 h 208"/>
                          <a:gd name="T22" fmla="*/ 81 w 265"/>
                          <a:gd name="T23" fmla="*/ 190 h 208"/>
                          <a:gd name="T24" fmla="*/ 97 w 265"/>
                          <a:gd name="T25" fmla="*/ 198 h 208"/>
                          <a:gd name="T26" fmla="*/ 119 w 265"/>
                          <a:gd name="T27" fmla="*/ 204 h 208"/>
                          <a:gd name="T28" fmla="*/ 138 w 265"/>
                          <a:gd name="T29" fmla="*/ 207 h 208"/>
                          <a:gd name="T30" fmla="*/ 157 w 265"/>
                          <a:gd name="T31" fmla="*/ 207 h 208"/>
                          <a:gd name="T32" fmla="*/ 172 w 265"/>
                          <a:gd name="T33" fmla="*/ 207 h 208"/>
                          <a:gd name="T34" fmla="*/ 190 w 265"/>
                          <a:gd name="T35" fmla="*/ 207 h 208"/>
                          <a:gd name="T36" fmla="*/ 206 w 265"/>
                          <a:gd name="T37" fmla="*/ 205 h 208"/>
                          <a:gd name="T38" fmla="*/ 264 w 265"/>
                          <a:gd name="T39" fmla="*/ 196 h 208"/>
                          <a:gd name="T40" fmla="*/ 222 w 265"/>
                          <a:gd name="T41" fmla="*/ 180 h 208"/>
                          <a:gd name="T42" fmla="*/ 170 w 265"/>
                          <a:gd name="T43" fmla="*/ 152 h 208"/>
                          <a:gd name="T44" fmla="*/ 133 w 265"/>
                          <a:gd name="T45" fmla="*/ 119 h 208"/>
                          <a:gd name="T46" fmla="*/ 92 w 265"/>
                          <a:gd name="T47" fmla="*/ 65 h 208"/>
                          <a:gd name="T48" fmla="*/ 81 w 265"/>
                          <a:gd name="T49" fmla="*/ 30 h 208"/>
                          <a:gd name="T50" fmla="*/ 78 w 265"/>
                          <a:gd name="T51" fmla="*/ 0 h 208"/>
                          <a:gd name="T52" fmla="*/ 9 w 265"/>
                          <a:gd name="T53" fmla="*/ 49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5"/>
                          <a:gd name="T82" fmla="*/ 0 h 208"/>
                          <a:gd name="T83" fmla="*/ 265 w 26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5" h="208">
                            <a:moveTo>
                              <a:pt x="9" y="49"/>
                            </a:moveTo>
                            <a:lnTo>
                              <a:pt x="3" y="59"/>
                            </a:lnTo>
                            <a:lnTo>
                              <a:pt x="0" y="73"/>
                            </a:lnTo>
                            <a:lnTo>
                              <a:pt x="0" y="87"/>
                            </a:lnTo>
                            <a:lnTo>
                              <a:pt x="0" y="102"/>
                            </a:lnTo>
                            <a:lnTo>
                              <a:pt x="5" y="119"/>
                            </a:lnTo>
                            <a:lnTo>
                              <a:pt x="12" y="135"/>
                            </a:lnTo>
                            <a:lnTo>
                              <a:pt x="20" y="146"/>
                            </a:lnTo>
                            <a:lnTo>
                              <a:pt x="36" y="160"/>
                            </a:lnTo>
                            <a:lnTo>
                              <a:pt x="49" y="172"/>
                            </a:lnTo>
                            <a:lnTo>
                              <a:pt x="65" y="184"/>
                            </a:lnTo>
                            <a:lnTo>
                              <a:pt x="81" y="190"/>
                            </a:lnTo>
                            <a:lnTo>
                              <a:pt x="97" y="198"/>
                            </a:lnTo>
                            <a:lnTo>
                              <a:pt x="119" y="204"/>
                            </a:lnTo>
                            <a:lnTo>
                              <a:pt x="138" y="207"/>
                            </a:lnTo>
                            <a:lnTo>
                              <a:pt x="157" y="207"/>
                            </a:lnTo>
                            <a:lnTo>
                              <a:pt x="172" y="207"/>
                            </a:lnTo>
                            <a:lnTo>
                              <a:pt x="190" y="207"/>
                            </a:lnTo>
                            <a:lnTo>
                              <a:pt x="206" y="205"/>
                            </a:lnTo>
                            <a:lnTo>
                              <a:pt x="264" y="196"/>
                            </a:lnTo>
                            <a:lnTo>
                              <a:pt x="222" y="180"/>
                            </a:lnTo>
                            <a:lnTo>
                              <a:pt x="170" y="152"/>
                            </a:lnTo>
                            <a:lnTo>
                              <a:pt x="133" y="119"/>
                            </a:lnTo>
                            <a:lnTo>
                              <a:pt x="92" y="65"/>
                            </a:lnTo>
                            <a:lnTo>
                              <a:pt x="81" y="30"/>
                            </a:lnTo>
                            <a:lnTo>
                              <a:pt x="78" y="0"/>
                            </a:lnTo>
                            <a:lnTo>
                              <a:pt x="9" y="49"/>
                            </a:lnTo>
                          </a:path>
                        </a:pathLst>
                      </a:custGeom>
                      <a:solidFill>
                        <a:srgbClr val="C0C0C0"/>
                      </a:solidFill>
                      <a:ln w="12700" cap="rnd">
                        <a:noFill/>
                        <a:round/>
                        <a:headEnd/>
                        <a:tailEnd/>
                      </a:ln>
                    </p:spPr>
                    <p:txBody>
                      <a:bodyPr/>
                      <a:lstStyle/>
                      <a:p>
                        <a:pPr algn="ctr"/>
                        <a:endParaRPr lang="pt-BR" sz="2400"/>
                      </a:p>
                    </p:txBody>
                  </p:sp>
                  <p:sp>
                    <p:nvSpPr>
                      <p:cNvPr id="646" name="Freeform 38"/>
                      <p:cNvSpPr>
                        <a:spLocks/>
                      </p:cNvSpPr>
                      <p:nvPr/>
                    </p:nvSpPr>
                    <p:spPr bwMode="auto">
                      <a:xfrm>
                        <a:off x="4372" y="1369"/>
                        <a:ext cx="270" cy="207"/>
                      </a:xfrm>
                      <a:custGeom>
                        <a:avLst/>
                        <a:gdLst>
                          <a:gd name="T0" fmla="*/ 13 w 270"/>
                          <a:gd name="T1" fmla="*/ 47 h 207"/>
                          <a:gd name="T2" fmla="*/ 5 w 270"/>
                          <a:gd name="T3" fmla="*/ 57 h 207"/>
                          <a:gd name="T4" fmla="*/ 0 w 270"/>
                          <a:gd name="T5" fmla="*/ 71 h 207"/>
                          <a:gd name="T6" fmla="*/ 0 w 270"/>
                          <a:gd name="T7" fmla="*/ 85 h 207"/>
                          <a:gd name="T8" fmla="*/ 3 w 270"/>
                          <a:gd name="T9" fmla="*/ 102 h 207"/>
                          <a:gd name="T10" fmla="*/ 8 w 270"/>
                          <a:gd name="T11" fmla="*/ 117 h 207"/>
                          <a:gd name="T12" fmla="*/ 16 w 270"/>
                          <a:gd name="T13" fmla="*/ 131 h 207"/>
                          <a:gd name="T14" fmla="*/ 24 w 270"/>
                          <a:gd name="T15" fmla="*/ 143 h 207"/>
                          <a:gd name="T16" fmla="*/ 37 w 270"/>
                          <a:gd name="T17" fmla="*/ 158 h 207"/>
                          <a:gd name="T18" fmla="*/ 54 w 270"/>
                          <a:gd name="T19" fmla="*/ 170 h 207"/>
                          <a:gd name="T20" fmla="*/ 70 w 270"/>
                          <a:gd name="T21" fmla="*/ 180 h 207"/>
                          <a:gd name="T22" fmla="*/ 83 w 270"/>
                          <a:gd name="T23" fmla="*/ 188 h 207"/>
                          <a:gd name="T24" fmla="*/ 100 w 270"/>
                          <a:gd name="T25" fmla="*/ 194 h 207"/>
                          <a:gd name="T26" fmla="*/ 122 w 270"/>
                          <a:gd name="T27" fmla="*/ 200 h 207"/>
                          <a:gd name="T28" fmla="*/ 143 w 270"/>
                          <a:gd name="T29" fmla="*/ 204 h 207"/>
                          <a:gd name="T30" fmla="*/ 159 w 270"/>
                          <a:gd name="T31" fmla="*/ 206 h 207"/>
                          <a:gd name="T32" fmla="*/ 177 w 270"/>
                          <a:gd name="T33" fmla="*/ 206 h 207"/>
                          <a:gd name="T34" fmla="*/ 193 w 270"/>
                          <a:gd name="T35" fmla="*/ 206 h 207"/>
                          <a:gd name="T36" fmla="*/ 209 w 270"/>
                          <a:gd name="T37" fmla="*/ 204 h 207"/>
                          <a:gd name="T38" fmla="*/ 269 w 270"/>
                          <a:gd name="T39" fmla="*/ 194 h 207"/>
                          <a:gd name="T40" fmla="*/ 228 w 270"/>
                          <a:gd name="T41" fmla="*/ 176 h 207"/>
                          <a:gd name="T42" fmla="*/ 174 w 270"/>
                          <a:gd name="T43" fmla="*/ 150 h 207"/>
                          <a:gd name="T44" fmla="*/ 138 w 270"/>
                          <a:gd name="T45" fmla="*/ 115 h 207"/>
                          <a:gd name="T46" fmla="*/ 95 w 270"/>
                          <a:gd name="T47" fmla="*/ 65 h 207"/>
                          <a:gd name="T48" fmla="*/ 83 w 270"/>
                          <a:gd name="T49" fmla="*/ 28 h 207"/>
                          <a:gd name="T50" fmla="*/ 83 w 270"/>
                          <a:gd name="T51" fmla="*/ 0 h 207"/>
                          <a:gd name="T52" fmla="*/ 13 w 270"/>
                          <a:gd name="T53" fmla="*/ 47 h 20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70"/>
                          <a:gd name="T82" fmla="*/ 0 h 207"/>
                          <a:gd name="T83" fmla="*/ 270 w 270"/>
                          <a:gd name="T84" fmla="*/ 207 h 20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70" h="207">
                            <a:moveTo>
                              <a:pt x="13" y="47"/>
                            </a:moveTo>
                            <a:lnTo>
                              <a:pt x="5" y="57"/>
                            </a:lnTo>
                            <a:lnTo>
                              <a:pt x="0" y="71"/>
                            </a:lnTo>
                            <a:lnTo>
                              <a:pt x="0" y="85"/>
                            </a:lnTo>
                            <a:lnTo>
                              <a:pt x="3" y="102"/>
                            </a:lnTo>
                            <a:lnTo>
                              <a:pt x="8" y="117"/>
                            </a:lnTo>
                            <a:lnTo>
                              <a:pt x="16" y="131"/>
                            </a:lnTo>
                            <a:lnTo>
                              <a:pt x="24" y="143"/>
                            </a:lnTo>
                            <a:lnTo>
                              <a:pt x="37" y="158"/>
                            </a:lnTo>
                            <a:lnTo>
                              <a:pt x="54" y="170"/>
                            </a:lnTo>
                            <a:lnTo>
                              <a:pt x="70" y="180"/>
                            </a:lnTo>
                            <a:lnTo>
                              <a:pt x="83" y="188"/>
                            </a:lnTo>
                            <a:lnTo>
                              <a:pt x="100" y="194"/>
                            </a:lnTo>
                            <a:lnTo>
                              <a:pt x="122" y="200"/>
                            </a:lnTo>
                            <a:lnTo>
                              <a:pt x="143" y="204"/>
                            </a:lnTo>
                            <a:lnTo>
                              <a:pt x="159" y="206"/>
                            </a:lnTo>
                            <a:lnTo>
                              <a:pt x="177" y="206"/>
                            </a:lnTo>
                            <a:lnTo>
                              <a:pt x="193" y="206"/>
                            </a:lnTo>
                            <a:lnTo>
                              <a:pt x="209" y="204"/>
                            </a:lnTo>
                            <a:lnTo>
                              <a:pt x="269" y="194"/>
                            </a:lnTo>
                            <a:lnTo>
                              <a:pt x="228" y="176"/>
                            </a:lnTo>
                            <a:lnTo>
                              <a:pt x="174" y="150"/>
                            </a:lnTo>
                            <a:lnTo>
                              <a:pt x="138" y="115"/>
                            </a:lnTo>
                            <a:lnTo>
                              <a:pt x="95" y="65"/>
                            </a:lnTo>
                            <a:lnTo>
                              <a:pt x="83" y="28"/>
                            </a:lnTo>
                            <a:lnTo>
                              <a:pt x="83" y="0"/>
                            </a:lnTo>
                            <a:lnTo>
                              <a:pt x="13" y="47"/>
                            </a:lnTo>
                          </a:path>
                        </a:pathLst>
                      </a:custGeom>
                      <a:solidFill>
                        <a:srgbClr val="E0E0E0"/>
                      </a:solidFill>
                      <a:ln w="12700" cap="rnd">
                        <a:noFill/>
                        <a:round/>
                        <a:headEnd/>
                        <a:tailEnd/>
                      </a:ln>
                    </p:spPr>
                    <p:txBody>
                      <a:bodyPr/>
                      <a:lstStyle/>
                      <a:p>
                        <a:pPr algn="ctr"/>
                        <a:endParaRPr lang="pt-BR" sz="2400"/>
                      </a:p>
                    </p:txBody>
                  </p:sp>
                  <p:sp>
                    <p:nvSpPr>
                      <p:cNvPr id="647" name="Freeform 39"/>
                      <p:cNvSpPr>
                        <a:spLocks/>
                      </p:cNvSpPr>
                      <p:nvPr/>
                    </p:nvSpPr>
                    <p:spPr bwMode="auto">
                      <a:xfrm>
                        <a:off x="4392" y="1361"/>
                        <a:ext cx="270" cy="208"/>
                      </a:xfrm>
                      <a:custGeom>
                        <a:avLst/>
                        <a:gdLst>
                          <a:gd name="T0" fmla="*/ 13 w 270"/>
                          <a:gd name="T1" fmla="*/ 47 h 208"/>
                          <a:gd name="T2" fmla="*/ 5 w 270"/>
                          <a:gd name="T3" fmla="*/ 59 h 208"/>
                          <a:gd name="T4" fmla="*/ 0 w 270"/>
                          <a:gd name="T5" fmla="*/ 73 h 208"/>
                          <a:gd name="T6" fmla="*/ 0 w 270"/>
                          <a:gd name="T7" fmla="*/ 85 h 208"/>
                          <a:gd name="T8" fmla="*/ 3 w 270"/>
                          <a:gd name="T9" fmla="*/ 102 h 208"/>
                          <a:gd name="T10" fmla="*/ 8 w 270"/>
                          <a:gd name="T11" fmla="*/ 118 h 208"/>
                          <a:gd name="T12" fmla="*/ 16 w 270"/>
                          <a:gd name="T13" fmla="*/ 132 h 208"/>
                          <a:gd name="T14" fmla="*/ 24 w 270"/>
                          <a:gd name="T15" fmla="*/ 144 h 208"/>
                          <a:gd name="T16" fmla="*/ 37 w 270"/>
                          <a:gd name="T17" fmla="*/ 159 h 208"/>
                          <a:gd name="T18" fmla="*/ 54 w 270"/>
                          <a:gd name="T19" fmla="*/ 171 h 208"/>
                          <a:gd name="T20" fmla="*/ 68 w 270"/>
                          <a:gd name="T21" fmla="*/ 183 h 208"/>
                          <a:gd name="T22" fmla="*/ 84 w 270"/>
                          <a:gd name="T23" fmla="*/ 189 h 208"/>
                          <a:gd name="T24" fmla="*/ 100 w 270"/>
                          <a:gd name="T25" fmla="*/ 195 h 208"/>
                          <a:gd name="T26" fmla="*/ 122 w 270"/>
                          <a:gd name="T27" fmla="*/ 201 h 208"/>
                          <a:gd name="T28" fmla="*/ 143 w 270"/>
                          <a:gd name="T29" fmla="*/ 205 h 208"/>
                          <a:gd name="T30" fmla="*/ 161 w 270"/>
                          <a:gd name="T31" fmla="*/ 207 h 208"/>
                          <a:gd name="T32" fmla="*/ 177 w 270"/>
                          <a:gd name="T33" fmla="*/ 207 h 208"/>
                          <a:gd name="T34" fmla="*/ 193 w 270"/>
                          <a:gd name="T35" fmla="*/ 207 h 208"/>
                          <a:gd name="T36" fmla="*/ 211 w 270"/>
                          <a:gd name="T37" fmla="*/ 205 h 208"/>
                          <a:gd name="T38" fmla="*/ 269 w 270"/>
                          <a:gd name="T39" fmla="*/ 195 h 208"/>
                          <a:gd name="T40" fmla="*/ 228 w 270"/>
                          <a:gd name="T41" fmla="*/ 177 h 208"/>
                          <a:gd name="T42" fmla="*/ 174 w 270"/>
                          <a:gd name="T43" fmla="*/ 152 h 208"/>
                          <a:gd name="T44" fmla="*/ 138 w 270"/>
                          <a:gd name="T45" fmla="*/ 116 h 208"/>
                          <a:gd name="T46" fmla="*/ 95 w 270"/>
                          <a:gd name="T47" fmla="*/ 65 h 208"/>
                          <a:gd name="T48" fmla="*/ 84 w 270"/>
                          <a:gd name="T49" fmla="*/ 28 h 208"/>
                          <a:gd name="T50" fmla="*/ 82 w 270"/>
                          <a:gd name="T51" fmla="*/ 0 h 208"/>
                          <a:gd name="T52" fmla="*/ 13 w 270"/>
                          <a:gd name="T53" fmla="*/ 47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70"/>
                          <a:gd name="T82" fmla="*/ 0 h 208"/>
                          <a:gd name="T83" fmla="*/ 270 w 270"/>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70" h="208">
                            <a:moveTo>
                              <a:pt x="13" y="47"/>
                            </a:moveTo>
                            <a:lnTo>
                              <a:pt x="5" y="59"/>
                            </a:lnTo>
                            <a:lnTo>
                              <a:pt x="0" y="73"/>
                            </a:lnTo>
                            <a:lnTo>
                              <a:pt x="0" y="85"/>
                            </a:lnTo>
                            <a:lnTo>
                              <a:pt x="3" y="102"/>
                            </a:lnTo>
                            <a:lnTo>
                              <a:pt x="8" y="118"/>
                            </a:lnTo>
                            <a:lnTo>
                              <a:pt x="16" y="132"/>
                            </a:lnTo>
                            <a:lnTo>
                              <a:pt x="24" y="144"/>
                            </a:lnTo>
                            <a:lnTo>
                              <a:pt x="37" y="159"/>
                            </a:lnTo>
                            <a:lnTo>
                              <a:pt x="54" y="171"/>
                            </a:lnTo>
                            <a:lnTo>
                              <a:pt x="68" y="183"/>
                            </a:lnTo>
                            <a:lnTo>
                              <a:pt x="84" y="189"/>
                            </a:lnTo>
                            <a:lnTo>
                              <a:pt x="100" y="195"/>
                            </a:lnTo>
                            <a:lnTo>
                              <a:pt x="122" y="201"/>
                            </a:lnTo>
                            <a:lnTo>
                              <a:pt x="143" y="205"/>
                            </a:lnTo>
                            <a:lnTo>
                              <a:pt x="161" y="207"/>
                            </a:lnTo>
                            <a:lnTo>
                              <a:pt x="177" y="207"/>
                            </a:lnTo>
                            <a:lnTo>
                              <a:pt x="193" y="207"/>
                            </a:lnTo>
                            <a:lnTo>
                              <a:pt x="211" y="205"/>
                            </a:lnTo>
                            <a:lnTo>
                              <a:pt x="269" y="195"/>
                            </a:lnTo>
                            <a:lnTo>
                              <a:pt x="228" y="177"/>
                            </a:lnTo>
                            <a:lnTo>
                              <a:pt x="174" y="152"/>
                            </a:lnTo>
                            <a:lnTo>
                              <a:pt x="138" y="116"/>
                            </a:lnTo>
                            <a:lnTo>
                              <a:pt x="95" y="65"/>
                            </a:lnTo>
                            <a:lnTo>
                              <a:pt x="84" y="28"/>
                            </a:lnTo>
                            <a:lnTo>
                              <a:pt x="82" y="0"/>
                            </a:lnTo>
                            <a:lnTo>
                              <a:pt x="13" y="47"/>
                            </a:lnTo>
                          </a:path>
                        </a:pathLst>
                      </a:custGeom>
                      <a:solidFill>
                        <a:srgbClr val="FFFFFF"/>
                      </a:solidFill>
                      <a:ln w="12700" cap="rnd">
                        <a:noFill/>
                        <a:round/>
                        <a:headEnd/>
                        <a:tailEnd/>
                      </a:ln>
                    </p:spPr>
                    <p:txBody>
                      <a:bodyPr/>
                      <a:lstStyle/>
                      <a:p>
                        <a:pPr algn="ctr"/>
                        <a:endParaRPr lang="pt-BR" sz="2400"/>
                      </a:p>
                    </p:txBody>
                  </p:sp>
                </p:grpSp>
                <p:grpSp>
                  <p:nvGrpSpPr>
                    <p:cNvPr id="641" name="Group 40"/>
                    <p:cNvGrpSpPr>
                      <a:grpSpLocks/>
                    </p:cNvGrpSpPr>
                    <p:nvPr/>
                  </p:nvGrpSpPr>
                  <p:grpSpPr bwMode="auto">
                    <a:xfrm>
                      <a:off x="4649" y="1329"/>
                      <a:ext cx="162" cy="235"/>
                      <a:chOff x="4649" y="1329"/>
                      <a:chExt cx="162" cy="235"/>
                    </a:xfrm>
                  </p:grpSpPr>
                  <p:sp>
                    <p:nvSpPr>
                      <p:cNvPr id="642" name="Freeform 41"/>
                      <p:cNvSpPr>
                        <a:spLocks/>
                      </p:cNvSpPr>
                      <p:nvPr/>
                    </p:nvSpPr>
                    <p:spPr bwMode="auto">
                      <a:xfrm>
                        <a:off x="4688" y="1329"/>
                        <a:ext cx="123" cy="233"/>
                      </a:xfrm>
                      <a:custGeom>
                        <a:avLst/>
                        <a:gdLst>
                          <a:gd name="T0" fmla="*/ 43 w 123"/>
                          <a:gd name="T1" fmla="*/ 12 h 233"/>
                          <a:gd name="T2" fmla="*/ 72 w 123"/>
                          <a:gd name="T3" fmla="*/ 27 h 233"/>
                          <a:gd name="T4" fmla="*/ 92 w 123"/>
                          <a:gd name="T5" fmla="*/ 39 h 233"/>
                          <a:gd name="T6" fmla="*/ 102 w 123"/>
                          <a:gd name="T7" fmla="*/ 51 h 233"/>
                          <a:gd name="T8" fmla="*/ 107 w 123"/>
                          <a:gd name="T9" fmla="*/ 61 h 233"/>
                          <a:gd name="T10" fmla="*/ 114 w 123"/>
                          <a:gd name="T11" fmla="*/ 71 h 233"/>
                          <a:gd name="T12" fmla="*/ 117 w 123"/>
                          <a:gd name="T13" fmla="*/ 80 h 233"/>
                          <a:gd name="T14" fmla="*/ 122 w 123"/>
                          <a:gd name="T15" fmla="*/ 90 h 233"/>
                          <a:gd name="T16" fmla="*/ 122 w 123"/>
                          <a:gd name="T17" fmla="*/ 104 h 233"/>
                          <a:gd name="T18" fmla="*/ 122 w 123"/>
                          <a:gd name="T19" fmla="*/ 116 h 233"/>
                          <a:gd name="T20" fmla="*/ 122 w 123"/>
                          <a:gd name="T21" fmla="*/ 130 h 233"/>
                          <a:gd name="T22" fmla="*/ 119 w 123"/>
                          <a:gd name="T23" fmla="*/ 141 h 233"/>
                          <a:gd name="T24" fmla="*/ 112 w 123"/>
                          <a:gd name="T25" fmla="*/ 155 h 233"/>
                          <a:gd name="T26" fmla="*/ 107 w 123"/>
                          <a:gd name="T27" fmla="*/ 167 h 233"/>
                          <a:gd name="T28" fmla="*/ 97 w 123"/>
                          <a:gd name="T29" fmla="*/ 177 h 233"/>
                          <a:gd name="T30" fmla="*/ 87 w 123"/>
                          <a:gd name="T31" fmla="*/ 189 h 233"/>
                          <a:gd name="T32" fmla="*/ 64 w 123"/>
                          <a:gd name="T33" fmla="*/ 204 h 233"/>
                          <a:gd name="T34" fmla="*/ 3 w 123"/>
                          <a:gd name="T35" fmla="*/ 232 h 233"/>
                          <a:gd name="T36" fmla="*/ 18 w 123"/>
                          <a:gd name="T37" fmla="*/ 208 h 233"/>
                          <a:gd name="T38" fmla="*/ 40 w 123"/>
                          <a:gd name="T39" fmla="*/ 165 h 233"/>
                          <a:gd name="T40" fmla="*/ 54 w 123"/>
                          <a:gd name="T41" fmla="*/ 96 h 233"/>
                          <a:gd name="T42" fmla="*/ 44 w 123"/>
                          <a:gd name="T43" fmla="*/ 51 h 233"/>
                          <a:gd name="T44" fmla="*/ 5 w 123"/>
                          <a:gd name="T45" fmla="*/ 10 h 233"/>
                          <a:gd name="T46" fmla="*/ 0 w 123"/>
                          <a:gd name="T47" fmla="*/ 0 h 233"/>
                          <a:gd name="T48" fmla="*/ 43 w 123"/>
                          <a:gd name="T49" fmla="*/ 12 h 2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3"/>
                          <a:gd name="T76" fmla="*/ 0 h 233"/>
                          <a:gd name="T77" fmla="*/ 123 w 123"/>
                          <a:gd name="T78" fmla="*/ 233 h 2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3" h="233">
                            <a:moveTo>
                              <a:pt x="43" y="12"/>
                            </a:moveTo>
                            <a:lnTo>
                              <a:pt x="72" y="27"/>
                            </a:lnTo>
                            <a:lnTo>
                              <a:pt x="92" y="39"/>
                            </a:lnTo>
                            <a:lnTo>
                              <a:pt x="102" y="51"/>
                            </a:lnTo>
                            <a:lnTo>
                              <a:pt x="107" y="61"/>
                            </a:lnTo>
                            <a:lnTo>
                              <a:pt x="114" y="71"/>
                            </a:lnTo>
                            <a:lnTo>
                              <a:pt x="117" y="80"/>
                            </a:lnTo>
                            <a:lnTo>
                              <a:pt x="122" y="90"/>
                            </a:lnTo>
                            <a:lnTo>
                              <a:pt x="122" y="104"/>
                            </a:lnTo>
                            <a:lnTo>
                              <a:pt x="122" y="116"/>
                            </a:lnTo>
                            <a:lnTo>
                              <a:pt x="122" y="130"/>
                            </a:lnTo>
                            <a:lnTo>
                              <a:pt x="119" y="141"/>
                            </a:lnTo>
                            <a:lnTo>
                              <a:pt x="112" y="155"/>
                            </a:lnTo>
                            <a:lnTo>
                              <a:pt x="107" y="167"/>
                            </a:lnTo>
                            <a:lnTo>
                              <a:pt x="97" y="177"/>
                            </a:lnTo>
                            <a:lnTo>
                              <a:pt x="87" y="189"/>
                            </a:lnTo>
                            <a:lnTo>
                              <a:pt x="64" y="204"/>
                            </a:lnTo>
                            <a:lnTo>
                              <a:pt x="3" y="232"/>
                            </a:lnTo>
                            <a:lnTo>
                              <a:pt x="18" y="208"/>
                            </a:lnTo>
                            <a:lnTo>
                              <a:pt x="40" y="165"/>
                            </a:lnTo>
                            <a:lnTo>
                              <a:pt x="54" y="96"/>
                            </a:lnTo>
                            <a:lnTo>
                              <a:pt x="44" y="51"/>
                            </a:lnTo>
                            <a:lnTo>
                              <a:pt x="5" y="10"/>
                            </a:lnTo>
                            <a:lnTo>
                              <a:pt x="0" y="0"/>
                            </a:lnTo>
                            <a:lnTo>
                              <a:pt x="43" y="12"/>
                            </a:lnTo>
                          </a:path>
                        </a:pathLst>
                      </a:custGeom>
                      <a:solidFill>
                        <a:srgbClr val="C0C0C0"/>
                      </a:solidFill>
                      <a:ln w="12700" cap="rnd">
                        <a:noFill/>
                        <a:round/>
                        <a:headEnd/>
                        <a:tailEnd/>
                      </a:ln>
                    </p:spPr>
                    <p:txBody>
                      <a:bodyPr/>
                      <a:lstStyle/>
                      <a:p>
                        <a:pPr algn="ctr"/>
                        <a:endParaRPr lang="pt-BR" sz="2400"/>
                      </a:p>
                    </p:txBody>
                  </p:sp>
                  <p:sp>
                    <p:nvSpPr>
                      <p:cNvPr id="643" name="Freeform 42"/>
                      <p:cNvSpPr>
                        <a:spLocks/>
                      </p:cNvSpPr>
                      <p:nvPr/>
                    </p:nvSpPr>
                    <p:spPr bwMode="auto">
                      <a:xfrm>
                        <a:off x="4669" y="1331"/>
                        <a:ext cx="128" cy="233"/>
                      </a:xfrm>
                      <a:custGeom>
                        <a:avLst/>
                        <a:gdLst>
                          <a:gd name="T0" fmla="*/ 44 w 128"/>
                          <a:gd name="T1" fmla="*/ 12 h 233"/>
                          <a:gd name="T2" fmla="*/ 76 w 128"/>
                          <a:gd name="T3" fmla="*/ 27 h 233"/>
                          <a:gd name="T4" fmla="*/ 94 w 128"/>
                          <a:gd name="T5" fmla="*/ 39 h 233"/>
                          <a:gd name="T6" fmla="*/ 104 w 128"/>
                          <a:gd name="T7" fmla="*/ 51 h 233"/>
                          <a:gd name="T8" fmla="*/ 109 w 128"/>
                          <a:gd name="T9" fmla="*/ 61 h 233"/>
                          <a:gd name="T10" fmla="*/ 117 w 128"/>
                          <a:gd name="T11" fmla="*/ 69 h 233"/>
                          <a:gd name="T12" fmla="*/ 122 w 128"/>
                          <a:gd name="T13" fmla="*/ 80 h 233"/>
                          <a:gd name="T14" fmla="*/ 124 w 128"/>
                          <a:gd name="T15" fmla="*/ 90 h 233"/>
                          <a:gd name="T16" fmla="*/ 127 w 128"/>
                          <a:gd name="T17" fmla="*/ 104 h 233"/>
                          <a:gd name="T18" fmla="*/ 127 w 128"/>
                          <a:gd name="T19" fmla="*/ 116 h 233"/>
                          <a:gd name="T20" fmla="*/ 124 w 128"/>
                          <a:gd name="T21" fmla="*/ 130 h 233"/>
                          <a:gd name="T22" fmla="*/ 122 w 128"/>
                          <a:gd name="T23" fmla="*/ 141 h 233"/>
                          <a:gd name="T24" fmla="*/ 114 w 128"/>
                          <a:gd name="T25" fmla="*/ 155 h 233"/>
                          <a:gd name="T26" fmla="*/ 109 w 128"/>
                          <a:gd name="T27" fmla="*/ 167 h 233"/>
                          <a:gd name="T28" fmla="*/ 101 w 128"/>
                          <a:gd name="T29" fmla="*/ 177 h 233"/>
                          <a:gd name="T30" fmla="*/ 91 w 128"/>
                          <a:gd name="T31" fmla="*/ 188 h 233"/>
                          <a:gd name="T32" fmla="*/ 65 w 128"/>
                          <a:gd name="T33" fmla="*/ 202 h 233"/>
                          <a:gd name="T34" fmla="*/ 3 w 128"/>
                          <a:gd name="T35" fmla="*/ 232 h 233"/>
                          <a:gd name="T36" fmla="*/ 21 w 128"/>
                          <a:gd name="T37" fmla="*/ 208 h 233"/>
                          <a:gd name="T38" fmla="*/ 44 w 128"/>
                          <a:gd name="T39" fmla="*/ 165 h 233"/>
                          <a:gd name="T40" fmla="*/ 56 w 128"/>
                          <a:gd name="T41" fmla="*/ 96 h 233"/>
                          <a:gd name="T42" fmla="*/ 46 w 128"/>
                          <a:gd name="T43" fmla="*/ 51 h 233"/>
                          <a:gd name="T44" fmla="*/ 8 w 128"/>
                          <a:gd name="T45" fmla="*/ 10 h 233"/>
                          <a:gd name="T46" fmla="*/ 0 w 128"/>
                          <a:gd name="T47" fmla="*/ 0 h 233"/>
                          <a:gd name="T48" fmla="*/ 44 w 128"/>
                          <a:gd name="T49" fmla="*/ 12 h 2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8"/>
                          <a:gd name="T76" fmla="*/ 0 h 233"/>
                          <a:gd name="T77" fmla="*/ 128 w 128"/>
                          <a:gd name="T78" fmla="*/ 233 h 2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8" h="233">
                            <a:moveTo>
                              <a:pt x="44" y="12"/>
                            </a:moveTo>
                            <a:lnTo>
                              <a:pt x="76" y="27"/>
                            </a:lnTo>
                            <a:lnTo>
                              <a:pt x="94" y="39"/>
                            </a:lnTo>
                            <a:lnTo>
                              <a:pt x="104" y="51"/>
                            </a:lnTo>
                            <a:lnTo>
                              <a:pt x="109" y="61"/>
                            </a:lnTo>
                            <a:lnTo>
                              <a:pt x="117" y="69"/>
                            </a:lnTo>
                            <a:lnTo>
                              <a:pt x="122" y="80"/>
                            </a:lnTo>
                            <a:lnTo>
                              <a:pt x="124" y="90"/>
                            </a:lnTo>
                            <a:lnTo>
                              <a:pt x="127" y="104"/>
                            </a:lnTo>
                            <a:lnTo>
                              <a:pt x="127" y="116"/>
                            </a:lnTo>
                            <a:lnTo>
                              <a:pt x="124" y="130"/>
                            </a:lnTo>
                            <a:lnTo>
                              <a:pt x="122" y="141"/>
                            </a:lnTo>
                            <a:lnTo>
                              <a:pt x="114" y="155"/>
                            </a:lnTo>
                            <a:lnTo>
                              <a:pt x="109" y="167"/>
                            </a:lnTo>
                            <a:lnTo>
                              <a:pt x="101" y="177"/>
                            </a:lnTo>
                            <a:lnTo>
                              <a:pt x="91" y="188"/>
                            </a:lnTo>
                            <a:lnTo>
                              <a:pt x="65" y="202"/>
                            </a:lnTo>
                            <a:lnTo>
                              <a:pt x="3" y="232"/>
                            </a:lnTo>
                            <a:lnTo>
                              <a:pt x="21" y="208"/>
                            </a:lnTo>
                            <a:lnTo>
                              <a:pt x="44" y="165"/>
                            </a:lnTo>
                            <a:lnTo>
                              <a:pt x="56" y="96"/>
                            </a:lnTo>
                            <a:lnTo>
                              <a:pt x="46" y="51"/>
                            </a:lnTo>
                            <a:lnTo>
                              <a:pt x="8" y="10"/>
                            </a:lnTo>
                            <a:lnTo>
                              <a:pt x="0" y="0"/>
                            </a:lnTo>
                            <a:lnTo>
                              <a:pt x="44" y="12"/>
                            </a:lnTo>
                          </a:path>
                        </a:pathLst>
                      </a:custGeom>
                      <a:solidFill>
                        <a:srgbClr val="E0E0E0"/>
                      </a:solidFill>
                      <a:ln w="12700" cap="rnd">
                        <a:noFill/>
                        <a:round/>
                        <a:headEnd/>
                        <a:tailEnd/>
                      </a:ln>
                    </p:spPr>
                    <p:txBody>
                      <a:bodyPr/>
                      <a:lstStyle/>
                      <a:p>
                        <a:pPr algn="ctr"/>
                        <a:endParaRPr lang="pt-BR" sz="2400"/>
                      </a:p>
                    </p:txBody>
                  </p:sp>
                  <p:sp>
                    <p:nvSpPr>
                      <p:cNvPr id="644" name="Freeform 43"/>
                      <p:cNvSpPr>
                        <a:spLocks/>
                      </p:cNvSpPr>
                      <p:nvPr/>
                    </p:nvSpPr>
                    <p:spPr bwMode="auto">
                      <a:xfrm>
                        <a:off x="4649" y="1329"/>
                        <a:ext cx="128" cy="233"/>
                      </a:xfrm>
                      <a:custGeom>
                        <a:avLst/>
                        <a:gdLst>
                          <a:gd name="T0" fmla="*/ 44 w 128"/>
                          <a:gd name="T1" fmla="*/ 14 h 233"/>
                          <a:gd name="T2" fmla="*/ 74 w 128"/>
                          <a:gd name="T3" fmla="*/ 29 h 233"/>
                          <a:gd name="T4" fmla="*/ 94 w 128"/>
                          <a:gd name="T5" fmla="*/ 39 h 233"/>
                          <a:gd name="T6" fmla="*/ 101 w 128"/>
                          <a:gd name="T7" fmla="*/ 51 h 233"/>
                          <a:gd name="T8" fmla="*/ 109 w 128"/>
                          <a:gd name="T9" fmla="*/ 61 h 233"/>
                          <a:gd name="T10" fmla="*/ 114 w 128"/>
                          <a:gd name="T11" fmla="*/ 71 h 233"/>
                          <a:gd name="T12" fmla="*/ 119 w 128"/>
                          <a:gd name="T13" fmla="*/ 80 h 233"/>
                          <a:gd name="T14" fmla="*/ 124 w 128"/>
                          <a:gd name="T15" fmla="*/ 90 h 233"/>
                          <a:gd name="T16" fmla="*/ 127 w 128"/>
                          <a:gd name="T17" fmla="*/ 106 h 233"/>
                          <a:gd name="T18" fmla="*/ 127 w 128"/>
                          <a:gd name="T19" fmla="*/ 118 h 233"/>
                          <a:gd name="T20" fmla="*/ 124 w 128"/>
                          <a:gd name="T21" fmla="*/ 132 h 233"/>
                          <a:gd name="T22" fmla="*/ 122 w 128"/>
                          <a:gd name="T23" fmla="*/ 141 h 233"/>
                          <a:gd name="T24" fmla="*/ 114 w 128"/>
                          <a:gd name="T25" fmla="*/ 157 h 233"/>
                          <a:gd name="T26" fmla="*/ 109 w 128"/>
                          <a:gd name="T27" fmla="*/ 167 h 233"/>
                          <a:gd name="T28" fmla="*/ 99 w 128"/>
                          <a:gd name="T29" fmla="*/ 179 h 233"/>
                          <a:gd name="T30" fmla="*/ 89 w 128"/>
                          <a:gd name="T31" fmla="*/ 190 h 233"/>
                          <a:gd name="T32" fmla="*/ 67 w 128"/>
                          <a:gd name="T33" fmla="*/ 204 h 233"/>
                          <a:gd name="T34" fmla="*/ 3 w 128"/>
                          <a:gd name="T35" fmla="*/ 232 h 233"/>
                          <a:gd name="T36" fmla="*/ 18 w 128"/>
                          <a:gd name="T37" fmla="*/ 208 h 233"/>
                          <a:gd name="T38" fmla="*/ 41 w 128"/>
                          <a:gd name="T39" fmla="*/ 165 h 233"/>
                          <a:gd name="T40" fmla="*/ 56 w 128"/>
                          <a:gd name="T41" fmla="*/ 96 h 233"/>
                          <a:gd name="T42" fmla="*/ 46 w 128"/>
                          <a:gd name="T43" fmla="*/ 51 h 233"/>
                          <a:gd name="T44" fmla="*/ 5 w 128"/>
                          <a:gd name="T45" fmla="*/ 10 h 233"/>
                          <a:gd name="T46" fmla="*/ 0 w 128"/>
                          <a:gd name="T47" fmla="*/ 0 h 233"/>
                          <a:gd name="T48" fmla="*/ 44 w 128"/>
                          <a:gd name="T49" fmla="*/ 14 h 2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8"/>
                          <a:gd name="T76" fmla="*/ 0 h 233"/>
                          <a:gd name="T77" fmla="*/ 128 w 128"/>
                          <a:gd name="T78" fmla="*/ 233 h 2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8" h="233">
                            <a:moveTo>
                              <a:pt x="44" y="14"/>
                            </a:moveTo>
                            <a:lnTo>
                              <a:pt x="74" y="29"/>
                            </a:lnTo>
                            <a:lnTo>
                              <a:pt x="94" y="39"/>
                            </a:lnTo>
                            <a:lnTo>
                              <a:pt x="101" y="51"/>
                            </a:lnTo>
                            <a:lnTo>
                              <a:pt x="109" y="61"/>
                            </a:lnTo>
                            <a:lnTo>
                              <a:pt x="114" y="71"/>
                            </a:lnTo>
                            <a:lnTo>
                              <a:pt x="119" y="80"/>
                            </a:lnTo>
                            <a:lnTo>
                              <a:pt x="124" y="90"/>
                            </a:lnTo>
                            <a:lnTo>
                              <a:pt x="127" y="106"/>
                            </a:lnTo>
                            <a:lnTo>
                              <a:pt x="127" y="118"/>
                            </a:lnTo>
                            <a:lnTo>
                              <a:pt x="124" y="132"/>
                            </a:lnTo>
                            <a:lnTo>
                              <a:pt x="122" y="141"/>
                            </a:lnTo>
                            <a:lnTo>
                              <a:pt x="114" y="157"/>
                            </a:lnTo>
                            <a:lnTo>
                              <a:pt x="109" y="167"/>
                            </a:lnTo>
                            <a:lnTo>
                              <a:pt x="99" y="179"/>
                            </a:lnTo>
                            <a:lnTo>
                              <a:pt x="89" y="190"/>
                            </a:lnTo>
                            <a:lnTo>
                              <a:pt x="67" y="204"/>
                            </a:lnTo>
                            <a:lnTo>
                              <a:pt x="3" y="232"/>
                            </a:lnTo>
                            <a:lnTo>
                              <a:pt x="18" y="208"/>
                            </a:lnTo>
                            <a:lnTo>
                              <a:pt x="41" y="165"/>
                            </a:lnTo>
                            <a:lnTo>
                              <a:pt x="56" y="96"/>
                            </a:lnTo>
                            <a:lnTo>
                              <a:pt x="46" y="51"/>
                            </a:lnTo>
                            <a:lnTo>
                              <a:pt x="5" y="10"/>
                            </a:lnTo>
                            <a:lnTo>
                              <a:pt x="0" y="0"/>
                            </a:lnTo>
                            <a:lnTo>
                              <a:pt x="44" y="14"/>
                            </a:lnTo>
                          </a:path>
                        </a:pathLst>
                      </a:custGeom>
                      <a:solidFill>
                        <a:srgbClr val="FFFFFF"/>
                      </a:solidFill>
                      <a:ln w="12700" cap="rnd">
                        <a:noFill/>
                        <a:round/>
                        <a:headEnd/>
                        <a:tailEnd/>
                      </a:ln>
                    </p:spPr>
                    <p:txBody>
                      <a:bodyPr/>
                      <a:lstStyle/>
                      <a:p>
                        <a:pPr algn="ctr"/>
                        <a:endParaRPr lang="pt-BR" sz="2400"/>
                      </a:p>
                    </p:txBody>
                  </p:sp>
                </p:grpSp>
              </p:grpSp>
              <p:sp>
                <p:nvSpPr>
                  <p:cNvPr id="634" name="Freeform 44"/>
                  <p:cNvSpPr>
                    <a:spLocks/>
                  </p:cNvSpPr>
                  <p:nvPr/>
                </p:nvSpPr>
                <p:spPr bwMode="auto">
                  <a:xfrm>
                    <a:off x="4286" y="1322"/>
                    <a:ext cx="572" cy="224"/>
                  </a:xfrm>
                  <a:custGeom>
                    <a:avLst/>
                    <a:gdLst>
                      <a:gd name="T0" fmla="*/ 0 w 572"/>
                      <a:gd name="T1" fmla="*/ 223 h 224"/>
                      <a:gd name="T2" fmla="*/ 27 w 572"/>
                      <a:gd name="T3" fmla="*/ 207 h 224"/>
                      <a:gd name="T4" fmla="*/ 54 w 572"/>
                      <a:gd name="T5" fmla="*/ 192 h 224"/>
                      <a:gd name="T6" fmla="*/ 83 w 572"/>
                      <a:gd name="T7" fmla="*/ 178 h 224"/>
                      <a:gd name="T8" fmla="*/ 107 w 572"/>
                      <a:gd name="T9" fmla="*/ 166 h 224"/>
                      <a:gd name="T10" fmla="*/ 137 w 572"/>
                      <a:gd name="T11" fmla="*/ 154 h 224"/>
                      <a:gd name="T12" fmla="*/ 165 w 572"/>
                      <a:gd name="T13" fmla="*/ 142 h 224"/>
                      <a:gd name="T14" fmla="*/ 218 w 572"/>
                      <a:gd name="T15" fmla="*/ 129 h 224"/>
                      <a:gd name="T16" fmla="*/ 279 w 572"/>
                      <a:gd name="T17" fmla="*/ 113 h 224"/>
                      <a:gd name="T18" fmla="*/ 347 w 572"/>
                      <a:gd name="T19" fmla="*/ 98 h 224"/>
                      <a:gd name="T20" fmla="*/ 389 w 572"/>
                      <a:gd name="T21" fmla="*/ 90 h 224"/>
                      <a:gd name="T22" fmla="*/ 427 w 572"/>
                      <a:gd name="T23" fmla="*/ 82 h 224"/>
                      <a:gd name="T24" fmla="*/ 461 w 572"/>
                      <a:gd name="T25" fmla="*/ 77 h 224"/>
                      <a:gd name="T26" fmla="*/ 480 w 572"/>
                      <a:gd name="T27" fmla="*/ 79 h 224"/>
                      <a:gd name="T28" fmla="*/ 515 w 572"/>
                      <a:gd name="T29" fmla="*/ 84 h 224"/>
                      <a:gd name="T30" fmla="*/ 533 w 572"/>
                      <a:gd name="T31" fmla="*/ 86 h 224"/>
                      <a:gd name="T32" fmla="*/ 549 w 572"/>
                      <a:gd name="T33" fmla="*/ 90 h 224"/>
                      <a:gd name="T34" fmla="*/ 571 w 572"/>
                      <a:gd name="T35" fmla="*/ 94 h 224"/>
                      <a:gd name="T36" fmla="*/ 526 w 572"/>
                      <a:gd name="T37" fmla="*/ 71 h 224"/>
                      <a:gd name="T38" fmla="*/ 499 w 572"/>
                      <a:gd name="T39" fmla="*/ 55 h 224"/>
                      <a:gd name="T40" fmla="*/ 447 w 572"/>
                      <a:gd name="T41" fmla="*/ 35 h 224"/>
                      <a:gd name="T42" fmla="*/ 413 w 572"/>
                      <a:gd name="T43" fmla="*/ 22 h 224"/>
                      <a:gd name="T44" fmla="*/ 375 w 572"/>
                      <a:gd name="T45" fmla="*/ 12 h 224"/>
                      <a:gd name="T46" fmla="*/ 349 w 572"/>
                      <a:gd name="T47" fmla="*/ 2 h 224"/>
                      <a:gd name="T48" fmla="*/ 317 w 572"/>
                      <a:gd name="T49" fmla="*/ 0 h 224"/>
                      <a:gd name="T50" fmla="*/ 276 w 572"/>
                      <a:gd name="T51" fmla="*/ 4 h 224"/>
                      <a:gd name="T52" fmla="*/ 223 w 572"/>
                      <a:gd name="T53" fmla="*/ 20 h 224"/>
                      <a:gd name="T54" fmla="*/ 182 w 572"/>
                      <a:gd name="T55" fmla="*/ 37 h 224"/>
                      <a:gd name="T56" fmla="*/ 126 w 572"/>
                      <a:gd name="T57" fmla="*/ 67 h 224"/>
                      <a:gd name="T58" fmla="*/ 97 w 572"/>
                      <a:gd name="T59" fmla="*/ 84 h 224"/>
                      <a:gd name="T60" fmla="*/ 60 w 572"/>
                      <a:gd name="T61" fmla="*/ 117 h 224"/>
                      <a:gd name="T62" fmla="*/ 33 w 572"/>
                      <a:gd name="T63" fmla="*/ 144 h 224"/>
                      <a:gd name="T64" fmla="*/ 16 w 572"/>
                      <a:gd name="T65" fmla="*/ 166 h 224"/>
                      <a:gd name="T66" fmla="*/ 11 w 572"/>
                      <a:gd name="T67" fmla="*/ 188 h 224"/>
                      <a:gd name="T68" fmla="*/ 3 w 572"/>
                      <a:gd name="T69" fmla="*/ 207 h 224"/>
                      <a:gd name="T70" fmla="*/ 0 w 572"/>
                      <a:gd name="T71" fmla="*/ 223 h 22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72"/>
                      <a:gd name="T109" fmla="*/ 0 h 224"/>
                      <a:gd name="T110" fmla="*/ 572 w 572"/>
                      <a:gd name="T111" fmla="*/ 224 h 22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72" h="224">
                        <a:moveTo>
                          <a:pt x="0" y="223"/>
                        </a:moveTo>
                        <a:lnTo>
                          <a:pt x="27" y="207"/>
                        </a:lnTo>
                        <a:lnTo>
                          <a:pt x="54" y="192"/>
                        </a:lnTo>
                        <a:lnTo>
                          <a:pt x="83" y="178"/>
                        </a:lnTo>
                        <a:lnTo>
                          <a:pt x="107" y="166"/>
                        </a:lnTo>
                        <a:lnTo>
                          <a:pt x="137" y="154"/>
                        </a:lnTo>
                        <a:lnTo>
                          <a:pt x="165" y="142"/>
                        </a:lnTo>
                        <a:lnTo>
                          <a:pt x="218" y="129"/>
                        </a:lnTo>
                        <a:lnTo>
                          <a:pt x="279" y="113"/>
                        </a:lnTo>
                        <a:lnTo>
                          <a:pt x="347" y="98"/>
                        </a:lnTo>
                        <a:lnTo>
                          <a:pt x="389" y="90"/>
                        </a:lnTo>
                        <a:lnTo>
                          <a:pt x="427" y="82"/>
                        </a:lnTo>
                        <a:lnTo>
                          <a:pt x="461" y="77"/>
                        </a:lnTo>
                        <a:lnTo>
                          <a:pt x="480" y="79"/>
                        </a:lnTo>
                        <a:lnTo>
                          <a:pt x="515" y="84"/>
                        </a:lnTo>
                        <a:lnTo>
                          <a:pt x="533" y="86"/>
                        </a:lnTo>
                        <a:lnTo>
                          <a:pt x="549" y="90"/>
                        </a:lnTo>
                        <a:lnTo>
                          <a:pt x="571" y="94"/>
                        </a:lnTo>
                        <a:lnTo>
                          <a:pt x="526" y="71"/>
                        </a:lnTo>
                        <a:lnTo>
                          <a:pt x="499" y="55"/>
                        </a:lnTo>
                        <a:lnTo>
                          <a:pt x="447" y="35"/>
                        </a:lnTo>
                        <a:lnTo>
                          <a:pt x="413" y="22"/>
                        </a:lnTo>
                        <a:lnTo>
                          <a:pt x="375" y="12"/>
                        </a:lnTo>
                        <a:lnTo>
                          <a:pt x="349" y="2"/>
                        </a:lnTo>
                        <a:lnTo>
                          <a:pt x="317" y="0"/>
                        </a:lnTo>
                        <a:lnTo>
                          <a:pt x="276" y="4"/>
                        </a:lnTo>
                        <a:lnTo>
                          <a:pt x="223" y="20"/>
                        </a:lnTo>
                        <a:lnTo>
                          <a:pt x="182" y="37"/>
                        </a:lnTo>
                        <a:lnTo>
                          <a:pt x="126" y="67"/>
                        </a:lnTo>
                        <a:lnTo>
                          <a:pt x="97" y="84"/>
                        </a:lnTo>
                        <a:lnTo>
                          <a:pt x="60" y="117"/>
                        </a:lnTo>
                        <a:lnTo>
                          <a:pt x="33" y="144"/>
                        </a:lnTo>
                        <a:lnTo>
                          <a:pt x="16" y="166"/>
                        </a:lnTo>
                        <a:lnTo>
                          <a:pt x="11" y="188"/>
                        </a:lnTo>
                        <a:lnTo>
                          <a:pt x="3" y="207"/>
                        </a:lnTo>
                        <a:lnTo>
                          <a:pt x="0" y="223"/>
                        </a:lnTo>
                      </a:path>
                    </a:pathLst>
                  </a:custGeom>
                  <a:solidFill>
                    <a:srgbClr val="A0A0A0"/>
                  </a:solidFill>
                  <a:ln w="12700" cap="rnd">
                    <a:noFill/>
                    <a:round/>
                    <a:headEnd/>
                    <a:tailEnd/>
                  </a:ln>
                </p:spPr>
                <p:txBody>
                  <a:bodyPr/>
                  <a:lstStyle/>
                  <a:p>
                    <a:pPr algn="ctr"/>
                    <a:endParaRPr lang="pt-BR" sz="2400"/>
                  </a:p>
                </p:txBody>
              </p:sp>
              <p:grpSp>
                <p:nvGrpSpPr>
                  <p:cNvPr id="635" name="Group 45"/>
                  <p:cNvGrpSpPr>
                    <a:grpSpLocks/>
                  </p:cNvGrpSpPr>
                  <p:nvPr/>
                </p:nvGrpSpPr>
                <p:grpSpPr bwMode="auto">
                  <a:xfrm>
                    <a:off x="4412" y="1315"/>
                    <a:ext cx="350" cy="253"/>
                    <a:chOff x="4412" y="1315"/>
                    <a:chExt cx="350" cy="253"/>
                  </a:xfrm>
                </p:grpSpPr>
                <p:sp>
                  <p:nvSpPr>
                    <p:cNvPr id="636" name="Oval 46"/>
                    <p:cNvSpPr>
                      <a:spLocks noChangeArrowheads="1"/>
                    </p:cNvSpPr>
                    <p:nvPr/>
                  </p:nvSpPr>
                  <p:spPr bwMode="auto">
                    <a:xfrm>
                      <a:off x="4412" y="1315"/>
                      <a:ext cx="350" cy="253"/>
                    </a:xfrm>
                    <a:prstGeom prst="ellipse">
                      <a:avLst/>
                    </a:prstGeom>
                    <a:solidFill>
                      <a:srgbClr val="804000"/>
                    </a:solidFill>
                    <a:ln w="12700">
                      <a:noFill/>
                      <a:round/>
                      <a:headEnd/>
                      <a:tailEnd/>
                    </a:ln>
                  </p:spPr>
                  <p:txBody>
                    <a:bodyPr wrap="none" anchor="ctr"/>
                    <a:lstStyle/>
                    <a:p>
                      <a:pPr algn="ctr"/>
                      <a:endParaRPr lang="pt-BR" sz="2400"/>
                    </a:p>
                  </p:txBody>
                </p:sp>
                <p:sp>
                  <p:nvSpPr>
                    <p:cNvPr id="637" name="Freeform 47"/>
                    <p:cNvSpPr>
                      <a:spLocks/>
                    </p:cNvSpPr>
                    <p:nvPr/>
                  </p:nvSpPr>
                  <p:spPr bwMode="auto">
                    <a:xfrm>
                      <a:off x="4412" y="1320"/>
                      <a:ext cx="340" cy="154"/>
                    </a:xfrm>
                    <a:custGeom>
                      <a:avLst/>
                      <a:gdLst>
                        <a:gd name="T0" fmla="*/ 11 w 340"/>
                        <a:gd name="T1" fmla="*/ 153 h 154"/>
                        <a:gd name="T2" fmla="*/ 32 w 340"/>
                        <a:gd name="T3" fmla="*/ 145 h 154"/>
                        <a:gd name="T4" fmla="*/ 63 w 340"/>
                        <a:gd name="T5" fmla="*/ 136 h 154"/>
                        <a:gd name="T6" fmla="*/ 98 w 340"/>
                        <a:gd name="T7" fmla="*/ 128 h 154"/>
                        <a:gd name="T8" fmla="*/ 143 w 340"/>
                        <a:gd name="T9" fmla="*/ 116 h 154"/>
                        <a:gd name="T10" fmla="*/ 188 w 340"/>
                        <a:gd name="T11" fmla="*/ 107 h 154"/>
                        <a:gd name="T12" fmla="*/ 233 w 340"/>
                        <a:gd name="T13" fmla="*/ 99 h 154"/>
                        <a:gd name="T14" fmla="*/ 278 w 340"/>
                        <a:gd name="T15" fmla="*/ 91 h 154"/>
                        <a:gd name="T16" fmla="*/ 311 w 340"/>
                        <a:gd name="T17" fmla="*/ 85 h 154"/>
                        <a:gd name="T18" fmla="*/ 339 w 340"/>
                        <a:gd name="T19" fmla="*/ 78 h 154"/>
                        <a:gd name="T20" fmla="*/ 328 w 340"/>
                        <a:gd name="T21" fmla="*/ 62 h 154"/>
                        <a:gd name="T22" fmla="*/ 320 w 340"/>
                        <a:gd name="T23" fmla="*/ 48 h 154"/>
                        <a:gd name="T24" fmla="*/ 308 w 340"/>
                        <a:gd name="T25" fmla="*/ 37 h 154"/>
                        <a:gd name="T26" fmla="*/ 281 w 340"/>
                        <a:gd name="T27" fmla="*/ 22 h 154"/>
                        <a:gd name="T28" fmla="*/ 254 w 340"/>
                        <a:gd name="T29" fmla="*/ 10 h 154"/>
                        <a:gd name="T30" fmla="*/ 230 w 340"/>
                        <a:gd name="T31" fmla="*/ 4 h 154"/>
                        <a:gd name="T32" fmla="*/ 204 w 340"/>
                        <a:gd name="T33" fmla="*/ 0 h 154"/>
                        <a:gd name="T34" fmla="*/ 167 w 340"/>
                        <a:gd name="T35" fmla="*/ 2 h 154"/>
                        <a:gd name="T36" fmla="*/ 117 w 340"/>
                        <a:gd name="T37" fmla="*/ 18 h 154"/>
                        <a:gd name="T38" fmla="*/ 71 w 340"/>
                        <a:gd name="T39" fmla="*/ 37 h 154"/>
                        <a:gd name="T40" fmla="*/ 24 w 340"/>
                        <a:gd name="T41" fmla="*/ 62 h 154"/>
                        <a:gd name="T42" fmla="*/ 13 w 340"/>
                        <a:gd name="T43" fmla="*/ 68 h 154"/>
                        <a:gd name="T44" fmla="*/ 3 w 340"/>
                        <a:gd name="T45" fmla="*/ 80 h 154"/>
                        <a:gd name="T46" fmla="*/ 0 w 340"/>
                        <a:gd name="T47" fmla="*/ 93 h 154"/>
                        <a:gd name="T48" fmla="*/ 0 w 340"/>
                        <a:gd name="T49" fmla="*/ 113 h 154"/>
                        <a:gd name="T50" fmla="*/ 3 w 340"/>
                        <a:gd name="T51" fmla="*/ 134 h 154"/>
                        <a:gd name="T52" fmla="*/ 11 w 340"/>
                        <a:gd name="T53" fmla="*/ 153 h 15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40"/>
                        <a:gd name="T82" fmla="*/ 0 h 154"/>
                        <a:gd name="T83" fmla="*/ 340 w 340"/>
                        <a:gd name="T84" fmla="*/ 154 h 15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40" h="154">
                          <a:moveTo>
                            <a:pt x="11" y="153"/>
                          </a:moveTo>
                          <a:lnTo>
                            <a:pt x="32" y="145"/>
                          </a:lnTo>
                          <a:lnTo>
                            <a:pt x="63" y="136"/>
                          </a:lnTo>
                          <a:lnTo>
                            <a:pt x="98" y="128"/>
                          </a:lnTo>
                          <a:lnTo>
                            <a:pt x="143" y="116"/>
                          </a:lnTo>
                          <a:lnTo>
                            <a:pt x="188" y="107"/>
                          </a:lnTo>
                          <a:lnTo>
                            <a:pt x="233" y="99"/>
                          </a:lnTo>
                          <a:lnTo>
                            <a:pt x="278" y="91"/>
                          </a:lnTo>
                          <a:lnTo>
                            <a:pt x="311" y="85"/>
                          </a:lnTo>
                          <a:lnTo>
                            <a:pt x="339" y="78"/>
                          </a:lnTo>
                          <a:lnTo>
                            <a:pt x="328" y="62"/>
                          </a:lnTo>
                          <a:lnTo>
                            <a:pt x="320" y="48"/>
                          </a:lnTo>
                          <a:lnTo>
                            <a:pt x="308" y="37"/>
                          </a:lnTo>
                          <a:lnTo>
                            <a:pt x="281" y="22"/>
                          </a:lnTo>
                          <a:lnTo>
                            <a:pt x="254" y="10"/>
                          </a:lnTo>
                          <a:lnTo>
                            <a:pt x="230" y="4"/>
                          </a:lnTo>
                          <a:lnTo>
                            <a:pt x="204" y="0"/>
                          </a:lnTo>
                          <a:lnTo>
                            <a:pt x="167" y="2"/>
                          </a:lnTo>
                          <a:lnTo>
                            <a:pt x="117" y="18"/>
                          </a:lnTo>
                          <a:lnTo>
                            <a:pt x="71" y="37"/>
                          </a:lnTo>
                          <a:lnTo>
                            <a:pt x="24" y="62"/>
                          </a:lnTo>
                          <a:lnTo>
                            <a:pt x="13" y="68"/>
                          </a:lnTo>
                          <a:lnTo>
                            <a:pt x="3" y="80"/>
                          </a:lnTo>
                          <a:lnTo>
                            <a:pt x="0" y="93"/>
                          </a:lnTo>
                          <a:lnTo>
                            <a:pt x="0" y="113"/>
                          </a:lnTo>
                          <a:lnTo>
                            <a:pt x="3" y="134"/>
                          </a:lnTo>
                          <a:lnTo>
                            <a:pt x="11" y="153"/>
                          </a:lnTo>
                        </a:path>
                      </a:pathLst>
                    </a:custGeom>
                    <a:solidFill>
                      <a:srgbClr val="201000"/>
                    </a:solidFill>
                    <a:ln w="12700" cap="rnd">
                      <a:noFill/>
                      <a:round/>
                      <a:headEnd/>
                      <a:tailEnd/>
                    </a:ln>
                  </p:spPr>
                  <p:txBody>
                    <a:bodyPr/>
                    <a:lstStyle/>
                    <a:p>
                      <a:pPr algn="ctr"/>
                      <a:endParaRPr lang="pt-BR" sz="2400"/>
                    </a:p>
                  </p:txBody>
                </p:sp>
                <p:sp>
                  <p:nvSpPr>
                    <p:cNvPr id="638" name="Oval 48"/>
                    <p:cNvSpPr>
                      <a:spLocks noChangeArrowheads="1"/>
                    </p:cNvSpPr>
                    <p:nvPr/>
                  </p:nvSpPr>
                  <p:spPr bwMode="auto">
                    <a:xfrm>
                      <a:off x="4513" y="1385"/>
                      <a:ext cx="153" cy="114"/>
                    </a:xfrm>
                    <a:prstGeom prst="ellipse">
                      <a:avLst/>
                    </a:prstGeom>
                    <a:solidFill>
                      <a:srgbClr val="000000"/>
                    </a:solidFill>
                    <a:ln w="12700">
                      <a:noFill/>
                      <a:round/>
                      <a:headEnd/>
                      <a:tailEnd/>
                    </a:ln>
                  </p:spPr>
                  <p:txBody>
                    <a:bodyPr wrap="none" anchor="ctr"/>
                    <a:lstStyle/>
                    <a:p>
                      <a:pPr algn="ctr"/>
                      <a:endParaRPr lang="pt-BR" sz="2400"/>
                    </a:p>
                  </p:txBody>
                </p:sp>
                <p:sp>
                  <p:nvSpPr>
                    <p:cNvPr id="639" name="Oval 49"/>
                    <p:cNvSpPr>
                      <a:spLocks noChangeArrowheads="1"/>
                    </p:cNvSpPr>
                    <p:nvPr/>
                  </p:nvSpPr>
                  <p:spPr bwMode="auto">
                    <a:xfrm>
                      <a:off x="4507" y="1384"/>
                      <a:ext cx="61" cy="41"/>
                    </a:xfrm>
                    <a:prstGeom prst="ellipse">
                      <a:avLst/>
                    </a:prstGeom>
                    <a:solidFill>
                      <a:srgbClr val="FFFFFF"/>
                    </a:solidFill>
                    <a:ln w="12700">
                      <a:noFill/>
                      <a:round/>
                      <a:headEnd/>
                      <a:tailEnd/>
                    </a:ln>
                  </p:spPr>
                  <p:txBody>
                    <a:bodyPr wrap="none" anchor="ctr"/>
                    <a:lstStyle/>
                    <a:p>
                      <a:pPr algn="ctr"/>
                      <a:endParaRPr lang="pt-BR" sz="2400"/>
                    </a:p>
                  </p:txBody>
                </p:sp>
              </p:grpSp>
            </p:grpSp>
          </p:grpSp>
          <p:grpSp>
            <p:nvGrpSpPr>
              <p:cNvPr id="625" name="Group 50"/>
              <p:cNvGrpSpPr>
                <a:grpSpLocks/>
              </p:cNvGrpSpPr>
              <p:nvPr/>
            </p:nvGrpSpPr>
            <p:grpSpPr bwMode="auto">
              <a:xfrm>
                <a:off x="4280" y="1312"/>
                <a:ext cx="637" cy="288"/>
                <a:chOff x="4280" y="1312"/>
                <a:chExt cx="637" cy="288"/>
              </a:xfrm>
            </p:grpSpPr>
            <p:sp>
              <p:nvSpPr>
                <p:cNvPr id="626" name="Freeform 51"/>
                <p:cNvSpPr>
                  <a:spLocks/>
                </p:cNvSpPr>
                <p:nvPr/>
              </p:nvSpPr>
              <p:spPr bwMode="auto">
                <a:xfrm>
                  <a:off x="4876" y="1424"/>
                  <a:ext cx="41" cy="26"/>
                </a:xfrm>
                <a:custGeom>
                  <a:avLst/>
                  <a:gdLst>
                    <a:gd name="T0" fmla="*/ 4 w 41"/>
                    <a:gd name="T1" fmla="*/ 2 h 26"/>
                    <a:gd name="T2" fmla="*/ 11 w 41"/>
                    <a:gd name="T3" fmla="*/ 2 h 26"/>
                    <a:gd name="T4" fmla="*/ 30 w 41"/>
                    <a:gd name="T5" fmla="*/ 0 h 26"/>
                    <a:gd name="T6" fmla="*/ 36 w 41"/>
                    <a:gd name="T7" fmla="*/ 2 h 26"/>
                    <a:gd name="T8" fmla="*/ 40 w 41"/>
                    <a:gd name="T9" fmla="*/ 5 h 26"/>
                    <a:gd name="T10" fmla="*/ 40 w 41"/>
                    <a:gd name="T11" fmla="*/ 8 h 26"/>
                    <a:gd name="T12" fmla="*/ 36 w 41"/>
                    <a:gd name="T13" fmla="*/ 14 h 26"/>
                    <a:gd name="T14" fmla="*/ 28 w 41"/>
                    <a:gd name="T15" fmla="*/ 19 h 26"/>
                    <a:gd name="T16" fmla="*/ 19 w 41"/>
                    <a:gd name="T17" fmla="*/ 22 h 26"/>
                    <a:gd name="T18" fmla="*/ 6 w 41"/>
                    <a:gd name="T19" fmla="*/ 25 h 26"/>
                    <a:gd name="T20" fmla="*/ 0 w 41"/>
                    <a:gd name="T21" fmla="*/ 25 h 26"/>
                    <a:gd name="T22" fmla="*/ 6 w 41"/>
                    <a:gd name="T23" fmla="*/ 20 h 26"/>
                    <a:gd name="T24" fmla="*/ 9 w 41"/>
                    <a:gd name="T25" fmla="*/ 17 h 26"/>
                    <a:gd name="T26" fmla="*/ 13 w 41"/>
                    <a:gd name="T27" fmla="*/ 13 h 26"/>
                    <a:gd name="T28" fmla="*/ 13 w 41"/>
                    <a:gd name="T29" fmla="*/ 9 h 26"/>
                    <a:gd name="T30" fmla="*/ 4 w 41"/>
                    <a:gd name="T31" fmla="*/ 2 h 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1"/>
                    <a:gd name="T49" fmla="*/ 0 h 26"/>
                    <a:gd name="T50" fmla="*/ 41 w 41"/>
                    <a:gd name="T51" fmla="*/ 26 h 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1" h="26">
                      <a:moveTo>
                        <a:pt x="4" y="2"/>
                      </a:moveTo>
                      <a:lnTo>
                        <a:pt x="11" y="2"/>
                      </a:lnTo>
                      <a:lnTo>
                        <a:pt x="30" y="0"/>
                      </a:lnTo>
                      <a:lnTo>
                        <a:pt x="36" y="2"/>
                      </a:lnTo>
                      <a:lnTo>
                        <a:pt x="40" y="5"/>
                      </a:lnTo>
                      <a:lnTo>
                        <a:pt x="40" y="8"/>
                      </a:lnTo>
                      <a:lnTo>
                        <a:pt x="36" y="14"/>
                      </a:lnTo>
                      <a:lnTo>
                        <a:pt x="28" y="19"/>
                      </a:lnTo>
                      <a:lnTo>
                        <a:pt x="19" y="22"/>
                      </a:lnTo>
                      <a:lnTo>
                        <a:pt x="6" y="25"/>
                      </a:lnTo>
                      <a:lnTo>
                        <a:pt x="0" y="25"/>
                      </a:lnTo>
                      <a:lnTo>
                        <a:pt x="6" y="20"/>
                      </a:lnTo>
                      <a:lnTo>
                        <a:pt x="9" y="17"/>
                      </a:lnTo>
                      <a:lnTo>
                        <a:pt x="13" y="13"/>
                      </a:lnTo>
                      <a:lnTo>
                        <a:pt x="13" y="9"/>
                      </a:lnTo>
                      <a:lnTo>
                        <a:pt x="4" y="2"/>
                      </a:lnTo>
                    </a:path>
                  </a:pathLst>
                </a:custGeom>
                <a:solidFill>
                  <a:srgbClr val="600000"/>
                </a:solidFill>
                <a:ln w="12700" cap="rnd">
                  <a:noFill/>
                  <a:round/>
                  <a:headEnd/>
                  <a:tailEnd/>
                </a:ln>
              </p:spPr>
              <p:txBody>
                <a:bodyPr/>
                <a:lstStyle/>
                <a:p>
                  <a:pPr algn="ctr"/>
                  <a:endParaRPr lang="pt-BR" sz="2400"/>
                </a:p>
              </p:txBody>
            </p:sp>
            <p:grpSp>
              <p:nvGrpSpPr>
                <p:cNvPr id="627" name="Group 52"/>
                <p:cNvGrpSpPr>
                  <a:grpSpLocks/>
                </p:cNvGrpSpPr>
                <p:nvPr/>
              </p:nvGrpSpPr>
              <p:grpSpPr bwMode="auto">
                <a:xfrm>
                  <a:off x="4280" y="1312"/>
                  <a:ext cx="621" cy="288"/>
                  <a:chOff x="4280" y="1312"/>
                  <a:chExt cx="621" cy="288"/>
                </a:xfrm>
              </p:grpSpPr>
              <p:sp>
                <p:nvSpPr>
                  <p:cNvPr id="628" name="Freeform 53"/>
                  <p:cNvSpPr>
                    <a:spLocks/>
                  </p:cNvSpPr>
                  <p:nvPr/>
                </p:nvSpPr>
                <p:spPr bwMode="auto">
                  <a:xfrm>
                    <a:off x="4280" y="1442"/>
                    <a:ext cx="609" cy="158"/>
                  </a:xfrm>
                  <a:custGeom>
                    <a:avLst/>
                    <a:gdLst>
                      <a:gd name="T0" fmla="*/ 5 w 609"/>
                      <a:gd name="T1" fmla="*/ 111 h 158"/>
                      <a:gd name="T2" fmla="*/ 30 w 609"/>
                      <a:gd name="T3" fmla="*/ 122 h 158"/>
                      <a:gd name="T4" fmla="*/ 57 w 609"/>
                      <a:gd name="T5" fmla="*/ 128 h 158"/>
                      <a:gd name="T6" fmla="*/ 89 w 609"/>
                      <a:gd name="T7" fmla="*/ 132 h 158"/>
                      <a:gd name="T8" fmla="*/ 140 w 609"/>
                      <a:gd name="T9" fmla="*/ 136 h 158"/>
                      <a:gd name="T10" fmla="*/ 176 w 609"/>
                      <a:gd name="T11" fmla="*/ 136 h 158"/>
                      <a:gd name="T12" fmla="*/ 210 w 609"/>
                      <a:gd name="T13" fmla="*/ 134 h 158"/>
                      <a:gd name="T14" fmla="*/ 254 w 609"/>
                      <a:gd name="T15" fmla="*/ 130 h 158"/>
                      <a:gd name="T16" fmla="*/ 301 w 609"/>
                      <a:gd name="T17" fmla="*/ 124 h 158"/>
                      <a:gd name="T18" fmla="*/ 339 w 609"/>
                      <a:gd name="T19" fmla="*/ 118 h 158"/>
                      <a:gd name="T20" fmla="*/ 376 w 609"/>
                      <a:gd name="T21" fmla="*/ 111 h 158"/>
                      <a:gd name="T22" fmla="*/ 417 w 609"/>
                      <a:gd name="T23" fmla="*/ 95 h 158"/>
                      <a:gd name="T24" fmla="*/ 451 w 609"/>
                      <a:gd name="T25" fmla="*/ 83 h 158"/>
                      <a:gd name="T26" fmla="*/ 484 w 609"/>
                      <a:gd name="T27" fmla="*/ 70 h 158"/>
                      <a:gd name="T28" fmla="*/ 514 w 609"/>
                      <a:gd name="T29" fmla="*/ 56 h 158"/>
                      <a:gd name="T30" fmla="*/ 540 w 609"/>
                      <a:gd name="T31" fmla="*/ 40 h 158"/>
                      <a:gd name="T32" fmla="*/ 556 w 609"/>
                      <a:gd name="T33" fmla="*/ 29 h 158"/>
                      <a:gd name="T34" fmla="*/ 573 w 609"/>
                      <a:gd name="T35" fmla="*/ 20 h 158"/>
                      <a:gd name="T36" fmla="*/ 608 w 609"/>
                      <a:gd name="T37" fmla="*/ 0 h 158"/>
                      <a:gd name="T38" fmla="*/ 608 w 609"/>
                      <a:gd name="T39" fmla="*/ 8 h 158"/>
                      <a:gd name="T40" fmla="*/ 597 w 609"/>
                      <a:gd name="T41" fmla="*/ 23 h 158"/>
                      <a:gd name="T42" fmla="*/ 570 w 609"/>
                      <a:gd name="T43" fmla="*/ 42 h 158"/>
                      <a:gd name="T44" fmla="*/ 537 w 609"/>
                      <a:gd name="T45" fmla="*/ 58 h 158"/>
                      <a:gd name="T46" fmla="*/ 522 w 609"/>
                      <a:gd name="T47" fmla="*/ 68 h 158"/>
                      <a:gd name="T48" fmla="*/ 500 w 609"/>
                      <a:gd name="T49" fmla="*/ 81 h 158"/>
                      <a:gd name="T50" fmla="*/ 481 w 609"/>
                      <a:gd name="T51" fmla="*/ 91 h 158"/>
                      <a:gd name="T52" fmla="*/ 459 w 609"/>
                      <a:gd name="T53" fmla="*/ 103 h 158"/>
                      <a:gd name="T54" fmla="*/ 434 w 609"/>
                      <a:gd name="T55" fmla="*/ 111 h 158"/>
                      <a:gd name="T56" fmla="*/ 406 w 609"/>
                      <a:gd name="T57" fmla="*/ 120 h 158"/>
                      <a:gd name="T58" fmla="*/ 368 w 609"/>
                      <a:gd name="T59" fmla="*/ 130 h 158"/>
                      <a:gd name="T60" fmla="*/ 326 w 609"/>
                      <a:gd name="T61" fmla="*/ 137 h 158"/>
                      <a:gd name="T62" fmla="*/ 290 w 609"/>
                      <a:gd name="T63" fmla="*/ 141 h 158"/>
                      <a:gd name="T64" fmla="*/ 267 w 609"/>
                      <a:gd name="T65" fmla="*/ 145 h 158"/>
                      <a:gd name="T66" fmla="*/ 243 w 609"/>
                      <a:gd name="T67" fmla="*/ 149 h 158"/>
                      <a:gd name="T68" fmla="*/ 213 w 609"/>
                      <a:gd name="T69" fmla="*/ 151 h 158"/>
                      <a:gd name="T70" fmla="*/ 183 w 609"/>
                      <a:gd name="T71" fmla="*/ 155 h 158"/>
                      <a:gd name="T72" fmla="*/ 154 w 609"/>
                      <a:gd name="T73" fmla="*/ 157 h 158"/>
                      <a:gd name="T74" fmla="*/ 127 w 609"/>
                      <a:gd name="T75" fmla="*/ 157 h 158"/>
                      <a:gd name="T76" fmla="*/ 91 w 609"/>
                      <a:gd name="T77" fmla="*/ 157 h 158"/>
                      <a:gd name="T78" fmla="*/ 57 w 609"/>
                      <a:gd name="T79" fmla="*/ 153 h 158"/>
                      <a:gd name="T80" fmla="*/ 35 w 609"/>
                      <a:gd name="T81" fmla="*/ 149 h 158"/>
                      <a:gd name="T82" fmla="*/ 16 w 609"/>
                      <a:gd name="T83" fmla="*/ 139 h 158"/>
                      <a:gd name="T84" fmla="*/ 0 w 609"/>
                      <a:gd name="T85" fmla="*/ 145 h 158"/>
                      <a:gd name="T86" fmla="*/ 0 w 609"/>
                      <a:gd name="T87" fmla="*/ 134 h 158"/>
                      <a:gd name="T88" fmla="*/ 5 w 609"/>
                      <a:gd name="T89" fmla="*/ 111 h 15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09"/>
                      <a:gd name="T136" fmla="*/ 0 h 158"/>
                      <a:gd name="T137" fmla="*/ 609 w 609"/>
                      <a:gd name="T138" fmla="*/ 158 h 15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09" h="158">
                        <a:moveTo>
                          <a:pt x="5" y="111"/>
                        </a:moveTo>
                        <a:lnTo>
                          <a:pt x="30" y="122"/>
                        </a:lnTo>
                        <a:lnTo>
                          <a:pt x="57" y="128"/>
                        </a:lnTo>
                        <a:lnTo>
                          <a:pt x="89" y="132"/>
                        </a:lnTo>
                        <a:lnTo>
                          <a:pt x="140" y="136"/>
                        </a:lnTo>
                        <a:lnTo>
                          <a:pt x="176" y="136"/>
                        </a:lnTo>
                        <a:lnTo>
                          <a:pt x="210" y="134"/>
                        </a:lnTo>
                        <a:lnTo>
                          <a:pt x="254" y="130"/>
                        </a:lnTo>
                        <a:lnTo>
                          <a:pt x="301" y="124"/>
                        </a:lnTo>
                        <a:lnTo>
                          <a:pt x="339" y="118"/>
                        </a:lnTo>
                        <a:lnTo>
                          <a:pt x="376" y="111"/>
                        </a:lnTo>
                        <a:lnTo>
                          <a:pt x="417" y="95"/>
                        </a:lnTo>
                        <a:lnTo>
                          <a:pt x="451" y="83"/>
                        </a:lnTo>
                        <a:lnTo>
                          <a:pt x="484" y="70"/>
                        </a:lnTo>
                        <a:lnTo>
                          <a:pt x="514" y="56"/>
                        </a:lnTo>
                        <a:lnTo>
                          <a:pt x="540" y="40"/>
                        </a:lnTo>
                        <a:lnTo>
                          <a:pt x="556" y="29"/>
                        </a:lnTo>
                        <a:lnTo>
                          <a:pt x="573" y="20"/>
                        </a:lnTo>
                        <a:lnTo>
                          <a:pt x="608" y="0"/>
                        </a:lnTo>
                        <a:lnTo>
                          <a:pt x="608" y="8"/>
                        </a:lnTo>
                        <a:lnTo>
                          <a:pt x="597" y="23"/>
                        </a:lnTo>
                        <a:lnTo>
                          <a:pt x="570" y="42"/>
                        </a:lnTo>
                        <a:lnTo>
                          <a:pt x="537" y="58"/>
                        </a:lnTo>
                        <a:lnTo>
                          <a:pt x="522" y="68"/>
                        </a:lnTo>
                        <a:lnTo>
                          <a:pt x="500" y="81"/>
                        </a:lnTo>
                        <a:lnTo>
                          <a:pt x="481" y="91"/>
                        </a:lnTo>
                        <a:lnTo>
                          <a:pt x="459" y="103"/>
                        </a:lnTo>
                        <a:lnTo>
                          <a:pt x="434" y="111"/>
                        </a:lnTo>
                        <a:lnTo>
                          <a:pt x="406" y="120"/>
                        </a:lnTo>
                        <a:lnTo>
                          <a:pt x="368" y="130"/>
                        </a:lnTo>
                        <a:lnTo>
                          <a:pt x="326" y="137"/>
                        </a:lnTo>
                        <a:lnTo>
                          <a:pt x="290" y="141"/>
                        </a:lnTo>
                        <a:lnTo>
                          <a:pt x="267" y="145"/>
                        </a:lnTo>
                        <a:lnTo>
                          <a:pt x="243" y="149"/>
                        </a:lnTo>
                        <a:lnTo>
                          <a:pt x="213" y="151"/>
                        </a:lnTo>
                        <a:lnTo>
                          <a:pt x="183" y="155"/>
                        </a:lnTo>
                        <a:lnTo>
                          <a:pt x="154" y="157"/>
                        </a:lnTo>
                        <a:lnTo>
                          <a:pt x="127" y="157"/>
                        </a:lnTo>
                        <a:lnTo>
                          <a:pt x="91" y="157"/>
                        </a:lnTo>
                        <a:lnTo>
                          <a:pt x="57" y="153"/>
                        </a:lnTo>
                        <a:lnTo>
                          <a:pt x="35" y="149"/>
                        </a:lnTo>
                        <a:lnTo>
                          <a:pt x="16" y="139"/>
                        </a:lnTo>
                        <a:lnTo>
                          <a:pt x="0" y="145"/>
                        </a:lnTo>
                        <a:lnTo>
                          <a:pt x="0" y="134"/>
                        </a:lnTo>
                        <a:lnTo>
                          <a:pt x="5" y="111"/>
                        </a:lnTo>
                      </a:path>
                    </a:pathLst>
                  </a:custGeom>
                  <a:solidFill>
                    <a:srgbClr val="201000"/>
                  </a:solidFill>
                  <a:ln w="12700" cap="rnd">
                    <a:noFill/>
                    <a:round/>
                    <a:headEnd/>
                    <a:tailEnd/>
                  </a:ln>
                </p:spPr>
                <p:txBody>
                  <a:bodyPr/>
                  <a:lstStyle/>
                  <a:p>
                    <a:pPr algn="ctr"/>
                    <a:endParaRPr lang="pt-BR" sz="2400"/>
                  </a:p>
                </p:txBody>
              </p:sp>
              <p:sp>
                <p:nvSpPr>
                  <p:cNvPr id="629" name="Freeform 54"/>
                  <p:cNvSpPr>
                    <a:spLocks/>
                  </p:cNvSpPr>
                  <p:nvPr/>
                </p:nvSpPr>
                <p:spPr bwMode="auto">
                  <a:xfrm>
                    <a:off x="4280" y="1312"/>
                    <a:ext cx="621" cy="232"/>
                  </a:xfrm>
                  <a:custGeom>
                    <a:avLst/>
                    <a:gdLst>
                      <a:gd name="T0" fmla="*/ 16 w 621"/>
                      <a:gd name="T1" fmla="*/ 211 h 232"/>
                      <a:gd name="T2" fmla="*/ 30 w 621"/>
                      <a:gd name="T3" fmla="*/ 180 h 232"/>
                      <a:gd name="T4" fmla="*/ 46 w 621"/>
                      <a:gd name="T5" fmla="*/ 158 h 232"/>
                      <a:gd name="T6" fmla="*/ 74 w 621"/>
                      <a:gd name="T7" fmla="*/ 139 h 232"/>
                      <a:gd name="T8" fmla="*/ 89 w 621"/>
                      <a:gd name="T9" fmla="*/ 119 h 232"/>
                      <a:gd name="T10" fmla="*/ 113 w 621"/>
                      <a:gd name="T11" fmla="*/ 96 h 232"/>
                      <a:gd name="T12" fmla="*/ 146 w 621"/>
                      <a:gd name="T13" fmla="*/ 83 h 232"/>
                      <a:gd name="T14" fmla="*/ 191 w 621"/>
                      <a:gd name="T15" fmla="*/ 59 h 232"/>
                      <a:gd name="T16" fmla="*/ 235 w 621"/>
                      <a:gd name="T17" fmla="*/ 41 h 232"/>
                      <a:gd name="T18" fmla="*/ 283 w 621"/>
                      <a:gd name="T19" fmla="*/ 24 h 232"/>
                      <a:gd name="T20" fmla="*/ 321 w 621"/>
                      <a:gd name="T21" fmla="*/ 16 h 232"/>
                      <a:gd name="T22" fmla="*/ 359 w 621"/>
                      <a:gd name="T23" fmla="*/ 20 h 232"/>
                      <a:gd name="T24" fmla="*/ 421 w 621"/>
                      <a:gd name="T25" fmla="*/ 35 h 232"/>
                      <a:gd name="T26" fmla="*/ 474 w 621"/>
                      <a:gd name="T27" fmla="*/ 59 h 232"/>
                      <a:gd name="T28" fmla="*/ 520 w 621"/>
                      <a:gd name="T29" fmla="*/ 77 h 232"/>
                      <a:gd name="T30" fmla="*/ 549 w 621"/>
                      <a:gd name="T31" fmla="*/ 96 h 232"/>
                      <a:gd name="T32" fmla="*/ 579 w 621"/>
                      <a:gd name="T33" fmla="*/ 108 h 232"/>
                      <a:gd name="T34" fmla="*/ 606 w 621"/>
                      <a:gd name="T35" fmla="*/ 110 h 232"/>
                      <a:gd name="T36" fmla="*/ 595 w 621"/>
                      <a:gd name="T37" fmla="*/ 96 h 232"/>
                      <a:gd name="T38" fmla="*/ 554 w 621"/>
                      <a:gd name="T39" fmla="*/ 71 h 232"/>
                      <a:gd name="T40" fmla="*/ 512 w 621"/>
                      <a:gd name="T41" fmla="*/ 49 h 232"/>
                      <a:gd name="T42" fmla="*/ 482 w 621"/>
                      <a:gd name="T43" fmla="*/ 35 h 232"/>
                      <a:gd name="T44" fmla="*/ 426 w 621"/>
                      <a:gd name="T45" fmla="*/ 20 h 232"/>
                      <a:gd name="T46" fmla="*/ 371 w 621"/>
                      <a:gd name="T47" fmla="*/ 6 h 232"/>
                      <a:gd name="T48" fmla="*/ 318 w 621"/>
                      <a:gd name="T49" fmla="*/ 0 h 232"/>
                      <a:gd name="T50" fmla="*/ 274 w 621"/>
                      <a:gd name="T51" fmla="*/ 4 h 232"/>
                      <a:gd name="T52" fmla="*/ 238 w 621"/>
                      <a:gd name="T53" fmla="*/ 12 h 232"/>
                      <a:gd name="T54" fmla="*/ 199 w 621"/>
                      <a:gd name="T55" fmla="*/ 26 h 232"/>
                      <a:gd name="T56" fmla="*/ 171 w 621"/>
                      <a:gd name="T57" fmla="*/ 43 h 232"/>
                      <a:gd name="T58" fmla="*/ 130 w 621"/>
                      <a:gd name="T59" fmla="*/ 67 h 232"/>
                      <a:gd name="T60" fmla="*/ 91 w 621"/>
                      <a:gd name="T61" fmla="*/ 96 h 232"/>
                      <a:gd name="T62" fmla="*/ 60 w 621"/>
                      <a:gd name="T63" fmla="*/ 123 h 232"/>
                      <a:gd name="T64" fmla="*/ 33 w 621"/>
                      <a:gd name="T65" fmla="*/ 150 h 232"/>
                      <a:gd name="T66" fmla="*/ 25 w 621"/>
                      <a:gd name="T67" fmla="*/ 170 h 232"/>
                      <a:gd name="T68" fmla="*/ 5 w 621"/>
                      <a:gd name="T69" fmla="*/ 206 h 23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21"/>
                      <a:gd name="T106" fmla="*/ 0 h 232"/>
                      <a:gd name="T107" fmla="*/ 621 w 621"/>
                      <a:gd name="T108" fmla="*/ 232 h 23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21" h="232">
                        <a:moveTo>
                          <a:pt x="0" y="231"/>
                        </a:moveTo>
                        <a:lnTo>
                          <a:pt x="16" y="211"/>
                        </a:lnTo>
                        <a:lnTo>
                          <a:pt x="27" y="200"/>
                        </a:lnTo>
                        <a:lnTo>
                          <a:pt x="30" y="180"/>
                        </a:lnTo>
                        <a:lnTo>
                          <a:pt x="36" y="168"/>
                        </a:lnTo>
                        <a:lnTo>
                          <a:pt x="46" y="158"/>
                        </a:lnTo>
                        <a:lnTo>
                          <a:pt x="60" y="149"/>
                        </a:lnTo>
                        <a:lnTo>
                          <a:pt x="74" y="139"/>
                        </a:lnTo>
                        <a:lnTo>
                          <a:pt x="82" y="129"/>
                        </a:lnTo>
                        <a:lnTo>
                          <a:pt x="89" y="119"/>
                        </a:lnTo>
                        <a:lnTo>
                          <a:pt x="102" y="106"/>
                        </a:lnTo>
                        <a:lnTo>
                          <a:pt x="113" y="96"/>
                        </a:lnTo>
                        <a:lnTo>
                          <a:pt x="127" y="91"/>
                        </a:lnTo>
                        <a:lnTo>
                          <a:pt x="146" y="83"/>
                        </a:lnTo>
                        <a:lnTo>
                          <a:pt x="168" y="71"/>
                        </a:lnTo>
                        <a:lnTo>
                          <a:pt x="191" y="59"/>
                        </a:lnTo>
                        <a:lnTo>
                          <a:pt x="210" y="51"/>
                        </a:lnTo>
                        <a:lnTo>
                          <a:pt x="235" y="41"/>
                        </a:lnTo>
                        <a:lnTo>
                          <a:pt x="257" y="34"/>
                        </a:lnTo>
                        <a:lnTo>
                          <a:pt x="283" y="24"/>
                        </a:lnTo>
                        <a:lnTo>
                          <a:pt x="305" y="16"/>
                        </a:lnTo>
                        <a:lnTo>
                          <a:pt x="321" y="16"/>
                        </a:lnTo>
                        <a:lnTo>
                          <a:pt x="337" y="16"/>
                        </a:lnTo>
                        <a:lnTo>
                          <a:pt x="359" y="20"/>
                        </a:lnTo>
                        <a:lnTo>
                          <a:pt x="382" y="26"/>
                        </a:lnTo>
                        <a:lnTo>
                          <a:pt x="421" y="35"/>
                        </a:lnTo>
                        <a:lnTo>
                          <a:pt x="448" y="49"/>
                        </a:lnTo>
                        <a:lnTo>
                          <a:pt x="474" y="59"/>
                        </a:lnTo>
                        <a:lnTo>
                          <a:pt x="501" y="71"/>
                        </a:lnTo>
                        <a:lnTo>
                          <a:pt x="520" y="77"/>
                        </a:lnTo>
                        <a:lnTo>
                          <a:pt x="534" y="85"/>
                        </a:lnTo>
                        <a:lnTo>
                          <a:pt x="549" y="96"/>
                        </a:lnTo>
                        <a:lnTo>
                          <a:pt x="568" y="104"/>
                        </a:lnTo>
                        <a:lnTo>
                          <a:pt x="579" y="108"/>
                        </a:lnTo>
                        <a:lnTo>
                          <a:pt x="595" y="110"/>
                        </a:lnTo>
                        <a:lnTo>
                          <a:pt x="606" y="110"/>
                        </a:lnTo>
                        <a:lnTo>
                          <a:pt x="620" y="110"/>
                        </a:lnTo>
                        <a:lnTo>
                          <a:pt x="595" y="96"/>
                        </a:lnTo>
                        <a:lnTo>
                          <a:pt x="574" y="81"/>
                        </a:lnTo>
                        <a:lnTo>
                          <a:pt x="554" y="71"/>
                        </a:lnTo>
                        <a:lnTo>
                          <a:pt x="537" y="61"/>
                        </a:lnTo>
                        <a:lnTo>
                          <a:pt x="512" y="49"/>
                        </a:lnTo>
                        <a:lnTo>
                          <a:pt x="498" y="41"/>
                        </a:lnTo>
                        <a:lnTo>
                          <a:pt x="482" y="35"/>
                        </a:lnTo>
                        <a:lnTo>
                          <a:pt x="449" y="28"/>
                        </a:lnTo>
                        <a:lnTo>
                          <a:pt x="426" y="20"/>
                        </a:lnTo>
                        <a:lnTo>
                          <a:pt x="399" y="12"/>
                        </a:lnTo>
                        <a:lnTo>
                          <a:pt x="371" y="6"/>
                        </a:lnTo>
                        <a:lnTo>
                          <a:pt x="340" y="0"/>
                        </a:lnTo>
                        <a:lnTo>
                          <a:pt x="318" y="0"/>
                        </a:lnTo>
                        <a:lnTo>
                          <a:pt x="296" y="2"/>
                        </a:lnTo>
                        <a:lnTo>
                          <a:pt x="274" y="4"/>
                        </a:lnTo>
                        <a:lnTo>
                          <a:pt x="257" y="6"/>
                        </a:lnTo>
                        <a:lnTo>
                          <a:pt x="238" y="12"/>
                        </a:lnTo>
                        <a:lnTo>
                          <a:pt x="219" y="18"/>
                        </a:lnTo>
                        <a:lnTo>
                          <a:pt x="199" y="26"/>
                        </a:lnTo>
                        <a:lnTo>
                          <a:pt x="183" y="34"/>
                        </a:lnTo>
                        <a:lnTo>
                          <a:pt x="171" y="43"/>
                        </a:lnTo>
                        <a:lnTo>
                          <a:pt x="152" y="55"/>
                        </a:lnTo>
                        <a:lnTo>
                          <a:pt x="130" y="67"/>
                        </a:lnTo>
                        <a:lnTo>
                          <a:pt x="108" y="81"/>
                        </a:lnTo>
                        <a:lnTo>
                          <a:pt x="91" y="96"/>
                        </a:lnTo>
                        <a:lnTo>
                          <a:pt x="76" y="106"/>
                        </a:lnTo>
                        <a:lnTo>
                          <a:pt x="60" y="123"/>
                        </a:lnTo>
                        <a:lnTo>
                          <a:pt x="46" y="137"/>
                        </a:lnTo>
                        <a:lnTo>
                          <a:pt x="33" y="150"/>
                        </a:lnTo>
                        <a:lnTo>
                          <a:pt x="25" y="162"/>
                        </a:lnTo>
                        <a:lnTo>
                          <a:pt x="25" y="170"/>
                        </a:lnTo>
                        <a:lnTo>
                          <a:pt x="14" y="184"/>
                        </a:lnTo>
                        <a:lnTo>
                          <a:pt x="5" y="206"/>
                        </a:lnTo>
                        <a:lnTo>
                          <a:pt x="0" y="231"/>
                        </a:lnTo>
                      </a:path>
                    </a:pathLst>
                  </a:custGeom>
                  <a:solidFill>
                    <a:srgbClr val="202020"/>
                  </a:solidFill>
                  <a:ln w="12700" cap="rnd">
                    <a:noFill/>
                    <a:round/>
                    <a:headEnd/>
                    <a:tailEnd/>
                  </a:ln>
                </p:spPr>
                <p:txBody>
                  <a:bodyPr/>
                  <a:lstStyle/>
                  <a:p>
                    <a:pPr algn="ctr"/>
                    <a:endParaRPr lang="pt-BR" sz="2400"/>
                  </a:p>
                </p:txBody>
              </p:sp>
            </p:grpSp>
          </p:grpSp>
        </p:grpSp>
      </p:grpSp>
      <p:sp>
        <p:nvSpPr>
          <p:cNvPr id="673" name="Freeform 55"/>
          <p:cNvSpPr>
            <a:spLocks/>
          </p:cNvSpPr>
          <p:nvPr/>
        </p:nvSpPr>
        <p:spPr bwMode="auto">
          <a:xfrm>
            <a:off x="785845" y="1676400"/>
            <a:ext cx="9245600" cy="3962400"/>
          </a:xfrm>
          <a:custGeom>
            <a:avLst/>
            <a:gdLst>
              <a:gd name="T0" fmla="*/ 2147483647 w 4368"/>
              <a:gd name="T1" fmla="*/ 0 h 1872"/>
              <a:gd name="T2" fmla="*/ 2147483647 w 4368"/>
              <a:gd name="T3" fmla="*/ 0 h 1872"/>
              <a:gd name="T4" fmla="*/ 2147483647 w 4368"/>
              <a:gd name="T5" fmla="*/ 2147483647 h 1872"/>
              <a:gd name="T6" fmla="*/ 2147483647 w 4368"/>
              <a:gd name="T7" fmla="*/ 2147483647 h 1872"/>
              <a:gd name="T8" fmla="*/ 0 w 4368"/>
              <a:gd name="T9" fmla="*/ 0 h 1872"/>
              <a:gd name="T10" fmla="*/ 0 60000 65536"/>
              <a:gd name="T11" fmla="*/ 0 60000 65536"/>
              <a:gd name="T12" fmla="*/ 0 60000 65536"/>
              <a:gd name="T13" fmla="*/ 0 60000 65536"/>
              <a:gd name="T14" fmla="*/ 0 60000 65536"/>
              <a:gd name="T15" fmla="*/ 0 w 4368"/>
              <a:gd name="T16" fmla="*/ 0 h 1872"/>
              <a:gd name="T17" fmla="*/ 4368 w 4368"/>
              <a:gd name="T18" fmla="*/ 1872 h 1872"/>
            </a:gdLst>
            <a:ahLst/>
            <a:cxnLst>
              <a:cxn ang="T10">
                <a:pos x="T0" y="T1"/>
              </a:cxn>
              <a:cxn ang="T11">
                <a:pos x="T2" y="T3"/>
              </a:cxn>
              <a:cxn ang="T12">
                <a:pos x="T4" y="T5"/>
              </a:cxn>
              <a:cxn ang="T13">
                <a:pos x="T6" y="T7"/>
              </a:cxn>
              <a:cxn ang="T14">
                <a:pos x="T8" y="T9"/>
              </a:cxn>
            </a:cxnLst>
            <a:rect l="T15" t="T16" r="T17" b="T18"/>
            <a:pathLst>
              <a:path w="4368" h="1872">
                <a:moveTo>
                  <a:pt x="48" y="0"/>
                </a:moveTo>
                <a:lnTo>
                  <a:pt x="3504" y="0"/>
                </a:lnTo>
                <a:lnTo>
                  <a:pt x="4368" y="1728"/>
                </a:lnTo>
                <a:lnTo>
                  <a:pt x="4224" y="1872"/>
                </a:lnTo>
                <a:lnTo>
                  <a:pt x="0" y="0"/>
                </a:lnTo>
              </a:path>
            </a:pathLst>
          </a:custGeom>
          <a:solidFill>
            <a:srgbClr val="FF3300"/>
          </a:solidFill>
          <a:ln w="12700">
            <a:noFill/>
            <a:round/>
            <a:headEnd/>
            <a:tailEnd/>
          </a:ln>
        </p:spPr>
        <p:txBody>
          <a:bodyPr wrap="none" anchor="ctr"/>
          <a:lstStyle/>
          <a:p>
            <a:pPr algn="ctr"/>
            <a:endParaRPr lang="pt-BR" sz="2400"/>
          </a:p>
        </p:txBody>
      </p:sp>
      <p:grpSp>
        <p:nvGrpSpPr>
          <p:cNvPr id="674" name="Group 673"/>
          <p:cNvGrpSpPr>
            <a:grpSpLocks/>
          </p:cNvGrpSpPr>
          <p:nvPr/>
        </p:nvGrpSpPr>
        <p:grpSpPr bwMode="auto">
          <a:xfrm>
            <a:off x="6522012" y="2448984"/>
            <a:ext cx="1422400" cy="1625600"/>
            <a:chOff x="3094" y="1901"/>
            <a:chExt cx="672" cy="768"/>
          </a:xfrm>
        </p:grpSpPr>
        <p:grpSp>
          <p:nvGrpSpPr>
            <p:cNvPr id="675" name="Group 674"/>
            <p:cNvGrpSpPr>
              <a:grpSpLocks/>
            </p:cNvGrpSpPr>
            <p:nvPr/>
          </p:nvGrpSpPr>
          <p:grpSpPr bwMode="auto">
            <a:xfrm>
              <a:off x="3094" y="1901"/>
              <a:ext cx="576" cy="672"/>
              <a:chOff x="576" y="3552"/>
              <a:chExt cx="576" cy="672"/>
            </a:xfrm>
          </p:grpSpPr>
          <p:sp>
            <p:nvSpPr>
              <p:cNvPr id="693" name="AutoShape 675"/>
              <p:cNvSpPr>
                <a:spLocks noChangeArrowheads="1"/>
              </p:cNvSpPr>
              <p:nvPr/>
            </p:nvSpPr>
            <p:spPr bwMode="auto">
              <a:xfrm>
                <a:off x="576" y="3552"/>
                <a:ext cx="576" cy="672"/>
              </a:xfrm>
              <a:prstGeom prst="foldedCorner">
                <a:avLst>
                  <a:gd name="adj" fmla="val 18227"/>
                </a:avLst>
              </a:prstGeom>
              <a:solidFill>
                <a:schemeClr val="bg1"/>
              </a:solidFill>
              <a:ln w="9525">
                <a:solidFill>
                  <a:srgbClr val="000000"/>
                </a:solidFill>
                <a:round/>
                <a:headEnd/>
                <a:tailEnd/>
              </a:ln>
            </p:spPr>
            <p:txBody>
              <a:bodyPr wrap="none" anchor="ctr"/>
              <a:lstStyle/>
              <a:p>
                <a:pPr algn="ctr"/>
                <a:endParaRPr lang="pt-BR" sz="2400"/>
              </a:p>
            </p:txBody>
          </p:sp>
          <p:sp>
            <p:nvSpPr>
              <p:cNvPr id="694" name="AutoShape 676"/>
              <p:cNvSpPr>
                <a:spLocks noChangeArrowheads="1"/>
              </p:cNvSpPr>
              <p:nvPr/>
            </p:nvSpPr>
            <p:spPr bwMode="auto">
              <a:xfrm>
                <a:off x="672" y="3648"/>
                <a:ext cx="144" cy="96"/>
              </a:xfrm>
              <a:prstGeom prst="flowChartAlternateProcess">
                <a:avLst/>
              </a:prstGeom>
              <a:solidFill>
                <a:schemeClr val="bg1"/>
              </a:solidFill>
              <a:ln w="9525">
                <a:solidFill>
                  <a:srgbClr val="000000"/>
                </a:solidFill>
                <a:miter lim="800000"/>
                <a:headEnd/>
                <a:tailEnd/>
              </a:ln>
            </p:spPr>
            <p:txBody>
              <a:bodyPr wrap="none" anchor="ctr"/>
              <a:lstStyle/>
              <a:p>
                <a:pPr algn="ctr"/>
                <a:endParaRPr lang="pt-BR" sz="2400"/>
              </a:p>
            </p:txBody>
          </p:sp>
          <p:sp>
            <p:nvSpPr>
              <p:cNvPr id="695" name="AutoShape 677"/>
              <p:cNvSpPr>
                <a:spLocks noChangeArrowheads="1"/>
              </p:cNvSpPr>
              <p:nvPr/>
            </p:nvSpPr>
            <p:spPr bwMode="auto">
              <a:xfrm>
                <a:off x="912" y="3648"/>
                <a:ext cx="144" cy="96"/>
              </a:xfrm>
              <a:prstGeom prst="flowChartAlternateProcess">
                <a:avLst/>
              </a:prstGeom>
              <a:solidFill>
                <a:schemeClr val="bg1"/>
              </a:solidFill>
              <a:ln w="9525">
                <a:solidFill>
                  <a:srgbClr val="000000"/>
                </a:solidFill>
                <a:miter lim="800000"/>
                <a:headEnd/>
                <a:tailEnd/>
              </a:ln>
            </p:spPr>
            <p:txBody>
              <a:bodyPr wrap="none" anchor="ctr"/>
              <a:lstStyle/>
              <a:p>
                <a:pPr algn="ctr"/>
                <a:endParaRPr lang="pt-BR" sz="2400"/>
              </a:p>
            </p:txBody>
          </p:sp>
          <p:sp>
            <p:nvSpPr>
              <p:cNvPr id="696" name="AutoShape 678"/>
              <p:cNvSpPr>
                <a:spLocks noChangeArrowheads="1"/>
              </p:cNvSpPr>
              <p:nvPr/>
            </p:nvSpPr>
            <p:spPr bwMode="auto">
              <a:xfrm>
                <a:off x="912" y="3792"/>
                <a:ext cx="144" cy="96"/>
              </a:xfrm>
              <a:prstGeom prst="flowChartDecision">
                <a:avLst/>
              </a:prstGeom>
              <a:solidFill>
                <a:schemeClr val="bg1"/>
              </a:solidFill>
              <a:ln w="9525">
                <a:solidFill>
                  <a:srgbClr val="000000"/>
                </a:solidFill>
                <a:miter lim="800000"/>
                <a:headEnd/>
                <a:tailEnd/>
              </a:ln>
            </p:spPr>
            <p:txBody>
              <a:bodyPr wrap="none" anchor="ctr"/>
              <a:lstStyle/>
              <a:p>
                <a:pPr algn="ctr"/>
                <a:endParaRPr lang="pt-BR" sz="2400"/>
              </a:p>
            </p:txBody>
          </p:sp>
          <p:sp>
            <p:nvSpPr>
              <p:cNvPr id="697" name="AutoShape 679"/>
              <p:cNvSpPr>
                <a:spLocks noChangeArrowheads="1"/>
              </p:cNvSpPr>
              <p:nvPr/>
            </p:nvSpPr>
            <p:spPr bwMode="auto">
              <a:xfrm>
                <a:off x="912" y="3936"/>
                <a:ext cx="144" cy="96"/>
              </a:xfrm>
              <a:prstGeom prst="flowChartAlternateProcess">
                <a:avLst/>
              </a:prstGeom>
              <a:solidFill>
                <a:schemeClr val="bg1"/>
              </a:solidFill>
              <a:ln w="9525">
                <a:solidFill>
                  <a:srgbClr val="000000"/>
                </a:solidFill>
                <a:miter lim="800000"/>
                <a:headEnd/>
                <a:tailEnd/>
              </a:ln>
            </p:spPr>
            <p:txBody>
              <a:bodyPr wrap="none" anchor="ctr"/>
              <a:lstStyle/>
              <a:p>
                <a:pPr algn="ctr"/>
                <a:endParaRPr lang="pt-BR" sz="2400"/>
              </a:p>
            </p:txBody>
          </p:sp>
          <p:cxnSp>
            <p:nvCxnSpPr>
              <p:cNvPr id="698" name="AutoShape 680"/>
              <p:cNvCxnSpPr>
                <a:cxnSpLocks noChangeShapeType="1"/>
                <a:stCxn id="694" idx="3"/>
                <a:endCxn id="695" idx="1"/>
              </p:cNvCxnSpPr>
              <p:nvPr/>
            </p:nvCxnSpPr>
            <p:spPr bwMode="auto">
              <a:xfrm>
                <a:off x="816" y="3696"/>
                <a:ext cx="96" cy="0"/>
              </a:xfrm>
              <a:prstGeom prst="straightConnector1">
                <a:avLst/>
              </a:prstGeom>
              <a:noFill/>
              <a:ln w="9525">
                <a:solidFill>
                  <a:srgbClr val="000000"/>
                </a:solidFill>
                <a:round/>
                <a:headEnd/>
                <a:tailEnd/>
              </a:ln>
            </p:spPr>
          </p:cxnSp>
          <p:cxnSp>
            <p:nvCxnSpPr>
              <p:cNvPr id="699" name="AutoShape 681"/>
              <p:cNvCxnSpPr>
                <a:cxnSpLocks noChangeShapeType="1"/>
                <a:stCxn id="695" idx="2"/>
                <a:endCxn id="696" idx="0"/>
              </p:cNvCxnSpPr>
              <p:nvPr/>
            </p:nvCxnSpPr>
            <p:spPr bwMode="auto">
              <a:xfrm rot="5400000">
                <a:off x="960" y="3768"/>
                <a:ext cx="48" cy="0"/>
              </a:xfrm>
              <a:prstGeom prst="straightConnector1">
                <a:avLst/>
              </a:prstGeom>
              <a:noFill/>
              <a:ln w="9525">
                <a:solidFill>
                  <a:srgbClr val="000000"/>
                </a:solidFill>
                <a:round/>
                <a:headEnd/>
                <a:tailEnd/>
              </a:ln>
            </p:spPr>
          </p:cxnSp>
          <p:cxnSp>
            <p:nvCxnSpPr>
              <p:cNvPr id="700" name="AutoShape 682"/>
              <p:cNvCxnSpPr>
                <a:cxnSpLocks noChangeShapeType="1"/>
                <a:stCxn id="696" idx="2"/>
                <a:endCxn id="697" idx="0"/>
              </p:cNvCxnSpPr>
              <p:nvPr/>
            </p:nvCxnSpPr>
            <p:spPr bwMode="auto">
              <a:xfrm>
                <a:off x="984" y="3888"/>
                <a:ext cx="0" cy="48"/>
              </a:xfrm>
              <a:prstGeom prst="straightConnector1">
                <a:avLst/>
              </a:prstGeom>
              <a:noFill/>
              <a:ln w="9525">
                <a:solidFill>
                  <a:srgbClr val="000000"/>
                </a:solidFill>
                <a:round/>
                <a:headEnd/>
                <a:tailEnd/>
              </a:ln>
            </p:spPr>
          </p:cxnSp>
        </p:grpSp>
        <p:grpSp>
          <p:nvGrpSpPr>
            <p:cNvPr id="676" name="Group 683"/>
            <p:cNvGrpSpPr>
              <a:grpSpLocks/>
            </p:cNvGrpSpPr>
            <p:nvPr/>
          </p:nvGrpSpPr>
          <p:grpSpPr bwMode="auto">
            <a:xfrm>
              <a:off x="3142" y="1949"/>
              <a:ext cx="576" cy="672"/>
              <a:chOff x="576" y="3552"/>
              <a:chExt cx="576" cy="672"/>
            </a:xfrm>
          </p:grpSpPr>
          <p:sp>
            <p:nvSpPr>
              <p:cNvPr id="685" name="AutoShape 684"/>
              <p:cNvSpPr>
                <a:spLocks noChangeArrowheads="1"/>
              </p:cNvSpPr>
              <p:nvPr/>
            </p:nvSpPr>
            <p:spPr bwMode="auto">
              <a:xfrm>
                <a:off x="576" y="3552"/>
                <a:ext cx="576" cy="672"/>
              </a:xfrm>
              <a:prstGeom prst="foldedCorner">
                <a:avLst>
                  <a:gd name="adj" fmla="val 18227"/>
                </a:avLst>
              </a:prstGeom>
              <a:solidFill>
                <a:schemeClr val="bg1"/>
              </a:solidFill>
              <a:ln w="9525">
                <a:solidFill>
                  <a:srgbClr val="000000"/>
                </a:solidFill>
                <a:round/>
                <a:headEnd/>
                <a:tailEnd/>
              </a:ln>
            </p:spPr>
            <p:txBody>
              <a:bodyPr wrap="none" anchor="ctr"/>
              <a:lstStyle/>
              <a:p>
                <a:pPr algn="ctr"/>
                <a:endParaRPr lang="pt-BR" sz="2400"/>
              </a:p>
            </p:txBody>
          </p:sp>
          <p:sp>
            <p:nvSpPr>
              <p:cNvPr id="686" name="AutoShape 685"/>
              <p:cNvSpPr>
                <a:spLocks noChangeArrowheads="1"/>
              </p:cNvSpPr>
              <p:nvPr/>
            </p:nvSpPr>
            <p:spPr bwMode="auto">
              <a:xfrm>
                <a:off x="672" y="3648"/>
                <a:ext cx="144" cy="96"/>
              </a:xfrm>
              <a:prstGeom prst="flowChartAlternateProcess">
                <a:avLst/>
              </a:prstGeom>
              <a:solidFill>
                <a:schemeClr val="bg1"/>
              </a:solidFill>
              <a:ln w="9525">
                <a:solidFill>
                  <a:srgbClr val="000000"/>
                </a:solidFill>
                <a:miter lim="800000"/>
                <a:headEnd/>
                <a:tailEnd/>
              </a:ln>
            </p:spPr>
            <p:txBody>
              <a:bodyPr wrap="none" anchor="ctr"/>
              <a:lstStyle/>
              <a:p>
                <a:pPr algn="ctr"/>
                <a:endParaRPr lang="pt-BR" sz="2400"/>
              </a:p>
            </p:txBody>
          </p:sp>
          <p:sp>
            <p:nvSpPr>
              <p:cNvPr id="687" name="AutoShape 686"/>
              <p:cNvSpPr>
                <a:spLocks noChangeArrowheads="1"/>
              </p:cNvSpPr>
              <p:nvPr/>
            </p:nvSpPr>
            <p:spPr bwMode="auto">
              <a:xfrm>
                <a:off x="912" y="3648"/>
                <a:ext cx="144" cy="96"/>
              </a:xfrm>
              <a:prstGeom prst="flowChartAlternateProcess">
                <a:avLst/>
              </a:prstGeom>
              <a:solidFill>
                <a:schemeClr val="bg1"/>
              </a:solidFill>
              <a:ln w="9525">
                <a:solidFill>
                  <a:srgbClr val="000000"/>
                </a:solidFill>
                <a:miter lim="800000"/>
                <a:headEnd/>
                <a:tailEnd/>
              </a:ln>
            </p:spPr>
            <p:txBody>
              <a:bodyPr wrap="none" anchor="ctr"/>
              <a:lstStyle/>
              <a:p>
                <a:pPr algn="ctr"/>
                <a:endParaRPr lang="pt-BR" sz="2400"/>
              </a:p>
            </p:txBody>
          </p:sp>
          <p:sp>
            <p:nvSpPr>
              <p:cNvPr id="688" name="AutoShape 687"/>
              <p:cNvSpPr>
                <a:spLocks noChangeArrowheads="1"/>
              </p:cNvSpPr>
              <p:nvPr/>
            </p:nvSpPr>
            <p:spPr bwMode="auto">
              <a:xfrm>
                <a:off x="912" y="3792"/>
                <a:ext cx="144" cy="96"/>
              </a:xfrm>
              <a:prstGeom prst="flowChartDecision">
                <a:avLst/>
              </a:prstGeom>
              <a:solidFill>
                <a:schemeClr val="bg1"/>
              </a:solidFill>
              <a:ln w="9525">
                <a:solidFill>
                  <a:srgbClr val="000000"/>
                </a:solidFill>
                <a:miter lim="800000"/>
                <a:headEnd/>
                <a:tailEnd/>
              </a:ln>
            </p:spPr>
            <p:txBody>
              <a:bodyPr wrap="none" anchor="ctr"/>
              <a:lstStyle/>
              <a:p>
                <a:pPr algn="ctr"/>
                <a:endParaRPr lang="pt-BR" sz="2400"/>
              </a:p>
            </p:txBody>
          </p:sp>
          <p:sp>
            <p:nvSpPr>
              <p:cNvPr id="689" name="AutoShape 688"/>
              <p:cNvSpPr>
                <a:spLocks noChangeArrowheads="1"/>
              </p:cNvSpPr>
              <p:nvPr/>
            </p:nvSpPr>
            <p:spPr bwMode="auto">
              <a:xfrm>
                <a:off x="912" y="3936"/>
                <a:ext cx="144" cy="96"/>
              </a:xfrm>
              <a:prstGeom prst="flowChartAlternateProcess">
                <a:avLst/>
              </a:prstGeom>
              <a:solidFill>
                <a:schemeClr val="bg1"/>
              </a:solidFill>
              <a:ln w="9525">
                <a:solidFill>
                  <a:srgbClr val="000000"/>
                </a:solidFill>
                <a:miter lim="800000"/>
                <a:headEnd/>
                <a:tailEnd/>
              </a:ln>
            </p:spPr>
            <p:txBody>
              <a:bodyPr wrap="none" anchor="ctr"/>
              <a:lstStyle/>
              <a:p>
                <a:pPr algn="ctr"/>
                <a:endParaRPr lang="pt-BR" sz="2400"/>
              </a:p>
            </p:txBody>
          </p:sp>
          <p:cxnSp>
            <p:nvCxnSpPr>
              <p:cNvPr id="690" name="AutoShape 689"/>
              <p:cNvCxnSpPr>
                <a:cxnSpLocks noChangeShapeType="1"/>
                <a:stCxn id="686" idx="3"/>
                <a:endCxn id="687" idx="1"/>
              </p:cNvCxnSpPr>
              <p:nvPr/>
            </p:nvCxnSpPr>
            <p:spPr bwMode="auto">
              <a:xfrm>
                <a:off x="816" y="3696"/>
                <a:ext cx="96" cy="0"/>
              </a:xfrm>
              <a:prstGeom prst="straightConnector1">
                <a:avLst/>
              </a:prstGeom>
              <a:noFill/>
              <a:ln w="9525">
                <a:solidFill>
                  <a:srgbClr val="000000"/>
                </a:solidFill>
                <a:round/>
                <a:headEnd/>
                <a:tailEnd/>
              </a:ln>
            </p:spPr>
          </p:cxnSp>
          <p:cxnSp>
            <p:nvCxnSpPr>
              <p:cNvPr id="691" name="AutoShape 690"/>
              <p:cNvCxnSpPr>
                <a:cxnSpLocks noChangeShapeType="1"/>
                <a:stCxn id="687" idx="2"/>
                <a:endCxn id="688" idx="0"/>
              </p:cNvCxnSpPr>
              <p:nvPr/>
            </p:nvCxnSpPr>
            <p:spPr bwMode="auto">
              <a:xfrm rot="5400000">
                <a:off x="960" y="3768"/>
                <a:ext cx="48" cy="0"/>
              </a:xfrm>
              <a:prstGeom prst="straightConnector1">
                <a:avLst/>
              </a:prstGeom>
              <a:noFill/>
              <a:ln w="9525">
                <a:solidFill>
                  <a:srgbClr val="000000"/>
                </a:solidFill>
                <a:round/>
                <a:headEnd/>
                <a:tailEnd/>
              </a:ln>
            </p:spPr>
          </p:cxnSp>
          <p:cxnSp>
            <p:nvCxnSpPr>
              <p:cNvPr id="692" name="AutoShape 691"/>
              <p:cNvCxnSpPr>
                <a:cxnSpLocks noChangeShapeType="1"/>
                <a:stCxn id="688" idx="2"/>
                <a:endCxn id="689" idx="0"/>
              </p:cNvCxnSpPr>
              <p:nvPr/>
            </p:nvCxnSpPr>
            <p:spPr bwMode="auto">
              <a:xfrm>
                <a:off x="984" y="3888"/>
                <a:ext cx="0" cy="48"/>
              </a:xfrm>
              <a:prstGeom prst="straightConnector1">
                <a:avLst/>
              </a:prstGeom>
              <a:noFill/>
              <a:ln w="9525">
                <a:solidFill>
                  <a:srgbClr val="000000"/>
                </a:solidFill>
                <a:round/>
                <a:headEnd/>
                <a:tailEnd/>
              </a:ln>
            </p:spPr>
          </p:cxnSp>
        </p:grpSp>
        <p:sp>
          <p:nvSpPr>
            <p:cNvPr id="677" name="AutoShape 692"/>
            <p:cNvSpPr>
              <a:spLocks noChangeArrowheads="1"/>
            </p:cNvSpPr>
            <p:nvPr/>
          </p:nvSpPr>
          <p:spPr bwMode="auto">
            <a:xfrm>
              <a:off x="3190" y="1997"/>
              <a:ext cx="576" cy="672"/>
            </a:xfrm>
            <a:prstGeom prst="foldedCorner">
              <a:avLst>
                <a:gd name="adj" fmla="val 18227"/>
              </a:avLst>
            </a:prstGeom>
            <a:solidFill>
              <a:schemeClr val="bg1"/>
            </a:solidFill>
            <a:ln w="9525">
              <a:solidFill>
                <a:srgbClr val="000000"/>
              </a:solidFill>
              <a:round/>
              <a:headEnd/>
              <a:tailEnd/>
            </a:ln>
          </p:spPr>
          <p:txBody>
            <a:bodyPr wrap="none" anchor="ctr"/>
            <a:lstStyle/>
            <a:p>
              <a:pPr algn="ctr"/>
              <a:endParaRPr lang="pt-BR" sz="2400"/>
            </a:p>
          </p:txBody>
        </p:sp>
        <p:sp>
          <p:nvSpPr>
            <p:cNvPr id="678" name="AutoShape 693"/>
            <p:cNvSpPr>
              <a:spLocks noChangeArrowheads="1"/>
            </p:cNvSpPr>
            <p:nvPr/>
          </p:nvSpPr>
          <p:spPr bwMode="auto">
            <a:xfrm>
              <a:off x="3286" y="2093"/>
              <a:ext cx="144" cy="96"/>
            </a:xfrm>
            <a:prstGeom prst="flowChartAlternateProcess">
              <a:avLst/>
            </a:prstGeom>
            <a:solidFill>
              <a:srgbClr val="FF3300"/>
            </a:solidFill>
            <a:ln w="9525">
              <a:solidFill>
                <a:srgbClr val="595959"/>
              </a:solidFill>
              <a:miter lim="800000"/>
              <a:headEnd/>
              <a:tailEnd/>
            </a:ln>
          </p:spPr>
          <p:txBody>
            <a:bodyPr wrap="none" anchor="ctr"/>
            <a:lstStyle/>
            <a:p>
              <a:pPr algn="ctr"/>
              <a:endParaRPr lang="pt-BR" sz="2400"/>
            </a:p>
          </p:txBody>
        </p:sp>
        <p:sp>
          <p:nvSpPr>
            <p:cNvPr id="679" name="AutoShape 694"/>
            <p:cNvSpPr>
              <a:spLocks noChangeArrowheads="1"/>
            </p:cNvSpPr>
            <p:nvPr/>
          </p:nvSpPr>
          <p:spPr bwMode="auto">
            <a:xfrm>
              <a:off x="3526" y="2093"/>
              <a:ext cx="144" cy="96"/>
            </a:xfrm>
            <a:prstGeom prst="flowChartAlternateProcess">
              <a:avLst/>
            </a:prstGeom>
            <a:solidFill>
              <a:srgbClr val="FF3300"/>
            </a:solidFill>
            <a:ln w="9525">
              <a:solidFill>
                <a:srgbClr val="595959"/>
              </a:solidFill>
              <a:miter lim="800000"/>
              <a:headEnd/>
              <a:tailEnd/>
            </a:ln>
          </p:spPr>
          <p:txBody>
            <a:bodyPr wrap="none" anchor="ctr"/>
            <a:lstStyle/>
            <a:p>
              <a:pPr algn="ctr"/>
              <a:endParaRPr lang="pt-BR" sz="2400"/>
            </a:p>
          </p:txBody>
        </p:sp>
        <p:sp>
          <p:nvSpPr>
            <p:cNvPr id="680" name="AutoShape 695"/>
            <p:cNvSpPr>
              <a:spLocks noChangeArrowheads="1"/>
            </p:cNvSpPr>
            <p:nvPr/>
          </p:nvSpPr>
          <p:spPr bwMode="auto">
            <a:xfrm>
              <a:off x="3526" y="2237"/>
              <a:ext cx="144" cy="96"/>
            </a:xfrm>
            <a:prstGeom prst="flowChartDecision">
              <a:avLst/>
            </a:prstGeom>
            <a:solidFill>
              <a:srgbClr val="FF3300"/>
            </a:solidFill>
            <a:ln w="9525">
              <a:solidFill>
                <a:srgbClr val="595959"/>
              </a:solidFill>
              <a:miter lim="800000"/>
              <a:headEnd/>
              <a:tailEnd/>
            </a:ln>
          </p:spPr>
          <p:txBody>
            <a:bodyPr wrap="none" anchor="ctr"/>
            <a:lstStyle/>
            <a:p>
              <a:pPr algn="ctr"/>
              <a:endParaRPr lang="pt-BR" sz="2400"/>
            </a:p>
          </p:txBody>
        </p:sp>
        <p:sp>
          <p:nvSpPr>
            <p:cNvPr id="681" name="AutoShape 696"/>
            <p:cNvSpPr>
              <a:spLocks noChangeArrowheads="1"/>
            </p:cNvSpPr>
            <p:nvPr/>
          </p:nvSpPr>
          <p:spPr bwMode="auto">
            <a:xfrm>
              <a:off x="3526" y="2381"/>
              <a:ext cx="144" cy="96"/>
            </a:xfrm>
            <a:prstGeom prst="flowChartAlternateProcess">
              <a:avLst/>
            </a:prstGeom>
            <a:solidFill>
              <a:srgbClr val="FF3300"/>
            </a:solidFill>
            <a:ln w="9525">
              <a:solidFill>
                <a:srgbClr val="595959"/>
              </a:solidFill>
              <a:miter lim="800000"/>
              <a:headEnd/>
              <a:tailEnd/>
            </a:ln>
          </p:spPr>
          <p:txBody>
            <a:bodyPr wrap="none" anchor="ctr"/>
            <a:lstStyle/>
            <a:p>
              <a:pPr algn="ctr"/>
              <a:endParaRPr lang="pt-BR" sz="2400"/>
            </a:p>
          </p:txBody>
        </p:sp>
        <p:cxnSp>
          <p:nvCxnSpPr>
            <p:cNvPr id="682" name="AutoShape 697"/>
            <p:cNvCxnSpPr>
              <a:cxnSpLocks noChangeShapeType="1"/>
              <a:stCxn id="678" idx="3"/>
              <a:endCxn id="679" idx="1"/>
            </p:cNvCxnSpPr>
            <p:nvPr/>
          </p:nvCxnSpPr>
          <p:spPr bwMode="auto">
            <a:xfrm>
              <a:off x="3430" y="2141"/>
              <a:ext cx="96" cy="0"/>
            </a:xfrm>
            <a:prstGeom prst="straightConnector1">
              <a:avLst/>
            </a:prstGeom>
            <a:noFill/>
            <a:ln w="9525">
              <a:solidFill>
                <a:srgbClr val="000000"/>
              </a:solidFill>
              <a:round/>
              <a:headEnd/>
              <a:tailEnd/>
            </a:ln>
          </p:spPr>
        </p:cxnSp>
        <p:cxnSp>
          <p:nvCxnSpPr>
            <p:cNvPr id="683" name="AutoShape 698"/>
            <p:cNvCxnSpPr>
              <a:cxnSpLocks noChangeShapeType="1"/>
              <a:stCxn id="679" idx="2"/>
              <a:endCxn id="680" idx="0"/>
            </p:cNvCxnSpPr>
            <p:nvPr/>
          </p:nvCxnSpPr>
          <p:spPr bwMode="auto">
            <a:xfrm rot="5400000">
              <a:off x="3574" y="2213"/>
              <a:ext cx="48" cy="0"/>
            </a:xfrm>
            <a:prstGeom prst="straightConnector1">
              <a:avLst/>
            </a:prstGeom>
            <a:noFill/>
            <a:ln w="9525">
              <a:solidFill>
                <a:srgbClr val="000000"/>
              </a:solidFill>
              <a:round/>
              <a:headEnd/>
              <a:tailEnd/>
            </a:ln>
          </p:spPr>
        </p:cxnSp>
        <p:cxnSp>
          <p:nvCxnSpPr>
            <p:cNvPr id="684" name="AutoShape 699"/>
            <p:cNvCxnSpPr>
              <a:cxnSpLocks noChangeShapeType="1"/>
              <a:stCxn id="680" idx="2"/>
              <a:endCxn id="681" idx="0"/>
            </p:cNvCxnSpPr>
            <p:nvPr/>
          </p:nvCxnSpPr>
          <p:spPr bwMode="auto">
            <a:xfrm>
              <a:off x="3598" y="2333"/>
              <a:ext cx="0" cy="48"/>
            </a:xfrm>
            <a:prstGeom prst="straightConnector1">
              <a:avLst/>
            </a:prstGeom>
            <a:noFill/>
            <a:ln w="9525">
              <a:solidFill>
                <a:srgbClr val="000000"/>
              </a:solidFill>
              <a:round/>
              <a:headEnd/>
              <a:tailEnd/>
            </a:ln>
          </p:spPr>
        </p:cxnSp>
      </p:grpSp>
      <p:sp>
        <p:nvSpPr>
          <p:cNvPr id="3" name="Título 2"/>
          <p:cNvSpPr>
            <a:spLocks noGrp="1"/>
          </p:cNvSpPr>
          <p:nvPr>
            <p:ph type="title"/>
          </p:nvPr>
        </p:nvSpPr>
        <p:spPr>
          <a:solidFill>
            <a:schemeClr val="bg1"/>
          </a:solidFill>
        </p:spPr>
        <p:txBody>
          <a:bodyPr>
            <a:normAutofit/>
          </a:bodyPr>
          <a:lstStyle/>
          <a:p>
            <a:r>
              <a:rPr lang="pt-BR" dirty="0"/>
              <a:t>Processo de desenvolvimento de produtos</a:t>
            </a:r>
          </a:p>
        </p:txBody>
      </p:sp>
      <p:grpSp>
        <p:nvGrpSpPr>
          <p:cNvPr id="6" name="Group 58"/>
          <p:cNvGrpSpPr>
            <a:grpSpLocks/>
          </p:cNvGrpSpPr>
          <p:nvPr/>
        </p:nvGrpSpPr>
        <p:grpSpPr bwMode="auto">
          <a:xfrm>
            <a:off x="584201" y="333507"/>
            <a:ext cx="11222567" cy="2711451"/>
            <a:chOff x="276" y="646"/>
            <a:chExt cx="5302" cy="1281"/>
          </a:xfrm>
        </p:grpSpPr>
        <p:sp>
          <p:nvSpPr>
            <p:cNvPr id="7" name="Freeform 59"/>
            <p:cNvSpPr>
              <a:spLocks/>
            </p:cNvSpPr>
            <p:nvPr/>
          </p:nvSpPr>
          <p:spPr bwMode="auto">
            <a:xfrm>
              <a:off x="276" y="646"/>
              <a:ext cx="5302" cy="1281"/>
            </a:xfrm>
            <a:custGeom>
              <a:avLst/>
              <a:gdLst>
                <a:gd name="T0" fmla="*/ 4650 w 5302"/>
                <a:gd name="T1" fmla="*/ 0 h 1281"/>
                <a:gd name="T2" fmla="*/ 4650 w 5302"/>
                <a:gd name="T3" fmla="*/ 315 h 1281"/>
                <a:gd name="T4" fmla="*/ 0 w 5302"/>
                <a:gd name="T5" fmla="*/ 315 h 1281"/>
                <a:gd name="T6" fmla="*/ 0 w 5302"/>
                <a:gd name="T7" fmla="*/ 966 h 1281"/>
                <a:gd name="T8" fmla="*/ 4650 w 5302"/>
                <a:gd name="T9" fmla="*/ 966 h 1281"/>
                <a:gd name="T10" fmla="*/ 4650 w 5302"/>
                <a:gd name="T11" fmla="*/ 1280 h 1281"/>
                <a:gd name="T12" fmla="*/ 5301 w 5302"/>
                <a:gd name="T13" fmla="*/ 640 h 1281"/>
                <a:gd name="T14" fmla="*/ 4650 w 5302"/>
                <a:gd name="T15" fmla="*/ 0 h 1281"/>
                <a:gd name="T16" fmla="*/ 0 60000 65536"/>
                <a:gd name="T17" fmla="*/ 0 60000 65536"/>
                <a:gd name="T18" fmla="*/ 0 60000 65536"/>
                <a:gd name="T19" fmla="*/ 0 60000 65536"/>
                <a:gd name="T20" fmla="*/ 0 60000 65536"/>
                <a:gd name="T21" fmla="*/ 0 60000 65536"/>
                <a:gd name="T22" fmla="*/ 0 60000 65536"/>
                <a:gd name="T23" fmla="*/ 0 60000 65536"/>
                <a:gd name="T24" fmla="*/ 0 w 5302"/>
                <a:gd name="T25" fmla="*/ 0 h 1281"/>
                <a:gd name="T26" fmla="*/ 5302 w 5302"/>
                <a:gd name="T27" fmla="*/ 1281 h 12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02" h="1281">
                  <a:moveTo>
                    <a:pt x="4650" y="0"/>
                  </a:moveTo>
                  <a:lnTo>
                    <a:pt x="4650" y="315"/>
                  </a:lnTo>
                  <a:lnTo>
                    <a:pt x="0" y="315"/>
                  </a:lnTo>
                  <a:lnTo>
                    <a:pt x="0" y="966"/>
                  </a:lnTo>
                  <a:lnTo>
                    <a:pt x="4650" y="966"/>
                  </a:lnTo>
                  <a:lnTo>
                    <a:pt x="4650" y="1280"/>
                  </a:lnTo>
                  <a:lnTo>
                    <a:pt x="5301" y="640"/>
                  </a:lnTo>
                  <a:lnTo>
                    <a:pt x="4650" y="0"/>
                  </a:lnTo>
                </a:path>
              </a:pathLst>
            </a:custGeom>
            <a:solidFill>
              <a:schemeClr val="bg1">
                <a:lumMod val="75000"/>
              </a:schemeClr>
            </a:solidFill>
            <a:ln w="12700" cap="rnd">
              <a:solidFill>
                <a:srgbClr val="595959"/>
              </a:solidFill>
              <a:round/>
              <a:headEnd/>
              <a:tailEnd/>
            </a:ln>
          </p:spPr>
          <p:txBody>
            <a:bodyPr/>
            <a:lstStyle/>
            <a:p>
              <a:pPr algn="ctr"/>
              <a:endParaRPr lang="pt-BR" sz="2400"/>
            </a:p>
          </p:txBody>
        </p:sp>
        <p:grpSp>
          <p:nvGrpSpPr>
            <p:cNvPr id="8" name="Group 60"/>
            <p:cNvGrpSpPr>
              <a:grpSpLocks/>
            </p:cNvGrpSpPr>
            <p:nvPr/>
          </p:nvGrpSpPr>
          <p:grpSpPr bwMode="auto">
            <a:xfrm>
              <a:off x="2776" y="989"/>
              <a:ext cx="783" cy="603"/>
              <a:chOff x="2694" y="2033"/>
              <a:chExt cx="783" cy="603"/>
            </a:xfrm>
          </p:grpSpPr>
          <p:grpSp>
            <p:nvGrpSpPr>
              <p:cNvPr id="336" name="Group 61"/>
              <p:cNvGrpSpPr>
                <a:grpSpLocks/>
              </p:cNvGrpSpPr>
              <p:nvPr/>
            </p:nvGrpSpPr>
            <p:grpSpPr bwMode="auto">
              <a:xfrm>
                <a:off x="3103" y="2033"/>
                <a:ext cx="195" cy="530"/>
                <a:chOff x="3103" y="2033"/>
                <a:chExt cx="195" cy="530"/>
              </a:xfrm>
            </p:grpSpPr>
            <p:grpSp>
              <p:nvGrpSpPr>
                <p:cNvPr id="553" name="Group 62"/>
                <p:cNvGrpSpPr>
                  <a:grpSpLocks/>
                </p:cNvGrpSpPr>
                <p:nvPr/>
              </p:nvGrpSpPr>
              <p:grpSpPr bwMode="auto">
                <a:xfrm>
                  <a:off x="3158" y="2455"/>
                  <a:ext cx="48" cy="105"/>
                  <a:chOff x="3158" y="2455"/>
                  <a:chExt cx="48" cy="105"/>
                </a:xfrm>
              </p:grpSpPr>
              <p:sp>
                <p:nvSpPr>
                  <p:cNvPr id="618" name="Freeform 63"/>
                  <p:cNvSpPr>
                    <a:spLocks/>
                  </p:cNvSpPr>
                  <p:nvPr/>
                </p:nvSpPr>
                <p:spPr bwMode="auto">
                  <a:xfrm>
                    <a:off x="3165" y="2455"/>
                    <a:ext cx="39" cy="105"/>
                  </a:xfrm>
                  <a:custGeom>
                    <a:avLst/>
                    <a:gdLst>
                      <a:gd name="T0" fmla="*/ 0 w 39"/>
                      <a:gd name="T1" fmla="*/ 3 h 105"/>
                      <a:gd name="T2" fmla="*/ 2 w 39"/>
                      <a:gd name="T3" fmla="*/ 16 h 105"/>
                      <a:gd name="T4" fmla="*/ 6 w 39"/>
                      <a:gd name="T5" fmla="*/ 28 h 105"/>
                      <a:gd name="T6" fmla="*/ 12 w 39"/>
                      <a:gd name="T7" fmla="*/ 44 h 105"/>
                      <a:gd name="T8" fmla="*/ 18 w 39"/>
                      <a:gd name="T9" fmla="*/ 56 h 105"/>
                      <a:gd name="T10" fmla="*/ 18 w 39"/>
                      <a:gd name="T11" fmla="*/ 61 h 105"/>
                      <a:gd name="T12" fmla="*/ 19 w 39"/>
                      <a:gd name="T13" fmla="*/ 64 h 105"/>
                      <a:gd name="T14" fmla="*/ 16 w 39"/>
                      <a:gd name="T15" fmla="*/ 71 h 105"/>
                      <a:gd name="T16" fmla="*/ 12 w 39"/>
                      <a:gd name="T17" fmla="*/ 76 h 105"/>
                      <a:gd name="T18" fmla="*/ 8 w 39"/>
                      <a:gd name="T19" fmla="*/ 80 h 105"/>
                      <a:gd name="T20" fmla="*/ 4 w 39"/>
                      <a:gd name="T21" fmla="*/ 84 h 105"/>
                      <a:gd name="T22" fmla="*/ 3 w 39"/>
                      <a:gd name="T23" fmla="*/ 104 h 105"/>
                      <a:gd name="T24" fmla="*/ 32 w 39"/>
                      <a:gd name="T25" fmla="*/ 80 h 105"/>
                      <a:gd name="T26" fmla="*/ 38 w 39"/>
                      <a:gd name="T27" fmla="*/ 76 h 105"/>
                      <a:gd name="T28" fmla="*/ 37 w 39"/>
                      <a:gd name="T29" fmla="*/ 72 h 105"/>
                      <a:gd name="T30" fmla="*/ 36 w 39"/>
                      <a:gd name="T31" fmla="*/ 67 h 105"/>
                      <a:gd name="T32" fmla="*/ 32 w 39"/>
                      <a:gd name="T33" fmla="*/ 60 h 105"/>
                      <a:gd name="T34" fmla="*/ 33 w 39"/>
                      <a:gd name="T35" fmla="*/ 55 h 105"/>
                      <a:gd name="T36" fmla="*/ 31 w 39"/>
                      <a:gd name="T37" fmla="*/ 50 h 105"/>
                      <a:gd name="T38" fmla="*/ 31 w 39"/>
                      <a:gd name="T39" fmla="*/ 40 h 105"/>
                      <a:gd name="T40" fmla="*/ 32 w 39"/>
                      <a:gd name="T41" fmla="*/ 31 h 105"/>
                      <a:gd name="T42" fmla="*/ 34 w 39"/>
                      <a:gd name="T43" fmla="*/ 21 h 105"/>
                      <a:gd name="T44" fmla="*/ 36 w 39"/>
                      <a:gd name="T45" fmla="*/ 0 h 105"/>
                      <a:gd name="T46" fmla="*/ 0 w 39"/>
                      <a:gd name="T47" fmla="*/ 3 h 10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9"/>
                      <a:gd name="T73" fmla="*/ 0 h 105"/>
                      <a:gd name="T74" fmla="*/ 39 w 39"/>
                      <a:gd name="T75" fmla="*/ 105 h 10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9" h="105">
                        <a:moveTo>
                          <a:pt x="0" y="3"/>
                        </a:moveTo>
                        <a:lnTo>
                          <a:pt x="2" y="16"/>
                        </a:lnTo>
                        <a:lnTo>
                          <a:pt x="6" y="28"/>
                        </a:lnTo>
                        <a:lnTo>
                          <a:pt x="12" y="44"/>
                        </a:lnTo>
                        <a:lnTo>
                          <a:pt x="18" y="56"/>
                        </a:lnTo>
                        <a:lnTo>
                          <a:pt x="18" y="61"/>
                        </a:lnTo>
                        <a:lnTo>
                          <a:pt x="19" y="64"/>
                        </a:lnTo>
                        <a:lnTo>
                          <a:pt x="16" y="71"/>
                        </a:lnTo>
                        <a:lnTo>
                          <a:pt x="12" y="76"/>
                        </a:lnTo>
                        <a:lnTo>
                          <a:pt x="8" y="80"/>
                        </a:lnTo>
                        <a:lnTo>
                          <a:pt x="4" y="84"/>
                        </a:lnTo>
                        <a:lnTo>
                          <a:pt x="3" y="104"/>
                        </a:lnTo>
                        <a:lnTo>
                          <a:pt x="32" y="80"/>
                        </a:lnTo>
                        <a:lnTo>
                          <a:pt x="38" y="76"/>
                        </a:lnTo>
                        <a:lnTo>
                          <a:pt x="37" y="72"/>
                        </a:lnTo>
                        <a:lnTo>
                          <a:pt x="36" y="67"/>
                        </a:lnTo>
                        <a:lnTo>
                          <a:pt x="32" y="60"/>
                        </a:lnTo>
                        <a:lnTo>
                          <a:pt x="33" y="55"/>
                        </a:lnTo>
                        <a:lnTo>
                          <a:pt x="31" y="50"/>
                        </a:lnTo>
                        <a:lnTo>
                          <a:pt x="31" y="40"/>
                        </a:lnTo>
                        <a:lnTo>
                          <a:pt x="32" y="31"/>
                        </a:lnTo>
                        <a:lnTo>
                          <a:pt x="34" y="21"/>
                        </a:lnTo>
                        <a:lnTo>
                          <a:pt x="36" y="0"/>
                        </a:lnTo>
                        <a:lnTo>
                          <a:pt x="0" y="3"/>
                        </a:lnTo>
                      </a:path>
                    </a:pathLst>
                  </a:custGeom>
                  <a:solidFill>
                    <a:srgbClr val="FFC080"/>
                  </a:solidFill>
                  <a:ln w="12700" cap="rnd">
                    <a:noFill/>
                    <a:round/>
                    <a:headEnd/>
                    <a:tailEnd/>
                  </a:ln>
                </p:spPr>
                <p:txBody>
                  <a:bodyPr/>
                  <a:lstStyle/>
                  <a:p>
                    <a:pPr algn="ctr"/>
                    <a:endParaRPr lang="pt-BR" sz="2400"/>
                  </a:p>
                </p:txBody>
              </p:sp>
              <p:sp>
                <p:nvSpPr>
                  <p:cNvPr id="619" name="Freeform 64"/>
                  <p:cNvSpPr>
                    <a:spLocks/>
                  </p:cNvSpPr>
                  <p:nvPr/>
                </p:nvSpPr>
                <p:spPr bwMode="auto">
                  <a:xfrm>
                    <a:off x="3192" y="2529"/>
                    <a:ext cx="14" cy="14"/>
                  </a:xfrm>
                  <a:custGeom>
                    <a:avLst/>
                    <a:gdLst>
                      <a:gd name="T0" fmla="*/ 13 w 14"/>
                      <a:gd name="T1" fmla="*/ 0 h 14"/>
                      <a:gd name="T2" fmla="*/ 10 w 14"/>
                      <a:gd name="T3" fmla="*/ 11 h 14"/>
                      <a:gd name="T4" fmla="*/ 5 w 14"/>
                      <a:gd name="T5" fmla="*/ 13 h 14"/>
                      <a:gd name="T6" fmla="*/ 0 w 14"/>
                      <a:gd name="T7" fmla="*/ 13 h 14"/>
                      <a:gd name="T8" fmla="*/ 6 w 14"/>
                      <a:gd name="T9" fmla="*/ 8 h 14"/>
                      <a:gd name="T10" fmla="*/ 13 w 14"/>
                      <a:gd name="T11" fmla="*/ 0 h 14"/>
                      <a:gd name="T12" fmla="*/ 0 60000 65536"/>
                      <a:gd name="T13" fmla="*/ 0 60000 65536"/>
                      <a:gd name="T14" fmla="*/ 0 60000 65536"/>
                      <a:gd name="T15" fmla="*/ 0 60000 65536"/>
                      <a:gd name="T16" fmla="*/ 0 60000 65536"/>
                      <a:gd name="T17" fmla="*/ 0 60000 65536"/>
                      <a:gd name="T18" fmla="*/ 0 w 14"/>
                      <a:gd name="T19" fmla="*/ 0 h 14"/>
                      <a:gd name="T20" fmla="*/ 14 w 14"/>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14" h="14">
                        <a:moveTo>
                          <a:pt x="13" y="0"/>
                        </a:moveTo>
                        <a:lnTo>
                          <a:pt x="10" y="11"/>
                        </a:lnTo>
                        <a:lnTo>
                          <a:pt x="5" y="13"/>
                        </a:lnTo>
                        <a:lnTo>
                          <a:pt x="0" y="13"/>
                        </a:lnTo>
                        <a:lnTo>
                          <a:pt x="6" y="8"/>
                        </a:lnTo>
                        <a:lnTo>
                          <a:pt x="13" y="0"/>
                        </a:lnTo>
                      </a:path>
                    </a:pathLst>
                  </a:custGeom>
                  <a:solidFill>
                    <a:srgbClr val="202020"/>
                  </a:solidFill>
                  <a:ln w="12700" cap="rnd">
                    <a:noFill/>
                    <a:round/>
                    <a:headEnd/>
                    <a:tailEnd/>
                  </a:ln>
                </p:spPr>
                <p:txBody>
                  <a:bodyPr/>
                  <a:lstStyle/>
                  <a:p>
                    <a:pPr algn="ctr"/>
                    <a:endParaRPr lang="pt-BR" sz="2400"/>
                  </a:p>
                </p:txBody>
              </p:sp>
              <p:sp>
                <p:nvSpPr>
                  <p:cNvPr id="620" name="Freeform 65"/>
                  <p:cNvSpPr>
                    <a:spLocks/>
                  </p:cNvSpPr>
                  <p:nvPr/>
                </p:nvSpPr>
                <p:spPr bwMode="auto">
                  <a:xfrm>
                    <a:off x="3158" y="2519"/>
                    <a:ext cx="48" cy="41"/>
                  </a:xfrm>
                  <a:custGeom>
                    <a:avLst/>
                    <a:gdLst>
                      <a:gd name="T0" fmla="*/ 11 w 48"/>
                      <a:gd name="T1" fmla="*/ 21 h 41"/>
                      <a:gd name="T2" fmla="*/ 14 w 48"/>
                      <a:gd name="T3" fmla="*/ 23 h 41"/>
                      <a:gd name="T4" fmla="*/ 19 w 48"/>
                      <a:gd name="T5" fmla="*/ 24 h 41"/>
                      <a:gd name="T6" fmla="*/ 27 w 48"/>
                      <a:gd name="T7" fmla="*/ 22 h 41"/>
                      <a:gd name="T8" fmla="*/ 34 w 48"/>
                      <a:gd name="T9" fmla="*/ 17 h 41"/>
                      <a:gd name="T10" fmla="*/ 38 w 48"/>
                      <a:gd name="T11" fmla="*/ 13 h 41"/>
                      <a:gd name="T12" fmla="*/ 41 w 48"/>
                      <a:gd name="T13" fmla="*/ 6 h 41"/>
                      <a:gd name="T14" fmla="*/ 42 w 48"/>
                      <a:gd name="T15" fmla="*/ 0 h 41"/>
                      <a:gd name="T16" fmla="*/ 47 w 48"/>
                      <a:gd name="T17" fmla="*/ 7 h 41"/>
                      <a:gd name="T18" fmla="*/ 47 w 48"/>
                      <a:gd name="T19" fmla="*/ 11 h 41"/>
                      <a:gd name="T20" fmla="*/ 38 w 48"/>
                      <a:gd name="T21" fmla="*/ 19 h 41"/>
                      <a:gd name="T22" fmla="*/ 34 w 48"/>
                      <a:gd name="T23" fmla="*/ 25 h 41"/>
                      <a:gd name="T24" fmla="*/ 30 w 48"/>
                      <a:gd name="T25" fmla="*/ 33 h 41"/>
                      <a:gd name="T26" fmla="*/ 19 w 48"/>
                      <a:gd name="T27" fmla="*/ 39 h 41"/>
                      <a:gd name="T28" fmla="*/ 9 w 48"/>
                      <a:gd name="T29" fmla="*/ 40 h 41"/>
                      <a:gd name="T30" fmla="*/ 0 w 48"/>
                      <a:gd name="T31" fmla="*/ 39 h 41"/>
                      <a:gd name="T32" fmla="*/ 0 w 48"/>
                      <a:gd name="T33" fmla="*/ 33 h 41"/>
                      <a:gd name="T34" fmla="*/ 1 w 48"/>
                      <a:gd name="T35" fmla="*/ 29 h 41"/>
                      <a:gd name="T36" fmla="*/ 6 w 48"/>
                      <a:gd name="T37" fmla="*/ 25 h 41"/>
                      <a:gd name="T38" fmla="*/ 11 w 48"/>
                      <a:gd name="T39" fmla="*/ 21 h 4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8"/>
                      <a:gd name="T61" fmla="*/ 0 h 41"/>
                      <a:gd name="T62" fmla="*/ 48 w 48"/>
                      <a:gd name="T63" fmla="*/ 41 h 4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8" h="41">
                        <a:moveTo>
                          <a:pt x="11" y="21"/>
                        </a:moveTo>
                        <a:lnTo>
                          <a:pt x="14" y="23"/>
                        </a:lnTo>
                        <a:lnTo>
                          <a:pt x="19" y="24"/>
                        </a:lnTo>
                        <a:lnTo>
                          <a:pt x="27" y="22"/>
                        </a:lnTo>
                        <a:lnTo>
                          <a:pt x="34" y="17"/>
                        </a:lnTo>
                        <a:lnTo>
                          <a:pt x="38" y="13"/>
                        </a:lnTo>
                        <a:lnTo>
                          <a:pt x="41" y="6"/>
                        </a:lnTo>
                        <a:lnTo>
                          <a:pt x="42" y="0"/>
                        </a:lnTo>
                        <a:lnTo>
                          <a:pt x="47" y="7"/>
                        </a:lnTo>
                        <a:lnTo>
                          <a:pt x="47" y="11"/>
                        </a:lnTo>
                        <a:lnTo>
                          <a:pt x="38" y="19"/>
                        </a:lnTo>
                        <a:lnTo>
                          <a:pt x="34" y="25"/>
                        </a:lnTo>
                        <a:lnTo>
                          <a:pt x="30" y="33"/>
                        </a:lnTo>
                        <a:lnTo>
                          <a:pt x="19" y="39"/>
                        </a:lnTo>
                        <a:lnTo>
                          <a:pt x="9" y="40"/>
                        </a:lnTo>
                        <a:lnTo>
                          <a:pt x="0" y="39"/>
                        </a:lnTo>
                        <a:lnTo>
                          <a:pt x="0" y="33"/>
                        </a:lnTo>
                        <a:lnTo>
                          <a:pt x="1" y="29"/>
                        </a:lnTo>
                        <a:lnTo>
                          <a:pt x="6" y="25"/>
                        </a:lnTo>
                        <a:lnTo>
                          <a:pt x="11" y="21"/>
                        </a:lnTo>
                      </a:path>
                    </a:pathLst>
                  </a:custGeom>
                  <a:solidFill>
                    <a:srgbClr val="202020"/>
                  </a:solidFill>
                  <a:ln w="12700" cap="rnd">
                    <a:noFill/>
                    <a:round/>
                    <a:headEnd/>
                    <a:tailEnd/>
                  </a:ln>
                </p:spPr>
                <p:txBody>
                  <a:bodyPr/>
                  <a:lstStyle/>
                  <a:p>
                    <a:pPr algn="ctr"/>
                    <a:endParaRPr lang="pt-BR" sz="2400"/>
                  </a:p>
                </p:txBody>
              </p:sp>
            </p:grpSp>
            <p:grpSp>
              <p:nvGrpSpPr>
                <p:cNvPr id="554" name="Group 66"/>
                <p:cNvGrpSpPr>
                  <a:grpSpLocks/>
                </p:cNvGrpSpPr>
                <p:nvPr/>
              </p:nvGrpSpPr>
              <p:grpSpPr bwMode="auto">
                <a:xfrm>
                  <a:off x="3211" y="2446"/>
                  <a:ext cx="52" cy="117"/>
                  <a:chOff x="3211" y="2446"/>
                  <a:chExt cx="52" cy="117"/>
                </a:xfrm>
              </p:grpSpPr>
              <p:sp>
                <p:nvSpPr>
                  <p:cNvPr id="615" name="Freeform 67"/>
                  <p:cNvSpPr>
                    <a:spLocks/>
                  </p:cNvSpPr>
                  <p:nvPr/>
                </p:nvSpPr>
                <p:spPr bwMode="auto">
                  <a:xfrm>
                    <a:off x="3220" y="2536"/>
                    <a:ext cx="12" cy="12"/>
                  </a:xfrm>
                  <a:custGeom>
                    <a:avLst/>
                    <a:gdLst>
                      <a:gd name="T0" fmla="*/ 0 w 12"/>
                      <a:gd name="T1" fmla="*/ 0 h 12"/>
                      <a:gd name="T2" fmla="*/ 2 w 12"/>
                      <a:gd name="T3" fmla="*/ 10 h 12"/>
                      <a:gd name="T4" fmla="*/ 6 w 12"/>
                      <a:gd name="T5" fmla="*/ 11 h 12"/>
                      <a:gd name="T6" fmla="*/ 11 w 12"/>
                      <a:gd name="T7" fmla="*/ 10 h 12"/>
                      <a:gd name="T8" fmla="*/ 4 w 12"/>
                      <a:gd name="T9" fmla="*/ 1 h 12"/>
                      <a:gd name="T10" fmla="*/ 0 w 12"/>
                      <a:gd name="T11" fmla="*/ 0 h 12"/>
                      <a:gd name="T12" fmla="*/ 0 60000 65536"/>
                      <a:gd name="T13" fmla="*/ 0 60000 65536"/>
                      <a:gd name="T14" fmla="*/ 0 60000 65536"/>
                      <a:gd name="T15" fmla="*/ 0 60000 65536"/>
                      <a:gd name="T16" fmla="*/ 0 60000 65536"/>
                      <a:gd name="T17" fmla="*/ 0 60000 65536"/>
                      <a:gd name="T18" fmla="*/ 0 w 12"/>
                      <a:gd name="T19" fmla="*/ 0 h 12"/>
                      <a:gd name="T20" fmla="*/ 12 w 12"/>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12" h="12">
                        <a:moveTo>
                          <a:pt x="0" y="0"/>
                        </a:moveTo>
                        <a:lnTo>
                          <a:pt x="2" y="10"/>
                        </a:lnTo>
                        <a:lnTo>
                          <a:pt x="6" y="11"/>
                        </a:lnTo>
                        <a:lnTo>
                          <a:pt x="11" y="10"/>
                        </a:lnTo>
                        <a:lnTo>
                          <a:pt x="4" y="1"/>
                        </a:lnTo>
                        <a:lnTo>
                          <a:pt x="0" y="0"/>
                        </a:lnTo>
                      </a:path>
                    </a:pathLst>
                  </a:custGeom>
                  <a:solidFill>
                    <a:srgbClr val="202020"/>
                  </a:solidFill>
                  <a:ln w="12700" cap="rnd">
                    <a:noFill/>
                    <a:round/>
                    <a:headEnd/>
                    <a:tailEnd/>
                  </a:ln>
                </p:spPr>
                <p:txBody>
                  <a:bodyPr/>
                  <a:lstStyle/>
                  <a:p>
                    <a:pPr algn="ctr"/>
                    <a:endParaRPr lang="pt-BR" sz="2400"/>
                  </a:p>
                </p:txBody>
              </p:sp>
              <p:sp>
                <p:nvSpPr>
                  <p:cNvPr id="616" name="Freeform 68"/>
                  <p:cNvSpPr>
                    <a:spLocks/>
                  </p:cNvSpPr>
                  <p:nvPr/>
                </p:nvSpPr>
                <p:spPr bwMode="auto">
                  <a:xfrm>
                    <a:off x="3211" y="2446"/>
                    <a:ext cx="46" cy="116"/>
                  </a:xfrm>
                  <a:custGeom>
                    <a:avLst/>
                    <a:gdLst>
                      <a:gd name="T0" fmla="*/ 0 w 46"/>
                      <a:gd name="T1" fmla="*/ 6 h 116"/>
                      <a:gd name="T2" fmla="*/ 3 w 46"/>
                      <a:gd name="T3" fmla="*/ 25 h 116"/>
                      <a:gd name="T4" fmla="*/ 5 w 46"/>
                      <a:gd name="T5" fmla="*/ 34 h 116"/>
                      <a:gd name="T6" fmla="*/ 7 w 46"/>
                      <a:gd name="T7" fmla="*/ 42 h 116"/>
                      <a:gd name="T8" fmla="*/ 10 w 46"/>
                      <a:gd name="T9" fmla="*/ 50 h 116"/>
                      <a:gd name="T10" fmla="*/ 11 w 46"/>
                      <a:gd name="T11" fmla="*/ 59 h 116"/>
                      <a:gd name="T12" fmla="*/ 12 w 46"/>
                      <a:gd name="T13" fmla="*/ 66 h 116"/>
                      <a:gd name="T14" fmla="*/ 11 w 46"/>
                      <a:gd name="T15" fmla="*/ 70 h 116"/>
                      <a:gd name="T16" fmla="*/ 11 w 46"/>
                      <a:gd name="T17" fmla="*/ 76 h 116"/>
                      <a:gd name="T18" fmla="*/ 10 w 46"/>
                      <a:gd name="T19" fmla="*/ 84 h 116"/>
                      <a:gd name="T20" fmla="*/ 21 w 46"/>
                      <a:gd name="T21" fmla="*/ 100 h 116"/>
                      <a:gd name="T22" fmla="*/ 45 w 46"/>
                      <a:gd name="T23" fmla="*/ 115 h 116"/>
                      <a:gd name="T24" fmla="*/ 44 w 46"/>
                      <a:gd name="T25" fmla="*/ 104 h 116"/>
                      <a:gd name="T26" fmla="*/ 41 w 46"/>
                      <a:gd name="T27" fmla="*/ 99 h 116"/>
                      <a:gd name="T28" fmla="*/ 37 w 46"/>
                      <a:gd name="T29" fmla="*/ 93 h 116"/>
                      <a:gd name="T30" fmla="*/ 32 w 46"/>
                      <a:gd name="T31" fmla="*/ 86 h 116"/>
                      <a:gd name="T32" fmla="*/ 28 w 46"/>
                      <a:gd name="T33" fmla="*/ 82 h 116"/>
                      <a:gd name="T34" fmla="*/ 26 w 46"/>
                      <a:gd name="T35" fmla="*/ 78 h 116"/>
                      <a:gd name="T36" fmla="*/ 26 w 46"/>
                      <a:gd name="T37" fmla="*/ 72 h 116"/>
                      <a:gd name="T38" fmla="*/ 26 w 46"/>
                      <a:gd name="T39" fmla="*/ 69 h 116"/>
                      <a:gd name="T40" fmla="*/ 28 w 46"/>
                      <a:gd name="T41" fmla="*/ 64 h 116"/>
                      <a:gd name="T42" fmla="*/ 30 w 46"/>
                      <a:gd name="T43" fmla="*/ 55 h 116"/>
                      <a:gd name="T44" fmla="*/ 32 w 46"/>
                      <a:gd name="T45" fmla="*/ 48 h 116"/>
                      <a:gd name="T46" fmla="*/ 36 w 46"/>
                      <a:gd name="T47" fmla="*/ 34 h 116"/>
                      <a:gd name="T48" fmla="*/ 37 w 46"/>
                      <a:gd name="T49" fmla="*/ 24 h 116"/>
                      <a:gd name="T50" fmla="*/ 37 w 46"/>
                      <a:gd name="T51" fmla="*/ 0 h 116"/>
                      <a:gd name="T52" fmla="*/ 0 w 46"/>
                      <a:gd name="T53" fmla="*/ 6 h 11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6"/>
                      <a:gd name="T82" fmla="*/ 0 h 116"/>
                      <a:gd name="T83" fmla="*/ 46 w 46"/>
                      <a:gd name="T84" fmla="*/ 116 h 11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6" h="116">
                        <a:moveTo>
                          <a:pt x="0" y="6"/>
                        </a:moveTo>
                        <a:lnTo>
                          <a:pt x="3" y="25"/>
                        </a:lnTo>
                        <a:lnTo>
                          <a:pt x="5" y="34"/>
                        </a:lnTo>
                        <a:lnTo>
                          <a:pt x="7" y="42"/>
                        </a:lnTo>
                        <a:lnTo>
                          <a:pt x="10" y="50"/>
                        </a:lnTo>
                        <a:lnTo>
                          <a:pt x="11" y="59"/>
                        </a:lnTo>
                        <a:lnTo>
                          <a:pt x="12" y="66"/>
                        </a:lnTo>
                        <a:lnTo>
                          <a:pt x="11" y="70"/>
                        </a:lnTo>
                        <a:lnTo>
                          <a:pt x="11" y="76"/>
                        </a:lnTo>
                        <a:lnTo>
                          <a:pt x="10" y="84"/>
                        </a:lnTo>
                        <a:lnTo>
                          <a:pt x="21" y="100"/>
                        </a:lnTo>
                        <a:lnTo>
                          <a:pt x="45" y="115"/>
                        </a:lnTo>
                        <a:lnTo>
                          <a:pt x="44" y="104"/>
                        </a:lnTo>
                        <a:lnTo>
                          <a:pt x="41" y="99"/>
                        </a:lnTo>
                        <a:lnTo>
                          <a:pt x="37" y="93"/>
                        </a:lnTo>
                        <a:lnTo>
                          <a:pt x="32" y="86"/>
                        </a:lnTo>
                        <a:lnTo>
                          <a:pt x="28" y="82"/>
                        </a:lnTo>
                        <a:lnTo>
                          <a:pt x="26" y="78"/>
                        </a:lnTo>
                        <a:lnTo>
                          <a:pt x="26" y="72"/>
                        </a:lnTo>
                        <a:lnTo>
                          <a:pt x="26" y="69"/>
                        </a:lnTo>
                        <a:lnTo>
                          <a:pt x="28" y="64"/>
                        </a:lnTo>
                        <a:lnTo>
                          <a:pt x="30" y="55"/>
                        </a:lnTo>
                        <a:lnTo>
                          <a:pt x="32" y="48"/>
                        </a:lnTo>
                        <a:lnTo>
                          <a:pt x="36" y="34"/>
                        </a:lnTo>
                        <a:lnTo>
                          <a:pt x="37" y="24"/>
                        </a:lnTo>
                        <a:lnTo>
                          <a:pt x="37" y="0"/>
                        </a:lnTo>
                        <a:lnTo>
                          <a:pt x="0" y="6"/>
                        </a:lnTo>
                      </a:path>
                    </a:pathLst>
                  </a:custGeom>
                  <a:solidFill>
                    <a:srgbClr val="FFC080"/>
                  </a:solidFill>
                  <a:ln w="12700" cap="rnd">
                    <a:noFill/>
                    <a:round/>
                    <a:headEnd/>
                    <a:tailEnd/>
                  </a:ln>
                </p:spPr>
                <p:txBody>
                  <a:bodyPr/>
                  <a:lstStyle/>
                  <a:p>
                    <a:pPr algn="ctr"/>
                    <a:endParaRPr lang="pt-BR" sz="2400"/>
                  </a:p>
                </p:txBody>
              </p:sp>
              <p:sp>
                <p:nvSpPr>
                  <p:cNvPr id="617" name="Freeform 69"/>
                  <p:cNvSpPr>
                    <a:spLocks/>
                  </p:cNvSpPr>
                  <p:nvPr/>
                </p:nvSpPr>
                <p:spPr bwMode="auto">
                  <a:xfrm>
                    <a:off x="3219" y="2525"/>
                    <a:ext cx="44" cy="38"/>
                  </a:xfrm>
                  <a:custGeom>
                    <a:avLst/>
                    <a:gdLst>
                      <a:gd name="T0" fmla="*/ 3 w 44"/>
                      <a:gd name="T1" fmla="*/ 0 h 38"/>
                      <a:gd name="T2" fmla="*/ 0 w 44"/>
                      <a:gd name="T3" fmla="*/ 7 h 38"/>
                      <a:gd name="T4" fmla="*/ 1 w 44"/>
                      <a:gd name="T5" fmla="*/ 11 h 38"/>
                      <a:gd name="T6" fmla="*/ 8 w 44"/>
                      <a:gd name="T7" fmla="*/ 16 h 38"/>
                      <a:gd name="T8" fmla="*/ 12 w 44"/>
                      <a:gd name="T9" fmla="*/ 19 h 38"/>
                      <a:gd name="T10" fmla="*/ 13 w 44"/>
                      <a:gd name="T11" fmla="*/ 26 h 38"/>
                      <a:gd name="T12" fmla="*/ 15 w 44"/>
                      <a:gd name="T13" fmla="*/ 31 h 38"/>
                      <a:gd name="T14" fmla="*/ 21 w 44"/>
                      <a:gd name="T15" fmla="*/ 34 h 38"/>
                      <a:gd name="T16" fmla="*/ 27 w 44"/>
                      <a:gd name="T17" fmla="*/ 37 h 38"/>
                      <a:gd name="T18" fmla="*/ 35 w 44"/>
                      <a:gd name="T19" fmla="*/ 37 h 38"/>
                      <a:gd name="T20" fmla="*/ 41 w 44"/>
                      <a:gd name="T21" fmla="*/ 37 h 38"/>
                      <a:gd name="T22" fmla="*/ 43 w 44"/>
                      <a:gd name="T23" fmla="*/ 35 h 38"/>
                      <a:gd name="T24" fmla="*/ 43 w 44"/>
                      <a:gd name="T25" fmla="*/ 32 h 38"/>
                      <a:gd name="T26" fmla="*/ 41 w 44"/>
                      <a:gd name="T27" fmla="*/ 28 h 38"/>
                      <a:gd name="T28" fmla="*/ 37 w 44"/>
                      <a:gd name="T29" fmla="*/ 24 h 38"/>
                      <a:gd name="T30" fmla="*/ 34 w 44"/>
                      <a:gd name="T31" fmla="*/ 20 h 38"/>
                      <a:gd name="T32" fmla="*/ 33 w 44"/>
                      <a:gd name="T33" fmla="*/ 23 h 38"/>
                      <a:gd name="T34" fmla="*/ 29 w 44"/>
                      <a:gd name="T35" fmla="*/ 23 h 38"/>
                      <a:gd name="T36" fmla="*/ 23 w 44"/>
                      <a:gd name="T37" fmla="*/ 23 h 38"/>
                      <a:gd name="T38" fmla="*/ 20 w 44"/>
                      <a:gd name="T39" fmla="*/ 21 h 38"/>
                      <a:gd name="T40" fmla="*/ 14 w 44"/>
                      <a:gd name="T41" fmla="*/ 16 h 38"/>
                      <a:gd name="T42" fmla="*/ 10 w 44"/>
                      <a:gd name="T43" fmla="*/ 12 h 38"/>
                      <a:gd name="T44" fmla="*/ 7 w 44"/>
                      <a:gd name="T45" fmla="*/ 7 h 38"/>
                      <a:gd name="T46" fmla="*/ 3 w 44"/>
                      <a:gd name="T47" fmla="*/ 0 h 3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4"/>
                      <a:gd name="T73" fmla="*/ 0 h 38"/>
                      <a:gd name="T74" fmla="*/ 44 w 44"/>
                      <a:gd name="T75" fmla="*/ 38 h 3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4" h="38">
                        <a:moveTo>
                          <a:pt x="3" y="0"/>
                        </a:moveTo>
                        <a:lnTo>
                          <a:pt x="0" y="7"/>
                        </a:lnTo>
                        <a:lnTo>
                          <a:pt x="1" y="11"/>
                        </a:lnTo>
                        <a:lnTo>
                          <a:pt x="8" y="16"/>
                        </a:lnTo>
                        <a:lnTo>
                          <a:pt x="12" y="19"/>
                        </a:lnTo>
                        <a:lnTo>
                          <a:pt x="13" y="26"/>
                        </a:lnTo>
                        <a:lnTo>
                          <a:pt x="15" y="31"/>
                        </a:lnTo>
                        <a:lnTo>
                          <a:pt x="21" y="34"/>
                        </a:lnTo>
                        <a:lnTo>
                          <a:pt x="27" y="37"/>
                        </a:lnTo>
                        <a:lnTo>
                          <a:pt x="35" y="37"/>
                        </a:lnTo>
                        <a:lnTo>
                          <a:pt x="41" y="37"/>
                        </a:lnTo>
                        <a:lnTo>
                          <a:pt x="43" y="35"/>
                        </a:lnTo>
                        <a:lnTo>
                          <a:pt x="43" y="32"/>
                        </a:lnTo>
                        <a:lnTo>
                          <a:pt x="41" y="28"/>
                        </a:lnTo>
                        <a:lnTo>
                          <a:pt x="37" y="24"/>
                        </a:lnTo>
                        <a:lnTo>
                          <a:pt x="34" y="20"/>
                        </a:lnTo>
                        <a:lnTo>
                          <a:pt x="33" y="23"/>
                        </a:lnTo>
                        <a:lnTo>
                          <a:pt x="29" y="23"/>
                        </a:lnTo>
                        <a:lnTo>
                          <a:pt x="23" y="23"/>
                        </a:lnTo>
                        <a:lnTo>
                          <a:pt x="20" y="21"/>
                        </a:lnTo>
                        <a:lnTo>
                          <a:pt x="14" y="16"/>
                        </a:lnTo>
                        <a:lnTo>
                          <a:pt x="10" y="12"/>
                        </a:lnTo>
                        <a:lnTo>
                          <a:pt x="7" y="7"/>
                        </a:lnTo>
                        <a:lnTo>
                          <a:pt x="3" y="0"/>
                        </a:lnTo>
                      </a:path>
                    </a:pathLst>
                  </a:custGeom>
                  <a:solidFill>
                    <a:srgbClr val="202020"/>
                  </a:solidFill>
                  <a:ln w="12700" cap="rnd">
                    <a:noFill/>
                    <a:round/>
                    <a:headEnd/>
                    <a:tailEnd/>
                  </a:ln>
                </p:spPr>
                <p:txBody>
                  <a:bodyPr/>
                  <a:lstStyle/>
                  <a:p>
                    <a:pPr algn="ctr"/>
                    <a:endParaRPr lang="pt-BR" sz="2400"/>
                  </a:p>
                </p:txBody>
              </p:sp>
            </p:grpSp>
            <p:grpSp>
              <p:nvGrpSpPr>
                <p:cNvPr id="555" name="Group 70"/>
                <p:cNvGrpSpPr>
                  <a:grpSpLocks/>
                </p:cNvGrpSpPr>
                <p:nvPr/>
              </p:nvGrpSpPr>
              <p:grpSpPr bwMode="auto">
                <a:xfrm>
                  <a:off x="3138" y="2235"/>
                  <a:ext cx="62" cy="229"/>
                  <a:chOff x="3138" y="2235"/>
                  <a:chExt cx="62" cy="229"/>
                </a:xfrm>
              </p:grpSpPr>
              <p:sp>
                <p:nvSpPr>
                  <p:cNvPr id="611" name="Freeform 71"/>
                  <p:cNvSpPr>
                    <a:spLocks/>
                  </p:cNvSpPr>
                  <p:nvPr/>
                </p:nvSpPr>
                <p:spPr bwMode="auto">
                  <a:xfrm>
                    <a:off x="3138" y="2235"/>
                    <a:ext cx="62" cy="229"/>
                  </a:xfrm>
                  <a:custGeom>
                    <a:avLst/>
                    <a:gdLst>
                      <a:gd name="T0" fmla="*/ 7 w 62"/>
                      <a:gd name="T1" fmla="*/ 27 h 229"/>
                      <a:gd name="T2" fmla="*/ 7 w 62"/>
                      <a:gd name="T3" fmla="*/ 30 h 229"/>
                      <a:gd name="T4" fmla="*/ 7 w 62"/>
                      <a:gd name="T5" fmla="*/ 44 h 229"/>
                      <a:gd name="T6" fmla="*/ 3 w 62"/>
                      <a:gd name="T7" fmla="*/ 62 h 229"/>
                      <a:gd name="T8" fmla="*/ 0 w 62"/>
                      <a:gd name="T9" fmla="*/ 111 h 229"/>
                      <a:gd name="T10" fmla="*/ 3 w 62"/>
                      <a:gd name="T11" fmla="*/ 143 h 229"/>
                      <a:gd name="T12" fmla="*/ 5 w 62"/>
                      <a:gd name="T13" fmla="*/ 177 h 229"/>
                      <a:gd name="T14" fmla="*/ 12 w 62"/>
                      <a:gd name="T15" fmla="*/ 225 h 229"/>
                      <a:gd name="T16" fmla="*/ 35 w 62"/>
                      <a:gd name="T17" fmla="*/ 228 h 229"/>
                      <a:gd name="T18" fmla="*/ 61 w 62"/>
                      <a:gd name="T19" fmla="*/ 225 h 229"/>
                      <a:gd name="T20" fmla="*/ 56 w 62"/>
                      <a:gd name="T21" fmla="*/ 0 h 229"/>
                      <a:gd name="T22" fmla="*/ 16 w 62"/>
                      <a:gd name="T23" fmla="*/ 4 h 229"/>
                      <a:gd name="T24" fmla="*/ 12 w 62"/>
                      <a:gd name="T25" fmla="*/ 12 h 229"/>
                      <a:gd name="T26" fmla="*/ 7 w 62"/>
                      <a:gd name="T27" fmla="*/ 27 h 2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
                      <a:gd name="T43" fmla="*/ 0 h 229"/>
                      <a:gd name="T44" fmla="*/ 62 w 62"/>
                      <a:gd name="T45" fmla="*/ 229 h 2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 h="229">
                        <a:moveTo>
                          <a:pt x="7" y="27"/>
                        </a:moveTo>
                        <a:lnTo>
                          <a:pt x="7" y="30"/>
                        </a:lnTo>
                        <a:lnTo>
                          <a:pt x="7" y="44"/>
                        </a:lnTo>
                        <a:lnTo>
                          <a:pt x="3" y="62"/>
                        </a:lnTo>
                        <a:lnTo>
                          <a:pt x="0" y="111"/>
                        </a:lnTo>
                        <a:lnTo>
                          <a:pt x="3" y="143"/>
                        </a:lnTo>
                        <a:lnTo>
                          <a:pt x="5" y="177"/>
                        </a:lnTo>
                        <a:lnTo>
                          <a:pt x="12" y="225"/>
                        </a:lnTo>
                        <a:lnTo>
                          <a:pt x="35" y="228"/>
                        </a:lnTo>
                        <a:lnTo>
                          <a:pt x="61" y="225"/>
                        </a:lnTo>
                        <a:lnTo>
                          <a:pt x="56" y="0"/>
                        </a:lnTo>
                        <a:lnTo>
                          <a:pt x="16" y="4"/>
                        </a:lnTo>
                        <a:lnTo>
                          <a:pt x="12" y="12"/>
                        </a:lnTo>
                        <a:lnTo>
                          <a:pt x="7" y="27"/>
                        </a:lnTo>
                      </a:path>
                    </a:pathLst>
                  </a:custGeom>
                  <a:solidFill>
                    <a:srgbClr val="400040"/>
                  </a:solidFill>
                  <a:ln w="12700" cap="rnd">
                    <a:noFill/>
                    <a:round/>
                    <a:headEnd/>
                    <a:tailEnd/>
                  </a:ln>
                </p:spPr>
                <p:txBody>
                  <a:bodyPr/>
                  <a:lstStyle/>
                  <a:p>
                    <a:pPr algn="ctr"/>
                    <a:endParaRPr lang="pt-BR" sz="2400"/>
                  </a:p>
                </p:txBody>
              </p:sp>
              <p:sp>
                <p:nvSpPr>
                  <p:cNvPr id="612" name="Freeform 72"/>
                  <p:cNvSpPr>
                    <a:spLocks/>
                  </p:cNvSpPr>
                  <p:nvPr/>
                </p:nvSpPr>
                <p:spPr bwMode="auto">
                  <a:xfrm>
                    <a:off x="3142" y="2240"/>
                    <a:ext cx="56" cy="221"/>
                  </a:xfrm>
                  <a:custGeom>
                    <a:avLst/>
                    <a:gdLst>
                      <a:gd name="T0" fmla="*/ 12 w 56"/>
                      <a:gd name="T1" fmla="*/ 0 h 221"/>
                      <a:gd name="T2" fmla="*/ 28 w 56"/>
                      <a:gd name="T3" fmla="*/ 3 h 221"/>
                      <a:gd name="T4" fmla="*/ 48 w 56"/>
                      <a:gd name="T5" fmla="*/ 4 h 221"/>
                      <a:gd name="T6" fmla="*/ 49 w 56"/>
                      <a:gd name="T7" fmla="*/ 16 h 221"/>
                      <a:gd name="T8" fmla="*/ 49 w 56"/>
                      <a:gd name="T9" fmla="*/ 67 h 221"/>
                      <a:gd name="T10" fmla="*/ 51 w 56"/>
                      <a:gd name="T11" fmla="*/ 130 h 221"/>
                      <a:gd name="T12" fmla="*/ 52 w 56"/>
                      <a:gd name="T13" fmla="*/ 180 h 221"/>
                      <a:gd name="T14" fmla="*/ 55 w 56"/>
                      <a:gd name="T15" fmla="*/ 218 h 221"/>
                      <a:gd name="T16" fmla="*/ 31 w 56"/>
                      <a:gd name="T17" fmla="*/ 220 h 221"/>
                      <a:gd name="T18" fmla="*/ 11 w 56"/>
                      <a:gd name="T19" fmla="*/ 217 h 221"/>
                      <a:gd name="T20" fmla="*/ 4 w 56"/>
                      <a:gd name="T21" fmla="*/ 170 h 221"/>
                      <a:gd name="T22" fmla="*/ 0 w 56"/>
                      <a:gd name="T23" fmla="*/ 125 h 221"/>
                      <a:gd name="T24" fmla="*/ 4 w 56"/>
                      <a:gd name="T25" fmla="*/ 135 h 221"/>
                      <a:gd name="T26" fmla="*/ 11 w 56"/>
                      <a:gd name="T27" fmla="*/ 173 h 221"/>
                      <a:gd name="T28" fmla="*/ 8 w 56"/>
                      <a:gd name="T29" fmla="*/ 146 h 221"/>
                      <a:gd name="T30" fmla="*/ 2 w 56"/>
                      <a:gd name="T31" fmla="*/ 111 h 221"/>
                      <a:gd name="T32" fmla="*/ 0 w 56"/>
                      <a:gd name="T33" fmla="*/ 70 h 221"/>
                      <a:gd name="T34" fmla="*/ 2 w 56"/>
                      <a:gd name="T35" fmla="*/ 56 h 221"/>
                      <a:gd name="T36" fmla="*/ 4 w 56"/>
                      <a:gd name="T37" fmla="*/ 44 h 221"/>
                      <a:gd name="T38" fmla="*/ 9 w 56"/>
                      <a:gd name="T39" fmla="*/ 48 h 221"/>
                      <a:gd name="T40" fmla="*/ 24 w 56"/>
                      <a:gd name="T41" fmla="*/ 8 h 221"/>
                      <a:gd name="T42" fmla="*/ 9 w 56"/>
                      <a:gd name="T43" fmla="*/ 45 h 221"/>
                      <a:gd name="T44" fmla="*/ 5 w 56"/>
                      <a:gd name="T45" fmla="*/ 40 h 221"/>
                      <a:gd name="T46" fmla="*/ 5 w 56"/>
                      <a:gd name="T47" fmla="*/ 21 h 221"/>
                      <a:gd name="T48" fmla="*/ 12 w 56"/>
                      <a:gd name="T49" fmla="*/ 0 h 22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6"/>
                      <a:gd name="T76" fmla="*/ 0 h 221"/>
                      <a:gd name="T77" fmla="*/ 56 w 56"/>
                      <a:gd name="T78" fmla="*/ 221 h 22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6" h="221">
                        <a:moveTo>
                          <a:pt x="12" y="0"/>
                        </a:moveTo>
                        <a:lnTo>
                          <a:pt x="28" y="3"/>
                        </a:lnTo>
                        <a:lnTo>
                          <a:pt x="48" y="4"/>
                        </a:lnTo>
                        <a:lnTo>
                          <a:pt x="49" y="16"/>
                        </a:lnTo>
                        <a:lnTo>
                          <a:pt x="49" y="67"/>
                        </a:lnTo>
                        <a:lnTo>
                          <a:pt x="51" y="130"/>
                        </a:lnTo>
                        <a:lnTo>
                          <a:pt x="52" y="180"/>
                        </a:lnTo>
                        <a:lnTo>
                          <a:pt x="55" y="218"/>
                        </a:lnTo>
                        <a:lnTo>
                          <a:pt x="31" y="220"/>
                        </a:lnTo>
                        <a:lnTo>
                          <a:pt x="11" y="217"/>
                        </a:lnTo>
                        <a:lnTo>
                          <a:pt x="4" y="170"/>
                        </a:lnTo>
                        <a:lnTo>
                          <a:pt x="0" y="125"/>
                        </a:lnTo>
                        <a:lnTo>
                          <a:pt x="4" y="135"/>
                        </a:lnTo>
                        <a:lnTo>
                          <a:pt x="11" y="173"/>
                        </a:lnTo>
                        <a:lnTo>
                          <a:pt x="8" y="146"/>
                        </a:lnTo>
                        <a:lnTo>
                          <a:pt x="2" y="111"/>
                        </a:lnTo>
                        <a:lnTo>
                          <a:pt x="0" y="70"/>
                        </a:lnTo>
                        <a:lnTo>
                          <a:pt x="2" y="56"/>
                        </a:lnTo>
                        <a:lnTo>
                          <a:pt x="4" y="44"/>
                        </a:lnTo>
                        <a:lnTo>
                          <a:pt x="9" y="48"/>
                        </a:lnTo>
                        <a:lnTo>
                          <a:pt x="24" y="8"/>
                        </a:lnTo>
                        <a:lnTo>
                          <a:pt x="9" y="45"/>
                        </a:lnTo>
                        <a:lnTo>
                          <a:pt x="5" y="40"/>
                        </a:lnTo>
                        <a:lnTo>
                          <a:pt x="5" y="21"/>
                        </a:lnTo>
                        <a:lnTo>
                          <a:pt x="12" y="0"/>
                        </a:lnTo>
                      </a:path>
                    </a:pathLst>
                  </a:custGeom>
                  <a:solidFill>
                    <a:srgbClr val="600060"/>
                  </a:solidFill>
                  <a:ln w="12700" cap="rnd">
                    <a:noFill/>
                    <a:round/>
                    <a:headEnd/>
                    <a:tailEnd/>
                  </a:ln>
                </p:spPr>
                <p:txBody>
                  <a:bodyPr/>
                  <a:lstStyle/>
                  <a:p>
                    <a:pPr algn="ctr"/>
                    <a:endParaRPr lang="pt-BR" sz="2400"/>
                  </a:p>
                </p:txBody>
              </p:sp>
              <p:sp>
                <p:nvSpPr>
                  <p:cNvPr id="613" name="Freeform 73"/>
                  <p:cNvSpPr>
                    <a:spLocks/>
                  </p:cNvSpPr>
                  <p:nvPr/>
                </p:nvSpPr>
                <p:spPr bwMode="auto">
                  <a:xfrm>
                    <a:off x="3161" y="2242"/>
                    <a:ext cx="10" cy="95"/>
                  </a:xfrm>
                  <a:custGeom>
                    <a:avLst/>
                    <a:gdLst>
                      <a:gd name="T0" fmla="*/ 9 w 10"/>
                      <a:gd name="T1" fmla="*/ 0 h 95"/>
                      <a:gd name="T2" fmla="*/ 7 w 10"/>
                      <a:gd name="T3" fmla="*/ 13 h 95"/>
                      <a:gd name="T4" fmla="*/ 4 w 10"/>
                      <a:gd name="T5" fmla="*/ 41 h 95"/>
                      <a:gd name="T6" fmla="*/ 1 w 10"/>
                      <a:gd name="T7" fmla="*/ 68 h 95"/>
                      <a:gd name="T8" fmla="*/ 0 w 10"/>
                      <a:gd name="T9" fmla="*/ 94 h 95"/>
                      <a:gd name="T10" fmla="*/ 5 w 10"/>
                      <a:gd name="T11" fmla="*/ 62 h 95"/>
                      <a:gd name="T12" fmla="*/ 9 w 10"/>
                      <a:gd name="T13" fmla="*/ 37 h 95"/>
                      <a:gd name="T14" fmla="*/ 9 w 10"/>
                      <a:gd name="T15" fmla="*/ 0 h 95"/>
                      <a:gd name="T16" fmla="*/ 0 60000 65536"/>
                      <a:gd name="T17" fmla="*/ 0 60000 65536"/>
                      <a:gd name="T18" fmla="*/ 0 60000 65536"/>
                      <a:gd name="T19" fmla="*/ 0 60000 65536"/>
                      <a:gd name="T20" fmla="*/ 0 60000 65536"/>
                      <a:gd name="T21" fmla="*/ 0 60000 65536"/>
                      <a:gd name="T22" fmla="*/ 0 60000 65536"/>
                      <a:gd name="T23" fmla="*/ 0 60000 65536"/>
                      <a:gd name="T24" fmla="*/ 0 w 10"/>
                      <a:gd name="T25" fmla="*/ 0 h 95"/>
                      <a:gd name="T26" fmla="*/ 10 w 10"/>
                      <a:gd name="T27" fmla="*/ 95 h 9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 h="95">
                        <a:moveTo>
                          <a:pt x="9" y="0"/>
                        </a:moveTo>
                        <a:lnTo>
                          <a:pt x="7" y="13"/>
                        </a:lnTo>
                        <a:lnTo>
                          <a:pt x="4" y="41"/>
                        </a:lnTo>
                        <a:lnTo>
                          <a:pt x="1" y="68"/>
                        </a:lnTo>
                        <a:lnTo>
                          <a:pt x="0" y="94"/>
                        </a:lnTo>
                        <a:lnTo>
                          <a:pt x="5" y="62"/>
                        </a:lnTo>
                        <a:lnTo>
                          <a:pt x="9" y="37"/>
                        </a:lnTo>
                        <a:lnTo>
                          <a:pt x="9" y="0"/>
                        </a:lnTo>
                      </a:path>
                    </a:pathLst>
                  </a:custGeom>
                  <a:solidFill>
                    <a:srgbClr val="400040"/>
                  </a:solidFill>
                  <a:ln w="12700" cap="rnd">
                    <a:noFill/>
                    <a:round/>
                    <a:headEnd/>
                    <a:tailEnd/>
                  </a:ln>
                </p:spPr>
                <p:txBody>
                  <a:bodyPr/>
                  <a:lstStyle/>
                  <a:p>
                    <a:pPr algn="ctr"/>
                    <a:endParaRPr lang="pt-BR" sz="2400"/>
                  </a:p>
                </p:txBody>
              </p:sp>
              <p:sp>
                <p:nvSpPr>
                  <p:cNvPr id="614" name="Freeform 74"/>
                  <p:cNvSpPr>
                    <a:spLocks/>
                  </p:cNvSpPr>
                  <p:nvPr/>
                </p:nvSpPr>
                <p:spPr bwMode="auto">
                  <a:xfrm>
                    <a:off x="3174" y="2278"/>
                    <a:ext cx="11" cy="158"/>
                  </a:xfrm>
                  <a:custGeom>
                    <a:avLst/>
                    <a:gdLst>
                      <a:gd name="T0" fmla="*/ 6 w 11"/>
                      <a:gd name="T1" fmla="*/ 0 h 158"/>
                      <a:gd name="T2" fmla="*/ 0 w 11"/>
                      <a:gd name="T3" fmla="*/ 46 h 158"/>
                      <a:gd name="T4" fmla="*/ 0 w 11"/>
                      <a:gd name="T5" fmla="*/ 81 h 158"/>
                      <a:gd name="T6" fmla="*/ 4 w 11"/>
                      <a:gd name="T7" fmla="*/ 115 h 158"/>
                      <a:gd name="T8" fmla="*/ 8 w 11"/>
                      <a:gd name="T9" fmla="*/ 133 h 158"/>
                      <a:gd name="T10" fmla="*/ 9 w 11"/>
                      <a:gd name="T11" fmla="*/ 157 h 158"/>
                      <a:gd name="T12" fmla="*/ 10 w 11"/>
                      <a:gd name="T13" fmla="*/ 131 h 158"/>
                      <a:gd name="T14" fmla="*/ 4 w 11"/>
                      <a:gd name="T15" fmla="*/ 97 h 158"/>
                      <a:gd name="T16" fmla="*/ 3 w 11"/>
                      <a:gd name="T17" fmla="*/ 59 h 158"/>
                      <a:gd name="T18" fmla="*/ 4 w 11"/>
                      <a:gd name="T19" fmla="*/ 33 h 158"/>
                      <a:gd name="T20" fmla="*/ 6 w 11"/>
                      <a:gd name="T21" fmla="*/ 0 h 1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
                      <a:gd name="T34" fmla="*/ 0 h 158"/>
                      <a:gd name="T35" fmla="*/ 11 w 11"/>
                      <a:gd name="T36" fmla="*/ 158 h 1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 h="158">
                        <a:moveTo>
                          <a:pt x="6" y="0"/>
                        </a:moveTo>
                        <a:lnTo>
                          <a:pt x="0" y="46"/>
                        </a:lnTo>
                        <a:lnTo>
                          <a:pt x="0" y="81"/>
                        </a:lnTo>
                        <a:lnTo>
                          <a:pt x="4" y="115"/>
                        </a:lnTo>
                        <a:lnTo>
                          <a:pt x="8" y="133"/>
                        </a:lnTo>
                        <a:lnTo>
                          <a:pt x="9" y="157"/>
                        </a:lnTo>
                        <a:lnTo>
                          <a:pt x="10" y="131"/>
                        </a:lnTo>
                        <a:lnTo>
                          <a:pt x="4" y="97"/>
                        </a:lnTo>
                        <a:lnTo>
                          <a:pt x="3" y="59"/>
                        </a:lnTo>
                        <a:lnTo>
                          <a:pt x="4" y="33"/>
                        </a:lnTo>
                        <a:lnTo>
                          <a:pt x="6" y="0"/>
                        </a:lnTo>
                      </a:path>
                    </a:pathLst>
                  </a:custGeom>
                  <a:solidFill>
                    <a:srgbClr val="400040"/>
                  </a:solidFill>
                  <a:ln w="12700" cap="rnd">
                    <a:noFill/>
                    <a:round/>
                    <a:headEnd/>
                    <a:tailEnd/>
                  </a:ln>
                </p:spPr>
                <p:txBody>
                  <a:bodyPr/>
                  <a:lstStyle/>
                  <a:p>
                    <a:pPr algn="ctr"/>
                    <a:endParaRPr lang="pt-BR" sz="2400"/>
                  </a:p>
                </p:txBody>
              </p:sp>
            </p:grpSp>
            <p:grpSp>
              <p:nvGrpSpPr>
                <p:cNvPr id="556" name="Group 75"/>
                <p:cNvGrpSpPr>
                  <a:grpSpLocks/>
                </p:cNvGrpSpPr>
                <p:nvPr/>
              </p:nvGrpSpPr>
              <p:grpSpPr bwMode="auto">
                <a:xfrm>
                  <a:off x="3194" y="2234"/>
                  <a:ext cx="69" cy="239"/>
                  <a:chOff x="3194" y="2234"/>
                  <a:chExt cx="69" cy="239"/>
                </a:xfrm>
              </p:grpSpPr>
              <p:sp>
                <p:nvSpPr>
                  <p:cNvPr id="609" name="Freeform 76"/>
                  <p:cNvSpPr>
                    <a:spLocks/>
                  </p:cNvSpPr>
                  <p:nvPr/>
                </p:nvSpPr>
                <p:spPr bwMode="auto">
                  <a:xfrm>
                    <a:off x="3194" y="2234"/>
                    <a:ext cx="69" cy="239"/>
                  </a:xfrm>
                  <a:custGeom>
                    <a:avLst/>
                    <a:gdLst>
                      <a:gd name="T0" fmla="*/ 5 w 69"/>
                      <a:gd name="T1" fmla="*/ 226 h 239"/>
                      <a:gd name="T2" fmla="*/ 29 w 69"/>
                      <a:gd name="T3" fmla="*/ 237 h 239"/>
                      <a:gd name="T4" fmla="*/ 57 w 69"/>
                      <a:gd name="T5" fmla="*/ 238 h 239"/>
                      <a:gd name="T6" fmla="*/ 63 w 69"/>
                      <a:gd name="T7" fmla="*/ 223 h 239"/>
                      <a:gd name="T8" fmla="*/ 66 w 69"/>
                      <a:gd name="T9" fmla="*/ 191 h 239"/>
                      <a:gd name="T10" fmla="*/ 68 w 69"/>
                      <a:gd name="T11" fmla="*/ 146 h 239"/>
                      <a:gd name="T12" fmla="*/ 68 w 69"/>
                      <a:gd name="T13" fmla="*/ 112 h 239"/>
                      <a:gd name="T14" fmla="*/ 65 w 69"/>
                      <a:gd name="T15" fmla="*/ 74 h 239"/>
                      <a:gd name="T16" fmla="*/ 59 w 69"/>
                      <a:gd name="T17" fmla="*/ 46 h 239"/>
                      <a:gd name="T18" fmla="*/ 64 w 69"/>
                      <a:gd name="T19" fmla="*/ 38 h 239"/>
                      <a:gd name="T20" fmla="*/ 45 w 69"/>
                      <a:gd name="T21" fmla="*/ 10 h 239"/>
                      <a:gd name="T22" fmla="*/ 43 w 69"/>
                      <a:gd name="T23" fmla="*/ 0 h 239"/>
                      <a:gd name="T24" fmla="*/ 0 w 69"/>
                      <a:gd name="T25" fmla="*/ 8 h 239"/>
                      <a:gd name="T26" fmla="*/ 5 w 69"/>
                      <a:gd name="T27" fmla="*/ 226 h 2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9"/>
                      <a:gd name="T43" fmla="*/ 0 h 239"/>
                      <a:gd name="T44" fmla="*/ 69 w 69"/>
                      <a:gd name="T45" fmla="*/ 239 h 23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9" h="239">
                        <a:moveTo>
                          <a:pt x="5" y="226"/>
                        </a:moveTo>
                        <a:lnTo>
                          <a:pt x="29" y="237"/>
                        </a:lnTo>
                        <a:lnTo>
                          <a:pt x="57" y="238"/>
                        </a:lnTo>
                        <a:lnTo>
                          <a:pt x="63" y="223"/>
                        </a:lnTo>
                        <a:lnTo>
                          <a:pt x="66" y="191"/>
                        </a:lnTo>
                        <a:lnTo>
                          <a:pt x="68" y="146"/>
                        </a:lnTo>
                        <a:lnTo>
                          <a:pt x="68" y="112"/>
                        </a:lnTo>
                        <a:lnTo>
                          <a:pt x="65" y="74"/>
                        </a:lnTo>
                        <a:lnTo>
                          <a:pt x="59" y="46"/>
                        </a:lnTo>
                        <a:lnTo>
                          <a:pt x="64" y="38"/>
                        </a:lnTo>
                        <a:lnTo>
                          <a:pt x="45" y="10"/>
                        </a:lnTo>
                        <a:lnTo>
                          <a:pt x="43" y="0"/>
                        </a:lnTo>
                        <a:lnTo>
                          <a:pt x="0" y="8"/>
                        </a:lnTo>
                        <a:lnTo>
                          <a:pt x="5" y="226"/>
                        </a:lnTo>
                      </a:path>
                    </a:pathLst>
                  </a:custGeom>
                  <a:solidFill>
                    <a:srgbClr val="004040"/>
                  </a:solidFill>
                  <a:ln w="12700" cap="rnd">
                    <a:noFill/>
                    <a:round/>
                    <a:headEnd/>
                    <a:tailEnd/>
                  </a:ln>
                </p:spPr>
                <p:txBody>
                  <a:bodyPr/>
                  <a:lstStyle/>
                  <a:p>
                    <a:pPr algn="ctr"/>
                    <a:endParaRPr lang="pt-BR" sz="2400"/>
                  </a:p>
                </p:txBody>
              </p:sp>
              <p:sp>
                <p:nvSpPr>
                  <p:cNvPr id="610" name="Freeform 77"/>
                  <p:cNvSpPr>
                    <a:spLocks/>
                  </p:cNvSpPr>
                  <p:nvPr/>
                </p:nvSpPr>
                <p:spPr bwMode="auto">
                  <a:xfrm>
                    <a:off x="3197" y="2236"/>
                    <a:ext cx="63" cy="235"/>
                  </a:xfrm>
                  <a:custGeom>
                    <a:avLst/>
                    <a:gdLst>
                      <a:gd name="T0" fmla="*/ 0 w 63"/>
                      <a:gd name="T1" fmla="*/ 8 h 235"/>
                      <a:gd name="T2" fmla="*/ 2 w 63"/>
                      <a:gd name="T3" fmla="*/ 93 h 235"/>
                      <a:gd name="T4" fmla="*/ 4 w 63"/>
                      <a:gd name="T5" fmla="*/ 222 h 235"/>
                      <a:gd name="T6" fmla="*/ 28 w 63"/>
                      <a:gd name="T7" fmla="*/ 233 h 235"/>
                      <a:gd name="T8" fmla="*/ 16 w 63"/>
                      <a:gd name="T9" fmla="*/ 181 h 235"/>
                      <a:gd name="T10" fmla="*/ 12 w 63"/>
                      <a:gd name="T11" fmla="*/ 152 h 235"/>
                      <a:gd name="T12" fmla="*/ 11 w 63"/>
                      <a:gd name="T13" fmla="*/ 129 h 235"/>
                      <a:gd name="T14" fmla="*/ 16 w 63"/>
                      <a:gd name="T15" fmla="*/ 159 h 235"/>
                      <a:gd name="T16" fmla="*/ 22 w 63"/>
                      <a:gd name="T17" fmla="*/ 193 h 235"/>
                      <a:gd name="T18" fmla="*/ 33 w 63"/>
                      <a:gd name="T19" fmla="*/ 233 h 235"/>
                      <a:gd name="T20" fmla="*/ 49 w 63"/>
                      <a:gd name="T21" fmla="*/ 234 h 235"/>
                      <a:gd name="T22" fmla="*/ 52 w 63"/>
                      <a:gd name="T23" fmla="*/ 180 h 235"/>
                      <a:gd name="T24" fmla="*/ 54 w 63"/>
                      <a:gd name="T25" fmla="*/ 147 h 235"/>
                      <a:gd name="T26" fmla="*/ 54 w 63"/>
                      <a:gd name="T27" fmla="*/ 125 h 235"/>
                      <a:gd name="T28" fmla="*/ 56 w 63"/>
                      <a:gd name="T29" fmla="*/ 150 h 235"/>
                      <a:gd name="T30" fmla="*/ 52 w 63"/>
                      <a:gd name="T31" fmla="*/ 232 h 235"/>
                      <a:gd name="T32" fmla="*/ 58 w 63"/>
                      <a:gd name="T33" fmla="*/ 219 h 235"/>
                      <a:gd name="T34" fmla="*/ 60 w 63"/>
                      <a:gd name="T35" fmla="*/ 183 h 235"/>
                      <a:gd name="T36" fmla="*/ 61 w 63"/>
                      <a:gd name="T37" fmla="*/ 148 h 235"/>
                      <a:gd name="T38" fmla="*/ 62 w 63"/>
                      <a:gd name="T39" fmla="*/ 110 h 235"/>
                      <a:gd name="T40" fmla="*/ 60 w 63"/>
                      <a:gd name="T41" fmla="*/ 82 h 235"/>
                      <a:gd name="T42" fmla="*/ 54 w 63"/>
                      <a:gd name="T43" fmla="*/ 46 h 235"/>
                      <a:gd name="T44" fmla="*/ 50 w 63"/>
                      <a:gd name="T45" fmla="*/ 50 h 235"/>
                      <a:gd name="T46" fmla="*/ 58 w 63"/>
                      <a:gd name="T47" fmla="*/ 37 h 235"/>
                      <a:gd name="T48" fmla="*/ 36 w 63"/>
                      <a:gd name="T49" fmla="*/ 0 h 235"/>
                      <a:gd name="T50" fmla="*/ 27 w 63"/>
                      <a:gd name="T51" fmla="*/ 2 h 235"/>
                      <a:gd name="T52" fmla="*/ 33 w 63"/>
                      <a:gd name="T53" fmla="*/ 18 h 235"/>
                      <a:gd name="T54" fmla="*/ 37 w 63"/>
                      <a:gd name="T55" fmla="*/ 37 h 235"/>
                      <a:gd name="T56" fmla="*/ 39 w 63"/>
                      <a:gd name="T57" fmla="*/ 60 h 235"/>
                      <a:gd name="T58" fmla="*/ 32 w 63"/>
                      <a:gd name="T59" fmla="*/ 26 h 235"/>
                      <a:gd name="T60" fmla="*/ 28 w 63"/>
                      <a:gd name="T61" fmla="*/ 15 h 235"/>
                      <a:gd name="T62" fmla="*/ 23 w 63"/>
                      <a:gd name="T63" fmla="*/ 1 h 235"/>
                      <a:gd name="T64" fmla="*/ 16 w 63"/>
                      <a:gd name="T65" fmla="*/ 2 h 235"/>
                      <a:gd name="T66" fmla="*/ 23 w 63"/>
                      <a:gd name="T67" fmla="*/ 19 h 235"/>
                      <a:gd name="T68" fmla="*/ 26 w 63"/>
                      <a:gd name="T69" fmla="*/ 38 h 235"/>
                      <a:gd name="T70" fmla="*/ 28 w 63"/>
                      <a:gd name="T71" fmla="*/ 52 h 235"/>
                      <a:gd name="T72" fmla="*/ 19 w 63"/>
                      <a:gd name="T73" fmla="*/ 19 h 235"/>
                      <a:gd name="T74" fmla="*/ 13 w 63"/>
                      <a:gd name="T75" fmla="*/ 4 h 235"/>
                      <a:gd name="T76" fmla="*/ 0 w 63"/>
                      <a:gd name="T77" fmla="*/ 8 h 23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3"/>
                      <a:gd name="T118" fmla="*/ 0 h 235"/>
                      <a:gd name="T119" fmla="*/ 63 w 63"/>
                      <a:gd name="T120" fmla="*/ 235 h 23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3" h="235">
                        <a:moveTo>
                          <a:pt x="0" y="8"/>
                        </a:moveTo>
                        <a:lnTo>
                          <a:pt x="2" y="93"/>
                        </a:lnTo>
                        <a:lnTo>
                          <a:pt x="4" y="222"/>
                        </a:lnTo>
                        <a:lnTo>
                          <a:pt x="28" y="233"/>
                        </a:lnTo>
                        <a:lnTo>
                          <a:pt x="16" y="181"/>
                        </a:lnTo>
                        <a:lnTo>
                          <a:pt x="12" y="152"/>
                        </a:lnTo>
                        <a:lnTo>
                          <a:pt x="11" y="129"/>
                        </a:lnTo>
                        <a:lnTo>
                          <a:pt x="16" y="159"/>
                        </a:lnTo>
                        <a:lnTo>
                          <a:pt x="22" y="193"/>
                        </a:lnTo>
                        <a:lnTo>
                          <a:pt x="33" y="233"/>
                        </a:lnTo>
                        <a:lnTo>
                          <a:pt x="49" y="234"/>
                        </a:lnTo>
                        <a:lnTo>
                          <a:pt x="52" y="180"/>
                        </a:lnTo>
                        <a:lnTo>
                          <a:pt x="54" y="147"/>
                        </a:lnTo>
                        <a:lnTo>
                          <a:pt x="54" y="125"/>
                        </a:lnTo>
                        <a:lnTo>
                          <a:pt x="56" y="150"/>
                        </a:lnTo>
                        <a:lnTo>
                          <a:pt x="52" y="232"/>
                        </a:lnTo>
                        <a:lnTo>
                          <a:pt x="58" y="219"/>
                        </a:lnTo>
                        <a:lnTo>
                          <a:pt x="60" y="183"/>
                        </a:lnTo>
                        <a:lnTo>
                          <a:pt x="61" y="148"/>
                        </a:lnTo>
                        <a:lnTo>
                          <a:pt x="62" y="110"/>
                        </a:lnTo>
                        <a:lnTo>
                          <a:pt x="60" y="82"/>
                        </a:lnTo>
                        <a:lnTo>
                          <a:pt x="54" y="46"/>
                        </a:lnTo>
                        <a:lnTo>
                          <a:pt x="50" y="50"/>
                        </a:lnTo>
                        <a:lnTo>
                          <a:pt x="58" y="37"/>
                        </a:lnTo>
                        <a:lnTo>
                          <a:pt x="36" y="0"/>
                        </a:lnTo>
                        <a:lnTo>
                          <a:pt x="27" y="2"/>
                        </a:lnTo>
                        <a:lnTo>
                          <a:pt x="33" y="18"/>
                        </a:lnTo>
                        <a:lnTo>
                          <a:pt x="37" y="37"/>
                        </a:lnTo>
                        <a:lnTo>
                          <a:pt x="39" y="60"/>
                        </a:lnTo>
                        <a:lnTo>
                          <a:pt x="32" y="26"/>
                        </a:lnTo>
                        <a:lnTo>
                          <a:pt x="28" y="15"/>
                        </a:lnTo>
                        <a:lnTo>
                          <a:pt x="23" y="1"/>
                        </a:lnTo>
                        <a:lnTo>
                          <a:pt x="16" y="2"/>
                        </a:lnTo>
                        <a:lnTo>
                          <a:pt x="23" y="19"/>
                        </a:lnTo>
                        <a:lnTo>
                          <a:pt x="26" y="38"/>
                        </a:lnTo>
                        <a:lnTo>
                          <a:pt x="28" y="52"/>
                        </a:lnTo>
                        <a:lnTo>
                          <a:pt x="19" y="19"/>
                        </a:lnTo>
                        <a:lnTo>
                          <a:pt x="13" y="4"/>
                        </a:lnTo>
                        <a:lnTo>
                          <a:pt x="0" y="8"/>
                        </a:lnTo>
                      </a:path>
                    </a:pathLst>
                  </a:custGeom>
                  <a:solidFill>
                    <a:srgbClr val="006060"/>
                  </a:solidFill>
                  <a:ln w="12700" cap="rnd">
                    <a:noFill/>
                    <a:round/>
                    <a:headEnd/>
                    <a:tailEnd/>
                  </a:ln>
                </p:spPr>
                <p:txBody>
                  <a:bodyPr/>
                  <a:lstStyle/>
                  <a:p>
                    <a:pPr algn="ctr"/>
                    <a:endParaRPr lang="pt-BR" sz="2400"/>
                  </a:p>
                </p:txBody>
              </p:sp>
            </p:grpSp>
            <p:grpSp>
              <p:nvGrpSpPr>
                <p:cNvPr id="557" name="Group 78"/>
                <p:cNvGrpSpPr>
                  <a:grpSpLocks/>
                </p:cNvGrpSpPr>
                <p:nvPr/>
              </p:nvGrpSpPr>
              <p:grpSpPr bwMode="auto">
                <a:xfrm>
                  <a:off x="3155" y="2033"/>
                  <a:ext cx="79" cy="110"/>
                  <a:chOff x="3155" y="2033"/>
                  <a:chExt cx="79" cy="110"/>
                </a:xfrm>
              </p:grpSpPr>
              <p:sp>
                <p:nvSpPr>
                  <p:cNvPr id="584" name="Freeform 79"/>
                  <p:cNvSpPr>
                    <a:spLocks/>
                  </p:cNvSpPr>
                  <p:nvPr/>
                </p:nvSpPr>
                <p:spPr bwMode="auto">
                  <a:xfrm>
                    <a:off x="3155" y="2033"/>
                    <a:ext cx="79" cy="77"/>
                  </a:xfrm>
                  <a:custGeom>
                    <a:avLst/>
                    <a:gdLst>
                      <a:gd name="T0" fmla="*/ 42 w 79"/>
                      <a:gd name="T1" fmla="*/ 0 h 77"/>
                      <a:gd name="T2" fmla="*/ 35 w 79"/>
                      <a:gd name="T3" fmla="*/ 0 h 77"/>
                      <a:gd name="T4" fmla="*/ 28 w 79"/>
                      <a:gd name="T5" fmla="*/ 1 h 77"/>
                      <a:gd name="T6" fmla="*/ 22 w 79"/>
                      <a:gd name="T7" fmla="*/ 3 h 77"/>
                      <a:gd name="T8" fmla="*/ 15 w 79"/>
                      <a:gd name="T9" fmla="*/ 6 h 77"/>
                      <a:gd name="T10" fmla="*/ 10 w 79"/>
                      <a:gd name="T11" fmla="*/ 9 h 77"/>
                      <a:gd name="T12" fmla="*/ 6 w 79"/>
                      <a:gd name="T13" fmla="*/ 13 h 77"/>
                      <a:gd name="T14" fmla="*/ 5 w 79"/>
                      <a:gd name="T15" fmla="*/ 17 h 77"/>
                      <a:gd name="T16" fmla="*/ 5 w 79"/>
                      <a:gd name="T17" fmla="*/ 23 h 77"/>
                      <a:gd name="T18" fmla="*/ 6 w 79"/>
                      <a:gd name="T19" fmla="*/ 27 h 77"/>
                      <a:gd name="T20" fmla="*/ 3 w 79"/>
                      <a:gd name="T21" fmla="*/ 33 h 77"/>
                      <a:gd name="T22" fmla="*/ 0 w 79"/>
                      <a:gd name="T23" fmla="*/ 38 h 77"/>
                      <a:gd name="T24" fmla="*/ 0 w 79"/>
                      <a:gd name="T25" fmla="*/ 43 h 77"/>
                      <a:gd name="T26" fmla="*/ 1 w 79"/>
                      <a:gd name="T27" fmla="*/ 49 h 77"/>
                      <a:gd name="T28" fmla="*/ 5 w 79"/>
                      <a:gd name="T29" fmla="*/ 53 h 77"/>
                      <a:gd name="T30" fmla="*/ 10 w 79"/>
                      <a:gd name="T31" fmla="*/ 55 h 77"/>
                      <a:gd name="T32" fmla="*/ 11 w 79"/>
                      <a:gd name="T33" fmla="*/ 57 h 77"/>
                      <a:gd name="T34" fmla="*/ 12 w 79"/>
                      <a:gd name="T35" fmla="*/ 60 h 77"/>
                      <a:gd name="T36" fmla="*/ 11 w 79"/>
                      <a:gd name="T37" fmla="*/ 63 h 77"/>
                      <a:gd name="T38" fmla="*/ 11 w 79"/>
                      <a:gd name="T39" fmla="*/ 67 h 77"/>
                      <a:gd name="T40" fmla="*/ 7 w 79"/>
                      <a:gd name="T41" fmla="*/ 71 h 77"/>
                      <a:gd name="T42" fmla="*/ 10 w 79"/>
                      <a:gd name="T43" fmla="*/ 71 h 77"/>
                      <a:gd name="T44" fmla="*/ 11 w 79"/>
                      <a:gd name="T45" fmla="*/ 73 h 77"/>
                      <a:gd name="T46" fmla="*/ 13 w 79"/>
                      <a:gd name="T47" fmla="*/ 72 h 77"/>
                      <a:gd name="T48" fmla="*/ 16 w 79"/>
                      <a:gd name="T49" fmla="*/ 74 h 77"/>
                      <a:gd name="T50" fmla="*/ 19 w 79"/>
                      <a:gd name="T51" fmla="*/ 74 h 77"/>
                      <a:gd name="T52" fmla="*/ 23 w 79"/>
                      <a:gd name="T53" fmla="*/ 76 h 77"/>
                      <a:gd name="T54" fmla="*/ 53 w 79"/>
                      <a:gd name="T55" fmla="*/ 74 h 77"/>
                      <a:gd name="T56" fmla="*/ 57 w 79"/>
                      <a:gd name="T57" fmla="*/ 74 h 77"/>
                      <a:gd name="T58" fmla="*/ 59 w 79"/>
                      <a:gd name="T59" fmla="*/ 72 h 77"/>
                      <a:gd name="T60" fmla="*/ 62 w 79"/>
                      <a:gd name="T61" fmla="*/ 73 h 77"/>
                      <a:gd name="T62" fmla="*/ 64 w 79"/>
                      <a:gd name="T63" fmla="*/ 71 h 77"/>
                      <a:gd name="T64" fmla="*/ 66 w 79"/>
                      <a:gd name="T65" fmla="*/ 72 h 77"/>
                      <a:gd name="T66" fmla="*/ 67 w 79"/>
                      <a:gd name="T67" fmla="*/ 70 h 77"/>
                      <a:gd name="T68" fmla="*/ 69 w 79"/>
                      <a:gd name="T69" fmla="*/ 71 h 77"/>
                      <a:gd name="T70" fmla="*/ 72 w 79"/>
                      <a:gd name="T71" fmla="*/ 70 h 77"/>
                      <a:gd name="T72" fmla="*/ 68 w 79"/>
                      <a:gd name="T73" fmla="*/ 67 h 77"/>
                      <a:gd name="T74" fmla="*/ 66 w 79"/>
                      <a:gd name="T75" fmla="*/ 64 h 77"/>
                      <a:gd name="T76" fmla="*/ 64 w 79"/>
                      <a:gd name="T77" fmla="*/ 60 h 77"/>
                      <a:gd name="T78" fmla="*/ 67 w 79"/>
                      <a:gd name="T79" fmla="*/ 58 h 77"/>
                      <a:gd name="T80" fmla="*/ 72 w 79"/>
                      <a:gd name="T81" fmla="*/ 55 h 77"/>
                      <a:gd name="T82" fmla="*/ 75 w 79"/>
                      <a:gd name="T83" fmla="*/ 52 h 77"/>
                      <a:gd name="T84" fmla="*/ 76 w 79"/>
                      <a:gd name="T85" fmla="*/ 47 h 77"/>
                      <a:gd name="T86" fmla="*/ 77 w 79"/>
                      <a:gd name="T87" fmla="*/ 38 h 77"/>
                      <a:gd name="T88" fmla="*/ 78 w 79"/>
                      <a:gd name="T89" fmla="*/ 31 h 77"/>
                      <a:gd name="T90" fmla="*/ 76 w 79"/>
                      <a:gd name="T91" fmla="*/ 24 h 77"/>
                      <a:gd name="T92" fmla="*/ 74 w 79"/>
                      <a:gd name="T93" fmla="*/ 19 h 77"/>
                      <a:gd name="T94" fmla="*/ 70 w 79"/>
                      <a:gd name="T95" fmla="*/ 13 h 77"/>
                      <a:gd name="T96" fmla="*/ 64 w 79"/>
                      <a:gd name="T97" fmla="*/ 7 h 77"/>
                      <a:gd name="T98" fmla="*/ 58 w 79"/>
                      <a:gd name="T99" fmla="*/ 4 h 77"/>
                      <a:gd name="T100" fmla="*/ 51 w 79"/>
                      <a:gd name="T101" fmla="*/ 1 h 77"/>
                      <a:gd name="T102" fmla="*/ 42 w 79"/>
                      <a:gd name="T103" fmla="*/ 0 h 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9"/>
                      <a:gd name="T157" fmla="*/ 0 h 77"/>
                      <a:gd name="T158" fmla="*/ 79 w 79"/>
                      <a:gd name="T159" fmla="*/ 77 h 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9" h="77">
                        <a:moveTo>
                          <a:pt x="42" y="0"/>
                        </a:moveTo>
                        <a:lnTo>
                          <a:pt x="35" y="0"/>
                        </a:lnTo>
                        <a:lnTo>
                          <a:pt x="28" y="1"/>
                        </a:lnTo>
                        <a:lnTo>
                          <a:pt x="22" y="3"/>
                        </a:lnTo>
                        <a:lnTo>
                          <a:pt x="15" y="6"/>
                        </a:lnTo>
                        <a:lnTo>
                          <a:pt x="10" y="9"/>
                        </a:lnTo>
                        <a:lnTo>
                          <a:pt x="6" y="13"/>
                        </a:lnTo>
                        <a:lnTo>
                          <a:pt x="5" y="17"/>
                        </a:lnTo>
                        <a:lnTo>
                          <a:pt x="5" y="23"/>
                        </a:lnTo>
                        <a:lnTo>
                          <a:pt x="6" y="27"/>
                        </a:lnTo>
                        <a:lnTo>
                          <a:pt x="3" y="33"/>
                        </a:lnTo>
                        <a:lnTo>
                          <a:pt x="0" y="38"/>
                        </a:lnTo>
                        <a:lnTo>
                          <a:pt x="0" y="43"/>
                        </a:lnTo>
                        <a:lnTo>
                          <a:pt x="1" y="49"/>
                        </a:lnTo>
                        <a:lnTo>
                          <a:pt x="5" y="53"/>
                        </a:lnTo>
                        <a:lnTo>
                          <a:pt x="10" y="55"/>
                        </a:lnTo>
                        <a:lnTo>
                          <a:pt x="11" y="57"/>
                        </a:lnTo>
                        <a:lnTo>
                          <a:pt x="12" y="60"/>
                        </a:lnTo>
                        <a:lnTo>
                          <a:pt x="11" y="63"/>
                        </a:lnTo>
                        <a:lnTo>
                          <a:pt x="11" y="67"/>
                        </a:lnTo>
                        <a:lnTo>
                          <a:pt x="7" y="71"/>
                        </a:lnTo>
                        <a:lnTo>
                          <a:pt x="10" y="71"/>
                        </a:lnTo>
                        <a:lnTo>
                          <a:pt x="11" y="73"/>
                        </a:lnTo>
                        <a:lnTo>
                          <a:pt x="13" y="72"/>
                        </a:lnTo>
                        <a:lnTo>
                          <a:pt x="16" y="74"/>
                        </a:lnTo>
                        <a:lnTo>
                          <a:pt x="19" y="74"/>
                        </a:lnTo>
                        <a:lnTo>
                          <a:pt x="23" y="76"/>
                        </a:lnTo>
                        <a:lnTo>
                          <a:pt x="53" y="74"/>
                        </a:lnTo>
                        <a:lnTo>
                          <a:pt x="57" y="74"/>
                        </a:lnTo>
                        <a:lnTo>
                          <a:pt x="59" y="72"/>
                        </a:lnTo>
                        <a:lnTo>
                          <a:pt x="62" y="73"/>
                        </a:lnTo>
                        <a:lnTo>
                          <a:pt x="64" y="71"/>
                        </a:lnTo>
                        <a:lnTo>
                          <a:pt x="66" y="72"/>
                        </a:lnTo>
                        <a:lnTo>
                          <a:pt x="67" y="70"/>
                        </a:lnTo>
                        <a:lnTo>
                          <a:pt x="69" y="71"/>
                        </a:lnTo>
                        <a:lnTo>
                          <a:pt x="72" y="70"/>
                        </a:lnTo>
                        <a:lnTo>
                          <a:pt x="68" y="67"/>
                        </a:lnTo>
                        <a:lnTo>
                          <a:pt x="66" y="64"/>
                        </a:lnTo>
                        <a:lnTo>
                          <a:pt x="64" y="60"/>
                        </a:lnTo>
                        <a:lnTo>
                          <a:pt x="67" y="58"/>
                        </a:lnTo>
                        <a:lnTo>
                          <a:pt x="72" y="55"/>
                        </a:lnTo>
                        <a:lnTo>
                          <a:pt x="75" y="52"/>
                        </a:lnTo>
                        <a:lnTo>
                          <a:pt x="76" y="47"/>
                        </a:lnTo>
                        <a:lnTo>
                          <a:pt x="77" y="38"/>
                        </a:lnTo>
                        <a:lnTo>
                          <a:pt x="78" y="31"/>
                        </a:lnTo>
                        <a:lnTo>
                          <a:pt x="76" y="24"/>
                        </a:lnTo>
                        <a:lnTo>
                          <a:pt x="74" y="19"/>
                        </a:lnTo>
                        <a:lnTo>
                          <a:pt x="70" y="13"/>
                        </a:lnTo>
                        <a:lnTo>
                          <a:pt x="64" y="7"/>
                        </a:lnTo>
                        <a:lnTo>
                          <a:pt x="58" y="4"/>
                        </a:lnTo>
                        <a:lnTo>
                          <a:pt x="51" y="1"/>
                        </a:lnTo>
                        <a:lnTo>
                          <a:pt x="42" y="0"/>
                        </a:lnTo>
                      </a:path>
                    </a:pathLst>
                  </a:custGeom>
                  <a:solidFill>
                    <a:srgbClr val="402000"/>
                  </a:solidFill>
                  <a:ln w="12700" cap="rnd">
                    <a:noFill/>
                    <a:round/>
                    <a:headEnd/>
                    <a:tailEnd/>
                  </a:ln>
                </p:spPr>
                <p:txBody>
                  <a:bodyPr/>
                  <a:lstStyle/>
                  <a:p>
                    <a:pPr algn="ctr"/>
                    <a:endParaRPr lang="pt-BR" sz="2400"/>
                  </a:p>
                </p:txBody>
              </p:sp>
              <p:sp>
                <p:nvSpPr>
                  <p:cNvPr id="585" name="Freeform 80"/>
                  <p:cNvSpPr>
                    <a:spLocks/>
                  </p:cNvSpPr>
                  <p:nvPr/>
                </p:nvSpPr>
                <p:spPr bwMode="auto">
                  <a:xfrm>
                    <a:off x="3178" y="2101"/>
                    <a:ext cx="34" cy="42"/>
                  </a:xfrm>
                  <a:custGeom>
                    <a:avLst/>
                    <a:gdLst>
                      <a:gd name="T0" fmla="*/ 1 w 34"/>
                      <a:gd name="T1" fmla="*/ 6 h 42"/>
                      <a:gd name="T2" fmla="*/ 1 w 34"/>
                      <a:gd name="T3" fmla="*/ 11 h 42"/>
                      <a:gd name="T4" fmla="*/ 1 w 34"/>
                      <a:gd name="T5" fmla="*/ 16 h 42"/>
                      <a:gd name="T6" fmla="*/ 0 w 34"/>
                      <a:gd name="T7" fmla="*/ 23 h 42"/>
                      <a:gd name="T8" fmla="*/ 0 w 34"/>
                      <a:gd name="T9" fmla="*/ 26 h 42"/>
                      <a:gd name="T10" fmla="*/ 2 w 34"/>
                      <a:gd name="T11" fmla="*/ 30 h 42"/>
                      <a:gd name="T12" fmla="*/ 6 w 34"/>
                      <a:gd name="T13" fmla="*/ 35 h 42"/>
                      <a:gd name="T14" fmla="*/ 12 w 34"/>
                      <a:gd name="T15" fmla="*/ 40 h 42"/>
                      <a:gd name="T16" fmla="*/ 18 w 34"/>
                      <a:gd name="T17" fmla="*/ 41 h 42"/>
                      <a:gd name="T18" fmla="*/ 22 w 34"/>
                      <a:gd name="T19" fmla="*/ 40 h 42"/>
                      <a:gd name="T20" fmla="*/ 25 w 34"/>
                      <a:gd name="T21" fmla="*/ 36 h 42"/>
                      <a:gd name="T22" fmla="*/ 30 w 34"/>
                      <a:gd name="T23" fmla="*/ 30 h 42"/>
                      <a:gd name="T24" fmla="*/ 32 w 34"/>
                      <a:gd name="T25" fmla="*/ 27 h 42"/>
                      <a:gd name="T26" fmla="*/ 33 w 34"/>
                      <a:gd name="T27" fmla="*/ 25 h 42"/>
                      <a:gd name="T28" fmla="*/ 32 w 34"/>
                      <a:gd name="T29" fmla="*/ 21 h 42"/>
                      <a:gd name="T30" fmla="*/ 30 w 34"/>
                      <a:gd name="T31" fmla="*/ 15 h 42"/>
                      <a:gd name="T32" fmla="*/ 29 w 34"/>
                      <a:gd name="T33" fmla="*/ 11 h 42"/>
                      <a:gd name="T34" fmla="*/ 29 w 34"/>
                      <a:gd name="T35" fmla="*/ 7 h 42"/>
                      <a:gd name="T36" fmla="*/ 29 w 34"/>
                      <a:gd name="T37" fmla="*/ 0 h 42"/>
                      <a:gd name="T38" fmla="*/ 1 w 34"/>
                      <a:gd name="T39" fmla="*/ 6 h 4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42"/>
                      <a:gd name="T62" fmla="*/ 34 w 34"/>
                      <a:gd name="T63" fmla="*/ 42 h 4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42">
                        <a:moveTo>
                          <a:pt x="1" y="6"/>
                        </a:moveTo>
                        <a:lnTo>
                          <a:pt x="1" y="11"/>
                        </a:lnTo>
                        <a:lnTo>
                          <a:pt x="1" y="16"/>
                        </a:lnTo>
                        <a:lnTo>
                          <a:pt x="0" y="23"/>
                        </a:lnTo>
                        <a:lnTo>
                          <a:pt x="0" y="26"/>
                        </a:lnTo>
                        <a:lnTo>
                          <a:pt x="2" y="30"/>
                        </a:lnTo>
                        <a:lnTo>
                          <a:pt x="6" y="35"/>
                        </a:lnTo>
                        <a:lnTo>
                          <a:pt x="12" y="40"/>
                        </a:lnTo>
                        <a:lnTo>
                          <a:pt x="18" y="41"/>
                        </a:lnTo>
                        <a:lnTo>
                          <a:pt x="22" y="40"/>
                        </a:lnTo>
                        <a:lnTo>
                          <a:pt x="25" y="36"/>
                        </a:lnTo>
                        <a:lnTo>
                          <a:pt x="30" y="30"/>
                        </a:lnTo>
                        <a:lnTo>
                          <a:pt x="32" y="27"/>
                        </a:lnTo>
                        <a:lnTo>
                          <a:pt x="33" y="25"/>
                        </a:lnTo>
                        <a:lnTo>
                          <a:pt x="32" y="21"/>
                        </a:lnTo>
                        <a:lnTo>
                          <a:pt x="30" y="15"/>
                        </a:lnTo>
                        <a:lnTo>
                          <a:pt x="29" y="11"/>
                        </a:lnTo>
                        <a:lnTo>
                          <a:pt x="29" y="7"/>
                        </a:lnTo>
                        <a:lnTo>
                          <a:pt x="29" y="0"/>
                        </a:lnTo>
                        <a:lnTo>
                          <a:pt x="1" y="6"/>
                        </a:lnTo>
                      </a:path>
                    </a:pathLst>
                  </a:custGeom>
                  <a:solidFill>
                    <a:srgbClr val="FFC080"/>
                  </a:solidFill>
                  <a:ln w="12700" cap="rnd">
                    <a:noFill/>
                    <a:round/>
                    <a:headEnd/>
                    <a:tailEnd/>
                  </a:ln>
                </p:spPr>
                <p:txBody>
                  <a:bodyPr/>
                  <a:lstStyle/>
                  <a:p>
                    <a:pPr algn="ctr"/>
                    <a:endParaRPr lang="pt-BR" sz="2400"/>
                  </a:p>
                </p:txBody>
              </p:sp>
              <p:sp>
                <p:nvSpPr>
                  <p:cNvPr id="586" name="Freeform 81"/>
                  <p:cNvSpPr>
                    <a:spLocks/>
                  </p:cNvSpPr>
                  <p:nvPr/>
                </p:nvSpPr>
                <p:spPr bwMode="auto">
                  <a:xfrm>
                    <a:off x="3170" y="2060"/>
                    <a:ext cx="46" cy="55"/>
                  </a:xfrm>
                  <a:custGeom>
                    <a:avLst/>
                    <a:gdLst>
                      <a:gd name="T0" fmla="*/ 2 w 46"/>
                      <a:gd name="T1" fmla="*/ 7 h 55"/>
                      <a:gd name="T2" fmla="*/ 2 w 46"/>
                      <a:gd name="T3" fmla="*/ 9 h 55"/>
                      <a:gd name="T4" fmla="*/ 1 w 46"/>
                      <a:gd name="T5" fmla="*/ 14 h 55"/>
                      <a:gd name="T6" fmla="*/ 0 w 46"/>
                      <a:gd name="T7" fmla="*/ 21 h 55"/>
                      <a:gd name="T8" fmla="*/ 0 w 46"/>
                      <a:gd name="T9" fmla="*/ 26 h 55"/>
                      <a:gd name="T10" fmla="*/ 0 w 46"/>
                      <a:gd name="T11" fmla="*/ 29 h 55"/>
                      <a:gd name="T12" fmla="*/ 1 w 46"/>
                      <a:gd name="T13" fmla="*/ 33 h 55"/>
                      <a:gd name="T14" fmla="*/ 2 w 46"/>
                      <a:gd name="T15" fmla="*/ 35 h 55"/>
                      <a:gd name="T16" fmla="*/ 2 w 46"/>
                      <a:gd name="T17" fmla="*/ 38 h 55"/>
                      <a:gd name="T18" fmla="*/ 3 w 46"/>
                      <a:gd name="T19" fmla="*/ 41 h 55"/>
                      <a:gd name="T20" fmla="*/ 4 w 46"/>
                      <a:gd name="T21" fmla="*/ 43 h 55"/>
                      <a:gd name="T22" fmla="*/ 5 w 46"/>
                      <a:gd name="T23" fmla="*/ 45 h 55"/>
                      <a:gd name="T24" fmla="*/ 7 w 46"/>
                      <a:gd name="T25" fmla="*/ 47 h 55"/>
                      <a:gd name="T26" fmla="*/ 10 w 46"/>
                      <a:gd name="T27" fmla="*/ 49 h 55"/>
                      <a:gd name="T28" fmla="*/ 12 w 46"/>
                      <a:gd name="T29" fmla="*/ 51 h 55"/>
                      <a:gd name="T30" fmla="*/ 14 w 46"/>
                      <a:gd name="T31" fmla="*/ 53 h 55"/>
                      <a:gd name="T32" fmla="*/ 17 w 46"/>
                      <a:gd name="T33" fmla="*/ 54 h 55"/>
                      <a:gd name="T34" fmla="*/ 20 w 46"/>
                      <a:gd name="T35" fmla="*/ 54 h 55"/>
                      <a:gd name="T36" fmla="*/ 23 w 46"/>
                      <a:gd name="T37" fmla="*/ 54 h 55"/>
                      <a:gd name="T38" fmla="*/ 26 w 46"/>
                      <a:gd name="T39" fmla="*/ 52 h 55"/>
                      <a:gd name="T40" fmla="*/ 29 w 46"/>
                      <a:gd name="T41" fmla="*/ 51 h 55"/>
                      <a:gd name="T42" fmla="*/ 31 w 46"/>
                      <a:gd name="T43" fmla="*/ 49 h 55"/>
                      <a:gd name="T44" fmla="*/ 34 w 46"/>
                      <a:gd name="T45" fmla="*/ 47 h 55"/>
                      <a:gd name="T46" fmla="*/ 36 w 46"/>
                      <a:gd name="T47" fmla="*/ 45 h 55"/>
                      <a:gd name="T48" fmla="*/ 38 w 46"/>
                      <a:gd name="T49" fmla="*/ 44 h 55"/>
                      <a:gd name="T50" fmla="*/ 39 w 46"/>
                      <a:gd name="T51" fmla="*/ 42 h 55"/>
                      <a:gd name="T52" fmla="*/ 40 w 46"/>
                      <a:gd name="T53" fmla="*/ 38 h 55"/>
                      <a:gd name="T54" fmla="*/ 41 w 46"/>
                      <a:gd name="T55" fmla="*/ 34 h 55"/>
                      <a:gd name="T56" fmla="*/ 43 w 46"/>
                      <a:gd name="T57" fmla="*/ 30 h 55"/>
                      <a:gd name="T58" fmla="*/ 44 w 46"/>
                      <a:gd name="T59" fmla="*/ 23 h 55"/>
                      <a:gd name="T60" fmla="*/ 44 w 46"/>
                      <a:gd name="T61" fmla="*/ 18 h 55"/>
                      <a:gd name="T62" fmla="*/ 45 w 46"/>
                      <a:gd name="T63" fmla="*/ 14 h 55"/>
                      <a:gd name="T64" fmla="*/ 45 w 46"/>
                      <a:gd name="T65" fmla="*/ 10 h 55"/>
                      <a:gd name="T66" fmla="*/ 41 w 46"/>
                      <a:gd name="T67" fmla="*/ 12 h 55"/>
                      <a:gd name="T68" fmla="*/ 45 w 46"/>
                      <a:gd name="T69" fmla="*/ 7 h 55"/>
                      <a:gd name="T70" fmla="*/ 38 w 46"/>
                      <a:gd name="T71" fmla="*/ 8 h 55"/>
                      <a:gd name="T72" fmla="*/ 43 w 46"/>
                      <a:gd name="T73" fmla="*/ 2 h 55"/>
                      <a:gd name="T74" fmla="*/ 41 w 46"/>
                      <a:gd name="T75" fmla="*/ 1 h 55"/>
                      <a:gd name="T76" fmla="*/ 36 w 46"/>
                      <a:gd name="T77" fmla="*/ 6 h 55"/>
                      <a:gd name="T78" fmla="*/ 26 w 46"/>
                      <a:gd name="T79" fmla="*/ 8 h 55"/>
                      <a:gd name="T80" fmla="*/ 31 w 46"/>
                      <a:gd name="T81" fmla="*/ 5 h 55"/>
                      <a:gd name="T82" fmla="*/ 36 w 46"/>
                      <a:gd name="T83" fmla="*/ 0 h 55"/>
                      <a:gd name="T84" fmla="*/ 28 w 46"/>
                      <a:gd name="T85" fmla="*/ 5 h 55"/>
                      <a:gd name="T86" fmla="*/ 22 w 46"/>
                      <a:gd name="T87" fmla="*/ 8 h 55"/>
                      <a:gd name="T88" fmla="*/ 10 w 46"/>
                      <a:gd name="T89" fmla="*/ 9 h 55"/>
                      <a:gd name="T90" fmla="*/ 16 w 46"/>
                      <a:gd name="T91" fmla="*/ 7 h 55"/>
                      <a:gd name="T92" fmla="*/ 22 w 46"/>
                      <a:gd name="T93" fmla="*/ 4 h 55"/>
                      <a:gd name="T94" fmla="*/ 11 w 46"/>
                      <a:gd name="T95" fmla="*/ 7 h 55"/>
                      <a:gd name="T96" fmla="*/ 6 w 46"/>
                      <a:gd name="T97" fmla="*/ 8 h 55"/>
                      <a:gd name="T98" fmla="*/ 14 w 46"/>
                      <a:gd name="T99" fmla="*/ 2 h 55"/>
                      <a:gd name="T100" fmla="*/ 7 w 46"/>
                      <a:gd name="T101" fmla="*/ 4 h 55"/>
                      <a:gd name="T102" fmla="*/ 2 w 46"/>
                      <a:gd name="T103" fmla="*/ 7 h 5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6"/>
                      <a:gd name="T157" fmla="*/ 0 h 55"/>
                      <a:gd name="T158" fmla="*/ 46 w 46"/>
                      <a:gd name="T159" fmla="*/ 55 h 5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6" h="55">
                        <a:moveTo>
                          <a:pt x="2" y="7"/>
                        </a:moveTo>
                        <a:lnTo>
                          <a:pt x="2" y="9"/>
                        </a:lnTo>
                        <a:lnTo>
                          <a:pt x="1" y="14"/>
                        </a:lnTo>
                        <a:lnTo>
                          <a:pt x="0" y="21"/>
                        </a:lnTo>
                        <a:lnTo>
                          <a:pt x="0" y="26"/>
                        </a:lnTo>
                        <a:lnTo>
                          <a:pt x="0" y="29"/>
                        </a:lnTo>
                        <a:lnTo>
                          <a:pt x="1" y="33"/>
                        </a:lnTo>
                        <a:lnTo>
                          <a:pt x="2" y="35"/>
                        </a:lnTo>
                        <a:lnTo>
                          <a:pt x="2" y="38"/>
                        </a:lnTo>
                        <a:lnTo>
                          <a:pt x="3" y="41"/>
                        </a:lnTo>
                        <a:lnTo>
                          <a:pt x="4" y="43"/>
                        </a:lnTo>
                        <a:lnTo>
                          <a:pt x="5" y="45"/>
                        </a:lnTo>
                        <a:lnTo>
                          <a:pt x="7" y="47"/>
                        </a:lnTo>
                        <a:lnTo>
                          <a:pt x="10" y="49"/>
                        </a:lnTo>
                        <a:lnTo>
                          <a:pt x="12" y="51"/>
                        </a:lnTo>
                        <a:lnTo>
                          <a:pt x="14" y="53"/>
                        </a:lnTo>
                        <a:lnTo>
                          <a:pt x="17" y="54"/>
                        </a:lnTo>
                        <a:lnTo>
                          <a:pt x="20" y="54"/>
                        </a:lnTo>
                        <a:lnTo>
                          <a:pt x="23" y="54"/>
                        </a:lnTo>
                        <a:lnTo>
                          <a:pt x="26" y="52"/>
                        </a:lnTo>
                        <a:lnTo>
                          <a:pt x="29" y="51"/>
                        </a:lnTo>
                        <a:lnTo>
                          <a:pt x="31" y="49"/>
                        </a:lnTo>
                        <a:lnTo>
                          <a:pt x="34" y="47"/>
                        </a:lnTo>
                        <a:lnTo>
                          <a:pt x="36" y="45"/>
                        </a:lnTo>
                        <a:lnTo>
                          <a:pt x="38" y="44"/>
                        </a:lnTo>
                        <a:lnTo>
                          <a:pt x="39" y="42"/>
                        </a:lnTo>
                        <a:lnTo>
                          <a:pt x="40" y="38"/>
                        </a:lnTo>
                        <a:lnTo>
                          <a:pt x="41" y="34"/>
                        </a:lnTo>
                        <a:lnTo>
                          <a:pt x="43" y="30"/>
                        </a:lnTo>
                        <a:lnTo>
                          <a:pt x="44" y="23"/>
                        </a:lnTo>
                        <a:lnTo>
                          <a:pt x="44" y="18"/>
                        </a:lnTo>
                        <a:lnTo>
                          <a:pt x="45" y="14"/>
                        </a:lnTo>
                        <a:lnTo>
                          <a:pt x="45" y="10"/>
                        </a:lnTo>
                        <a:lnTo>
                          <a:pt x="41" y="12"/>
                        </a:lnTo>
                        <a:lnTo>
                          <a:pt x="45" y="7"/>
                        </a:lnTo>
                        <a:lnTo>
                          <a:pt x="38" y="8"/>
                        </a:lnTo>
                        <a:lnTo>
                          <a:pt x="43" y="2"/>
                        </a:lnTo>
                        <a:lnTo>
                          <a:pt x="41" y="1"/>
                        </a:lnTo>
                        <a:lnTo>
                          <a:pt x="36" y="6"/>
                        </a:lnTo>
                        <a:lnTo>
                          <a:pt x="26" y="8"/>
                        </a:lnTo>
                        <a:lnTo>
                          <a:pt x="31" y="5"/>
                        </a:lnTo>
                        <a:lnTo>
                          <a:pt x="36" y="0"/>
                        </a:lnTo>
                        <a:lnTo>
                          <a:pt x="28" y="5"/>
                        </a:lnTo>
                        <a:lnTo>
                          <a:pt x="22" y="8"/>
                        </a:lnTo>
                        <a:lnTo>
                          <a:pt x="10" y="9"/>
                        </a:lnTo>
                        <a:lnTo>
                          <a:pt x="16" y="7"/>
                        </a:lnTo>
                        <a:lnTo>
                          <a:pt x="22" y="4"/>
                        </a:lnTo>
                        <a:lnTo>
                          <a:pt x="11" y="7"/>
                        </a:lnTo>
                        <a:lnTo>
                          <a:pt x="6" y="8"/>
                        </a:lnTo>
                        <a:lnTo>
                          <a:pt x="14" y="2"/>
                        </a:lnTo>
                        <a:lnTo>
                          <a:pt x="7" y="4"/>
                        </a:lnTo>
                        <a:lnTo>
                          <a:pt x="2" y="7"/>
                        </a:lnTo>
                      </a:path>
                    </a:pathLst>
                  </a:custGeom>
                  <a:solidFill>
                    <a:srgbClr val="FFC080"/>
                  </a:solidFill>
                  <a:ln w="12700" cap="rnd">
                    <a:noFill/>
                    <a:round/>
                    <a:headEnd/>
                    <a:tailEnd/>
                  </a:ln>
                </p:spPr>
                <p:txBody>
                  <a:bodyPr/>
                  <a:lstStyle/>
                  <a:p>
                    <a:pPr algn="ctr"/>
                    <a:endParaRPr lang="pt-BR" sz="2400"/>
                  </a:p>
                </p:txBody>
              </p:sp>
              <p:sp>
                <p:nvSpPr>
                  <p:cNvPr id="587" name="Freeform 82"/>
                  <p:cNvSpPr>
                    <a:spLocks/>
                  </p:cNvSpPr>
                  <p:nvPr/>
                </p:nvSpPr>
                <p:spPr bwMode="auto">
                  <a:xfrm>
                    <a:off x="3178" y="2079"/>
                    <a:ext cx="10" cy="4"/>
                  </a:xfrm>
                  <a:custGeom>
                    <a:avLst/>
                    <a:gdLst>
                      <a:gd name="T0" fmla="*/ 0 w 10"/>
                      <a:gd name="T1" fmla="*/ 1 h 4"/>
                      <a:gd name="T2" fmla="*/ 1 w 10"/>
                      <a:gd name="T3" fmla="*/ 2 h 4"/>
                      <a:gd name="T4" fmla="*/ 3 w 10"/>
                      <a:gd name="T5" fmla="*/ 3 h 4"/>
                      <a:gd name="T6" fmla="*/ 5 w 10"/>
                      <a:gd name="T7" fmla="*/ 3 h 4"/>
                      <a:gd name="T8" fmla="*/ 7 w 10"/>
                      <a:gd name="T9" fmla="*/ 2 h 4"/>
                      <a:gd name="T10" fmla="*/ 9 w 10"/>
                      <a:gd name="T11" fmla="*/ 2 h 4"/>
                      <a:gd name="T12" fmla="*/ 7 w 10"/>
                      <a:gd name="T13" fmla="*/ 1 h 4"/>
                      <a:gd name="T14" fmla="*/ 5 w 10"/>
                      <a:gd name="T15" fmla="*/ 0 h 4"/>
                      <a:gd name="T16" fmla="*/ 2 w 10"/>
                      <a:gd name="T17" fmla="*/ 0 h 4"/>
                      <a:gd name="T18" fmla="*/ 0 w 10"/>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
                      <a:gd name="T31" fmla="*/ 0 h 4"/>
                      <a:gd name="T32" fmla="*/ 10 w 10"/>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 h="4">
                        <a:moveTo>
                          <a:pt x="0" y="1"/>
                        </a:moveTo>
                        <a:lnTo>
                          <a:pt x="1" y="2"/>
                        </a:lnTo>
                        <a:lnTo>
                          <a:pt x="3" y="3"/>
                        </a:lnTo>
                        <a:lnTo>
                          <a:pt x="5" y="3"/>
                        </a:lnTo>
                        <a:lnTo>
                          <a:pt x="7" y="2"/>
                        </a:lnTo>
                        <a:lnTo>
                          <a:pt x="9" y="2"/>
                        </a:lnTo>
                        <a:lnTo>
                          <a:pt x="7" y="1"/>
                        </a:lnTo>
                        <a:lnTo>
                          <a:pt x="5" y="0"/>
                        </a:lnTo>
                        <a:lnTo>
                          <a:pt x="2" y="0"/>
                        </a:lnTo>
                        <a:lnTo>
                          <a:pt x="0" y="1"/>
                        </a:lnTo>
                      </a:path>
                    </a:pathLst>
                  </a:custGeom>
                  <a:solidFill>
                    <a:srgbClr val="402000"/>
                  </a:solidFill>
                  <a:ln w="12700" cap="rnd">
                    <a:noFill/>
                    <a:round/>
                    <a:headEnd/>
                    <a:tailEnd/>
                  </a:ln>
                </p:spPr>
                <p:txBody>
                  <a:bodyPr/>
                  <a:lstStyle/>
                  <a:p>
                    <a:pPr algn="ctr"/>
                    <a:endParaRPr lang="pt-BR" sz="2400"/>
                  </a:p>
                </p:txBody>
              </p:sp>
              <p:sp>
                <p:nvSpPr>
                  <p:cNvPr id="588" name="Freeform 83"/>
                  <p:cNvSpPr>
                    <a:spLocks/>
                  </p:cNvSpPr>
                  <p:nvPr/>
                </p:nvSpPr>
                <p:spPr bwMode="auto">
                  <a:xfrm>
                    <a:off x="3196" y="2080"/>
                    <a:ext cx="10" cy="4"/>
                  </a:xfrm>
                  <a:custGeom>
                    <a:avLst/>
                    <a:gdLst>
                      <a:gd name="T0" fmla="*/ 0 w 10"/>
                      <a:gd name="T1" fmla="*/ 1 h 4"/>
                      <a:gd name="T2" fmla="*/ 1 w 10"/>
                      <a:gd name="T3" fmla="*/ 1 h 4"/>
                      <a:gd name="T4" fmla="*/ 2 w 10"/>
                      <a:gd name="T5" fmla="*/ 3 h 4"/>
                      <a:gd name="T6" fmla="*/ 4 w 10"/>
                      <a:gd name="T7" fmla="*/ 3 h 4"/>
                      <a:gd name="T8" fmla="*/ 6 w 10"/>
                      <a:gd name="T9" fmla="*/ 3 h 4"/>
                      <a:gd name="T10" fmla="*/ 7 w 10"/>
                      <a:gd name="T11" fmla="*/ 2 h 4"/>
                      <a:gd name="T12" fmla="*/ 9 w 10"/>
                      <a:gd name="T13" fmla="*/ 1 h 4"/>
                      <a:gd name="T14" fmla="*/ 7 w 10"/>
                      <a:gd name="T15" fmla="*/ 0 h 4"/>
                      <a:gd name="T16" fmla="*/ 5 w 10"/>
                      <a:gd name="T17" fmla="*/ 0 h 4"/>
                      <a:gd name="T18" fmla="*/ 2 w 10"/>
                      <a:gd name="T19" fmla="*/ 0 h 4"/>
                      <a:gd name="T20" fmla="*/ 0 w 10"/>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
                      <a:gd name="T34" fmla="*/ 0 h 4"/>
                      <a:gd name="T35" fmla="*/ 10 w 10"/>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 h="4">
                        <a:moveTo>
                          <a:pt x="0" y="1"/>
                        </a:moveTo>
                        <a:lnTo>
                          <a:pt x="1" y="1"/>
                        </a:lnTo>
                        <a:lnTo>
                          <a:pt x="2" y="3"/>
                        </a:lnTo>
                        <a:lnTo>
                          <a:pt x="4" y="3"/>
                        </a:lnTo>
                        <a:lnTo>
                          <a:pt x="6" y="3"/>
                        </a:lnTo>
                        <a:lnTo>
                          <a:pt x="7" y="2"/>
                        </a:lnTo>
                        <a:lnTo>
                          <a:pt x="9" y="1"/>
                        </a:lnTo>
                        <a:lnTo>
                          <a:pt x="7" y="0"/>
                        </a:lnTo>
                        <a:lnTo>
                          <a:pt x="5" y="0"/>
                        </a:lnTo>
                        <a:lnTo>
                          <a:pt x="2" y="0"/>
                        </a:lnTo>
                        <a:lnTo>
                          <a:pt x="0" y="1"/>
                        </a:lnTo>
                      </a:path>
                    </a:pathLst>
                  </a:custGeom>
                  <a:solidFill>
                    <a:srgbClr val="402000"/>
                  </a:solidFill>
                  <a:ln w="12700" cap="rnd">
                    <a:noFill/>
                    <a:round/>
                    <a:headEnd/>
                    <a:tailEnd/>
                  </a:ln>
                </p:spPr>
                <p:txBody>
                  <a:bodyPr/>
                  <a:lstStyle/>
                  <a:p>
                    <a:pPr algn="ctr"/>
                    <a:endParaRPr lang="pt-BR" sz="2400"/>
                  </a:p>
                </p:txBody>
              </p:sp>
              <p:sp>
                <p:nvSpPr>
                  <p:cNvPr id="589" name="Freeform 84"/>
                  <p:cNvSpPr>
                    <a:spLocks/>
                  </p:cNvSpPr>
                  <p:nvPr/>
                </p:nvSpPr>
                <p:spPr bwMode="auto">
                  <a:xfrm>
                    <a:off x="3185" y="2094"/>
                    <a:ext cx="11" cy="4"/>
                  </a:xfrm>
                  <a:custGeom>
                    <a:avLst/>
                    <a:gdLst>
                      <a:gd name="T0" fmla="*/ 0 w 11"/>
                      <a:gd name="T1" fmla="*/ 0 h 4"/>
                      <a:gd name="T2" fmla="*/ 3 w 11"/>
                      <a:gd name="T3" fmla="*/ 0 h 4"/>
                      <a:gd name="T4" fmla="*/ 5 w 11"/>
                      <a:gd name="T5" fmla="*/ 1 h 4"/>
                      <a:gd name="T6" fmla="*/ 5 w 11"/>
                      <a:gd name="T7" fmla="*/ 1 h 4"/>
                      <a:gd name="T8" fmla="*/ 7 w 11"/>
                      <a:gd name="T9" fmla="*/ 1 h 4"/>
                      <a:gd name="T10" fmla="*/ 10 w 11"/>
                      <a:gd name="T11" fmla="*/ 0 h 4"/>
                      <a:gd name="T12" fmla="*/ 9 w 11"/>
                      <a:gd name="T13" fmla="*/ 1 h 4"/>
                      <a:gd name="T14" fmla="*/ 7 w 11"/>
                      <a:gd name="T15" fmla="*/ 2 h 4"/>
                      <a:gd name="T16" fmla="*/ 6 w 11"/>
                      <a:gd name="T17" fmla="*/ 3 h 4"/>
                      <a:gd name="T18" fmla="*/ 4 w 11"/>
                      <a:gd name="T19" fmla="*/ 3 h 4"/>
                      <a:gd name="T20" fmla="*/ 3 w 11"/>
                      <a:gd name="T21" fmla="*/ 2 h 4"/>
                      <a:gd name="T22" fmla="*/ 1 w 11"/>
                      <a:gd name="T23" fmla="*/ 1 h 4"/>
                      <a:gd name="T24" fmla="*/ 0 w 11"/>
                      <a:gd name="T25" fmla="*/ 0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
                      <a:gd name="T40" fmla="*/ 0 h 4"/>
                      <a:gd name="T41" fmla="*/ 11 w 11"/>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 h="4">
                        <a:moveTo>
                          <a:pt x="0" y="0"/>
                        </a:moveTo>
                        <a:lnTo>
                          <a:pt x="3" y="0"/>
                        </a:lnTo>
                        <a:lnTo>
                          <a:pt x="5" y="1"/>
                        </a:lnTo>
                        <a:lnTo>
                          <a:pt x="7" y="1"/>
                        </a:lnTo>
                        <a:lnTo>
                          <a:pt x="10" y="0"/>
                        </a:lnTo>
                        <a:lnTo>
                          <a:pt x="9" y="1"/>
                        </a:lnTo>
                        <a:lnTo>
                          <a:pt x="7" y="2"/>
                        </a:lnTo>
                        <a:lnTo>
                          <a:pt x="6" y="3"/>
                        </a:lnTo>
                        <a:lnTo>
                          <a:pt x="4" y="3"/>
                        </a:lnTo>
                        <a:lnTo>
                          <a:pt x="3" y="2"/>
                        </a:lnTo>
                        <a:lnTo>
                          <a:pt x="1" y="1"/>
                        </a:lnTo>
                        <a:lnTo>
                          <a:pt x="0" y="0"/>
                        </a:lnTo>
                      </a:path>
                    </a:pathLst>
                  </a:custGeom>
                  <a:solidFill>
                    <a:srgbClr val="402000"/>
                  </a:solidFill>
                  <a:ln w="12700" cap="rnd">
                    <a:noFill/>
                    <a:round/>
                    <a:headEnd/>
                    <a:tailEnd/>
                  </a:ln>
                </p:spPr>
                <p:txBody>
                  <a:bodyPr/>
                  <a:lstStyle/>
                  <a:p>
                    <a:pPr algn="ctr"/>
                    <a:endParaRPr lang="pt-BR" sz="2400"/>
                  </a:p>
                </p:txBody>
              </p:sp>
              <p:sp>
                <p:nvSpPr>
                  <p:cNvPr id="590" name="Freeform 85"/>
                  <p:cNvSpPr>
                    <a:spLocks/>
                  </p:cNvSpPr>
                  <p:nvPr/>
                </p:nvSpPr>
                <p:spPr bwMode="auto">
                  <a:xfrm>
                    <a:off x="3182" y="2101"/>
                    <a:ext cx="18" cy="4"/>
                  </a:xfrm>
                  <a:custGeom>
                    <a:avLst/>
                    <a:gdLst>
                      <a:gd name="T0" fmla="*/ 0 w 18"/>
                      <a:gd name="T1" fmla="*/ 2 h 4"/>
                      <a:gd name="T2" fmla="*/ 0 w 18"/>
                      <a:gd name="T3" fmla="*/ 0 h 4"/>
                      <a:gd name="T4" fmla="*/ 1 w 18"/>
                      <a:gd name="T5" fmla="*/ 1 h 4"/>
                      <a:gd name="T6" fmla="*/ 3 w 18"/>
                      <a:gd name="T7" fmla="*/ 1 h 4"/>
                      <a:gd name="T8" fmla="*/ 5 w 18"/>
                      <a:gd name="T9" fmla="*/ 1 h 4"/>
                      <a:gd name="T10" fmla="*/ 7 w 18"/>
                      <a:gd name="T11" fmla="*/ 2 h 4"/>
                      <a:gd name="T12" fmla="*/ 9 w 18"/>
                      <a:gd name="T13" fmla="*/ 1 h 4"/>
                      <a:gd name="T14" fmla="*/ 11 w 18"/>
                      <a:gd name="T15" fmla="*/ 2 h 4"/>
                      <a:gd name="T16" fmla="*/ 13 w 18"/>
                      <a:gd name="T17" fmla="*/ 2 h 4"/>
                      <a:gd name="T18" fmla="*/ 17 w 18"/>
                      <a:gd name="T19" fmla="*/ 2 h 4"/>
                      <a:gd name="T20" fmla="*/ 17 w 18"/>
                      <a:gd name="T21" fmla="*/ 3 h 4"/>
                      <a:gd name="T22" fmla="*/ 15 w 18"/>
                      <a:gd name="T23" fmla="*/ 3 h 4"/>
                      <a:gd name="T24" fmla="*/ 8 w 18"/>
                      <a:gd name="T25" fmla="*/ 3 h 4"/>
                      <a:gd name="T26" fmla="*/ 4 w 18"/>
                      <a:gd name="T27" fmla="*/ 2 h 4"/>
                      <a:gd name="T28" fmla="*/ 1 w 18"/>
                      <a:gd name="T29" fmla="*/ 2 h 4"/>
                      <a:gd name="T30" fmla="*/ 0 w 18"/>
                      <a:gd name="T31" fmla="*/ 2 h 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
                      <a:gd name="T49" fmla="*/ 0 h 4"/>
                      <a:gd name="T50" fmla="*/ 18 w 18"/>
                      <a:gd name="T51" fmla="*/ 4 h 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 h="4">
                        <a:moveTo>
                          <a:pt x="0" y="2"/>
                        </a:moveTo>
                        <a:lnTo>
                          <a:pt x="0" y="0"/>
                        </a:lnTo>
                        <a:lnTo>
                          <a:pt x="1" y="1"/>
                        </a:lnTo>
                        <a:lnTo>
                          <a:pt x="3" y="1"/>
                        </a:lnTo>
                        <a:lnTo>
                          <a:pt x="5" y="1"/>
                        </a:lnTo>
                        <a:lnTo>
                          <a:pt x="7" y="2"/>
                        </a:lnTo>
                        <a:lnTo>
                          <a:pt x="9" y="1"/>
                        </a:lnTo>
                        <a:lnTo>
                          <a:pt x="11" y="2"/>
                        </a:lnTo>
                        <a:lnTo>
                          <a:pt x="13" y="2"/>
                        </a:lnTo>
                        <a:lnTo>
                          <a:pt x="17" y="2"/>
                        </a:lnTo>
                        <a:lnTo>
                          <a:pt x="17" y="3"/>
                        </a:lnTo>
                        <a:lnTo>
                          <a:pt x="15" y="3"/>
                        </a:lnTo>
                        <a:lnTo>
                          <a:pt x="8" y="3"/>
                        </a:lnTo>
                        <a:lnTo>
                          <a:pt x="4" y="2"/>
                        </a:lnTo>
                        <a:lnTo>
                          <a:pt x="1" y="2"/>
                        </a:lnTo>
                        <a:lnTo>
                          <a:pt x="0" y="2"/>
                        </a:lnTo>
                      </a:path>
                    </a:pathLst>
                  </a:custGeom>
                  <a:solidFill>
                    <a:srgbClr val="402000"/>
                  </a:solidFill>
                  <a:ln w="12700" cap="rnd">
                    <a:noFill/>
                    <a:round/>
                    <a:headEnd/>
                    <a:tailEnd/>
                  </a:ln>
                </p:spPr>
                <p:txBody>
                  <a:bodyPr/>
                  <a:lstStyle/>
                  <a:p>
                    <a:pPr algn="ctr"/>
                    <a:endParaRPr lang="pt-BR" sz="2400"/>
                  </a:p>
                </p:txBody>
              </p:sp>
              <p:sp>
                <p:nvSpPr>
                  <p:cNvPr id="591" name="Freeform 86"/>
                  <p:cNvSpPr>
                    <a:spLocks/>
                  </p:cNvSpPr>
                  <p:nvPr/>
                </p:nvSpPr>
                <p:spPr bwMode="auto">
                  <a:xfrm>
                    <a:off x="3185" y="2106"/>
                    <a:ext cx="10" cy="3"/>
                  </a:xfrm>
                  <a:custGeom>
                    <a:avLst/>
                    <a:gdLst>
                      <a:gd name="T0" fmla="*/ 0 w 10"/>
                      <a:gd name="T1" fmla="*/ 0 h 3"/>
                      <a:gd name="T2" fmla="*/ 2 w 10"/>
                      <a:gd name="T3" fmla="*/ 1 h 3"/>
                      <a:gd name="T4" fmla="*/ 5 w 10"/>
                      <a:gd name="T5" fmla="*/ 1 h 3"/>
                      <a:gd name="T6" fmla="*/ 7 w 10"/>
                      <a:gd name="T7" fmla="*/ 1 h 3"/>
                      <a:gd name="T8" fmla="*/ 9 w 10"/>
                      <a:gd name="T9" fmla="*/ 1 h 3"/>
                      <a:gd name="T10" fmla="*/ 6 w 10"/>
                      <a:gd name="T11" fmla="*/ 2 h 3"/>
                      <a:gd name="T12" fmla="*/ 3 w 10"/>
                      <a:gd name="T13" fmla="*/ 2 h 3"/>
                      <a:gd name="T14" fmla="*/ 1 w 10"/>
                      <a:gd name="T15" fmla="*/ 1 h 3"/>
                      <a:gd name="T16" fmla="*/ 0 w 10"/>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3"/>
                      <a:gd name="T29" fmla="*/ 10 w 10"/>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3">
                        <a:moveTo>
                          <a:pt x="0" y="0"/>
                        </a:moveTo>
                        <a:lnTo>
                          <a:pt x="2" y="1"/>
                        </a:lnTo>
                        <a:lnTo>
                          <a:pt x="5" y="1"/>
                        </a:lnTo>
                        <a:lnTo>
                          <a:pt x="7" y="1"/>
                        </a:lnTo>
                        <a:lnTo>
                          <a:pt x="9" y="1"/>
                        </a:lnTo>
                        <a:lnTo>
                          <a:pt x="6" y="2"/>
                        </a:lnTo>
                        <a:lnTo>
                          <a:pt x="3" y="2"/>
                        </a:lnTo>
                        <a:lnTo>
                          <a:pt x="1" y="1"/>
                        </a:lnTo>
                        <a:lnTo>
                          <a:pt x="0" y="0"/>
                        </a:lnTo>
                      </a:path>
                    </a:pathLst>
                  </a:custGeom>
                  <a:solidFill>
                    <a:srgbClr val="402000"/>
                  </a:solidFill>
                  <a:ln w="12700" cap="rnd">
                    <a:noFill/>
                    <a:round/>
                    <a:headEnd/>
                    <a:tailEnd/>
                  </a:ln>
                </p:spPr>
                <p:txBody>
                  <a:bodyPr/>
                  <a:lstStyle/>
                  <a:p>
                    <a:pPr algn="ctr"/>
                    <a:endParaRPr lang="pt-BR" sz="2400"/>
                  </a:p>
                </p:txBody>
              </p:sp>
              <p:sp>
                <p:nvSpPr>
                  <p:cNvPr id="592" name="Freeform 87"/>
                  <p:cNvSpPr>
                    <a:spLocks/>
                  </p:cNvSpPr>
                  <p:nvPr/>
                </p:nvSpPr>
                <p:spPr bwMode="auto">
                  <a:xfrm>
                    <a:off x="3176" y="2076"/>
                    <a:ext cx="12" cy="3"/>
                  </a:xfrm>
                  <a:custGeom>
                    <a:avLst/>
                    <a:gdLst>
                      <a:gd name="T0" fmla="*/ 0 w 12"/>
                      <a:gd name="T1" fmla="*/ 1 h 3"/>
                      <a:gd name="T2" fmla="*/ 5 w 12"/>
                      <a:gd name="T3" fmla="*/ 1 h 3"/>
                      <a:gd name="T4" fmla="*/ 8 w 12"/>
                      <a:gd name="T5" fmla="*/ 1 h 3"/>
                      <a:gd name="T6" fmla="*/ 11 w 12"/>
                      <a:gd name="T7" fmla="*/ 2 h 3"/>
                      <a:gd name="T8" fmla="*/ 10 w 12"/>
                      <a:gd name="T9" fmla="*/ 1 h 3"/>
                      <a:gd name="T10" fmla="*/ 9 w 12"/>
                      <a:gd name="T11" fmla="*/ 0 h 3"/>
                      <a:gd name="T12" fmla="*/ 8 w 12"/>
                      <a:gd name="T13" fmla="*/ 0 h 3"/>
                      <a:gd name="T14" fmla="*/ 6 w 12"/>
                      <a:gd name="T15" fmla="*/ 0 h 3"/>
                      <a:gd name="T16" fmla="*/ 4 w 12"/>
                      <a:gd name="T17" fmla="*/ 0 h 3"/>
                      <a:gd name="T18" fmla="*/ 0 w 12"/>
                      <a:gd name="T19" fmla="*/ 1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
                      <a:gd name="T31" fmla="*/ 0 h 3"/>
                      <a:gd name="T32" fmla="*/ 12 w 12"/>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 h="3">
                        <a:moveTo>
                          <a:pt x="0" y="1"/>
                        </a:moveTo>
                        <a:lnTo>
                          <a:pt x="5" y="1"/>
                        </a:lnTo>
                        <a:lnTo>
                          <a:pt x="8" y="1"/>
                        </a:lnTo>
                        <a:lnTo>
                          <a:pt x="11" y="2"/>
                        </a:lnTo>
                        <a:lnTo>
                          <a:pt x="10" y="1"/>
                        </a:lnTo>
                        <a:lnTo>
                          <a:pt x="9" y="0"/>
                        </a:lnTo>
                        <a:lnTo>
                          <a:pt x="8" y="0"/>
                        </a:lnTo>
                        <a:lnTo>
                          <a:pt x="6" y="0"/>
                        </a:lnTo>
                        <a:lnTo>
                          <a:pt x="4" y="0"/>
                        </a:lnTo>
                        <a:lnTo>
                          <a:pt x="0" y="1"/>
                        </a:lnTo>
                      </a:path>
                    </a:pathLst>
                  </a:custGeom>
                  <a:solidFill>
                    <a:srgbClr val="402000"/>
                  </a:solidFill>
                  <a:ln w="12700" cap="rnd">
                    <a:noFill/>
                    <a:round/>
                    <a:headEnd/>
                    <a:tailEnd/>
                  </a:ln>
                </p:spPr>
                <p:txBody>
                  <a:bodyPr/>
                  <a:lstStyle/>
                  <a:p>
                    <a:pPr algn="ctr"/>
                    <a:endParaRPr lang="pt-BR" sz="2400"/>
                  </a:p>
                </p:txBody>
              </p:sp>
              <p:sp>
                <p:nvSpPr>
                  <p:cNvPr id="593" name="Freeform 88"/>
                  <p:cNvSpPr>
                    <a:spLocks/>
                  </p:cNvSpPr>
                  <p:nvPr/>
                </p:nvSpPr>
                <p:spPr bwMode="auto">
                  <a:xfrm>
                    <a:off x="3196" y="2076"/>
                    <a:ext cx="14" cy="3"/>
                  </a:xfrm>
                  <a:custGeom>
                    <a:avLst/>
                    <a:gdLst>
                      <a:gd name="T0" fmla="*/ 0 w 14"/>
                      <a:gd name="T1" fmla="*/ 2 h 3"/>
                      <a:gd name="T2" fmla="*/ 3 w 14"/>
                      <a:gd name="T3" fmla="*/ 2 h 3"/>
                      <a:gd name="T4" fmla="*/ 7 w 14"/>
                      <a:gd name="T5" fmla="*/ 1 h 3"/>
                      <a:gd name="T6" fmla="*/ 13 w 14"/>
                      <a:gd name="T7" fmla="*/ 2 h 3"/>
                      <a:gd name="T8" fmla="*/ 9 w 14"/>
                      <a:gd name="T9" fmla="*/ 1 h 3"/>
                      <a:gd name="T10" fmla="*/ 7 w 14"/>
                      <a:gd name="T11" fmla="*/ 1 h 3"/>
                      <a:gd name="T12" fmla="*/ 4 w 14"/>
                      <a:gd name="T13" fmla="*/ 1 h 3"/>
                      <a:gd name="T14" fmla="*/ 2 w 14"/>
                      <a:gd name="T15" fmla="*/ 0 h 3"/>
                      <a:gd name="T16" fmla="*/ 0 w 14"/>
                      <a:gd name="T17" fmla="*/ 1 h 3"/>
                      <a:gd name="T18" fmla="*/ 0 w 14"/>
                      <a:gd name="T19" fmla="*/ 2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3"/>
                      <a:gd name="T32" fmla="*/ 14 w 14"/>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3">
                        <a:moveTo>
                          <a:pt x="0" y="2"/>
                        </a:moveTo>
                        <a:lnTo>
                          <a:pt x="3" y="2"/>
                        </a:lnTo>
                        <a:lnTo>
                          <a:pt x="7" y="1"/>
                        </a:lnTo>
                        <a:lnTo>
                          <a:pt x="13" y="2"/>
                        </a:lnTo>
                        <a:lnTo>
                          <a:pt x="9" y="1"/>
                        </a:lnTo>
                        <a:lnTo>
                          <a:pt x="7" y="1"/>
                        </a:lnTo>
                        <a:lnTo>
                          <a:pt x="4" y="1"/>
                        </a:lnTo>
                        <a:lnTo>
                          <a:pt x="2" y="0"/>
                        </a:lnTo>
                        <a:lnTo>
                          <a:pt x="0" y="1"/>
                        </a:lnTo>
                        <a:lnTo>
                          <a:pt x="0" y="2"/>
                        </a:lnTo>
                      </a:path>
                    </a:pathLst>
                  </a:custGeom>
                  <a:solidFill>
                    <a:srgbClr val="402000"/>
                  </a:solidFill>
                  <a:ln w="12700" cap="rnd">
                    <a:noFill/>
                    <a:round/>
                    <a:headEnd/>
                    <a:tailEnd/>
                  </a:ln>
                </p:spPr>
                <p:txBody>
                  <a:bodyPr/>
                  <a:lstStyle/>
                  <a:p>
                    <a:pPr algn="ctr"/>
                    <a:endParaRPr lang="pt-BR" sz="2400"/>
                  </a:p>
                </p:txBody>
              </p:sp>
              <p:sp>
                <p:nvSpPr>
                  <p:cNvPr id="594" name="Freeform 89"/>
                  <p:cNvSpPr>
                    <a:spLocks/>
                  </p:cNvSpPr>
                  <p:nvPr/>
                </p:nvSpPr>
                <p:spPr bwMode="auto">
                  <a:xfrm>
                    <a:off x="3183" y="2080"/>
                    <a:ext cx="3" cy="2"/>
                  </a:xfrm>
                  <a:custGeom>
                    <a:avLst/>
                    <a:gdLst>
                      <a:gd name="T0" fmla="*/ 0 w 3"/>
                      <a:gd name="T1" fmla="*/ 0 h 2"/>
                      <a:gd name="T2" fmla="*/ 0 w 3"/>
                      <a:gd name="T3" fmla="*/ 1 h 2"/>
                      <a:gd name="T4" fmla="*/ 2 w 3"/>
                      <a:gd name="T5" fmla="*/ 0 h 2"/>
                      <a:gd name="T6" fmla="*/ 0 w 3"/>
                      <a:gd name="T7" fmla="*/ 0 h 2"/>
                      <a:gd name="T8" fmla="*/ 0 60000 65536"/>
                      <a:gd name="T9" fmla="*/ 0 60000 65536"/>
                      <a:gd name="T10" fmla="*/ 0 60000 65536"/>
                      <a:gd name="T11" fmla="*/ 0 60000 65536"/>
                      <a:gd name="T12" fmla="*/ 0 w 3"/>
                      <a:gd name="T13" fmla="*/ 0 h 2"/>
                      <a:gd name="T14" fmla="*/ 3 w 3"/>
                      <a:gd name="T15" fmla="*/ 2 h 2"/>
                    </a:gdLst>
                    <a:ahLst/>
                    <a:cxnLst>
                      <a:cxn ang="T8">
                        <a:pos x="T0" y="T1"/>
                      </a:cxn>
                      <a:cxn ang="T9">
                        <a:pos x="T2" y="T3"/>
                      </a:cxn>
                      <a:cxn ang="T10">
                        <a:pos x="T4" y="T5"/>
                      </a:cxn>
                      <a:cxn ang="T11">
                        <a:pos x="T6" y="T7"/>
                      </a:cxn>
                    </a:cxnLst>
                    <a:rect l="T12" t="T13" r="T14" b="T15"/>
                    <a:pathLst>
                      <a:path w="3" h="2">
                        <a:moveTo>
                          <a:pt x="0" y="0"/>
                        </a:moveTo>
                        <a:lnTo>
                          <a:pt x="0" y="1"/>
                        </a:lnTo>
                        <a:lnTo>
                          <a:pt x="2" y="0"/>
                        </a:lnTo>
                        <a:lnTo>
                          <a:pt x="0" y="0"/>
                        </a:lnTo>
                      </a:path>
                    </a:pathLst>
                  </a:custGeom>
                  <a:solidFill>
                    <a:srgbClr val="FFC080"/>
                  </a:solidFill>
                  <a:ln w="12700" cap="rnd">
                    <a:noFill/>
                    <a:round/>
                    <a:headEnd/>
                    <a:tailEnd/>
                  </a:ln>
                </p:spPr>
                <p:txBody>
                  <a:bodyPr/>
                  <a:lstStyle/>
                  <a:p>
                    <a:pPr algn="ctr"/>
                    <a:endParaRPr lang="pt-BR" sz="2400"/>
                  </a:p>
                </p:txBody>
              </p:sp>
              <p:sp>
                <p:nvSpPr>
                  <p:cNvPr id="595" name="Freeform 90"/>
                  <p:cNvSpPr>
                    <a:spLocks/>
                  </p:cNvSpPr>
                  <p:nvPr/>
                </p:nvSpPr>
                <p:spPr bwMode="auto">
                  <a:xfrm>
                    <a:off x="3202" y="2081"/>
                    <a:ext cx="2" cy="2"/>
                  </a:xfrm>
                  <a:custGeom>
                    <a:avLst/>
                    <a:gdLst>
                      <a:gd name="T0" fmla="*/ 0 w 2"/>
                      <a:gd name="T1" fmla="*/ 0 h 2"/>
                      <a:gd name="T2" fmla="*/ 0 w 2"/>
                      <a:gd name="T3" fmla="*/ 1 h 2"/>
                      <a:gd name="T4" fmla="*/ 1 w 2"/>
                      <a:gd name="T5" fmla="*/ 0 h 2"/>
                      <a:gd name="T6" fmla="*/ 0 w 2"/>
                      <a:gd name="T7" fmla="*/ 0 h 2"/>
                      <a:gd name="T8" fmla="*/ 0 60000 65536"/>
                      <a:gd name="T9" fmla="*/ 0 60000 65536"/>
                      <a:gd name="T10" fmla="*/ 0 60000 65536"/>
                      <a:gd name="T11" fmla="*/ 0 60000 65536"/>
                      <a:gd name="T12" fmla="*/ 0 w 2"/>
                      <a:gd name="T13" fmla="*/ 0 h 2"/>
                      <a:gd name="T14" fmla="*/ 2 w 2"/>
                      <a:gd name="T15" fmla="*/ 2 h 2"/>
                    </a:gdLst>
                    <a:ahLst/>
                    <a:cxnLst>
                      <a:cxn ang="T8">
                        <a:pos x="T0" y="T1"/>
                      </a:cxn>
                      <a:cxn ang="T9">
                        <a:pos x="T2" y="T3"/>
                      </a:cxn>
                      <a:cxn ang="T10">
                        <a:pos x="T4" y="T5"/>
                      </a:cxn>
                      <a:cxn ang="T11">
                        <a:pos x="T6" y="T7"/>
                      </a:cxn>
                    </a:cxnLst>
                    <a:rect l="T12" t="T13" r="T14" b="T15"/>
                    <a:pathLst>
                      <a:path w="2" h="2">
                        <a:moveTo>
                          <a:pt x="0" y="0"/>
                        </a:moveTo>
                        <a:lnTo>
                          <a:pt x="0" y="1"/>
                        </a:lnTo>
                        <a:lnTo>
                          <a:pt x="1" y="0"/>
                        </a:lnTo>
                        <a:lnTo>
                          <a:pt x="0" y="0"/>
                        </a:lnTo>
                      </a:path>
                    </a:pathLst>
                  </a:custGeom>
                  <a:solidFill>
                    <a:srgbClr val="FFC080"/>
                  </a:solidFill>
                  <a:ln w="12700" cap="rnd">
                    <a:noFill/>
                    <a:round/>
                    <a:headEnd/>
                    <a:tailEnd/>
                  </a:ln>
                </p:spPr>
                <p:txBody>
                  <a:bodyPr/>
                  <a:lstStyle/>
                  <a:p>
                    <a:pPr algn="ctr"/>
                    <a:endParaRPr lang="pt-BR" sz="2400"/>
                  </a:p>
                </p:txBody>
              </p:sp>
              <p:sp>
                <p:nvSpPr>
                  <p:cNvPr id="596" name="Freeform 91"/>
                  <p:cNvSpPr>
                    <a:spLocks/>
                  </p:cNvSpPr>
                  <p:nvPr/>
                </p:nvSpPr>
                <p:spPr bwMode="auto">
                  <a:xfrm>
                    <a:off x="3155" y="2034"/>
                    <a:ext cx="58" cy="41"/>
                  </a:xfrm>
                  <a:custGeom>
                    <a:avLst/>
                    <a:gdLst>
                      <a:gd name="T0" fmla="*/ 13 w 58"/>
                      <a:gd name="T1" fmla="*/ 24 h 41"/>
                      <a:gd name="T2" fmla="*/ 21 w 58"/>
                      <a:gd name="T3" fmla="*/ 26 h 41"/>
                      <a:gd name="T4" fmla="*/ 28 w 58"/>
                      <a:gd name="T5" fmla="*/ 26 h 41"/>
                      <a:gd name="T6" fmla="*/ 36 w 58"/>
                      <a:gd name="T7" fmla="*/ 24 h 41"/>
                      <a:gd name="T8" fmla="*/ 43 w 58"/>
                      <a:gd name="T9" fmla="*/ 20 h 41"/>
                      <a:gd name="T10" fmla="*/ 50 w 58"/>
                      <a:gd name="T11" fmla="*/ 15 h 41"/>
                      <a:gd name="T12" fmla="*/ 56 w 58"/>
                      <a:gd name="T13" fmla="*/ 10 h 41"/>
                      <a:gd name="T14" fmla="*/ 57 w 58"/>
                      <a:gd name="T15" fmla="*/ 5 h 41"/>
                      <a:gd name="T16" fmla="*/ 55 w 58"/>
                      <a:gd name="T17" fmla="*/ 3 h 41"/>
                      <a:gd name="T18" fmla="*/ 48 w 58"/>
                      <a:gd name="T19" fmla="*/ 0 h 41"/>
                      <a:gd name="T20" fmla="*/ 37 w 58"/>
                      <a:gd name="T21" fmla="*/ 0 h 41"/>
                      <a:gd name="T22" fmla="*/ 33 w 58"/>
                      <a:gd name="T23" fmla="*/ 3 h 41"/>
                      <a:gd name="T24" fmla="*/ 28 w 58"/>
                      <a:gd name="T25" fmla="*/ 8 h 41"/>
                      <a:gd name="T26" fmla="*/ 22 w 58"/>
                      <a:gd name="T27" fmla="*/ 9 h 41"/>
                      <a:gd name="T28" fmla="*/ 18 w 58"/>
                      <a:gd name="T29" fmla="*/ 9 h 41"/>
                      <a:gd name="T30" fmla="*/ 26 w 58"/>
                      <a:gd name="T31" fmla="*/ 8 h 41"/>
                      <a:gd name="T32" fmla="*/ 30 w 58"/>
                      <a:gd name="T33" fmla="*/ 4 h 41"/>
                      <a:gd name="T34" fmla="*/ 35 w 58"/>
                      <a:gd name="T35" fmla="*/ 0 h 41"/>
                      <a:gd name="T36" fmla="*/ 28 w 58"/>
                      <a:gd name="T37" fmla="*/ 1 h 41"/>
                      <a:gd name="T38" fmla="*/ 16 w 58"/>
                      <a:gd name="T39" fmla="*/ 4 h 41"/>
                      <a:gd name="T40" fmla="*/ 11 w 58"/>
                      <a:gd name="T41" fmla="*/ 8 h 41"/>
                      <a:gd name="T42" fmla="*/ 7 w 58"/>
                      <a:gd name="T43" fmla="*/ 12 h 41"/>
                      <a:gd name="T44" fmla="*/ 6 w 58"/>
                      <a:gd name="T45" fmla="*/ 16 h 41"/>
                      <a:gd name="T46" fmla="*/ 6 w 58"/>
                      <a:gd name="T47" fmla="*/ 19 h 41"/>
                      <a:gd name="T48" fmla="*/ 7 w 58"/>
                      <a:gd name="T49" fmla="*/ 23 h 41"/>
                      <a:gd name="T50" fmla="*/ 6 w 58"/>
                      <a:gd name="T51" fmla="*/ 27 h 41"/>
                      <a:gd name="T52" fmla="*/ 4 w 58"/>
                      <a:gd name="T53" fmla="*/ 29 h 41"/>
                      <a:gd name="T54" fmla="*/ 2 w 58"/>
                      <a:gd name="T55" fmla="*/ 33 h 41"/>
                      <a:gd name="T56" fmla="*/ 0 w 58"/>
                      <a:gd name="T57" fmla="*/ 36 h 41"/>
                      <a:gd name="T58" fmla="*/ 0 w 58"/>
                      <a:gd name="T59" fmla="*/ 40 h 41"/>
                      <a:gd name="T60" fmla="*/ 1 w 58"/>
                      <a:gd name="T61" fmla="*/ 37 h 41"/>
                      <a:gd name="T62" fmla="*/ 4 w 58"/>
                      <a:gd name="T63" fmla="*/ 32 h 41"/>
                      <a:gd name="T64" fmla="*/ 7 w 58"/>
                      <a:gd name="T65" fmla="*/ 28 h 41"/>
                      <a:gd name="T66" fmla="*/ 8 w 58"/>
                      <a:gd name="T67" fmla="*/ 24 h 41"/>
                      <a:gd name="T68" fmla="*/ 9 w 58"/>
                      <a:gd name="T69" fmla="*/ 21 h 41"/>
                      <a:gd name="T70" fmla="*/ 10 w 58"/>
                      <a:gd name="T71" fmla="*/ 20 h 41"/>
                      <a:gd name="T72" fmla="*/ 13 w 58"/>
                      <a:gd name="T73" fmla="*/ 20 h 41"/>
                      <a:gd name="T74" fmla="*/ 17 w 58"/>
                      <a:gd name="T75" fmla="*/ 20 h 41"/>
                      <a:gd name="T76" fmla="*/ 23 w 58"/>
                      <a:gd name="T77" fmla="*/ 19 h 41"/>
                      <a:gd name="T78" fmla="*/ 30 w 58"/>
                      <a:gd name="T79" fmla="*/ 16 h 41"/>
                      <a:gd name="T80" fmla="*/ 33 w 58"/>
                      <a:gd name="T81" fmla="*/ 13 h 41"/>
                      <a:gd name="T82" fmla="*/ 29 w 58"/>
                      <a:gd name="T83" fmla="*/ 16 h 41"/>
                      <a:gd name="T84" fmla="*/ 22 w 58"/>
                      <a:gd name="T85" fmla="*/ 18 h 41"/>
                      <a:gd name="T86" fmla="*/ 17 w 58"/>
                      <a:gd name="T87" fmla="*/ 18 h 41"/>
                      <a:gd name="T88" fmla="*/ 14 w 58"/>
                      <a:gd name="T89" fmla="*/ 18 h 41"/>
                      <a:gd name="T90" fmla="*/ 21 w 58"/>
                      <a:gd name="T91" fmla="*/ 17 h 41"/>
                      <a:gd name="T92" fmla="*/ 26 w 58"/>
                      <a:gd name="T93" fmla="*/ 16 h 41"/>
                      <a:gd name="T94" fmla="*/ 30 w 58"/>
                      <a:gd name="T95" fmla="*/ 13 h 41"/>
                      <a:gd name="T96" fmla="*/ 34 w 58"/>
                      <a:gd name="T97" fmla="*/ 11 h 41"/>
                      <a:gd name="T98" fmla="*/ 33 w 58"/>
                      <a:gd name="T99" fmla="*/ 14 h 41"/>
                      <a:gd name="T100" fmla="*/ 29 w 58"/>
                      <a:gd name="T101" fmla="*/ 18 h 41"/>
                      <a:gd name="T102" fmla="*/ 22 w 58"/>
                      <a:gd name="T103" fmla="*/ 21 h 41"/>
                      <a:gd name="T104" fmla="*/ 17 w 58"/>
                      <a:gd name="T105" fmla="*/ 23 h 41"/>
                      <a:gd name="T106" fmla="*/ 13 w 58"/>
                      <a:gd name="T107" fmla="*/ 24 h 4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8"/>
                      <a:gd name="T163" fmla="*/ 0 h 41"/>
                      <a:gd name="T164" fmla="*/ 58 w 58"/>
                      <a:gd name="T165" fmla="*/ 41 h 4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8" h="41">
                        <a:moveTo>
                          <a:pt x="13" y="24"/>
                        </a:moveTo>
                        <a:lnTo>
                          <a:pt x="21" y="26"/>
                        </a:lnTo>
                        <a:lnTo>
                          <a:pt x="28" y="26"/>
                        </a:lnTo>
                        <a:lnTo>
                          <a:pt x="36" y="24"/>
                        </a:lnTo>
                        <a:lnTo>
                          <a:pt x="43" y="20"/>
                        </a:lnTo>
                        <a:lnTo>
                          <a:pt x="50" y="15"/>
                        </a:lnTo>
                        <a:lnTo>
                          <a:pt x="56" y="10"/>
                        </a:lnTo>
                        <a:lnTo>
                          <a:pt x="57" y="5"/>
                        </a:lnTo>
                        <a:lnTo>
                          <a:pt x="55" y="3"/>
                        </a:lnTo>
                        <a:lnTo>
                          <a:pt x="48" y="0"/>
                        </a:lnTo>
                        <a:lnTo>
                          <a:pt x="37" y="0"/>
                        </a:lnTo>
                        <a:lnTo>
                          <a:pt x="33" y="3"/>
                        </a:lnTo>
                        <a:lnTo>
                          <a:pt x="28" y="8"/>
                        </a:lnTo>
                        <a:lnTo>
                          <a:pt x="22" y="9"/>
                        </a:lnTo>
                        <a:lnTo>
                          <a:pt x="18" y="9"/>
                        </a:lnTo>
                        <a:lnTo>
                          <a:pt x="26" y="8"/>
                        </a:lnTo>
                        <a:lnTo>
                          <a:pt x="30" y="4"/>
                        </a:lnTo>
                        <a:lnTo>
                          <a:pt x="35" y="0"/>
                        </a:lnTo>
                        <a:lnTo>
                          <a:pt x="28" y="1"/>
                        </a:lnTo>
                        <a:lnTo>
                          <a:pt x="16" y="4"/>
                        </a:lnTo>
                        <a:lnTo>
                          <a:pt x="11" y="8"/>
                        </a:lnTo>
                        <a:lnTo>
                          <a:pt x="7" y="12"/>
                        </a:lnTo>
                        <a:lnTo>
                          <a:pt x="6" y="16"/>
                        </a:lnTo>
                        <a:lnTo>
                          <a:pt x="6" y="19"/>
                        </a:lnTo>
                        <a:lnTo>
                          <a:pt x="7" y="23"/>
                        </a:lnTo>
                        <a:lnTo>
                          <a:pt x="6" y="27"/>
                        </a:lnTo>
                        <a:lnTo>
                          <a:pt x="4" y="29"/>
                        </a:lnTo>
                        <a:lnTo>
                          <a:pt x="2" y="33"/>
                        </a:lnTo>
                        <a:lnTo>
                          <a:pt x="0" y="36"/>
                        </a:lnTo>
                        <a:lnTo>
                          <a:pt x="0" y="40"/>
                        </a:lnTo>
                        <a:lnTo>
                          <a:pt x="1" y="37"/>
                        </a:lnTo>
                        <a:lnTo>
                          <a:pt x="4" y="32"/>
                        </a:lnTo>
                        <a:lnTo>
                          <a:pt x="7" y="28"/>
                        </a:lnTo>
                        <a:lnTo>
                          <a:pt x="8" y="24"/>
                        </a:lnTo>
                        <a:lnTo>
                          <a:pt x="9" y="21"/>
                        </a:lnTo>
                        <a:lnTo>
                          <a:pt x="10" y="20"/>
                        </a:lnTo>
                        <a:lnTo>
                          <a:pt x="13" y="20"/>
                        </a:lnTo>
                        <a:lnTo>
                          <a:pt x="17" y="20"/>
                        </a:lnTo>
                        <a:lnTo>
                          <a:pt x="23" y="19"/>
                        </a:lnTo>
                        <a:lnTo>
                          <a:pt x="30" y="16"/>
                        </a:lnTo>
                        <a:lnTo>
                          <a:pt x="33" y="13"/>
                        </a:lnTo>
                        <a:lnTo>
                          <a:pt x="29" y="16"/>
                        </a:lnTo>
                        <a:lnTo>
                          <a:pt x="22" y="18"/>
                        </a:lnTo>
                        <a:lnTo>
                          <a:pt x="17" y="18"/>
                        </a:lnTo>
                        <a:lnTo>
                          <a:pt x="14" y="18"/>
                        </a:lnTo>
                        <a:lnTo>
                          <a:pt x="21" y="17"/>
                        </a:lnTo>
                        <a:lnTo>
                          <a:pt x="26" y="16"/>
                        </a:lnTo>
                        <a:lnTo>
                          <a:pt x="30" y="13"/>
                        </a:lnTo>
                        <a:lnTo>
                          <a:pt x="34" y="11"/>
                        </a:lnTo>
                        <a:lnTo>
                          <a:pt x="33" y="14"/>
                        </a:lnTo>
                        <a:lnTo>
                          <a:pt x="29" y="18"/>
                        </a:lnTo>
                        <a:lnTo>
                          <a:pt x="22" y="21"/>
                        </a:lnTo>
                        <a:lnTo>
                          <a:pt x="17" y="23"/>
                        </a:lnTo>
                        <a:lnTo>
                          <a:pt x="13" y="24"/>
                        </a:lnTo>
                      </a:path>
                    </a:pathLst>
                  </a:custGeom>
                  <a:solidFill>
                    <a:srgbClr val="603000"/>
                  </a:solidFill>
                  <a:ln w="12700" cap="rnd">
                    <a:noFill/>
                    <a:round/>
                    <a:headEnd/>
                    <a:tailEnd/>
                  </a:ln>
                </p:spPr>
                <p:txBody>
                  <a:bodyPr/>
                  <a:lstStyle/>
                  <a:p>
                    <a:pPr algn="ctr"/>
                    <a:endParaRPr lang="pt-BR" sz="2400"/>
                  </a:p>
                </p:txBody>
              </p:sp>
              <p:sp>
                <p:nvSpPr>
                  <p:cNvPr id="597" name="Freeform 92"/>
                  <p:cNvSpPr>
                    <a:spLocks/>
                  </p:cNvSpPr>
                  <p:nvPr/>
                </p:nvSpPr>
                <p:spPr bwMode="auto">
                  <a:xfrm>
                    <a:off x="3194" y="2037"/>
                    <a:ext cx="39" cy="46"/>
                  </a:xfrm>
                  <a:custGeom>
                    <a:avLst/>
                    <a:gdLst>
                      <a:gd name="T0" fmla="*/ 9 w 39"/>
                      <a:gd name="T1" fmla="*/ 16 h 46"/>
                      <a:gd name="T2" fmla="*/ 6 w 39"/>
                      <a:gd name="T3" fmla="*/ 19 h 46"/>
                      <a:gd name="T4" fmla="*/ 0 w 39"/>
                      <a:gd name="T5" fmla="*/ 24 h 46"/>
                      <a:gd name="T6" fmla="*/ 6 w 39"/>
                      <a:gd name="T7" fmla="*/ 24 h 46"/>
                      <a:gd name="T8" fmla="*/ 11 w 39"/>
                      <a:gd name="T9" fmla="*/ 22 h 46"/>
                      <a:gd name="T10" fmla="*/ 16 w 39"/>
                      <a:gd name="T11" fmla="*/ 20 h 46"/>
                      <a:gd name="T12" fmla="*/ 11 w 39"/>
                      <a:gd name="T13" fmla="*/ 24 h 46"/>
                      <a:gd name="T14" fmla="*/ 9 w 39"/>
                      <a:gd name="T15" fmla="*/ 26 h 46"/>
                      <a:gd name="T16" fmla="*/ 16 w 39"/>
                      <a:gd name="T17" fmla="*/ 24 h 46"/>
                      <a:gd name="T18" fmla="*/ 19 w 39"/>
                      <a:gd name="T19" fmla="*/ 21 h 46"/>
                      <a:gd name="T20" fmla="*/ 26 w 39"/>
                      <a:gd name="T21" fmla="*/ 17 h 46"/>
                      <a:gd name="T22" fmla="*/ 22 w 39"/>
                      <a:gd name="T23" fmla="*/ 22 h 46"/>
                      <a:gd name="T24" fmla="*/ 19 w 39"/>
                      <a:gd name="T25" fmla="*/ 26 h 46"/>
                      <a:gd name="T26" fmla="*/ 16 w 39"/>
                      <a:gd name="T27" fmla="*/ 28 h 46"/>
                      <a:gd name="T28" fmla="*/ 20 w 39"/>
                      <a:gd name="T29" fmla="*/ 28 h 46"/>
                      <a:gd name="T30" fmla="*/ 24 w 39"/>
                      <a:gd name="T31" fmla="*/ 26 h 46"/>
                      <a:gd name="T32" fmla="*/ 27 w 39"/>
                      <a:gd name="T33" fmla="*/ 24 h 46"/>
                      <a:gd name="T34" fmla="*/ 25 w 39"/>
                      <a:gd name="T35" fmla="*/ 28 h 46"/>
                      <a:gd name="T36" fmla="*/ 22 w 39"/>
                      <a:gd name="T37" fmla="*/ 31 h 46"/>
                      <a:gd name="T38" fmla="*/ 19 w 39"/>
                      <a:gd name="T39" fmla="*/ 32 h 46"/>
                      <a:gd name="T40" fmla="*/ 23 w 39"/>
                      <a:gd name="T41" fmla="*/ 32 h 46"/>
                      <a:gd name="T42" fmla="*/ 27 w 39"/>
                      <a:gd name="T43" fmla="*/ 31 h 46"/>
                      <a:gd name="T44" fmla="*/ 27 w 39"/>
                      <a:gd name="T45" fmla="*/ 32 h 46"/>
                      <a:gd name="T46" fmla="*/ 23 w 39"/>
                      <a:gd name="T47" fmla="*/ 35 h 46"/>
                      <a:gd name="T48" fmla="*/ 28 w 39"/>
                      <a:gd name="T49" fmla="*/ 32 h 46"/>
                      <a:gd name="T50" fmla="*/ 27 w 39"/>
                      <a:gd name="T51" fmla="*/ 34 h 46"/>
                      <a:gd name="T52" fmla="*/ 25 w 39"/>
                      <a:gd name="T53" fmla="*/ 38 h 46"/>
                      <a:gd name="T54" fmla="*/ 23 w 39"/>
                      <a:gd name="T55" fmla="*/ 41 h 46"/>
                      <a:gd name="T56" fmla="*/ 29 w 39"/>
                      <a:gd name="T57" fmla="*/ 37 h 46"/>
                      <a:gd name="T58" fmla="*/ 32 w 39"/>
                      <a:gd name="T59" fmla="*/ 34 h 46"/>
                      <a:gd name="T60" fmla="*/ 30 w 39"/>
                      <a:gd name="T61" fmla="*/ 39 h 46"/>
                      <a:gd name="T62" fmla="*/ 27 w 39"/>
                      <a:gd name="T63" fmla="*/ 42 h 46"/>
                      <a:gd name="T64" fmla="*/ 25 w 39"/>
                      <a:gd name="T65" fmla="*/ 45 h 46"/>
                      <a:gd name="T66" fmla="*/ 34 w 39"/>
                      <a:gd name="T67" fmla="*/ 40 h 46"/>
                      <a:gd name="T68" fmla="*/ 38 w 39"/>
                      <a:gd name="T69" fmla="*/ 34 h 46"/>
                      <a:gd name="T70" fmla="*/ 38 w 39"/>
                      <a:gd name="T71" fmla="*/ 28 h 46"/>
                      <a:gd name="T72" fmla="*/ 36 w 39"/>
                      <a:gd name="T73" fmla="*/ 21 h 46"/>
                      <a:gd name="T74" fmla="*/ 34 w 39"/>
                      <a:gd name="T75" fmla="*/ 14 h 46"/>
                      <a:gd name="T76" fmla="*/ 32 w 39"/>
                      <a:gd name="T77" fmla="*/ 11 h 46"/>
                      <a:gd name="T78" fmla="*/ 32 w 39"/>
                      <a:gd name="T79" fmla="*/ 13 h 46"/>
                      <a:gd name="T80" fmla="*/ 29 w 39"/>
                      <a:gd name="T81" fmla="*/ 19 h 46"/>
                      <a:gd name="T82" fmla="*/ 30 w 39"/>
                      <a:gd name="T83" fmla="*/ 14 h 46"/>
                      <a:gd name="T84" fmla="*/ 30 w 39"/>
                      <a:gd name="T85" fmla="*/ 10 h 46"/>
                      <a:gd name="T86" fmla="*/ 29 w 39"/>
                      <a:gd name="T87" fmla="*/ 7 h 46"/>
                      <a:gd name="T88" fmla="*/ 26 w 39"/>
                      <a:gd name="T89" fmla="*/ 5 h 46"/>
                      <a:gd name="T90" fmla="*/ 26 w 39"/>
                      <a:gd name="T91" fmla="*/ 10 h 46"/>
                      <a:gd name="T92" fmla="*/ 24 w 39"/>
                      <a:gd name="T93" fmla="*/ 13 h 46"/>
                      <a:gd name="T94" fmla="*/ 20 w 39"/>
                      <a:gd name="T95" fmla="*/ 17 h 46"/>
                      <a:gd name="T96" fmla="*/ 24 w 39"/>
                      <a:gd name="T97" fmla="*/ 13 h 46"/>
                      <a:gd name="T98" fmla="*/ 25 w 39"/>
                      <a:gd name="T99" fmla="*/ 9 h 46"/>
                      <a:gd name="T100" fmla="*/ 25 w 39"/>
                      <a:gd name="T101" fmla="*/ 5 h 46"/>
                      <a:gd name="T102" fmla="*/ 23 w 39"/>
                      <a:gd name="T103" fmla="*/ 3 h 46"/>
                      <a:gd name="T104" fmla="*/ 20 w 39"/>
                      <a:gd name="T105" fmla="*/ 1 h 46"/>
                      <a:gd name="T106" fmla="*/ 18 w 39"/>
                      <a:gd name="T107" fmla="*/ 1 h 46"/>
                      <a:gd name="T108" fmla="*/ 17 w 39"/>
                      <a:gd name="T109" fmla="*/ 0 h 46"/>
                      <a:gd name="T110" fmla="*/ 18 w 39"/>
                      <a:gd name="T111" fmla="*/ 4 h 46"/>
                      <a:gd name="T112" fmla="*/ 17 w 39"/>
                      <a:gd name="T113" fmla="*/ 10 h 46"/>
                      <a:gd name="T114" fmla="*/ 12 w 39"/>
                      <a:gd name="T115" fmla="*/ 14 h 46"/>
                      <a:gd name="T116" fmla="*/ 9 w 39"/>
                      <a:gd name="T117" fmla="*/ 16 h 4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9"/>
                      <a:gd name="T178" fmla="*/ 0 h 46"/>
                      <a:gd name="T179" fmla="*/ 39 w 39"/>
                      <a:gd name="T180" fmla="*/ 46 h 4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9" h="46">
                        <a:moveTo>
                          <a:pt x="9" y="16"/>
                        </a:moveTo>
                        <a:lnTo>
                          <a:pt x="6" y="19"/>
                        </a:lnTo>
                        <a:lnTo>
                          <a:pt x="0" y="24"/>
                        </a:lnTo>
                        <a:lnTo>
                          <a:pt x="6" y="24"/>
                        </a:lnTo>
                        <a:lnTo>
                          <a:pt x="11" y="22"/>
                        </a:lnTo>
                        <a:lnTo>
                          <a:pt x="16" y="20"/>
                        </a:lnTo>
                        <a:lnTo>
                          <a:pt x="11" y="24"/>
                        </a:lnTo>
                        <a:lnTo>
                          <a:pt x="9" y="26"/>
                        </a:lnTo>
                        <a:lnTo>
                          <a:pt x="16" y="24"/>
                        </a:lnTo>
                        <a:lnTo>
                          <a:pt x="19" y="21"/>
                        </a:lnTo>
                        <a:lnTo>
                          <a:pt x="26" y="17"/>
                        </a:lnTo>
                        <a:lnTo>
                          <a:pt x="22" y="22"/>
                        </a:lnTo>
                        <a:lnTo>
                          <a:pt x="19" y="26"/>
                        </a:lnTo>
                        <a:lnTo>
                          <a:pt x="16" y="28"/>
                        </a:lnTo>
                        <a:lnTo>
                          <a:pt x="20" y="28"/>
                        </a:lnTo>
                        <a:lnTo>
                          <a:pt x="24" y="26"/>
                        </a:lnTo>
                        <a:lnTo>
                          <a:pt x="27" y="24"/>
                        </a:lnTo>
                        <a:lnTo>
                          <a:pt x="25" y="28"/>
                        </a:lnTo>
                        <a:lnTo>
                          <a:pt x="22" y="31"/>
                        </a:lnTo>
                        <a:lnTo>
                          <a:pt x="19" y="32"/>
                        </a:lnTo>
                        <a:lnTo>
                          <a:pt x="23" y="32"/>
                        </a:lnTo>
                        <a:lnTo>
                          <a:pt x="27" y="31"/>
                        </a:lnTo>
                        <a:lnTo>
                          <a:pt x="27" y="32"/>
                        </a:lnTo>
                        <a:lnTo>
                          <a:pt x="23" y="35"/>
                        </a:lnTo>
                        <a:lnTo>
                          <a:pt x="28" y="32"/>
                        </a:lnTo>
                        <a:lnTo>
                          <a:pt x="27" y="34"/>
                        </a:lnTo>
                        <a:lnTo>
                          <a:pt x="25" y="38"/>
                        </a:lnTo>
                        <a:lnTo>
                          <a:pt x="23" y="41"/>
                        </a:lnTo>
                        <a:lnTo>
                          <a:pt x="29" y="37"/>
                        </a:lnTo>
                        <a:lnTo>
                          <a:pt x="32" y="34"/>
                        </a:lnTo>
                        <a:lnTo>
                          <a:pt x="30" y="39"/>
                        </a:lnTo>
                        <a:lnTo>
                          <a:pt x="27" y="42"/>
                        </a:lnTo>
                        <a:lnTo>
                          <a:pt x="25" y="45"/>
                        </a:lnTo>
                        <a:lnTo>
                          <a:pt x="34" y="40"/>
                        </a:lnTo>
                        <a:lnTo>
                          <a:pt x="38" y="34"/>
                        </a:lnTo>
                        <a:lnTo>
                          <a:pt x="38" y="28"/>
                        </a:lnTo>
                        <a:lnTo>
                          <a:pt x="36" y="21"/>
                        </a:lnTo>
                        <a:lnTo>
                          <a:pt x="34" y="14"/>
                        </a:lnTo>
                        <a:lnTo>
                          <a:pt x="32" y="11"/>
                        </a:lnTo>
                        <a:lnTo>
                          <a:pt x="32" y="13"/>
                        </a:lnTo>
                        <a:lnTo>
                          <a:pt x="29" y="19"/>
                        </a:lnTo>
                        <a:lnTo>
                          <a:pt x="30" y="14"/>
                        </a:lnTo>
                        <a:lnTo>
                          <a:pt x="30" y="10"/>
                        </a:lnTo>
                        <a:lnTo>
                          <a:pt x="29" y="7"/>
                        </a:lnTo>
                        <a:lnTo>
                          <a:pt x="26" y="5"/>
                        </a:lnTo>
                        <a:lnTo>
                          <a:pt x="26" y="10"/>
                        </a:lnTo>
                        <a:lnTo>
                          <a:pt x="24" y="13"/>
                        </a:lnTo>
                        <a:lnTo>
                          <a:pt x="20" y="17"/>
                        </a:lnTo>
                        <a:lnTo>
                          <a:pt x="24" y="13"/>
                        </a:lnTo>
                        <a:lnTo>
                          <a:pt x="25" y="9"/>
                        </a:lnTo>
                        <a:lnTo>
                          <a:pt x="25" y="5"/>
                        </a:lnTo>
                        <a:lnTo>
                          <a:pt x="23" y="3"/>
                        </a:lnTo>
                        <a:lnTo>
                          <a:pt x="20" y="1"/>
                        </a:lnTo>
                        <a:lnTo>
                          <a:pt x="18" y="1"/>
                        </a:lnTo>
                        <a:lnTo>
                          <a:pt x="17" y="0"/>
                        </a:lnTo>
                        <a:lnTo>
                          <a:pt x="18" y="4"/>
                        </a:lnTo>
                        <a:lnTo>
                          <a:pt x="17" y="10"/>
                        </a:lnTo>
                        <a:lnTo>
                          <a:pt x="12" y="14"/>
                        </a:lnTo>
                        <a:lnTo>
                          <a:pt x="9" y="16"/>
                        </a:lnTo>
                      </a:path>
                    </a:pathLst>
                  </a:custGeom>
                  <a:solidFill>
                    <a:srgbClr val="603000"/>
                  </a:solidFill>
                  <a:ln w="12700" cap="rnd">
                    <a:noFill/>
                    <a:round/>
                    <a:headEnd/>
                    <a:tailEnd/>
                  </a:ln>
                </p:spPr>
                <p:txBody>
                  <a:bodyPr/>
                  <a:lstStyle/>
                  <a:p>
                    <a:pPr algn="ctr"/>
                    <a:endParaRPr lang="pt-BR" sz="2400"/>
                  </a:p>
                </p:txBody>
              </p:sp>
              <p:sp>
                <p:nvSpPr>
                  <p:cNvPr id="598" name="Freeform 93"/>
                  <p:cNvSpPr>
                    <a:spLocks/>
                  </p:cNvSpPr>
                  <p:nvPr/>
                </p:nvSpPr>
                <p:spPr bwMode="auto">
                  <a:xfrm>
                    <a:off x="3155" y="2058"/>
                    <a:ext cx="18" cy="32"/>
                  </a:xfrm>
                  <a:custGeom>
                    <a:avLst/>
                    <a:gdLst>
                      <a:gd name="T0" fmla="*/ 12 w 18"/>
                      <a:gd name="T1" fmla="*/ 5 h 32"/>
                      <a:gd name="T2" fmla="*/ 6 w 18"/>
                      <a:gd name="T3" fmla="*/ 3 h 32"/>
                      <a:gd name="T4" fmla="*/ 11 w 18"/>
                      <a:gd name="T5" fmla="*/ 8 h 32"/>
                      <a:gd name="T6" fmla="*/ 11 w 18"/>
                      <a:gd name="T7" fmla="*/ 9 h 32"/>
                      <a:gd name="T8" fmla="*/ 4 w 18"/>
                      <a:gd name="T9" fmla="*/ 7 h 32"/>
                      <a:gd name="T10" fmla="*/ 11 w 18"/>
                      <a:gd name="T11" fmla="*/ 10 h 32"/>
                      <a:gd name="T12" fmla="*/ 11 w 18"/>
                      <a:gd name="T13" fmla="*/ 10 h 32"/>
                      <a:gd name="T14" fmla="*/ 5 w 18"/>
                      <a:gd name="T15" fmla="*/ 10 h 32"/>
                      <a:gd name="T16" fmla="*/ 11 w 18"/>
                      <a:gd name="T17" fmla="*/ 12 h 32"/>
                      <a:gd name="T18" fmla="*/ 13 w 18"/>
                      <a:gd name="T19" fmla="*/ 13 h 32"/>
                      <a:gd name="T20" fmla="*/ 5 w 18"/>
                      <a:gd name="T21" fmla="*/ 17 h 32"/>
                      <a:gd name="T22" fmla="*/ 11 w 18"/>
                      <a:gd name="T23" fmla="*/ 17 h 32"/>
                      <a:gd name="T24" fmla="*/ 16 w 18"/>
                      <a:gd name="T25" fmla="*/ 14 h 32"/>
                      <a:gd name="T26" fmla="*/ 11 w 18"/>
                      <a:gd name="T27" fmla="*/ 19 h 32"/>
                      <a:gd name="T28" fmla="*/ 2 w 18"/>
                      <a:gd name="T29" fmla="*/ 20 h 32"/>
                      <a:gd name="T30" fmla="*/ 12 w 18"/>
                      <a:gd name="T31" fmla="*/ 20 h 32"/>
                      <a:gd name="T32" fmla="*/ 14 w 18"/>
                      <a:gd name="T33" fmla="*/ 22 h 32"/>
                      <a:gd name="T34" fmla="*/ 10 w 18"/>
                      <a:gd name="T35" fmla="*/ 25 h 32"/>
                      <a:gd name="T36" fmla="*/ 15 w 18"/>
                      <a:gd name="T37" fmla="*/ 23 h 32"/>
                      <a:gd name="T38" fmla="*/ 11 w 18"/>
                      <a:gd name="T39" fmla="*/ 28 h 32"/>
                      <a:gd name="T40" fmla="*/ 15 w 18"/>
                      <a:gd name="T41" fmla="*/ 28 h 32"/>
                      <a:gd name="T42" fmla="*/ 10 w 18"/>
                      <a:gd name="T43" fmla="*/ 30 h 32"/>
                      <a:gd name="T44" fmla="*/ 3 w 18"/>
                      <a:gd name="T45" fmla="*/ 25 h 32"/>
                      <a:gd name="T46" fmla="*/ 8 w 18"/>
                      <a:gd name="T47" fmla="*/ 23 h 32"/>
                      <a:gd name="T48" fmla="*/ 2 w 18"/>
                      <a:gd name="T49" fmla="*/ 23 h 32"/>
                      <a:gd name="T50" fmla="*/ 0 w 18"/>
                      <a:gd name="T51" fmla="*/ 21 h 32"/>
                      <a:gd name="T52" fmla="*/ 0 w 18"/>
                      <a:gd name="T53" fmla="*/ 14 h 32"/>
                      <a:gd name="T54" fmla="*/ 2 w 18"/>
                      <a:gd name="T55" fmla="*/ 10 h 32"/>
                      <a:gd name="T56" fmla="*/ 4 w 18"/>
                      <a:gd name="T57" fmla="*/ 11 h 32"/>
                      <a:gd name="T58" fmla="*/ 3 w 18"/>
                      <a:gd name="T59" fmla="*/ 7 h 32"/>
                      <a:gd name="T60" fmla="*/ 5 w 18"/>
                      <a:gd name="T61" fmla="*/ 3 h 32"/>
                      <a:gd name="T62" fmla="*/ 8 w 18"/>
                      <a:gd name="T63" fmla="*/ 0 h 32"/>
                      <a:gd name="T64" fmla="*/ 11 w 18"/>
                      <a:gd name="T65" fmla="*/ 3 h 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
                      <a:gd name="T100" fmla="*/ 0 h 32"/>
                      <a:gd name="T101" fmla="*/ 18 w 18"/>
                      <a:gd name="T102" fmla="*/ 32 h 3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 h="32">
                        <a:moveTo>
                          <a:pt x="17" y="4"/>
                        </a:moveTo>
                        <a:lnTo>
                          <a:pt x="12" y="5"/>
                        </a:lnTo>
                        <a:lnTo>
                          <a:pt x="11" y="4"/>
                        </a:lnTo>
                        <a:lnTo>
                          <a:pt x="6" y="3"/>
                        </a:lnTo>
                        <a:lnTo>
                          <a:pt x="8" y="6"/>
                        </a:lnTo>
                        <a:lnTo>
                          <a:pt x="11" y="8"/>
                        </a:lnTo>
                        <a:lnTo>
                          <a:pt x="13" y="8"/>
                        </a:lnTo>
                        <a:lnTo>
                          <a:pt x="11" y="9"/>
                        </a:lnTo>
                        <a:lnTo>
                          <a:pt x="6" y="8"/>
                        </a:lnTo>
                        <a:lnTo>
                          <a:pt x="4" y="7"/>
                        </a:lnTo>
                        <a:lnTo>
                          <a:pt x="8" y="9"/>
                        </a:lnTo>
                        <a:lnTo>
                          <a:pt x="11" y="10"/>
                        </a:lnTo>
                        <a:lnTo>
                          <a:pt x="13" y="10"/>
                        </a:lnTo>
                        <a:lnTo>
                          <a:pt x="11" y="10"/>
                        </a:lnTo>
                        <a:lnTo>
                          <a:pt x="8" y="10"/>
                        </a:lnTo>
                        <a:lnTo>
                          <a:pt x="5" y="10"/>
                        </a:lnTo>
                        <a:lnTo>
                          <a:pt x="8" y="11"/>
                        </a:lnTo>
                        <a:lnTo>
                          <a:pt x="11" y="12"/>
                        </a:lnTo>
                        <a:lnTo>
                          <a:pt x="16" y="11"/>
                        </a:lnTo>
                        <a:lnTo>
                          <a:pt x="13" y="13"/>
                        </a:lnTo>
                        <a:lnTo>
                          <a:pt x="10" y="16"/>
                        </a:lnTo>
                        <a:lnTo>
                          <a:pt x="5" y="17"/>
                        </a:lnTo>
                        <a:lnTo>
                          <a:pt x="8" y="17"/>
                        </a:lnTo>
                        <a:lnTo>
                          <a:pt x="11" y="17"/>
                        </a:lnTo>
                        <a:lnTo>
                          <a:pt x="13" y="16"/>
                        </a:lnTo>
                        <a:lnTo>
                          <a:pt x="16" y="14"/>
                        </a:lnTo>
                        <a:lnTo>
                          <a:pt x="13" y="18"/>
                        </a:lnTo>
                        <a:lnTo>
                          <a:pt x="11" y="19"/>
                        </a:lnTo>
                        <a:lnTo>
                          <a:pt x="8" y="20"/>
                        </a:lnTo>
                        <a:lnTo>
                          <a:pt x="2" y="20"/>
                        </a:lnTo>
                        <a:lnTo>
                          <a:pt x="8" y="21"/>
                        </a:lnTo>
                        <a:lnTo>
                          <a:pt x="12" y="20"/>
                        </a:lnTo>
                        <a:lnTo>
                          <a:pt x="15" y="18"/>
                        </a:lnTo>
                        <a:lnTo>
                          <a:pt x="14" y="22"/>
                        </a:lnTo>
                        <a:lnTo>
                          <a:pt x="11" y="25"/>
                        </a:lnTo>
                        <a:lnTo>
                          <a:pt x="10" y="25"/>
                        </a:lnTo>
                        <a:lnTo>
                          <a:pt x="13" y="24"/>
                        </a:lnTo>
                        <a:lnTo>
                          <a:pt x="15" y="23"/>
                        </a:lnTo>
                        <a:lnTo>
                          <a:pt x="14" y="27"/>
                        </a:lnTo>
                        <a:lnTo>
                          <a:pt x="11" y="28"/>
                        </a:lnTo>
                        <a:lnTo>
                          <a:pt x="11" y="29"/>
                        </a:lnTo>
                        <a:lnTo>
                          <a:pt x="15" y="28"/>
                        </a:lnTo>
                        <a:lnTo>
                          <a:pt x="12" y="31"/>
                        </a:lnTo>
                        <a:lnTo>
                          <a:pt x="10" y="30"/>
                        </a:lnTo>
                        <a:lnTo>
                          <a:pt x="7" y="28"/>
                        </a:lnTo>
                        <a:lnTo>
                          <a:pt x="3" y="25"/>
                        </a:lnTo>
                        <a:lnTo>
                          <a:pt x="6" y="24"/>
                        </a:lnTo>
                        <a:lnTo>
                          <a:pt x="8" y="23"/>
                        </a:lnTo>
                        <a:lnTo>
                          <a:pt x="5" y="23"/>
                        </a:lnTo>
                        <a:lnTo>
                          <a:pt x="2" y="23"/>
                        </a:lnTo>
                        <a:lnTo>
                          <a:pt x="1" y="23"/>
                        </a:lnTo>
                        <a:lnTo>
                          <a:pt x="0" y="21"/>
                        </a:lnTo>
                        <a:lnTo>
                          <a:pt x="0" y="19"/>
                        </a:lnTo>
                        <a:lnTo>
                          <a:pt x="0" y="14"/>
                        </a:lnTo>
                        <a:lnTo>
                          <a:pt x="1" y="11"/>
                        </a:lnTo>
                        <a:lnTo>
                          <a:pt x="2" y="10"/>
                        </a:lnTo>
                        <a:lnTo>
                          <a:pt x="6" y="12"/>
                        </a:lnTo>
                        <a:lnTo>
                          <a:pt x="4" y="11"/>
                        </a:lnTo>
                        <a:lnTo>
                          <a:pt x="3" y="9"/>
                        </a:lnTo>
                        <a:lnTo>
                          <a:pt x="3" y="7"/>
                        </a:lnTo>
                        <a:lnTo>
                          <a:pt x="4" y="5"/>
                        </a:lnTo>
                        <a:lnTo>
                          <a:pt x="5" y="3"/>
                        </a:lnTo>
                        <a:lnTo>
                          <a:pt x="7" y="1"/>
                        </a:lnTo>
                        <a:lnTo>
                          <a:pt x="8" y="0"/>
                        </a:lnTo>
                        <a:lnTo>
                          <a:pt x="11" y="2"/>
                        </a:lnTo>
                        <a:lnTo>
                          <a:pt x="11" y="3"/>
                        </a:lnTo>
                        <a:lnTo>
                          <a:pt x="17" y="4"/>
                        </a:lnTo>
                      </a:path>
                    </a:pathLst>
                  </a:custGeom>
                  <a:solidFill>
                    <a:srgbClr val="603000"/>
                  </a:solidFill>
                  <a:ln w="12700" cap="rnd">
                    <a:noFill/>
                    <a:round/>
                    <a:headEnd/>
                    <a:tailEnd/>
                  </a:ln>
                </p:spPr>
                <p:txBody>
                  <a:bodyPr/>
                  <a:lstStyle/>
                  <a:p>
                    <a:pPr algn="ctr"/>
                    <a:endParaRPr lang="pt-BR" sz="2400"/>
                  </a:p>
                </p:txBody>
              </p:sp>
              <p:sp>
                <p:nvSpPr>
                  <p:cNvPr id="599" name="Freeform 94"/>
                  <p:cNvSpPr>
                    <a:spLocks/>
                  </p:cNvSpPr>
                  <p:nvPr/>
                </p:nvSpPr>
                <p:spPr bwMode="auto">
                  <a:xfrm>
                    <a:off x="3212" y="2076"/>
                    <a:ext cx="20" cy="21"/>
                  </a:xfrm>
                  <a:custGeom>
                    <a:avLst/>
                    <a:gdLst>
                      <a:gd name="T0" fmla="*/ 18 w 20"/>
                      <a:gd name="T1" fmla="*/ 0 h 21"/>
                      <a:gd name="T2" fmla="*/ 13 w 20"/>
                      <a:gd name="T3" fmla="*/ 5 h 21"/>
                      <a:gd name="T4" fmla="*/ 9 w 20"/>
                      <a:gd name="T5" fmla="*/ 7 h 21"/>
                      <a:gd name="T6" fmla="*/ 4 w 20"/>
                      <a:gd name="T7" fmla="*/ 9 h 21"/>
                      <a:gd name="T8" fmla="*/ 8 w 20"/>
                      <a:gd name="T9" fmla="*/ 9 h 21"/>
                      <a:gd name="T10" fmla="*/ 13 w 20"/>
                      <a:gd name="T11" fmla="*/ 8 h 21"/>
                      <a:gd name="T12" fmla="*/ 9 w 20"/>
                      <a:gd name="T13" fmla="*/ 9 h 21"/>
                      <a:gd name="T14" fmla="*/ 7 w 20"/>
                      <a:gd name="T15" fmla="*/ 10 h 21"/>
                      <a:gd name="T16" fmla="*/ 3 w 20"/>
                      <a:gd name="T17" fmla="*/ 11 h 21"/>
                      <a:gd name="T18" fmla="*/ 2 w 20"/>
                      <a:gd name="T19" fmla="*/ 11 h 21"/>
                      <a:gd name="T20" fmla="*/ 4 w 20"/>
                      <a:gd name="T21" fmla="*/ 11 h 21"/>
                      <a:gd name="T22" fmla="*/ 9 w 20"/>
                      <a:gd name="T23" fmla="*/ 11 h 21"/>
                      <a:gd name="T24" fmla="*/ 11 w 20"/>
                      <a:gd name="T25" fmla="*/ 10 h 21"/>
                      <a:gd name="T26" fmla="*/ 9 w 20"/>
                      <a:gd name="T27" fmla="*/ 11 h 21"/>
                      <a:gd name="T28" fmla="*/ 5 w 20"/>
                      <a:gd name="T29" fmla="*/ 13 h 21"/>
                      <a:gd name="T30" fmla="*/ 1 w 20"/>
                      <a:gd name="T31" fmla="*/ 14 h 21"/>
                      <a:gd name="T32" fmla="*/ 5 w 20"/>
                      <a:gd name="T33" fmla="*/ 14 h 21"/>
                      <a:gd name="T34" fmla="*/ 9 w 20"/>
                      <a:gd name="T35" fmla="*/ 13 h 21"/>
                      <a:gd name="T36" fmla="*/ 7 w 20"/>
                      <a:gd name="T37" fmla="*/ 14 h 21"/>
                      <a:gd name="T38" fmla="*/ 3 w 20"/>
                      <a:gd name="T39" fmla="*/ 15 h 21"/>
                      <a:gd name="T40" fmla="*/ 0 w 20"/>
                      <a:gd name="T41" fmla="*/ 16 h 21"/>
                      <a:gd name="T42" fmla="*/ 5 w 20"/>
                      <a:gd name="T43" fmla="*/ 16 h 21"/>
                      <a:gd name="T44" fmla="*/ 9 w 20"/>
                      <a:gd name="T45" fmla="*/ 15 h 21"/>
                      <a:gd name="T46" fmla="*/ 1 w 20"/>
                      <a:gd name="T47" fmla="*/ 19 h 21"/>
                      <a:gd name="T48" fmla="*/ 0 w 20"/>
                      <a:gd name="T49" fmla="*/ 20 h 21"/>
                      <a:gd name="T50" fmla="*/ 5 w 20"/>
                      <a:gd name="T51" fmla="*/ 18 h 21"/>
                      <a:gd name="T52" fmla="*/ 9 w 20"/>
                      <a:gd name="T53" fmla="*/ 16 h 21"/>
                      <a:gd name="T54" fmla="*/ 13 w 20"/>
                      <a:gd name="T55" fmla="*/ 13 h 21"/>
                      <a:gd name="T56" fmla="*/ 18 w 20"/>
                      <a:gd name="T57" fmla="*/ 10 h 21"/>
                      <a:gd name="T58" fmla="*/ 16 w 20"/>
                      <a:gd name="T59" fmla="*/ 11 h 21"/>
                      <a:gd name="T60" fmla="*/ 10 w 20"/>
                      <a:gd name="T61" fmla="*/ 12 h 21"/>
                      <a:gd name="T62" fmla="*/ 14 w 20"/>
                      <a:gd name="T63" fmla="*/ 11 h 21"/>
                      <a:gd name="T64" fmla="*/ 17 w 20"/>
                      <a:gd name="T65" fmla="*/ 9 h 21"/>
                      <a:gd name="T66" fmla="*/ 19 w 20"/>
                      <a:gd name="T67" fmla="*/ 6 h 21"/>
                      <a:gd name="T68" fmla="*/ 16 w 20"/>
                      <a:gd name="T69" fmla="*/ 8 h 21"/>
                      <a:gd name="T70" fmla="*/ 13 w 20"/>
                      <a:gd name="T71" fmla="*/ 9 h 21"/>
                      <a:gd name="T72" fmla="*/ 16 w 20"/>
                      <a:gd name="T73" fmla="*/ 7 h 21"/>
                      <a:gd name="T74" fmla="*/ 18 w 20"/>
                      <a:gd name="T75" fmla="*/ 4 h 21"/>
                      <a:gd name="T76" fmla="*/ 18 w 20"/>
                      <a:gd name="T77" fmla="*/ 0 h 2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0"/>
                      <a:gd name="T118" fmla="*/ 0 h 21"/>
                      <a:gd name="T119" fmla="*/ 20 w 20"/>
                      <a:gd name="T120" fmla="*/ 21 h 2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0" h="21">
                        <a:moveTo>
                          <a:pt x="18" y="0"/>
                        </a:moveTo>
                        <a:lnTo>
                          <a:pt x="13" y="5"/>
                        </a:lnTo>
                        <a:lnTo>
                          <a:pt x="9" y="7"/>
                        </a:lnTo>
                        <a:lnTo>
                          <a:pt x="4" y="9"/>
                        </a:lnTo>
                        <a:lnTo>
                          <a:pt x="8" y="9"/>
                        </a:lnTo>
                        <a:lnTo>
                          <a:pt x="13" y="8"/>
                        </a:lnTo>
                        <a:lnTo>
                          <a:pt x="9" y="9"/>
                        </a:lnTo>
                        <a:lnTo>
                          <a:pt x="7" y="10"/>
                        </a:lnTo>
                        <a:lnTo>
                          <a:pt x="3" y="11"/>
                        </a:lnTo>
                        <a:lnTo>
                          <a:pt x="2" y="11"/>
                        </a:lnTo>
                        <a:lnTo>
                          <a:pt x="4" y="11"/>
                        </a:lnTo>
                        <a:lnTo>
                          <a:pt x="9" y="11"/>
                        </a:lnTo>
                        <a:lnTo>
                          <a:pt x="11" y="10"/>
                        </a:lnTo>
                        <a:lnTo>
                          <a:pt x="9" y="11"/>
                        </a:lnTo>
                        <a:lnTo>
                          <a:pt x="5" y="13"/>
                        </a:lnTo>
                        <a:lnTo>
                          <a:pt x="1" y="14"/>
                        </a:lnTo>
                        <a:lnTo>
                          <a:pt x="5" y="14"/>
                        </a:lnTo>
                        <a:lnTo>
                          <a:pt x="9" y="13"/>
                        </a:lnTo>
                        <a:lnTo>
                          <a:pt x="7" y="14"/>
                        </a:lnTo>
                        <a:lnTo>
                          <a:pt x="3" y="15"/>
                        </a:lnTo>
                        <a:lnTo>
                          <a:pt x="0" y="16"/>
                        </a:lnTo>
                        <a:lnTo>
                          <a:pt x="5" y="16"/>
                        </a:lnTo>
                        <a:lnTo>
                          <a:pt x="9" y="15"/>
                        </a:lnTo>
                        <a:lnTo>
                          <a:pt x="1" y="19"/>
                        </a:lnTo>
                        <a:lnTo>
                          <a:pt x="0" y="20"/>
                        </a:lnTo>
                        <a:lnTo>
                          <a:pt x="5" y="18"/>
                        </a:lnTo>
                        <a:lnTo>
                          <a:pt x="9" y="16"/>
                        </a:lnTo>
                        <a:lnTo>
                          <a:pt x="13" y="13"/>
                        </a:lnTo>
                        <a:lnTo>
                          <a:pt x="18" y="10"/>
                        </a:lnTo>
                        <a:lnTo>
                          <a:pt x="16" y="11"/>
                        </a:lnTo>
                        <a:lnTo>
                          <a:pt x="10" y="12"/>
                        </a:lnTo>
                        <a:lnTo>
                          <a:pt x="14" y="11"/>
                        </a:lnTo>
                        <a:lnTo>
                          <a:pt x="17" y="9"/>
                        </a:lnTo>
                        <a:lnTo>
                          <a:pt x="19" y="6"/>
                        </a:lnTo>
                        <a:lnTo>
                          <a:pt x="16" y="8"/>
                        </a:lnTo>
                        <a:lnTo>
                          <a:pt x="13" y="9"/>
                        </a:lnTo>
                        <a:lnTo>
                          <a:pt x="16" y="7"/>
                        </a:lnTo>
                        <a:lnTo>
                          <a:pt x="18" y="4"/>
                        </a:lnTo>
                        <a:lnTo>
                          <a:pt x="18" y="0"/>
                        </a:lnTo>
                      </a:path>
                    </a:pathLst>
                  </a:custGeom>
                  <a:solidFill>
                    <a:srgbClr val="603000"/>
                  </a:solidFill>
                  <a:ln w="12700" cap="rnd">
                    <a:noFill/>
                    <a:round/>
                    <a:headEnd/>
                    <a:tailEnd/>
                  </a:ln>
                </p:spPr>
                <p:txBody>
                  <a:bodyPr/>
                  <a:lstStyle/>
                  <a:p>
                    <a:pPr algn="ctr"/>
                    <a:endParaRPr lang="pt-BR" sz="2400"/>
                  </a:p>
                </p:txBody>
              </p:sp>
              <p:sp>
                <p:nvSpPr>
                  <p:cNvPr id="600" name="Freeform 95"/>
                  <p:cNvSpPr>
                    <a:spLocks/>
                  </p:cNvSpPr>
                  <p:nvPr/>
                </p:nvSpPr>
                <p:spPr bwMode="auto">
                  <a:xfrm>
                    <a:off x="3219" y="2095"/>
                    <a:ext cx="8" cy="9"/>
                  </a:xfrm>
                  <a:custGeom>
                    <a:avLst/>
                    <a:gdLst>
                      <a:gd name="T0" fmla="*/ 0 w 8"/>
                      <a:gd name="T1" fmla="*/ 0 h 9"/>
                      <a:gd name="T2" fmla="*/ 2 w 8"/>
                      <a:gd name="T3" fmla="*/ 4 h 9"/>
                      <a:gd name="T4" fmla="*/ 4 w 8"/>
                      <a:gd name="T5" fmla="*/ 6 h 9"/>
                      <a:gd name="T6" fmla="*/ 7 w 8"/>
                      <a:gd name="T7" fmla="*/ 8 h 9"/>
                      <a:gd name="T8" fmla="*/ 2 w 8"/>
                      <a:gd name="T9" fmla="*/ 6 h 9"/>
                      <a:gd name="T10" fmla="*/ 0 w 8"/>
                      <a:gd name="T11" fmla="*/ 5 h 9"/>
                      <a:gd name="T12" fmla="*/ 0 w 8"/>
                      <a:gd name="T13" fmla="*/ 0 h 9"/>
                      <a:gd name="T14" fmla="*/ 0 60000 65536"/>
                      <a:gd name="T15" fmla="*/ 0 60000 65536"/>
                      <a:gd name="T16" fmla="*/ 0 60000 65536"/>
                      <a:gd name="T17" fmla="*/ 0 60000 65536"/>
                      <a:gd name="T18" fmla="*/ 0 60000 65536"/>
                      <a:gd name="T19" fmla="*/ 0 60000 65536"/>
                      <a:gd name="T20" fmla="*/ 0 60000 65536"/>
                      <a:gd name="T21" fmla="*/ 0 w 8"/>
                      <a:gd name="T22" fmla="*/ 0 h 9"/>
                      <a:gd name="T23" fmla="*/ 8 w 8"/>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9">
                        <a:moveTo>
                          <a:pt x="0" y="0"/>
                        </a:moveTo>
                        <a:lnTo>
                          <a:pt x="2" y="4"/>
                        </a:lnTo>
                        <a:lnTo>
                          <a:pt x="4" y="6"/>
                        </a:lnTo>
                        <a:lnTo>
                          <a:pt x="7" y="8"/>
                        </a:lnTo>
                        <a:lnTo>
                          <a:pt x="2" y="6"/>
                        </a:lnTo>
                        <a:lnTo>
                          <a:pt x="0" y="5"/>
                        </a:lnTo>
                        <a:lnTo>
                          <a:pt x="0" y="0"/>
                        </a:lnTo>
                      </a:path>
                    </a:pathLst>
                  </a:custGeom>
                  <a:solidFill>
                    <a:srgbClr val="603000"/>
                  </a:solidFill>
                  <a:ln w="12700" cap="rnd">
                    <a:noFill/>
                    <a:round/>
                    <a:headEnd/>
                    <a:tailEnd/>
                  </a:ln>
                </p:spPr>
                <p:txBody>
                  <a:bodyPr/>
                  <a:lstStyle/>
                  <a:p>
                    <a:pPr algn="ctr"/>
                    <a:endParaRPr lang="pt-BR" sz="2400"/>
                  </a:p>
                </p:txBody>
              </p:sp>
              <p:sp>
                <p:nvSpPr>
                  <p:cNvPr id="601" name="Freeform 96"/>
                  <p:cNvSpPr>
                    <a:spLocks/>
                  </p:cNvSpPr>
                  <p:nvPr/>
                </p:nvSpPr>
                <p:spPr bwMode="auto">
                  <a:xfrm>
                    <a:off x="3216" y="2098"/>
                    <a:ext cx="7" cy="7"/>
                  </a:xfrm>
                  <a:custGeom>
                    <a:avLst/>
                    <a:gdLst>
                      <a:gd name="T0" fmla="*/ 0 w 7"/>
                      <a:gd name="T1" fmla="*/ 0 h 7"/>
                      <a:gd name="T2" fmla="*/ 1 w 7"/>
                      <a:gd name="T3" fmla="*/ 2 h 7"/>
                      <a:gd name="T4" fmla="*/ 4 w 7"/>
                      <a:gd name="T5" fmla="*/ 4 h 7"/>
                      <a:gd name="T6" fmla="*/ 6 w 7"/>
                      <a:gd name="T7" fmla="*/ 6 h 7"/>
                      <a:gd name="T8" fmla="*/ 2 w 7"/>
                      <a:gd name="T9" fmla="*/ 4 h 7"/>
                      <a:gd name="T10" fmla="*/ 1 w 7"/>
                      <a:gd name="T11" fmla="*/ 4 h 7"/>
                      <a:gd name="T12" fmla="*/ 0 w 7"/>
                      <a:gd name="T13" fmla="*/ 0 h 7"/>
                      <a:gd name="T14" fmla="*/ 0 60000 65536"/>
                      <a:gd name="T15" fmla="*/ 0 60000 65536"/>
                      <a:gd name="T16" fmla="*/ 0 60000 65536"/>
                      <a:gd name="T17" fmla="*/ 0 60000 65536"/>
                      <a:gd name="T18" fmla="*/ 0 60000 65536"/>
                      <a:gd name="T19" fmla="*/ 0 60000 65536"/>
                      <a:gd name="T20" fmla="*/ 0 60000 65536"/>
                      <a:gd name="T21" fmla="*/ 0 w 7"/>
                      <a:gd name="T22" fmla="*/ 0 h 7"/>
                      <a:gd name="T23" fmla="*/ 7 w 7"/>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7">
                        <a:moveTo>
                          <a:pt x="0" y="0"/>
                        </a:moveTo>
                        <a:lnTo>
                          <a:pt x="1" y="2"/>
                        </a:lnTo>
                        <a:lnTo>
                          <a:pt x="4" y="4"/>
                        </a:lnTo>
                        <a:lnTo>
                          <a:pt x="6" y="6"/>
                        </a:lnTo>
                        <a:lnTo>
                          <a:pt x="2" y="4"/>
                        </a:lnTo>
                        <a:lnTo>
                          <a:pt x="1" y="4"/>
                        </a:lnTo>
                        <a:lnTo>
                          <a:pt x="0" y="0"/>
                        </a:lnTo>
                      </a:path>
                    </a:pathLst>
                  </a:custGeom>
                  <a:solidFill>
                    <a:srgbClr val="603000"/>
                  </a:solidFill>
                  <a:ln w="12700" cap="rnd">
                    <a:noFill/>
                    <a:round/>
                    <a:headEnd/>
                    <a:tailEnd/>
                  </a:ln>
                </p:spPr>
                <p:txBody>
                  <a:bodyPr/>
                  <a:lstStyle/>
                  <a:p>
                    <a:pPr algn="ctr"/>
                    <a:endParaRPr lang="pt-BR" sz="2400"/>
                  </a:p>
                </p:txBody>
              </p:sp>
              <p:sp>
                <p:nvSpPr>
                  <p:cNvPr id="602" name="Freeform 97"/>
                  <p:cNvSpPr>
                    <a:spLocks/>
                  </p:cNvSpPr>
                  <p:nvPr/>
                </p:nvSpPr>
                <p:spPr bwMode="auto">
                  <a:xfrm>
                    <a:off x="3213" y="2100"/>
                    <a:ext cx="4" cy="6"/>
                  </a:xfrm>
                  <a:custGeom>
                    <a:avLst/>
                    <a:gdLst>
                      <a:gd name="T0" fmla="*/ 2 w 4"/>
                      <a:gd name="T1" fmla="*/ 0 h 6"/>
                      <a:gd name="T2" fmla="*/ 2 w 4"/>
                      <a:gd name="T3" fmla="*/ 2 h 6"/>
                      <a:gd name="T4" fmla="*/ 3 w 4"/>
                      <a:gd name="T5" fmla="*/ 5 h 6"/>
                      <a:gd name="T6" fmla="*/ 0 w 4"/>
                      <a:gd name="T7" fmla="*/ 3 h 6"/>
                      <a:gd name="T8" fmla="*/ 2 w 4"/>
                      <a:gd name="T9" fmla="*/ 0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2" y="0"/>
                        </a:moveTo>
                        <a:lnTo>
                          <a:pt x="2" y="2"/>
                        </a:lnTo>
                        <a:lnTo>
                          <a:pt x="3" y="5"/>
                        </a:lnTo>
                        <a:lnTo>
                          <a:pt x="0" y="3"/>
                        </a:lnTo>
                        <a:lnTo>
                          <a:pt x="2" y="0"/>
                        </a:lnTo>
                      </a:path>
                    </a:pathLst>
                  </a:custGeom>
                  <a:solidFill>
                    <a:srgbClr val="603000"/>
                  </a:solidFill>
                  <a:ln w="12700" cap="rnd">
                    <a:noFill/>
                    <a:round/>
                    <a:headEnd/>
                    <a:tailEnd/>
                  </a:ln>
                </p:spPr>
                <p:txBody>
                  <a:bodyPr/>
                  <a:lstStyle/>
                  <a:p>
                    <a:pPr algn="ctr"/>
                    <a:endParaRPr lang="pt-BR" sz="2400"/>
                  </a:p>
                </p:txBody>
              </p:sp>
              <p:sp>
                <p:nvSpPr>
                  <p:cNvPr id="603" name="Freeform 98"/>
                  <p:cNvSpPr>
                    <a:spLocks/>
                  </p:cNvSpPr>
                  <p:nvPr/>
                </p:nvSpPr>
                <p:spPr bwMode="auto">
                  <a:xfrm>
                    <a:off x="3210" y="2098"/>
                    <a:ext cx="4" cy="10"/>
                  </a:xfrm>
                  <a:custGeom>
                    <a:avLst/>
                    <a:gdLst>
                      <a:gd name="T0" fmla="*/ 3 w 4"/>
                      <a:gd name="T1" fmla="*/ 0 h 10"/>
                      <a:gd name="T2" fmla="*/ 1 w 4"/>
                      <a:gd name="T3" fmla="*/ 3 h 10"/>
                      <a:gd name="T4" fmla="*/ 1 w 4"/>
                      <a:gd name="T5" fmla="*/ 7 h 10"/>
                      <a:gd name="T6" fmla="*/ 1 w 4"/>
                      <a:gd name="T7" fmla="*/ 9 h 10"/>
                      <a:gd name="T8" fmla="*/ 0 w 4"/>
                      <a:gd name="T9" fmla="*/ 7 h 10"/>
                      <a:gd name="T10" fmla="*/ 0 w 4"/>
                      <a:gd name="T11" fmla="*/ 4 h 10"/>
                      <a:gd name="T12" fmla="*/ 1 w 4"/>
                      <a:gd name="T13" fmla="*/ 3 h 10"/>
                      <a:gd name="T14" fmla="*/ 3 w 4"/>
                      <a:gd name="T15" fmla="*/ 0 h 10"/>
                      <a:gd name="T16" fmla="*/ 0 60000 65536"/>
                      <a:gd name="T17" fmla="*/ 0 60000 65536"/>
                      <a:gd name="T18" fmla="*/ 0 60000 65536"/>
                      <a:gd name="T19" fmla="*/ 0 60000 65536"/>
                      <a:gd name="T20" fmla="*/ 0 60000 65536"/>
                      <a:gd name="T21" fmla="*/ 0 60000 65536"/>
                      <a:gd name="T22" fmla="*/ 0 60000 65536"/>
                      <a:gd name="T23" fmla="*/ 0 60000 65536"/>
                      <a:gd name="T24" fmla="*/ 0 w 4"/>
                      <a:gd name="T25" fmla="*/ 0 h 10"/>
                      <a:gd name="T26" fmla="*/ 4 w 4"/>
                      <a:gd name="T27" fmla="*/ 10 h 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 h="10">
                        <a:moveTo>
                          <a:pt x="3" y="0"/>
                        </a:moveTo>
                        <a:lnTo>
                          <a:pt x="1" y="3"/>
                        </a:lnTo>
                        <a:lnTo>
                          <a:pt x="1" y="7"/>
                        </a:lnTo>
                        <a:lnTo>
                          <a:pt x="1" y="9"/>
                        </a:lnTo>
                        <a:lnTo>
                          <a:pt x="0" y="7"/>
                        </a:lnTo>
                        <a:lnTo>
                          <a:pt x="0" y="4"/>
                        </a:lnTo>
                        <a:lnTo>
                          <a:pt x="1" y="3"/>
                        </a:lnTo>
                        <a:lnTo>
                          <a:pt x="3" y="0"/>
                        </a:lnTo>
                      </a:path>
                    </a:pathLst>
                  </a:custGeom>
                  <a:solidFill>
                    <a:srgbClr val="603000"/>
                  </a:solidFill>
                  <a:ln w="12700" cap="rnd">
                    <a:noFill/>
                    <a:round/>
                    <a:headEnd/>
                    <a:tailEnd/>
                  </a:ln>
                </p:spPr>
                <p:txBody>
                  <a:bodyPr/>
                  <a:lstStyle/>
                  <a:p>
                    <a:pPr algn="ctr"/>
                    <a:endParaRPr lang="pt-BR" sz="2400"/>
                  </a:p>
                </p:txBody>
              </p:sp>
              <p:sp>
                <p:nvSpPr>
                  <p:cNvPr id="604" name="Freeform 99"/>
                  <p:cNvSpPr>
                    <a:spLocks/>
                  </p:cNvSpPr>
                  <p:nvPr/>
                </p:nvSpPr>
                <p:spPr bwMode="auto">
                  <a:xfrm>
                    <a:off x="3162" y="2090"/>
                    <a:ext cx="7" cy="14"/>
                  </a:xfrm>
                  <a:custGeom>
                    <a:avLst/>
                    <a:gdLst>
                      <a:gd name="T0" fmla="*/ 5 w 7"/>
                      <a:gd name="T1" fmla="*/ 0 h 14"/>
                      <a:gd name="T2" fmla="*/ 5 w 7"/>
                      <a:gd name="T3" fmla="*/ 3 h 14"/>
                      <a:gd name="T4" fmla="*/ 4 w 7"/>
                      <a:gd name="T5" fmla="*/ 6 h 14"/>
                      <a:gd name="T6" fmla="*/ 3 w 7"/>
                      <a:gd name="T7" fmla="*/ 11 h 14"/>
                      <a:gd name="T8" fmla="*/ 0 w 7"/>
                      <a:gd name="T9" fmla="*/ 13 h 14"/>
                      <a:gd name="T10" fmla="*/ 3 w 7"/>
                      <a:gd name="T11" fmla="*/ 12 h 14"/>
                      <a:gd name="T12" fmla="*/ 6 w 7"/>
                      <a:gd name="T13" fmla="*/ 8 h 14"/>
                      <a:gd name="T14" fmla="*/ 6 w 7"/>
                      <a:gd name="T15" fmla="*/ 5 h 14"/>
                      <a:gd name="T16" fmla="*/ 5 w 7"/>
                      <a:gd name="T17" fmla="*/ 0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14"/>
                      <a:gd name="T29" fmla="*/ 7 w 7"/>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14">
                        <a:moveTo>
                          <a:pt x="5" y="0"/>
                        </a:moveTo>
                        <a:lnTo>
                          <a:pt x="5" y="3"/>
                        </a:lnTo>
                        <a:lnTo>
                          <a:pt x="4" y="6"/>
                        </a:lnTo>
                        <a:lnTo>
                          <a:pt x="3" y="11"/>
                        </a:lnTo>
                        <a:lnTo>
                          <a:pt x="0" y="13"/>
                        </a:lnTo>
                        <a:lnTo>
                          <a:pt x="3" y="12"/>
                        </a:lnTo>
                        <a:lnTo>
                          <a:pt x="6" y="8"/>
                        </a:lnTo>
                        <a:lnTo>
                          <a:pt x="6" y="5"/>
                        </a:lnTo>
                        <a:lnTo>
                          <a:pt x="5" y="0"/>
                        </a:lnTo>
                      </a:path>
                    </a:pathLst>
                  </a:custGeom>
                  <a:solidFill>
                    <a:srgbClr val="603000"/>
                  </a:solidFill>
                  <a:ln w="12700" cap="rnd">
                    <a:noFill/>
                    <a:round/>
                    <a:headEnd/>
                    <a:tailEnd/>
                  </a:ln>
                </p:spPr>
                <p:txBody>
                  <a:bodyPr/>
                  <a:lstStyle/>
                  <a:p>
                    <a:pPr algn="ctr"/>
                    <a:endParaRPr lang="pt-BR" sz="2400"/>
                  </a:p>
                </p:txBody>
              </p:sp>
              <p:sp>
                <p:nvSpPr>
                  <p:cNvPr id="605" name="Freeform 100"/>
                  <p:cNvSpPr>
                    <a:spLocks/>
                  </p:cNvSpPr>
                  <p:nvPr/>
                </p:nvSpPr>
                <p:spPr bwMode="auto">
                  <a:xfrm>
                    <a:off x="3166" y="2090"/>
                    <a:ext cx="6" cy="16"/>
                  </a:xfrm>
                  <a:custGeom>
                    <a:avLst/>
                    <a:gdLst>
                      <a:gd name="T0" fmla="*/ 3 w 6"/>
                      <a:gd name="T1" fmla="*/ 0 h 16"/>
                      <a:gd name="T2" fmla="*/ 4 w 6"/>
                      <a:gd name="T3" fmla="*/ 4 h 16"/>
                      <a:gd name="T4" fmla="*/ 3 w 6"/>
                      <a:gd name="T5" fmla="*/ 9 h 16"/>
                      <a:gd name="T6" fmla="*/ 2 w 6"/>
                      <a:gd name="T7" fmla="*/ 11 h 16"/>
                      <a:gd name="T8" fmla="*/ 0 w 6"/>
                      <a:gd name="T9" fmla="*/ 15 h 16"/>
                      <a:gd name="T10" fmla="*/ 4 w 6"/>
                      <a:gd name="T11" fmla="*/ 12 h 16"/>
                      <a:gd name="T12" fmla="*/ 5 w 6"/>
                      <a:gd name="T13" fmla="*/ 8 h 16"/>
                      <a:gd name="T14" fmla="*/ 5 w 6"/>
                      <a:gd name="T15" fmla="*/ 4 h 16"/>
                      <a:gd name="T16" fmla="*/ 3 w 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16"/>
                      <a:gd name="T29" fmla="*/ 6 w 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16">
                        <a:moveTo>
                          <a:pt x="3" y="0"/>
                        </a:moveTo>
                        <a:lnTo>
                          <a:pt x="4" y="4"/>
                        </a:lnTo>
                        <a:lnTo>
                          <a:pt x="3" y="9"/>
                        </a:lnTo>
                        <a:lnTo>
                          <a:pt x="2" y="11"/>
                        </a:lnTo>
                        <a:lnTo>
                          <a:pt x="0" y="15"/>
                        </a:lnTo>
                        <a:lnTo>
                          <a:pt x="4" y="12"/>
                        </a:lnTo>
                        <a:lnTo>
                          <a:pt x="5" y="8"/>
                        </a:lnTo>
                        <a:lnTo>
                          <a:pt x="5" y="4"/>
                        </a:lnTo>
                        <a:lnTo>
                          <a:pt x="3" y="0"/>
                        </a:lnTo>
                      </a:path>
                    </a:pathLst>
                  </a:custGeom>
                  <a:solidFill>
                    <a:srgbClr val="603000"/>
                  </a:solidFill>
                  <a:ln w="12700" cap="rnd">
                    <a:noFill/>
                    <a:round/>
                    <a:headEnd/>
                    <a:tailEnd/>
                  </a:ln>
                </p:spPr>
                <p:txBody>
                  <a:bodyPr/>
                  <a:lstStyle/>
                  <a:p>
                    <a:pPr algn="ctr"/>
                    <a:endParaRPr lang="pt-BR" sz="2400"/>
                  </a:p>
                </p:txBody>
              </p:sp>
              <p:sp>
                <p:nvSpPr>
                  <p:cNvPr id="606" name="Freeform 101"/>
                  <p:cNvSpPr>
                    <a:spLocks/>
                  </p:cNvSpPr>
                  <p:nvPr/>
                </p:nvSpPr>
                <p:spPr bwMode="auto">
                  <a:xfrm>
                    <a:off x="3170" y="2098"/>
                    <a:ext cx="3" cy="9"/>
                  </a:xfrm>
                  <a:custGeom>
                    <a:avLst/>
                    <a:gdLst>
                      <a:gd name="T0" fmla="*/ 0 w 3"/>
                      <a:gd name="T1" fmla="*/ 8 h 9"/>
                      <a:gd name="T2" fmla="*/ 1 w 3"/>
                      <a:gd name="T3" fmla="*/ 5 h 9"/>
                      <a:gd name="T4" fmla="*/ 2 w 3"/>
                      <a:gd name="T5" fmla="*/ 2 h 9"/>
                      <a:gd name="T6" fmla="*/ 2 w 3"/>
                      <a:gd name="T7" fmla="*/ 0 h 9"/>
                      <a:gd name="T8" fmla="*/ 2 w 3"/>
                      <a:gd name="T9" fmla="*/ 4 h 9"/>
                      <a:gd name="T10" fmla="*/ 2 w 3"/>
                      <a:gd name="T11" fmla="*/ 7 h 9"/>
                      <a:gd name="T12" fmla="*/ 0 w 3"/>
                      <a:gd name="T13" fmla="*/ 8 h 9"/>
                      <a:gd name="T14" fmla="*/ 0 60000 65536"/>
                      <a:gd name="T15" fmla="*/ 0 60000 65536"/>
                      <a:gd name="T16" fmla="*/ 0 60000 65536"/>
                      <a:gd name="T17" fmla="*/ 0 60000 65536"/>
                      <a:gd name="T18" fmla="*/ 0 60000 65536"/>
                      <a:gd name="T19" fmla="*/ 0 60000 65536"/>
                      <a:gd name="T20" fmla="*/ 0 60000 65536"/>
                      <a:gd name="T21" fmla="*/ 0 w 3"/>
                      <a:gd name="T22" fmla="*/ 0 h 9"/>
                      <a:gd name="T23" fmla="*/ 3 w 3"/>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 h="9">
                        <a:moveTo>
                          <a:pt x="0" y="8"/>
                        </a:moveTo>
                        <a:lnTo>
                          <a:pt x="1" y="5"/>
                        </a:lnTo>
                        <a:lnTo>
                          <a:pt x="2" y="2"/>
                        </a:lnTo>
                        <a:lnTo>
                          <a:pt x="2" y="0"/>
                        </a:lnTo>
                        <a:lnTo>
                          <a:pt x="2" y="4"/>
                        </a:lnTo>
                        <a:lnTo>
                          <a:pt x="2" y="7"/>
                        </a:lnTo>
                        <a:lnTo>
                          <a:pt x="0" y="8"/>
                        </a:lnTo>
                      </a:path>
                    </a:pathLst>
                  </a:custGeom>
                  <a:solidFill>
                    <a:srgbClr val="603000"/>
                  </a:solidFill>
                  <a:ln w="12700" cap="rnd">
                    <a:noFill/>
                    <a:round/>
                    <a:headEnd/>
                    <a:tailEnd/>
                  </a:ln>
                </p:spPr>
                <p:txBody>
                  <a:bodyPr/>
                  <a:lstStyle/>
                  <a:p>
                    <a:pPr algn="ctr"/>
                    <a:endParaRPr lang="pt-BR" sz="2400"/>
                  </a:p>
                </p:txBody>
              </p:sp>
              <p:sp>
                <p:nvSpPr>
                  <p:cNvPr id="607" name="Oval 102"/>
                  <p:cNvSpPr>
                    <a:spLocks noChangeArrowheads="1"/>
                  </p:cNvSpPr>
                  <p:nvPr/>
                </p:nvSpPr>
                <p:spPr bwMode="auto">
                  <a:xfrm>
                    <a:off x="3166" y="2090"/>
                    <a:ext cx="2" cy="1"/>
                  </a:xfrm>
                  <a:prstGeom prst="ellipse">
                    <a:avLst/>
                  </a:prstGeom>
                  <a:solidFill>
                    <a:srgbClr val="E00000"/>
                  </a:solidFill>
                  <a:ln w="12700">
                    <a:noFill/>
                    <a:round/>
                    <a:headEnd/>
                    <a:tailEnd/>
                  </a:ln>
                </p:spPr>
                <p:txBody>
                  <a:bodyPr wrap="none" anchor="ctr"/>
                  <a:lstStyle/>
                  <a:p>
                    <a:pPr algn="ctr"/>
                    <a:endParaRPr lang="pt-BR" sz="2400"/>
                  </a:p>
                </p:txBody>
              </p:sp>
              <p:sp>
                <p:nvSpPr>
                  <p:cNvPr id="608" name="Oval 103"/>
                  <p:cNvSpPr>
                    <a:spLocks noChangeArrowheads="1"/>
                  </p:cNvSpPr>
                  <p:nvPr/>
                </p:nvSpPr>
                <p:spPr bwMode="auto">
                  <a:xfrm>
                    <a:off x="3215" y="2092"/>
                    <a:ext cx="2" cy="0"/>
                  </a:xfrm>
                  <a:prstGeom prst="ellipse">
                    <a:avLst/>
                  </a:prstGeom>
                  <a:solidFill>
                    <a:srgbClr val="E00000"/>
                  </a:solidFill>
                  <a:ln w="12700">
                    <a:noFill/>
                    <a:round/>
                    <a:headEnd/>
                    <a:tailEnd/>
                  </a:ln>
                </p:spPr>
                <p:txBody>
                  <a:bodyPr wrap="none" anchor="ctr"/>
                  <a:lstStyle/>
                  <a:p>
                    <a:pPr algn="ctr"/>
                    <a:endParaRPr lang="pt-BR" sz="2400"/>
                  </a:p>
                </p:txBody>
              </p:sp>
            </p:grpSp>
            <p:grpSp>
              <p:nvGrpSpPr>
                <p:cNvPr id="558" name="Group 104"/>
                <p:cNvGrpSpPr>
                  <a:grpSpLocks/>
                </p:cNvGrpSpPr>
                <p:nvPr/>
              </p:nvGrpSpPr>
              <p:grpSpPr bwMode="auto">
                <a:xfrm>
                  <a:off x="3184" y="2234"/>
                  <a:ext cx="81" cy="54"/>
                  <a:chOff x="3184" y="2234"/>
                  <a:chExt cx="81" cy="54"/>
                </a:xfrm>
              </p:grpSpPr>
              <p:sp>
                <p:nvSpPr>
                  <p:cNvPr id="578" name="Freeform 105"/>
                  <p:cNvSpPr>
                    <a:spLocks/>
                  </p:cNvSpPr>
                  <p:nvPr/>
                </p:nvSpPr>
                <p:spPr bwMode="auto">
                  <a:xfrm>
                    <a:off x="3184" y="2234"/>
                    <a:ext cx="81" cy="54"/>
                  </a:xfrm>
                  <a:custGeom>
                    <a:avLst/>
                    <a:gdLst>
                      <a:gd name="T0" fmla="*/ 70 w 81"/>
                      <a:gd name="T1" fmla="*/ 0 h 54"/>
                      <a:gd name="T2" fmla="*/ 44 w 81"/>
                      <a:gd name="T3" fmla="*/ 9 h 54"/>
                      <a:gd name="T4" fmla="*/ 38 w 81"/>
                      <a:gd name="T5" fmla="*/ 11 h 54"/>
                      <a:gd name="T6" fmla="*/ 34 w 81"/>
                      <a:gd name="T7" fmla="*/ 12 h 54"/>
                      <a:gd name="T8" fmla="*/ 29 w 81"/>
                      <a:gd name="T9" fmla="*/ 14 h 54"/>
                      <a:gd name="T10" fmla="*/ 19 w 81"/>
                      <a:gd name="T11" fmla="*/ 16 h 54"/>
                      <a:gd name="T12" fmla="*/ 15 w 81"/>
                      <a:gd name="T13" fmla="*/ 17 h 54"/>
                      <a:gd name="T14" fmla="*/ 9 w 81"/>
                      <a:gd name="T15" fmla="*/ 21 h 54"/>
                      <a:gd name="T16" fmla="*/ 7 w 81"/>
                      <a:gd name="T17" fmla="*/ 23 h 54"/>
                      <a:gd name="T18" fmla="*/ 6 w 81"/>
                      <a:gd name="T19" fmla="*/ 25 h 54"/>
                      <a:gd name="T20" fmla="*/ 5 w 81"/>
                      <a:gd name="T21" fmla="*/ 27 h 54"/>
                      <a:gd name="T22" fmla="*/ 3 w 81"/>
                      <a:gd name="T23" fmla="*/ 34 h 54"/>
                      <a:gd name="T24" fmla="*/ 2 w 81"/>
                      <a:gd name="T25" fmla="*/ 37 h 54"/>
                      <a:gd name="T26" fmla="*/ 1 w 81"/>
                      <a:gd name="T27" fmla="*/ 43 h 54"/>
                      <a:gd name="T28" fmla="*/ 0 w 81"/>
                      <a:gd name="T29" fmla="*/ 49 h 54"/>
                      <a:gd name="T30" fmla="*/ 1 w 81"/>
                      <a:gd name="T31" fmla="*/ 53 h 54"/>
                      <a:gd name="T32" fmla="*/ 3 w 81"/>
                      <a:gd name="T33" fmla="*/ 50 h 54"/>
                      <a:gd name="T34" fmla="*/ 5 w 81"/>
                      <a:gd name="T35" fmla="*/ 48 h 54"/>
                      <a:gd name="T36" fmla="*/ 5 w 81"/>
                      <a:gd name="T37" fmla="*/ 44 h 54"/>
                      <a:gd name="T38" fmla="*/ 9 w 81"/>
                      <a:gd name="T39" fmla="*/ 39 h 54"/>
                      <a:gd name="T40" fmla="*/ 9 w 81"/>
                      <a:gd name="T41" fmla="*/ 42 h 54"/>
                      <a:gd name="T42" fmla="*/ 14 w 81"/>
                      <a:gd name="T43" fmla="*/ 47 h 54"/>
                      <a:gd name="T44" fmla="*/ 16 w 81"/>
                      <a:gd name="T45" fmla="*/ 48 h 54"/>
                      <a:gd name="T46" fmla="*/ 18 w 81"/>
                      <a:gd name="T47" fmla="*/ 48 h 54"/>
                      <a:gd name="T48" fmla="*/ 20 w 81"/>
                      <a:gd name="T49" fmla="*/ 48 h 54"/>
                      <a:gd name="T50" fmla="*/ 21 w 81"/>
                      <a:gd name="T51" fmla="*/ 47 h 54"/>
                      <a:gd name="T52" fmla="*/ 23 w 81"/>
                      <a:gd name="T53" fmla="*/ 47 h 54"/>
                      <a:gd name="T54" fmla="*/ 24 w 81"/>
                      <a:gd name="T55" fmla="*/ 45 h 54"/>
                      <a:gd name="T56" fmla="*/ 28 w 81"/>
                      <a:gd name="T57" fmla="*/ 43 h 54"/>
                      <a:gd name="T58" fmla="*/ 27 w 81"/>
                      <a:gd name="T59" fmla="*/ 42 h 54"/>
                      <a:gd name="T60" fmla="*/ 25 w 81"/>
                      <a:gd name="T61" fmla="*/ 41 h 54"/>
                      <a:gd name="T62" fmla="*/ 26 w 81"/>
                      <a:gd name="T63" fmla="*/ 35 h 54"/>
                      <a:gd name="T64" fmla="*/ 30 w 81"/>
                      <a:gd name="T65" fmla="*/ 33 h 54"/>
                      <a:gd name="T66" fmla="*/ 33 w 81"/>
                      <a:gd name="T67" fmla="*/ 31 h 54"/>
                      <a:gd name="T68" fmla="*/ 35 w 81"/>
                      <a:gd name="T69" fmla="*/ 27 h 54"/>
                      <a:gd name="T70" fmla="*/ 37 w 81"/>
                      <a:gd name="T71" fmla="*/ 25 h 54"/>
                      <a:gd name="T72" fmla="*/ 38 w 81"/>
                      <a:gd name="T73" fmla="*/ 23 h 54"/>
                      <a:gd name="T74" fmla="*/ 41 w 81"/>
                      <a:gd name="T75" fmla="*/ 22 h 54"/>
                      <a:gd name="T76" fmla="*/ 44 w 81"/>
                      <a:gd name="T77" fmla="*/ 22 h 54"/>
                      <a:gd name="T78" fmla="*/ 47 w 81"/>
                      <a:gd name="T79" fmla="*/ 21 h 54"/>
                      <a:gd name="T80" fmla="*/ 77 w 81"/>
                      <a:gd name="T81" fmla="*/ 17 h 54"/>
                      <a:gd name="T82" fmla="*/ 79 w 81"/>
                      <a:gd name="T83" fmla="*/ 16 h 54"/>
                      <a:gd name="T84" fmla="*/ 80 w 81"/>
                      <a:gd name="T85" fmla="*/ 14 h 54"/>
                      <a:gd name="T86" fmla="*/ 79 w 81"/>
                      <a:gd name="T87" fmla="*/ 10 h 54"/>
                      <a:gd name="T88" fmla="*/ 79 w 81"/>
                      <a:gd name="T89" fmla="*/ 8 h 54"/>
                      <a:gd name="T90" fmla="*/ 77 w 81"/>
                      <a:gd name="T91" fmla="*/ 5 h 54"/>
                      <a:gd name="T92" fmla="*/ 75 w 81"/>
                      <a:gd name="T93" fmla="*/ 3 h 54"/>
                      <a:gd name="T94" fmla="*/ 73 w 81"/>
                      <a:gd name="T95" fmla="*/ 1 h 54"/>
                      <a:gd name="T96" fmla="*/ 70 w 81"/>
                      <a:gd name="T97" fmla="*/ 0 h 5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81"/>
                      <a:gd name="T148" fmla="*/ 0 h 54"/>
                      <a:gd name="T149" fmla="*/ 81 w 81"/>
                      <a:gd name="T150" fmla="*/ 54 h 5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81" h="54">
                        <a:moveTo>
                          <a:pt x="70" y="0"/>
                        </a:moveTo>
                        <a:lnTo>
                          <a:pt x="44" y="9"/>
                        </a:lnTo>
                        <a:lnTo>
                          <a:pt x="38" y="11"/>
                        </a:lnTo>
                        <a:lnTo>
                          <a:pt x="34" y="12"/>
                        </a:lnTo>
                        <a:lnTo>
                          <a:pt x="29" y="14"/>
                        </a:lnTo>
                        <a:lnTo>
                          <a:pt x="19" y="16"/>
                        </a:lnTo>
                        <a:lnTo>
                          <a:pt x="15" y="17"/>
                        </a:lnTo>
                        <a:lnTo>
                          <a:pt x="9" y="21"/>
                        </a:lnTo>
                        <a:lnTo>
                          <a:pt x="7" y="23"/>
                        </a:lnTo>
                        <a:lnTo>
                          <a:pt x="6" y="25"/>
                        </a:lnTo>
                        <a:lnTo>
                          <a:pt x="5" y="27"/>
                        </a:lnTo>
                        <a:lnTo>
                          <a:pt x="3" y="34"/>
                        </a:lnTo>
                        <a:lnTo>
                          <a:pt x="2" y="37"/>
                        </a:lnTo>
                        <a:lnTo>
                          <a:pt x="1" y="43"/>
                        </a:lnTo>
                        <a:lnTo>
                          <a:pt x="0" y="49"/>
                        </a:lnTo>
                        <a:lnTo>
                          <a:pt x="1" y="53"/>
                        </a:lnTo>
                        <a:lnTo>
                          <a:pt x="3" y="50"/>
                        </a:lnTo>
                        <a:lnTo>
                          <a:pt x="5" y="48"/>
                        </a:lnTo>
                        <a:lnTo>
                          <a:pt x="5" y="44"/>
                        </a:lnTo>
                        <a:lnTo>
                          <a:pt x="9" y="39"/>
                        </a:lnTo>
                        <a:lnTo>
                          <a:pt x="9" y="42"/>
                        </a:lnTo>
                        <a:lnTo>
                          <a:pt x="14" y="47"/>
                        </a:lnTo>
                        <a:lnTo>
                          <a:pt x="16" y="48"/>
                        </a:lnTo>
                        <a:lnTo>
                          <a:pt x="18" y="48"/>
                        </a:lnTo>
                        <a:lnTo>
                          <a:pt x="20" y="48"/>
                        </a:lnTo>
                        <a:lnTo>
                          <a:pt x="21" y="47"/>
                        </a:lnTo>
                        <a:lnTo>
                          <a:pt x="23" y="47"/>
                        </a:lnTo>
                        <a:lnTo>
                          <a:pt x="24" y="45"/>
                        </a:lnTo>
                        <a:lnTo>
                          <a:pt x="28" y="43"/>
                        </a:lnTo>
                        <a:lnTo>
                          <a:pt x="27" y="42"/>
                        </a:lnTo>
                        <a:lnTo>
                          <a:pt x="25" y="41"/>
                        </a:lnTo>
                        <a:lnTo>
                          <a:pt x="26" y="35"/>
                        </a:lnTo>
                        <a:lnTo>
                          <a:pt x="30" y="33"/>
                        </a:lnTo>
                        <a:lnTo>
                          <a:pt x="33" y="31"/>
                        </a:lnTo>
                        <a:lnTo>
                          <a:pt x="35" y="27"/>
                        </a:lnTo>
                        <a:lnTo>
                          <a:pt x="37" y="25"/>
                        </a:lnTo>
                        <a:lnTo>
                          <a:pt x="38" y="23"/>
                        </a:lnTo>
                        <a:lnTo>
                          <a:pt x="41" y="22"/>
                        </a:lnTo>
                        <a:lnTo>
                          <a:pt x="44" y="22"/>
                        </a:lnTo>
                        <a:lnTo>
                          <a:pt x="47" y="21"/>
                        </a:lnTo>
                        <a:lnTo>
                          <a:pt x="77" y="17"/>
                        </a:lnTo>
                        <a:lnTo>
                          <a:pt x="79" y="16"/>
                        </a:lnTo>
                        <a:lnTo>
                          <a:pt x="80" y="14"/>
                        </a:lnTo>
                        <a:lnTo>
                          <a:pt x="79" y="10"/>
                        </a:lnTo>
                        <a:lnTo>
                          <a:pt x="79" y="8"/>
                        </a:lnTo>
                        <a:lnTo>
                          <a:pt x="77" y="5"/>
                        </a:lnTo>
                        <a:lnTo>
                          <a:pt x="75" y="3"/>
                        </a:lnTo>
                        <a:lnTo>
                          <a:pt x="73" y="1"/>
                        </a:lnTo>
                        <a:lnTo>
                          <a:pt x="70" y="0"/>
                        </a:lnTo>
                      </a:path>
                    </a:pathLst>
                  </a:custGeom>
                  <a:solidFill>
                    <a:srgbClr val="FFC080"/>
                  </a:solidFill>
                  <a:ln w="12700" cap="rnd">
                    <a:noFill/>
                    <a:round/>
                    <a:headEnd/>
                    <a:tailEnd/>
                  </a:ln>
                </p:spPr>
                <p:txBody>
                  <a:bodyPr/>
                  <a:lstStyle/>
                  <a:p>
                    <a:pPr algn="ctr"/>
                    <a:endParaRPr lang="pt-BR" sz="2400"/>
                  </a:p>
                </p:txBody>
              </p:sp>
              <p:sp>
                <p:nvSpPr>
                  <p:cNvPr id="579" name="Freeform 106"/>
                  <p:cNvSpPr>
                    <a:spLocks/>
                  </p:cNvSpPr>
                  <p:nvPr/>
                </p:nvSpPr>
                <p:spPr bwMode="auto">
                  <a:xfrm>
                    <a:off x="3193" y="2261"/>
                    <a:ext cx="2" cy="10"/>
                  </a:xfrm>
                  <a:custGeom>
                    <a:avLst/>
                    <a:gdLst>
                      <a:gd name="T0" fmla="*/ 0 w 2"/>
                      <a:gd name="T1" fmla="*/ 0 h 10"/>
                      <a:gd name="T2" fmla="*/ 1 w 2"/>
                      <a:gd name="T3" fmla="*/ 2 h 10"/>
                      <a:gd name="T4" fmla="*/ 0 w 2"/>
                      <a:gd name="T5" fmla="*/ 4 h 10"/>
                      <a:gd name="T6" fmla="*/ 0 w 2"/>
                      <a:gd name="T7" fmla="*/ 9 h 10"/>
                      <a:gd name="T8" fmla="*/ 0 w 2"/>
                      <a:gd name="T9" fmla="*/ 4 h 10"/>
                      <a:gd name="T10" fmla="*/ 0 w 2"/>
                      <a:gd name="T11" fmla="*/ 0 h 10"/>
                      <a:gd name="T12" fmla="*/ 0 60000 65536"/>
                      <a:gd name="T13" fmla="*/ 0 60000 65536"/>
                      <a:gd name="T14" fmla="*/ 0 60000 65536"/>
                      <a:gd name="T15" fmla="*/ 0 60000 65536"/>
                      <a:gd name="T16" fmla="*/ 0 60000 65536"/>
                      <a:gd name="T17" fmla="*/ 0 60000 65536"/>
                      <a:gd name="T18" fmla="*/ 0 w 2"/>
                      <a:gd name="T19" fmla="*/ 0 h 10"/>
                      <a:gd name="T20" fmla="*/ 2 w 2"/>
                      <a:gd name="T21" fmla="*/ 10 h 10"/>
                    </a:gdLst>
                    <a:ahLst/>
                    <a:cxnLst>
                      <a:cxn ang="T12">
                        <a:pos x="T0" y="T1"/>
                      </a:cxn>
                      <a:cxn ang="T13">
                        <a:pos x="T2" y="T3"/>
                      </a:cxn>
                      <a:cxn ang="T14">
                        <a:pos x="T4" y="T5"/>
                      </a:cxn>
                      <a:cxn ang="T15">
                        <a:pos x="T6" y="T7"/>
                      </a:cxn>
                      <a:cxn ang="T16">
                        <a:pos x="T8" y="T9"/>
                      </a:cxn>
                      <a:cxn ang="T17">
                        <a:pos x="T10" y="T11"/>
                      </a:cxn>
                    </a:cxnLst>
                    <a:rect l="T18" t="T19" r="T20" b="T21"/>
                    <a:pathLst>
                      <a:path w="2" h="10">
                        <a:moveTo>
                          <a:pt x="0" y="0"/>
                        </a:moveTo>
                        <a:lnTo>
                          <a:pt x="1" y="2"/>
                        </a:lnTo>
                        <a:lnTo>
                          <a:pt x="0" y="4"/>
                        </a:lnTo>
                        <a:lnTo>
                          <a:pt x="0" y="9"/>
                        </a:lnTo>
                        <a:lnTo>
                          <a:pt x="0" y="4"/>
                        </a:lnTo>
                        <a:lnTo>
                          <a:pt x="0" y="0"/>
                        </a:lnTo>
                      </a:path>
                    </a:pathLst>
                  </a:custGeom>
                  <a:solidFill>
                    <a:srgbClr val="402000"/>
                  </a:solidFill>
                  <a:ln w="12700" cap="rnd">
                    <a:noFill/>
                    <a:round/>
                    <a:headEnd/>
                    <a:tailEnd/>
                  </a:ln>
                </p:spPr>
                <p:txBody>
                  <a:bodyPr/>
                  <a:lstStyle/>
                  <a:p>
                    <a:pPr algn="ctr"/>
                    <a:endParaRPr lang="pt-BR" sz="2400"/>
                  </a:p>
                </p:txBody>
              </p:sp>
              <p:sp>
                <p:nvSpPr>
                  <p:cNvPr id="580" name="Freeform 107"/>
                  <p:cNvSpPr>
                    <a:spLocks/>
                  </p:cNvSpPr>
                  <p:nvPr/>
                </p:nvSpPr>
                <p:spPr bwMode="auto">
                  <a:xfrm>
                    <a:off x="3198" y="2263"/>
                    <a:ext cx="2" cy="12"/>
                  </a:xfrm>
                  <a:custGeom>
                    <a:avLst/>
                    <a:gdLst>
                      <a:gd name="T0" fmla="*/ 0 w 2"/>
                      <a:gd name="T1" fmla="*/ 0 h 12"/>
                      <a:gd name="T2" fmla="*/ 1 w 2"/>
                      <a:gd name="T3" fmla="*/ 2 h 12"/>
                      <a:gd name="T4" fmla="*/ 1 w 2"/>
                      <a:gd name="T5" fmla="*/ 5 h 12"/>
                      <a:gd name="T6" fmla="*/ 0 w 2"/>
                      <a:gd name="T7" fmla="*/ 11 h 12"/>
                      <a:gd name="T8" fmla="*/ 0 w 2"/>
                      <a:gd name="T9" fmla="*/ 7 h 12"/>
                      <a:gd name="T10" fmla="*/ 0 w 2"/>
                      <a:gd name="T11" fmla="*/ 4 h 12"/>
                      <a:gd name="T12" fmla="*/ 0 w 2"/>
                      <a:gd name="T13" fmla="*/ 0 h 12"/>
                      <a:gd name="T14" fmla="*/ 0 60000 65536"/>
                      <a:gd name="T15" fmla="*/ 0 60000 65536"/>
                      <a:gd name="T16" fmla="*/ 0 60000 65536"/>
                      <a:gd name="T17" fmla="*/ 0 60000 65536"/>
                      <a:gd name="T18" fmla="*/ 0 60000 65536"/>
                      <a:gd name="T19" fmla="*/ 0 60000 65536"/>
                      <a:gd name="T20" fmla="*/ 0 60000 65536"/>
                      <a:gd name="T21" fmla="*/ 0 w 2"/>
                      <a:gd name="T22" fmla="*/ 0 h 12"/>
                      <a:gd name="T23" fmla="*/ 2 w 2"/>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 h="12">
                        <a:moveTo>
                          <a:pt x="0" y="0"/>
                        </a:moveTo>
                        <a:lnTo>
                          <a:pt x="1" y="2"/>
                        </a:lnTo>
                        <a:lnTo>
                          <a:pt x="1" y="5"/>
                        </a:lnTo>
                        <a:lnTo>
                          <a:pt x="0" y="11"/>
                        </a:lnTo>
                        <a:lnTo>
                          <a:pt x="0" y="7"/>
                        </a:lnTo>
                        <a:lnTo>
                          <a:pt x="0" y="4"/>
                        </a:lnTo>
                        <a:lnTo>
                          <a:pt x="0" y="0"/>
                        </a:lnTo>
                      </a:path>
                    </a:pathLst>
                  </a:custGeom>
                  <a:solidFill>
                    <a:srgbClr val="402000"/>
                  </a:solidFill>
                  <a:ln w="12700" cap="rnd">
                    <a:noFill/>
                    <a:round/>
                    <a:headEnd/>
                    <a:tailEnd/>
                  </a:ln>
                </p:spPr>
                <p:txBody>
                  <a:bodyPr/>
                  <a:lstStyle/>
                  <a:p>
                    <a:pPr algn="ctr"/>
                    <a:endParaRPr lang="pt-BR" sz="2400"/>
                  </a:p>
                </p:txBody>
              </p:sp>
              <p:sp>
                <p:nvSpPr>
                  <p:cNvPr id="581" name="Freeform 108"/>
                  <p:cNvSpPr>
                    <a:spLocks/>
                  </p:cNvSpPr>
                  <p:nvPr/>
                </p:nvSpPr>
                <p:spPr bwMode="auto">
                  <a:xfrm>
                    <a:off x="3203" y="2267"/>
                    <a:ext cx="3" cy="8"/>
                  </a:xfrm>
                  <a:custGeom>
                    <a:avLst/>
                    <a:gdLst>
                      <a:gd name="T0" fmla="*/ 0 w 3"/>
                      <a:gd name="T1" fmla="*/ 0 h 8"/>
                      <a:gd name="T2" fmla="*/ 2 w 3"/>
                      <a:gd name="T3" fmla="*/ 1 h 8"/>
                      <a:gd name="T4" fmla="*/ 1 w 3"/>
                      <a:gd name="T5" fmla="*/ 4 h 8"/>
                      <a:gd name="T6" fmla="*/ 1 w 3"/>
                      <a:gd name="T7" fmla="*/ 7 h 8"/>
                      <a:gd name="T8" fmla="*/ 0 w 3"/>
                      <a:gd name="T9" fmla="*/ 5 h 8"/>
                      <a:gd name="T10" fmla="*/ 0 w 3"/>
                      <a:gd name="T11" fmla="*/ 2 h 8"/>
                      <a:gd name="T12" fmla="*/ 0 w 3"/>
                      <a:gd name="T13" fmla="*/ 0 h 8"/>
                      <a:gd name="T14" fmla="*/ 0 60000 65536"/>
                      <a:gd name="T15" fmla="*/ 0 60000 65536"/>
                      <a:gd name="T16" fmla="*/ 0 60000 65536"/>
                      <a:gd name="T17" fmla="*/ 0 60000 65536"/>
                      <a:gd name="T18" fmla="*/ 0 60000 65536"/>
                      <a:gd name="T19" fmla="*/ 0 60000 65536"/>
                      <a:gd name="T20" fmla="*/ 0 60000 65536"/>
                      <a:gd name="T21" fmla="*/ 0 w 3"/>
                      <a:gd name="T22" fmla="*/ 0 h 8"/>
                      <a:gd name="T23" fmla="*/ 3 w 3"/>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 h="8">
                        <a:moveTo>
                          <a:pt x="0" y="0"/>
                        </a:moveTo>
                        <a:lnTo>
                          <a:pt x="2" y="1"/>
                        </a:lnTo>
                        <a:lnTo>
                          <a:pt x="1" y="4"/>
                        </a:lnTo>
                        <a:lnTo>
                          <a:pt x="1" y="7"/>
                        </a:lnTo>
                        <a:lnTo>
                          <a:pt x="0" y="5"/>
                        </a:lnTo>
                        <a:lnTo>
                          <a:pt x="0" y="2"/>
                        </a:lnTo>
                        <a:lnTo>
                          <a:pt x="0" y="0"/>
                        </a:lnTo>
                      </a:path>
                    </a:pathLst>
                  </a:custGeom>
                  <a:solidFill>
                    <a:srgbClr val="402000"/>
                  </a:solidFill>
                  <a:ln w="12700" cap="rnd">
                    <a:noFill/>
                    <a:round/>
                    <a:headEnd/>
                    <a:tailEnd/>
                  </a:ln>
                </p:spPr>
                <p:txBody>
                  <a:bodyPr/>
                  <a:lstStyle/>
                  <a:p>
                    <a:pPr algn="ctr"/>
                    <a:endParaRPr lang="pt-BR" sz="2400"/>
                  </a:p>
                </p:txBody>
              </p:sp>
              <p:sp>
                <p:nvSpPr>
                  <p:cNvPr id="582" name="Freeform 109"/>
                  <p:cNvSpPr>
                    <a:spLocks/>
                  </p:cNvSpPr>
                  <p:nvPr/>
                </p:nvSpPr>
                <p:spPr bwMode="auto">
                  <a:xfrm>
                    <a:off x="3198" y="2276"/>
                    <a:ext cx="4" cy="5"/>
                  </a:xfrm>
                  <a:custGeom>
                    <a:avLst/>
                    <a:gdLst>
                      <a:gd name="T0" fmla="*/ 0 w 4"/>
                      <a:gd name="T1" fmla="*/ 0 h 5"/>
                      <a:gd name="T2" fmla="*/ 3 w 4"/>
                      <a:gd name="T3" fmla="*/ 4 h 5"/>
                      <a:gd name="T4" fmla="*/ 0 w 4"/>
                      <a:gd name="T5" fmla="*/ 2 h 5"/>
                      <a:gd name="T6" fmla="*/ 0 w 4"/>
                      <a:gd name="T7" fmla="*/ 0 h 5"/>
                      <a:gd name="T8" fmla="*/ 0 60000 65536"/>
                      <a:gd name="T9" fmla="*/ 0 60000 65536"/>
                      <a:gd name="T10" fmla="*/ 0 60000 65536"/>
                      <a:gd name="T11" fmla="*/ 0 60000 65536"/>
                      <a:gd name="T12" fmla="*/ 0 w 4"/>
                      <a:gd name="T13" fmla="*/ 0 h 5"/>
                      <a:gd name="T14" fmla="*/ 4 w 4"/>
                      <a:gd name="T15" fmla="*/ 5 h 5"/>
                    </a:gdLst>
                    <a:ahLst/>
                    <a:cxnLst>
                      <a:cxn ang="T8">
                        <a:pos x="T0" y="T1"/>
                      </a:cxn>
                      <a:cxn ang="T9">
                        <a:pos x="T2" y="T3"/>
                      </a:cxn>
                      <a:cxn ang="T10">
                        <a:pos x="T4" y="T5"/>
                      </a:cxn>
                      <a:cxn ang="T11">
                        <a:pos x="T6" y="T7"/>
                      </a:cxn>
                    </a:cxnLst>
                    <a:rect l="T12" t="T13" r="T14" b="T15"/>
                    <a:pathLst>
                      <a:path w="4" h="5">
                        <a:moveTo>
                          <a:pt x="0" y="0"/>
                        </a:moveTo>
                        <a:lnTo>
                          <a:pt x="3" y="4"/>
                        </a:lnTo>
                        <a:lnTo>
                          <a:pt x="0" y="2"/>
                        </a:lnTo>
                        <a:lnTo>
                          <a:pt x="0" y="0"/>
                        </a:lnTo>
                      </a:path>
                    </a:pathLst>
                  </a:custGeom>
                  <a:solidFill>
                    <a:srgbClr val="402000"/>
                  </a:solidFill>
                  <a:ln w="12700" cap="rnd">
                    <a:noFill/>
                    <a:round/>
                    <a:headEnd/>
                    <a:tailEnd/>
                  </a:ln>
                </p:spPr>
                <p:txBody>
                  <a:bodyPr/>
                  <a:lstStyle/>
                  <a:p>
                    <a:pPr algn="ctr"/>
                    <a:endParaRPr lang="pt-BR" sz="2400"/>
                  </a:p>
                </p:txBody>
              </p:sp>
              <p:sp>
                <p:nvSpPr>
                  <p:cNvPr id="583" name="Freeform 110"/>
                  <p:cNvSpPr>
                    <a:spLocks/>
                  </p:cNvSpPr>
                  <p:nvPr/>
                </p:nvSpPr>
                <p:spPr bwMode="auto">
                  <a:xfrm>
                    <a:off x="3205" y="2275"/>
                    <a:ext cx="2" cy="3"/>
                  </a:xfrm>
                  <a:custGeom>
                    <a:avLst/>
                    <a:gdLst>
                      <a:gd name="T0" fmla="*/ 0 w 2"/>
                      <a:gd name="T1" fmla="*/ 0 h 3"/>
                      <a:gd name="T2" fmla="*/ 1 w 2"/>
                      <a:gd name="T3" fmla="*/ 2 h 3"/>
                      <a:gd name="T4" fmla="*/ 0 w 2"/>
                      <a:gd name="T5" fmla="*/ 2 h 3"/>
                      <a:gd name="T6" fmla="*/ 0 w 2"/>
                      <a:gd name="T7" fmla="*/ 0 h 3"/>
                      <a:gd name="T8" fmla="*/ 0 60000 65536"/>
                      <a:gd name="T9" fmla="*/ 0 60000 65536"/>
                      <a:gd name="T10" fmla="*/ 0 60000 65536"/>
                      <a:gd name="T11" fmla="*/ 0 60000 65536"/>
                      <a:gd name="T12" fmla="*/ 0 w 2"/>
                      <a:gd name="T13" fmla="*/ 0 h 3"/>
                      <a:gd name="T14" fmla="*/ 2 w 2"/>
                      <a:gd name="T15" fmla="*/ 3 h 3"/>
                    </a:gdLst>
                    <a:ahLst/>
                    <a:cxnLst>
                      <a:cxn ang="T8">
                        <a:pos x="T0" y="T1"/>
                      </a:cxn>
                      <a:cxn ang="T9">
                        <a:pos x="T2" y="T3"/>
                      </a:cxn>
                      <a:cxn ang="T10">
                        <a:pos x="T4" y="T5"/>
                      </a:cxn>
                      <a:cxn ang="T11">
                        <a:pos x="T6" y="T7"/>
                      </a:cxn>
                    </a:cxnLst>
                    <a:rect l="T12" t="T13" r="T14" b="T15"/>
                    <a:pathLst>
                      <a:path w="2" h="3">
                        <a:moveTo>
                          <a:pt x="0" y="0"/>
                        </a:moveTo>
                        <a:lnTo>
                          <a:pt x="1" y="2"/>
                        </a:lnTo>
                        <a:lnTo>
                          <a:pt x="0" y="2"/>
                        </a:lnTo>
                        <a:lnTo>
                          <a:pt x="0" y="0"/>
                        </a:lnTo>
                      </a:path>
                    </a:pathLst>
                  </a:custGeom>
                  <a:solidFill>
                    <a:srgbClr val="402000"/>
                  </a:solidFill>
                  <a:ln w="12700" cap="rnd">
                    <a:noFill/>
                    <a:round/>
                    <a:headEnd/>
                    <a:tailEnd/>
                  </a:ln>
                </p:spPr>
                <p:txBody>
                  <a:bodyPr/>
                  <a:lstStyle/>
                  <a:p>
                    <a:pPr algn="ctr"/>
                    <a:endParaRPr lang="pt-BR" sz="2400"/>
                  </a:p>
                </p:txBody>
              </p:sp>
            </p:grpSp>
            <p:sp>
              <p:nvSpPr>
                <p:cNvPr id="559" name="Freeform 111"/>
                <p:cNvSpPr>
                  <a:spLocks/>
                </p:cNvSpPr>
                <p:nvPr/>
              </p:nvSpPr>
              <p:spPr bwMode="auto">
                <a:xfrm>
                  <a:off x="3194" y="2114"/>
                  <a:ext cx="104" cy="141"/>
                </a:xfrm>
                <a:custGeom>
                  <a:avLst/>
                  <a:gdLst>
                    <a:gd name="T0" fmla="*/ 1 w 104"/>
                    <a:gd name="T1" fmla="*/ 130 h 141"/>
                    <a:gd name="T2" fmla="*/ 24 w 104"/>
                    <a:gd name="T3" fmla="*/ 129 h 141"/>
                    <a:gd name="T4" fmla="*/ 43 w 104"/>
                    <a:gd name="T5" fmla="*/ 124 h 141"/>
                    <a:gd name="T6" fmla="*/ 44 w 104"/>
                    <a:gd name="T7" fmla="*/ 114 h 141"/>
                    <a:gd name="T8" fmla="*/ 51 w 104"/>
                    <a:gd name="T9" fmla="*/ 113 h 141"/>
                    <a:gd name="T10" fmla="*/ 55 w 104"/>
                    <a:gd name="T11" fmla="*/ 104 h 141"/>
                    <a:gd name="T12" fmla="*/ 58 w 104"/>
                    <a:gd name="T13" fmla="*/ 96 h 141"/>
                    <a:gd name="T14" fmla="*/ 64 w 104"/>
                    <a:gd name="T15" fmla="*/ 103 h 141"/>
                    <a:gd name="T16" fmla="*/ 61 w 104"/>
                    <a:gd name="T17" fmla="*/ 110 h 141"/>
                    <a:gd name="T18" fmla="*/ 54 w 104"/>
                    <a:gd name="T19" fmla="*/ 117 h 141"/>
                    <a:gd name="T20" fmla="*/ 51 w 104"/>
                    <a:gd name="T21" fmla="*/ 121 h 141"/>
                    <a:gd name="T22" fmla="*/ 56 w 104"/>
                    <a:gd name="T23" fmla="*/ 121 h 141"/>
                    <a:gd name="T24" fmla="*/ 61 w 104"/>
                    <a:gd name="T25" fmla="*/ 122 h 141"/>
                    <a:gd name="T26" fmla="*/ 66 w 104"/>
                    <a:gd name="T27" fmla="*/ 126 h 141"/>
                    <a:gd name="T28" fmla="*/ 66 w 104"/>
                    <a:gd name="T29" fmla="*/ 130 h 141"/>
                    <a:gd name="T30" fmla="*/ 66 w 104"/>
                    <a:gd name="T31" fmla="*/ 134 h 141"/>
                    <a:gd name="T32" fmla="*/ 64 w 104"/>
                    <a:gd name="T33" fmla="*/ 140 h 141"/>
                    <a:gd name="T34" fmla="*/ 71 w 104"/>
                    <a:gd name="T35" fmla="*/ 140 h 141"/>
                    <a:gd name="T36" fmla="*/ 81 w 104"/>
                    <a:gd name="T37" fmla="*/ 135 h 141"/>
                    <a:gd name="T38" fmla="*/ 88 w 104"/>
                    <a:gd name="T39" fmla="*/ 128 h 141"/>
                    <a:gd name="T40" fmla="*/ 95 w 104"/>
                    <a:gd name="T41" fmla="*/ 119 h 141"/>
                    <a:gd name="T42" fmla="*/ 101 w 104"/>
                    <a:gd name="T43" fmla="*/ 113 h 141"/>
                    <a:gd name="T44" fmla="*/ 103 w 104"/>
                    <a:gd name="T45" fmla="*/ 105 h 141"/>
                    <a:gd name="T46" fmla="*/ 99 w 104"/>
                    <a:gd name="T47" fmla="*/ 99 h 141"/>
                    <a:gd name="T48" fmla="*/ 97 w 104"/>
                    <a:gd name="T49" fmla="*/ 90 h 141"/>
                    <a:gd name="T50" fmla="*/ 92 w 104"/>
                    <a:gd name="T51" fmla="*/ 83 h 141"/>
                    <a:gd name="T52" fmla="*/ 84 w 104"/>
                    <a:gd name="T53" fmla="*/ 65 h 141"/>
                    <a:gd name="T54" fmla="*/ 80 w 104"/>
                    <a:gd name="T55" fmla="*/ 50 h 141"/>
                    <a:gd name="T56" fmla="*/ 77 w 104"/>
                    <a:gd name="T57" fmla="*/ 39 h 141"/>
                    <a:gd name="T58" fmla="*/ 77 w 104"/>
                    <a:gd name="T59" fmla="*/ 27 h 141"/>
                    <a:gd name="T60" fmla="*/ 74 w 104"/>
                    <a:gd name="T61" fmla="*/ 20 h 141"/>
                    <a:gd name="T62" fmla="*/ 68 w 104"/>
                    <a:gd name="T63" fmla="*/ 17 h 141"/>
                    <a:gd name="T64" fmla="*/ 64 w 104"/>
                    <a:gd name="T65" fmla="*/ 16 h 141"/>
                    <a:gd name="T66" fmla="*/ 54 w 104"/>
                    <a:gd name="T67" fmla="*/ 16 h 141"/>
                    <a:gd name="T68" fmla="*/ 44 w 104"/>
                    <a:gd name="T69" fmla="*/ 15 h 141"/>
                    <a:gd name="T70" fmla="*/ 34 w 104"/>
                    <a:gd name="T71" fmla="*/ 12 h 141"/>
                    <a:gd name="T72" fmla="*/ 26 w 104"/>
                    <a:gd name="T73" fmla="*/ 8 h 141"/>
                    <a:gd name="T74" fmla="*/ 20 w 104"/>
                    <a:gd name="T75" fmla="*/ 1 h 141"/>
                    <a:gd name="T76" fmla="*/ 15 w 104"/>
                    <a:gd name="T77" fmla="*/ 0 h 141"/>
                    <a:gd name="T78" fmla="*/ 16 w 104"/>
                    <a:gd name="T79" fmla="*/ 6 h 141"/>
                    <a:gd name="T80" fmla="*/ 15 w 104"/>
                    <a:gd name="T81" fmla="*/ 11 h 141"/>
                    <a:gd name="T82" fmla="*/ 12 w 104"/>
                    <a:gd name="T83" fmla="*/ 17 h 141"/>
                    <a:gd name="T84" fmla="*/ 9 w 104"/>
                    <a:gd name="T85" fmla="*/ 21 h 141"/>
                    <a:gd name="T86" fmla="*/ 6 w 104"/>
                    <a:gd name="T87" fmla="*/ 24 h 141"/>
                    <a:gd name="T88" fmla="*/ 0 w 104"/>
                    <a:gd name="T89" fmla="*/ 27 h 141"/>
                    <a:gd name="T90" fmla="*/ 1 w 104"/>
                    <a:gd name="T91" fmla="*/ 130 h 14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4"/>
                    <a:gd name="T139" fmla="*/ 0 h 141"/>
                    <a:gd name="T140" fmla="*/ 104 w 104"/>
                    <a:gd name="T141" fmla="*/ 141 h 14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4" h="141">
                      <a:moveTo>
                        <a:pt x="1" y="130"/>
                      </a:moveTo>
                      <a:lnTo>
                        <a:pt x="24" y="129"/>
                      </a:lnTo>
                      <a:lnTo>
                        <a:pt x="43" y="124"/>
                      </a:lnTo>
                      <a:lnTo>
                        <a:pt x="44" y="114"/>
                      </a:lnTo>
                      <a:lnTo>
                        <a:pt x="51" y="113"/>
                      </a:lnTo>
                      <a:lnTo>
                        <a:pt x="55" y="104"/>
                      </a:lnTo>
                      <a:lnTo>
                        <a:pt x="58" y="96"/>
                      </a:lnTo>
                      <a:lnTo>
                        <a:pt x="64" y="103"/>
                      </a:lnTo>
                      <a:lnTo>
                        <a:pt x="61" y="110"/>
                      </a:lnTo>
                      <a:lnTo>
                        <a:pt x="54" y="117"/>
                      </a:lnTo>
                      <a:lnTo>
                        <a:pt x="51" y="121"/>
                      </a:lnTo>
                      <a:lnTo>
                        <a:pt x="56" y="121"/>
                      </a:lnTo>
                      <a:lnTo>
                        <a:pt x="61" y="122"/>
                      </a:lnTo>
                      <a:lnTo>
                        <a:pt x="66" y="126"/>
                      </a:lnTo>
                      <a:lnTo>
                        <a:pt x="66" y="130"/>
                      </a:lnTo>
                      <a:lnTo>
                        <a:pt x="66" y="134"/>
                      </a:lnTo>
                      <a:lnTo>
                        <a:pt x="64" y="140"/>
                      </a:lnTo>
                      <a:lnTo>
                        <a:pt x="71" y="140"/>
                      </a:lnTo>
                      <a:lnTo>
                        <a:pt x="81" y="135"/>
                      </a:lnTo>
                      <a:lnTo>
                        <a:pt x="88" y="128"/>
                      </a:lnTo>
                      <a:lnTo>
                        <a:pt x="95" y="119"/>
                      </a:lnTo>
                      <a:lnTo>
                        <a:pt x="101" y="113"/>
                      </a:lnTo>
                      <a:lnTo>
                        <a:pt x="103" y="105"/>
                      </a:lnTo>
                      <a:lnTo>
                        <a:pt x="99" y="99"/>
                      </a:lnTo>
                      <a:lnTo>
                        <a:pt x="97" y="90"/>
                      </a:lnTo>
                      <a:lnTo>
                        <a:pt x="92" y="83"/>
                      </a:lnTo>
                      <a:lnTo>
                        <a:pt x="84" y="65"/>
                      </a:lnTo>
                      <a:lnTo>
                        <a:pt x="80" y="50"/>
                      </a:lnTo>
                      <a:lnTo>
                        <a:pt x="77" y="39"/>
                      </a:lnTo>
                      <a:lnTo>
                        <a:pt x="77" y="27"/>
                      </a:lnTo>
                      <a:lnTo>
                        <a:pt x="74" y="20"/>
                      </a:lnTo>
                      <a:lnTo>
                        <a:pt x="68" y="17"/>
                      </a:lnTo>
                      <a:lnTo>
                        <a:pt x="64" y="16"/>
                      </a:lnTo>
                      <a:lnTo>
                        <a:pt x="54" y="16"/>
                      </a:lnTo>
                      <a:lnTo>
                        <a:pt x="44" y="15"/>
                      </a:lnTo>
                      <a:lnTo>
                        <a:pt x="34" y="12"/>
                      </a:lnTo>
                      <a:lnTo>
                        <a:pt x="26" y="8"/>
                      </a:lnTo>
                      <a:lnTo>
                        <a:pt x="20" y="1"/>
                      </a:lnTo>
                      <a:lnTo>
                        <a:pt x="15" y="0"/>
                      </a:lnTo>
                      <a:lnTo>
                        <a:pt x="16" y="6"/>
                      </a:lnTo>
                      <a:lnTo>
                        <a:pt x="15" y="11"/>
                      </a:lnTo>
                      <a:lnTo>
                        <a:pt x="12" y="17"/>
                      </a:lnTo>
                      <a:lnTo>
                        <a:pt x="9" y="21"/>
                      </a:lnTo>
                      <a:lnTo>
                        <a:pt x="6" y="24"/>
                      </a:lnTo>
                      <a:lnTo>
                        <a:pt x="0" y="27"/>
                      </a:lnTo>
                      <a:lnTo>
                        <a:pt x="1" y="130"/>
                      </a:lnTo>
                    </a:path>
                  </a:pathLst>
                </a:custGeom>
                <a:solidFill>
                  <a:srgbClr val="004040"/>
                </a:solidFill>
                <a:ln w="12700" cap="rnd">
                  <a:noFill/>
                  <a:round/>
                  <a:headEnd/>
                  <a:tailEnd/>
                </a:ln>
              </p:spPr>
              <p:txBody>
                <a:bodyPr/>
                <a:lstStyle/>
                <a:p>
                  <a:pPr algn="ctr"/>
                  <a:endParaRPr lang="pt-BR" sz="2400"/>
                </a:p>
              </p:txBody>
            </p:sp>
            <p:sp>
              <p:nvSpPr>
                <p:cNvPr id="560" name="Freeform 112"/>
                <p:cNvSpPr>
                  <a:spLocks/>
                </p:cNvSpPr>
                <p:nvPr/>
              </p:nvSpPr>
              <p:spPr bwMode="auto">
                <a:xfrm>
                  <a:off x="3198" y="2126"/>
                  <a:ext cx="98" cy="127"/>
                </a:xfrm>
                <a:custGeom>
                  <a:avLst/>
                  <a:gdLst>
                    <a:gd name="T0" fmla="*/ 21 w 98"/>
                    <a:gd name="T1" fmla="*/ 12 h 127"/>
                    <a:gd name="T2" fmla="*/ 8 w 98"/>
                    <a:gd name="T3" fmla="*/ 23 h 127"/>
                    <a:gd name="T4" fmla="*/ 3 w 98"/>
                    <a:gd name="T5" fmla="*/ 28 h 127"/>
                    <a:gd name="T6" fmla="*/ 1 w 98"/>
                    <a:gd name="T7" fmla="*/ 60 h 127"/>
                    <a:gd name="T8" fmla="*/ 1 w 98"/>
                    <a:gd name="T9" fmla="*/ 81 h 127"/>
                    <a:gd name="T10" fmla="*/ 6 w 98"/>
                    <a:gd name="T11" fmla="*/ 115 h 127"/>
                    <a:gd name="T12" fmla="*/ 17 w 98"/>
                    <a:gd name="T13" fmla="*/ 109 h 127"/>
                    <a:gd name="T14" fmla="*/ 22 w 98"/>
                    <a:gd name="T15" fmla="*/ 81 h 127"/>
                    <a:gd name="T16" fmla="*/ 19 w 98"/>
                    <a:gd name="T17" fmla="*/ 98 h 127"/>
                    <a:gd name="T18" fmla="*/ 21 w 98"/>
                    <a:gd name="T19" fmla="*/ 113 h 127"/>
                    <a:gd name="T20" fmla="*/ 37 w 98"/>
                    <a:gd name="T21" fmla="*/ 101 h 127"/>
                    <a:gd name="T22" fmla="*/ 48 w 98"/>
                    <a:gd name="T23" fmla="*/ 92 h 127"/>
                    <a:gd name="T24" fmla="*/ 49 w 98"/>
                    <a:gd name="T25" fmla="*/ 71 h 127"/>
                    <a:gd name="T26" fmla="*/ 48 w 98"/>
                    <a:gd name="T27" fmla="*/ 54 h 127"/>
                    <a:gd name="T28" fmla="*/ 41 w 98"/>
                    <a:gd name="T29" fmla="*/ 77 h 127"/>
                    <a:gd name="T30" fmla="*/ 37 w 98"/>
                    <a:gd name="T31" fmla="*/ 94 h 127"/>
                    <a:gd name="T32" fmla="*/ 39 w 98"/>
                    <a:gd name="T33" fmla="*/ 73 h 127"/>
                    <a:gd name="T34" fmla="*/ 46 w 98"/>
                    <a:gd name="T35" fmla="*/ 53 h 127"/>
                    <a:gd name="T36" fmla="*/ 52 w 98"/>
                    <a:gd name="T37" fmla="*/ 35 h 127"/>
                    <a:gd name="T38" fmla="*/ 54 w 98"/>
                    <a:gd name="T39" fmla="*/ 37 h 127"/>
                    <a:gd name="T40" fmla="*/ 50 w 98"/>
                    <a:gd name="T41" fmla="*/ 57 h 127"/>
                    <a:gd name="T42" fmla="*/ 53 w 98"/>
                    <a:gd name="T43" fmla="*/ 74 h 127"/>
                    <a:gd name="T44" fmla="*/ 56 w 98"/>
                    <a:gd name="T45" fmla="*/ 84 h 127"/>
                    <a:gd name="T46" fmla="*/ 68 w 98"/>
                    <a:gd name="T47" fmla="*/ 84 h 127"/>
                    <a:gd name="T48" fmla="*/ 70 w 98"/>
                    <a:gd name="T49" fmla="*/ 70 h 127"/>
                    <a:gd name="T50" fmla="*/ 66 w 98"/>
                    <a:gd name="T51" fmla="*/ 61 h 127"/>
                    <a:gd name="T52" fmla="*/ 67 w 98"/>
                    <a:gd name="T53" fmla="*/ 45 h 127"/>
                    <a:gd name="T54" fmla="*/ 69 w 98"/>
                    <a:gd name="T55" fmla="*/ 63 h 127"/>
                    <a:gd name="T56" fmla="*/ 72 w 98"/>
                    <a:gd name="T57" fmla="*/ 74 h 127"/>
                    <a:gd name="T58" fmla="*/ 70 w 98"/>
                    <a:gd name="T59" fmla="*/ 85 h 127"/>
                    <a:gd name="T60" fmla="*/ 62 w 98"/>
                    <a:gd name="T61" fmla="*/ 91 h 127"/>
                    <a:gd name="T62" fmla="*/ 60 w 98"/>
                    <a:gd name="T63" fmla="*/ 98 h 127"/>
                    <a:gd name="T64" fmla="*/ 51 w 98"/>
                    <a:gd name="T65" fmla="*/ 107 h 127"/>
                    <a:gd name="T66" fmla="*/ 60 w 98"/>
                    <a:gd name="T67" fmla="*/ 108 h 127"/>
                    <a:gd name="T68" fmla="*/ 63 w 98"/>
                    <a:gd name="T69" fmla="*/ 117 h 127"/>
                    <a:gd name="T70" fmla="*/ 63 w 98"/>
                    <a:gd name="T71" fmla="*/ 126 h 127"/>
                    <a:gd name="T72" fmla="*/ 76 w 98"/>
                    <a:gd name="T73" fmla="*/ 120 h 127"/>
                    <a:gd name="T74" fmla="*/ 86 w 98"/>
                    <a:gd name="T75" fmla="*/ 108 h 127"/>
                    <a:gd name="T76" fmla="*/ 88 w 98"/>
                    <a:gd name="T77" fmla="*/ 100 h 127"/>
                    <a:gd name="T78" fmla="*/ 68 w 98"/>
                    <a:gd name="T79" fmla="*/ 108 h 127"/>
                    <a:gd name="T80" fmla="*/ 78 w 98"/>
                    <a:gd name="T81" fmla="*/ 100 h 127"/>
                    <a:gd name="T82" fmla="*/ 88 w 98"/>
                    <a:gd name="T83" fmla="*/ 98 h 127"/>
                    <a:gd name="T84" fmla="*/ 96 w 98"/>
                    <a:gd name="T85" fmla="*/ 97 h 127"/>
                    <a:gd name="T86" fmla="*/ 95 w 98"/>
                    <a:gd name="T87" fmla="*/ 90 h 127"/>
                    <a:gd name="T88" fmla="*/ 86 w 98"/>
                    <a:gd name="T89" fmla="*/ 90 h 127"/>
                    <a:gd name="T90" fmla="*/ 74 w 98"/>
                    <a:gd name="T91" fmla="*/ 94 h 127"/>
                    <a:gd name="T92" fmla="*/ 89 w 98"/>
                    <a:gd name="T93" fmla="*/ 86 h 127"/>
                    <a:gd name="T94" fmla="*/ 90 w 98"/>
                    <a:gd name="T95" fmla="*/ 79 h 127"/>
                    <a:gd name="T96" fmla="*/ 82 w 98"/>
                    <a:gd name="T97" fmla="*/ 67 h 127"/>
                    <a:gd name="T98" fmla="*/ 74 w 98"/>
                    <a:gd name="T99" fmla="*/ 45 h 127"/>
                    <a:gd name="T100" fmla="*/ 70 w 98"/>
                    <a:gd name="T101" fmla="*/ 27 h 127"/>
                    <a:gd name="T102" fmla="*/ 67 w 98"/>
                    <a:gd name="T103" fmla="*/ 29 h 127"/>
                    <a:gd name="T104" fmla="*/ 66 w 98"/>
                    <a:gd name="T105" fmla="*/ 25 h 127"/>
                    <a:gd name="T106" fmla="*/ 70 w 98"/>
                    <a:gd name="T107" fmla="*/ 17 h 127"/>
                    <a:gd name="T108" fmla="*/ 66 w 98"/>
                    <a:gd name="T109" fmla="*/ 8 h 127"/>
                    <a:gd name="T110" fmla="*/ 57 w 98"/>
                    <a:gd name="T111" fmla="*/ 6 h 127"/>
                    <a:gd name="T112" fmla="*/ 41 w 98"/>
                    <a:gd name="T113" fmla="*/ 5 h 127"/>
                    <a:gd name="T114" fmla="*/ 33 w 98"/>
                    <a:gd name="T115" fmla="*/ 16 h 127"/>
                    <a:gd name="T116" fmla="*/ 37 w 98"/>
                    <a:gd name="T117" fmla="*/ 7 h 127"/>
                    <a:gd name="T118" fmla="*/ 21 w 98"/>
                    <a:gd name="T119" fmla="*/ 0 h 12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8"/>
                    <a:gd name="T181" fmla="*/ 0 h 127"/>
                    <a:gd name="T182" fmla="*/ 98 w 98"/>
                    <a:gd name="T183" fmla="*/ 127 h 12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8" h="127">
                      <a:moveTo>
                        <a:pt x="21" y="0"/>
                      </a:moveTo>
                      <a:lnTo>
                        <a:pt x="21" y="12"/>
                      </a:lnTo>
                      <a:lnTo>
                        <a:pt x="13" y="18"/>
                      </a:lnTo>
                      <a:lnTo>
                        <a:pt x="8" y="23"/>
                      </a:lnTo>
                      <a:lnTo>
                        <a:pt x="3" y="18"/>
                      </a:lnTo>
                      <a:lnTo>
                        <a:pt x="3" y="28"/>
                      </a:lnTo>
                      <a:lnTo>
                        <a:pt x="1" y="42"/>
                      </a:lnTo>
                      <a:lnTo>
                        <a:pt x="1" y="60"/>
                      </a:lnTo>
                      <a:lnTo>
                        <a:pt x="0" y="72"/>
                      </a:lnTo>
                      <a:lnTo>
                        <a:pt x="1" y="81"/>
                      </a:lnTo>
                      <a:lnTo>
                        <a:pt x="3" y="100"/>
                      </a:lnTo>
                      <a:lnTo>
                        <a:pt x="6" y="115"/>
                      </a:lnTo>
                      <a:lnTo>
                        <a:pt x="18" y="114"/>
                      </a:lnTo>
                      <a:lnTo>
                        <a:pt x="17" y="109"/>
                      </a:lnTo>
                      <a:lnTo>
                        <a:pt x="17" y="95"/>
                      </a:lnTo>
                      <a:lnTo>
                        <a:pt x="22" y="81"/>
                      </a:lnTo>
                      <a:lnTo>
                        <a:pt x="21" y="92"/>
                      </a:lnTo>
                      <a:lnTo>
                        <a:pt x="19" y="98"/>
                      </a:lnTo>
                      <a:lnTo>
                        <a:pt x="20" y="103"/>
                      </a:lnTo>
                      <a:lnTo>
                        <a:pt x="21" y="113"/>
                      </a:lnTo>
                      <a:lnTo>
                        <a:pt x="37" y="109"/>
                      </a:lnTo>
                      <a:lnTo>
                        <a:pt x="37" y="101"/>
                      </a:lnTo>
                      <a:lnTo>
                        <a:pt x="45" y="99"/>
                      </a:lnTo>
                      <a:lnTo>
                        <a:pt x="48" y="92"/>
                      </a:lnTo>
                      <a:lnTo>
                        <a:pt x="53" y="82"/>
                      </a:lnTo>
                      <a:lnTo>
                        <a:pt x="49" y="71"/>
                      </a:lnTo>
                      <a:lnTo>
                        <a:pt x="47" y="60"/>
                      </a:lnTo>
                      <a:lnTo>
                        <a:pt x="48" y="54"/>
                      </a:lnTo>
                      <a:lnTo>
                        <a:pt x="45" y="66"/>
                      </a:lnTo>
                      <a:lnTo>
                        <a:pt x="41" y="77"/>
                      </a:lnTo>
                      <a:lnTo>
                        <a:pt x="39" y="86"/>
                      </a:lnTo>
                      <a:lnTo>
                        <a:pt x="37" y="94"/>
                      </a:lnTo>
                      <a:lnTo>
                        <a:pt x="37" y="83"/>
                      </a:lnTo>
                      <a:lnTo>
                        <a:pt x="39" y="73"/>
                      </a:lnTo>
                      <a:lnTo>
                        <a:pt x="42" y="62"/>
                      </a:lnTo>
                      <a:lnTo>
                        <a:pt x="46" y="53"/>
                      </a:lnTo>
                      <a:lnTo>
                        <a:pt x="48" y="47"/>
                      </a:lnTo>
                      <a:lnTo>
                        <a:pt x="52" y="35"/>
                      </a:lnTo>
                      <a:lnTo>
                        <a:pt x="55" y="25"/>
                      </a:lnTo>
                      <a:lnTo>
                        <a:pt x="54" y="37"/>
                      </a:lnTo>
                      <a:lnTo>
                        <a:pt x="51" y="50"/>
                      </a:lnTo>
                      <a:lnTo>
                        <a:pt x="50" y="57"/>
                      </a:lnTo>
                      <a:lnTo>
                        <a:pt x="51" y="64"/>
                      </a:lnTo>
                      <a:lnTo>
                        <a:pt x="53" y="74"/>
                      </a:lnTo>
                      <a:lnTo>
                        <a:pt x="55" y="79"/>
                      </a:lnTo>
                      <a:lnTo>
                        <a:pt x="56" y="84"/>
                      </a:lnTo>
                      <a:lnTo>
                        <a:pt x="60" y="88"/>
                      </a:lnTo>
                      <a:lnTo>
                        <a:pt x="68" y="84"/>
                      </a:lnTo>
                      <a:lnTo>
                        <a:pt x="70" y="77"/>
                      </a:lnTo>
                      <a:lnTo>
                        <a:pt x="70" y="70"/>
                      </a:lnTo>
                      <a:lnTo>
                        <a:pt x="68" y="66"/>
                      </a:lnTo>
                      <a:lnTo>
                        <a:pt x="66" y="61"/>
                      </a:lnTo>
                      <a:lnTo>
                        <a:pt x="66" y="53"/>
                      </a:lnTo>
                      <a:lnTo>
                        <a:pt x="67" y="45"/>
                      </a:lnTo>
                      <a:lnTo>
                        <a:pt x="68" y="54"/>
                      </a:lnTo>
                      <a:lnTo>
                        <a:pt x="69" y="63"/>
                      </a:lnTo>
                      <a:lnTo>
                        <a:pt x="72" y="67"/>
                      </a:lnTo>
                      <a:lnTo>
                        <a:pt x="72" y="74"/>
                      </a:lnTo>
                      <a:lnTo>
                        <a:pt x="72" y="81"/>
                      </a:lnTo>
                      <a:lnTo>
                        <a:pt x="70" y="85"/>
                      </a:lnTo>
                      <a:lnTo>
                        <a:pt x="64" y="89"/>
                      </a:lnTo>
                      <a:lnTo>
                        <a:pt x="62" y="91"/>
                      </a:lnTo>
                      <a:lnTo>
                        <a:pt x="61" y="94"/>
                      </a:lnTo>
                      <a:lnTo>
                        <a:pt x="60" y="98"/>
                      </a:lnTo>
                      <a:lnTo>
                        <a:pt x="53" y="105"/>
                      </a:lnTo>
                      <a:lnTo>
                        <a:pt x="51" y="107"/>
                      </a:lnTo>
                      <a:lnTo>
                        <a:pt x="56" y="107"/>
                      </a:lnTo>
                      <a:lnTo>
                        <a:pt x="60" y="108"/>
                      </a:lnTo>
                      <a:lnTo>
                        <a:pt x="62" y="112"/>
                      </a:lnTo>
                      <a:lnTo>
                        <a:pt x="63" y="117"/>
                      </a:lnTo>
                      <a:lnTo>
                        <a:pt x="64" y="123"/>
                      </a:lnTo>
                      <a:lnTo>
                        <a:pt x="63" y="126"/>
                      </a:lnTo>
                      <a:lnTo>
                        <a:pt x="70" y="123"/>
                      </a:lnTo>
                      <a:lnTo>
                        <a:pt x="76" y="120"/>
                      </a:lnTo>
                      <a:lnTo>
                        <a:pt x="83" y="114"/>
                      </a:lnTo>
                      <a:lnTo>
                        <a:pt x="86" y="108"/>
                      </a:lnTo>
                      <a:lnTo>
                        <a:pt x="95" y="100"/>
                      </a:lnTo>
                      <a:lnTo>
                        <a:pt x="88" y="100"/>
                      </a:lnTo>
                      <a:lnTo>
                        <a:pt x="75" y="103"/>
                      </a:lnTo>
                      <a:lnTo>
                        <a:pt x="68" y="108"/>
                      </a:lnTo>
                      <a:lnTo>
                        <a:pt x="72" y="103"/>
                      </a:lnTo>
                      <a:lnTo>
                        <a:pt x="78" y="100"/>
                      </a:lnTo>
                      <a:lnTo>
                        <a:pt x="81" y="99"/>
                      </a:lnTo>
                      <a:lnTo>
                        <a:pt x="88" y="98"/>
                      </a:lnTo>
                      <a:lnTo>
                        <a:pt x="95" y="98"/>
                      </a:lnTo>
                      <a:lnTo>
                        <a:pt x="96" y="97"/>
                      </a:lnTo>
                      <a:lnTo>
                        <a:pt x="97" y="92"/>
                      </a:lnTo>
                      <a:lnTo>
                        <a:pt x="95" y="90"/>
                      </a:lnTo>
                      <a:lnTo>
                        <a:pt x="93" y="86"/>
                      </a:lnTo>
                      <a:lnTo>
                        <a:pt x="86" y="90"/>
                      </a:lnTo>
                      <a:lnTo>
                        <a:pt x="80" y="93"/>
                      </a:lnTo>
                      <a:lnTo>
                        <a:pt x="74" y="94"/>
                      </a:lnTo>
                      <a:lnTo>
                        <a:pt x="83" y="90"/>
                      </a:lnTo>
                      <a:lnTo>
                        <a:pt x="89" y="86"/>
                      </a:lnTo>
                      <a:lnTo>
                        <a:pt x="92" y="83"/>
                      </a:lnTo>
                      <a:lnTo>
                        <a:pt x="90" y="79"/>
                      </a:lnTo>
                      <a:lnTo>
                        <a:pt x="86" y="74"/>
                      </a:lnTo>
                      <a:lnTo>
                        <a:pt x="82" y="67"/>
                      </a:lnTo>
                      <a:lnTo>
                        <a:pt x="79" y="57"/>
                      </a:lnTo>
                      <a:lnTo>
                        <a:pt x="74" y="45"/>
                      </a:lnTo>
                      <a:lnTo>
                        <a:pt x="72" y="37"/>
                      </a:lnTo>
                      <a:lnTo>
                        <a:pt x="70" y="27"/>
                      </a:lnTo>
                      <a:lnTo>
                        <a:pt x="70" y="21"/>
                      </a:lnTo>
                      <a:lnTo>
                        <a:pt x="67" y="29"/>
                      </a:lnTo>
                      <a:lnTo>
                        <a:pt x="64" y="36"/>
                      </a:lnTo>
                      <a:lnTo>
                        <a:pt x="66" y="25"/>
                      </a:lnTo>
                      <a:lnTo>
                        <a:pt x="69" y="19"/>
                      </a:lnTo>
                      <a:lnTo>
                        <a:pt x="70" y="17"/>
                      </a:lnTo>
                      <a:lnTo>
                        <a:pt x="68" y="13"/>
                      </a:lnTo>
                      <a:lnTo>
                        <a:pt x="66" y="8"/>
                      </a:lnTo>
                      <a:lnTo>
                        <a:pt x="62" y="7"/>
                      </a:lnTo>
                      <a:lnTo>
                        <a:pt x="57" y="6"/>
                      </a:lnTo>
                      <a:lnTo>
                        <a:pt x="48" y="6"/>
                      </a:lnTo>
                      <a:lnTo>
                        <a:pt x="41" y="5"/>
                      </a:lnTo>
                      <a:lnTo>
                        <a:pt x="37" y="10"/>
                      </a:lnTo>
                      <a:lnTo>
                        <a:pt x="33" y="16"/>
                      </a:lnTo>
                      <a:lnTo>
                        <a:pt x="34" y="11"/>
                      </a:lnTo>
                      <a:lnTo>
                        <a:pt x="37" y="7"/>
                      </a:lnTo>
                      <a:lnTo>
                        <a:pt x="39" y="4"/>
                      </a:lnTo>
                      <a:lnTo>
                        <a:pt x="21" y="0"/>
                      </a:lnTo>
                    </a:path>
                  </a:pathLst>
                </a:custGeom>
                <a:solidFill>
                  <a:srgbClr val="006060"/>
                </a:solidFill>
                <a:ln w="12700" cap="rnd">
                  <a:noFill/>
                  <a:round/>
                  <a:headEnd/>
                  <a:tailEnd/>
                </a:ln>
              </p:spPr>
              <p:txBody>
                <a:bodyPr/>
                <a:lstStyle/>
                <a:p>
                  <a:pPr algn="ctr"/>
                  <a:endParaRPr lang="pt-BR" sz="2400"/>
                </a:p>
              </p:txBody>
            </p:sp>
            <p:sp>
              <p:nvSpPr>
                <p:cNvPr id="561" name="Freeform 113"/>
                <p:cNvSpPr>
                  <a:spLocks/>
                </p:cNvSpPr>
                <p:nvPr/>
              </p:nvSpPr>
              <p:spPr bwMode="auto">
                <a:xfrm>
                  <a:off x="3199" y="2117"/>
                  <a:ext cx="20" cy="32"/>
                </a:xfrm>
                <a:custGeom>
                  <a:avLst/>
                  <a:gdLst>
                    <a:gd name="T0" fmla="*/ 12 w 20"/>
                    <a:gd name="T1" fmla="*/ 0 h 32"/>
                    <a:gd name="T2" fmla="*/ 13 w 20"/>
                    <a:gd name="T3" fmla="*/ 5 h 32"/>
                    <a:gd name="T4" fmla="*/ 11 w 20"/>
                    <a:gd name="T5" fmla="*/ 13 h 32"/>
                    <a:gd name="T6" fmla="*/ 6 w 20"/>
                    <a:gd name="T7" fmla="*/ 18 h 32"/>
                    <a:gd name="T8" fmla="*/ 0 w 20"/>
                    <a:gd name="T9" fmla="*/ 24 h 32"/>
                    <a:gd name="T10" fmla="*/ 7 w 20"/>
                    <a:gd name="T11" fmla="*/ 31 h 32"/>
                    <a:gd name="T12" fmla="*/ 14 w 20"/>
                    <a:gd name="T13" fmla="*/ 25 h 32"/>
                    <a:gd name="T14" fmla="*/ 18 w 20"/>
                    <a:gd name="T15" fmla="*/ 20 h 32"/>
                    <a:gd name="T16" fmla="*/ 18 w 20"/>
                    <a:gd name="T17" fmla="*/ 15 h 32"/>
                    <a:gd name="T18" fmla="*/ 19 w 20"/>
                    <a:gd name="T19" fmla="*/ 10 h 32"/>
                    <a:gd name="T20" fmla="*/ 19 w 20"/>
                    <a:gd name="T21" fmla="*/ 6 h 32"/>
                    <a:gd name="T22" fmla="*/ 17 w 20"/>
                    <a:gd name="T23" fmla="*/ 3 h 32"/>
                    <a:gd name="T24" fmla="*/ 12 w 20"/>
                    <a:gd name="T25" fmla="*/ 0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
                    <a:gd name="T40" fmla="*/ 0 h 32"/>
                    <a:gd name="T41" fmla="*/ 20 w 20"/>
                    <a:gd name="T42" fmla="*/ 32 h 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 h="32">
                      <a:moveTo>
                        <a:pt x="12" y="0"/>
                      </a:moveTo>
                      <a:lnTo>
                        <a:pt x="13" y="5"/>
                      </a:lnTo>
                      <a:lnTo>
                        <a:pt x="11" y="13"/>
                      </a:lnTo>
                      <a:lnTo>
                        <a:pt x="6" y="18"/>
                      </a:lnTo>
                      <a:lnTo>
                        <a:pt x="0" y="24"/>
                      </a:lnTo>
                      <a:lnTo>
                        <a:pt x="7" y="31"/>
                      </a:lnTo>
                      <a:lnTo>
                        <a:pt x="14" y="25"/>
                      </a:lnTo>
                      <a:lnTo>
                        <a:pt x="18" y="20"/>
                      </a:lnTo>
                      <a:lnTo>
                        <a:pt x="18" y="15"/>
                      </a:lnTo>
                      <a:lnTo>
                        <a:pt x="19" y="10"/>
                      </a:lnTo>
                      <a:lnTo>
                        <a:pt x="19" y="6"/>
                      </a:lnTo>
                      <a:lnTo>
                        <a:pt x="17" y="3"/>
                      </a:lnTo>
                      <a:lnTo>
                        <a:pt x="12" y="0"/>
                      </a:lnTo>
                    </a:path>
                  </a:pathLst>
                </a:custGeom>
                <a:solidFill>
                  <a:srgbClr val="A00000"/>
                </a:solidFill>
                <a:ln w="12700" cap="rnd">
                  <a:noFill/>
                  <a:round/>
                  <a:headEnd/>
                  <a:tailEnd/>
                </a:ln>
              </p:spPr>
              <p:txBody>
                <a:bodyPr/>
                <a:lstStyle/>
                <a:p>
                  <a:pPr algn="ctr"/>
                  <a:endParaRPr lang="pt-BR" sz="2400"/>
                </a:p>
              </p:txBody>
            </p:sp>
            <p:grpSp>
              <p:nvGrpSpPr>
                <p:cNvPr id="562" name="Group 114"/>
                <p:cNvGrpSpPr>
                  <a:grpSpLocks/>
                </p:cNvGrpSpPr>
                <p:nvPr/>
              </p:nvGrpSpPr>
              <p:grpSpPr bwMode="auto">
                <a:xfrm>
                  <a:off x="3117" y="2263"/>
                  <a:ext cx="38" cy="107"/>
                  <a:chOff x="3117" y="2263"/>
                  <a:chExt cx="38" cy="107"/>
                </a:xfrm>
              </p:grpSpPr>
              <p:sp>
                <p:nvSpPr>
                  <p:cNvPr id="571" name="Freeform 115"/>
                  <p:cNvSpPr>
                    <a:spLocks/>
                  </p:cNvSpPr>
                  <p:nvPr/>
                </p:nvSpPr>
                <p:spPr bwMode="auto">
                  <a:xfrm>
                    <a:off x="3117" y="2263"/>
                    <a:ext cx="38" cy="107"/>
                  </a:xfrm>
                  <a:custGeom>
                    <a:avLst/>
                    <a:gdLst>
                      <a:gd name="T0" fmla="*/ 1 w 38"/>
                      <a:gd name="T1" fmla="*/ 2 h 107"/>
                      <a:gd name="T2" fmla="*/ 0 w 38"/>
                      <a:gd name="T3" fmla="*/ 8 h 107"/>
                      <a:gd name="T4" fmla="*/ 1 w 38"/>
                      <a:gd name="T5" fmla="*/ 16 h 107"/>
                      <a:gd name="T6" fmla="*/ 2 w 38"/>
                      <a:gd name="T7" fmla="*/ 23 h 107"/>
                      <a:gd name="T8" fmla="*/ 3 w 38"/>
                      <a:gd name="T9" fmla="*/ 30 h 107"/>
                      <a:gd name="T10" fmla="*/ 5 w 38"/>
                      <a:gd name="T11" fmla="*/ 36 h 107"/>
                      <a:gd name="T12" fmla="*/ 7 w 38"/>
                      <a:gd name="T13" fmla="*/ 44 h 107"/>
                      <a:gd name="T14" fmla="*/ 8 w 38"/>
                      <a:gd name="T15" fmla="*/ 50 h 107"/>
                      <a:gd name="T16" fmla="*/ 10 w 38"/>
                      <a:gd name="T17" fmla="*/ 54 h 107"/>
                      <a:gd name="T18" fmla="*/ 8 w 38"/>
                      <a:gd name="T19" fmla="*/ 66 h 107"/>
                      <a:gd name="T20" fmla="*/ 7 w 38"/>
                      <a:gd name="T21" fmla="*/ 76 h 107"/>
                      <a:gd name="T22" fmla="*/ 8 w 38"/>
                      <a:gd name="T23" fmla="*/ 84 h 107"/>
                      <a:gd name="T24" fmla="*/ 10 w 38"/>
                      <a:gd name="T25" fmla="*/ 91 h 107"/>
                      <a:gd name="T26" fmla="*/ 12 w 38"/>
                      <a:gd name="T27" fmla="*/ 97 h 107"/>
                      <a:gd name="T28" fmla="*/ 15 w 38"/>
                      <a:gd name="T29" fmla="*/ 99 h 107"/>
                      <a:gd name="T30" fmla="*/ 18 w 38"/>
                      <a:gd name="T31" fmla="*/ 102 h 107"/>
                      <a:gd name="T32" fmla="*/ 21 w 38"/>
                      <a:gd name="T33" fmla="*/ 103 h 107"/>
                      <a:gd name="T34" fmla="*/ 24 w 38"/>
                      <a:gd name="T35" fmla="*/ 105 h 107"/>
                      <a:gd name="T36" fmla="*/ 25 w 38"/>
                      <a:gd name="T37" fmla="*/ 106 h 107"/>
                      <a:gd name="T38" fmla="*/ 27 w 38"/>
                      <a:gd name="T39" fmla="*/ 105 h 107"/>
                      <a:gd name="T40" fmla="*/ 28 w 38"/>
                      <a:gd name="T41" fmla="*/ 103 h 107"/>
                      <a:gd name="T42" fmla="*/ 30 w 38"/>
                      <a:gd name="T43" fmla="*/ 100 h 107"/>
                      <a:gd name="T44" fmla="*/ 31 w 38"/>
                      <a:gd name="T45" fmla="*/ 97 h 107"/>
                      <a:gd name="T46" fmla="*/ 32 w 38"/>
                      <a:gd name="T47" fmla="*/ 92 h 107"/>
                      <a:gd name="T48" fmla="*/ 32 w 38"/>
                      <a:gd name="T49" fmla="*/ 85 h 107"/>
                      <a:gd name="T50" fmla="*/ 33 w 38"/>
                      <a:gd name="T51" fmla="*/ 86 h 107"/>
                      <a:gd name="T52" fmla="*/ 35 w 38"/>
                      <a:gd name="T53" fmla="*/ 87 h 107"/>
                      <a:gd name="T54" fmla="*/ 36 w 38"/>
                      <a:gd name="T55" fmla="*/ 84 h 107"/>
                      <a:gd name="T56" fmla="*/ 36 w 38"/>
                      <a:gd name="T57" fmla="*/ 81 h 107"/>
                      <a:gd name="T58" fmla="*/ 37 w 38"/>
                      <a:gd name="T59" fmla="*/ 76 h 107"/>
                      <a:gd name="T60" fmla="*/ 36 w 38"/>
                      <a:gd name="T61" fmla="*/ 72 h 107"/>
                      <a:gd name="T62" fmla="*/ 36 w 38"/>
                      <a:gd name="T63" fmla="*/ 66 h 107"/>
                      <a:gd name="T64" fmla="*/ 35 w 38"/>
                      <a:gd name="T65" fmla="*/ 63 h 107"/>
                      <a:gd name="T66" fmla="*/ 34 w 38"/>
                      <a:gd name="T67" fmla="*/ 61 h 107"/>
                      <a:gd name="T68" fmla="*/ 30 w 38"/>
                      <a:gd name="T69" fmla="*/ 57 h 107"/>
                      <a:gd name="T70" fmla="*/ 26 w 38"/>
                      <a:gd name="T71" fmla="*/ 52 h 107"/>
                      <a:gd name="T72" fmla="*/ 24 w 38"/>
                      <a:gd name="T73" fmla="*/ 48 h 107"/>
                      <a:gd name="T74" fmla="*/ 24 w 38"/>
                      <a:gd name="T75" fmla="*/ 42 h 107"/>
                      <a:gd name="T76" fmla="*/ 23 w 38"/>
                      <a:gd name="T77" fmla="*/ 37 h 107"/>
                      <a:gd name="T78" fmla="*/ 22 w 38"/>
                      <a:gd name="T79" fmla="*/ 29 h 107"/>
                      <a:gd name="T80" fmla="*/ 23 w 38"/>
                      <a:gd name="T81" fmla="*/ 23 h 107"/>
                      <a:gd name="T82" fmla="*/ 23 w 38"/>
                      <a:gd name="T83" fmla="*/ 17 h 107"/>
                      <a:gd name="T84" fmla="*/ 26 w 38"/>
                      <a:gd name="T85" fmla="*/ 0 h 107"/>
                      <a:gd name="T86" fmla="*/ 17 w 38"/>
                      <a:gd name="T87" fmla="*/ 4 h 107"/>
                      <a:gd name="T88" fmla="*/ 8 w 38"/>
                      <a:gd name="T89" fmla="*/ 4 h 107"/>
                      <a:gd name="T90" fmla="*/ 1 w 38"/>
                      <a:gd name="T91" fmla="*/ 2 h 10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
                      <a:gd name="T139" fmla="*/ 0 h 107"/>
                      <a:gd name="T140" fmla="*/ 38 w 38"/>
                      <a:gd name="T141" fmla="*/ 107 h 10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 h="107">
                        <a:moveTo>
                          <a:pt x="1" y="2"/>
                        </a:moveTo>
                        <a:lnTo>
                          <a:pt x="0" y="8"/>
                        </a:lnTo>
                        <a:lnTo>
                          <a:pt x="1" y="16"/>
                        </a:lnTo>
                        <a:lnTo>
                          <a:pt x="2" y="23"/>
                        </a:lnTo>
                        <a:lnTo>
                          <a:pt x="3" y="30"/>
                        </a:lnTo>
                        <a:lnTo>
                          <a:pt x="5" y="36"/>
                        </a:lnTo>
                        <a:lnTo>
                          <a:pt x="7" y="44"/>
                        </a:lnTo>
                        <a:lnTo>
                          <a:pt x="8" y="50"/>
                        </a:lnTo>
                        <a:lnTo>
                          <a:pt x="10" y="54"/>
                        </a:lnTo>
                        <a:lnTo>
                          <a:pt x="8" y="66"/>
                        </a:lnTo>
                        <a:lnTo>
                          <a:pt x="7" y="76"/>
                        </a:lnTo>
                        <a:lnTo>
                          <a:pt x="8" y="84"/>
                        </a:lnTo>
                        <a:lnTo>
                          <a:pt x="10" y="91"/>
                        </a:lnTo>
                        <a:lnTo>
                          <a:pt x="12" y="97"/>
                        </a:lnTo>
                        <a:lnTo>
                          <a:pt x="15" y="99"/>
                        </a:lnTo>
                        <a:lnTo>
                          <a:pt x="18" y="102"/>
                        </a:lnTo>
                        <a:lnTo>
                          <a:pt x="21" y="103"/>
                        </a:lnTo>
                        <a:lnTo>
                          <a:pt x="24" y="105"/>
                        </a:lnTo>
                        <a:lnTo>
                          <a:pt x="25" y="106"/>
                        </a:lnTo>
                        <a:lnTo>
                          <a:pt x="27" y="105"/>
                        </a:lnTo>
                        <a:lnTo>
                          <a:pt x="28" y="103"/>
                        </a:lnTo>
                        <a:lnTo>
                          <a:pt x="30" y="100"/>
                        </a:lnTo>
                        <a:lnTo>
                          <a:pt x="31" y="97"/>
                        </a:lnTo>
                        <a:lnTo>
                          <a:pt x="32" y="92"/>
                        </a:lnTo>
                        <a:lnTo>
                          <a:pt x="32" y="85"/>
                        </a:lnTo>
                        <a:lnTo>
                          <a:pt x="33" y="86"/>
                        </a:lnTo>
                        <a:lnTo>
                          <a:pt x="35" y="87"/>
                        </a:lnTo>
                        <a:lnTo>
                          <a:pt x="36" y="84"/>
                        </a:lnTo>
                        <a:lnTo>
                          <a:pt x="36" y="81"/>
                        </a:lnTo>
                        <a:lnTo>
                          <a:pt x="37" y="76"/>
                        </a:lnTo>
                        <a:lnTo>
                          <a:pt x="36" y="72"/>
                        </a:lnTo>
                        <a:lnTo>
                          <a:pt x="36" y="66"/>
                        </a:lnTo>
                        <a:lnTo>
                          <a:pt x="35" y="63"/>
                        </a:lnTo>
                        <a:lnTo>
                          <a:pt x="34" y="61"/>
                        </a:lnTo>
                        <a:lnTo>
                          <a:pt x="30" y="57"/>
                        </a:lnTo>
                        <a:lnTo>
                          <a:pt x="26" y="52"/>
                        </a:lnTo>
                        <a:lnTo>
                          <a:pt x="24" y="48"/>
                        </a:lnTo>
                        <a:lnTo>
                          <a:pt x="24" y="42"/>
                        </a:lnTo>
                        <a:lnTo>
                          <a:pt x="23" y="37"/>
                        </a:lnTo>
                        <a:lnTo>
                          <a:pt x="22" y="29"/>
                        </a:lnTo>
                        <a:lnTo>
                          <a:pt x="23" y="23"/>
                        </a:lnTo>
                        <a:lnTo>
                          <a:pt x="23" y="17"/>
                        </a:lnTo>
                        <a:lnTo>
                          <a:pt x="26" y="0"/>
                        </a:lnTo>
                        <a:lnTo>
                          <a:pt x="17" y="4"/>
                        </a:lnTo>
                        <a:lnTo>
                          <a:pt x="8" y="4"/>
                        </a:lnTo>
                        <a:lnTo>
                          <a:pt x="1" y="2"/>
                        </a:lnTo>
                      </a:path>
                    </a:pathLst>
                  </a:custGeom>
                  <a:solidFill>
                    <a:srgbClr val="FFC080"/>
                  </a:solidFill>
                  <a:ln w="12700" cap="rnd">
                    <a:noFill/>
                    <a:round/>
                    <a:headEnd/>
                    <a:tailEnd/>
                  </a:ln>
                </p:spPr>
                <p:txBody>
                  <a:bodyPr/>
                  <a:lstStyle/>
                  <a:p>
                    <a:pPr algn="ctr"/>
                    <a:endParaRPr lang="pt-BR" sz="2400"/>
                  </a:p>
                </p:txBody>
              </p:sp>
              <p:sp>
                <p:nvSpPr>
                  <p:cNvPr id="572" name="Freeform 116"/>
                  <p:cNvSpPr>
                    <a:spLocks/>
                  </p:cNvSpPr>
                  <p:nvPr/>
                </p:nvSpPr>
                <p:spPr bwMode="auto">
                  <a:xfrm>
                    <a:off x="3139" y="2343"/>
                    <a:ext cx="6" cy="21"/>
                  </a:xfrm>
                  <a:custGeom>
                    <a:avLst/>
                    <a:gdLst>
                      <a:gd name="T0" fmla="*/ 2 w 6"/>
                      <a:gd name="T1" fmla="*/ 0 h 21"/>
                      <a:gd name="T2" fmla="*/ 0 w 6"/>
                      <a:gd name="T3" fmla="*/ 2 h 21"/>
                      <a:gd name="T4" fmla="*/ 1 w 6"/>
                      <a:gd name="T5" fmla="*/ 4 h 21"/>
                      <a:gd name="T6" fmla="*/ 2 w 6"/>
                      <a:gd name="T7" fmla="*/ 9 h 21"/>
                      <a:gd name="T8" fmla="*/ 2 w 6"/>
                      <a:gd name="T9" fmla="*/ 13 h 21"/>
                      <a:gd name="T10" fmla="*/ 5 w 6"/>
                      <a:gd name="T11" fmla="*/ 20 h 21"/>
                      <a:gd name="T12" fmla="*/ 4 w 6"/>
                      <a:gd name="T13" fmla="*/ 16 h 21"/>
                      <a:gd name="T14" fmla="*/ 3 w 6"/>
                      <a:gd name="T15" fmla="*/ 12 h 21"/>
                      <a:gd name="T16" fmla="*/ 2 w 6"/>
                      <a:gd name="T17" fmla="*/ 4 h 21"/>
                      <a:gd name="T18" fmla="*/ 3 w 6"/>
                      <a:gd name="T19" fmla="*/ 3 h 21"/>
                      <a:gd name="T20" fmla="*/ 2 w 6"/>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21"/>
                      <a:gd name="T35" fmla="*/ 6 w 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21">
                        <a:moveTo>
                          <a:pt x="2" y="0"/>
                        </a:moveTo>
                        <a:lnTo>
                          <a:pt x="0" y="2"/>
                        </a:lnTo>
                        <a:lnTo>
                          <a:pt x="1" y="4"/>
                        </a:lnTo>
                        <a:lnTo>
                          <a:pt x="2" y="9"/>
                        </a:lnTo>
                        <a:lnTo>
                          <a:pt x="2" y="13"/>
                        </a:lnTo>
                        <a:lnTo>
                          <a:pt x="5" y="20"/>
                        </a:lnTo>
                        <a:lnTo>
                          <a:pt x="4" y="16"/>
                        </a:lnTo>
                        <a:lnTo>
                          <a:pt x="3" y="12"/>
                        </a:lnTo>
                        <a:lnTo>
                          <a:pt x="2" y="4"/>
                        </a:lnTo>
                        <a:lnTo>
                          <a:pt x="3" y="3"/>
                        </a:lnTo>
                        <a:lnTo>
                          <a:pt x="2" y="0"/>
                        </a:lnTo>
                      </a:path>
                    </a:pathLst>
                  </a:custGeom>
                  <a:solidFill>
                    <a:srgbClr val="402000"/>
                  </a:solidFill>
                  <a:ln w="12700" cap="rnd">
                    <a:noFill/>
                    <a:round/>
                    <a:headEnd/>
                    <a:tailEnd/>
                  </a:ln>
                </p:spPr>
                <p:txBody>
                  <a:bodyPr/>
                  <a:lstStyle/>
                  <a:p>
                    <a:pPr algn="ctr"/>
                    <a:endParaRPr lang="pt-BR" sz="2400"/>
                  </a:p>
                </p:txBody>
              </p:sp>
              <p:sp>
                <p:nvSpPr>
                  <p:cNvPr id="573" name="Freeform 117"/>
                  <p:cNvSpPr>
                    <a:spLocks/>
                  </p:cNvSpPr>
                  <p:nvPr/>
                </p:nvSpPr>
                <p:spPr bwMode="auto">
                  <a:xfrm>
                    <a:off x="3134" y="2349"/>
                    <a:ext cx="5" cy="13"/>
                  </a:xfrm>
                  <a:custGeom>
                    <a:avLst/>
                    <a:gdLst>
                      <a:gd name="T0" fmla="*/ 4 w 5"/>
                      <a:gd name="T1" fmla="*/ 12 h 13"/>
                      <a:gd name="T2" fmla="*/ 2 w 5"/>
                      <a:gd name="T3" fmla="*/ 7 h 13"/>
                      <a:gd name="T4" fmla="*/ 0 w 5"/>
                      <a:gd name="T5" fmla="*/ 0 h 13"/>
                      <a:gd name="T6" fmla="*/ 0 w 5"/>
                      <a:gd name="T7" fmla="*/ 6 h 13"/>
                      <a:gd name="T8" fmla="*/ 4 w 5"/>
                      <a:gd name="T9" fmla="*/ 12 h 13"/>
                      <a:gd name="T10" fmla="*/ 0 60000 65536"/>
                      <a:gd name="T11" fmla="*/ 0 60000 65536"/>
                      <a:gd name="T12" fmla="*/ 0 60000 65536"/>
                      <a:gd name="T13" fmla="*/ 0 60000 65536"/>
                      <a:gd name="T14" fmla="*/ 0 60000 65536"/>
                      <a:gd name="T15" fmla="*/ 0 w 5"/>
                      <a:gd name="T16" fmla="*/ 0 h 13"/>
                      <a:gd name="T17" fmla="*/ 5 w 5"/>
                      <a:gd name="T18" fmla="*/ 13 h 13"/>
                    </a:gdLst>
                    <a:ahLst/>
                    <a:cxnLst>
                      <a:cxn ang="T10">
                        <a:pos x="T0" y="T1"/>
                      </a:cxn>
                      <a:cxn ang="T11">
                        <a:pos x="T2" y="T3"/>
                      </a:cxn>
                      <a:cxn ang="T12">
                        <a:pos x="T4" y="T5"/>
                      </a:cxn>
                      <a:cxn ang="T13">
                        <a:pos x="T6" y="T7"/>
                      </a:cxn>
                      <a:cxn ang="T14">
                        <a:pos x="T8" y="T9"/>
                      </a:cxn>
                    </a:cxnLst>
                    <a:rect l="T15" t="T16" r="T17" b="T18"/>
                    <a:pathLst>
                      <a:path w="5" h="13">
                        <a:moveTo>
                          <a:pt x="4" y="12"/>
                        </a:moveTo>
                        <a:lnTo>
                          <a:pt x="2" y="7"/>
                        </a:lnTo>
                        <a:lnTo>
                          <a:pt x="0" y="0"/>
                        </a:lnTo>
                        <a:lnTo>
                          <a:pt x="0" y="6"/>
                        </a:lnTo>
                        <a:lnTo>
                          <a:pt x="4" y="12"/>
                        </a:lnTo>
                      </a:path>
                    </a:pathLst>
                  </a:custGeom>
                  <a:solidFill>
                    <a:srgbClr val="402000"/>
                  </a:solidFill>
                  <a:ln w="12700" cap="rnd">
                    <a:noFill/>
                    <a:round/>
                    <a:headEnd/>
                    <a:tailEnd/>
                  </a:ln>
                </p:spPr>
                <p:txBody>
                  <a:bodyPr/>
                  <a:lstStyle/>
                  <a:p>
                    <a:pPr algn="ctr"/>
                    <a:endParaRPr lang="pt-BR" sz="2400"/>
                  </a:p>
                </p:txBody>
              </p:sp>
              <p:sp>
                <p:nvSpPr>
                  <p:cNvPr id="574" name="Freeform 118"/>
                  <p:cNvSpPr>
                    <a:spLocks/>
                  </p:cNvSpPr>
                  <p:nvPr/>
                </p:nvSpPr>
                <p:spPr bwMode="auto">
                  <a:xfrm>
                    <a:off x="3132" y="2342"/>
                    <a:ext cx="4" cy="4"/>
                  </a:xfrm>
                  <a:custGeom>
                    <a:avLst/>
                    <a:gdLst>
                      <a:gd name="T0" fmla="*/ 0 w 4"/>
                      <a:gd name="T1" fmla="*/ 0 h 4"/>
                      <a:gd name="T2" fmla="*/ 2 w 4"/>
                      <a:gd name="T3" fmla="*/ 2 h 4"/>
                      <a:gd name="T4" fmla="*/ 3 w 4"/>
                      <a:gd name="T5" fmla="*/ 2 h 4"/>
                      <a:gd name="T6" fmla="*/ 1 w 4"/>
                      <a:gd name="T7" fmla="*/ 3 h 4"/>
                      <a:gd name="T8" fmla="*/ 0 w 4"/>
                      <a:gd name="T9" fmla="*/ 0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0" y="0"/>
                        </a:moveTo>
                        <a:lnTo>
                          <a:pt x="2" y="2"/>
                        </a:lnTo>
                        <a:lnTo>
                          <a:pt x="3" y="2"/>
                        </a:lnTo>
                        <a:lnTo>
                          <a:pt x="1" y="3"/>
                        </a:lnTo>
                        <a:lnTo>
                          <a:pt x="0" y="0"/>
                        </a:lnTo>
                      </a:path>
                    </a:pathLst>
                  </a:custGeom>
                  <a:solidFill>
                    <a:srgbClr val="402000"/>
                  </a:solidFill>
                  <a:ln w="12700" cap="rnd">
                    <a:noFill/>
                    <a:round/>
                    <a:headEnd/>
                    <a:tailEnd/>
                  </a:ln>
                </p:spPr>
                <p:txBody>
                  <a:bodyPr/>
                  <a:lstStyle/>
                  <a:p>
                    <a:pPr algn="ctr"/>
                    <a:endParaRPr lang="pt-BR" sz="2400"/>
                  </a:p>
                </p:txBody>
              </p:sp>
              <p:sp>
                <p:nvSpPr>
                  <p:cNvPr id="575" name="Freeform 119"/>
                  <p:cNvSpPr>
                    <a:spLocks/>
                  </p:cNvSpPr>
                  <p:nvPr/>
                </p:nvSpPr>
                <p:spPr bwMode="auto">
                  <a:xfrm>
                    <a:off x="3128" y="2348"/>
                    <a:ext cx="5" cy="11"/>
                  </a:xfrm>
                  <a:custGeom>
                    <a:avLst/>
                    <a:gdLst>
                      <a:gd name="T0" fmla="*/ 4 w 5"/>
                      <a:gd name="T1" fmla="*/ 10 h 11"/>
                      <a:gd name="T2" fmla="*/ 1 w 5"/>
                      <a:gd name="T3" fmla="*/ 5 h 11"/>
                      <a:gd name="T4" fmla="*/ 1 w 5"/>
                      <a:gd name="T5" fmla="*/ 0 h 11"/>
                      <a:gd name="T6" fmla="*/ 0 w 5"/>
                      <a:gd name="T7" fmla="*/ 4 h 11"/>
                      <a:gd name="T8" fmla="*/ 1 w 5"/>
                      <a:gd name="T9" fmla="*/ 7 h 11"/>
                      <a:gd name="T10" fmla="*/ 4 w 5"/>
                      <a:gd name="T11" fmla="*/ 10 h 11"/>
                      <a:gd name="T12" fmla="*/ 0 60000 65536"/>
                      <a:gd name="T13" fmla="*/ 0 60000 65536"/>
                      <a:gd name="T14" fmla="*/ 0 60000 65536"/>
                      <a:gd name="T15" fmla="*/ 0 60000 65536"/>
                      <a:gd name="T16" fmla="*/ 0 60000 65536"/>
                      <a:gd name="T17" fmla="*/ 0 60000 65536"/>
                      <a:gd name="T18" fmla="*/ 0 w 5"/>
                      <a:gd name="T19" fmla="*/ 0 h 11"/>
                      <a:gd name="T20" fmla="*/ 5 w 5"/>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5" h="11">
                        <a:moveTo>
                          <a:pt x="4" y="10"/>
                        </a:moveTo>
                        <a:lnTo>
                          <a:pt x="1" y="5"/>
                        </a:lnTo>
                        <a:lnTo>
                          <a:pt x="1" y="0"/>
                        </a:lnTo>
                        <a:lnTo>
                          <a:pt x="0" y="4"/>
                        </a:lnTo>
                        <a:lnTo>
                          <a:pt x="1" y="7"/>
                        </a:lnTo>
                        <a:lnTo>
                          <a:pt x="4" y="10"/>
                        </a:lnTo>
                      </a:path>
                    </a:pathLst>
                  </a:custGeom>
                  <a:solidFill>
                    <a:srgbClr val="402000"/>
                  </a:solidFill>
                  <a:ln w="12700" cap="rnd">
                    <a:noFill/>
                    <a:round/>
                    <a:headEnd/>
                    <a:tailEnd/>
                  </a:ln>
                </p:spPr>
                <p:txBody>
                  <a:bodyPr/>
                  <a:lstStyle/>
                  <a:p>
                    <a:pPr algn="ctr"/>
                    <a:endParaRPr lang="pt-BR" sz="2400"/>
                  </a:p>
                </p:txBody>
              </p:sp>
              <p:sp>
                <p:nvSpPr>
                  <p:cNvPr id="576" name="Freeform 120"/>
                  <p:cNvSpPr>
                    <a:spLocks/>
                  </p:cNvSpPr>
                  <p:nvPr/>
                </p:nvSpPr>
                <p:spPr bwMode="auto">
                  <a:xfrm>
                    <a:off x="3126" y="2340"/>
                    <a:ext cx="2" cy="4"/>
                  </a:xfrm>
                  <a:custGeom>
                    <a:avLst/>
                    <a:gdLst>
                      <a:gd name="T0" fmla="*/ 1 w 2"/>
                      <a:gd name="T1" fmla="*/ 3 h 4"/>
                      <a:gd name="T2" fmla="*/ 0 w 2"/>
                      <a:gd name="T3" fmla="*/ 2 h 4"/>
                      <a:gd name="T4" fmla="*/ 1 w 2"/>
                      <a:gd name="T5" fmla="*/ 0 h 4"/>
                      <a:gd name="T6" fmla="*/ 1 w 2"/>
                      <a:gd name="T7" fmla="*/ 3 h 4"/>
                      <a:gd name="T8" fmla="*/ 0 60000 65536"/>
                      <a:gd name="T9" fmla="*/ 0 60000 65536"/>
                      <a:gd name="T10" fmla="*/ 0 60000 65536"/>
                      <a:gd name="T11" fmla="*/ 0 60000 65536"/>
                      <a:gd name="T12" fmla="*/ 0 w 2"/>
                      <a:gd name="T13" fmla="*/ 0 h 4"/>
                      <a:gd name="T14" fmla="*/ 2 w 2"/>
                      <a:gd name="T15" fmla="*/ 4 h 4"/>
                    </a:gdLst>
                    <a:ahLst/>
                    <a:cxnLst>
                      <a:cxn ang="T8">
                        <a:pos x="T0" y="T1"/>
                      </a:cxn>
                      <a:cxn ang="T9">
                        <a:pos x="T2" y="T3"/>
                      </a:cxn>
                      <a:cxn ang="T10">
                        <a:pos x="T4" y="T5"/>
                      </a:cxn>
                      <a:cxn ang="T11">
                        <a:pos x="T6" y="T7"/>
                      </a:cxn>
                    </a:cxnLst>
                    <a:rect l="T12" t="T13" r="T14" b="T15"/>
                    <a:pathLst>
                      <a:path w="2" h="4">
                        <a:moveTo>
                          <a:pt x="1" y="3"/>
                        </a:moveTo>
                        <a:lnTo>
                          <a:pt x="0" y="2"/>
                        </a:lnTo>
                        <a:lnTo>
                          <a:pt x="1" y="0"/>
                        </a:lnTo>
                        <a:lnTo>
                          <a:pt x="1" y="3"/>
                        </a:lnTo>
                      </a:path>
                    </a:pathLst>
                  </a:custGeom>
                  <a:solidFill>
                    <a:srgbClr val="402000"/>
                  </a:solidFill>
                  <a:ln w="12700" cap="rnd">
                    <a:noFill/>
                    <a:round/>
                    <a:headEnd/>
                    <a:tailEnd/>
                  </a:ln>
                </p:spPr>
                <p:txBody>
                  <a:bodyPr/>
                  <a:lstStyle/>
                  <a:p>
                    <a:pPr algn="ctr"/>
                    <a:endParaRPr lang="pt-BR" sz="2400"/>
                  </a:p>
                </p:txBody>
              </p:sp>
              <p:sp>
                <p:nvSpPr>
                  <p:cNvPr id="577" name="Freeform 121"/>
                  <p:cNvSpPr>
                    <a:spLocks/>
                  </p:cNvSpPr>
                  <p:nvPr/>
                </p:nvSpPr>
                <p:spPr bwMode="auto">
                  <a:xfrm>
                    <a:off x="3146" y="2332"/>
                    <a:ext cx="4" cy="17"/>
                  </a:xfrm>
                  <a:custGeom>
                    <a:avLst/>
                    <a:gdLst>
                      <a:gd name="T0" fmla="*/ 2 w 4"/>
                      <a:gd name="T1" fmla="*/ 16 h 17"/>
                      <a:gd name="T2" fmla="*/ 3 w 4"/>
                      <a:gd name="T3" fmla="*/ 15 h 17"/>
                      <a:gd name="T4" fmla="*/ 2 w 4"/>
                      <a:gd name="T5" fmla="*/ 14 h 17"/>
                      <a:gd name="T6" fmla="*/ 1 w 4"/>
                      <a:gd name="T7" fmla="*/ 9 h 17"/>
                      <a:gd name="T8" fmla="*/ 1 w 4"/>
                      <a:gd name="T9" fmla="*/ 5 h 17"/>
                      <a:gd name="T10" fmla="*/ 1 w 4"/>
                      <a:gd name="T11" fmla="*/ 3 h 17"/>
                      <a:gd name="T12" fmla="*/ 1 w 4"/>
                      <a:gd name="T13" fmla="*/ 1 h 17"/>
                      <a:gd name="T14" fmla="*/ 0 w 4"/>
                      <a:gd name="T15" fmla="*/ 0 h 17"/>
                      <a:gd name="T16" fmla="*/ 0 w 4"/>
                      <a:gd name="T17" fmla="*/ 1 h 17"/>
                      <a:gd name="T18" fmla="*/ 0 w 4"/>
                      <a:gd name="T19" fmla="*/ 3 h 17"/>
                      <a:gd name="T20" fmla="*/ 0 w 4"/>
                      <a:gd name="T21" fmla="*/ 6 h 17"/>
                      <a:gd name="T22" fmla="*/ 0 w 4"/>
                      <a:gd name="T23" fmla="*/ 9 h 17"/>
                      <a:gd name="T24" fmla="*/ 1 w 4"/>
                      <a:gd name="T25" fmla="*/ 11 h 17"/>
                      <a:gd name="T26" fmla="*/ 2 w 4"/>
                      <a:gd name="T27" fmla="*/ 16 h 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17"/>
                      <a:gd name="T44" fmla="*/ 4 w 4"/>
                      <a:gd name="T45" fmla="*/ 17 h 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17">
                        <a:moveTo>
                          <a:pt x="2" y="16"/>
                        </a:moveTo>
                        <a:lnTo>
                          <a:pt x="3" y="15"/>
                        </a:lnTo>
                        <a:lnTo>
                          <a:pt x="2" y="14"/>
                        </a:lnTo>
                        <a:lnTo>
                          <a:pt x="1" y="9"/>
                        </a:lnTo>
                        <a:lnTo>
                          <a:pt x="1" y="5"/>
                        </a:lnTo>
                        <a:lnTo>
                          <a:pt x="1" y="3"/>
                        </a:lnTo>
                        <a:lnTo>
                          <a:pt x="1" y="1"/>
                        </a:lnTo>
                        <a:lnTo>
                          <a:pt x="0" y="0"/>
                        </a:lnTo>
                        <a:lnTo>
                          <a:pt x="0" y="1"/>
                        </a:lnTo>
                        <a:lnTo>
                          <a:pt x="0" y="3"/>
                        </a:lnTo>
                        <a:lnTo>
                          <a:pt x="0" y="6"/>
                        </a:lnTo>
                        <a:lnTo>
                          <a:pt x="0" y="9"/>
                        </a:lnTo>
                        <a:lnTo>
                          <a:pt x="1" y="11"/>
                        </a:lnTo>
                        <a:lnTo>
                          <a:pt x="2" y="16"/>
                        </a:lnTo>
                      </a:path>
                    </a:pathLst>
                  </a:custGeom>
                  <a:solidFill>
                    <a:srgbClr val="402000"/>
                  </a:solidFill>
                  <a:ln w="12700" cap="rnd">
                    <a:noFill/>
                    <a:round/>
                    <a:headEnd/>
                    <a:tailEnd/>
                  </a:ln>
                </p:spPr>
                <p:txBody>
                  <a:bodyPr/>
                  <a:lstStyle/>
                  <a:p>
                    <a:pPr algn="ctr"/>
                    <a:endParaRPr lang="pt-BR" sz="2400"/>
                  </a:p>
                </p:txBody>
              </p:sp>
            </p:grpSp>
            <p:grpSp>
              <p:nvGrpSpPr>
                <p:cNvPr id="563" name="Group 122"/>
                <p:cNvGrpSpPr>
                  <a:grpSpLocks/>
                </p:cNvGrpSpPr>
                <p:nvPr/>
              </p:nvGrpSpPr>
              <p:grpSpPr bwMode="auto">
                <a:xfrm>
                  <a:off x="3103" y="2116"/>
                  <a:ext cx="99" cy="153"/>
                  <a:chOff x="3103" y="2116"/>
                  <a:chExt cx="99" cy="153"/>
                </a:xfrm>
              </p:grpSpPr>
              <p:sp>
                <p:nvSpPr>
                  <p:cNvPr id="567" name="Freeform 123"/>
                  <p:cNvSpPr>
                    <a:spLocks/>
                  </p:cNvSpPr>
                  <p:nvPr/>
                </p:nvSpPr>
                <p:spPr bwMode="auto">
                  <a:xfrm>
                    <a:off x="3103" y="2116"/>
                    <a:ext cx="99" cy="153"/>
                  </a:xfrm>
                  <a:custGeom>
                    <a:avLst/>
                    <a:gdLst>
                      <a:gd name="T0" fmla="*/ 71 w 99"/>
                      <a:gd name="T1" fmla="*/ 2 h 153"/>
                      <a:gd name="T2" fmla="*/ 62 w 99"/>
                      <a:gd name="T3" fmla="*/ 11 h 153"/>
                      <a:gd name="T4" fmla="*/ 44 w 99"/>
                      <a:gd name="T5" fmla="*/ 15 h 153"/>
                      <a:gd name="T6" fmla="*/ 36 w 99"/>
                      <a:gd name="T7" fmla="*/ 16 h 153"/>
                      <a:gd name="T8" fmla="*/ 23 w 99"/>
                      <a:gd name="T9" fmla="*/ 19 h 153"/>
                      <a:gd name="T10" fmla="*/ 18 w 99"/>
                      <a:gd name="T11" fmla="*/ 24 h 153"/>
                      <a:gd name="T12" fmla="*/ 15 w 99"/>
                      <a:gd name="T13" fmla="*/ 30 h 153"/>
                      <a:gd name="T14" fmla="*/ 14 w 99"/>
                      <a:gd name="T15" fmla="*/ 36 h 153"/>
                      <a:gd name="T16" fmla="*/ 11 w 99"/>
                      <a:gd name="T17" fmla="*/ 52 h 153"/>
                      <a:gd name="T18" fmla="*/ 10 w 99"/>
                      <a:gd name="T19" fmla="*/ 61 h 153"/>
                      <a:gd name="T20" fmla="*/ 8 w 99"/>
                      <a:gd name="T21" fmla="*/ 72 h 153"/>
                      <a:gd name="T22" fmla="*/ 6 w 99"/>
                      <a:gd name="T23" fmla="*/ 82 h 153"/>
                      <a:gd name="T24" fmla="*/ 4 w 99"/>
                      <a:gd name="T25" fmla="*/ 93 h 153"/>
                      <a:gd name="T26" fmla="*/ 4 w 99"/>
                      <a:gd name="T27" fmla="*/ 104 h 153"/>
                      <a:gd name="T28" fmla="*/ 2 w 99"/>
                      <a:gd name="T29" fmla="*/ 118 h 153"/>
                      <a:gd name="T30" fmla="*/ 1 w 99"/>
                      <a:gd name="T31" fmla="*/ 135 h 153"/>
                      <a:gd name="T32" fmla="*/ 0 w 99"/>
                      <a:gd name="T33" fmla="*/ 148 h 153"/>
                      <a:gd name="T34" fmla="*/ 6 w 99"/>
                      <a:gd name="T35" fmla="*/ 149 h 153"/>
                      <a:gd name="T36" fmla="*/ 10 w 99"/>
                      <a:gd name="T37" fmla="*/ 150 h 153"/>
                      <a:gd name="T38" fmla="*/ 15 w 99"/>
                      <a:gd name="T39" fmla="*/ 151 h 153"/>
                      <a:gd name="T40" fmla="*/ 24 w 99"/>
                      <a:gd name="T41" fmla="*/ 152 h 153"/>
                      <a:gd name="T42" fmla="*/ 31 w 99"/>
                      <a:gd name="T43" fmla="*/ 152 h 153"/>
                      <a:gd name="T44" fmla="*/ 37 w 99"/>
                      <a:gd name="T45" fmla="*/ 151 h 153"/>
                      <a:gd name="T46" fmla="*/ 43 w 99"/>
                      <a:gd name="T47" fmla="*/ 147 h 153"/>
                      <a:gd name="T48" fmla="*/ 41 w 99"/>
                      <a:gd name="T49" fmla="*/ 135 h 153"/>
                      <a:gd name="T50" fmla="*/ 41 w 99"/>
                      <a:gd name="T51" fmla="*/ 123 h 153"/>
                      <a:gd name="T52" fmla="*/ 41 w 99"/>
                      <a:gd name="T53" fmla="*/ 110 h 153"/>
                      <a:gd name="T54" fmla="*/ 41 w 99"/>
                      <a:gd name="T55" fmla="*/ 82 h 153"/>
                      <a:gd name="T56" fmla="*/ 44 w 99"/>
                      <a:gd name="T57" fmla="*/ 106 h 153"/>
                      <a:gd name="T58" fmla="*/ 44 w 99"/>
                      <a:gd name="T59" fmla="*/ 111 h 153"/>
                      <a:gd name="T60" fmla="*/ 49 w 99"/>
                      <a:gd name="T61" fmla="*/ 114 h 153"/>
                      <a:gd name="T62" fmla="*/ 49 w 99"/>
                      <a:gd name="T63" fmla="*/ 123 h 153"/>
                      <a:gd name="T64" fmla="*/ 57 w 99"/>
                      <a:gd name="T65" fmla="*/ 126 h 153"/>
                      <a:gd name="T66" fmla="*/ 76 w 99"/>
                      <a:gd name="T67" fmla="*/ 128 h 153"/>
                      <a:gd name="T68" fmla="*/ 98 w 99"/>
                      <a:gd name="T69" fmla="*/ 127 h 153"/>
                      <a:gd name="T70" fmla="*/ 96 w 99"/>
                      <a:gd name="T71" fmla="*/ 119 h 153"/>
                      <a:gd name="T72" fmla="*/ 94 w 99"/>
                      <a:gd name="T73" fmla="*/ 108 h 153"/>
                      <a:gd name="T74" fmla="*/ 93 w 99"/>
                      <a:gd name="T75" fmla="*/ 95 h 153"/>
                      <a:gd name="T76" fmla="*/ 92 w 99"/>
                      <a:gd name="T77" fmla="*/ 80 h 153"/>
                      <a:gd name="T78" fmla="*/ 93 w 99"/>
                      <a:gd name="T79" fmla="*/ 61 h 153"/>
                      <a:gd name="T80" fmla="*/ 94 w 99"/>
                      <a:gd name="T81" fmla="*/ 43 h 153"/>
                      <a:gd name="T82" fmla="*/ 95 w 99"/>
                      <a:gd name="T83" fmla="*/ 31 h 153"/>
                      <a:gd name="T84" fmla="*/ 92 w 99"/>
                      <a:gd name="T85" fmla="*/ 23 h 153"/>
                      <a:gd name="T86" fmla="*/ 87 w 99"/>
                      <a:gd name="T87" fmla="*/ 22 h 153"/>
                      <a:gd name="T88" fmla="*/ 81 w 99"/>
                      <a:gd name="T89" fmla="*/ 16 h 153"/>
                      <a:gd name="T90" fmla="*/ 76 w 99"/>
                      <a:gd name="T91" fmla="*/ 12 h 153"/>
                      <a:gd name="T92" fmla="*/ 74 w 99"/>
                      <a:gd name="T93" fmla="*/ 7 h 153"/>
                      <a:gd name="T94" fmla="*/ 75 w 99"/>
                      <a:gd name="T95" fmla="*/ 0 h 153"/>
                      <a:gd name="T96" fmla="*/ 71 w 99"/>
                      <a:gd name="T97" fmla="*/ 2 h 15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9"/>
                      <a:gd name="T148" fmla="*/ 0 h 153"/>
                      <a:gd name="T149" fmla="*/ 99 w 99"/>
                      <a:gd name="T150" fmla="*/ 153 h 15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9" h="153">
                        <a:moveTo>
                          <a:pt x="71" y="2"/>
                        </a:moveTo>
                        <a:lnTo>
                          <a:pt x="62" y="11"/>
                        </a:lnTo>
                        <a:lnTo>
                          <a:pt x="44" y="15"/>
                        </a:lnTo>
                        <a:lnTo>
                          <a:pt x="36" y="16"/>
                        </a:lnTo>
                        <a:lnTo>
                          <a:pt x="23" y="19"/>
                        </a:lnTo>
                        <a:lnTo>
                          <a:pt x="18" y="24"/>
                        </a:lnTo>
                        <a:lnTo>
                          <a:pt x="15" y="30"/>
                        </a:lnTo>
                        <a:lnTo>
                          <a:pt x="14" y="36"/>
                        </a:lnTo>
                        <a:lnTo>
                          <a:pt x="11" y="52"/>
                        </a:lnTo>
                        <a:lnTo>
                          <a:pt x="10" y="61"/>
                        </a:lnTo>
                        <a:lnTo>
                          <a:pt x="8" y="72"/>
                        </a:lnTo>
                        <a:lnTo>
                          <a:pt x="6" y="82"/>
                        </a:lnTo>
                        <a:lnTo>
                          <a:pt x="4" y="93"/>
                        </a:lnTo>
                        <a:lnTo>
                          <a:pt x="4" y="104"/>
                        </a:lnTo>
                        <a:lnTo>
                          <a:pt x="2" y="118"/>
                        </a:lnTo>
                        <a:lnTo>
                          <a:pt x="1" y="135"/>
                        </a:lnTo>
                        <a:lnTo>
                          <a:pt x="0" y="148"/>
                        </a:lnTo>
                        <a:lnTo>
                          <a:pt x="6" y="149"/>
                        </a:lnTo>
                        <a:lnTo>
                          <a:pt x="10" y="150"/>
                        </a:lnTo>
                        <a:lnTo>
                          <a:pt x="15" y="151"/>
                        </a:lnTo>
                        <a:lnTo>
                          <a:pt x="24" y="152"/>
                        </a:lnTo>
                        <a:lnTo>
                          <a:pt x="31" y="152"/>
                        </a:lnTo>
                        <a:lnTo>
                          <a:pt x="37" y="151"/>
                        </a:lnTo>
                        <a:lnTo>
                          <a:pt x="43" y="147"/>
                        </a:lnTo>
                        <a:lnTo>
                          <a:pt x="41" y="135"/>
                        </a:lnTo>
                        <a:lnTo>
                          <a:pt x="41" y="123"/>
                        </a:lnTo>
                        <a:lnTo>
                          <a:pt x="41" y="110"/>
                        </a:lnTo>
                        <a:lnTo>
                          <a:pt x="41" y="82"/>
                        </a:lnTo>
                        <a:lnTo>
                          <a:pt x="44" y="106"/>
                        </a:lnTo>
                        <a:lnTo>
                          <a:pt x="44" y="111"/>
                        </a:lnTo>
                        <a:lnTo>
                          <a:pt x="49" y="114"/>
                        </a:lnTo>
                        <a:lnTo>
                          <a:pt x="49" y="123"/>
                        </a:lnTo>
                        <a:lnTo>
                          <a:pt x="57" y="126"/>
                        </a:lnTo>
                        <a:lnTo>
                          <a:pt x="76" y="128"/>
                        </a:lnTo>
                        <a:lnTo>
                          <a:pt x="98" y="127"/>
                        </a:lnTo>
                        <a:lnTo>
                          <a:pt x="96" y="119"/>
                        </a:lnTo>
                        <a:lnTo>
                          <a:pt x="94" y="108"/>
                        </a:lnTo>
                        <a:lnTo>
                          <a:pt x="93" y="95"/>
                        </a:lnTo>
                        <a:lnTo>
                          <a:pt x="92" y="80"/>
                        </a:lnTo>
                        <a:lnTo>
                          <a:pt x="93" y="61"/>
                        </a:lnTo>
                        <a:lnTo>
                          <a:pt x="94" y="43"/>
                        </a:lnTo>
                        <a:lnTo>
                          <a:pt x="95" y="31"/>
                        </a:lnTo>
                        <a:lnTo>
                          <a:pt x="92" y="23"/>
                        </a:lnTo>
                        <a:lnTo>
                          <a:pt x="87" y="22"/>
                        </a:lnTo>
                        <a:lnTo>
                          <a:pt x="81" y="16"/>
                        </a:lnTo>
                        <a:lnTo>
                          <a:pt x="76" y="12"/>
                        </a:lnTo>
                        <a:lnTo>
                          <a:pt x="74" y="7"/>
                        </a:lnTo>
                        <a:lnTo>
                          <a:pt x="75" y="0"/>
                        </a:lnTo>
                        <a:lnTo>
                          <a:pt x="71" y="2"/>
                        </a:lnTo>
                      </a:path>
                    </a:pathLst>
                  </a:custGeom>
                  <a:solidFill>
                    <a:srgbClr val="400040"/>
                  </a:solidFill>
                  <a:ln w="12700" cap="rnd">
                    <a:noFill/>
                    <a:round/>
                    <a:headEnd/>
                    <a:tailEnd/>
                  </a:ln>
                </p:spPr>
                <p:txBody>
                  <a:bodyPr/>
                  <a:lstStyle/>
                  <a:p>
                    <a:pPr algn="ctr"/>
                    <a:endParaRPr lang="pt-BR" sz="2400"/>
                  </a:p>
                </p:txBody>
              </p:sp>
              <p:grpSp>
                <p:nvGrpSpPr>
                  <p:cNvPr id="568" name="Group 124"/>
                  <p:cNvGrpSpPr>
                    <a:grpSpLocks/>
                  </p:cNvGrpSpPr>
                  <p:nvPr/>
                </p:nvGrpSpPr>
                <p:grpSpPr bwMode="auto">
                  <a:xfrm>
                    <a:off x="3104" y="2121"/>
                    <a:ext cx="95" cy="145"/>
                    <a:chOff x="3104" y="2121"/>
                    <a:chExt cx="95" cy="145"/>
                  </a:xfrm>
                </p:grpSpPr>
                <p:sp>
                  <p:nvSpPr>
                    <p:cNvPr id="569" name="Freeform 125"/>
                    <p:cNvSpPr>
                      <a:spLocks/>
                    </p:cNvSpPr>
                    <p:nvPr/>
                  </p:nvSpPr>
                  <p:spPr bwMode="auto">
                    <a:xfrm>
                      <a:off x="3104" y="2127"/>
                      <a:ext cx="95" cy="139"/>
                    </a:xfrm>
                    <a:custGeom>
                      <a:avLst/>
                      <a:gdLst>
                        <a:gd name="T0" fmla="*/ 92 w 95"/>
                        <a:gd name="T1" fmla="*/ 103 h 139"/>
                        <a:gd name="T2" fmla="*/ 89 w 95"/>
                        <a:gd name="T3" fmla="*/ 59 h 139"/>
                        <a:gd name="T4" fmla="*/ 91 w 95"/>
                        <a:gd name="T5" fmla="*/ 31 h 139"/>
                        <a:gd name="T6" fmla="*/ 89 w 95"/>
                        <a:gd name="T7" fmla="*/ 15 h 139"/>
                        <a:gd name="T8" fmla="*/ 80 w 95"/>
                        <a:gd name="T9" fmla="*/ 18 h 139"/>
                        <a:gd name="T10" fmla="*/ 71 w 95"/>
                        <a:gd name="T11" fmla="*/ 15 h 139"/>
                        <a:gd name="T12" fmla="*/ 66 w 95"/>
                        <a:gd name="T13" fmla="*/ 0 h 139"/>
                        <a:gd name="T14" fmla="*/ 50 w 95"/>
                        <a:gd name="T15" fmla="*/ 6 h 139"/>
                        <a:gd name="T16" fmla="*/ 33 w 95"/>
                        <a:gd name="T17" fmla="*/ 9 h 139"/>
                        <a:gd name="T18" fmla="*/ 18 w 95"/>
                        <a:gd name="T19" fmla="*/ 15 h 139"/>
                        <a:gd name="T20" fmla="*/ 20 w 95"/>
                        <a:gd name="T21" fmla="*/ 40 h 139"/>
                        <a:gd name="T22" fmla="*/ 26 w 95"/>
                        <a:gd name="T23" fmla="*/ 63 h 139"/>
                        <a:gd name="T24" fmla="*/ 30 w 95"/>
                        <a:gd name="T25" fmla="*/ 91 h 139"/>
                        <a:gd name="T26" fmla="*/ 22 w 95"/>
                        <a:gd name="T27" fmla="*/ 54 h 139"/>
                        <a:gd name="T28" fmla="*/ 14 w 95"/>
                        <a:gd name="T29" fmla="*/ 34 h 139"/>
                        <a:gd name="T30" fmla="*/ 12 w 95"/>
                        <a:gd name="T31" fmla="*/ 65 h 139"/>
                        <a:gd name="T32" fmla="*/ 17 w 95"/>
                        <a:gd name="T33" fmla="*/ 89 h 139"/>
                        <a:gd name="T34" fmla="*/ 17 w 95"/>
                        <a:gd name="T35" fmla="*/ 118 h 139"/>
                        <a:gd name="T36" fmla="*/ 14 w 95"/>
                        <a:gd name="T37" fmla="*/ 111 h 139"/>
                        <a:gd name="T38" fmla="*/ 14 w 95"/>
                        <a:gd name="T39" fmla="*/ 89 h 139"/>
                        <a:gd name="T40" fmla="*/ 9 w 95"/>
                        <a:gd name="T41" fmla="*/ 70 h 139"/>
                        <a:gd name="T42" fmla="*/ 6 w 95"/>
                        <a:gd name="T43" fmla="*/ 77 h 139"/>
                        <a:gd name="T44" fmla="*/ 5 w 95"/>
                        <a:gd name="T45" fmla="*/ 90 h 139"/>
                        <a:gd name="T46" fmla="*/ 3 w 95"/>
                        <a:gd name="T47" fmla="*/ 106 h 139"/>
                        <a:gd name="T48" fmla="*/ 8 w 95"/>
                        <a:gd name="T49" fmla="*/ 89 h 139"/>
                        <a:gd name="T50" fmla="*/ 6 w 95"/>
                        <a:gd name="T51" fmla="*/ 104 h 139"/>
                        <a:gd name="T52" fmla="*/ 2 w 95"/>
                        <a:gd name="T53" fmla="*/ 120 h 139"/>
                        <a:gd name="T54" fmla="*/ 0 w 95"/>
                        <a:gd name="T55" fmla="*/ 136 h 139"/>
                        <a:gd name="T56" fmla="*/ 7 w 95"/>
                        <a:gd name="T57" fmla="*/ 135 h 139"/>
                        <a:gd name="T58" fmla="*/ 21 w 95"/>
                        <a:gd name="T59" fmla="*/ 138 h 139"/>
                        <a:gd name="T60" fmla="*/ 32 w 95"/>
                        <a:gd name="T61" fmla="*/ 136 h 139"/>
                        <a:gd name="T62" fmla="*/ 38 w 95"/>
                        <a:gd name="T63" fmla="*/ 122 h 139"/>
                        <a:gd name="T64" fmla="*/ 36 w 95"/>
                        <a:gd name="T65" fmla="*/ 105 h 139"/>
                        <a:gd name="T66" fmla="*/ 38 w 95"/>
                        <a:gd name="T67" fmla="*/ 80 h 139"/>
                        <a:gd name="T68" fmla="*/ 36 w 95"/>
                        <a:gd name="T69" fmla="*/ 53 h 139"/>
                        <a:gd name="T70" fmla="*/ 33 w 95"/>
                        <a:gd name="T71" fmla="*/ 38 h 139"/>
                        <a:gd name="T72" fmla="*/ 39 w 95"/>
                        <a:gd name="T73" fmla="*/ 57 h 139"/>
                        <a:gd name="T74" fmla="*/ 42 w 95"/>
                        <a:gd name="T75" fmla="*/ 72 h 139"/>
                        <a:gd name="T76" fmla="*/ 43 w 95"/>
                        <a:gd name="T77" fmla="*/ 90 h 139"/>
                        <a:gd name="T78" fmla="*/ 45 w 95"/>
                        <a:gd name="T79" fmla="*/ 91 h 139"/>
                        <a:gd name="T80" fmla="*/ 45 w 95"/>
                        <a:gd name="T81" fmla="*/ 71 h 139"/>
                        <a:gd name="T82" fmla="*/ 43 w 95"/>
                        <a:gd name="T83" fmla="*/ 54 h 139"/>
                        <a:gd name="T84" fmla="*/ 48 w 95"/>
                        <a:gd name="T85" fmla="*/ 71 h 139"/>
                        <a:gd name="T86" fmla="*/ 48 w 95"/>
                        <a:gd name="T87" fmla="*/ 89 h 139"/>
                        <a:gd name="T88" fmla="*/ 49 w 95"/>
                        <a:gd name="T89" fmla="*/ 99 h 139"/>
                        <a:gd name="T90" fmla="*/ 50 w 95"/>
                        <a:gd name="T91" fmla="*/ 112 h 139"/>
                        <a:gd name="T92" fmla="*/ 68 w 95"/>
                        <a:gd name="T93" fmla="*/ 114 h 139"/>
                        <a:gd name="T94" fmla="*/ 60 w 95"/>
                        <a:gd name="T95" fmla="*/ 93 h 139"/>
                        <a:gd name="T96" fmla="*/ 59 w 95"/>
                        <a:gd name="T97" fmla="*/ 69 h 139"/>
                        <a:gd name="T98" fmla="*/ 62 w 95"/>
                        <a:gd name="T99" fmla="*/ 72 h 139"/>
                        <a:gd name="T100" fmla="*/ 62 w 95"/>
                        <a:gd name="T101" fmla="*/ 89 h 139"/>
                        <a:gd name="T102" fmla="*/ 67 w 95"/>
                        <a:gd name="T103" fmla="*/ 107 h 139"/>
                        <a:gd name="T104" fmla="*/ 80 w 95"/>
                        <a:gd name="T105" fmla="*/ 116 h 13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95"/>
                        <a:gd name="T160" fmla="*/ 0 h 139"/>
                        <a:gd name="T161" fmla="*/ 95 w 95"/>
                        <a:gd name="T162" fmla="*/ 139 h 13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95" h="139">
                          <a:moveTo>
                            <a:pt x="94" y="116"/>
                          </a:moveTo>
                          <a:lnTo>
                            <a:pt x="92" y="103"/>
                          </a:lnTo>
                          <a:lnTo>
                            <a:pt x="88" y="79"/>
                          </a:lnTo>
                          <a:lnTo>
                            <a:pt x="89" y="59"/>
                          </a:lnTo>
                          <a:lnTo>
                            <a:pt x="90" y="46"/>
                          </a:lnTo>
                          <a:lnTo>
                            <a:pt x="91" y="31"/>
                          </a:lnTo>
                          <a:lnTo>
                            <a:pt x="91" y="23"/>
                          </a:lnTo>
                          <a:lnTo>
                            <a:pt x="89" y="15"/>
                          </a:lnTo>
                          <a:lnTo>
                            <a:pt x="85" y="15"/>
                          </a:lnTo>
                          <a:lnTo>
                            <a:pt x="80" y="18"/>
                          </a:lnTo>
                          <a:lnTo>
                            <a:pt x="76" y="22"/>
                          </a:lnTo>
                          <a:lnTo>
                            <a:pt x="71" y="15"/>
                          </a:lnTo>
                          <a:lnTo>
                            <a:pt x="68" y="10"/>
                          </a:lnTo>
                          <a:lnTo>
                            <a:pt x="66" y="0"/>
                          </a:lnTo>
                          <a:lnTo>
                            <a:pt x="61" y="4"/>
                          </a:lnTo>
                          <a:lnTo>
                            <a:pt x="50" y="6"/>
                          </a:lnTo>
                          <a:lnTo>
                            <a:pt x="40" y="9"/>
                          </a:lnTo>
                          <a:lnTo>
                            <a:pt x="33" y="9"/>
                          </a:lnTo>
                          <a:lnTo>
                            <a:pt x="22" y="13"/>
                          </a:lnTo>
                          <a:lnTo>
                            <a:pt x="18" y="15"/>
                          </a:lnTo>
                          <a:lnTo>
                            <a:pt x="16" y="28"/>
                          </a:lnTo>
                          <a:lnTo>
                            <a:pt x="20" y="40"/>
                          </a:lnTo>
                          <a:lnTo>
                            <a:pt x="25" y="54"/>
                          </a:lnTo>
                          <a:lnTo>
                            <a:pt x="26" y="63"/>
                          </a:lnTo>
                          <a:lnTo>
                            <a:pt x="30" y="81"/>
                          </a:lnTo>
                          <a:lnTo>
                            <a:pt x="30" y="91"/>
                          </a:lnTo>
                          <a:lnTo>
                            <a:pt x="25" y="71"/>
                          </a:lnTo>
                          <a:lnTo>
                            <a:pt x="22" y="54"/>
                          </a:lnTo>
                          <a:lnTo>
                            <a:pt x="18" y="44"/>
                          </a:lnTo>
                          <a:lnTo>
                            <a:pt x="14" y="34"/>
                          </a:lnTo>
                          <a:lnTo>
                            <a:pt x="12" y="52"/>
                          </a:lnTo>
                          <a:lnTo>
                            <a:pt x="12" y="65"/>
                          </a:lnTo>
                          <a:lnTo>
                            <a:pt x="12" y="72"/>
                          </a:lnTo>
                          <a:lnTo>
                            <a:pt x="17" y="89"/>
                          </a:lnTo>
                          <a:lnTo>
                            <a:pt x="18" y="102"/>
                          </a:lnTo>
                          <a:lnTo>
                            <a:pt x="17" y="118"/>
                          </a:lnTo>
                          <a:lnTo>
                            <a:pt x="17" y="127"/>
                          </a:lnTo>
                          <a:lnTo>
                            <a:pt x="14" y="111"/>
                          </a:lnTo>
                          <a:lnTo>
                            <a:pt x="15" y="100"/>
                          </a:lnTo>
                          <a:lnTo>
                            <a:pt x="14" y="89"/>
                          </a:lnTo>
                          <a:lnTo>
                            <a:pt x="10" y="77"/>
                          </a:lnTo>
                          <a:lnTo>
                            <a:pt x="9" y="70"/>
                          </a:lnTo>
                          <a:lnTo>
                            <a:pt x="9" y="65"/>
                          </a:lnTo>
                          <a:lnTo>
                            <a:pt x="6" y="77"/>
                          </a:lnTo>
                          <a:lnTo>
                            <a:pt x="5" y="86"/>
                          </a:lnTo>
                          <a:lnTo>
                            <a:pt x="5" y="90"/>
                          </a:lnTo>
                          <a:lnTo>
                            <a:pt x="5" y="96"/>
                          </a:lnTo>
                          <a:lnTo>
                            <a:pt x="3" y="106"/>
                          </a:lnTo>
                          <a:lnTo>
                            <a:pt x="6" y="94"/>
                          </a:lnTo>
                          <a:lnTo>
                            <a:pt x="8" y="89"/>
                          </a:lnTo>
                          <a:lnTo>
                            <a:pt x="8" y="94"/>
                          </a:lnTo>
                          <a:lnTo>
                            <a:pt x="6" y="104"/>
                          </a:lnTo>
                          <a:lnTo>
                            <a:pt x="3" y="112"/>
                          </a:lnTo>
                          <a:lnTo>
                            <a:pt x="2" y="120"/>
                          </a:lnTo>
                          <a:lnTo>
                            <a:pt x="1" y="129"/>
                          </a:lnTo>
                          <a:lnTo>
                            <a:pt x="0" y="136"/>
                          </a:lnTo>
                          <a:lnTo>
                            <a:pt x="5" y="136"/>
                          </a:lnTo>
                          <a:lnTo>
                            <a:pt x="7" y="135"/>
                          </a:lnTo>
                          <a:lnTo>
                            <a:pt x="12" y="138"/>
                          </a:lnTo>
                          <a:lnTo>
                            <a:pt x="21" y="138"/>
                          </a:lnTo>
                          <a:lnTo>
                            <a:pt x="28" y="138"/>
                          </a:lnTo>
                          <a:lnTo>
                            <a:pt x="32" y="136"/>
                          </a:lnTo>
                          <a:lnTo>
                            <a:pt x="38" y="135"/>
                          </a:lnTo>
                          <a:lnTo>
                            <a:pt x="38" y="122"/>
                          </a:lnTo>
                          <a:lnTo>
                            <a:pt x="38" y="113"/>
                          </a:lnTo>
                          <a:lnTo>
                            <a:pt x="36" y="105"/>
                          </a:lnTo>
                          <a:lnTo>
                            <a:pt x="37" y="93"/>
                          </a:lnTo>
                          <a:lnTo>
                            <a:pt x="38" y="80"/>
                          </a:lnTo>
                          <a:lnTo>
                            <a:pt x="38" y="69"/>
                          </a:lnTo>
                          <a:lnTo>
                            <a:pt x="36" y="53"/>
                          </a:lnTo>
                          <a:lnTo>
                            <a:pt x="33" y="45"/>
                          </a:lnTo>
                          <a:lnTo>
                            <a:pt x="33" y="38"/>
                          </a:lnTo>
                          <a:lnTo>
                            <a:pt x="36" y="47"/>
                          </a:lnTo>
                          <a:lnTo>
                            <a:pt x="39" y="57"/>
                          </a:lnTo>
                          <a:lnTo>
                            <a:pt x="40" y="65"/>
                          </a:lnTo>
                          <a:lnTo>
                            <a:pt x="42" y="72"/>
                          </a:lnTo>
                          <a:lnTo>
                            <a:pt x="43" y="82"/>
                          </a:lnTo>
                          <a:lnTo>
                            <a:pt x="43" y="90"/>
                          </a:lnTo>
                          <a:lnTo>
                            <a:pt x="45" y="99"/>
                          </a:lnTo>
                          <a:lnTo>
                            <a:pt x="45" y="91"/>
                          </a:lnTo>
                          <a:lnTo>
                            <a:pt x="45" y="83"/>
                          </a:lnTo>
                          <a:lnTo>
                            <a:pt x="45" y="71"/>
                          </a:lnTo>
                          <a:lnTo>
                            <a:pt x="44" y="61"/>
                          </a:lnTo>
                          <a:lnTo>
                            <a:pt x="43" y="54"/>
                          </a:lnTo>
                          <a:lnTo>
                            <a:pt x="45" y="62"/>
                          </a:lnTo>
                          <a:lnTo>
                            <a:pt x="48" y="71"/>
                          </a:lnTo>
                          <a:lnTo>
                            <a:pt x="48" y="80"/>
                          </a:lnTo>
                          <a:lnTo>
                            <a:pt x="48" y="89"/>
                          </a:lnTo>
                          <a:lnTo>
                            <a:pt x="48" y="96"/>
                          </a:lnTo>
                          <a:lnTo>
                            <a:pt x="49" y="99"/>
                          </a:lnTo>
                          <a:lnTo>
                            <a:pt x="50" y="102"/>
                          </a:lnTo>
                          <a:lnTo>
                            <a:pt x="50" y="112"/>
                          </a:lnTo>
                          <a:lnTo>
                            <a:pt x="56" y="114"/>
                          </a:lnTo>
                          <a:lnTo>
                            <a:pt x="68" y="114"/>
                          </a:lnTo>
                          <a:lnTo>
                            <a:pt x="64" y="104"/>
                          </a:lnTo>
                          <a:lnTo>
                            <a:pt x="60" y="93"/>
                          </a:lnTo>
                          <a:lnTo>
                            <a:pt x="59" y="80"/>
                          </a:lnTo>
                          <a:lnTo>
                            <a:pt x="59" y="69"/>
                          </a:lnTo>
                          <a:lnTo>
                            <a:pt x="56" y="58"/>
                          </a:lnTo>
                          <a:lnTo>
                            <a:pt x="62" y="72"/>
                          </a:lnTo>
                          <a:lnTo>
                            <a:pt x="62" y="79"/>
                          </a:lnTo>
                          <a:lnTo>
                            <a:pt x="62" y="89"/>
                          </a:lnTo>
                          <a:lnTo>
                            <a:pt x="65" y="99"/>
                          </a:lnTo>
                          <a:lnTo>
                            <a:pt x="67" y="107"/>
                          </a:lnTo>
                          <a:lnTo>
                            <a:pt x="71" y="116"/>
                          </a:lnTo>
                          <a:lnTo>
                            <a:pt x="80" y="116"/>
                          </a:lnTo>
                          <a:lnTo>
                            <a:pt x="94" y="116"/>
                          </a:lnTo>
                        </a:path>
                      </a:pathLst>
                    </a:custGeom>
                    <a:solidFill>
                      <a:srgbClr val="600060"/>
                    </a:solidFill>
                    <a:ln w="12700" cap="rnd">
                      <a:noFill/>
                      <a:round/>
                      <a:headEnd/>
                      <a:tailEnd/>
                    </a:ln>
                  </p:spPr>
                  <p:txBody>
                    <a:bodyPr/>
                    <a:lstStyle/>
                    <a:p>
                      <a:pPr algn="ctr"/>
                      <a:endParaRPr lang="pt-BR" sz="2400"/>
                    </a:p>
                  </p:txBody>
                </p:sp>
                <p:sp>
                  <p:nvSpPr>
                    <p:cNvPr id="570" name="Freeform 126"/>
                    <p:cNvSpPr>
                      <a:spLocks/>
                    </p:cNvSpPr>
                    <p:nvPr/>
                  </p:nvSpPr>
                  <p:spPr bwMode="auto">
                    <a:xfrm>
                      <a:off x="3171" y="2121"/>
                      <a:ext cx="21" cy="27"/>
                    </a:xfrm>
                    <a:custGeom>
                      <a:avLst/>
                      <a:gdLst>
                        <a:gd name="T0" fmla="*/ 4 w 21"/>
                        <a:gd name="T1" fmla="*/ 0 h 27"/>
                        <a:gd name="T2" fmla="*/ 0 w 21"/>
                        <a:gd name="T3" fmla="*/ 5 h 27"/>
                        <a:gd name="T4" fmla="*/ 1 w 21"/>
                        <a:gd name="T5" fmla="*/ 11 h 27"/>
                        <a:gd name="T6" fmla="*/ 5 w 21"/>
                        <a:gd name="T7" fmla="*/ 19 h 27"/>
                        <a:gd name="T8" fmla="*/ 6 w 21"/>
                        <a:gd name="T9" fmla="*/ 22 h 27"/>
                        <a:gd name="T10" fmla="*/ 9 w 21"/>
                        <a:gd name="T11" fmla="*/ 26 h 27"/>
                        <a:gd name="T12" fmla="*/ 13 w 21"/>
                        <a:gd name="T13" fmla="*/ 23 h 27"/>
                        <a:gd name="T14" fmla="*/ 16 w 21"/>
                        <a:gd name="T15" fmla="*/ 22 h 27"/>
                        <a:gd name="T16" fmla="*/ 20 w 21"/>
                        <a:gd name="T17" fmla="*/ 20 h 27"/>
                        <a:gd name="T18" fmla="*/ 14 w 21"/>
                        <a:gd name="T19" fmla="*/ 16 h 27"/>
                        <a:gd name="T20" fmla="*/ 10 w 21"/>
                        <a:gd name="T21" fmla="*/ 12 h 27"/>
                        <a:gd name="T22" fmla="*/ 6 w 21"/>
                        <a:gd name="T23" fmla="*/ 9 h 27"/>
                        <a:gd name="T24" fmla="*/ 4 w 21"/>
                        <a:gd name="T25" fmla="*/ 6 h 27"/>
                        <a:gd name="T26" fmla="*/ 4 w 21"/>
                        <a:gd name="T27" fmla="*/ 0 h 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27"/>
                        <a:gd name="T44" fmla="*/ 21 w 21"/>
                        <a:gd name="T45" fmla="*/ 27 h 2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27">
                          <a:moveTo>
                            <a:pt x="4" y="0"/>
                          </a:moveTo>
                          <a:lnTo>
                            <a:pt x="0" y="5"/>
                          </a:lnTo>
                          <a:lnTo>
                            <a:pt x="1" y="11"/>
                          </a:lnTo>
                          <a:lnTo>
                            <a:pt x="5" y="19"/>
                          </a:lnTo>
                          <a:lnTo>
                            <a:pt x="6" y="22"/>
                          </a:lnTo>
                          <a:lnTo>
                            <a:pt x="9" y="26"/>
                          </a:lnTo>
                          <a:lnTo>
                            <a:pt x="13" y="23"/>
                          </a:lnTo>
                          <a:lnTo>
                            <a:pt x="16" y="22"/>
                          </a:lnTo>
                          <a:lnTo>
                            <a:pt x="20" y="20"/>
                          </a:lnTo>
                          <a:lnTo>
                            <a:pt x="14" y="16"/>
                          </a:lnTo>
                          <a:lnTo>
                            <a:pt x="10" y="12"/>
                          </a:lnTo>
                          <a:lnTo>
                            <a:pt x="6" y="9"/>
                          </a:lnTo>
                          <a:lnTo>
                            <a:pt x="4" y="6"/>
                          </a:lnTo>
                          <a:lnTo>
                            <a:pt x="4" y="0"/>
                          </a:lnTo>
                        </a:path>
                      </a:pathLst>
                    </a:custGeom>
                    <a:solidFill>
                      <a:srgbClr val="A00000"/>
                    </a:solidFill>
                    <a:ln w="12700" cap="rnd">
                      <a:noFill/>
                      <a:round/>
                      <a:headEnd/>
                      <a:tailEnd/>
                    </a:ln>
                  </p:spPr>
                  <p:txBody>
                    <a:bodyPr/>
                    <a:lstStyle/>
                    <a:p>
                      <a:pPr algn="ctr"/>
                      <a:endParaRPr lang="pt-BR" sz="2400"/>
                    </a:p>
                  </p:txBody>
                </p:sp>
              </p:grpSp>
            </p:grpSp>
            <p:grpSp>
              <p:nvGrpSpPr>
                <p:cNvPr id="564" name="Group 127"/>
                <p:cNvGrpSpPr>
                  <a:grpSpLocks/>
                </p:cNvGrpSpPr>
                <p:nvPr/>
              </p:nvGrpSpPr>
              <p:grpSpPr bwMode="auto">
                <a:xfrm>
                  <a:off x="3153" y="2227"/>
                  <a:ext cx="86" cy="18"/>
                  <a:chOff x="3153" y="2227"/>
                  <a:chExt cx="86" cy="18"/>
                </a:xfrm>
              </p:grpSpPr>
              <p:sp>
                <p:nvSpPr>
                  <p:cNvPr id="565" name="Freeform 128"/>
                  <p:cNvSpPr>
                    <a:spLocks/>
                  </p:cNvSpPr>
                  <p:nvPr/>
                </p:nvSpPr>
                <p:spPr bwMode="auto">
                  <a:xfrm>
                    <a:off x="3153" y="2227"/>
                    <a:ext cx="86" cy="18"/>
                  </a:xfrm>
                  <a:custGeom>
                    <a:avLst/>
                    <a:gdLst>
                      <a:gd name="T0" fmla="*/ 0 w 86"/>
                      <a:gd name="T1" fmla="*/ 3 h 18"/>
                      <a:gd name="T2" fmla="*/ 12 w 86"/>
                      <a:gd name="T3" fmla="*/ 4 h 18"/>
                      <a:gd name="T4" fmla="*/ 30 w 86"/>
                      <a:gd name="T5" fmla="*/ 4 h 18"/>
                      <a:gd name="T6" fmla="*/ 52 w 86"/>
                      <a:gd name="T7" fmla="*/ 4 h 18"/>
                      <a:gd name="T8" fmla="*/ 70 w 86"/>
                      <a:gd name="T9" fmla="*/ 2 h 18"/>
                      <a:gd name="T10" fmla="*/ 85 w 86"/>
                      <a:gd name="T11" fmla="*/ 0 h 18"/>
                      <a:gd name="T12" fmla="*/ 85 w 86"/>
                      <a:gd name="T13" fmla="*/ 11 h 18"/>
                      <a:gd name="T14" fmla="*/ 65 w 86"/>
                      <a:gd name="T15" fmla="*/ 16 h 18"/>
                      <a:gd name="T16" fmla="*/ 42 w 86"/>
                      <a:gd name="T17" fmla="*/ 17 h 18"/>
                      <a:gd name="T18" fmla="*/ 26 w 86"/>
                      <a:gd name="T19" fmla="*/ 17 h 18"/>
                      <a:gd name="T20" fmla="*/ 8 w 86"/>
                      <a:gd name="T21" fmla="*/ 16 h 18"/>
                      <a:gd name="T22" fmla="*/ 0 w 86"/>
                      <a:gd name="T23" fmla="*/ 13 h 18"/>
                      <a:gd name="T24" fmla="*/ 0 w 86"/>
                      <a:gd name="T25" fmla="*/ 3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18"/>
                      <a:gd name="T41" fmla="*/ 86 w 86"/>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18">
                        <a:moveTo>
                          <a:pt x="0" y="3"/>
                        </a:moveTo>
                        <a:lnTo>
                          <a:pt x="12" y="4"/>
                        </a:lnTo>
                        <a:lnTo>
                          <a:pt x="30" y="4"/>
                        </a:lnTo>
                        <a:lnTo>
                          <a:pt x="52" y="4"/>
                        </a:lnTo>
                        <a:lnTo>
                          <a:pt x="70" y="2"/>
                        </a:lnTo>
                        <a:lnTo>
                          <a:pt x="85" y="0"/>
                        </a:lnTo>
                        <a:lnTo>
                          <a:pt x="85" y="11"/>
                        </a:lnTo>
                        <a:lnTo>
                          <a:pt x="65" y="16"/>
                        </a:lnTo>
                        <a:lnTo>
                          <a:pt x="42" y="17"/>
                        </a:lnTo>
                        <a:lnTo>
                          <a:pt x="26" y="17"/>
                        </a:lnTo>
                        <a:lnTo>
                          <a:pt x="8" y="16"/>
                        </a:lnTo>
                        <a:lnTo>
                          <a:pt x="0" y="13"/>
                        </a:lnTo>
                        <a:lnTo>
                          <a:pt x="0" y="3"/>
                        </a:lnTo>
                      </a:path>
                    </a:pathLst>
                  </a:custGeom>
                  <a:solidFill>
                    <a:srgbClr val="800000"/>
                  </a:solidFill>
                  <a:ln w="12700" cap="rnd">
                    <a:noFill/>
                    <a:round/>
                    <a:headEnd/>
                    <a:tailEnd/>
                  </a:ln>
                </p:spPr>
                <p:txBody>
                  <a:bodyPr/>
                  <a:lstStyle/>
                  <a:p>
                    <a:pPr algn="ctr"/>
                    <a:endParaRPr lang="pt-BR" sz="2400"/>
                  </a:p>
                </p:txBody>
              </p:sp>
              <p:sp>
                <p:nvSpPr>
                  <p:cNvPr id="566" name="Oval 129"/>
                  <p:cNvSpPr>
                    <a:spLocks noChangeArrowheads="1"/>
                  </p:cNvSpPr>
                  <p:nvPr/>
                </p:nvSpPr>
                <p:spPr bwMode="auto">
                  <a:xfrm>
                    <a:off x="3181" y="2230"/>
                    <a:ext cx="29" cy="14"/>
                  </a:xfrm>
                  <a:prstGeom prst="ellipse">
                    <a:avLst/>
                  </a:prstGeom>
                  <a:solidFill>
                    <a:srgbClr val="800000"/>
                  </a:solidFill>
                  <a:ln w="12700">
                    <a:noFill/>
                    <a:round/>
                    <a:headEnd/>
                    <a:tailEnd/>
                  </a:ln>
                </p:spPr>
                <p:txBody>
                  <a:bodyPr wrap="none" anchor="ctr"/>
                  <a:lstStyle/>
                  <a:p>
                    <a:pPr algn="ctr"/>
                    <a:endParaRPr lang="pt-BR" sz="2400"/>
                  </a:p>
                </p:txBody>
              </p:sp>
            </p:grpSp>
          </p:grpSp>
          <p:grpSp>
            <p:nvGrpSpPr>
              <p:cNvPr id="337" name="Group 130"/>
              <p:cNvGrpSpPr>
                <a:grpSpLocks/>
              </p:cNvGrpSpPr>
              <p:nvPr/>
            </p:nvGrpSpPr>
            <p:grpSpPr bwMode="auto">
              <a:xfrm>
                <a:off x="2694" y="2180"/>
                <a:ext cx="452" cy="315"/>
                <a:chOff x="2694" y="2180"/>
                <a:chExt cx="452" cy="315"/>
              </a:xfrm>
            </p:grpSpPr>
            <p:grpSp>
              <p:nvGrpSpPr>
                <p:cNvPr id="453" name="Group 131"/>
                <p:cNvGrpSpPr>
                  <a:grpSpLocks/>
                </p:cNvGrpSpPr>
                <p:nvPr/>
              </p:nvGrpSpPr>
              <p:grpSpPr bwMode="auto">
                <a:xfrm>
                  <a:off x="2843" y="2222"/>
                  <a:ext cx="303" cy="191"/>
                  <a:chOff x="2843" y="2222"/>
                  <a:chExt cx="303" cy="191"/>
                </a:xfrm>
              </p:grpSpPr>
              <p:grpSp>
                <p:nvGrpSpPr>
                  <p:cNvPr id="502" name="Group 132"/>
                  <p:cNvGrpSpPr>
                    <a:grpSpLocks/>
                  </p:cNvGrpSpPr>
                  <p:nvPr/>
                </p:nvGrpSpPr>
                <p:grpSpPr bwMode="auto">
                  <a:xfrm>
                    <a:off x="2912" y="2222"/>
                    <a:ext cx="234" cy="173"/>
                    <a:chOff x="2912" y="2222"/>
                    <a:chExt cx="234" cy="173"/>
                  </a:xfrm>
                </p:grpSpPr>
                <p:grpSp>
                  <p:nvGrpSpPr>
                    <p:cNvPr id="535" name="Group 133"/>
                    <p:cNvGrpSpPr>
                      <a:grpSpLocks/>
                    </p:cNvGrpSpPr>
                    <p:nvPr/>
                  </p:nvGrpSpPr>
                  <p:grpSpPr bwMode="auto">
                    <a:xfrm>
                      <a:off x="2912" y="2222"/>
                      <a:ext cx="234" cy="173"/>
                      <a:chOff x="2912" y="2222"/>
                      <a:chExt cx="234" cy="173"/>
                    </a:xfrm>
                  </p:grpSpPr>
                  <p:grpSp>
                    <p:nvGrpSpPr>
                      <p:cNvPr id="544" name="Group 134"/>
                      <p:cNvGrpSpPr>
                        <a:grpSpLocks/>
                      </p:cNvGrpSpPr>
                      <p:nvPr/>
                    </p:nvGrpSpPr>
                    <p:grpSpPr bwMode="auto">
                      <a:xfrm>
                        <a:off x="2912" y="2319"/>
                        <a:ext cx="234" cy="76"/>
                        <a:chOff x="2912" y="2319"/>
                        <a:chExt cx="234" cy="76"/>
                      </a:xfrm>
                    </p:grpSpPr>
                    <p:sp>
                      <p:nvSpPr>
                        <p:cNvPr id="550" name="Freeform 135"/>
                        <p:cNvSpPr>
                          <a:spLocks/>
                        </p:cNvSpPr>
                        <p:nvPr/>
                      </p:nvSpPr>
                      <p:spPr bwMode="auto">
                        <a:xfrm>
                          <a:off x="2912" y="2319"/>
                          <a:ext cx="135" cy="76"/>
                        </a:xfrm>
                        <a:custGeom>
                          <a:avLst/>
                          <a:gdLst>
                            <a:gd name="T0" fmla="*/ 134 w 135"/>
                            <a:gd name="T1" fmla="*/ 22 h 76"/>
                            <a:gd name="T2" fmla="*/ 134 w 135"/>
                            <a:gd name="T3" fmla="*/ 75 h 76"/>
                            <a:gd name="T4" fmla="*/ 0 w 135"/>
                            <a:gd name="T5" fmla="*/ 36 h 76"/>
                            <a:gd name="T6" fmla="*/ 0 w 135"/>
                            <a:gd name="T7" fmla="*/ 0 h 76"/>
                            <a:gd name="T8" fmla="*/ 134 w 135"/>
                            <a:gd name="T9" fmla="*/ 22 h 76"/>
                            <a:gd name="T10" fmla="*/ 0 60000 65536"/>
                            <a:gd name="T11" fmla="*/ 0 60000 65536"/>
                            <a:gd name="T12" fmla="*/ 0 60000 65536"/>
                            <a:gd name="T13" fmla="*/ 0 60000 65536"/>
                            <a:gd name="T14" fmla="*/ 0 60000 65536"/>
                            <a:gd name="T15" fmla="*/ 0 w 135"/>
                            <a:gd name="T16" fmla="*/ 0 h 76"/>
                            <a:gd name="T17" fmla="*/ 135 w 135"/>
                            <a:gd name="T18" fmla="*/ 76 h 76"/>
                          </a:gdLst>
                          <a:ahLst/>
                          <a:cxnLst>
                            <a:cxn ang="T10">
                              <a:pos x="T0" y="T1"/>
                            </a:cxn>
                            <a:cxn ang="T11">
                              <a:pos x="T2" y="T3"/>
                            </a:cxn>
                            <a:cxn ang="T12">
                              <a:pos x="T4" y="T5"/>
                            </a:cxn>
                            <a:cxn ang="T13">
                              <a:pos x="T6" y="T7"/>
                            </a:cxn>
                            <a:cxn ang="T14">
                              <a:pos x="T8" y="T9"/>
                            </a:cxn>
                          </a:cxnLst>
                          <a:rect l="T15" t="T16" r="T17" b="T18"/>
                          <a:pathLst>
                            <a:path w="135" h="76">
                              <a:moveTo>
                                <a:pt x="134" y="22"/>
                              </a:moveTo>
                              <a:lnTo>
                                <a:pt x="134" y="75"/>
                              </a:lnTo>
                              <a:lnTo>
                                <a:pt x="0" y="36"/>
                              </a:lnTo>
                              <a:lnTo>
                                <a:pt x="0" y="0"/>
                              </a:lnTo>
                              <a:lnTo>
                                <a:pt x="134" y="22"/>
                              </a:lnTo>
                            </a:path>
                          </a:pathLst>
                        </a:custGeom>
                        <a:solidFill>
                          <a:srgbClr val="A0A0A0"/>
                        </a:solidFill>
                        <a:ln w="12700" cap="rnd">
                          <a:noFill/>
                          <a:round/>
                          <a:headEnd/>
                          <a:tailEnd/>
                        </a:ln>
                      </p:spPr>
                      <p:txBody>
                        <a:bodyPr/>
                        <a:lstStyle/>
                        <a:p>
                          <a:pPr algn="ctr"/>
                          <a:endParaRPr lang="pt-BR" sz="2400"/>
                        </a:p>
                      </p:txBody>
                    </p:sp>
                    <p:sp>
                      <p:nvSpPr>
                        <p:cNvPr id="551" name="Freeform 136"/>
                        <p:cNvSpPr>
                          <a:spLocks/>
                        </p:cNvSpPr>
                        <p:nvPr/>
                      </p:nvSpPr>
                      <p:spPr bwMode="auto">
                        <a:xfrm>
                          <a:off x="3046" y="2337"/>
                          <a:ext cx="100" cy="58"/>
                        </a:xfrm>
                        <a:custGeom>
                          <a:avLst/>
                          <a:gdLst>
                            <a:gd name="T0" fmla="*/ 0 w 100"/>
                            <a:gd name="T1" fmla="*/ 5 h 58"/>
                            <a:gd name="T2" fmla="*/ 0 w 100"/>
                            <a:gd name="T3" fmla="*/ 57 h 58"/>
                            <a:gd name="T4" fmla="*/ 99 w 100"/>
                            <a:gd name="T5" fmla="*/ 45 h 58"/>
                            <a:gd name="T6" fmla="*/ 99 w 100"/>
                            <a:gd name="T7" fmla="*/ 0 h 58"/>
                            <a:gd name="T8" fmla="*/ 0 w 100"/>
                            <a:gd name="T9" fmla="*/ 5 h 58"/>
                            <a:gd name="T10" fmla="*/ 0 60000 65536"/>
                            <a:gd name="T11" fmla="*/ 0 60000 65536"/>
                            <a:gd name="T12" fmla="*/ 0 60000 65536"/>
                            <a:gd name="T13" fmla="*/ 0 60000 65536"/>
                            <a:gd name="T14" fmla="*/ 0 60000 65536"/>
                            <a:gd name="T15" fmla="*/ 0 w 100"/>
                            <a:gd name="T16" fmla="*/ 0 h 58"/>
                            <a:gd name="T17" fmla="*/ 100 w 100"/>
                            <a:gd name="T18" fmla="*/ 58 h 58"/>
                          </a:gdLst>
                          <a:ahLst/>
                          <a:cxnLst>
                            <a:cxn ang="T10">
                              <a:pos x="T0" y="T1"/>
                            </a:cxn>
                            <a:cxn ang="T11">
                              <a:pos x="T2" y="T3"/>
                            </a:cxn>
                            <a:cxn ang="T12">
                              <a:pos x="T4" y="T5"/>
                            </a:cxn>
                            <a:cxn ang="T13">
                              <a:pos x="T6" y="T7"/>
                            </a:cxn>
                            <a:cxn ang="T14">
                              <a:pos x="T8" y="T9"/>
                            </a:cxn>
                          </a:cxnLst>
                          <a:rect l="T15" t="T16" r="T17" b="T18"/>
                          <a:pathLst>
                            <a:path w="100" h="58">
                              <a:moveTo>
                                <a:pt x="0" y="5"/>
                              </a:moveTo>
                              <a:lnTo>
                                <a:pt x="0" y="57"/>
                              </a:lnTo>
                              <a:lnTo>
                                <a:pt x="99" y="45"/>
                              </a:lnTo>
                              <a:lnTo>
                                <a:pt x="99" y="0"/>
                              </a:lnTo>
                              <a:lnTo>
                                <a:pt x="0" y="5"/>
                              </a:lnTo>
                            </a:path>
                          </a:pathLst>
                        </a:custGeom>
                        <a:solidFill>
                          <a:srgbClr val="808080"/>
                        </a:solidFill>
                        <a:ln w="12700" cap="rnd">
                          <a:noFill/>
                          <a:round/>
                          <a:headEnd/>
                          <a:tailEnd/>
                        </a:ln>
                      </p:spPr>
                      <p:txBody>
                        <a:bodyPr/>
                        <a:lstStyle/>
                        <a:p>
                          <a:pPr algn="ctr"/>
                          <a:endParaRPr lang="pt-BR" sz="2400"/>
                        </a:p>
                      </p:txBody>
                    </p:sp>
                    <p:sp>
                      <p:nvSpPr>
                        <p:cNvPr id="552" name="Freeform 137"/>
                        <p:cNvSpPr>
                          <a:spLocks/>
                        </p:cNvSpPr>
                        <p:nvPr/>
                      </p:nvSpPr>
                      <p:spPr bwMode="auto">
                        <a:xfrm>
                          <a:off x="2912" y="2319"/>
                          <a:ext cx="234" cy="23"/>
                        </a:xfrm>
                        <a:custGeom>
                          <a:avLst/>
                          <a:gdLst>
                            <a:gd name="T0" fmla="*/ 233 w 234"/>
                            <a:gd name="T1" fmla="*/ 17 h 23"/>
                            <a:gd name="T2" fmla="*/ 132 w 234"/>
                            <a:gd name="T3" fmla="*/ 22 h 23"/>
                            <a:gd name="T4" fmla="*/ 0 w 234"/>
                            <a:gd name="T5" fmla="*/ 0 h 23"/>
                            <a:gd name="T6" fmla="*/ 97 w 234"/>
                            <a:gd name="T7" fmla="*/ 0 h 23"/>
                            <a:gd name="T8" fmla="*/ 233 w 234"/>
                            <a:gd name="T9" fmla="*/ 17 h 23"/>
                            <a:gd name="T10" fmla="*/ 0 60000 65536"/>
                            <a:gd name="T11" fmla="*/ 0 60000 65536"/>
                            <a:gd name="T12" fmla="*/ 0 60000 65536"/>
                            <a:gd name="T13" fmla="*/ 0 60000 65536"/>
                            <a:gd name="T14" fmla="*/ 0 60000 65536"/>
                            <a:gd name="T15" fmla="*/ 0 w 234"/>
                            <a:gd name="T16" fmla="*/ 0 h 23"/>
                            <a:gd name="T17" fmla="*/ 234 w 234"/>
                            <a:gd name="T18" fmla="*/ 23 h 23"/>
                          </a:gdLst>
                          <a:ahLst/>
                          <a:cxnLst>
                            <a:cxn ang="T10">
                              <a:pos x="T0" y="T1"/>
                            </a:cxn>
                            <a:cxn ang="T11">
                              <a:pos x="T2" y="T3"/>
                            </a:cxn>
                            <a:cxn ang="T12">
                              <a:pos x="T4" y="T5"/>
                            </a:cxn>
                            <a:cxn ang="T13">
                              <a:pos x="T6" y="T7"/>
                            </a:cxn>
                            <a:cxn ang="T14">
                              <a:pos x="T8" y="T9"/>
                            </a:cxn>
                          </a:cxnLst>
                          <a:rect l="T15" t="T16" r="T17" b="T18"/>
                          <a:pathLst>
                            <a:path w="234" h="23">
                              <a:moveTo>
                                <a:pt x="233" y="17"/>
                              </a:moveTo>
                              <a:lnTo>
                                <a:pt x="132" y="22"/>
                              </a:lnTo>
                              <a:lnTo>
                                <a:pt x="0" y="0"/>
                              </a:lnTo>
                              <a:lnTo>
                                <a:pt x="97" y="0"/>
                              </a:lnTo>
                              <a:lnTo>
                                <a:pt x="233" y="17"/>
                              </a:lnTo>
                            </a:path>
                          </a:pathLst>
                        </a:custGeom>
                        <a:solidFill>
                          <a:srgbClr val="C0C0C0"/>
                        </a:solidFill>
                        <a:ln w="12700" cap="rnd">
                          <a:noFill/>
                          <a:round/>
                          <a:headEnd/>
                          <a:tailEnd/>
                        </a:ln>
                      </p:spPr>
                      <p:txBody>
                        <a:bodyPr/>
                        <a:lstStyle/>
                        <a:p>
                          <a:pPr algn="ctr"/>
                          <a:endParaRPr lang="pt-BR" sz="2400"/>
                        </a:p>
                      </p:txBody>
                    </p:sp>
                  </p:grpSp>
                  <p:sp>
                    <p:nvSpPr>
                      <p:cNvPr id="545" name="Freeform 138"/>
                      <p:cNvSpPr>
                        <a:spLocks/>
                      </p:cNvSpPr>
                      <p:nvPr/>
                    </p:nvSpPr>
                    <p:spPr bwMode="auto">
                      <a:xfrm>
                        <a:off x="2984" y="2312"/>
                        <a:ext cx="86" cy="24"/>
                      </a:xfrm>
                      <a:custGeom>
                        <a:avLst/>
                        <a:gdLst>
                          <a:gd name="T0" fmla="*/ 85 w 86"/>
                          <a:gd name="T1" fmla="*/ 13 h 24"/>
                          <a:gd name="T2" fmla="*/ 85 w 86"/>
                          <a:gd name="T3" fmla="*/ 20 h 24"/>
                          <a:gd name="T4" fmla="*/ 45 w 86"/>
                          <a:gd name="T5" fmla="*/ 23 h 24"/>
                          <a:gd name="T6" fmla="*/ 0 w 86"/>
                          <a:gd name="T7" fmla="*/ 14 h 24"/>
                          <a:gd name="T8" fmla="*/ 0 w 86"/>
                          <a:gd name="T9" fmla="*/ 0 h 24"/>
                          <a:gd name="T10" fmla="*/ 85 w 86"/>
                          <a:gd name="T11" fmla="*/ 13 h 24"/>
                          <a:gd name="T12" fmla="*/ 0 60000 65536"/>
                          <a:gd name="T13" fmla="*/ 0 60000 65536"/>
                          <a:gd name="T14" fmla="*/ 0 60000 65536"/>
                          <a:gd name="T15" fmla="*/ 0 60000 65536"/>
                          <a:gd name="T16" fmla="*/ 0 60000 65536"/>
                          <a:gd name="T17" fmla="*/ 0 60000 65536"/>
                          <a:gd name="T18" fmla="*/ 0 w 86"/>
                          <a:gd name="T19" fmla="*/ 0 h 24"/>
                          <a:gd name="T20" fmla="*/ 86 w 86"/>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86" h="24">
                            <a:moveTo>
                              <a:pt x="85" y="13"/>
                            </a:moveTo>
                            <a:lnTo>
                              <a:pt x="85" y="20"/>
                            </a:lnTo>
                            <a:lnTo>
                              <a:pt x="45" y="23"/>
                            </a:lnTo>
                            <a:lnTo>
                              <a:pt x="0" y="14"/>
                            </a:lnTo>
                            <a:lnTo>
                              <a:pt x="0" y="0"/>
                            </a:lnTo>
                            <a:lnTo>
                              <a:pt x="85" y="13"/>
                            </a:lnTo>
                          </a:path>
                        </a:pathLst>
                      </a:custGeom>
                      <a:solidFill>
                        <a:srgbClr val="606060"/>
                      </a:solidFill>
                      <a:ln w="12700" cap="rnd">
                        <a:noFill/>
                        <a:round/>
                        <a:headEnd/>
                        <a:tailEnd/>
                      </a:ln>
                    </p:spPr>
                    <p:txBody>
                      <a:bodyPr/>
                      <a:lstStyle/>
                      <a:p>
                        <a:pPr algn="ctr"/>
                        <a:endParaRPr lang="pt-BR" sz="2400"/>
                      </a:p>
                    </p:txBody>
                  </p:sp>
                  <p:grpSp>
                    <p:nvGrpSpPr>
                      <p:cNvPr id="546" name="Group 139"/>
                      <p:cNvGrpSpPr>
                        <a:grpSpLocks/>
                      </p:cNvGrpSpPr>
                      <p:nvPr/>
                    </p:nvGrpSpPr>
                    <p:grpSpPr bwMode="auto">
                      <a:xfrm>
                        <a:off x="2938" y="2222"/>
                        <a:ext cx="189" cy="108"/>
                        <a:chOff x="2938" y="2222"/>
                        <a:chExt cx="189" cy="108"/>
                      </a:xfrm>
                    </p:grpSpPr>
                    <p:sp>
                      <p:nvSpPr>
                        <p:cNvPr id="547" name="Freeform 140"/>
                        <p:cNvSpPr>
                          <a:spLocks/>
                        </p:cNvSpPr>
                        <p:nvPr/>
                      </p:nvSpPr>
                      <p:spPr bwMode="auto">
                        <a:xfrm>
                          <a:off x="2938" y="2222"/>
                          <a:ext cx="109" cy="106"/>
                        </a:xfrm>
                        <a:custGeom>
                          <a:avLst/>
                          <a:gdLst>
                            <a:gd name="T0" fmla="*/ 92 w 109"/>
                            <a:gd name="T1" fmla="*/ 105 h 106"/>
                            <a:gd name="T2" fmla="*/ 108 w 109"/>
                            <a:gd name="T3" fmla="*/ 3 h 106"/>
                            <a:gd name="T4" fmla="*/ 14 w 109"/>
                            <a:gd name="T5" fmla="*/ 0 h 106"/>
                            <a:gd name="T6" fmla="*/ 0 w 109"/>
                            <a:gd name="T7" fmla="*/ 90 h 106"/>
                            <a:gd name="T8" fmla="*/ 92 w 109"/>
                            <a:gd name="T9" fmla="*/ 105 h 106"/>
                            <a:gd name="T10" fmla="*/ 0 60000 65536"/>
                            <a:gd name="T11" fmla="*/ 0 60000 65536"/>
                            <a:gd name="T12" fmla="*/ 0 60000 65536"/>
                            <a:gd name="T13" fmla="*/ 0 60000 65536"/>
                            <a:gd name="T14" fmla="*/ 0 60000 65536"/>
                            <a:gd name="T15" fmla="*/ 0 w 109"/>
                            <a:gd name="T16" fmla="*/ 0 h 106"/>
                            <a:gd name="T17" fmla="*/ 109 w 109"/>
                            <a:gd name="T18" fmla="*/ 106 h 106"/>
                          </a:gdLst>
                          <a:ahLst/>
                          <a:cxnLst>
                            <a:cxn ang="T10">
                              <a:pos x="T0" y="T1"/>
                            </a:cxn>
                            <a:cxn ang="T11">
                              <a:pos x="T2" y="T3"/>
                            </a:cxn>
                            <a:cxn ang="T12">
                              <a:pos x="T4" y="T5"/>
                            </a:cxn>
                            <a:cxn ang="T13">
                              <a:pos x="T6" y="T7"/>
                            </a:cxn>
                            <a:cxn ang="T14">
                              <a:pos x="T8" y="T9"/>
                            </a:cxn>
                          </a:cxnLst>
                          <a:rect l="T15" t="T16" r="T17" b="T18"/>
                          <a:pathLst>
                            <a:path w="109" h="106">
                              <a:moveTo>
                                <a:pt x="92" y="105"/>
                              </a:moveTo>
                              <a:lnTo>
                                <a:pt x="108" y="3"/>
                              </a:lnTo>
                              <a:lnTo>
                                <a:pt x="14" y="0"/>
                              </a:lnTo>
                              <a:lnTo>
                                <a:pt x="0" y="90"/>
                              </a:lnTo>
                              <a:lnTo>
                                <a:pt x="92" y="105"/>
                              </a:lnTo>
                            </a:path>
                          </a:pathLst>
                        </a:custGeom>
                        <a:solidFill>
                          <a:srgbClr val="A0A0A0"/>
                        </a:solidFill>
                        <a:ln w="12700" cap="rnd">
                          <a:noFill/>
                          <a:round/>
                          <a:headEnd/>
                          <a:tailEnd/>
                        </a:ln>
                      </p:spPr>
                      <p:txBody>
                        <a:bodyPr/>
                        <a:lstStyle/>
                        <a:p>
                          <a:pPr algn="ctr"/>
                          <a:endParaRPr lang="pt-BR" sz="2400"/>
                        </a:p>
                      </p:txBody>
                    </p:sp>
                    <p:sp>
                      <p:nvSpPr>
                        <p:cNvPr id="548" name="Freeform 141"/>
                        <p:cNvSpPr>
                          <a:spLocks/>
                        </p:cNvSpPr>
                        <p:nvPr/>
                      </p:nvSpPr>
                      <p:spPr bwMode="auto">
                        <a:xfrm>
                          <a:off x="3031" y="2225"/>
                          <a:ext cx="96" cy="105"/>
                        </a:xfrm>
                        <a:custGeom>
                          <a:avLst/>
                          <a:gdLst>
                            <a:gd name="T0" fmla="*/ 15 w 96"/>
                            <a:gd name="T1" fmla="*/ 0 h 105"/>
                            <a:gd name="T2" fmla="*/ 95 w 96"/>
                            <a:gd name="T3" fmla="*/ 23 h 105"/>
                            <a:gd name="T4" fmla="*/ 84 w 96"/>
                            <a:gd name="T5" fmla="*/ 104 h 105"/>
                            <a:gd name="T6" fmla="*/ 0 w 96"/>
                            <a:gd name="T7" fmla="*/ 102 h 105"/>
                            <a:gd name="T8" fmla="*/ 15 w 96"/>
                            <a:gd name="T9" fmla="*/ 0 h 105"/>
                            <a:gd name="T10" fmla="*/ 0 60000 65536"/>
                            <a:gd name="T11" fmla="*/ 0 60000 65536"/>
                            <a:gd name="T12" fmla="*/ 0 60000 65536"/>
                            <a:gd name="T13" fmla="*/ 0 60000 65536"/>
                            <a:gd name="T14" fmla="*/ 0 60000 65536"/>
                            <a:gd name="T15" fmla="*/ 0 w 96"/>
                            <a:gd name="T16" fmla="*/ 0 h 105"/>
                            <a:gd name="T17" fmla="*/ 96 w 96"/>
                            <a:gd name="T18" fmla="*/ 105 h 105"/>
                          </a:gdLst>
                          <a:ahLst/>
                          <a:cxnLst>
                            <a:cxn ang="T10">
                              <a:pos x="T0" y="T1"/>
                            </a:cxn>
                            <a:cxn ang="T11">
                              <a:pos x="T2" y="T3"/>
                            </a:cxn>
                            <a:cxn ang="T12">
                              <a:pos x="T4" y="T5"/>
                            </a:cxn>
                            <a:cxn ang="T13">
                              <a:pos x="T6" y="T7"/>
                            </a:cxn>
                            <a:cxn ang="T14">
                              <a:pos x="T8" y="T9"/>
                            </a:cxn>
                          </a:cxnLst>
                          <a:rect l="T15" t="T16" r="T17" b="T18"/>
                          <a:pathLst>
                            <a:path w="96" h="105">
                              <a:moveTo>
                                <a:pt x="15" y="0"/>
                              </a:moveTo>
                              <a:lnTo>
                                <a:pt x="95" y="23"/>
                              </a:lnTo>
                              <a:lnTo>
                                <a:pt x="84" y="104"/>
                              </a:lnTo>
                              <a:lnTo>
                                <a:pt x="0" y="102"/>
                              </a:lnTo>
                              <a:lnTo>
                                <a:pt x="15" y="0"/>
                              </a:lnTo>
                            </a:path>
                          </a:pathLst>
                        </a:custGeom>
                        <a:solidFill>
                          <a:srgbClr val="808080"/>
                        </a:solidFill>
                        <a:ln w="12700" cap="rnd">
                          <a:noFill/>
                          <a:round/>
                          <a:headEnd/>
                          <a:tailEnd/>
                        </a:ln>
                      </p:spPr>
                      <p:txBody>
                        <a:bodyPr/>
                        <a:lstStyle/>
                        <a:p>
                          <a:pPr algn="ctr"/>
                          <a:endParaRPr lang="pt-BR" sz="2400"/>
                        </a:p>
                      </p:txBody>
                    </p:sp>
                    <p:sp>
                      <p:nvSpPr>
                        <p:cNvPr id="549" name="Freeform 142"/>
                        <p:cNvSpPr>
                          <a:spLocks/>
                        </p:cNvSpPr>
                        <p:nvPr/>
                      </p:nvSpPr>
                      <p:spPr bwMode="auto">
                        <a:xfrm>
                          <a:off x="2951" y="2232"/>
                          <a:ext cx="78" cy="80"/>
                        </a:xfrm>
                        <a:custGeom>
                          <a:avLst/>
                          <a:gdLst>
                            <a:gd name="T0" fmla="*/ 77 w 78"/>
                            <a:gd name="T1" fmla="*/ 3 h 80"/>
                            <a:gd name="T2" fmla="*/ 66 w 78"/>
                            <a:gd name="T3" fmla="*/ 79 h 80"/>
                            <a:gd name="T4" fmla="*/ 0 w 78"/>
                            <a:gd name="T5" fmla="*/ 70 h 80"/>
                            <a:gd name="T6" fmla="*/ 11 w 78"/>
                            <a:gd name="T7" fmla="*/ 0 h 80"/>
                            <a:gd name="T8" fmla="*/ 77 w 78"/>
                            <a:gd name="T9" fmla="*/ 3 h 80"/>
                            <a:gd name="T10" fmla="*/ 0 60000 65536"/>
                            <a:gd name="T11" fmla="*/ 0 60000 65536"/>
                            <a:gd name="T12" fmla="*/ 0 60000 65536"/>
                            <a:gd name="T13" fmla="*/ 0 60000 65536"/>
                            <a:gd name="T14" fmla="*/ 0 60000 65536"/>
                            <a:gd name="T15" fmla="*/ 0 w 78"/>
                            <a:gd name="T16" fmla="*/ 0 h 80"/>
                            <a:gd name="T17" fmla="*/ 78 w 78"/>
                            <a:gd name="T18" fmla="*/ 80 h 80"/>
                          </a:gdLst>
                          <a:ahLst/>
                          <a:cxnLst>
                            <a:cxn ang="T10">
                              <a:pos x="T0" y="T1"/>
                            </a:cxn>
                            <a:cxn ang="T11">
                              <a:pos x="T2" y="T3"/>
                            </a:cxn>
                            <a:cxn ang="T12">
                              <a:pos x="T4" y="T5"/>
                            </a:cxn>
                            <a:cxn ang="T13">
                              <a:pos x="T6" y="T7"/>
                            </a:cxn>
                            <a:cxn ang="T14">
                              <a:pos x="T8" y="T9"/>
                            </a:cxn>
                          </a:cxnLst>
                          <a:rect l="T15" t="T16" r="T17" b="T18"/>
                          <a:pathLst>
                            <a:path w="78" h="80">
                              <a:moveTo>
                                <a:pt x="77" y="3"/>
                              </a:moveTo>
                              <a:lnTo>
                                <a:pt x="66" y="79"/>
                              </a:lnTo>
                              <a:lnTo>
                                <a:pt x="0" y="70"/>
                              </a:lnTo>
                              <a:lnTo>
                                <a:pt x="11" y="0"/>
                              </a:lnTo>
                              <a:lnTo>
                                <a:pt x="77" y="3"/>
                              </a:lnTo>
                            </a:path>
                          </a:pathLst>
                        </a:custGeom>
                        <a:solidFill>
                          <a:srgbClr val="00C0C0"/>
                        </a:solidFill>
                        <a:ln w="12700" cap="rnd">
                          <a:noFill/>
                          <a:round/>
                          <a:headEnd/>
                          <a:tailEnd/>
                        </a:ln>
                      </p:spPr>
                      <p:txBody>
                        <a:bodyPr/>
                        <a:lstStyle/>
                        <a:p>
                          <a:pPr algn="ctr"/>
                          <a:endParaRPr lang="pt-BR" sz="2400"/>
                        </a:p>
                      </p:txBody>
                    </p:sp>
                  </p:grpSp>
                </p:grpSp>
                <p:grpSp>
                  <p:nvGrpSpPr>
                    <p:cNvPr id="536" name="Group 143"/>
                    <p:cNvGrpSpPr>
                      <a:grpSpLocks/>
                    </p:cNvGrpSpPr>
                    <p:nvPr/>
                  </p:nvGrpSpPr>
                  <p:grpSpPr bwMode="auto">
                    <a:xfrm>
                      <a:off x="2921" y="2327"/>
                      <a:ext cx="77" cy="49"/>
                      <a:chOff x="2921" y="2327"/>
                      <a:chExt cx="77" cy="49"/>
                    </a:xfrm>
                  </p:grpSpPr>
                  <p:sp>
                    <p:nvSpPr>
                      <p:cNvPr id="537" name="Freeform 144"/>
                      <p:cNvSpPr>
                        <a:spLocks/>
                      </p:cNvSpPr>
                      <p:nvPr/>
                    </p:nvSpPr>
                    <p:spPr bwMode="auto">
                      <a:xfrm>
                        <a:off x="2921" y="2327"/>
                        <a:ext cx="77" cy="49"/>
                      </a:xfrm>
                      <a:custGeom>
                        <a:avLst/>
                        <a:gdLst>
                          <a:gd name="T0" fmla="*/ 0 w 77"/>
                          <a:gd name="T1" fmla="*/ 0 h 49"/>
                          <a:gd name="T2" fmla="*/ 76 w 77"/>
                          <a:gd name="T3" fmla="*/ 14 h 49"/>
                          <a:gd name="T4" fmla="*/ 76 w 77"/>
                          <a:gd name="T5" fmla="*/ 48 h 49"/>
                          <a:gd name="T6" fmla="*/ 0 w 77"/>
                          <a:gd name="T7" fmla="*/ 27 h 49"/>
                          <a:gd name="T8" fmla="*/ 0 w 77"/>
                          <a:gd name="T9" fmla="*/ 0 h 49"/>
                          <a:gd name="T10" fmla="*/ 0 60000 65536"/>
                          <a:gd name="T11" fmla="*/ 0 60000 65536"/>
                          <a:gd name="T12" fmla="*/ 0 60000 65536"/>
                          <a:gd name="T13" fmla="*/ 0 60000 65536"/>
                          <a:gd name="T14" fmla="*/ 0 60000 65536"/>
                          <a:gd name="T15" fmla="*/ 0 w 77"/>
                          <a:gd name="T16" fmla="*/ 0 h 49"/>
                          <a:gd name="T17" fmla="*/ 77 w 77"/>
                          <a:gd name="T18" fmla="*/ 49 h 49"/>
                        </a:gdLst>
                        <a:ahLst/>
                        <a:cxnLst>
                          <a:cxn ang="T10">
                            <a:pos x="T0" y="T1"/>
                          </a:cxn>
                          <a:cxn ang="T11">
                            <a:pos x="T2" y="T3"/>
                          </a:cxn>
                          <a:cxn ang="T12">
                            <a:pos x="T4" y="T5"/>
                          </a:cxn>
                          <a:cxn ang="T13">
                            <a:pos x="T6" y="T7"/>
                          </a:cxn>
                          <a:cxn ang="T14">
                            <a:pos x="T8" y="T9"/>
                          </a:cxn>
                        </a:cxnLst>
                        <a:rect l="T15" t="T16" r="T17" b="T18"/>
                        <a:pathLst>
                          <a:path w="77" h="49">
                            <a:moveTo>
                              <a:pt x="0" y="0"/>
                            </a:moveTo>
                            <a:lnTo>
                              <a:pt x="76" y="14"/>
                            </a:lnTo>
                            <a:lnTo>
                              <a:pt x="76" y="48"/>
                            </a:lnTo>
                            <a:lnTo>
                              <a:pt x="0" y="27"/>
                            </a:lnTo>
                            <a:lnTo>
                              <a:pt x="0" y="0"/>
                            </a:lnTo>
                          </a:path>
                        </a:pathLst>
                      </a:custGeom>
                      <a:solidFill>
                        <a:srgbClr val="404040"/>
                      </a:solidFill>
                      <a:ln w="12700" cap="rnd">
                        <a:noFill/>
                        <a:round/>
                        <a:headEnd/>
                        <a:tailEnd/>
                      </a:ln>
                    </p:spPr>
                    <p:txBody>
                      <a:bodyPr/>
                      <a:lstStyle/>
                      <a:p>
                        <a:pPr algn="ctr"/>
                        <a:endParaRPr lang="pt-BR" sz="2400"/>
                      </a:p>
                    </p:txBody>
                  </p:sp>
                  <p:sp>
                    <p:nvSpPr>
                      <p:cNvPr id="538" name="Line 145"/>
                      <p:cNvSpPr>
                        <a:spLocks noChangeShapeType="1"/>
                      </p:cNvSpPr>
                      <p:nvPr/>
                    </p:nvSpPr>
                    <p:spPr bwMode="auto">
                      <a:xfrm flipH="1" flipV="1">
                        <a:off x="2928" y="2339"/>
                        <a:ext cx="18" cy="3"/>
                      </a:xfrm>
                      <a:prstGeom prst="line">
                        <a:avLst/>
                      </a:prstGeom>
                      <a:noFill/>
                      <a:ln w="12700">
                        <a:noFill/>
                        <a:round/>
                        <a:headEnd type="none" w="sm" len="sm"/>
                        <a:tailEnd type="none" w="sm" len="sm"/>
                      </a:ln>
                    </p:spPr>
                    <p:txBody>
                      <a:bodyPr wrap="none" anchor="ctr"/>
                      <a:lstStyle/>
                      <a:p>
                        <a:endParaRPr lang="pt-BR" sz="2400"/>
                      </a:p>
                    </p:txBody>
                  </p:sp>
                  <p:sp>
                    <p:nvSpPr>
                      <p:cNvPr id="539" name="Line 146"/>
                      <p:cNvSpPr>
                        <a:spLocks noChangeShapeType="1"/>
                      </p:cNvSpPr>
                      <p:nvPr/>
                    </p:nvSpPr>
                    <p:spPr bwMode="auto">
                      <a:xfrm>
                        <a:off x="2960" y="2346"/>
                        <a:ext cx="24" cy="5"/>
                      </a:xfrm>
                      <a:prstGeom prst="line">
                        <a:avLst/>
                      </a:prstGeom>
                      <a:noFill/>
                      <a:ln w="12700">
                        <a:noFill/>
                        <a:round/>
                        <a:headEnd type="none" w="sm" len="sm"/>
                        <a:tailEnd type="none" w="sm" len="sm"/>
                      </a:ln>
                    </p:spPr>
                    <p:txBody>
                      <a:bodyPr wrap="none" anchor="ctr"/>
                      <a:lstStyle/>
                      <a:p>
                        <a:endParaRPr lang="pt-BR" sz="2400"/>
                      </a:p>
                    </p:txBody>
                  </p:sp>
                  <p:sp>
                    <p:nvSpPr>
                      <p:cNvPr id="540" name="Line 147"/>
                      <p:cNvSpPr>
                        <a:spLocks noChangeShapeType="1"/>
                      </p:cNvSpPr>
                      <p:nvPr/>
                    </p:nvSpPr>
                    <p:spPr bwMode="auto">
                      <a:xfrm>
                        <a:off x="2953" y="2334"/>
                        <a:ext cx="1" cy="30"/>
                      </a:xfrm>
                      <a:prstGeom prst="line">
                        <a:avLst/>
                      </a:prstGeom>
                      <a:noFill/>
                      <a:ln w="12700">
                        <a:noFill/>
                        <a:round/>
                        <a:headEnd type="none" w="sm" len="sm"/>
                        <a:tailEnd type="none" w="sm" len="sm"/>
                      </a:ln>
                    </p:spPr>
                    <p:txBody>
                      <a:bodyPr wrap="none" anchor="ctr"/>
                      <a:lstStyle/>
                      <a:p>
                        <a:endParaRPr lang="pt-BR" sz="2400"/>
                      </a:p>
                    </p:txBody>
                  </p:sp>
                  <p:sp>
                    <p:nvSpPr>
                      <p:cNvPr id="541" name="Line 148"/>
                      <p:cNvSpPr>
                        <a:spLocks noChangeShapeType="1"/>
                      </p:cNvSpPr>
                      <p:nvPr/>
                    </p:nvSpPr>
                    <p:spPr bwMode="auto">
                      <a:xfrm>
                        <a:off x="2989" y="2341"/>
                        <a:ext cx="1" cy="33"/>
                      </a:xfrm>
                      <a:prstGeom prst="line">
                        <a:avLst/>
                      </a:prstGeom>
                      <a:noFill/>
                      <a:ln w="12700">
                        <a:noFill/>
                        <a:round/>
                        <a:headEnd type="none" w="sm" len="sm"/>
                        <a:tailEnd type="none" w="sm" len="sm"/>
                      </a:ln>
                    </p:spPr>
                    <p:txBody>
                      <a:bodyPr wrap="none" anchor="ctr"/>
                      <a:lstStyle/>
                      <a:p>
                        <a:endParaRPr lang="pt-BR" sz="2400"/>
                      </a:p>
                    </p:txBody>
                  </p:sp>
                  <p:sp>
                    <p:nvSpPr>
                      <p:cNvPr id="542" name="Line 149"/>
                      <p:cNvSpPr>
                        <a:spLocks noChangeShapeType="1"/>
                      </p:cNvSpPr>
                      <p:nvPr/>
                    </p:nvSpPr>
                    <p:spPr bwMode="auto">
                      <a:xfrm>
                        <a:off x="2923" y="2340"/>
                        <a:ext cx="66" cy="15"/>
                      </a:xfrm>
                      <a:prstGeom prst="line">
                        <a:avLst/>
                      </a:prstGeom>
                      <a:noFill/>
                      <a:ln w="12700">
                        <a:noFill/>
                        <a:round/>
                        <a:headEnd type="none" w="sm" len="sm"/>
                        <a:tailEnd type="none" w="sm" len="sm"/>
                      </a:ln>
                    </p:spPr>
                    <p:txBody>
                      <a:bodyPr wrap="none" anchor="ctr"/>
                      <a:lstStyle/>
                      <a:p>
                        <a:endParaRPr lang="pt-BR" sz="2400"/>
                      </a:p>
                    </p:txBody>
                  </p:sp>
                  <p:sp>
                    <p:nvSpPr>
                      <p:cNvPr id="543" name="Line 150"/>
                      <p:cNvSpPr>
                        <a:spLocks noChangeShapeType="1"/>
                      </p:cNvSpPr>
                      <p:nvPr/>
                    </p:nvSpPr>
                    <p:spPr bwMode="auto">
                      <a:xfrm flipH="1" flipV="1">
                        <a:off x="2922" y="2336"/>
                        <a:ext cx="67" cy="13"/>
                      </a:xfrm>
                      <a:prstGeom prst="line">
                        <a:avLst/>
                      </a:prstGeom>
                      <a:noFill/>
                      <a:ln w="12700">
                        <a:noFill/>
                        <a:round/>
                        <a:headEnd type="none" w="sm" len="sm"/>
                        <a:tailEnd type="none" w="sm" len="sm"/>
                      </a:ln>
                    </p:spPr>
                    <p:txBody>
                      <a:bodyPr wrap="none" anchor="ctr"/>
                      <a:lstStyle/>
                      <a:p>
                        <a:endParaRPr lang="pt-BR" sz="2400"/>
                      </a:p>
                    </p:txBody>
                  </p:sp>
                </p:grpSp>
              </p:grpSp>
              <p:grpSp>
                <p:nvGrpSpPr>
                  <p:cNvPr id="503" name="Group 151"/>
                  <p:cNvGrpSpPr>
                    <a:grpSpLocks/>
                  </p:cNvGrpSpPr>
                  <p:nvPr/>
                </p:nvGrpSpPr>
                <p:grpSpPr bwMode="auto">
                  <a:xfrm>
                    <a:off x="2843" y="2328"/>
                    <a:ext cx="183" cy="85"/>
                    <a:chOff x="2843" y="2328"/>
                    <a:chExt cx="183" cy="85"/>
                  </a:xfrm>
                </p:grpSpPr>
                <p:grpSp>
                  <p:nvGrpSpPr>
                    <p:cNvPr id="504" name="Group 152"/>
                    <p:cNvGrpSpPr>
                      <a:grpSpLocks/>
                    </p:cNvGrpSpPr>
                    <p:nvPr/>
                  </p:nvGrpSpPr>
                  <p:grpSpPr bwMode="auto">
                    <a:xfrm>
                      <a:off x="2983" y="2374"/>
                      <a:ext cx="31" cy="20"/>
                      <a:chOff x="2983" y="2374"/>
                      <a:chExt cx="31" cy="20"/>
                    </a:xfrm>
                  </p:grpSpPr>
                  <p:sp>
                    <p:nvSpPr>
                      <p:cNvPr id="533" name="Freeform 153"/>
                      <p:cNvSpPr>
                        <a:spLocks/>
                      </p:cNvSpPr>
                      <p:nvPr/>
                    </p:nvSpPr>
                    <p:spPr bwMode="auto">
                      <a:xfrm>
                        <a:off x="3005" y="2374"/>
                        <a:ext cx="9" cy="20"/>
                      </a:xfrm>
                      <a:custGeom>
                        <a:avLst/>
                        <a:gdLst>
                          <a:gd name="T0" fmla="*/ 5 w 9"/>
                          <a:gd name="T1" fmla="*/ 0 h 20"/>
                          <a:gd name="T2" fmla="*/ 8 w 9"/>
                          <a:gd name="T3" fmla="*/ 18 h 20"/>
                          <a:gd name="T4" fmla="*/ 3 w 9"/>
                          <a:gd name="T5" fmla="*/ 19 h 20"/>
                          <a:gd name="T6" fmla="*/ 0 w 9"/>
                          <a:gd name="T7" fmla="*/ 1 h 20"/>
                          <a:gd name="T8" fmla="*/ 5 w 9"/>
                          <a:gd name="T9" fmla="*/ 0 h 20"/>
                          <a:gd name="T10" fmla="*/ 0 60000 65536"/>
                          <a:gd name="T11" fmla="*/ 0 60000 65536"/>
                          <a:gd name="T12" fmla="*/ 0 60000 65536"/>
                          <a:gd name="T13" fmla="*/ 0 60000 65536"/>
                          <a:gd name="T14" fmla="*/ 0 60000 65536"/>
                          <a:gd name="T15" fmla="*/ 0 w 9"/>
                          <a:gd name="T16" fmla="*/ 0 h 20"/>
                          <a:gd name="T17" fmla="*/ 9 w 9"/>
                          <a:gd name="T18" fmla="*/ 20 h 20"/>
                        </a:gdLst>
                        <a:ahLst/>
                        <a:cxnLst>
                          <a:cxn ang="T10">
                            <a:pos x="T0" y="T1"/>
                          </a:cxn>
                          <a:cxn ang="T11">
                            <a:pos x="T2" y="T3"/>
                          </a:cxn>
                          <a:cxn ang="T12">
                            <a:pos x="T4" y="T5"/>
                          </a:cxn>
                          <a:cxn ang="T13">
                            <a:pos x="T6" y="T7"/>
                          </a:cxn>
                          <a:cxn ang="T14">
                            <a:pos x="T8" y="T9"/>
                          </a:cxn>
                        </a:cxnLst>
                        <a:rect l="T15" t="T16" r="T17" b="T18"/>
                        <a:pathLst>
                          <a:path w="9" h="20">
                            <a:moveTo>
                              <a:pt x="5" y="0"/>
                            </a:moveTo>
                            <a:lnTo>
                              <a:pt x="8" y="18"/>
                            </a:lnTo>
                            <a:lnTo>
                              <a:pt x="3" y="19"/>
                            </a:lnTo>
                            <a:lnTo>
                              <a:pt x="0" y="1"/>
                            </a:lnTo>
                            <a:lnTo>
                              <a:pt x="5" y="0"/>
                            </a:lnTo>
                          </a:path>
                        </a:pathLst>
                      </a:custGeom>
                      <a:solidFill>
                        <a:srgbClr val="606060"/>
                      </a:solidFill>
                      <a:ln w="12700" cap="rnd">
                        <a:noFill/>
                        <a:round/>
                        <a:headEnd/>
                        <a:tailEnd/>
                      </a:ln>
                    </p:spPr>
                    <p:txBody>
                      <a:bodyPr/>
                      <a:lstStyle/>
                      <a:p>
                        <a:pPr algn="ctr"/>
                        <a:endParaRPr lang="pt-BR" sz="2400"/>
                      </a:p>
                    </p:txBody>
                  </p:sp>
                  <p:sp>
                    <p:nvSpPr>
                      <p:cNvPr id="534" name="Freeform 154"/>
                      <p:cNvSpPr>
                        <a:spLocks/>
                      </p:cNvSpPr>
                      <p:nvPr/>
                    </p:nvSpPr>
                    <p:spPr bwMode="auto">
                      <a:xfrm>
                        <a:off x="2983" y="2376"/>
                        <a:ext cx="26" cy="18"/>
                      </a:xfrm>
                      <a:custGeom>
                        <a:avLst/>
                        <a:gdLst>
                          <a:gd name="T0" fmla="*/ 22 w 26"/>
                          <a:gd name="T1" fmla="*/ 0 h 18"/>
                          <a:gd name="T2" fmla="*/ 25 w 26"/>
                          <a:gd name="T3" fmla="*/ 17 h 18"/>
                          <a:gd name="T4" fmla="*/ 0 w 26"/>
                          <a:gd name="T5" fmla="*/ 8 h 18"/>
                          <a:gd name="T6" fmla="*/ 10 w 26"/>
                          <a:gd name="T7" fmla="*/ 6 h 18"/>
                          <a:gd name="T8" fmla="*/ 18 w 26"/>
                          <a:gd name="T9" fmla="*/ 10 h 18"/>
                          <a:gd name="T10" fmla="*/ 16 w 26"/>
                          <a:gd name="T11" fmla="*/ 0 h 18"/>
                          <a:gd name="T12" fmla="*/ 22 w 26"/>
                          <a:gd name="T13" fmla="*/ 0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22" y="0"/>
                            </a:moveTo>
                            <a:lnTo>
                              <a:pt x="25" y="17"/>
                            </a:lnTo>
                            <a:lnTo>
                              <a:pt x="0" y="8"/>
                            </a:lnTo>
                            <a:lnTo>
                              <a:pt x="10" y="6"/>
                            </a:lnTo>
                            <a:lnTo>
                              <a:pt x="18" y="10"/>
                            </a:lnTo>
                            <a:lnTo>
                              <a:pt x="16" y="0"/>
                            </a:lnTo>
                            <a:lnTo>
                              <a:pt x="22" y="0"/>
                            </a:lnTo>
                          </a:path>
                        </a:pathLst>
                      </a:custGeom>
                      <a:solidFill>
                        <a:srgbClr val="404040"/>
                      </a:solidFill>
                      <a:ln w="12700" cap="rnd">
                        <a:noFill/>
                        <a:round/>
                        <a:headEnd/>
                        <a:tailEnd/>
                      </a:ln>
                    </p:spPr>
                    <p:txBody>
                      <a:bodyPr/>
                      <a:lstStyle/>
                      <a:p>
                        <a:pPr algn="ctr"/>
                        <a:endParaRPr lang="pt-BR" sz="2400"/>
                      </a:p>
                    </p:txBody>
                  </p:sp>
                </p:grpSp>
                <p:grpSp>
                  <p:nvGrpSpPr>
                    <p:cNvPr id="505" name="Group 155"/>
                    <p:cNvGrpSpPr>
                      <a:grpSpLocks/>
                    </p:cNvGrpSpPr>
                    <p:nvPr/>
                  </p:nvGrpSpPr>
                  <p:grpSpPr bwMode="auto">
                    <a:xfrm>
                      <a:off x="2843" y="2328"/>
                      <a:ext cx="183" cy="85"/>
                      <a:chOff x="2843" y="2328"/>
                      <a:chExt cx="183" cy="85"/>
                    </a:xfrm>
                  </p:grpSpPr>
                  <p:sp>
                    <p:nvSpPr>
                      <p:cNvPr id="506" name="Freeform 156"/>
                      <p:cNvSpPr>
                        <a:spLocks/>
                      </p:cNvSpPr>
                      <p:nvPr/>
                    </p:nvSpPr>
                    <p:spPr bwMode="auto">
                      <a:xfrm>
                        <a:off x="2843" y="2328"/>
                        <a:ext cx="179" cy="75"/>
                      </a:xfrm>
                      <a:custGeom>
                        <a:avLst/>
                        <a:gdLst>
                          <a:gd name="T0" fmla="*/ 178 w 179"/>
                          <a:gd name="T1" fmla="*/ 31 h 75"/>
                          <a:gd name="T2" fmla="*/ 93 w 179"/>
                          <a:gd name="T3" fmla="*/ 74 h 75"/>
                          <a:gd name="T4" fmla="*/ 0 w 179"/>
                          <a:gd name="T5" fmla="*/ 32 h 75"/>
                          <a:gd name="T6" fmla="*/ 71 w 179"/>
                          <a:gd name="T7" fmla="*/ 0 h 75"/>
                          <a:gd name="T8" fmla="*/ 178 w 179"/>
                          <a:gd name="T9" fmla="*/ 31 h 75"/>
                          <a:gd name="T10" fmla="*/ 0 60000 65536"/>
                          <a:gd name="T11" fmla="*/ 0 60000 65536"/>
                          <a:gd name="T12" fmla="*/ 0 60000 65536"/>
                          <a:gd name="T13" fmla="*/ 0 60000 65536"/>
                          <a:gd name="T14" fmla="*/ 0 60000 65536"/>
                          <a:gd name="T15" fmla="*/ 0 w 179"/>
                          <a:gd name="T16" fmla="*/ 0 h 75"/>
                          <a:gd name="T17" fmla="*/ 179 w 179"/>
                          <a:gd name="T18" fmla="*/ 75 h 75"/>
                        </a:gdLst>
                        <a:ahLst/>
                        <a:cxnLst>
                          <a:cxn ang="T10">
                            <a:pos x="T0" y="T1"/>
                          </a:cxn>
                          <a:cxn ang="T11">
                            <a:pos x="T2" y="T3"/>
                          </a:cxn>
                          <a:cxn ang="T12">
                            <a:pos x="T4" y="T5"/>
                          </a:cxn>
                          <a:cxn ang="T13">
                            <a:pos x="T6" y="T7"/>
                          </a:cxn>
                          <a:cxn ang="T14">
                            <a:pos x="T8" y="T9"/>
                          </a:cxn>
                        </a:cxnLst>
                        <a:rect l="T15" t="T16" r="T17" b="T18"/>
                        <a:pathLst>
                          <a:path w="179" h="75">
                            <a:moveTo>
                              <a:pt x="178" y="31"/>
                            </a:moveTo>
                            <a:lnTo>
                              <a:pt x="93" y="74"/>
                            </a:lnTo>
                            <a:lnTo>
                              <a:pt x="0" y="32"/>
                            </a:lnTo>
                            <a:lnTo>
                              <a:pt x="71" y="0"/>
                            </a:lnTo>
                            <a:lnTo>
                              <a:pt x="178" y="31"/>
                            </a:lnTo>
                          </a:path>
                        </a:pathLst>
                      </a:custGeom>
                      <a:solidFill>
                        <a:srgbClr val="808080"/>
                      </a:solidFill>
                      <a:ln w="12700" cap="rnd">
                        <a:noFill/>
                        <a:round/>
                        <a:headEnd/>
                        <a:tailEnd/>
                      </a:ln>
                    </p:spPr>
                    <p:txBody>
                      <a:bodyPr/>
                      <a:lstStyle/>
                      <a:p>
                        <a:pPr algn="ctr"/>
                        <a:endParaRPr lang="pt-BR" sz="2400"/>
                      </a:p>
                    </p:txBody>
                  </p:sp>
                  <p:sp>
                    <p:nvSpPr>
                      <p:cNvPr id="507" name="Freeform 157"/>
                      <p:cNvSpPr>
                        <a:spLocks/>
                      </p:cNvSpPr>
                      <p:nvPr/>
                    </p:nvSpPr>
                    <p:spPr bwMode="auto">
                      <a:xfrm>
                        <a:off x="2935" y="2359"/>
                        <a:ext cx="91" cy="54"/>
                      </a:xfrm>
                      <a:custGeom>
                        <a:avLst/>
                        <a:gdLst>
                          <a:gd name="T0" fmla="*/ 87 w 91"/>
                          <a:gd name="T1" fmla="*/ 0 h 54"/>
                          <a:gd name="T2" fmla="*/ 0 w 91"/>
                          <a:gd name="T3" fmla="*/ 44 h 54"/>
                          <a:gd name="T4" fmla="*/ 3 w 91"/>
                          <a:gd name="T5" fmla="*/ 53 h 54"/>
                          <a:gd name="T6" fmla="*/ 90 w 91"/>
                          <a:gd name="T7" fmla="*/ 9 h 54"/>
                          <a:gd name="T8" fmla="*/ 87 w 91"/>
                          <a:gd name="T9" fmla="*/ 0 h 54"/>
                          <a:gd name="T10" fmla="*/ 0 60000 65536"/>
                          <a:gd name="T11" fmla="*/ 0 60000 65536"/>
                          <a:gd name="T12" fmla="*/ 0 60000 65536"/>
                          <a:gd name="T13" fmla="*/ 0 60000 65536"/>
                          <a:gd name="T14" fmla="*/ 0 60000 65536"/>
                          <a:gd name="T15" fmla="*/ 0 w 91"/>
                          <a:gd name="T16" fmla="*/ 0 h 54"/>
                          <a:gd name="T17" fmla="*/ 91 w 91"/>
                          <a:gd name="T18" fmla="*/ 54 h 54"/>
                        </a:gdLst>
                        <a:ahLst/>
                        <a:cxnLst>
                          <a:cxn ang="T10">
                            <a:pos x="T0" y="T1"/>
                          </a:cxn>
                          <a:cxn ang="T11">
                            <a:pos x="T2" y="T3"/>
                          </a:cxn>
                          <a:cxn ang="T12">
                            <a:pos x="T4" y="T5"/>
                          </a:cxn>
                          <a:cxn ang="T13">
                            <a:pos x="T6" y="T7"/>
                          </a:cxn>
                          <a:cxn ang="T14">
                            <a:pos x="T8" y="T9"/>
                          </a:cxn>
                        </a:cxnLst>
                        <a:rect l="T15" t="T16" r="T17" b="T18"/>
                        <a:pathLst>
                          <a:path w="91" h="54">
                            <a:moveTo>
                              <a:pt x="87" y="0"/>
                            </a:moveTo>
                            <a:lnTo>
                              <a:pt x="0" y="44"/>
                            </a:lnTo>
                            <a:lnTo>
                              <a:pt x="3" y="53"/>
                            </a:lnTo>
                            <a:lnTo>
                              <a:pt x="90" y="9"/>
                            </a:lnTo>
                            <a:lnTo>
                              <a:pt x="87" y="0"/>
                            </a:lnTo>
                          </a:path>
                        </a:pathLst>
                      </a:custGeom>
                      <a:solidFill>
                        <a:srgbClr val="606060"/>
                      </a:solidFill>
                      <a:ln w="12700" cap="rnd">
                        <a:noFill/>
                        <a:round/>
                        <a:headEnd/>
                        <a:tailEnd/>
                      </a:ln>
                    </p:spPr>
                    <p:txBody>
                      <a:bodyPr/>
                      <a:lstStyle/>
                      <a:p>
                        <a:pPr algn="ctr"/>
                        <a:endParaRPr lang="pt-BR" sz="2400"/>
                      </a:p>
                    </p:txBody>
                  </p:sp>
                  <p:sp>
                    <p:nvSpPr>
                      <p:cNvPr id="508" name="Freeform 158"/>
                      <p:cNvSpPr>
                        <a:spLocks/>
                      </p:cNvSpPr>
                      <p:nvPr/>
                    </p:nvSpPr>
                    <p:spPr bwMode="auto">
                      <a:xfrm>
                        <a:off x="2843" y="2360"/>
                        <a:ext cx="96" cy="53"/>
                      </a:xfrm>
                      <a:custGeom>
                        <a:avLst/>
                        <a:gdLst>
                          <a:gd name="T0" fmla="*/ 95 w 96"/>
                          <a:gd name="T1" fmla="*/ 52 h 53"/>
                          <a:gd name="T2" fmla="*/ 92 w 96"/>
                          <a:gd name="T3" fmla="*/ 42 h 53"/>
                          <a:gd name="T4" fmla="*/ 0 w 96"/>
                          <a:gd name="T5" fmla="*/ 0 h 53"/>
                          <a:gd name="T6" fmla="*/ 3 w 96"/>
                          <a:gd name="T7" fmla="*/ 8 h 53"/>
                          <a:gd name="T8" fmla="*/ 95 w 96"/>
                          <a:gd name="T9" fmla="*/ 52 h 53"/>
                          <a:gd name="T10" fmla="*/ 0 60000 65536"/>
                          <a:gd name="T11" fmla="*/ 0 60000 65536"/>
                          <a:gd name="T12" fmla="*/ 0 60000 65536"/>
                          <a:gd name="T13" fmla="*/ 0 60000 65536"/>
                          <a:gd name="T14" fmla="*/ 0 60000 65536"/>
                          <a:gd name="T15" fmla="*/ 0 w 96"/>
                          <a:gd name="T16" fmla="*/ 0 h 53"/>
                          <a:gd name="T17" fmla="*/ 96 w 96"/>
                          <a:gd name="T18" fmla="*/ 53 h 53"/>
                        </a:gdLst>
                        <a:ahLst/>
                        <a:cxnLst>
                          <a:cxn ang="T10">
                            <a:pos x="T0" y="T1"/>
                          </a:cxn>
                          <a:cxn ang="T11">
                            <a:pos x="T2" y="T3"/>
                          </a:cxn>
                          <a:cxn ang="T12">
                            <a:pos x="T4" y="T5"/>
                          </a:cxn>
                          <a:cxn ang="T13">
                            <a:pos x="T6" y="T7"/>
                          </a:cxn>
                          <a:cxn ang="T14">
                            <a:pos x="T8" y="T9"/>
                          </a:cxn>
                        </a:cxnLst>
                        <a:rect l="T15" t="T16" r="T17" b="T18"/>
                        <a:pathLst>
                          <a:path w="96" h="53">
                            <a:moveTo>
                              <a:pt x="95" y="52"/>
                            </a:moveTo>
                            <a:lnTo>
                              <a:pt x="92" y="42"/>
                            </a:lnTo>
                            <a:lnTo>
                              <a:pt x="0" y="0"/>
                            </a:lnTo>
                            <a:lnTo>
                              <a:pt x="3" y="8"/>
                            </a:lnTo>
                            <a:lnTo>
                              <a:pt x="95" y="52"/>
                            </a:lnTo>
                          </a:path>
                        </a:pathLst>
                      </a:custGeom>
                      <a:solidFill>
                        <a:srgbClr val="404040"/>
                      </a:solidFill>
                      <a:ln w="12700" cap="rnd">
                        <a:noFill/>
                        <a:round/>
                        <a:headEnd/>
                        <a:tailEnd/>
                      </a:ln>
                    </p:spPr>
                    <p:txBody>
                      <a:bodyPr/>
                      <a:lstStyle/>
                      <a:p>
                        <a:pPr algn="ctr"/>
                        <a:endParaRPr lang="pt-BR" sz="2400"/>
                      </a:p>
                    </p:txBody>
                  </p:sp>
                  <p:sp>
                    <p:nvSpPr>
                      <p:cNvPr id="509" name="Freeform 159"/>
                      <p:cNvSpPr>
                        <a:spLocks/>
                      </p:cNvSpPr>
                      <p:nvPr/>
                    </p:nvSpPr>
                    <p:spPr bwMode="auto">
                      <a:xfrm>
                        <a:off x="2915" y="2363"/>
                        <a:ext cx="73" cy="34"/>
                      </a:xfrm>
                      <a:custGeom>
                        <a:avLst/>
                        <a:gdLst>
                          <a:gd name="T0" fmla="*/ 72 w 73"/>
                          <a:gd name="T1" fmla="*/ 8 h 34"/>
                          <a:gd name="T2" fmla="*/ 47 w 73"/>
                          <a:gd name="T3" fmla="*/ 0 h 34"/>
                          <a:gd name="T4" fmla="*/ 0 w 73"/>
                          <a:gd name="T5" fmla="*/ 23 h 34"/>
                          <a:gd name="T6" fmla="*/ 23 w 73"/>
                          <a:gd name="T7" fmla="*/ 33 h 34"/>
                          <a:gd name="T8" fmla="*/ 72 w 73"/>
                          <a:gd name="T9" fmla="*/ 8 h 34"/>
                          <a:gd name="T10" fmla="*/ 0 60000 65536"/>
                          <a:gd name="T11" fmla="*/ 0 60000 65536"/>
                          <a:gd name="T12" fmla="*/ 0 60000 65536"/>
                          <a:gd name="T13" fmla="*/ 0 60000 65536"/>
                          <a:gd name="T14" fmla="*/ 0 60000 65536"/>
                          <a:gd name="T15" fmla="*/ 0 w 73"/>
                          <a:gd name="T16" fmla="*/ 0 h 34"/>
                          <a:gd name="T17" fmla="*/ 73 w 73"/>
                          <a:gd name="T18" fmla="*/ 34 h 34"/>
                        </a:gdLst>
                        <a:ahLst/>
                        <a:cxnLst>
                          <a:cxn ang="T10">
                            <a:pos x="T0" y="T1"/>
                          </a:cxn>
                          <a:cxn ang="T11">
                            <a:pos x="T2" y="T3"/>
                          </a:cxn>
                          <a:cxn ang="T12">
                            <a:pos x="T4" y="T5"/>
                          </a:cxn>
                          <a:cxn ang="T13">
                            <a:pos x="T6" y="T7"/>
                          </a:cxn>
                          <a:cxn ang="T14">
                            <a:pos x="T8" y="T9"/>
                          </a:cxn>
                        </a:cxnLst>
                        <a:rect l="T15" t="T16" r="T17" b="T18"/>
                        <a:pathLst>
                          <a:path w="73" h="34">
                            <a:moveTo>
                              <a:pt x="72" y="8"/>
                            </a:moveTo>
                            <a:lnTo>
                              <a:pt x="47" y="0"/>
                            </a:lnTo>
                            <a:lnTo>
                              <a:pt x="0" y="23"/>
                            </a:lnTo>
                            <a:lnTo>
                              <a:pt x="23" y="33"/>
                            </a:lnTo>
                            <a:lnTo>
                              <a:pt x="72" y="8"/>
                            </a:lnTo>
                          </a:path>
                        </a:pathLst>
                      </a:custGeom>
                      <a:solidFill>
                        <a:srgbClr val="A0A0A0"/>
                      </a:solidFill>
                      <a:ln w="12700" cap="rnd">
                        <a:noFill/>
                        <a:round/>
                        <a:headEnd/>
                        <a:tailEnd/>
                      </a:ln>
                    </p:spPr>
                    <p:txBody>
                      <a:bodyPr/>
                      <a:lstStyle/>
                      <a:p>
                        <a:pPr algn="ctr"/>
                        <a:endParaRPr lang="pt-BR" sz="2400"/>
                      </a:p>
                    </p:txBody>
                  </p:sp>
                  <p:sp>
                    <p:nvSpPr>
                      <p:cNvPr id="510" name="Freeform 160"/>
                      <p:cNvSpPr>
                        <a:spLocks/>
                      </p:cNvSpPr>
                      <p:nvPr/>
                    </p:nvSpPr>
                    <p:spPr bwMode="auto">
                      <a:xfrm>
                        <a:off x="2852" y="2339"/>
                        <a:ext cx="107" cy="46"/>
                      </a:xfrm>
                      <a:custGeom>
                        <a:avLst/>
                        <a:gdLst>
                          <a:gd name="T0" fmla="*/ 106 w 107"/>
                          <a:gd name="T1" fmla="*/ 23 h 46"/>
                          <a:gd name="T2" fmla="*/ 59 w 107"/>
                          <a:gd name="T3" fmla="*/ 45 h 46"/>
                          <a:gd name="T4" fmla="*/ 0 w 107"/>
                          <a:gd name="T5" fmla="*/ 20 h 46"/>
                          <a:gd name="T6" fmla="*/ 43 w 107"/>
                          <a:gd name="T7" fmla="*/ 0 h 46"/>
                          <a:gd name="T8" fmla="*/ 106 w 107"/>
                          <a:gd name="T9" fmla="*/ 23 h 46"/>
                          <a:gd name="T10" fmla="*/ 0 60000 65536"/>
                          <a:gd name="T11" fmla="*/ 0 60000 65536"/>
                          <a:gd name="T12" fmla="*/ 0 60000 65536"/>
                          <a:gd name="T13" fmla="*/ 0 60000 65536"/>
                          <a:gd name="T14" fmla="*/ 0 60000 65536"/>
                          <a:gd name="T15" fmla="*/ 0 w 107"/>
                          <a:gd name="T16" fmla="*/ 0 h 46"/>
                          <a:gd name="T17" fmla="*/ 107 w 107"/>
                          <a:gd name="T18" fmla="*/ 46 h 46"/>
                        </a:gdLst>
                        <a:ahLst/>
                        <a:cxnLst>
                          <a:cxn ang="T10">
                            <a:pos x="T0" y="T1"/>
                          </a:cxn>
                          <a:cxn ang="T11">
                            <a:pos x="T2" y="T3"/>
                          </a:cxn>
                          <a:cxn ang="T12">
                            <a:pos x="T4" y="T5"/>
                          </a:cxn>
                          <a:cxn ang="T13">
                            <a:pos x="T6" y="T7"/>
                          </a:cxn>
                          <a:cxn ang="T14">
                            <a:pos x="T8" y="T9"/>
                          </a:cxn>
                        </a:cxnLst>
                        <a:rect l="T15" t="T16" r="T17" b="T18"/>
                        <a:pathLst>
                          <a:path w="107" h="46">
                            <a:moveTo>
                              <a:pt x="106" y="23"/>
                            </a:moveTo>
                            <a:lnTo>
                              <a:pt x="59" y="45"/>
                            </a:lnTo>
                            <a:lnTo>
                              <a:pt x="0" y="20"/>
                            </a:lnTo>
                            <a:lnTo>
                              <a:pt x="43" y="0"/>
                            </a:lnTo>
                            <a:lnTo>
                              <a:pt x="106" y="23"/>
                            </a:lnTo>
                          </a:path>
                        </a:pathLst>
                      </a:custGeom>
                      <a:solidFill>
                        <a:srgbClr val="A0A0A0"/>
                      </a:solidFill>
                      <a:ln w="12700" cap="rnd">
                        <a:noFill/>
                        <a:round/>
                        <a:headEnd/>
                        <a:tailEnd/>
                      </a:ln>
                    </p:spPr>
                    <p:txBody>
                      <a:bodyPr/>
                      <a:lstStyle/>
                      <a:p>
                        <a:pPr algn="ctr"/>
                        <a:endParaRPr lang="pt-BR" sz="2400"/>
                      </a:p>
                    </p:txBody>
                  </p:sp>
                  <p:sp>
                    <p:nvSpPr>
                      <p:cNvPr id="511" name="Freeform 161"/>
                      <p:cNvSpPr>
                        <a:spLocks/>
                      </p:cNvSpPr>
                      <p:nvPr/>
                    </p:nvSpPr>
                    <p:spPr bwMode="auto">
                      <a:xfrm>
                        <a:off x="2897" y="2331"/>
                        <a:ext cx="117" cy="41"/>
                      </a:xfrm>
                      <a:custGeom>
                        <a:avLst/>
                        <a:gdLst>
                          <a:gd name="T0" fmla="*/ 92 w 117"/>
                          <a:gd name="T1" fmla="*/ 40 h 41"/>
                          <a:gd name="T2" fmla="*/ 116 w 117"/>
                          <a:gd name="T3" fmla="*/ 28 h 41"/>
                          <a:gd name="T4" fmla="*/ 18 w 117"/>
                          <a:gd name="T5" fmla="*/ 0 h 41"/>
                          <a:gd name="T6" fmla="*/ 0 w 117"/>
                          <a:gd name="T7" fmla="*/ 8 h 41"/>
                          <a:gd name="T8" fmla="*/ 92 w 117"/>
                          <a:gd name="T9" fmla="*/ 40 h 41"/>
                          <a:gd name="T10" fmla="*/ 0 60000 65536"/>
                          <a:gd name="T11" fmla="*/ 0 60000 65536"/>
                          <a:gd name="T12" fmla="*/ 0 60000 65536"/>
                          <a:gd name="T13" fmla="*/ 0 60000 65536"/>
                          <a:gd name="T14" fmla="*/ 0 60000 65536"/>
                          <a:gd name="T15" fmla="*/ 0 w 117"/>
                          <a:gd name="T16" fmla="*/ 0 h 41"/>
                          <a:gd name="T17" fmla="*/ 117 w 117"/>
                          <a:gd name="T18" fmla="*/ 41 h 41"/>
                        </a:gdLst>
                        <a:ahLst/>
                        <a:cxnLst>
                          <a:cxn ang="T10">
                            <a:pos x="T0" y="T1"/>
                          </a:cxn>
                          <a:cxn ang="T11">
                            <a:pos x="T2" y="T3"/>
                          </a:cxn>
                          <a:cxn ang="T12">
                            <a:pos x="T4" y="T5"/>
                          </a:cxn>
                          <a:cxn ang="T13">
                            <a:pos x="T6" y="T7"/>
                          </a:cxn>
                          <a:cxn ang="T14">
                            <a:pos x="T8" y="T9"/>
                          </a:cxn>
                        </a:cxnLst>
                        <a:rect l="T15" t="T16" r="T17" b="T18"/>
                        <a:pathLst>
                          <a:path w="117" h="41">
                            <a:moveTo>
                              <a:pt x="92" y="40"/>
                            </a:moveTo>
                            <a:lnTo>
                              <a:pt x="116" y="28"/>
                            </a:lnTo>
                            <a:lnTo>
                              <a:pt x="18" y="0"/>
                            </a:lnTo>
                            <a:lnTo>
                              <a:pt x="0" y="8"/>
                            </a:lnTo>
                            <a:lnTo>
                              <a:pt x="92" y="40"/>
                            </a:lnTo>
                          </a:path>
                        </a:pathLst>
                      </a:custGeom>
                      <a:solidFill>
                        <a:srgbClr val="A0A0A0"/>
                      </a:solidFill>
                      <a:ln w="12700" cap="rnd">
                        <a:noFill/>
                        <a:round/>
                        <a:headEnd/>
                        <a:tailEnd/>
                      </a:ln>
                    </p:spPr>
                    <p:txBody>
                      <a:bodyPr/>
                      <a:lstStyle/>
                      <a:p>
                        <a:pPr algn="ctr"/>
                        <a:endParaRPr lang="pt-BR" sz="2400"/>
                      </a:p>
                    </p:txBody>
                  </p:sp>
                  <p:sp>
                    <p:nvSpPr>
                      <p:cNvPr id="512" name="Line 162"/>
                      <p:cNvSpPr>
                        <a:spLocks noChangeShapeType="1"/>
                      </p:cNvSpPr>
                      <p:nvPr/>
                    </p:nvSpPr>
                    <p:spPr bwMode="auto">
                      <a:xfrm flipH="1" flipV="1">
                        <a:off x="2910" y="2332"/>
                        <a:ext cx="98" cy="30"/>
                      </a:xfrm>
                      <a:prstGeom prst="line">
                        <a:avLst/>
                      </a:prstGeom>
                      <a:noFill/>
                      <a:ln w="12700">
                        <a:noFill/>
                        <a:round/>
                        <a:headEnd type="none" w="sm" len="sm"/>
                        <a:tailEnd type="none" w="sm" len="sm"/>
                      </a:ln>
                    </p:spPr>
                    <p:txBody>
                      <a:bodyPr wrap="none" anchor="ctr"/>
                      <a:lstStyle/>
                      <a:p>
                        <a:endParaRPr lang="pt-BR" sz="2400"/>
                      </a:p>
                    </p:txBody>
                  </p:sp>
                  <p:sp>
                    <p:nvSpPr>
                      <p:cNvPr id="513" name="Line 163"/>
                      <p:cNvSpPr>
                        <a:spLocks noChangeShapeType="1"/>
                      </p:cNvSpPr>
                      <p:nvPr/>
                    </p:nvSpPr>
                    <p:spPr bwMode="auto">
                      <a:xfrm flipH="1" flipV="1">
                        <a:off x="2905" y="2335"/>
                        <a:ext cx="96" cy="31"/>
                      </a:xfrm>
                      <a:prstGeom prst="line">
                        <a:avLst/>
                      </a:prstGeom>
                      <a:noFill/>
                      <a:ln w="12700">
                        <a:noFill/>
                        <a:round/>
                        <a:headEnd type="none" w="sm" len="sm"/>
                        <a:tailEnd type="none" w="sm" len="sm"/>
                      </a:ln>
                    </p:spPr>
                    <p:txBody>
                      <a:bodyPr wrap="none" anchor="ctr"/>
                      <a:lstStyle/>
                      <a:p>
                        <a:endParaRPr lang="pt-BR" sz="2400"/>
                      </a:p>
                    </p:txBody>
                  </p:sp>
                  <p:sp>
                    <p:nvSpPr>
                      <p:cNvPr id="514" name="Line 164"/>
                      <p:cNvSpPr>
                        <a:spLocks noChangeShapeType="1"/>
                      </p:cNvSpPr>
                      <p:nvPr/>
                    </p:nvSpPr>
                    <p:spPr bwMode="auto">
                      <a:xfrm flipH="1" flipV="1">
                        <a:off x="2901" y="2338"/>
                        <a:ext cx="94" cy="31"/>
                      </a:xfrm>
                      <a:prstGeom prst="line">
                        <a:avLst/>
                      </a:prstGeom>
                      <a:noFill/>
                      <a:ln w="12700">
                        <a:noFill/>
                        <a:round/>
                        <a:headEnd type="none" w="sm" len="sm"/>
                        <a:tailEnd type="none" w="sm" len="sm"/>
                      </a:ln>
                    </p:spPr>
                    <p:txBody>
                      <a:bodyPr wrap="none" anchor="ctr"/>
                      <a:lstStyle/>
                      <a:p>
                        <a:endParaRPr lang="pt-BR" sz="2400"/>
                      </a:p>
                    </p:txBody>
                  </p:sp>
                  <p:sp>
                    <p:nvSpPr>
                      <p:cNvPr id="515" name="Line 165"/>
                      <p:cNvSpPr>
                        <a:spLocks noChangeShapeType="1"/>
                      </p:cNvSpPr>
                      <p:nvPr/>
                    </p:nvSpPr>
                    <p:spPr bwMode="auto">
                      <a:xfrm flipH="1" flipV="1">
                        <a:off x="2890" y="2342"/>
                        <a:ext cx="91" cy="33"/>
                      </a:xfrm>
                      <a:prstGeom prst="line">
                        <a:avLst/>
                      </a:prstGeom>
                      <a:noFill/>
                      <a:ln w="12700">
                        <a:noFill/>
                        <a:round/>
                        <a:headEnd type="none" w="sm" len="sm"/>
                        <a:tailEnd type="none" w="sm" len="sm"/>
                      </a:ln>
                    </p:spPr>
                    <p:txBody>
                      <a:bodyPr wrap="none" anchor="ctr"/>
                      <a:lstStyle/>
                      <a:p>
                        <a:endParaRPr lang="pt-BR" sz="2400"/>
                      </a:p>
                    </p:txBody>
                  </p:sp>
                  <p:sp>
                    <p:nvSpPr>
                      <p:cNvPr id="516" name="Line 166"/>
                      <p:cNvSpPr>
                        <a:spLocks noChangeShapeType="1"/>
                      </p:cNvSpPr>
                      <p:nvPr/>
                    </p:nvSpPr>
                    <p:spPr bwMode="auto">
                      <a:xfrm flipH="1" flipV="1">
                        <a:off x="2882" y="2346"/>
                        <a:ext cx="90" cy="33"/>
                      </a:xfrm>
                      <a:prstGeom prst="line">
                        <a:avLst/>
                      </a:prstGeom>
                      <a:noFill/>
                      <a:ln w="12700">
                        <a:noFill/>
                        <a:round/>
                        <a:headEnd type="none" w="sm" len="sm"/>
                        <a:tailEnd type="none" w="sm" len="sm"/>
                      </a:ln>
                    </p:spPr>
                    <p:txBody>
                      <a:bodyPr wrap="none" anchor="ctr"/>
                      <a:lstStyle/>
                      <a:p>
                        <a:endParaRPr lang="pt-BR" sz="2400"/>
                      </a:p>
                    </p:txBody>
                  </p:sp>
                  <p:sp>
                    <p:nvSpPr>
                      <p:cNvPr id="517" name="Line 167"/>
                      <p:cNvSpPr>
                        <a:spLocks noChangeShapeType="1"/>
                      </p:cNvSpPr>
                      <p:nvPr/>
                    </p:nvSpPr>
                    <p:spPr bwMode="auto">
                      <a:xfrm flipH="1" flipV="1">
                        <a:off x="2874" y="2348"/>
                        <a:ext cx="92" cy="34"/>
                      </a:xfrm>
                      <a:prstGeom prst="line">
                        <a:avLst/>
                      </a:prstGeom>
                      <a:noFill/>
                      <a:ln w="12700">
                        <a:noFill/>
                        <a:round/>
                        <a:headEnd type="none" w="sm" len="sm"/>
                        <a:tailEnd type="none" w="sm" len="sm"/>
                      </a:ln>
                    </p:spPr>
                    <p:txBody>
                      <a:bodyPr wrap="none" anchor="ctr"/>
                      <a:lstStyle/>
                      <a:p>
                        <a:endParaRPr lang="pt-BR" sz="2400"/>
                      </a:p>
                    </p:txBody>
                  </p:sp>
                  <p:sp>
                    <p:nvSpPr>
                      <p:cNvPr id="518" name="Line 168"/>
                      <p:cNvSpPr>
                        <a:spLocks noChangeShapeType="1"/>
                      </p:cNvSpPr>
                      <p:nvPr/>
                    </p:nvSpPr>
                    <p:spPr bwMode="auto">
                      <a:xfrm flipH="1" flipV="1">
                        <a:off x="2868" y="2352"/>
                        <a:ext cx="88" cy="35"/>
                      </a:xfrm>
                      <a:prstGeom prst="line">
                        <a:avLst/>
                      </a:prstGeom>
                      <a:noFill/>
                      <a:ln w="12700">
                        <a:noFill/>
                        <a:round/>
                        <a:headEnd type="none" w="sm" len="sm"/>
                        <a:tailEnd type="none" w="sm" len="sm"/>
                      </a:ln>
                    </p:spPr>
                    <p:txBody>
                      <a:bodyPr wrap="none" anchor="ctr"/>
                      <a:lstStyle/>
                      <a:p>
                        <a:endParaRPr lang="pt-BR" sz="2400"/>
                      </a:p>
                    </p:txBody>
                  </p:sp>
                  <p:sp>
                    <p:nvSpPr>
                      <p:cNvPr id="519" name="Line 169"/>
                      <p:cNvSpPr>
                        <a:spLocks noChangeShapeType="1"/>
                      </p:cNvSpPr>
                      <p:nvPr/>
                    </p:nvSpPr>
                    <p:spPr bwMode="auto">
                      <a:xfrm flipH="1" flipV="1">
                        <a:off x="2862" y="2356"/>
                        <a:ext cx="87" cy="35"/>
                      </a:xfrm>
                      <a:prstGeom prst="line">
                        <a:avLst/>
                      </a:prstGeom>
                      <a:noFill/>
                      <a:ln w="12700">
                        <a:noFill/>
                        <a:round/>
                        <a:headEnd type="none" w="sm" len="sm"/>
                        <a:tailEnd type="none" w="sm" len="sm"/>
                      </a:ln>
                    </p:spPr>
                    <p:txBody>
                      <a:bodyPr wrap="none" anchor="ctr"/>
                      <a:lstStyle/>
                      <a:p>
                        <a:endParaRPr lang="pt-BR" sz="2400"/>
                      </a:p>
                    </p:txBody>
                  </p:sp>
                  <p:sp>
                    <p:nvSpPr>
                      <p:cNvPr id="520" name="Line 170"/>
                      <p:cNvSpPr>
                        <a:spLocks noChangeShapeType="1"/>
                      </p:cNvSpPr>
                      <p:nvPr/>
                    </p:nvSpPr>
                    <p:spPr bwMode="auto">
                      <a:xfrm flipH="1">
                        <a:off x="2933" y="2370"/>
                        <a:ext cx="45" cy="23"/>
                      </a:xfrm>
                      <a:prstGeom prst="line">
                        <a:avLst/>
                      </a:prstGeom>
                      <a:noFill/>
                      <a:ln w="12700">
                        <a:noFill/>
                        <a:round/>
                        <a:headEnd type="none" w="sm" len="sm"/>
                        <a:tailEnd type="none" w="sm" len="sm"/>
                      </a:ln>
                    </p:spPr>
                    <p:txBody>
                      <a:bodyPr wrap="none" anchor="ctr"/>
                      <a:lstStyle/>
                      <a:p>
                        <a:endParaRPr lang="pt-BR" sz="2400"/>
                      </a:p>
                    </p:txBody>
                  </p:sp>
                  <p:sp>
                    <p:nvSpPr>
                      <p:cNvPr id="521" name="Line 171"/>
                      <p:cNvSpPr>
                        <a:spLocks noChangeShapeType="1"/>
                      </p:cNvSpPr>
                      <p:nvPr/>
                    </p:nvSpPr>
                    <p:spPr bwMode="auto">
                      <a:xfrm flipH="1">
                        <a:off x="2923" y="2367"/>
                        <a:ext cx="46" cy="22"/>
                      </a:xfrm>
                      <a:prstGeom prst="line">
                        <a:avLst/>
                      </a:prstGeom>
                      <a:noFill/>
                      <a:ln w="12700">
                        <a:noFill/>
                        <a:round/>
                        <a:headEnd type="none" w="sm" len="sm"/>
                        <a:tailEnd type="none" w="sm" len="sm"/>
                      </a:ln>
                    </p:spPr>
                    <p:txBody>
                      <a:bodyPr wrap="none" anchor="ctr"/>
                      <a:lstStyle/>
                      <a:p>
                        <a:endParaRPr lang="pt-BR" sz="2400"/>
                      </a:p>
                    </p:txBody>
                  </p:sp>
                  <p:sp>
                    <p:nvSpPr>
                      <p:cNvPr id="522" name="Line 172"/>
                      <p:cNvSpPr>
                        <a:spLocks noChangeShapeType="1"/>
                      </p:cNvSpPr>
                      <p:nvPr/>
                    </p:nvSpPr>
                    <p:spPr bwMode="auto">
                      <a:xfrm flipH="1">
                        <a:off x="2903" y="2359"/>
                        <a:ext cx="45" cy="21"/>
                      </a:xfrm>
                      <a:prstGeom prst="line">
                        <a:avLst/>
                      </a:prstGeom>
                      <a:noFill/>
                      <a:ln w="12700">
                        <a:noFill/>
                        <a:round/>
                        <a:headEnd type="none" w="sm" len="sm"/>
                        <a:tailEnd type="none" w="sm" len="sm"/>
                      </a:ln>
                    </p:spPr>
                    <p:txBody>
                      <a:bodyPr wrap="none" anchor="ctr"/>
                      <a:lstStyle/>
                      <a:p>
                        <a:endParaRPr lang="pt-BR" sz="2400"/>
                      </a:p>
                    </p:txBody>
                  </p:sp>
                  <p:sp>
                    <p:nvSpPr>
                      <p:cNvPr id="523" name="Line 173"/>
                      <p:cNvSpPr>
                        <a:spLocks noChangeShapeType="1"/>
                      </p:cNvSpPr>
                      <p:nvPr/>
                    </p:nvSpPr>
                    <p:spPr bwMode="auto">
                      <a:xfrm flipH="1">
                        <a:off x="2893" y="2355"/>
                        <a:ext cx="44" cy="21"/>
                      </a:xfrm>
                      <a:prstGeom prst="line">
                        <a:avLst/>
                      </a:prstGeom>
                      <a:noFill/>
                      <a:ln w="12700">
                        <a:noFill/>
                        <a:round/>
                        <a:headEnd type="none" w="sm" len="sm"/>
                        <a:tailEnd type="none" w="sm" len="sm"/>
                      </a:ln>
                    </p:spPr>
                    <p:txBody>
                      <a:bodyPr wrap="none" anchor="ctr"/>
                      <a:lstStyle/>
                      <a:p>
                        <a:endParaRPr lang="pt-BR" sz="2400"/>
                      </a:p>
                    </p:txBody>
                  </p:sp>
                  <p:sp>
                    <p:nvSpPr>
                      <p:cNvPr id="524" name="Line 174"/>
                      <p:cNvSpPr>
                        <a:spLocks noChangeShapeType="1"/>
                      </p:cNvSpPr>
                      <p:nvPr/>
                    </p:nvSpPr>
                    <p:spPr bwMode="auto">
                      <a:xfrm flipH="1">
                        <a:off x="2883" y="2352"/>
                        <a:ext cx="43" cy="21"/>
                      </a:xfrm>
                      <a:prstGeom prst="line">
                        <a:avLst/>
                      </a:prstGeom>
                      <a:noFill/>
                      <a:ln w="12700">
                        <a:noFill/>
                        <a:round/>
                        <a:headEnd type="none" w="sm" len="sm"/>
                        <a:tailEnd type="none" w="sm" len="sm"/>
                      </a:ln>
                    </p:spPr>
                    <p:txBody>
                      <a:bodyPr wrap="none" anchor="ctr"/>
                      <a:lstStyle/>
                      <a:p>
                        <a:endParaRPr lang="pt-BR" sz="2400"/>
                      </a:p>
                    </p:txBody>
                  </p:sp>
                  <p:sp>
                    <p:nvSpPr>
                      <p:cNvPr id="525" name="Line 175"/>
                      <p:cNvSpPr>
                        <a:spLocks noChangeShapeType="1"/>
                      </p:cNvSpPr>
                      <p:nvPr/>
                    </p:nvSpPr>
                    <p:spPr bwMode="auto">
                      <a:xfrm flipH="1">
                        <a:off x="2874" y="2348"/>
                        <a:ext cx="42" cy="21"/>
                      </a:xfrm>
                      <a:prstGeom prst="line">
                        <a:avLst/>
                      </a:prstGeom>
                      <a:noFill/>
                      <a:ln w="12700">
                        <a:noFill/>
                        <a:round/>
                        <a:headEnd type="none" w="sm" len="sm"/>
                        <a:tailEnd type="none" w="sm" len="sm"/>
                      </a:ln>
                    </p:spPr>
                    <p:txBody>
                      <a:bodyPr wrap="none" anchor="ctr"/>
                      <a:lstStyle/>
                      <a:p>
                        <a:endParaRPr lang="pt-BR" sz="2400"/>
                      </a:p>
                    </p:txBody>
                  </p:sp>
                  <p:sp>
                    <p:nvSpPr>
                      <p:cNvPr id="526" name="Line 176"/>
                      <p:cNvSpPr>
                        <a:spLocks noChangeShapeType="1"/>
                      </p:cNvSpPr>
                      <p:nvPr/>
                    </p:nvSpPr>
                    <p:spPr bwMode="auto">
                      <a:xfrm flipH="1">
                        <a:off x="2864" y="2344"/>
                        <a:ext cx="43" cy="20"/>
                      </a:xfrm>
                      <a:prstGeom prst="line">
                        <a:avLst/>
                      </a:prstGeom>
                      <a:noFill/>
                      <a:ln w="12700">
                        <a:noFill/>
                        <a:round/>
                        <a:headEnd type="none" w="sm" len="sm"/>
                        <a:tailEnd type="none" w="sm" len="sm"/>
                      </a:ln>
                    </p:spPr>
                    <p:txBody>
                      <a:bodyPr wrap="none" anchor="ctr"/>
                      <a:lstStyle/>
                      <a:p>
                        <a:endParaRPr lang="pt-BR" sz="2400"/>
                      </a:p>
                    </p:txBody>
                  </p:sp>
                  <p:sp>
                    <p:nvSpPr>
                      <p:cNvPr id="527" name="Line 177"/>
                      <p:cNvSpPr>
                        <a:spLocks noChangeShapeType="1"/>
                      </p:cNvSpPr>
                      <p:nvPr/>
                    </p:nvSpPr>
                    <p:spPr bwMode="auto">
                      <a:xfrm flipH="1">
                        <a:off x="2977" y="2356"/>
                        <a:ext cx="22" cy="10"/>
                      </a:xfrm>
                      <a:prstGeom prst="line">
                        <a:avLst/>
                      </a:prstGeom>
                      <a:noFill/>
                      <a:ln w="12700">
                        <a:noFill/>
                        <a:round/>
                        <a:headEnd type="none" w="sm" len="sm"/>
                        <a:tailEnd type="none" w="sm" len="sm"/>
                      </a:ln>
                    </p:spPr>
                    <p:txBody>
                      <a:bodyPr wrap="none" anchor="ctr"/>
                      <a:lstStyle/>
                      <a:p>
                        <a:endParaRPr lang="pt-BR" sz="2400"/>
                      </a:p>
                    </p:txBody>
                  </p:sp>
                  <p:sp>
                    <p:nvSpPr>
                      <p:cNvPr id="528" name="Line 178"/>
                      <p:cNvSpPr>
                        <a:spLocks noChangeShapeType="1"/>
                      </p:cNvSpPr>
                      <p:nvPr/>
                    </p:nvSpPr>
                    <p:spPr bwMode="auto">
                      <a:xfrm flipH="1">
                        <a:off x="2964" y="2351"/>
                        <a:ext cx="20" cy="11"/>
                      </a:xfrm>
                      <a:prstGeom prst="line">
                        <a:avLst/>
                      </a:prstGeom>
                      <a:noFill/>
                      <a:ln w="12700">
                        <a:noFill/>
                        <a:round/>
                        <a:headEnd type="none" w="sm" len="sm"/>
                        <a:tailEnd type="none" w="sm" len="sm"/>
                      </a:ln>
                    </p:spPr>
                    <p:txBody>
                      <a:bodyPr wrap="none" anchor="ctr"/>
                      <a:lstStyle/>
                      <a:p>
                        <a:endParaRPr lang="pt-BR" sz="2400"/>
                      </a:p>
                    </p:txBody>
                  </p:sp>
                  <p:sp>
                    <p:nvSpPr>
                      <p:cNvPr id="529" name="Line 179"/>
                      <p:cNvSpPr>
                        <a:spLocks noChangeShapeType="1"/>
                      </p:cNvSpPr>
                      <p:nvPr/>
                    </p:nvSpPr>
                    <p:spPr bwMode="auto">
                      <a:xfrm flipH="1">
                        <a:off x="2950" y="2347"/>
                        <a:ext cx="21" cy="10"/>
                      </a:xfrm>
                      <a:prstGeom prst="line">
                        <a:avLst/>
                      </a:prstGeom>
                      <a:noFill/>
                      <a:ln w="12700">
                        <a:noFill/>
                        <a:round/>
                        <a:headEnd type="none" w="sm" len="sm"/>
                        <a:tailEnd type="none" w="sm" len="sm"/>
                      </a:ln>
                    </p:spPr>
                    <p:txBody>
                      <a:bodyPr wrap="none" anchor="ctr"/>
                      <a:lstStyle/>
                      <a:p>
                        <a:endParaRPr lang="pt-BR" sz="2400"/>
                      </a:p>
                    </p:txBody>
                  </p:sp>
                  <p:sp>
                    <p:nvSpPr>
                      <p:cNvPr id="530" name="Line 180"/>
                      <p:cNvSpPr>
                        <a:spLocks noChangeShapeType="1"/>
                      </p:cNvSpPr>
                      <p:nvPr/>
                    </p:nvSpPr>
                    <p:spPr bwMode="auto">
                      <a:xfrm flipH="1">
                        <a:off x="2936" y="2343"/>
                        <a:ext cx="21" cy="9"/>
                      </a:xfrm>
                      <a:prstGeom prst="line">
                        <a:avLst/>
                      </a:prstGeom>
                      <a:noFill/>
                      <a:ln w="12700">
                        <a:noFill/>
                        <a:round/>
                        <a:headEnd type="none" w="sm" len="sm"/>
                        <a:tailEnd type="none" w="sm" len="sm"/>
                      </a:ln>
                    </p:spPr>
                    <p:txBody>
                      <a:bodyPr wrap="none" anchor="ctr"/>
                      <a:lstStyle/>
                      <a:p>
                        <a:endParaRPr lang="pt-BR" sz="2400"/>
                      </a:p>
                    </p:txBody>
                  </p:sp>
                  <p:sp>
                    <p:nvSpPr>
                      <p:cNvPr id="531" name="Line 181"/>
                      <p:cNvSpPr>
                        <a:spLocks noChangeShapeType="1"/>
                      </p:cNvSpPr>
                      <p:nvPr/>
                    </p:nvSpPr>
                    <p:spPr bwMode="auto">
                      <a:xfrm flipH="1">
                        <a:off x="2924" y="2339"/>
                        <a:ext cx="19" cy="9"/>
                      </a:xfrm>
                      <a:prstGeom prst="line">
                        <a:avLst/>
                      </a:prstGeom>
                      <a:noFill/>
                      <a:ln w="12700">
                        <a:noFill/>
                        <a:round/>
                        <a:headEnd type="none" w="sm" len="sm"/>
                        <a:tailEnd type="none" w="sm" len="sm"/>
                      </a:ln>
                    </p:spPr>
                    <p:txBody>
                      <a:bodyPr wrap="none" anchor="ctr"/>
                      <a:lstStyle/>
                      <a:p>
                        <a:endParaRPr lang="pt-BR" sz="2400"/>
                      </a:p>
                    </p:txBody>
                  </p:sp>
                  <p:sp>
                    <p:nvSpPr>
                      <p:cNvPr id="532" name="Line 182"/>
                      <p:cNvSpPr>
                        <a:spLocks noChangeShapeType="1"/>
                      </p:cNvSpPr>
                      <p:nvPr/>
                    </p:nvSpPr>
                    <p:spPr bwMode="auto">
                      <a:xfrm flipH="1">
                        <a:off x="2909" y="2335"/>
                        <a:ext cx="20" cy="8"/>
                      </a:xfrm>
                      <a:prstGeom prst="line">
                        <a:avLst/>
                      </a:prstGeom>
                      <a:noFill/>
                      <a:ln w="12700">
                        <a:noFill/>
                        <a:round/>
                        <a:headEnd type="none" w="sm" len="sm"/>
                        <a:tailEnd type="none" w="sm" len="sm"/>
                      </a:ln>
                    </p:spPr>
                    <p:txBody>
                      <a:bodyPr wrap="none" anchor="ctr"/>
                      <a:lstStyle/>
                      <a:p>
                        <a:endParaRPr lang="pt-BR" sz="2400"/>
                      </a:p>
                    </p:txBody>
                  </p:sp>
                </p:grpSp>
              </p:grpSp>
            </p:grpSp>
            <p:grpSp>
              <p:nvGrpSpPr>
                <p:cNvPr id="454" name="Group 183"/>
                <p:cNvGrpSpPr>
                  <a:grpSpLocks/>
                </p:cNvGrpSpPr>
                <p:nvPr/>
              </p:nvGrpSpPr>
              <p:grpSpPr bwMode="auto">
                <a:xfrm>
                  <a:off x="2694" y="2180"/>
                  <a:ext cx="242" cy="315"/>
                  <a:chOff x="2694" y="2180"/>
                  <a:chExt cx="242" cy="315"/>
                </a:xfrm>
              </p:grpSpPr>
              <p:grpSp>
                <p:nvGrpSpPr>
                  <p:cNvPr id="455" name="Group 184"/>
                  <p:cNvGrpSpPr>
                    <a:grpSpLocks/>
                  </p:cNvGrpSpPr>
                  <p:nvPr/>
                </p:nvGrpSpPr>
                <p:grpSpPr bwMode="auto">
                  <a:xfrm>
                    <a:off x="2718" y="2180"/>
                    <a:ext cx="218" cy="315"/>
                    <a:chOff x="2718" y="2180"/>
                    <a:chExt cx="218" cy="315"/>
                  </a:xfrm>
                </p:grpSpPr>
                <p:grpSp>
                  <p:nvGrpSpPr>
                    <p:cNvPr id="459" name="Group 185"/>
                    <p:cNvGrpSpPr>
                      <a:grpSpLocks/>
                    </p:cNvGrpSpPr>
                    <p:nvPr/>
                  </p:nvGrpSpPr>
                  <p:grpSpPr bwMode="auto">
                    <a:xfrm>
                      <a:off x="2739" y="2186"/>
                      <a:ext cx="82" cy="85"/>
                      <a:chOff x="2739" y="2186"/>
                      <a:chExt cx="82" cy="85"/>
                    </a:xfrm>
                  </p:grpSpPr>
                  <p:grpSp>
                    <p:nvGrpSpPr>
                      <p:cNvPr id="488" name="Group 186"/>
                      <p:cNvGrpSpPr>
                        <a:grpSpLocks/>
                      </p:cNvGrpSpPr>
                      <p:nvPr/>
                    </p:nvGrpSpPr>
                    <p:grpSpPr bwMode="auto">
                      <a:xfrm>
                        <a:off x="2739" y="2186"/>
                        <a:ext cx="82" cy="85"/>
                        <a:chOff x="2739" y="2186"/>
                        <a:chExt cx="82" cy="85"/>
                      </a:xfrm>
                    </p:grpSpPr>
                    <p:sp>
                      <p:nvSpPr>
                        <p:cNvPr id="500" name="Freeform 187"/>
                        <p:cNvSpPr>
                          <a:spLocks/>
                        </p:cNvSpPr>
                        <p:nvPr/>
                      </p:nvSpPr>
                      <p:spPr bwMode="auto">
                        <a:xfrm>
                          <a:off x="2739" y="2186"/>
                          <a:ext cx="82" cy="85"/>
                        </a:xfrm>
                        <a:custGeom>
                          <a:avLst/>
                          <a:gdLst>
                            <a:gd name="T0" fmla="*/ 56 w 82"/>
                            <a:gd name="T1" fmla="*/ 3 h 85"/>
                            <a:gd name="T2" fmla="*/ 66 w 82"/>
                            <a:gd name="T3" fmla="*/ 7 h 85"/>
                            <a:gd name="T4" fmla="*/ 70 w 82"/>
                            <a:gd name="T5" fmla="*/ 12 h 85"/>
                            <a:gd name="T6" fmla="*/ 73 w 82"/>
                            <a:gd name="T7" fmla="*/ 22 h 85"/>
                            <a:gd name="T8" fmla="*/ 74 w 82"/>
                            <a:gd name="T9" fmla="*/ 27 h 85"/>
                            <a:gd name="T10" fmla="*/ 73 w 82"/>
                            <a:gd name="T11" fmla="*/ 30 h 85"/>
                            <a:gd name="T12" fmla="*/ 72 w 82"/>
                            <a:gd name="T13" fmla="*/ 33 h 85"/>
                            <a:gd name="T14" fmla="*/ 74 w 82"/>
                            <a:gd name="T15" fmla="*/ 38 h 85"/>
                            <a:gd name="T16" fmla="*/ 77 w 82"/>
                            <a:gd name="T17" fmla="*/ 43 h 85"/>
                            <a:gd name="T18" fmla="*/ 78 w 82"/>
                            <a:gd name="T19" fmla="*/ 44 h 85"/>
                            <a:gd name="T20" fmla="*/ 79 w 82"/>
                            <a:gd name="T21" fmla="*/ 45 h 85"/>
                            <a:gd name="T22" fmla="*/ 80 w 82"/>
                            <a:gd name="T23" fmla="*/ 47 h 85"/>
                            <a:gd name="T24" fmla="*/ 81 w 82"/>
                            <a:gd name="T25" fmla="*/ 48 h 85"/>
                            <a:gd name="T26" fmla="*/ 80 w 82"/>
                            <a:gd name="T27" fmla="*/ 50 h 85"/>
                            <a:gd name="T28" fmla="*/ 79 w 82"/>
                            <a:gd name="T29" fmla="*/ 50 h 85"/>
                            <a:gd name="T30" fmla="*/ 75 w 82"/>
                            <a:gd name="T31" fmla="*/ 51 h 85"/>
                            <a:gd name="T32" fmla="*/ 74 w 82"/>
                            <a:gd name="T33" fmla="*/ 52 h 85"/>
                            <a:gd name="T34" fmla="*/ 74 w 82"/>
                            <a:gd name="T35" fmla="*/ 54 h 85"/>
                            <a:gd name="T36" fmla="*/ 74 w 82"/>
                            <a:gd name="T37" fmla="*/ 56 h 85"/>
                            <a:gd name="T38" fmla="*/ 75 w 82"/>
                            <a:gd name="T39" fmla="*/ 59 h 85"/>
                            <a:gd name="T40" fmla="*/ 75 w 82"/>
                            <a:gd name="T41" fmla="*/ 60 h 85"/>
                            <a:gd name="T42" fmla="*/ 73 w 82"/>
                            <a:gd name="T43" fmla="*/ 62 h 85"/>
                            <a:gd name="T44" fmla="*/ 74 w 82"/>
                            <a:gd name="T45" fmla="*/ 63 h 85"/>
                            <a:gd name="T46" fmla="*/ 74 w 82"/>
                            <a:gd name="T47" fmla="*/ 64 h 85"/>
                            <a:gd name="T48" fmla="*/ 73 w 82"/>
                            <a:gd name="T49" fmla="*/ 65 h 85"/>
                            <a:gd name="T50" fmla="*/ 72 w 82"/>
                            <a:gd name="T51" fmla="*/ 66 h 85"/>
                            <a:gd name="T52" fmla="*/ 71 w 82"/>
                            <a:gd name="T53" fmla="*/ 68 h 85"/>
                            <a:gd name="T54" fmla="*/ 71 w 82"/>
                            <a:gd name="T55" fmla="*/ 69 h 85"/>
                            <a:gd name="T56" fmla="*/ 70 w 82"/>
                            <a:gd name="T57" fmla="*/ 71 h 85"/>
                            <a:gd name="T58" fmla="*/ 69 w 82"/>
                            <a:gd name="T59" fmla="*/ 72 h 85"/>
                            <a:gd name="T60" fmla="*/ 67 w 82"/>
                            <a:gd name="T61" fmla="*/ 73 h 85"/>
                            <a:gd name="T62" fmla="*/ 65 w 82"/>
                            <a:gd name="T63" fmla="*/ 74 h 85"/>
                            <a:gd name="T64" fmla="*/ 63 w 82"/>
                            <a:gd name="T65" fmla="*/ 74 h 85"/>
                            <a:gd name="T66" fmla="*/ 57 w 82"/>
                            <a:gd name="T67" fmla="*/ 74 h 85"/>
                            <a:gd name="T68" fmla="*/ 52 w 82"/>
                            <a:gd name="T69" fmla="*/ 73 h 85"/>
                            <a:gd name="T70" fmla="*/ 44 w 82"/>
                            <a:gd name="T71" fmla="*/ 84 h 85"/>
                            <a:gd name="T72" fmla="*/ 11 w 82"/>
                            <a:gd name="T73" fmla="*/ 71 h 85"/>
                            <a:gd name="T74" fmla="*/ 14 w 82"/>
                            <a:gd name="T75" fmla="*/ 67 h 85"/>
                            <a:gd name="T76" fmla="*/ 16 w 82"/>
                            <a:gd name="T77" fmla="*/ 63 h 85"/>
                            <a:gd name="T78" fmla="*/ 16 w 82"/>
                            <a:gd name="T79" fmla="*/ 57 h 85"/>
                            <a:gd name="T80" fmla="*/ 0 w 82"/>
                            <a:gd name="T81" fmla="*/ 45 h 85"/>
                            <a:gd name="T82" fmla="*/ 0 w 82"/>
                            <a:gd name="T83" fmla="*/ 15 h 85"/>
                            <a:gd name="T84" fmla="*/ 8 w 82"/>
                            <a:gd name="T85" fmla="*/ 8 h 85"/>
                            <a:gd name="T86" fmla="*/ 19 w 82"/>
                            <a:gd name="T87" fmla="*/ 4 h 85"/>
                            <a:gd name="T88" fmla="*/ 28 w 82"/>
                            <a:gd name="T89" fmla="*/ 0 h 85"/>
                            <a:gd name="T90" fmla="*/ 43 w 82"/>
                            <a:gd name="T91" fmla="*/ 2 h 85"/>
                            <a:gd name="T92" fmla="*/ 56 w 82"/>
                            <a:gd name="T93" fmla="*/ 3 h 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2"/>
                            <a:gd name="T142" fmla="*/ 0 h 85"/>
                            <a:gd name="T143" fmla="*/ 82 w 82"/>
                            <a:gd name="T144" fmla="*/ 85 h 8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2" h="85">
                              <a:moveTo>
                                <a:pt x="56" y="3"/>
                              </a:moveTo>
                              <a:lnTo>
                                <a:pt x="66" y="7"/>
                              </a:lnTo>
                              <a:lnTo>
                                <a:pt x="70" y="12"/>
                              </a:lnTo>
                              <a:lnTo>
                                <a:pt x="73" y="22"/>
                              </a:lnTo>
                              <a:lnTo>
                                <a:pt x="74" y="27"/>
                              </a:lnTo>
                              <a:lnTo>
                                <a:pt x="73" y="30"/>
                              </a:lnTo>
                              <a:lnTo>
                                <a:pt x="72" y="33"/>
                              </a:lnTo>
                              <a:lnTo>
                                <a:pt x="74" y="38"/>
                              </a:lnTo>
                              <a:lnTo>
                                <a:pt x="77" y="43"/>
                              </a:lnTo>
                              <a:lnTo>
                                <a:pt x="78" y="44"/>
                              </a:lnTo>
                              <a:lnTo>
                                <a:pt x="79" y="45"/>
                              </a:lnTo>
                              <a:lnTo>
                                <a:pt x="80" y="47"/>
                              </a:lnTo>
                              <a:lnTo>
                                <a:pt x="81" y="48"/>
                              </a:lnTo>
                              <a:lnTo>
                                <a:pt x="80" y="50"/>
                              </a:lnTo>
                              <a:lnTo>
                                <a:pt x="79" y="50"/>
                              </a:lnTo>
                              <a:lnTo>
                                <a:pt x="75" y="51"/>
                              </a:lnTo>
                              <a:lnTo>
                                <a:pt x="74" y="52"/>
                              </a:lnTo>
                              <a:lnTo>
                                <a:pt x="74" y="54"/>
                              </a:lnTo>
                              <a:lnTo>
                                <a:pt x="74" y="56"/>
                              </a:lnTo>
                              <a:lnTo>
                                <a:pt x="75" y="59"/>
                              </a:lnTo>
                              <a:lnTo>
                                <a:pt x="75" y="60"/>
                              </a:lnTo>
                              <a:lnTo>
                                <a:pt x="73" y="62"/>
                              </a:lnTo>
                              <a:lnTo>
                                <a:pt x="74" y="63"/>
                              </a:lnTo>
                              <a:lnTo>
                                <a:pt x="74" y="64"/>
                              </a:lnTo>
                              <a:lnTo>
                                <a:pt x="73" y="65"/>
                              </a:lnTo>
                              <a:lnTo>
                                <a:pt x="72" y="66"/>
                              </a:lnTo>
                              <a:lnTo>
                                <a:pt x="71" y="68"/>
                              </a:lnTo>
                              <a:lnTo>
                                <a:pt x="71" y="69"/>
                              </a:lnTo>
                              <a:lnTo>
                                <a:pt x="70" y="71"/>
                              </a:lnTo>
                              <a:lnTo>
                                <a:pt x="69" y="72"/>
                              </a:lnTo>
                              <a:lnTo>
                                <a:pt x="67" y="73"/>
                              </a:lnTo>
                              <a:lnTo>
                                <a:pt x="65" y="74"/>
                              </a:lnTo>
                              <a:lnTo>
                                <a:pt x="63" y="74"/>
                              </a:lnTo>
                              <a:lnTo>
                                <a:pt x="57" y="74"/>
                              </a:lnTo>
                              <a:lnTo>
                                <a:pt x="52" y="73"/>
                              </a:lnTo>
                              <a:lnTo>
                                <a:pt x="44" y="84"/>
                              </a:lnTo>
                              <a:lnTo>
                                <a:pt x="11" y="71"/>
                              </a:lnTo>
                              <a:lnTo>
                                <a:pt x="14" y="67"/>
                              </a:lnTo>
                              <a:lnTo>
                                <a:pt x="16" y="63"/>
                              </a:lnTo>
                              <a:lnTo>
                                <a:pt x="16" y="57"/>
                              </a:lnTo>
                              <a:lnTo>
                                <a:pt x="0" y="45"/>
                              </a:lnTo>
                              <a:lnTo>
                                <a:pt x="0" y="15"/>
                              </a:lnTo>
                              <a:lnTo>
                                <a:pt x="8" y="8"/>
                              </a:lnTo>
                              <a:lnTo>
                                <a:pt x="19" y="4"/>
                              </a:lnTo>
                              <a:lnTo>
                                <a:pt x="28" y="0"/>
                              </a:lnTo>
                              <a:lnTo>
                                <a:pt x="43" y="2"/>
                              </a:lnTo>
                              <a:lnTo>
                                <a:pt x="56" y="3"/>
                              </a:lnTo>
                            </a:path>
                          </a:pathLst>
                        </a:custGeom>
                        <a:solidFill>
                          <a:srgbClr val="FFC080"/>
                        </a:solidFill>
                        <a:ln w="12700" cap="rnd">
                          <a:noFill/>
                          <a:round/>
                          <a:headEnd/>
                          <a:tailEnd/>
                        </a:ln>
                      </p:spPr>
                      <p:txBody>
                        <a:bodyPr/>
                        <a:lstStyle/>
                        <a:p>
                          <a:pPr algn="ctr"/>
                          <a:endParaRPr lang="pt-BR" sz="2400"/>
                        </a:p>
                      </p:txBody>
                    </p:sp>
                    <p:sp>
                      <p:nvSpPr>
                        <p:cNvPr id="501" name="Freeform 188"/>
                        <p:cNvSpPr>
                          <a:spLocks/>
                        </p:cNvSpPr>
                        <p:nvPr/>
                      </p:nvSpPr>
                      <p:spPr bwMode="auto">
                        <a:xfrm>
                          <a:off x="2773" y="2239"/>
                          <a:ext cx="10" cy="15"/>
                        </a:xfrm>
                        <a:custGeom>
                          <a:avLst/>
                          <a:gdLst>
                            <a:gd name="T0" fmla="*/ 0 w 10"/>
                            <a:gd name="T1" fmla="*/ 0 h 15"/>
                            <a:gd name="T2" fmla="*/ 3 w 10"/>
                            <a:gd name="T3" fmla="*/ 7 h 15"/>
                            <a:gd name="T4" fmla="*/ 5 w 10"/>
                            <a:gd name="T5" fmla="*/ 10 h 15"/>
                            <a:gd name="T6" fmla="*/ 9 w 10"/>
                            <a:gd name="T7" fmla="*/ 14 h 15"/>
                            <a:gd name="T8" fmla="*/ 4 w 10"/>
                            <a:gd name="T9" fmla="*/ 11 h 15"/>
                            <a:gd name="T10" fmla="*/ 1 w 10"/>
                            <a:gd name="T11" fmla="*/ 7 h 15"/>
                            <a:gd name="T12" fmla="*/ 0 w 10"/>
                            <a:gd name="T13" fmla="*/ 0 h 15"/>
                            <a:gd name="T14" fmla="*/ 0 60000 65536"/>
                            <a:gd name="T15" fmla="*/ 0 60000 65536"/>
                            <a:gd name="T16" fmla="*/ 0 60000 65536"/>
                            <a:gd name="T17" fmla="*/ 0 60000 65536"/>
                            <a:gd name="T18" fmla="*/ 0 60000 65536"/>
                            <a:gd name="T19" fmla="*/ 0 60000 65536"/>
                            <a:gd name="T20" fmla="*/ 0 60000 65536"/>
                            <a:gd name="T21" fmla="*/ 0 w 10"/>
                            <a:gd name="T22" fmla="*/ 0 h 15"/>
                            <a:gd name="T23" fmla="*/ 10 w 10"/>
                            <a:gd name="T24" fmla="*/ 15 h 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15">
                              <a:moveTo>
                                <a:pt x="0" y="0"/>
                              </a:moveTo>
                              <a:lnTo>
                                <a:pt x="3" y="7"/>
                              </a:lnTo>
                              <a:lnTo>
                                <a:pt x="5" y="10"/>
                              </a:lnTo>
                              <a:lnTo>
                                <a:pt x="9" y="14"/>
                              </a:lnTo>
                              <a:lnTo>
                                <a:pt x="4" y="11"/>
                              </a:lnTo>
                              <a:lnTo>
                                <a:pt x="1" y="7"/>
                              </a:lnTo>
                              <a:lnTo>
                                <a:pt x="0" y="0"/>
                              </a:lnTo>
                            </a:path>
                          </a:pathLst>
                        </a:custGeom>
                        <a:solidFill>
                          <a:srgbClr val="402000"/>
                        </a:solidFill>
                        <a:ln w="12700" cap="rnd">
                          <a:noFill/>
                          <a:round/>
                          <a:headEnd/>
                          <a:tailEnd/>
                        </a:ln>
                      </p:spPr>
                      <p:txBody>
                        <a:bodyPr/>
                        <a:lstStyle/>
                        <a:p>
                          <a:pPr algn="ctr"/>
                          <a:endParaRPr lang="pt-BR" sz="2400"/>
                        </a:p>
                      </p:txBody>
                    </p:sp>
                  </p:grpSp>
                  <p:grpSp>
                    <p:nvGrpSpPr>
                      <p:cNvPr id="489" name="Group 189"/>
                      <p:cNvGrpSpPr>
                        <a:grpSpLocks/>
                      </p:cNvGrpSpPr>
                      <p:nvPr/>
                    </p:nvGrpSpPr>
                    <p:grpSpPr bwMode="auto">
                      <a:xfrm>
                        <a:off x="2791" y="2214"/>
                        <a:ext cx="25" cy="39"/>
                        <a:chOff x="2791" y="2214"/>
                        <a:chExt cx="25" cy="39"/>
                      </a:xfrm>
                    </p:grpSpPr>
                    <p:sp>
                      <p:nvSpPr>
                        <p:cNvPr id="493" name="Freeform 190"/>
                        <p:cNvSpPr>
                          <a:spLocks/>
                        </p:cNvSpPr>
                        <p:nvPr/>
                      </p:nvSpPr>
                      <p:spPr bwMode="auto">
                        <a:xfrm>
                          <a:off x="2796" y="2220"/>
                          <a:ext cx="12" cy="6"/>
                        </a:xfrm>
                        <a:custGeom>
                          <a:avLst/>
                          <a:gdLst>
                            <a:gd name="T0" fmla="*/ 10 w 12"/>
                            <a:gd name="T1" fmla="*/ 0 h 6"/>
                            <a:gd name="T2" fmla="*/ 9 w 12"/>
                            <a:gd name="T3" fmla="*/ 1 h 6"/>
                            <a:gd name="T4" fmla="*/ 11 w 12"/>
                            <a:gd name="T5" fmla="*/ 1 h 6"/>
                            <a:gd name="T6" fmla="*/ 8 w 12"/>
                            <a:gd name="T7" fmla="*/ 1 h 6"/>
                            <a:gd name="T8" fmla="*/ 8 w 12"/>
                            <a:gd name="T9" fmla="*/ 3 h 6"/>
                            <a:gd name="T10" fmla="*/ 9 w 12"/>
                            <a:gd name="T11" fmla="*/ 4 h 6"/>
                            <a:gd name="T12" fmla="*/ 8 w 12"/>
                            <a:gd name="T13" fmla="*/ 4 h 6"/>
                            <a:gd name="T14" fmla="*/ 8 w 12"/>
                            <a:gd name="T15" fmla="*/ 5 h 6"/>
                            <a:gd name="T16" fmla="*/ 7 w 12"/>
                            <a:gd name="T17" fmla="*/ 3 h 6"/>
                            <a:gd name="T18" fmla="*/ 5 w 12"/>
                            <a:gd name="T19" fmla="*/ 3 h 6"/>
                            <a:gd name="T20" fmla="*/ 3 w 12"/>
                            <a:gd name="T21" fmla="*/ 3 h 6"/>
                            <a:gd name="T22" fmla="*/ 0 w 12"/>
                            <a:gd name="T23" fmla="*/ 3 h 6"/>
                            <a:gd name="T24" fmla="*/ 3 w 12"/>
                            <a:gd name="T25" fmla="*/ 1 h 6"/>
                            <a:gd name="T26" fmla="*/ 10 w 12"/>
                            <a:gd name="T27" fmla="*/ 0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
                            <a:gd name="T43" fmla="*/ 0 h 6"/>
                            <a:gd name="T44" fmla="*/ 12 w 12"/>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 h="6">
                              <a:moveTo>
                                <a:pt x="10" y="0"/>
                              </a:moveTo>
                              <a:lnTo>
                                <a:pt x="9" y="1"/>
                              </a:lnTo>
                              <a:lnTo>
                                <a:pt x="11" y="1"/>
                              </a:lnTo>
                              <a:lnTo>
                                <a:pt x="8" y="1"/>
                              </a:lnTo>
                              <a:lnTo>
                                <a:pt x="8" y="3"/>
                              </a:lnTo>
                              <a:lnTo>
                                <a:pt x="9" y="4"/>
                              </a:lnTo>
                              <a:lnTo>
                                <a:pt x="8" y="4"/>
                              </a:lnTo>
                              <a:lnTo>
                                <a:pt x="8" y="5"/>
                              </a:lnTo>
                              <a:lnTo>
                                <a:pt x="7" y="3"/>
                              </a:lnTo>
                              <a:lnTo>
                                <a:pt x="5" y="3"/>
                              </a:lnTo>
                              <a:lnTo>
                                <a:pt x="3" y="3"/>
                              </a:lnTo>
                              <a:lnTo>
                                <a:pt x="0" y="3"/>
                              </a:lnTo>
                              <a:lnTo>
                                <a:pt x="3" y="1"/>
                              </a:lnTo>
                              <a:lnTo>
                                <a:pt x="10" y="0"/>
                              </a:lnTo>
                            </a:path>
                          </a:pathLst>
                        </a:custGeom>
                        <a:solidFill>
                          <a:srgbClr val="402000"/>
                        </a:solidFill>
                        <a:ln w="12700" cap="rnd">
                          <a:noFill/>
                          <a:round/>
                          <a:headEnd/>
                          <a:tailEnd/>
                        </a:ln>
                      </p:spPr>
                      <p:txBody>
                        <a:bodyPr/>
                        <a:lstStyle/>
                        <a:p>
                          <a:pPr algn="ctr"/>
                          <a:endParaRPr lang="pt-BR" sz="2400"/>
                        </a:p>
                      </p:txBody>
                    </p:sp>
                    <p:sp>
                      <p:nvSpPr>
                        <p:cNvPr id="494" name="Freeform 191"/>
                        <p:cNvSpPr>
                          <a:spLocks/>
                        </p:cNvSpPr>
                        <p:nvPr/>
                      </p:nvSpPr>
                      <p:spPr bwMode="auto">
                        <a:xfrm>
                          <a:off x="2791" y="2214"/>
                          <a:ext cx="19" cy="4"/>
                        </a:xfrm>
                        <a:custGeom>
                          <a:avLst/>
                          <a:gdLst>
                            <a:gd name="T0" fmla="*/ 18 w 19"/>
                            <a:gd name="T1" fmla="*/ 2 h 4"/>
                            <a:gd name="T2" fmla="*/ 17 w 19"/>
                            <a:gd name="T3" fmla="*/ 3 h 4"/>
                            <a:gd name="T4" fmla="*/ 15 w 19"/>
                            <a:gd name="T5" fmla="*/ 3 h 4"/>
                            <a:gd name="T6" fmla="*/ 12 w 19"/>
                            <a:gd name="T7" fmla="*/ 2 h 4"/>
                            <a:gd name="T8" fmla="*/ 9 w 19"/>
                            <a:gd name="T9" fmla="*/ 2 h 4"/>
                            <a:gd name="T10" fmla="*/ 3 w 19"/>
                            <a:gd name="T11" fmla="*/ 2 h 4"/>
                            <a:gd name="T12" fmla="*/ 0 w 19"/>
                            <a:gd name="T13" fmla="*/ 2 h 4"/>
                            <a:gd name="T14" fmla="*/ 4 w 19"/>
                            <a:gd name="T15" fmla="*/ 1 h 4"/>
                            <a:gd name="T16" fmla="*/ 8 w 19"/>
                            <a:gd name="T17" fmla="*/ 0 h 4"/>
                            <a:gd name="T18" fmla="*/ 7 w 19"/>
                            <a:gd name="T19" fmla="*/ 0 h 4"/>
                            <a:gd name="T20" fmla="*/ 10 w 19"/>
                            <a:gd name="T21" fmla="*/ 0 h 4"/>
                            <a:gd name="T22" fmla="*/ 12 w 19"/>
                            <a:gd name="T23" fmla="*/ 1 h 4"/>
                            <a:gd name="T24" fmla="*/ 15 w 19"/>
                            <a:gd name="T25" fmla="*/ 1 h 4"/>
                            <a:gd name="T26" fmla="*/ 18 w 19"/>
                            <a:gd name="T27" fmla="*/ 2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9"/>
                            <a:gd name="T43" fmla="*/ 0 h 4"/>
                            <a:gd name="T44" fmla="*/ 19 w 19"/>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9" h="4">
                              <a:moveTo>
                                <a:pt x="18" y="2"/>
                              </a:moveTo>
                              <a:lnTo>
                                <a:pt x="17" y="3"/>
                              </a:lnTo>
                              <a:lnTo>
                                <a:pt x="15" y="3"/>
                              </a:lnTo>
                              <a:lnTo>
                                <a:pt x="12" y="2"/>
                              </a:lnTo>
                              <a:lnTo>
                                <a:pt x="9" y="2"/>
                              </a:lnTo>
                              <a:lnTo>
                                <a:pt x="3" y="2"/>
                              </a:lnTo>
                              <a:lnTo>
                                <a:pt x="0" y="2"/>
                              </a:lnTo>
                              <a:lnTo>
                                <a:pt x="4" y="1"/>
                              </a:lnTo>
                              <a:lnTo>
                                <a:pt x="8" y="0"/>
                              </a:lnTo>
                              <a:lnTo>
                                <a:pt x="7" y="0"/>
                              </a:lnTo>
                              <a:lnTo>
                                <a:pt x="10" y="0"/>
                              </a:lnTo>
                              <a:lnTo>
                                <a:pt x="12" y="1"/>
                              </a:lnTo>
                              <a:lnTo>
                                <a:pt x="15" y="1"/>
                              </a:lnTo>
                              <a:lnTo>
                                <a:pt x="18" y="2"/>
                              </a:lnTo>
                            </a:path>
                          </a:pathLst>
                        </a:custGeom>
                        <a:solidFill>
                          <a:srgbClr val="000000"/>
                        </a:solidFill>
                        <a:ln w="12700" cap="rnd">
                          <a:noFill/>
                          <a:round/>
                          <a:headEnd/>
                          <a:tailEnd/>
                        </a:ln>
                      </p:spPr>
                      <p:txBody>
                        <a:bodyPr/>
                        <a:lstStyle/>
                        <a:p>
                          <a:pPr algn="ctr"/>
                          <a:endParaRPr lang="pt-BR" sz="2400"/>
                        </a:p>
                      </p:txBody>
                    </p:sp>
                    <p:sp>
                      <p:nvSpPr>
                        <p:cNvPr id="495" name="Freeform 192"/>
                        <p:cNvSpPr>
                          <a:spLocks/>
                        </p:cNvSpPr>
                        <p:nvPr/>
                      </p:nvSpPr>
                      <p:spPr bwMode="auto">
                        <a:xfrm>
                          <a:off x="2806" y="2245"/>
                          <a:ext cx="9" cy="6"/>
                        </a:xfrm>
                        <a:custGeom>
                          <a:avLst/>
                          <a:gdLst>
                            <a:gd name="T0" fmla="*/ 8 w 9"/>
                            <a:gd name="T1" fmla="*/ 0 h 6"/>
                            <a:gd name="T2" fmla="*/ 7 w 9"/>
                            <a:gd name="T3" fmla="*/ 0 h 6"/>
                            <a:gd name="T4" fmla="*/ 6 w 9"/>
                            <a:gd name="T5" fmla="*/ 0 h 6"/>
                            <a:gd name="T6" fmla="*/ 5 w 9"/>
                            <a:gd name="T7" fmla="*/ 0 h 6"/>
                            <a:gd name="T8" fmla="*/ 3 w 9"/>
                            <a:gd name="T9" fmla="*/ 1 h 6"/>
                            <a:gd name="T10" fmla="*/ 2 w 9"/>
                            <a:gd name="T11" fmla="*/ 2 h 6"/>
                            <a:gd name="T12" fmla="*/ 1 w 9"/>
                            <a:gd name="T13" fmla="*/ 2 h 6"/>
                            <a:gd name="T14" fmla="*/ 0 w 9"/>
                            <a:gd name="T15" fmla="*/ 1 h 6"/>
                            <a:gd name="T16" fmla="*/ 0 w 9"/>
                            <a:gd name="T17" fmla="*/ 3 h 6"/>
                            <a:gd name="T18" fmla="*/ 0 w 9"/>
                            <a:gd name="T19" fmla="*/ 4 h 6"/>
                            <a:gd name="T20" fmla="*/ 0 w 9"/>
                            <a:gd name="T21" fmla="*/ 5 h 6"/>
                            <a:gd name="T22" fmla="*/ 0 w 9"/>
                            <a:gd name="T23" fmla="*/ 4 h 6"/>
                            <a:gd name="T24" fmla="*/ 1 w 9"/>
                            <a:gd name="T25" fmla="*/ 3 h 6"/>
                            <a:gd name="T26" fmla="*/ 3 w 9"/>
                            <a:gd name="T27" fmla="*/ 2 h 6"/>
                            <a:gd name="T28" fmla="*/ 5 w 9"/>
                            <a:gd name="T29" fmla="*/ 3 h 6"/>
                            <a:gd name="T30" fmla="*/ 6 w 9"/>
                            <a:gd name="T31" fmla="*/ 3 h 6"/>
                            <a:gd name="T32" fmla="*/ 8 w 9"/>
                            <a:gd name="T33" fmla="*/ 1 h 6"/>
                            <a:gd name="T34" fmla="*/ 8 w 9"/>
                            <a:gd name="T35" fmla="*/ 0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6"/>
                            <a:gd name="T56" fmla="*/ 9 w 9"/>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6">
                              <a:moveTo>
                                <a:pt x="8" y="0"/>
                              </a:moveTo>
                              <a:lnTo>
                                <a:pt x="7" y="0"/>
                              </a:lnTo>
                              <a:lnTo>
                                <a:pt x="6" y="0"/>
                              </a:lnTo>
                              <a:lnTo>
                                <a:pt x="5" y="0"/>
                              </a:lnTo>
                              <a:lnTo>
                                <a:pt x="3" y="1"/>
                              </a:lnTo>
                              <a:lnTo>
                                <a:pt x="2" y="2"/>
                              </a:lnTo>
                              <a:lnTo>
                                <a:pt x="1" y="2"/>
                              </a:lnTo>
                              <a:lnTo>
                                <a:pt x="0" y="1"/>
                              </a:lnTo>
                              <a:lnTo>
                                <a:pt x="0" y="3"/>
                              </a:lnTo>
                              <a:lnTo>
                                <a:pt x="0" y="4"/>
                              </a:lnTo>
                              <a:lnTo>
                                <a:pt x="0" y="5"/>
                              </a:lnTo>
                              <a:lnTo>
                                <a:pt x="0" y="4"/>
                              </a:lnTo>
                              <a:lnTo>
                                <a:pt x="1" y="3"/>
                              </a:lnTo>
                              <a:lnTo>
                                <a:pt x="3" y="2"/>
                              </a:lnTo>
                              <a:lnTo>
                                <a:pt x="5" y="3"/>
                              </a:lnTo>
                              <a:lnTo>
                                <a:pt x="6" y="3"/>
                              </a:lnTo>
                              <a:lnTo>
                                <a:pt x="8" y="1"/>
                              </a:lnTo>
                              <a:lnTo>
                                <a:pt x="8" y="0"/>
                              </a:lnTo>
                            </a:path>
                          </a:pathLst>
                        </a:custGeom>
                        <a:solidFill>
                          <a:srgbClr val="402000"/>
                        </a:solidFill>
                        <a:ln w="12700" cap="rnd">
                          <a:noFill/>
                          <a:round/>
                          <a:headEnd/>
                          <a:tailEnd/>
                        </a:ln>
                      </p:spPr>
                      <p:txBody>
                        <a:bodyPr/>
                        <a:lstStyle/>
                        <a:p>
                          <a:pPr algn="ctr"/>
                          <a:endParaRPr lang="pt-BR" sz="2400"/>
                        </a:p>
                      </p:txBody>
                    </p:sp>
                    <p:sp>
                      <p:nvSpPr>
                        <p:cNvPr id="496" name="Freeform 193"/>
                        <p:cNvSpPr>
                          <a:spLocks/>
                        </p:cNvSpPr>
                        <p:nvPr/>
                      </p:nvSpPr>
                      <p:spPr bwMode="auto">
                        <a:xfrm>
                          <a:off x="2809" y="2251"/>
                          <a:ext cx="4" cy="2"/>
                        </a:xfrm>
                        <a:custGeom>
                          <a:avLst/>
                          <a:gdLst>
                            <a:gd name="T0" fmla="*/ 3 w 4"/>
                            <a:gd name="T1" fmla="*/ 0 h 2"/>
                            <a:gd name="T2" fmla="*/ 1 w 4"/>
                            <a:gd name="T3" fmla="*/ 0 h 2"/>
                            <a:gd name="T4" fmla="*/ 0 w 4"/>
                            <a:gd name="T5" fmla="*/ 0 h 2"/>
                            <a:gd name="T6" fmla="*/ 2 w 4"/>
                            <a:gd name="T7" fmla="*/ 1 h 2"/>
                            <a:gd name="T8" fmla="*/ 3 w 4"/>
                            <a:gd name="T9" fmla="*/ 0 h 2"/>
                            <a:gd name="T10" fmla="*/ 0 60000 65536"/>
                            <a:gd name="T11" fmla="*/ 0 60000 65536"/>
                            <a:gd name="T12" fmla="*/ 0 60000 65536"/>
                            <a:gd name="T13" fmla="*/ 0 60000 65536"/>
                            <a:gd name="T14" fmla="*/ 0 60000 65536"/>
                            <a:gd name="T15" fmla="*/ 0 w 4"/>
                            <a:gd name="T16" fmla="*/ 0 h 2"/>
                            <a:gd name="T17" fmla="*/ 4 w 4"/>
                            <a:gd name="T18" fmla="*/ 2 h 2"/>
                          </a:gdLst>
                          <a:ahLst/>
                          <a:cxnLst>
                            <a:cxn ang="T10">
                              <a:pos x="T0" y="T1"/>
                            </a:cxn>
                            <a:cxn ang="T11">
                              <a:pos x="T2" y="T3"/>
                            </a:cxn>
                            <a:cxn ang="T12">
                              <a:pos x="T4" y="T5"/>
                            </a:cxn>
                            <a:cxn ang="T13">
                              <a:pos x="T6" y="T7"/>
                            </a:cxn>
                            <a:cxn ang="T14">
                              <a:pos x="T8" y="T9"/>
                            </a:cxn>
                          </a:cxnLst>
                          <a:rect l="T15" t="T16" r="T17" b="T18"/>
                          <a:pathLst>
                            <a:path w="4" h="2">
                              <a:moveTo>
                                <a:pt x="3" y="0"/>
                              </a:moveTo>
                              <a:lnTo>
                                <a:pt x="1" y="0"/>
                              </a:lnTo>
                              <a:lnTo>
                                <a:pt x="0" y="0"/>
                              </a:lnTo>
                              <a:lnTo>
                                <a:pt x="2" y="1"/>
                              </a:lnTo>
                              <a:lnTo>
                                <a:pt x="3" y="0"/>
                              </a:lnTo>
                            </a:path>
                          </a:pathLst>
                        </a:custGeom>
                        <a:solidFill>
                          <a:srgbClr val="402000"/>
                        </a:solidFill>
                        <a:ln w="12700" cap="rnd">
                          <a:noFill/>
                          <a:round/>
                          <a:headEnd/>
                          <a:tailEnd/>
                        </a:ln>
                      </p:spPr>
                      <p:txBody>
                        <a:bodyPr/>
                        <a:lstStyle/>
                        <a:p>
                          <a:pPr algn="ctr"/>
                          <a:endParaRPr lang="pt-BR" sz="2400"/>
                        </a:p>
                      </p:txBody>
                    </p:sp>
                    <p:sp>
                      <p:nvSpPr>
                        <p:cNvPr id="497" name="Freeform 194"/>
                        <p:cNvSpPr>
                          <a:spLocks/>
                        </p:cNvSpPr>
                        <p:nvPr/>
                      </p:nvSpPr>
                      <p:spPr bwMode="auto">
                        <a:xfrm>
                          <a:off x="2812" y="2235"/>
                          <a:ext cx="4" cy="2"/>
                        </a:xfrm>
                        <a:custGeom>
                          <a:avLst/>
                          <a:gdLst>
                            <a:gd name="T0" fmla="*/ 3 w 4"/>
                            <a:gd name="T1" fmla="*/ 0 h 2"/>
                            <a:gd name="T2" fmla="*/ 2 w 4"/>
                            <a:gd name="T3" fmla="*/ 0 h 2"/>
                            <a:gd name="T4" fmla="*/ 0 w 4"/>
                            <a:gd name="T5" fmla="*/ 1 h 2"/>
                            <a:gd name="T6" fmla="*/ 1 w 4"/>
                            <a:gd name="T7" fmla="*/ 1 h 2"/>
                            <a:gd name="T8" fmla="*/ 2 w 4"/>
                            <a:gd name="T9" fmla="*/ 1 h 2"/>
                            <a:gd name="T10" fmla="*/ 3 w 4"/>
                            <a:gd name="T11" fmla="*/ 0 h 2"/>
                            <a:gd name="T12" fmla="*/ 0 60000 65536"/>
                            <a:gd name="T13" fmla="*/ 0 60000 65536"/>
                            <a:gd name="T14" fmla="*/ 0 60000 65536"/>
                            <a:gd name="T15" fmla="*/ 0 60000 65536"/>
                            <a:gd name="T16" fmla="*/ 0 60000 65536"/>
                            <a:gd name="T17" fmla="*/ 0 60000 65536"/>
                            <a:gd name="T18" fmla="*/ 0 w 4"/>
                            <a:gd name="T19" fmla="*/ 0 h 2"/>
                            <a:gd name="T20" fmla="*/ 4 w 4"/>
                            <a:gd name="T21" fmla="*/ 2 h 2"/>
                          </a:gdLst>
                          <a:ahLst/>
                          <a:cxnLst>
                            <a:cxn ang="T12">
                              <a:pos x="T0" y="T1"/>
                            </a:cxn>
                            <a:cxn ang="T13">
                              <a:pos x="T2" y="T3"/>
                            </a:cxn>
                            <a:cxn ang="T14">
                              <a:pos x="T4" y="T5"/>
                            </a:cxn>
                            <a:cxn ang="T15">
                              <a:pos x="T6" y="T7"/>
                            </a:cxn>
                            <a:cxn ang="T16">
                              <a:pos x="T8" y="T9"/>
                            </a:cxn>
                            <a:cxn ang="T17">
                              <a:pos x="T10" y="T11"/>
                            </a:cxn>
                          </a:cxnLst>
                          <a:rect l="T18" t="T19" r="T20" b="T21"/>
                          <a:pathLst>
                            <a:path w="4" h="2">
                              <a:moveTo>
                                <a:pt x="3" y="0"/>
                              </a:moveTo>
                              <a:lnTo>
                                <a:pt x="2" y="0"/>
                              </a:lnTo>
                              <a:lnTo>
                                <a:pt x="0" y="1"/>
                              </a:lnTo>
                              <a:lnTo>
                                <a:pt x="1" y="1"/>
                              </a:lnTo>
                              <a:lnTo>
                                <a:pt x="2" y="1"/>
                              </a:lnTo>
                              <a:lnTo>
                                <a:pt x="3" y="0"/>
                              </a:lnTo>
                            </a:path>
                          </a:pathLst>
                        </a:custGeom>
                        <a:solidFill>
                          <a:srgbClr val="402000"/>
                        </a:solidFill>
                        <a:ln w="12700" cap="rnd">
                          <a:noFill/>
                          <a:round/>
                          <a:headEnd/>
                          <a:tailEnd/>
                        </a:ln>
                      </p:spPr>
                      <p:txBody>
                        <a:bodyPr/>
                        <a:lstStyle/>
                        <a:p>
                          <a:pPr algn="ctr"/>
                          <a:endParaRPr lang="pt-BR" sz="2400"/>
                        </a:p>
                      </p:txBody>
                    </p:sp>
                    <p:sp>
                      <p:nvSpPr>
                        <p:cNvPr id="498" name="Freeform 195"/>
                        <p:cNvSpPr>
                          <a:spLocks/>
                        </p:cNvSpPr>
                        <p:nvPr/>
                      </p:nvSpPr>
                      <p:spPr bwMode="auto">
                        <a:xfrm>
                          <a:off x="2809" y="2234"/>
                          <a:ext cx="2" cy="4"/>
                        </a:xfrm>
                        <a:custGeom>
                          <a:avLst/>
                          <a:gdLst>
                            <a:gd name="T0" fmla="*/ 0 w 2"/>
                            <a:gd name="T1" fmla="*/ 0 h 4"/>
                            <a:gd name="T2" fmla="*/ 0 w 2"/>
                            <a:gd name="T3" fmla="*/ 1 h 4"/>
                            <a:gd name="T4" fmla="*/ 1 w 2"/>
                            <a:gd name="T5" fmla="*/ 2 h 4"/>
                            <a:gd name="T6" fmla="*/ 1 w 2"/>
                            <a:gd name="T7" fmla="*/ 3 h 4"/>
                            <a:gd name="T8" fmla="*/ 0 w 2"/>
                            <a:gd name="T9" fmla="*/ 2 h 4"/>
                            <a:gd name="T10" fmla="*/ 0 w 2"/>
                            <a:gd name="T11" fmla="*/ 1 h 4"/>
                            <a:gd name="T12" fmla="*/ 0 w 2"/>
                            <a:gd name="T13" fmla="*/ 0 h 4"/>
                            <a:gd name="T14" fmla="*/ 0 60000 65536"/>
                            <a:gd name="T15" fmla="*/ 0 60000 65536"/>
                            <a:gd name="T16" fmla="*/ 0 60000 65536"/>
                            <a:gd name="T17" fmla="*/ 0 60000 65536"/>
                            <a:gd name="T18" fmla="*/ 0 60000 65536"/>
                            <a:gd name="T19" fmla="*/ 0 60000 65536"/>
                            <a:gd name="T20" fmla="*/ 0 60000 65536"/>
                            <a:gd name="T21" fmla="*/ 0 w 2"/>
                            <a:gd name="T22" fmla="*/ 0 h 4"/>
                            <a:gd name="T23" fmla="*/ 2 w 2"/>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 h="4">
                              <a:moveTo>
                                <a:pt x="0" y="0"/>
                              </a:moveTo>
                              <a:lnTo>
                                <a:pt x="0" y="1"/>
                              </a:lnTo>
                              <a:lnTo>
                                <a:pt x="1" y="2"/>
                              </a:lnTo>
                              <a:lnTo>
                                <a:pt x="1" y="3"/>
                              </a:lnTo>
                              <a:lnTo>
                                <a:pt x="0" y="2"/>
                              </a:lnTo>
                              <a:lnTo>
                                <a:pt x="0" y="1"/>
                              </a:lnTo>
                              <a:lnTo>
                                <a:pt x="0" y="0"/>
                              </a:lnTo>
                            </a:path>
                          </a:pathLst>
                        </a:custGeom>
                        <a:solidFill>
                          <a:srgbClr val="402000"/>
                        </a:solidFill>
                        <a:ln w="12700" cap="rnd">
                          <a:noFill/>
                          <a:round/>
                          <a:headEnd/>
                          <a:tailEnd/>
                        </a:ln>
                      </p:spPr>
                      <p:txBody>
                        <a:bodyPr/>
                        <a:lstStyle/>
                        <a:p>
                          <a:pPr algn="ctr"/>
                          <a:endParaRPr lang="pt-BR" sz="2400"/>
                        </a:p>
                      </p:txBody>
                    </p:sp>
                    <p:sp>
                      <p:nvSpPr>
                        <p:cNvPr id="499" name="Freeform 196"/>
                        <p:cNvSpPr>
                          <a:spLocks/>
                        </p:cNvSpPr>
                        <p:nvPr/>
                      </p:nvSpPr>
                      <p:spPr bwMode="auto">
                        <a:xfrm>
                          <a:off x="2799" y="2222"/>
                          <a:ext cx="4" cy="2"/>
                        </a:xfrm>
                        <a:custGeom>
                          <a:avLst/>
                          <a:gdLst>
                            <a:gd name="T0" fmla="*/ 3 w 4"/>
                            <a:gd name="T1" fmla="*/ 0 h 2"/>
                            <a:gd name="T2" fmla="*/ 3 w 4"/>
                            <a:gd name="T3" fmla="*/ 1 h 2"/>
                            <a:gd name="T4" fmla="*/ 1 w 4"/>
                            <a:gd name="T5" fmla="*/ 0 h 2"/>
                            <a:gd name="T6" fmla="*/ 0 w 4"/>
                            <a:gd name="T7" fmla="*/ 0 h 2"/>
                            <a:gd name="T8" fmla="*/ 1 w 4"/>
                            <a:gd name="T9" fmla="*/ 0 h 2"/>
                            <a:gd name="T10" fmla="*/ 3 w 4"/>
                            <a:gd name="T11" fmla="*/ 0 h 2"/>
                            <a:gd name="T12" fmla="*/ 0 60000 65536"/>
                            <a:gd name="T13" fmla="*/ 0 60000 65536"/>
                            <a:gd name="T14" fmla="*/ 0 60000 65536"/>
                            <a:gd name="T15" fmla="*/ 0 60000 65536"/>
                            <a:gd name="T16" fmla="*/ 0 60000 65536"/>
                            <a:gd name="T17" fmla="*/ 0 60000 65536"/>
                            <a:gd name="T18" fmla="*/ 0 w 4"/>
                            <a:gd name="T19" fmla="*/ 0 h 2"/>
                            <a:gd name="T20" fmla="*/ 4 w 4"/>
                            <a:gd name="T21" fmla="*/ 2 h 2"/>
                          </a:gdLst>
                          <a:ahLst/>
                          <a:cxnLst>
                            <a:cxn ang="T12">
                              <a:pos x="T0" y="T1"/>
                            </a:cxn>
                            <a:cxn ang="T13">
                              <a:pos x="T2" y="T3"/>
                            </a:cxn>
                            <a:cxn ang="T14">
                              <a:pos x="T4" y="T5"/>
                            </a:cxn>
                            <a:cxn ang="T15">
                              <a:pos x="T6" y="T7"/>
                            </a:cxn>
                            <a:cxn ang="T16">
                              <a:pos x="T8" y="T9"/>
                            </a:cxn>
                            <a:cxn ang="T17">
                              <a:pos x="T10" y="T11"/>
                            </a:cxn>
                          </a:cxnLst>
                          <a:rect l="T18" t="T19" r="T20" b="T21"/>
                          <a:pathLst>
                            <a:path w="4" h="2">
                              <a:moveTo>
                                <a:pt x="3" y="0"/>
                              </a:moveTo>
                              <a:lnTo>
                                <a:pt x="3" y="1"/>
                              </a:lnTo>
                              <a:lnTo>
                                <a:pt x="1" y="0"/>
                              </a:lnTo>
                              <a:lnTo>
                                <a:pt x="0" y="0"/>
                              </a:lnTo>
                              <a:lnTo>
                                <a:pt x="1" y="0"/>
                              </a:lnTo>
                              <a:lnTo>
                                <a:pt x="3" y="0"/>
                              </a:lnTo>
                            </a:path>
                          </a:pathLst>
                        </a:custGeom>
                        <a:solidFill>
                          <a:srgbClr val="FFC080"/>
                        </a:solidFill>
                        <a:ln w="12700" cap="rnd">
                          <a:noFill/>
                          <a:round/>
                          <a:headEnd/>
                          <a:tailEnd/>
                        </a:ln>
                      </p:spPr>
                      <p:txBody>
                        <a:bodyPr/>
                        <a:lstStyle/>
                        <a:p>
                          <a:pPr algn="ctr"/>
                          <a:endParaRPr lang="pt-BR" sz="2400"/>
                        </a:p>
                      </p:txBody>
                    </p:sp>
                  </p:grpSp>
                  <p:grpSp>
                    <p:nvGrpSpPr>
                      <p:cNvPr id="490" name="Group 197"/>
                      <p:cNvGrpSpPr>
                        <a:grpSpLocks/>
                      </p:cNvGrpSpPr>
                      <p:nvPr/>
                    </p:nvGrpSpPr>
                    <p:grpSpPr bwMode="auto">
                      <a:xfrm>
                        <a:off x="2764" y="2217"/>
                        <a:ext cx="13" cy="18"/>
                        <a:chOff x="2764" y="2217"/>
                        <a:chExt cx="13" cy="18"/>
                      </a:xfrm>
                    </p:grpSpPr>
                    <p:sp>
                      <p:nvSpPr>
                        <p:cNvPr id="491" name="Freeform 198"/>
                        <p:cNvSpPr>
                          <a:spLocks/>
                        </p:cNvSpPr>
                        <p:nvPr/>
                      </p:nvSpPr>
                      <p:spPr bwMode="auto">
                        <a:xfrm>
                          <a:off x="2766" y="2219"/>
                          <a:ext cx="9" cy="14"/>
                        </a:xfrm>
                        <a:custGeom>
                          <a:avLst/>
                          <a:gdLst>
                            <a:gd name="T0" fmla="*/ 8 w 9"/>
                            <a:gd name="T1" fmla="*/ 2 h 14"/>
                            <a:gd name="T2" fmla="*/ 6 w 9"/>
                            <a:gd name="T3" fmla="*/ 1 h 14"/>
                            <a:gd name="T4" fmla="*/ 3 w 9"/>
                            <a:gd name="T5" fmla="*/ 1 h 14"/>
                            <a:gd name="T6" fmla="*/ 1 w 9"/>
                            <a:gd name="T7" fmla="*/ 3 h 14"/>
                            <a:gd name="T8" fmla="*/ 1 w 9"/>
                            <a:gd name="T9" fmla="*/ 6 h 14"/>
                            <a:gd name="T10" fmla="*/ 1 w 9"/>
                            <a:gd name="T11" fmla="*/ 8 h 14"/>
                            <a:gd name="T12" fmla="*/ 2 w 9"/>
                            <a:gd name="T13" fmla="*/ 10 h 14"/>
                            <a:gd name="T14" fmla="*/ 4 w 9"/>
                            <a:gd name="T15" fmla="*/ 7 h 14"/>
                            <a:gd name="T16" fmla="*/ 5 w 9"/>
                            <a:gd name="T17" fmla="*/ 6 h 14"/>
                            <a:gd name="T18" fmla="*/ 7 w 9"/>
                            <a:gd name="T19" fmla="*/ 5 h 14"/>
                            <a:gd name="T20" fmla="*/ 5 w 9"/>
                            <a:gd name="T21" fmla="*/ 6 h 14"/>
                            <a:gd name="T22" fmla="*/ 3 w 9"/>
                            <a:gd name="T23" fmla="*/ 8 h 14"/>
                            <a:gd name="T24" fmla="*/ 3 w 9"/>
                            <a:gd name="T25" fmla="*/ 11 h 14"/>
                            <a:gd name="T26" fmla="*/ 4 w 9"/>
                            <a:gd name="T27" fmla="*/ 12 h 14"/>
                            <a:gd name="T28" fmla="*/ 5 w 9"/>
                            <a:gd name="T29" fmla="*/ 13 h 14"/>
                            <a:gd name="T30" fmla="*/ 2 w 9"/>
                            <a:gd name="T31" fmla="*/ 12 h 14"/>
                            <a:gd name="T32" fmla="*/ 1 w 9"/>
                            <a:gd name="T33" fmla="*/ 9 h 14"/>
                            <a:gd name="T34" fmla="*/ 0 w 9"/>
                            <a:gd name="T35" fmla="*/ 6 h 14"/>
                            <a:gd name="T36" fmla="*/ 1 w 9"/>
                            <a:gd name="T37" fmla="*/ 3 h 14"/>
                            <a:gd name="T38" fmla="*/ 2 w 9"/>
                            <a:gd name="T39" fmla="*/ 0 h 14"/>
                            <a:gd name="T40" fmla="*/ 5 w 9"/>
                            <a:gd name="T41" fmla="*/ 0 h 14"/>
                            <a:gd name="T42" fmla="*/ 7 w 9"/>
                            <a:gd name="T43" fmla="*/ 0 h 14"/>
                            <a:gd name="T44" fmla="*/ 8 w 9"/>
                            <a:gd name="T45" fmla="*/ 2 h 1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
                            <a:gd name="T70" fmla="*/ 0 h 14"/>
                            <a:gd name="T71" fmla="*/ 9 w 9"/>
                            <a:gd name="T72" fmla="*/ 14 h 1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 h="14">
                              <a:moveTo>
                                <a:pt x="8" y="2"/>
                              </a:moveTo>
                              <a:lnTo>
                                <a:pt x="6" y="1"/>
                              </a:lnTo>
                              <a:lnTo>
                                <a:pt x="3" y="1"/>
                              </a:lnTo>
                              <a:lnTo>
                                <a:pt x="1" y="3"/>
                              </a:lnTo>
                              <a:lnTo>
                                <a:pt x="1" y="6"/>
                              </a:lnTo>
                              <a:lnTo>
                                <a:pt x="1" y="8"/>
                              </a:lnTo>
                              <a:lnTo>
                                <a:pt x="2" y="10"/>
                              </a:lnTo>
                              <a:lnTo>
                                <a:pt x="4" y="7"/>
                              </a:lnTo>
                              <a:lnTo>
                                <a:pt x="5" y="6"/>
                              </a:lnTo>
                              <a:lnTo>
                                <a:pt x="7" y="5"/>
                              </a:lnTo>
                              <a:lnTo>
                                <a:pt x="5" y="6"/>
                              </a:lnTo>
                              <a:lnTo>
                                <a:pt x="3" y="8"/>
                              </a:lnTo>
                              <a:lnTo>
                                <a:pt x="3" y="11"/>
                              </a:lnTo>
                              <a:lnTo>
                                <a:pt x="4" y="12"/>
                              </a:lnTo>
                              <a:lnTo>
                                <a:pt x="5" y="13"/>
                              </a:lnTo>
                              <a:lnTo>
                                <a:pt x="2" y="12"/>
                              </a:lnTo>
                              <a:lnTo>
                                <a:pt x="1" y="9"/>
                              </a:lnTo>
                              <a:lnTo>
                                <a:pt x="0" y="6"/>
                              </a:lnTo>
                              <a:lnTo>
                                <a:pt x="1" y="3"/>
                              </a:lnTo>
                              <a:lnTo>
                                <a:pt x="2" y="0"/>
                              </a:lnTo>
                              <a:lnTo>
                                <a:pt x="5" y="0"/>
                              </a:lnTo>
                              <a:lnTo>
                                <a:pt x="7" y="0"/>
                              </a:lnTo>
                              <a:lnTo>
                                <a:pt x="8" y="2"/>
                              </a:lnTo>
                            </a:path>
                          </a:pathLst>
                        </a:custGeom>
                        <a:solidFill>
                          <a:srgbClr val="402000"/>
                        </a:solidFill>
                        <a:ln w="12700" cap="rnd">
                          <a:noFill/>
                          <a:round/>
                          <a:headEnd/>
                          <a:tailEnd/>
                        </a:ln>
                      </p:spPr>
                      <p:txBody>
                        <a:bodyPr/>
                        <a:lstStyle/>
                        <a:p>
                          <a:pPr algn="ctr"/>
                          <a:endParaRPr lang="pt-BR" sz="2400"/>
                        </a:p>
                      </p:txBody>
                    </p:sp>
                    <p:sp>
                      <p:nvSpPr>
                        <p:cNvPr id="492" name="Freeform 199"/>
                        <p:cNvSpPr>
                          <a:spLocks/>
                        </p:cNvSpPr>
                        <p:nvPr/>
                      </p:nvSpPr>
                      <p:spPr bwMode="auto">
                        <a:xfrm>
                          <a:off x="2764" y="2217"/>
                          <a:ext cx="13" cy="18"/>
                        </a:xfrm>
                        <a:custGeom>
                          <a:avLst/>
                          <a:gdLst>
                            <a:gd name="T0" fmla="*/ 12 w 13"/>
                            <a:gd name="T1" fmla="*/ 4 h 18"/>
                            <a:gd name="T2" fmla="*/ 10 w 13"/>
                            <a:gd name="T3" fmla="*/ 1 h 18"/>
                            <a:gd name="T4" fmla="*/ 7 w 13"/>
                            <a:gd name="T5" fmla="*/ 0 h 18"/>
                            <a:gd name="T6" fmla="*/ 3 w 13"/>
                            <a:gd name="T7" fmla="*/ 1 h 18"/>
                            <a:gd name="T8" fmla="*/ 2 w 13"/>
                            <a:gd name="T9" fmla="*/ 3 h 18"/>
                            <a:gd name="T10" fmla="*/ 1 w 13"/>
                            <a:gd name="T11" fmla="*/ 5 h 18"/>
                            <a:gd name="T12" fmla="*/ 1 w 13"/>
                            <a:gd name="T13" fmla="*/ 8 h 18"/>
                            <a:gd name="T14" fmla="*/ 1 w 13"/>
                            <a:gd name="T15" fmla="*/ 8 h 18"/>
                            <a:gd name="T16" fmla="*/ 1 w 13"/>
                            <a:gd name="T17" fmla="*/ 10 h 18"/>
                            <a:gd name="T18" fmla="*/ 2 w 13"/>
                            <a:gd name="T19" fmla="*/ 13 h 18"/>
                            <a:gd name="T20" fmla="*/ 4 w 13"/>
                            <a:gd name="T21" fmla="*/ 16 h 18"/>
                            <a:gd name="T22" fmla="*/ 6 w 13"/>
                            <a:gd name="T23" fmla="*/ 16 h 18"/>
                            <a:gd name="T24" fmla="*/ 8 w 13"/>
                            <a:gd name="T25" fmla="*/ 16 h 18"/>
                            <a:gd name="T26" fmla="*/ 7 w 13"/>
                            <a:gd name="T27" fmla="*/ 17 h 18"/>
                            <a:gd name="T28" fmla="*/ 5 w 13"/>
                            <a:gd name="T29" fmla="*/ 17 h 18"/>
                            <a:gd name="T30" fmla="*/ 2 w 13"/>
                            <a:gd name="T31" fmla="*/ 16 h 18"/>
                            <a:gd name="T32" fmla="*/ 1 w 13"/>
                            <a:gd name="T33" fmla="*/ 14 h 18"/>
                            <a:gd name="T34" fmla="*/ 0 w 13"/>
                            <a:gd name="T35" fmla="*/ 9 h 18"/>
                            <a:gd name="T36" fmla="*/ 0 w 13"/>
                            <a:gd name="T37" fmla="*/ 7 h 18"/>
                            <a:gd name="T38" fmla="*/ 0 w 13"/>
                            <a:gd name="T39" fmla="*/ 5 h 18"/>
                            <a:gd name="T40" fmla="*/ 1 w 13"/>
                            <a:gd name="T41" fmla="*/ 2 h 18"/>
                            <a:gd name="T42" fmla="*/ 2 w 13"/>
                            <a:gd name="T43" fmla="*/ 0 h 18"/>
                            <a:gd name="T44" fmla="*/ 5 w 13"/>
                            <a:gd name="T45" fmla="*/ 0 h 18"/>
                            <a:gd name="T46" fmla="*/ 10 w 13"/>
                            <a:gd name="T47" fmla="*/ 0 h 18"/>
                            <a:gd name="T48" fmla="*/ 12 w 13"/>
                            <a:gd name="T49" fmla="*/ 1 h 18"/>
                            <a:gd name="T50" fmla="*/ 12 w 13"/>
                            <a:gd name="T51" fmla="*/ 4 h 1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
                            <a:gd name="T79" fmla="*/ 0 h 18"/>
                            <a:gd name="T80" fmla="*/ 13 w 13"/>
                            <a:gd name="T81" fmla="*/ 18 h 1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 h="18">
                              <a:moveTo>
                                <a:pt x="12" y="4"/>
                              </a:moveTo>
                              <a:lnTo>
                                <a:pt x="10" y="1"/>
                              </a:lnTo>
                              <a:lnTo>
                                <a:pt x="7" y="0"/>
                              </a:lnTo>
                              <a:lnTo>
                                <a:pt x="3" y="1"/>
                              </a:lnTo>
                              <a:lnTo>
                                <a:pt x="2" y="3"/>
                              </a:lnTo>
                              <a:lnTo>
                                <a:pt x="1" y="5"/>
                              </a:lnTo>
                              <a:lnTo>
                                <a:pt x="1" y="8"/>
                              </a:lnTo>
                              <a:lnTo>
                                <a:pt x="1" y="10"/>
                              </a:lnTo>
                              <a:lnTo>
                                <a:pt x="2" y="13"/>
                              </a:lnTo>
                              <a:lnTo>
                                <a:pt x="4" y="16"/>
                              </a:lnTo>
                              <a:lnTo>
                                <a:pt x="6" y="16"/>
                              </a:lnTo>
                              <a:lnTo>
                                <a:pt x="8" y="16"/>
                              </a:lnTo>
                              <a:lnTo>
                                <a:pt x="7" y="17"/>
                              </a:lnTo>
                              <a:lnTo>
                                <a:pt x="5" y="17"/>
                              </a:lnTo>
                              <a:lnTo>
                                <a:pt x="2" y="16"/>
                              </a:lnTo>
                              <a:lnTo>
                                <a:pt x="1" y="14"/>
                              </a:lnTo>
                              <a:lnTo>
                                <a:pt x="0" y="9"/>
                              </a:lnTo>
                              <a:lnTo>
                                <a:pt x="0" y="7"/>
                              </a:lnTo>
                              <a:lnTo>
                                <a:pt x="0" y="5"/>
                              </a:lnTo>
                              <a:lnTo>
                                <a:pt x="1" y="2"/>
                              </a:lnTo>
                              <a:lnTo>
                                <a:pt x="2" y="0"/>
                              </a:lnTo>
                              <a:lnTo>
                                <a:pt x="5" y="0"/>
                              </a:lnTo>
                              <a:lnTo>
                                <a:pt x="10" y="0"/>
                              </a:lnTo>
                              <a:lnTo>
                                <a:pt x="12" y="1"/>
                              </a:lnTo>
                              <a:lnTo>
                                <a:pt x="12" y="4"/>
                              </a:lnTo>
                            </a:path>
                          </a:pathLst>
                        </a:custGeom>
                        <a:solidFill>
                          <a:srgbClr val="402000"/>
                        </a:solidFill>
                        <a:ln w="12700" cap="rnd">
                          <a:noFill/>
                          <a:round/>
                          <a:headEnd/>
                          <a:tailEnd/>
                        </a:ln>
                      </p:spPr>
                      <p:txBody>
                        <a:bodyPr/>
                        <a:lstStyle/>
                        <a:p>
                          <a:pPr algn="ctr"/>
                          <a:endParaRPr lang="pt-BR" sz="2400"/>
                        </a:p>
                      </p:txBody>
                    </p:sp>
                  </p:grpSp>
                </p:grpSp>
                <p:sp>
                  <p:nvSpPr>
                    <p:cNvPr id="460" name="Freeform 200"/>
                    <p:cNvSpPr>
                      <a:spLocks/>
                    </p:cNvSpPr>
                    <p:nvPr/>
                  </p:nvSpPr>
                  <p:spPr bwMode="auto">
                    <a:xfrm>
                      <a:off x="2718" y="2253"/>
                      <a:ext cx="213" cy="242"/>
                    </a:xfrm>
                    <a:custGeom>
                      <a:avLst/>
                      <a:gdLst>
                        <a:gd name="T0" fmla="*/ 31 w 213"/>
                        <a:gd name="T1" fmla="*/ 0 h 242"/>
                        <a:gd name="T2" fmla="*/ 63 w 213"/>
                        <a:gd name="T3" fmla="*/ 26 h 242"/>
                        <a:gd name="T4" fmla="*/ 73 w 213"/>
                        <a:gd name="T5" fmla="*/ 44 h 242"/>
                        <a:gd name="T6" fmla="*/ 92 w 213"/>
                        <a:gd name="T7" fmla="*/ 73 h 242"/>
                        <a:gd name="T8" fmla="*/ 96 w 213"/>
                        <a:gd name="T9" fmla="*/ 85 h 242"/>
                        <a:gd name="T10" fmla="*/ 95 w 213"/>
                        <a:gd name="T11" fmla="*/ 97 h 242"/>
                        <a:gd name="T12" fmla="*/ 93 w 213"/>
                        <a:gd name="T13" fmla="*/ 108 h 242"/>
                        <a:gd name="T14" fmla="*/ 147 w 213"/>
                        <a:gd name="T15" fmla="*/ 117 h 242"/>
                        <a:gd name="T16" fmla="*/ 162 w 213"/>
                        <a:gd name="T17" fmla="*/ 120 h 242"/>
                        <a:gd name="T18" fmla="*/ 165 w 213"/>
                        <a:gd name="T19" fmla="*/ 131 h 242"/>
                        <a:gd name="T20" fmla="*/ 134 w 213"/>
                        <a:gd name="T21" fmla="*/ 137 h 242"/>
                        <a:gd name="T22" fmla="*/ 104 w 213"/>
                        <a:gd name="T23" fmla="*/ 139 h 242"/>
                        <a:gd name="T24" fmla="*/ 94 w 213"/>
                        <a:gd name="T25" fmla="*/ 149 h 242"/>
                        <a:gd name="T26" fmla="*/ 93 w 213"/>
                        <a:gd name="T27" fmla="*/ 162 h 242"/>
                        <a:gd name="T28" fmla="*/ 97 w 213"/>
                        <a:gd name="T29" fmla="*/ 168 h 242"/>
                        <a:gd name="T30" fmla="*/ 111 w 213"/>
                        <a:gd name="T31" fmla="*/ 171 h 242"/>
                        <a:gd name="T32" fmla="*/ 124 w 213"/>
                        <a:gd name="T33" fmla="*/ 177 h 242"/>
                        <a:gd name="T34" fmla="*/ 182 w 213"/>
                        <a:gd name="T35" fmla="*/ 195 h 242"/>
                        <a:gd name="T36" fmla="*/ 197 w 213"/>
                        <a:gd name="T37" fmla="*/ 207 h 242"/>
                        <a:gd name="T38" fmla="*/ 212 w 213"/>
                        <a:gd name="T39" fmla="*/ 241 h 242"/>
                        <a:gd name="T40" fmla="*/ 105 w 213"/>
                        <a:gd name="T41" fmla="*/ 234 h 242"/>
                        <a:gd name="T42" fmla="*/ 45 w 213"/>
                        <a:gd name="T43" fmla="*/ 234 h 242"/>
                        <a:gd name="T44" fmla="*/ 18 w 213"/>
                        <a:gd name="T45" fmla="*/ 231 h 242"/>
                        <a:gd name="T46" fmla="*/ 5 w 213"/>
                        <a:gd name="T47" fmla="*/ 223 h 242"/>
                        <a:gd name="T48" fmla="*/ 1 w 213"/>
                        <a:gd name="T49" fmla="*/ 208 h 242"/>
                        <a:gd name="T50" fmla="*/ 8 w 213"/>
                        <a:gd name="T51" fmla="*/ 184 h 242"/>
                        <a:gd name="T52" fmla="*/ 15 w 213"/>
                        <a:gd name="T53" fmla="*/ 162 h 242"/>
                        <a:gd name="T54" fmla="*/ 14 w 213"/>
                        <a:gd name="T55" fmla="*/ 146 h 242"/>
                        <a:gd name="T56" fmla="*/ 15 w 213"/>
                        <a:gd name="T57" fmla="*/ 130 h 242"/>
                        <a:gd name="T58" fmla="*/ 2 w 213"/>
                        <a:gd name="T59" fmla="*/ 93 h 242"/>
                        <a:gd name="T60" fmla="*/ 0 w 213"/>
                        <a:gd name="T61" fmla="*/ 58 h 242"/>
                        <a:gd name="T62" fmla="*/ 4 w 213"/>
                        <a:gd name="T63" fmla="*/ 39 h 242"/>
                        <a:gd name="T64" fmla="*/ 13 w 213"/>
                        <a:gd name="T65" fmla="*/ 23 h 2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3"/>
                        <a:gd name="T100" fmla="*/ 0 h 242"/>
                        <a:gd name="T101" fmla="*/ 213 w 213"/>
                        <a:gd name="T102" fmla="*/ 242 h 2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3" h="242">
                          <a:moveTo>
                            <a:pt x="26" y="12"/>
                          </a:moveTo>
                          <a:lnTo>
                            <a:pt x="31" y="0"/>
                          </a:lnTo>
                          <a:lnTo>
                            <a:pt x="66" y="16"/>
                          </a:lnTo>
                          <a:lnTo>
                            <a:pt x="63" y="26"/>
                          </a:lnTo>
                          <a:lnTo>
                            <a:pt x="68" y="36"/>
                          </a:lnTo>
                          <a:lnTo>
                            <a:pt x="73" y="44"/>
                          </a:lnTo>
                          <a:lnTo>
                            <a:pt x="82" y="60"/>
                          </a:lnTo>
                          <a:lnTo>
                            <a:pt x="92" y="73"/>
                          </a:lnTo>
                          <a:lnTo>
                            <a:pt x="96" y="80"/>
                          </a:lnTo>
                          <a:lnTo>
                            <a:pt x="96" y="85"/>
                          </a:lnTo>
                          <a:lnTo>
                            <a:pt x="96" y="91"/>
                          </a:lnTo>
                          <a:lnTo>
                            <a:pt x="95" y="97"/>
                          </a:lnTo>
                          <a:lnTo>
                            <a:pt x="93" y="102"/>
                          </a:lnTo>
                          <a:lnTo>
                            <a:pt x="93" y="108"/>
                          </a:lnTo>
                          <a:lnTo>
                            <a:pt x="127" y="115"/>
                          </a:lnTo>
                          <a:lnTo>
                            <a:pt x="147" y="117"/>
                          </a:lnTo>
                          <a:lnTo>
                            <a:pt x="160" y="116"/>
                          </a:lnTo>
                          <a:lnTo>
                            <a:pt x="162" y="120"/>
                          </a:lnTo>
                          <a:lnTo>
                            <a:pt x="163" y="125"/>
                          </a:lnTo>
                          <a:lnTo>
                            <a:pt x="165" y="131"/>
                          </a:lnTo>
                          <a:lnTo>
                            <a:pt x="151" y="135"/>
                          </a:lnTo>
                          <a:lnTo>
                            <a:pt x="134" y="137"/>
                          </a:lnTo>
                          <a:lnTo>
                            <a:pt x="121" y="137"/>
                          </a:lnTo>
                          <a:lnTo>
                            <a:pt x="104" y="139"/>
                          </a:lnTo>
                          <a:lnTo>
                            <a:pt x="94" y="137"/>
                          </a:lnTo>
                          <a:lnTo>
                            <a:pt x="94" y="149"/>
                          </a:lnTo>
                          <a:lnTo>
                            <a:pt x="91" y="155"/>
                          </a:lnTo>
                          <a:lnTo>
                            <a:pt x="93" y="162"/>
                          </a:lnTo>
                          <a:lnTo>
                            <a:pt x="92" y="167"/>
                          </a:lnTo>
                          <a:lnTo>
                            <a:pt x="97" y="168"/>
                          </a:lnTo>
                          <a:lnTo>
                            <a:pt x="100" y="170"/>
                          </a:lnTo>
                          <a:lnTo>
                            <a:pt x="111" y="171"/>
                          </a:lnTo>
                          <a:lnTo>
                            <a:pt x="116" y="176"/>
                          </a:lnTo>
                          <a:lnTo>
                            <a:pt x="124" y="177"/>
                          </a:lnTo>
                          <a:lnTo>
                            <a:pt x="167" y="190"/>
                          </a:lnTo>
                          <a:lnTo>
                            <a:pt x="182" y="195"/>
                          </a:lnTo>
                          <a:lnTo>
                            <a:pt x="190" y="199"/>
                          </a:lnTo>
                          <a:lnTo>
                            <a:pt x="197" y="207"/>
                          </a:lnTo>
                          <a:lnTo>
                            <a:pt x="204" y="220"/>
                          </a:lnTo>
                          <a:lnTo>
                            <a:pt x="212" y="241"/>
                          </a:lnTo>
                          <a:lnTo>
                            <a:pt x="131" y="241"/>
                          </a:lnTo>
                          <a:lnTo>
                            <a:pt x="105" y="234"/>
                          </a:lnTo>
                          <a:lnTo>
                            <a:pt x="68" y="234"/>
                          </a:lnTo>
                          <a:lnTo>
                            <a:pt x="45" y="234"/>
                          </a:lnTo>
                          <a:lnTo>
                            <a:pt x="32" y="234"/>
                          </a:lnTo>
                          <a:lnTo>
                            <a:pt x="18" y="231"/>
                          </a:lnTo>
                          <a:lnTo>
                            <a:pt x="13" y="229"/>
                          </a:lnTo>
                          <a:lnTo>
                            <a:pt x="5" y="223"/>
                          </a:lnTo>
                          <a:lnTo>
                            <a:pt x="3" y="218"/>
                          </a:lnTo>
                          <a:lnTo>
                            <a:pt x="1" y="208"/>
                          </a:lnTo>
                          <a:lnTo>
                            <a:pt x="2" y="199"/>
                          </a:lnTo>
                          <a:lnTo>
                            <a:pt x="8" y="184"/>
                          </a:lnTo>
                          <a:lnTo>
                            <a:pt x="15" y="168"/>
                          </a:lnTo>
                          <a:lnTo>
                            <a:pt x="15" y="162"/>
                          </a:lnTo>
                          <a:lnTo>
                            <a:pt x="13" y="158"/>
                          </a:lnTo>
                          <a:lnTo>
                            <a:pt x="14" y="146"/>
                          </a:lnTo>
                          <a:lnTo>
                            <a:pt x="16" y="141"/>
                          </a:lnTo>
                          <a:lnTo>
                            <a:pt x="15" y="130"/>
                          </a:lnTo>
                          <a:lnTo>
                            <a:pt x="10" y="114"/>
                          </a:lnTo>
                          <a:lnTo>
                            <a:pt x="2" y="93"/>
                          </a:lnTo>
                          <a:lnTo>
                            <a:pt x="0" y="75"/>
                          </a:lnTo>
                          <a:lnTo>
                            <a:pt x="0" y="58"/>
                          </a:lnTo>
                          <a:lnTo>
                            <a:pt x="1" y="46"/>
                          </a:lnTo>
                          <a:lnTo>
                            <a:pt x="4" y="39"/>
                          </a:lnTo>
                          <a:lnTo>
                            <a:pt x="8" y="32"/>
                          </a:lnTo>
                          <a:lnTo>
                            <a:pt x="13" y="23"/>
                          </a:lnTo>
                          <a:lnTo>
                            <a:pt x="26" y="12"/>
                          </a:lnTo>
                        </a:path>
                      </a:pathLst>
                    </a:custGeom>
                    <a:solidFill>
                      <a:srgbClr val="000060"/>
                    </a:solidFill>
                    <a:ln w="12700" cap="rnd">
                      <a:noFill/>
                      <a:round/>
                      <a:headEnd/>
                      <a:tailEnd/>
                    </a:ln>
                  </p:spPr>
                  <p:txBody>
                    <a:bodyPr/>
                    <a:lstStyle/>
                    <a:p>
                      <a:pPr algn="ctr"/>
                      <a:endParaRPr lang="pt-BR" sz="2400"/>
                    </a:p>
                  </p:txBody>
                </p:sp>
                <p:grpSp>
                  <p:nvGrpSpPr>
                    <p:cNvPr id="461" name="Group 201"/>
                    <p:cNvGrpSpPr>
                      <a:grpSpLocks/>
                    </p:cNvGrpSpPr>
                    <p:nvPr/>
                  </p:nvGrpSpPr>
                  <p:grpSpPr bwMode="auto">
                    <a:xfrm>
                      <a:off x="2719" y="2266"/>
                      <a:ext cx="217" cy="228"/>
                      <a:chOff x="2719" y="2266"/>
                      <a:chExt cx="217" cy="228"/>
                    </a:xfrm>
                  </p:grpSpPr>
                  <p:grpSp>
                    <p:nvGrpSpPr>
                      <p:cNvPr id="463" name="Group 202"/>
                      <p:cNvGrpSpPr>
                        <a:grpSpLocks/>
                      </p:cNvGrpSpPr>
                      <p:nvPr/>
                    </p:nvGrpSpPr>
                    <p:grpSpPr bwMode="auto">
                      <a:xfrm>
                        <a:off x="2872" y="2353"/>
                        <a:ext cx="64" cy="31"/>
                        <a:chOff x="2872" y="2353"/>
                        <a:chExt cx="64" cy="31"/>
                      </a:xfrm>
                    </p:grpSpPr>
                    <p:sp>
                      <p:nvSpPr>
                        <p:cNvPr id="480" name="Freeform 203"/>
                        <p:cNvSpPr>
                          <a:spLocks/>
                        </p:cNvSpPr>
                        <p:nvPr/>
                      </p:nvSpPr>
                      <p:spPr bwMode="auto">
                        <a:xfrm>
                          <a:off x="2872" y="2353"/>
                          <a:ext cx="64" cy="31"/>
                        </a:xfrm>
                        <a:custGeom>
                          <a:avLst/>
                          <a:gdLst>
                            <a:gd name="T0" fmla="*/ 0 w 64"/>
                            <a:gd name="T1" fmla="*/ 17 h 31"/>
                            <a:gd name="T2" fmla="*/ 8 w 64"/>
                            <a:gd name="T3" fmla="*/ 16 h 31"/>
                            <a:gd name="T4" fmla="*/ 11 w 64"/>
                            <a:gd name="T5" fmla="*/ 16 h 31"/>
                            <a:gd name="T6" fmla="*/ 13 w 64"/>
                            <a:gd name="T7" fmla="*/ 14 h 31"/>
                            <a:gd name="T8" fmla="*/ 15 w 64"/>
                            <a:gd name="T9" fmla="*/ 12 h 31"/>
                            <a:gd name="T10" fmla="*/ 18 w 64"/>
                            <a:gd name="T11" fmla="*/ 10 h 31"/>
                            <a:gd name="T12" fmla="*/ 25 w 64"/>
                            <a:gd name="T13" fmla="*/ 6 h 31"/>
                            <a:gd name="T14" fmla="*/ 26 w 64"/>
                            <a:gd name="T15" fmla="*/ 4 h 31"/>
                            <a:gd name="T16" fmla="*/ 28 w 64"/>
                            <a:gd name="T17" fmla="*/ 3 h 31"/>
                            <a:gd name="T18" fmla="*/ 31 w 64"/>
                            <a:gd name="T19" fmla="*/ 2 h 31"/>
                            <a:gd name="T20" fmla="*/ 43 w 64"/>
                            <a:gd name="T21" fmla="*/ 1 h 31"/>
                            <a:gd name="T22" fmla="*/ 46 w 64"/>
                            <a:gd name="T23" fmla="*/ 0 h 31"/>
                            <a:gd name="T24" fmla="*/ 49 w 64"/>
                            <a:gd name="T25" fmla="*/ 1 h 31"/>
                            <a:gd name="T26" fmla="*/ 50 w 64"/>
                            <a:gd name="T27" fmla="*/ 2 h 31"/>
                            <a:gd name="T28" fmla="*/ 54 w 64"/>
                            <a:gd name="T29" fmla="*/ 3 h 31"/>
                            <a:gd name="T30" fmla="*/ 55 w 64"/>
                            <a:gd name="T31" fmla="*/ 4 h 31"/>
                            <a:gd name="T32" fmla="*/ 57 w 64"/>
                            <a:gd name="T33" fmla="*/ 5 h 31"/>
                            <a:gd name="T34" fmla="*/ 58 w 64"/>
                            <a:gd name="T35" fmla="*/ 6 h 31"/>
                            <a:gd name="T36" fmla="*/ 60 w 64"/>
                            <a:gd name="T37" fmla="*/ 7 h 31"/>
                            <a:gd name="T38" fmla="*/ 61 w 64"/>
                            <a:gd name="T39" fmla="*/ 9 h 31"/>
                            <a:gd name="T40" fmla="*/ 62 w 64"/>
                            <a:gd name="T41" fmla="*/ 10 h 31"/>
                            <a:gd name="T42" fmla="*/ 62 w 64"/>
                            <a:gd name="T43" fmla="*/ 11 h 31"/>
                            <a:gd name="T44" fmla="*/ 63 w 64"/>
                            <a:gd name="T45" fmla="*/ 12 h 31"/>
                            <a:gd name="T46" fmla="*/ 62 w 64"/>
                            <a:gd name="T47" fmla="*/ 12 h 31"/>
                            <a:gd name="T48" fmla="*/ 61 w 64"/>
                            <a:gd name="T49" fmla="*/ 13 h 31"/>
                            <a:gd name="T50" fmla="*/ 59 w 64"/>
                            <a:gd name="T51" fmla="*/ 12 h 31"/>
                            <a:gd name="T52" fmla="*/ 57 w 64"/>
                            <a:gd name="T53" fmla="*/ 12 h 31"/>
                            <a:gd name="T54" fmla="*/ 55 w 64"/>
                            <a:gd name="T55" fmla="*/ 12 h 31"/>
                            <a:gd name="T56" fmla="*/ 54 w 64"/>
                            <a:gd name="T57" fmla="*/ 12 h 31"/>
                            <a:gd name="T58" fmla="*/ 52 w 64"/>
                            <a:gd name="T59" fmla="*/ 12 h 31"/>
                            <a:gd name="T60" fmla="*/ 50 w 64"/>
                            <a:gd name="T61" fmla="*/ 11 h 31"/>
                            <a:gd name="T62" fmla="*/ 48 w 64"/>
                            <a:gd name="T63" fmla="*/ 11 h 31"/>
                            <a:gd name="T64" fmla="*/ 45 w 64"/>
                            <a:gd name="T65" fmla="*/ 12 h 31"/>
                            <a:gd name="T66" fmla="*/ 50 w 64"/>
                            <a:gd name="T67" fmla="*/ 12 h 31"/>
                            <a:gd name="T68" fmla="*/ 54 w 64"/>
                            <a:gd name="T69" fmla="*/ 13 h 31"/>
                            <a:gd name="T70" fmla="*/ 57 w 64"/>
                            <a:gd name="T71" fmla="*/ 14 h 31"/>
                            <a:gd name="T72" fmla="*/ 58 w 64"/>
                            <a:gd name="T73" fmla="*/ 15 h 31"/>
                            <a:gd name="T74" fmla="*/ 58 w 64"/>
                            <a:gd name="T75" fmla="*/ 16 h 31"/>
                            <a:gd name="T76" fmla="*/ 58 w 64"/>
                            <a:gd name="T77" fmla="*/ 17 h 31"/>
                            <a:gd name="T78" fmla="*/ 56 w 64"/>
                            <a:gd name="T79" fmla="*/ 17 h 31"/>
                            <a:gd name="T80" fmla="*/ 55 w 64"/>
                            <a:gd name="T81" fmla="*/ 17 h 31"/>
                            <a:gd name="T82" fmla="*/ 50 w 64"/>
                            <a:gd name="T83" fmla="*/ 16 h 31"/>
                            <a:gd name="T84" fmla="*/ 44 w 64"/>
                            <a:gd name="T85" fmla="*/ 16 h 31"/>
                            <a:gd name="T86" fmla="*/ 41 w 64"/>
                            <a:gd name="T87" fmla="*/ 16 h 31"/>
                            <a:gd name="T88" fmla="*/ 38 w 64"/>
                            <a:gd name="T89" fmla="*/ 17 h 31"/>
                            <a:gd name="T90" fmla="*/ 36 w 64"/>
                            <a:gd name="T91" fmla="*/ 19 h 31"/>
                            <a:gd name="T92" fmla="*/ 34 w 64"/>
                            <a:gd name="T93" fmla="*/ 21 h 31"/>
                            <a:gd name="T94" fmla="*/ 32 w 64"/>
                            <a:gd name="T95" fmla="*/ 23 h 31"/>
                            <a:gd name="T96" fmla="*/ 29 w 64"/>
                            <a:gd name="T97" fmla="*/ 25 h 31"/>
                            <a:gd name="T98" fmla="*/ 27 w 64"/>
                            <a:gd name="T99" fmla="*/ 26 h 31"/>
                            <a:gd name="T100" fmla="*/ 24 w 64"/>
                            <a:gd name="T101" fmla="*/ 26 h 31"/>
                            <a:gd name="T102" fmla="*/ 21 w 64"/>
                            <a:gd name="T103" fmla="*/ 26 h 31"/>
                            <a:gd name="T104" fmla="*/ 17 w 64"/>
                            <a:gd name="T105" fmla="*/ 27 h 31"/>
                            <a:gd name="T106" fmla="*/ 14 w 64"/>
                            <a:gd name="T107" fmla="*/ 27 h 31"/>
                            <a:gd name="T108" fmla="*/ 11 w 64"/>
                            <a:gd name="T109" fmla="*/ 28 h 31"/>
                            <a:gd name="T110" fmla="*/ 0 w 64"/>
                            <a:gd name="T111" fmla="*/ 30 h 31"/>
                            <a:gd name="T112" fmla="*/ 0 w 64"/>
                            <a:gd name="T113" fmla="*/ 17 h 3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4"/>
                            <a:gd name="T172" fmla="*/ 0 h 31"/>
                            <a:gd name="T173" fmla="*/ 64 w 64"/>
                            <a:gd name="T174" fmla="*/ 31 h 3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4" h="31">
                              <a:moveTo>
                                <a:pt x="0" y="17"/>
                              </a:moveTo>
                              <a:lnTo>
                                <a:pt x="8" y="16"/>
                              </a:lnTo>
                              <a:lnTo>
                                <a:pt x="11" y="16"/>
                              </a:lnTo>
                              <a:lnTo>
                                <a:pt x="13" y="14"/>
                              </a:lnTo>
                              <a:lnTo>
                                <a:pt x="15" y="12"/>
                              </a:lnTo>
                              <a:lnTo>
                                <a:pt x="18" y="10"/>
                              </a:lnTo>
                              <a:lnTo>
                                <a:pt x="25" y="6"/>
                              </a:lnTo>
                              <a:lnTo>
                                <a:pt x="26" y="4"/>
                              </a:lnTo>
                              <a:lnTo>
                                <a:pt x="28" y="3"/>
                              </a:lnTo>
                              <a:lnTo>
                                <a:pt x="31" y="2"/>
                              </a:lnTo>
                              <a:lnTo>
                                <a:pt x="43" y="1"/>
                              </a:lnTo>
                              <a:lnTo>
                                <a:pt x="46" y="0"/>
                              </a:lnTo>
                              <a:lnTo>
                                <a:pt x="49" y="1"/>
                              </a:lnTo>
                              <a:lnTo>
                                <a:pt x="50" y="2"/>
                              </a:lnTo>
                              <a:lnTo>
                                <a:pt x="54" y="3"/>
                              </a:lnTo>
                              <a:lnTo>
                                <a:pt x="55" y="4"/>
                              </a:lnTo>
                              <a:lnTo>
                                <a:pt x="57" y="5"/>
                              </a:lnTo>
                              <a:lnTo>
                                <a:pt x="58" y="6"/>
                              </a:lnTo>
                              <a:lnTo>
                                <a:pt x="60" y="7"/>
                              </a:lnTo>
                              <a:lnTo>
                                <a:pt x="61" y="9"/>
                              </a:lnTo>
                              <a:lnTo>
                                <a:pt x="62" y="10"/>
                              </a:lnTo>
                              <a:lnTo>
                                <a:pt x="62" y="11"/>
                              </a:lnTo>
                              <a:lnTo>
                                <a:pt x="63" y="12"/>
                              </a:lnTo>
                              <a:lnTo>
                                <a:pt x="62" y="12"/>
                              </a:lnTo>
                              <a:lnTo>
                                <a:pt x="61" y="13"/>
                              </a:lnTo>
                              <a:lnTo>
                                <a:pt x="59" y="12"/>
                              </a:lnTo>
                              <a:lnTo>
                                <a:pt x="57" y="12"/>
                              </a:lnTo>
                              <a:lnTo>
                                <a:pt x="55" y="12"/>
                              </a:lnTo>
                              <a:lnTo>
                                <a:pt x="54" y="12"/>
                              </a:lnTo>
                              <a:lnTo>
                                <a:pt x="52" y="12"/>
                              </a:lnTo>
                              <a:lnTo>
                                <a:pt x="50" y="11"/>
                              </a:lnTo>
                              <a:lnTo>
                                <a:pt x="48" y="11"/>
                              </a:lnTo>
                              <a:lnTo>
                                <a:pt x="45" y="12"/>
                              </a:lnTo>
                              <a:lnTo>
                                <a:pt x="50" y="12"/>
                              </a:lnTo>
                              <a:lnTo>
                                <a:pt x="54" y="13"/>
                              </a:lnTo>
                              <a:lnTo>
                                <a:pt x="57" y="14"/>
                              </a:lnTo>
                              <a:lnTo>
                                <a:pt x="58" y="15"/>
                              </a:lnTo>
                              <a:lnTo>
                                <a:pt x="58" y="16"/>
                              </a:lnTo>
                              <a:lnTo>
                                <a:pt x="58" y="17"/>
                              </a:lnTo>
                              <a:lnTo>
                                <a:pt x="56" y="17"/>
                              </a:lnTo>
                              <a:lnTo>
                                <a:pt x="55" y="17"/>
                              </a:lnTo>
                              <a:lnTo>
                                <a:pt x="50" y="16"/>
                              </a:lnTo>
                              <a:lnTo>
                                <a:pt x="44" y="16"/>
                              </a:lnTo>
                              <a:lnTo>
                                <a:pt x="41" y="16"/>
                              </a:lnTo>
                              <a:lnTo>
                                <a:pt x="38" y="17"/>
                              </a:lnTo>
                              <a:lnTo>
                                <a:pt x="36" y="19"/>
                              </a:lnTo>
                              <a:lnTo>
                                <a:pt x="34" y="21"/>
                              </a:lnTo>
                              <a:lnTo>
                                <a:pt x="32" y="23"/>
                              </a:lnTo>
                              <a:lnTo>
                                <a:pt x="29" y="25"/>
                              </a:lnTo>
                              <a:lnTo>
                                <a:pt x="27" y="26"/>
                              </a:lnTo>
                              <a:lnTo>
                                <a:pt x="24" y="26"/>
                              </a:lnTo>
                              <a:lnTo>
                                <a:pt x="21" y="26"/>
                              </a:lnTo>
                              <a:lnTo>
                                <a:pt x="17" y="27"/>
                              </a:lnTo>
                              <a:lnTo>
                                <a:pt x="14" y="27"/>
                              </a:lnTo>
                              <a:lnTo>
                                <a:pt x="11" y="28"/>
                              </a:lnTo>
                              <a:lnTo>
                                <a:pt x="0" y="30"/>
                              </a:lnTo>
                              <a:lnTo>
                                <a:pt x="0" y="17"/>
                              </a:lnTo>
                            </a:path>
                          </a:pathLst>
                        </a:custGeom>
                        <a:solidFill>
                          <a:srgbClr val="FFC080"/>
                        </a:solidFill>
                        <a:ln w="12700" cap="rnd">
                          <a:noFill/>
                          <a:round/>
                          <a:headEnd/>
                          <a:tailEnd/>
                        </a:ln>
                      </p:spPr>
                      <p:txBody>
                        <a:bodyPr/>
                        <a:lstStyle/>
                        <a:p>
                          <a:pPr algn="ctr"/>
                          <a:endParaRPr lang="pt-BR" sz="2400"/>
                        </a:p>
                      </p:txBody>
                    </p:sp>
                    <p:sp>
                      <p:nvSpPr>
                        <p:cNvPr id="481" name="Freeform 204"/>
                        <p:cNvSpPr>
                          <a:spLocks/>
                        </p:cNvSpPr>
                        <p:nvPr/>
                      </p:nvSpPr>
                      <p:spPr bwMode="auto">
                        <a:xfrm>
                          <a:off x="2912" y="2359"/>
                          <a:ext cx="22" cy="5"/>
                        </a:xfrm>
                        <a:custGeom>
                          <a:avLst/>
                          <a:gdLst>
                            <a:gd name="T0" fmla="*/ 21 w 22"/>
                            <a:gd name="T1" fmla="*/ 4 h 5"/>
                            <a:gd name="T2" fmla="*/ 17 w 22"/>
                            <a:gd name="T3" fmla="*/ 2 h 5"/>
                            <a:gd name="T4" fmla="*/ 14 w 22"/>
                            <a:gd name="T5" fmla="*/ 2 h 5"/>
                            <a:gd name="T6" fmla="*/ 11 w 22"/>
                            <a:gd name="T7" fmla="*/ 1 h 5"/>
                            <a:gd name="T8" fmla="*/ 8 w 22"/>
                            <a:gd name="T9" fmla="*/ 0 h 5"/>
                            <a:gd name="T10" fmla="*/ 3 w 22"/>
                            <a:gd name="T11" fmla="*/ 1 h 5"/>
                            <a:gd name="T12" fmla="*/ 0 w 22"/>
                            <a:gd name="T13" fmla="*/ 1 h 5"/>
                            <a:gd name="T14" fmla="*/ 4 w 22"/>
                            <a:gd name="T15" fmla="*/ 0 h 5"/>
                            <a:gd name="T16" fmla="*/ 9 w 22"/>
                            <a:gd name="T17" fmla="*/ 0 h 5"/>
                            <a:gd name="T18" fmla="*/ 14 w 22"/>
                            <a:gd name="T19" fmla="*/ 1 h 5"/>
                            <a:gd name="T20" fmla="*/ 17 w 22"/>
                            <a:gd name="T21" fmla="*/ 2 h 5"/>
                            <a:gd name="T22" fmla="*/ 21 w 22"/>
                            <a:gd name="T23" fmla="*/ 3 h 5"/>
                            <a:gd name="T24" fmla="*/ 21 w 22"/>
                            <a:gd name="T25" fmla="*/ 4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5"/>
                            <a:gd name="T41" fmla="*/ 22 w 22"/>
                            <a:gd name="T42" fmla="*/ 5 h 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5">
                              <a:moveTo>
                                <a:pt x="21" y="4"/>
                              </a:moveTo>
                              <a:lnTo>
                                <a:pt x="17" y="2"/>
                              </a:lnTo>
                              <a:lnTo>
                                <a:pt x="14" y="2"/>
                              </a:lnTo>
                              <a:lnTo>
                                <a:pt x="11" y="1"/>
                              </a:lnTo>
                              <a:lnTo>
                                <a:pt x="8" y="0"/>
                              </a:lnTo>
                              <a:lnTo>
                                <a:pt x="3" y="1"/>
                              </a:lnTo>
                              <a:lnTo>
                                <a:pt x="0" y="1"/>
                              </a:lnTo>
                              <a:lnTo>
                                <a:pt x="4" y="0"/>
                              </a:lnTo>
                              <a:lnTo>
                                <a:pt x="9" y="0"/>
                              </a:lnTo>
                              <a:lnTo>
                                <a:pt x="14" y="1"/>
                              </a:lnTo>
                              <a:lnTo>
                                <a:pt x="17" y="2"/>
                              </a:lnTo>
                              <a:lnTo>
                                <a:pt x="21" y="3"/>
                              </a:lnTo>
                              <a:lnTo>
                                <a:pt x="21" y="4"/>
                              </a:lnTo>
                            </a:path>
                          </a:pathLst>
                        </a:custGeom>
                        <a:solidFill>
                          <a:srgbClr val="402000"/>
                        </a:solidFill>
                        <a:ln w="12700" cap="rnd">
                          <a:noFill/>
                          <a:round/>
                          <a:headEnd/>
                          <a:tailEnd/>
                        </a:ln>
                      </p:spPr>
                      <p:txBody>
                        <a:bodyPr/>
                        <a:lstStyle/>
                        <a:p>
                          <a:pPr algn="ctr"/>
                          <a:endParaRPr lang="pt-BR" sz="2400"/>
                        </a:p>
                      </p:txBody>
                    </p:sp>
                    <p:sp>
                      <p:nvSpPr>
                        <p:cNvPr id="482" name="Freeform 205"/>
                        <p:cNvSpPr>
                          <a:spLocks/>
                        </p:cNvSpPr>
                        <p:nvPr/>
                      </p:nvSpPr>
                      <p:spPr bwMode="auto">
                        <a:xfrm>
                          <a:off x="2904" y="2355"/>
                          <a:ext cx="19" cy="3"/>
                        </a:xfrm>
                        <a:custGeom>
                          <a:avLst/>
                          <a:gdLst>
                            <a:gd name="T0" fmla="*/ 12 w 19"/>
                            <a:gd name="T1" fmla="*/ 0 h 3"/>
                            <a:gd name="T2" fmla="*/ 15 w 19"/>
                            <a:gd name="T3" fmla="*/ 0 h 3"/>
                            <a:gd name="T4" fmla="*/ 18 w 19"/>
                            <a:gd name="T5" fmla="*/ 0 h 3"/>
                            <a:gd name="T6" fmla="*/ 16 w 19"/>
                            <a:gd name="T7" fmla="*/ 0 h 3"/>
                            <a:gd name="T8" fmla="*/ 13 w 19"/>
                            <a:gd name="T9" fmla="*/ 0 h 3"/>
                            <a:gd name="T10" fmla="*/ 7 w 19"/>
                            <a:gd name="T11" fmla="*/ 1 h 3"/>
                            <a:gd name="T12" fmla="*/ 4 w 19"/>
                            <a:gd name="T13" fmla="*/ 2 h 3"/>
                            <a:gd name="T14" fmla="*/ 1 w 19"/>
                            <a:gd name="T15" fmla="*/ 2 h 3"/>
                            <a:gd name="T16" fmla="*/ 0 w 19"/>
                            <a:gd name="T17" fmla="*/ 2 h 3"/>
                            <a:gd name="T18" fmla="*/ 4 w 19"/>
                            <a:gd name="T19" fmla="*/ 1 h 3"/>
                            <a:gd name="T20" fmla="*/ 8 w 19"/>
                            <a:gd name="T21" fmla="*/ 0 h 3"/>
                            <a:gd name="T22" fmla="*/ 12 w 19"/>
                            <a:gd name="T23" fmla="*/ 0 h 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3"/>
                            <a:gd name="T38" fmla="*/ 19 w 19"/>
                            <a:gd name="T39" fmla="*/ 3 h 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3">
                              <a:moveTo>
                                <a:pt x="12" y="0"/>
                              </a:moveTo>
                              <a:lnTo>
                                <a:pt x="15" y="0"/>
                              </a:lnTo>
                              <a:lnTo>
                                <a:pt x="18" y="0"/>
                              </a:lnTo>
                              <a:lnTo>
                                <a:pt x="16" y="0"/>
                              </a:lnTo>
                              <a:lnTo>
                                <a:pt x="13" y="0"/>
                              </a:lnTo>
                              <a:lnTo>
                                <a:pt x="7" y="1"/>
                              </a:lnTo>
                              <a:lnTo>
                                <a:pt x="4" y="2"/>
                              </a:lnTo>
                              <a:lnTo>
                                <a:pt x="1" y="2"/>
                              </a:lnTo>
                              <a:lnTo>
                                <a:pt x="0" y="2"/>
                              </a:lnTo>
                              <a:lnTo>
                                <a:pt x="4" y="1"/>
                              </a:lnTo>
                              <a:lnTo>
                                <a:pt x="8" y="0"/>
                              </a:lnTo>
                              <a:lnTo>
                                <a:pt x="12" y="0"/>
                              </a:lnTo>
                            </a:path>
                          </a:pathLst>
                        </a:custGeom>
                        <a:solidFill>
                          <a:srgbClr val="402000"/>
                        </a:solidFill>
                        <a:ln w="12700" cap="rnd">
                          <a:noFill/>
                          <a:round/>
                          <a:headEnd/>
                          <a:tailEnd/>
                        </a:ln>
                      </p:spPr>
                      <p:txBody>
                        <a:bodyPr/>
                        <a:lstStyle/>
                        <a:p>
                          <a:pPr algn="ctr"/>
                          <a:endParaRPr lang="pt-BR" sz="2400"/>
                        </a:p>
                      </p:txBody>
                    </p:sp>
                    <p:sp>
                      <p:nvSpPr>
                        <p:cNvPr id="483" name="Freeform 206"/>
                        <p:cNvSpPr>
                          <a:spLocks/>
                        </p:cNvSpPr>
                        <p:nvPr/>
                      </p:nvSpPr>
                      <p:spPr bwMode="auto">
                        <a:xfrm>
                          <a:off x="2911" y="2364"/>
                          <a:ext cx="8" cy="3"/>
                        </a:xfrm>
                        <a:custGeom>
                          <a:avLst/>
                          <a:gdLst>
                            <a:gd name="T0" fmla="*/ 7 w 8"/>
                            <a:gd name="T1" fmla="*/ 1 h 3"/>
                            <a:gd name="T2" fmla="*/ 6 w 8"/>
                            <a:gd name="T3" fmla="*/ 2 h 3"/>
                            <a:gd name="T4" fmla="*/ 4 w 8"/>
                            <a:gd name="T5" fmla="*/ 1 h 3"/>
                            <a:gd name="T6" fmla="*/ 1 w 8"/>
                            <a:gd name="T7" fmla="*/ 1 h 3"/>
                            <a:gd name="T8" fmla="*/ 0 w 8"/>
                            <a:gd name="T9" fmla="*/ 0 h 3"/>
                            <a:gd name="T10" fmla="*/ 2 w 8"/>
                            <a:gd name="T11" fmla="*/ 0 h 3"/>
                            <a:gd name="T12" fmla="*/ 7 w 8"/>
                            <a:gd name="T13" fmla="*/ 1 h 3"/>
                            <a:gd name="T14" fmla="*/ 0 60000 65536"/>
                            <a:gd name="T15" fmla="*/ 0 60000 65536"/>
                            <a:gd name="T16" fmla="*/ 0 60000 65536"/>
                            <a:gd name="T17" fmla="*/ 0 60000 65536"/>
                            <a:gd name="T18" fmla="*/ 0 60000 65536"/>
                            <a:gd name="T19" fmla="*/ 0 60000 65536"/>
                            <a:gd name="T20" fmla="*/ 0 60000 65536"/>
                            <a:gd name="T21" fmla="*/ 0 w 8"/>
                            <a:gd name="T22" fmla="*/ 0 h 3"/>
                            <a:gd name="T23" fmla="*/ 8 w 8"/>
                            <a:gd name="T24" fmla="*/ 3 h 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3">
                              <a:moveTo>
                                <a:pt x="7" y="1"/>
                              </a:moveTo>
                              <a:lnTo>
                                <a:pt x="6" y="2"/>
                              </a:lnTo>
                              <a:lnTo>
                                <a:pt x="4" y="1"/>
                              </a:lnTo>
                              <a:lnTo>
                                <a:pt x="1" y="1"/>
                              </a:lnTo>
                              <a:lnTo>
                                <a:pt x="0" y="0"/>
                              </a:lnTo>
                              <a:lnTo>
                                <a:pt x="2" y="0"/>
                              </a:lnTo>
                              <a:lnTo>
                                <a:pt x="7" y="1"/>
                              </a:lnTo>
                            </a:path>
                          </a:pathLst>
                        </a:custGeom>
                        <a:solidFill>
                          <a:srgbClr val="402000"/>
                        </a:solidFill>
                        <a:ln w="12700" cap="rnd">
                          <a:noFill/>
                          <a:round/>
                          <a:headEnd/>
                          <a:tailEnd/>
                        </a:ln>
                      </p:spPr>
                      <p:txBody>
                        <a:bodyPr/>
                        <a:lstStyle/>
                        <a:p>
                          <a:pPr algn="ctr"/>
                          <a:endParaRPr lang="pt-BR" sz="2400"/>
                        </a:p>
                      </p:txBody>
                    </p:sp>
                    <p:sp>
                      <p:nvSpPr>
                        <p:cNvPr id="484" name="Freeform 207"/>
                        <p:cNvSpPr>
                          <a:spLocks/>
                        </p:cNvSpPr>
                        <p:nvPr/>
                      </p:nvSpPr>
                      <p:spPr bwMode="auto">
                        <a:xfrm>
                          <a:off x="2926" y="2369"/>
                          <a:ext cx="3" cy="2"/>
                        </a:xfrm>
                        <a:custGeom>
                          <a:avLst/>
                          <a:gdLst>
                            <a:gd name="T0" fmla="*/ 0 w 3"/>
                            <a:gd name="T1" fmla="*/ 0 h 2"/>
                            <a:gd name="T2" fmla="*/ 1 w 3"/>
                            <a:gd name="T3" fmla="*/ 0 h 2"/>
                            <a:gd name="T4" fmla="*/ 2 w 3"/>
                            <a:gd name="T5" fmla="*/ 1 h 2"/>
                            <a:gd name="T6" fmla="*/ 0 w 3"/>
                            <a:gd name="T7" fmla="*/ 0 h 2"/>
                            <a:gd name="T8" fmla="*/ 0 60000 65536"/>
                            <a:gd name="T9" fmla="*/ 0 60000 65536"/>
                            <a:gd name="T10" fmla="*/ 0 60000 65536"/>
                            <a:gd name="T11" fmla="*/ 0 60000 65536"/>
                            <a:gd name="T12" fmla="*/ 0 w 3"/>
                            <a:gd name="T13" fmla="*/ 0 h 2"/>
                            <a:gd name="T14" fmla="*/ 3 w 3"/>
                            <a:gd name="T15" fmla="*/ 2 h 2"/>
                          </a:gdLst>
                          <a:ahLst/>
                          <a:cxnLst>
                            <a:cxn ang="T8">
                              <a:pos x="T0" y="T1"/>
                            </a:cxn>
                            <a:cxn ang="T9">
                              <a:pos x="T2" y="T3"/>
                            </a:cxn>
                            <a:cxn ang="T10">
                              <a:pos x="T4" y="T5"/>
                            </a:cxn>
                            <a:cxn ang="T11">
                              <a:pos x="T6" y="T7"/>
                            </a:cxn>
                          </a:cxnLst>
                          <a:rect l="T12" t="T13" r="T14" b="T15"/>
                          <a:pathLst>
                            <a:path w="3" h="2">
                              <a:moveTo>
                                <a:pt x="0" y="0"/>
                              </a:moveTo>
                              <a:lnTo>
                                <a:pt x="1" y="0"/>
                              </a:lnTo>
                              <a:lnTo>
                                <a:pt x="2" y="1"/>
                              </a:lnTo>
                              <a:lnTo>
                                <a:pt x="0" y="0"/>
                              </a:lnTo>
                            </a:path>
                          </a:pathLst>
                        </a:custGeom>
                        <a:solidFill>
                          <a:srgbClr val="402000"/>
                        </a:solidFill>
                        <a:ln w="12700" cap="rnd">
                          <a:noFill/>
                          <a:round/>
                          <a:headEnd/>
                          <a:tailEnd/>
                        </a:ln>
                      </p:spPr>
                      <p:txBody>
                        <a:bodyPr/>
                        <a:lstStyle/>
                        <a:p>
                          <a:pPr algn="ctr"/>
                          <a:endParaRPr lang="pt-BR" sz="2400"/>
                        </a:p>
                      </p:txBody>
                    </p:sp>
                    <p:sp>
                      <p:nvSpPr>
                        <p:cNvPr id="485" name="Freeform 208"/>
                        <p:cNvSpPr>
                          <a:spLocks/>
                        </p:cNvSpPr>
                        <p:nvPr/>
                      </p:nvSpPr>
                      <p:spPr bwMode="auto">
                        <a:xfrm>
                          <a:off x="2901" y="2361"/>
                          <a:ext cx="5" cy="4"/>
                        </a:xfrm>
                        <a:custGeom>
                          <a:avLst/>
                          <a:gdLst>
                            <a:gd name="T0" fmla="*/ 4 w 5"/>
                            <a:gd name="T1" fmla="*/ 0 h 4"/>
                            <a:gd name="T2" fmla="*/ 3 w 5"/>
                            <a:gd name="T3" fmla="*/ 1 h 4"/>
                            <a:gd name="T4" fmla="*/ 3 w 5"/>
                            <a:gd name="T5" fmla="*/ 2 h 4"/>
                            <a:gd name="T6" fmla="*/ 0 w 5"/>
                            <a:gd name="T7" fmla="*/ 3 h 4"/>
                            <a:gd name="T8" fmla="*/ 4 w 5"/>
                            <a:gd name="T9" fmla="*/ 0 h 4"/>
                            <a:gd name="T10" fmla="*/ 0 60000 65536"/>
                            <a:gd name="T11" fmla="*/ 0 60000 65536"/>
                            <a:gd name="T12" fmla="*/ 0 60000 65536"/>
                            <a:gd name="T13" fmla="*/ 0 60000 65536"/>
                            <a:gd name="T14" fmla="*/ 0 60000 65536"/>
                            <a:gd name="T15" fmla="*/ 0 w 5"/>
                            <a:gd name="T16" fmla="*/ 0 h 4"/>
                            <a:gd name="T17" fmla="*/ 5 w 5"/>
                            <a:gd name="T18" fmla="*/ 4 h 4"/>
                          </a:gdLst>
                          <a:ahLst/>
                          <a:cxnLst>
                            <a:cxn ang="T10">
                              <a:pos x="T0" y="T1"/>
                            </a:cxn>
                            <a:cxn ang="T11">
                              <a:pos x="T2" y="T3"/>
                            </a:cxn>
                            <a:cxn ang="T12">
                              <a:pos x="T4" y="T5"/>
                            </a:cxn>
                            <a:cxn ang="T13">
                              <a:pos x="T6" y="T7"/>
                            </a:cxn>
                            <a:cxn ang="T14">
                              <a:pos x="T8" y="T9"/>
                            </a:cxn>
                          </a:cxnLst>
                          <a:rect l="T15" t="T16" r="T17" b="T18"/>
                          <a:pathLst>
                            <a:path w="5" h="4">
                              <a:moveTo>
                                <a:pt x="4" y="0"/>
                              </a:moveTo>
                              <a:lnTo>
                                <a:pt x="3" y="1"/>
                              </a:lnTo>
                              <a:lnTo>
                                <a:pt x="3" y="2"/>
                              </a:lnTo>
                              <a:lnTo>
                                <a:pt x="0" y="3"/>
                              </a:lnTo>
                              <a:lnTo>
                                <a:pt x="4" y="0"/>
                              </a:lnTo>
                            </a:path>
                          </a:pathLst>
                        </a:custGeom>
                        <a:solidFill>
                          <a:srgbClr val="402000"/>
                        </a:solidFill>
                        <a:ln w="12700" cap="rnd">
                          <a:noFill/>
                          <a:round/>
                          <a:headEnd/>
                          <a:tailEnd/>
                        </a:ln>
                      </p:spPr>
                      <p:txBody>
                        <a:bodyPr/>
                        <a:lstStyle/>
                        <a:p>
                          <a:pPr algn="ctr"/>
                          <a:endParaRPr lang="pt-BR" sz="2400"/>
                        </a:p>
                      </p:txBody>
                    </p:sp>
                    <p:sp>
                      <p:nvSpPr>
                        <p:cNvPr id="486" name="Freeform 209"/>
                        <p:cNvSpPr>
                          <a:spLocks/>
                        </p:cNvSpPr>
                        <p:nvPr/>
                      </p:nvSpPr>
                      <p:spPr bwMode="auto">
                        <a:xfrm>
                          <a:off x="2907" y="2366"/>
                          <a:ext cx="3" cy="4"/>
                        </a:xfrm>
                        <a:custGeom>
                          <a:avLst/>
                          <a:gdLst>
                            <a:gd name="T0" fmla="*/ 0 w 3"/>
                            <a:gd name="T1" fmla="*/ 0 h 4"/>
                            <a:gd name="T2" fmla="*/ 0 w 3"/>
                            <a:gd name="T3" fmla="*/ 1 h 4"/>
                            <a:gd name="T4" fmla="*/ 2 w 3"/>
                            <a:gd name="T5" fmla="*/ 3 h 4"/>
                            <a:gd name="T6" fmla="*/ 0 w 3"/>
                            <a:gd name="T7" fmla="*/ 0 h 4"/>
                            <a:gd name="T8" fmla="*/ 0 60000 65536"/>
                            <a:gd name="T9" fmla="*/ 0 60000 65536"/>
                            <a:gd name="T10" fmla="*/ 0 60000 65536"/>
                            <a:gd name="T11" fmla="*/ 0 60000 65536"/>
                            <a:gd name="T12" fmla="*/ 0 w 3"/>
                            <a:gd name="T13" fmla="*/ 0 h 4"/>
                            <a:gd name="T14" fmla="*/ 3 w 3"/>
                            <a:gd name="T15" fmla="*/ 4 h 4"/>
                          </a:gdLst>
                          <a:ahLst/>
                          <a:cxnLst>
                            <a:cxn ang="T8">
                              <a:pos x="T0" y="T1"/>
                            </a:cxn>
                            <a:cxn ang="T9">
                              <a:pos x="T2" y="T3"/>
                            </a:cxn>
                            <a:cxn ang="T10">
                              <a:pos x="T4" y="T5"/>
                            </a:cxn>
                            <a:cxn ang="T11">
                              <a:pos x="T6" y="T7"/>
                            </a:cxn>
                          </a:cxnLst>
                          <a:rect l="T12" t="T13" r="T14" b="T15"/>
                          <a:pathLst>
                            <a:path w="3" h="4">
                              <a:moveTo>
                                <a:pt x="0" y="0"/>
                              </a:moveTo>
                              <a:lnTo>
                                <a:pt x="0" y="1"/>
                              </a:lnTo>
                              <a:lnTo>
                                <a:pt x="2" y="3"/>
                              </a:lnTo>
                              <a:lnTo>
                                <a:pt x="0" y="0"/>
                              </a:lnTo>
                            </a:path>
                          </a:pathLst>
                        </a:custGeom>
                        <a:solidFill>
                          <a:srgbClr val="402000"/>
                        </a:solidFill>
                        <a:ln w="12700" cap="rnd">
                          <a:noFill/>
                          <a:round/>
                          <a:headEnd/>
                          <a:tailEnd/>
                        </a:ln>
                      </p:spPr>
                      <p:txBody>
                        <a:bodyPr/>
                        <a:lstStyle/>
                        <a:p>
                          <a:pPr algn="ctr"/>
                          <a:endParaRPr lang="pt-BR" sz="2400"/>
                        </a:p>
                      </p:txBody>
                    </p:sp>
                    <p:sp>
                      <p:nvSpPr>
                        <p:cNvPr id="487" name="Freeform 210"/>
                        <p:cNvSpPr>
                          <a:spLocks/>
                        </p:cNvSpPr>
                        <p:nvPr/>
                      </p:nvSpPr>
                      <p:spPr bwMode="auto">
                        <a:xfrm>
                          <a:off x="2931" y="2363"/>
                          <a:ext cx="3" cy="3"/>
                        </a:xfrm>
                        <a:custGeom>
                          <a:avLst/>
                          <a:gdLst>
                            <a:gd name="T0" fmla="*/ 2 w 3"/>
                            <a:gd name="T1" fmla="*/ 2 h 3"/>
                            <a:gd name="T2" fmla="*/ 1 w 3"/>
                            <a:gd name="T3" fmla="*/ 2 h 3"/>
                            <a:gd name="T4" fmla="*/ 0 w 3"/>
                            <a:gd name="T5" fmla="*/ 1 h 3"/>
                            <a:gd name="T6" fmla="*/ 0 w 3"/>
                            <a:gd name="T7" fmla="*/ 0 h 3"/>
                            <a:gd name="T8" fmla="*/ 0 w 3"/>
                            <a:gd name="T9" fmla="*/ 1 h 3"/>
                            <a:gd name="T10" fmla="*/ 1 w 3"/>
                            <a:gd name="T11" fmla="*/ 2 h 3"/>
                            <a:gd name="T12" fmla="*/ 2 w 3"/>
                            <a:gd name="T13" fmla="*/ 2 h 3"/>
                            <a:gd name="T14" fmla="*/ 0 60000 65536"/>
                            <a:gd name="T15" fmla="*/ 0 60000 65536"/>
                            <a:gd name="T16" fmla="*/ 0 60000 65536"/>
                            <a:gd name="T17" fmla="*/ 0 60000 65536"/>
                            <a:gd name="T18" fmla="*/ 0 60000 65536"/>
                            <a:gd name="T19" fmla="*/ 0 60000 65536"/>
                            <a:gd name="T20" fmla="*/ 0 60000 65536"/>
                            <a:gd name="T21" fmla="*/ 0 w 3"/>
                            <a:gd name="T22" fmla="*/ 0 h 3"/>
                            <a:gd name="T23" fmla="*/ 3 w 3"/>
                            <a:gd name="T24" fmla="*/ 3 h 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 h="3">
                              <a:moveTo>
                                <a:pt x="2" y="2"/>
                              </a:moveTo>
                              <a:lnTo>
                                <a:pt x="1" y="2"/>
                              </a:lnTo>
                              <a:lnTo>
                                <a:pt x="0" y="1"/>
                              </a:lnTo>
                              <a:lnTo>
                                <a:pt x="0" y="0"/>
                              </a:lnTo>
                              <a:lnTo>
                                <a:pt x="0" y="1"/>
                              </a:lnTo>
                              <a:lnTo>
                                <a:pt x="1" y="2"/>
                              </a:lnTo>
                              <a:lnTo>
                                <a:pt x="2" y="2"/>
                              </a:lnTo>
                            </a:path>
                          </a:pathLst>
                        </a:custGeom>
                        <a:solidFill>
                          <a:srgbClr val="402000"/>
                        </a:solidFill>
                        <a:ln w="12700" cap="rnd">
                          <a:noFill/>
                          <a:round/>
                          <a:headEnd/>
                          <a:tailEnd/>
                        </a:ln>
                      </p:spPr>
                      <p:txBody>
                        <a:bodyPr/>
                        <a:lstStyle/>
                        <a:p>
                          <a:pPr algn="ctr"/>
                          <a:endParaRPr lang="pt-BR" sz="2400"/>
                        </a:p>
                      </p:txBody>
                    </p:sp>
                  </p:grpSp>
                  <p:grpSp>
                    <p:nvGrpSpPr>
                      <p:cNvPr id="464" name="Group 211"/>
                      <p:cNvGrpSpPr>
                        <a:grpSpLocks/>
                      </p:cNvGrpSpPr>
                      <p:nvPr/>
                    </p:nvGrpSpPr>
                    <p:grpSpPr bwMode="auto">
                      <a:xfrm>
                        <a:off x="2855" y="2335"/>
                        <a:ext cx="68" cy="28"/>
                        <a:chOff x="2855" y="2335"/>
                        <a:chExt cx="68" cy="28"/>
                      </a:xfrm>
                    </p:grpSpPr>
                    <p:sp>
                      <p:nvSpPr>
                        <p:cNvPr id="472" name="Freeform 212"/>
                        <p:cNvSpPr>
                          <a:spLocks/>
                        </p:cNvSpPr>
                        <p:nvPr/>
                      </p:nvSpPr>
                      <p:spPr bwMode="auto">
                        <a:xfrm>
                          <a:off x="2855" y="2335"/>
                          <a:ext cx="68" cy="28"/>
                        </a:xfrm>
                        <a:custGeom>
                          <a:avLst/>
                          <a:gdLst>
                            <a:gd name="T0" fmla="*/ 7 w 68"/>
                            <a:gd name="T1" fmla="*/ 27 h 28"/>
                            <a:gd name="T2" fmla="*/ 10 w 68"/>
                            <a:gd name="T3" fmla="*/ 26 h 28"/>
                            <a:gd name="T4" fmla="*/ 14 w 68"/>
                            <a:gd name="T5" fmla="*/ 24 h 28"/>
                            <a:gd name="T6" fmla="*/ 16 w 68"/>
                            <a:gd name="T7" fmla="*/ 24 h 28"/>
                            <a:gd name="T8" fmla="*/ 22 w 68"/>
                            <a:gd name="T9" fmla="*/ 24 h 28"/>
                            <a:gd name="T10" fmla="*/ 26 w 68"/>
                            <a:gd name="T11" fmla="*/ 24 h 28"/>
                            <a:gd name="T12" fmla="*/ 29 w 68"/>
                            <a:gd name="T13" fmla="*/ 23 h 28"/>
                            <a:gd name="T14" fmla="*/ 32 w 68"/>
                            <a:gd name="T15" fmla="*/ 22 h 28"/>
                            <a:gd name="T16" fmla="*/ 34 w 68"/>
                            <a:gd name="T17" fmla="*/ 22 h 28"/>
                            <a:gd name="T18" fmla="*/ 37 w 68"/>
                            <a:gd name="T19" fmla="*/ 21 h 28"/>
                            <a:gd name="T20" fmla="*/ 39 w 68"/>
                            <a:gd name="T21" fmla="*/ 19 h 28"/>
                            <a:gd name="T22" fmla="*/ 42 w 68"/>
                            <a:gd name="T23" fmla="*/ 18 h 28"/>
                            <a:gd name="T24" fmla="*/ 44 w 68"/>
                            <a:gd name="T25" fmla="*/ 18 h 28"/>
                            <a:gd name="T26" fmla="*/ 46 w 68"/>
                            <a:gd name="T27" fmla="*/ 17 h 28"/>
                            <a:gd name="T28" fmla="*/ 49 w 68"/>
                            <a:gd name="T29" fmla="*/ 17 h 28"/>
                            <a:gd name="T30" fmla="*/ 51 w 68"/>
                            <a:gd name="T31" fmla="*/ 16 h 28"/>
                            <a:gd name="T32" fmla="*/ 52 w 68"/>
                            <a:gd name="T33" fmla="*/ 16 h 28"/>
                            <a:gd name="T34" fmla="*/ 52 w 68"/>
                            <a:gd name="T35" fmla="*/ 15 h 28"/>
                            <a:gd name="T36" fmla="*/ 51 w 68"/>
                            <a:gd name="T37" fmla="*/ 14 h 28"/>
                            <a:gd name="T38" fmla="*/ 49 w 68"/>
                            <a:gd name="T39" fmla="*/ 13 h 28"/>
                            <a:gd name="T40" fmla="*/ 47 w 68"/>
                            <a:gd name="T41" fmla="*/ 13 h 28"/>
                            <a:gd name="T42" fmla="*/ 44 w 68"/>
                            <a:gd name="T43" fmla="*/ 13 h 28"/>
                            <a:gd name="T44" fmla="*/ 42 w 68"/>
                            <a:gd name="T45" fmla="*/ 14 h 28"/>
                            <a:gd name="T46" fmla="*/ 37 w 68"/>
                            <a:gd name="T47" fmla="*/ 14 h 28"/>
                            <a:gd name="T48" fmla="*/ 41 w 68"/>
                            <a:gd name="T49" fmla="*/ 12 h 28"/>
                            <a:gd name="T50" fmla="*/ 45 w 68"/>
                            <a:gd name="T51" fmla="*/ 10 h 28"/>
                            <a:gd name="T52" fmla="*/ 49 w 68"/>
                            <a:gd name="T53" fmla="*/ 9 h 28"/>
                            <a:gd name="T54" fmla="*/ 53 w 68"/>
                            <a:gd name="T55" fmla="*/ 9 h 28"/>
                            <a:gd name="T56" fmla="*/ 57 w 68"/>
                            <a:gd name="T57" fmla="*/ 8 h 28"/>
                            <a:gd name="T58" fmla="*/ 59 w 68"/>
                            <a:gd name="T59" fmla="*/ 9 h 28"/>
                            <a:gd name="T60" fmla="*/ 61 w 68"/>
                            <a:gd name="T61" fmla="*/ 9 h 28"/>
                            <a:gd name="T62" fmla="*/ 62 w 68"/>
                            <a:gd name="T63" fmla="*/ 9 h 28"/>
                            <a:gd name="T64" fmla="*/ 63 w 68"/>
                            <a:gd name="T65" fmla="*/ 9 h 28"/>
                            <a:gd name="T66" fmla="*/ 64 w 68"/>
                            <a:gd name="T67" fmla="*/ 9 h 28"/>
                            <a:gd name="T68" fmla="*/ 64 w 68"/>
                            <a:gd name="T69" fmla="*/ 7 h 28"/>
                            <a:gd name="T70" fmla="*/ 65 w 68"/>
                            <a:gd name="T71" fmla="*/ 7 h 28"/>
                            <a:gd name="T72" fmla="*/ 66 w 68"/>
                            <a:gd name="T73" fmla="*/ 7 h 28"/>
                            <a:gd name="T74" fmla="*/ 66 w 68"/>
                            <a:gd name="T75" fmla="*/ 6 h 28"/>
                            <a:gd name="T76" fmla="*/ 67 w 68"/>
                            <a:gd name="T77" fmla="*/ 6 h 28"/>
                            <a:gd name="T78" fmla="*/ 66 w 68"/>
                            <a:gd name="T79" fmla="*/ 5 h 28"/>
                            <a:gd name="T80" fmla="*/ 65 w 68"/>
                            <a:gd name="T81" fmla="*/ 5 h 28"/>
                            <a:gd name="T82" fmla="*/ 64 w 68"/>
                            <a:gd name="T83" fmla="*/ 4 h 28"/>
                            <a:gd name="T84" fmla="*/ 62 w 68"/>
                            <a:gd name="T85" fmla="*/ 3 h 28"/>
                            <a:gd name="T86" fmla="*/ 61 w 68"/>
                            <a:gd name="T87" fmla="*/ 3 h 28"/>
                            <a:gd name="T88" fmla="*/ 59 w 68"/>
                            <a:gd name="T89" fmla="*/ 2 h 28"/>
                            <a:gd name="T90" fmla="*/ 57 w 68"/>
                            <a:gd name="T91" fmla="*/ 2 h 28"/>
                            <a:gd name="T92" fmla="*/ 50 w 68"/>
                            <a:gd name="T93" fmla="*/ 1 h 28"/>
                            <a:gd name="T94" fmla="*/ 48 w 68"/>
                            <a:gd name="T95" fmla="*/ 1 h 28"/>
                            <a:gd name="T96" fmla="*/ 46 w 68"/>
                            <a:gd name="T97" fmla="*/ 0 h 28"/>
                            <a:gd name="T98" fmla="*/ 44 w 68"/>
                            <a:gd name="T99" fmla="*/ 0 h 28"/>
                            <a:gd name="T100" fmla="*/ 42 w 68"/>
                            <a:gd name="T101" fmla="*/ 1 h 28"/>
                            <a:gd name="T102" fmla="*/ 35 w 68"/>
                            <a:gd name="T103" fmla="*/ 3 h 28"/>
                            <a:gd name="T104" fmla="*/ 31 w 68"/>
                            <a:gd name="T105" fmla="*/ 4 h 28"/>
                            <a:gd name="T106" fmla="*/ 28 w 68"/>
                            <a:gd name="T107" fmla="*/ 6 h 28"/>
                            <a:gd name="T108" fmla="*/ 19 w 68"/>
                            <a:gd name="T109" fmla="*/ 11 h 28"/>
                            <a:gd name="T110" fmla="*/ 16 w 68"/>
                            <a:gd name="T111" fmla="*/ 12 h 28"/>
                            <a:gd name="T112" fmla="*/ 14 w 68"/>
                            <a:gd name="T113" fmla="*/ 15 h 28"/>
                            <a:gd name="T114" fmla="*/ 10 w 68"/>
                            <a:gd name="T115" fmla="*/ 15 h 28"/>
                            <a:gd name="T116" fmla="*/ 0 w 68"/>
                            <a:gd name="T117" fmla="*/ 16 h 28"/>
                            <a:gd name="T118" fmla="*/ 7 w 68"/>
                            <a:gd name="T119" fmla="*/ 27 h 2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8"/>
                            <a:gd name="T181" fmla="*/ 0 h 28"/>
                            <a:gd name="T182" fmla="*/ 68 w 68"/>
                            <a:gd name="T183" fmla="*/ 28 h 2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8" h="28">
                              <a:moveTo>
                                <a:pt x="7" y="27"/>
                              </a:moveTo>
                              <a:lnTo>
                                <a:pt x="10" y="26"/>
                              </a:lnTo>
                              <a:lnTo>
                                <a:pt x="14" y="24"/>
                              </a:lnTo>
                              <a:lnTo>
                                <a:pt x="16" y="24"/>
                              </a:lnTo>
                              <a:lnTo>
                                <a:pt x="22" y="24"/>
                              </a:lnTo>
                              <a:lnTo>
                                <a:pt x="26" y="24"/>
                              </a:lnTo>
                              <a:lnTo>
                                <a:pt x="29" y="23"/>
                              </a:lnTo>
                              <a:lnTo>
                                <a:pt x="32" y="22"/>
                              </a:lnTo>
                              <a:lnTo>
                                <a:pt x="34" y="22"/>
                              </a:lnTo>
                              <a:lnTo>
                                <a:pt x="37" y="21"/>
                              </a:lnTo>
                              <a:lnTo>
                                <a:pt x="39" y="19"/>
                              </a:lnTo>
                              <a:lnTo>
                                <a:pt x="42" y="18"/>
                              </a:lnTo>
                              <a:lnTo>
                                <a:pt x="44" y="18"/>
                              </a:lnTo>
                              <a:lnTo>
                                <a:pt x="46" y="17"/>
                              </a:lnTo>
                              <a:lnTo>
                                <a:pt x="49" y="17"/>
                              </a:lnTo>
                              <a:lnTo>
                                <a:pt x="51" y="16"/>
                              </a:lnTo>
                              <a:lnTo>
                                <a:pt x="52" y="16"/>
                              </a:lnTo>
                              <a:lnTo>
                                <a:pt x="52" y="15"/>
                              </a:lnTo>
                              <a:lnTo>
                                <a:pt x="51" y="14"/>
                              </a:lnTo>
                              <a:lnTo>
                                <a:pt x="49" y="13"/>
                              </a:lnTo>
                              <a:lnTo>
                                <a:pt x="47" y="13"/>
                              </a:lnTo>
                              <a:lnTo>
                                <a:pt x="44" y="13"/>
                              </a:lnTo>
                              <a:lnTo>
                                <a:pt x="42" y="14"/>
                              </a:lnTo>
                              <a:lnTo>
                                <a:pt x="37" y="14"/>
                              </a:lnTo>
                              <a:lnTo>
                                <a:pt x="41" y="12"/>
                              </a:lnTo>
                              <a:lnTo>
                                <a:pt x="45" y="10"/>
                              </a:lnTo>
                              <a:lnTo>
                                <a:pt x="49" y="9"/>
                              </a:lnTo>
                              <a:lnTo>
                                <a:pt x="53" y="9"/>
                              </a:lnTo>
                              <a:lnTo>
                                <a:pt x="57" y="8"/>
                              </a:lnTo>
                              <a:lnTo>
                                <a:pt x="59" y="9"/>
                              </a:lnTo>
                              <a:lnTo>
                                <a:pt x="61" y="9"/>
                              </a:lnTo>
                              <a:lnTo>
                                <a:pt x="62" y="9"/>
                              </a:lnTo>
                              <a:lnTo>
                                <a:pt x="63" y="9"/>
                              </a:lnTo>
                              <a:lnTo>
                                <a:pt x="64" y="9"/>
                              </a:lnTo>
                              <a:lnTo>
                                <a:pt x="64" y="7"/>
                              </a:lnTo>
                              <a:lnTo>
                                <a:pt x="65" y="7"/>
                              </a:lnTo>
                              <a:lnTo>
                                <a:pt x="66" y="7"/>
                              </a:lnTo>
                              <a:lnTo>
                                <a:pt x="66" y="6"/>
                              </a:lnTo>
                              <a:lnTo>
                                <a:pt x="67" y="6"/>
                              </a:lnTo>
                              <a:lnTo>
                                <a:pt x="66" y="5"/>
                              </a:lnTo>
                              <a:lnTo>
                                <a:pt x="65" y="5"/>
                              </a:lnTo>
                              <a:lnTo>
                                <a:pt x="64" y="4"/>
                              </a:lnTo>
                              <a:lnTo>
                                <a:pt x="62" y="3"/>
                              </a:lnTo>
                              <a:lnTo>
                                <a:pt x="61" y="3"/>
                              </a:lnTo>
                              <a:lnTo>
                                <a:pt x="59" y="2"/>
                              </a:lnTo>
                              <a:lnTo>
                                <a:pt x="57" y="2"/>
                              </a:lnTo>
                              <a:lnTo>
                                <a:pt x="50" y="1"/>
                              </a:lnTo>
                              <a:lnTo>
                                <a:pt x="48" y="1"/>
                              </a:lnTo>
                              <a:lnTo>
                                <a:pt x="46" y="0"/>
                              </a:lnTo>
                              <a:lnTo>
                                <a:pt x="44" y="0"/>
                              </a:lnTo>
                              <a:lnTo>
                                <a:pt x="42" y="1"/>
                              </a:lnTo>
                              <a:lnTo>
                                <a:pt x="35" y="3"/>
                              </a:lnTo>
                              <a:lnTo>
                                <a:pt x="31" y="4"/>
                              </a:lnTo>
                              <a:lnTo>
                                <a:pt x="28" y="6"/>
                              </a:lnTo>
                              <a:lnTo>
                                <a:pt x="19" y="11"/>
                              </a:lnTo>
                              <a:lnTo>
                                <a:pt x="16" y="12"/>
                              </a:lnTo>
                              <a:lnTo>
                                <a:pt x="14" y="15"/>
                              </a:lnTo>
                              <a:lnTo>
                                <a:pt x="10" y="15"/>
                              </a:lnTo>
                              <a:lnTo>
                                <a:pt x="0" y="16"/>
                              </a:lnTo>
                              <a:lnTo>
                                <a:pt x="7" y="27"/>
                              </a:lnTo>
                            </a:path>
                          </a:pathLst>
                        </a:custGeom>
                        <a:solidFill>
                          <a:srgbClr val="FFC080"/>
                        </a:solidFill>
                        <a:ln w="12700" cap="rnd">
                          <a:noFill/>
                          <a:round/>
                          <a:headEnd/>
                          <a:tailEnd/>
                        </a:ln>
                      </p:spPr>
                      <p:txBody>
                        <a:bodyPr/>
                        <a:lstStyle/>
                        <a:p>
                          <a:pPr algn="ctr"/>
                          <a:endParaRPr lang="pt-BR" sz="2400"/>
                        </a:p>
                      </p:txBody>
                    </p:sp>
                    <p:sp>
                      <p:nvSpPr>
                        <p:cNvPr id="473" name="Freeform 213"/>
                        <p:cNvSpPr>
                          <a:spLocks/>
                        </p:cNvSpPr>
                        <p:nvPr/>
                      </p:nvSpPr>
                      <p:spPr bwMode="auto">
                        <a:xfrm>
                          <a:off x="2910" y="2338"/>
                          <a:ext cx="11" cy="5"/>
                        </a:xfrm>
                        <a:custGeom>
                          <a:avLst/>
                          <a:gdLst>
                            <a:gd name="T0" fmla="*/ 10 w 11"/>
                            <a:gd name="T1" fmla="*/ 4 h 5"/>
                            <a:gd name="T2" fmla="*/ 9 w 11"/>
                            <a:gd name="T3" fmla="*/ 4 h 5"/>
                            <a:gd name="T4" fmla="*/ 7 w 11"/>
                            <a:gd name="T5" fmla="*/ 3 h 5"/>
                            <a:gd name="T6" fmla="*/ 5 w 11"/>
                            <a:gd name="T7" fmla="*/ 2 h 5"/>
                            <a:gd name="T8" fmla="*/ 4 w 11"/>
                            <a:gd name="T9" fmla="*/ 1 h 5"/>
                            <a:gd name="T10" fmla="*/ 1 w 11"/>
                            <a:gd name="T11" fmla="*/ 1 h 5"/>
                            <a:gd name="T12" fmla="*/ 0 w 11"/>
                            <a:gd name="T13" fmla="*/ 0 h 5"/>
                            <a:gd name="T14" fmla="*/ 2 w 11"/>
                            <a:gd name="T15" fmla="*/ 0 h 5"/>
                            <a:gd name="T16" fmla="*/ 4 w 11"/>
                            <a:gd name="T17" fmla="*/ 1 h 5"/>
                            <a:gd name="T18" fmla="*/ 5 w 11"/>
                            <a:gd name="T19" fmla="*/ 1 h 5"/>
                            <a:gd name="T20" fmla="*/ 6 w 11"/>
                            <a:gd name="T21" fmla="*/ 2 h 5"/>
                            <a:gd name="T22" fmla="*/ 10 w 11"/>
                            <a:gd name="T23" fmla="*/ 4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5"/>
                            <a:gd name="T38" fmla="*/ 11 w 11"/>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5">
                              <a:moveTo>
                                <a:pt x="10" y="4"/>
                              </a:moveTo>
                              <a:lnTo>
                                <a:pt x="9" y="4"/>
                              </a:lnTo>
                              <a:lnTo>
                                <a:pt x="7" y="3"/>
                              </a:lnTo>
                              <a:lnTo>
                                <a:pt x="5" y="2"/>
                              </a:lnTo>
                              <a:lnTo>
                                <a:pt x="4" y="1"/>
                              </a:lnTo>
                              <a:lnTo>
                                <a:pt x="1" y="1"/>
                              </a:lnTo>
                              <a:lnTo>
                                <a:pt x="0" y="0"/>
                              </a:lnTo>
                              <a:lnTo>
                                <a:pt x="2" y="0"/>
                              </a:lnTo>
                              <a:lnTo>
                                <a:pt x="4" y="1"/>
                              </a:lnTo>
                              <a:lnTo>
                                <a:pt x="5" y="1"/>
                              </a:lnTo>
                              <a:lnTo>
                                <a:pt x="6" y="2"/>
                              </a:lnTo>
                              <a:lnTo>
                                <a:pt x="10" y="4"/>
                              </a:lnTo>
                            </a:path>
                          </a:pathLst>
                        </a:custGeom>
                        <a:solidFill>
                          <a:srgbClr val="402000"/>
                        </a:solidFill>
                        <a:ln w="12700" cap="rnd">
                          <a:noFill/>
                          <a:round/>
                          <a:headEnd/>
                          <a:tailEnd/>
                        </a:ln>
                      </p:spPr>
                      <p:txBody>
                        <a:bodyPr/>
                        <a:lstStyle/>
                        <a:p>
                          <a:pPr algn="ctr"/>
                          <a:endParaRPr lang="pt-BR" sz="2400"/>
                        </a:p>
                      </p:txBody>
                    </p:sp>
                    <p:sp>
                      <p:nvSpPr>
                        <p:cNvPr id="474" name="Freeform 214"/>
                        <p:cNvSpPr>
                          <a:spLocks/>
                        </p:cNvSpPr>
                        <p:nvPr/>
                      </p:nvSpPr>
                      <p:spPr bwMode="auto">
                        <a:xfrm>
                          <a:off x="2866" y="2354"/>
                          <a:ext cx="6" cy="4"/>
                        </a:xfrm>
                        <a:custGeom>
                          <a:avLst/>
                          <a:gdLst>
                            <a:gd name="T0" fmla="*/ 0 w 6"/>
                            <a:gd name="T1" fmla="*/ 0 h 4"/>
                            <a:gd name="T2" fmla="*/ 3 w 6"/>
                            <a:gd name="T3" fmla="*/ 1 h 4"/>
                            <a:gd name="T4" fmla="*/ 5 w 6"/>
                            <a:gd name="T5" fmla="*/ 3 h 4"/>
                            <a:gd name="T6" fmla="*/ 0 w 6"/>
                            <a:gd name="T7" fmla="*/ 0 h 4"/>
                            <a:gd name="T8" fmla="*/ 0 60000 65536"/>
                            <a:gd name="T9" fmla="*/ 0 60000 65536"/>
                            <a:gd name="T10" fmla="*/ 0 60000 65536"/>
                            <a:gd name="T11" fmla="*/ 0 60000 65536"/>
                            <a:gd name="T12" fmla="*/ 0 w 6"/>
                            <a:gd name="T13" fmla="*/ 0 h 4"/>
                            <a:gd name="T14" fmla="*/ 6 w 6"/>
                            <a:gd name="T15" fmla="*/ 4 h 4"/>
                          </a:gdLst>
                          <a:ahLst/>
                          <a:cxnLst>
                            <a:cxn ang="T8">
                              <a:pos x="T0" y="T1"/>
                            </a:cxn>
                            <a:cxn ang="T9">
                              <a:pos x="T2" y="T3"/>
                            </a:cxn>
                            <a:cxn ang="T10">
                              <a:pos x="T4" y="T5"/>
                            </a:cxn>
                            <a:cxn ang="T11">
                              <a:pos x="T6" y="T7"/>
                            </a:cxn>
                          </a:cxnLst>
                          <a:rect l="T12" t="T13" r="T14" b="T15"/>
                          <a:pathLst>
                            <a:path w="6" h="4">
                              <a:moveTo>
                                <a:pt x="0" y="0"/>
                              </a:moveTo>
                              <a:lnTo>
                                <a:pt x="3" y="1"/>
                              </a:lnTo>
                              <a:lnTo>
                                <a:pt x="5" y="3"/>
                              </a:lnTo>
                              <a:lnTo>
                                <a:pt x="0" y="0"/>
                              </a:lnTo>
                            </a:path>
                          </a:pathLst>
                        </a:custGeom>
                        <a:solidFill>
                          <a:srgbClr val="402000"/>
                        </a:solidFill>
                        <a:ln w="12700" cap="rnd">
                          <a:noFill/>
                          <a:round/>
                          <a:headEnd/>
                          <a:tailEnd/>
                        </a:ln>
                      </p:spPr>
                      <p:txBody>
                        <a:bodyPr/>
                        <a:lstStyle/>
                        <a:p>
                          <a:pPr algn="ctr"/>
                          <a:endParaRPr lang="pt-BR" sz="2400"/>
                        </a:p>
                      </p:txBody>
                    </p:sp>
                    <p:sp>
                      <p:nvSpPr>
                        <p:cNvPr id="475" name="Freeform 215"/>
                        <p:cNvSpPr>
                          <a:spLocks/>
                        </p:cNvSpPr>
                        <p:nvPr/>
                      </p:nvSpPr>
                      <p:spPr bwMode="auto">
                        <a:xfrm>
                          <a:off x="2893" y="2338"/>
                          <a:ext cx="16" cy="3"/>
                        </a:xfrm>
                        <a:custGeom>
                          <a:avLst/>
                          <a:gdLst>
                            <a:gd name="T0" fmla="*/ 15 w 16"/>
                            <a:gd name="T1" fmla="*/ 1 h 3"/>
                            <a:gd name="T2" fmla="*/ 11 w 16"/>
                            <a:gd name="T3" fmla="*/ 1 h 3"/>
                            <a:gd name="T4" fmla="*/ 9 w 16"/>
                            <a:gd name="T5" fmla="*/ 0 h 3"/>
                            <a:gd name="T6" fmla="*/ 7 w 16"/>
                            <a:gd name="T7" fmla="*/ 0 h 3"/>
                            <a:gd name="T8" fmla="*/ 6 w 16"/>
                            <a:gd name="T9" fmla="*/ 1 h 3"/>
                            <a:gd name="T10" fmla="*/ 5 w 16"/>
                            <a:gd name="T11" fmla="*/ 1 h 3"/>
                            <a:gd name="T12" fmla="*/ 3 w 16"/>
                            <a:gd name="T13" fmla="*/ 1 h 3"/>
                            <a:gd name="T14" fmla="*/ 0 w 16"/>
                            <a:gd name="T15" fmla="*/ 1 h 3"/>
                            <a:gd name="T16" fmla="*/ 2 w 16"/>
                            <a:gd name="T17" fmla="*/ 2 h 3"/>
                            <a:gd name="T18" fmla="*/ 5 w 16"/>
                            <a:gd name="T19" fmla="*/ 1 h 3"/>
                            <a:gd name="T20" fmla="*/ 7 w 16"/>
                            <a:gd name="T21" fmla="*/ 1 h 3"/>
                            <a:gd name="T22" fmla="*/ 8 w 16"/>
                            <a:gd name="T23" fmla="*/ 1 h 3"/>
                            <a:gd name="T24" fmla="*/ 10 w 16"/>
                            <a:gd name="T25" fmla="*/ 1 h 3"/>
                            <a:gd name="T26" fmla="*/ 12 w 16"/>
                            <a:gd name="T27" fmla="*/ 1 h 3"/>
                            <a:gd name="T28" fmla="*/ 15 w 16"/>
                            <a:gd name="T29" fmla="*/ 1 h 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3"/>
                            <a:gd name="T47" fmla="*/ 16 w 16"/>
                            <a:gd name="T48" fmla="*/ 3 h 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3">
                              <a:moveTo>
                                <a:pt x="15" y="1"/>
                              </a:moveTo>
                              <a:lnTo>
                                <a:pt x="11" y="1"/>
                              </a:lnTo>
                              <a:lnTo>
                                <a:pt x="9" y="0"/>
                              </a:lnTo>
                              <a:lnTo>
                                <a:pt x="7" y="0"/>
                              </a:lnTo>
                              <a:lnTo>
                                <a:pt x="6" y="1"/>
                              </a:lnTo>
                              <a:lnTo>
                                <a:pt x="5" y="1"/>
                              </a:lnTo>
                              <a:lnTo>
                                <a:pt x="3" y="1"/>
                              </a:lnTo>
                              <a:lnTo>
                                <a:pt x="0" y="1"/>
                              </a:lnTo>
                              <a:lnTo>
                                <a:pt x="2" y="2"/>
                              </a:lnTo>
                              <a:lnTo>
                                <a:pt x="5" y="1"/>
                              </a:lnTo>
                              <a:lnTo>
                                <a:pt x="7" y="1"/>
                              </a:lnTo>
                              <a:lnTo>
                                <a:pt x="8" y="1"/>
                              </a:lnTo>
                              <a:lnTo>
                                <a:pt x="10" y="1"/>
                              </a:lnTo>
                              <a:lnTo>
                                <a:pt x="12" y="1"/>
                              </a:lnTo>
                              <a:lnTo>
                                <a:pt x="15" y="1"/>
                              </a:lnTo>
                            </a:path>
                          </a:pathLst>
                        </a:custGeom>
                        <a:solidFill>
                          <a:srgbClr val="402000"/>
                        </a:solidFill>
                        <a:ln w="12700" cap="rnd">
                          <a:noFill/>
                          <a:round/>
                          <a:headEnd/>
                          <a:tailEnd/>
                        </a:ln>
                      </p:spPr>
                      <p:txBody>
                        <a:bodyPr/>
                        <a:lstStyle/>
                        <a:p>
                          <a:pPr algn="ctr"/>
                          <a:endParaRPr lang="pt-BR" sz="2400"/>
                        </a:p>
                      </p:txBody>
                    </p:sp>
                    <p:sp>
                      <p:nvSpPr>
                        <p:cNvPr id="476" name="Freeform 216"/>
                        <p:cNvSpPr>
                          <a:spLocks/>
                        </p:cNvSpPr>
                        <p:nvPr/>
                      </p:nvSpPr>
                      <p:spPr bwMode="auto">
                        <a:xfrm>
                          <a:off x="2901" y="2350"/>
                          <a:ext cx="2" cy="2"/>
                        </a:xfrm>
                        <a:custGeom>
                          <a:avLst/>
                          <a:gdLst>
                            <a:gd name="T0" fmla="*/ 1 w 2"/>
                            <a:gd name="T1" fmla="*/ 0 h 2"/>
                            <a:gd name="T2" fmla="*/ 0 w 2"/>
                            <a:gd name="T3" fmla="*/ 0 h 2"/>
                            <a:gd name="T4" fmla="*/ 1 w 2"/>
                            <a:gd name="T5" fmla="*/ 1 h 2"/>
                            <a:gd name="T6" fmla="*/ 1 w 2"/>
                            <a:gd name="T7" fmla="*/ 0 h 2"/>
                            <a:gd name="T8" fmla="*/ 0 60000 65536"/>
                            <a:gd name="T9" fmla="*/ 0 60000 65536"/>
                            <a:gd name="T10" fmla="*/ 0 60000 65536"/>
                            <a:gd name="T11" fmla="*/ 0 60000 65536"/>
                            <a:gd name="T12" fmla="*/ 0 w 2"/>
                            <a:gd name="T13" fmla="*/ 0 h 2"/>
                            <a:gd name="T14" fmla="*/ 2 w 2"/>
                            <a:gd name="T15" fmla="*/ 2 h 2"/>
                          </a:gdLst>
                          <a:ahLst/>
                          <a:cxnLst>
                            <a:cxn ang="T8">
                              <a:pos x="T0" y="T1"/>
                            </a:cxn>
                            <a:cxn ang="T9">
                              <a:pos x="T2" y="T3"/>
                            </a:cxn>
                            <a:cxn ang="T10">
                              <a:pos x="T4" y="T5"/>
                            </a:cxn>
                            <a:cxn ang="T11">
                              <a:pos x="T6" y="T7"/>
                            </a:cxn>
                          </a:cxnLst>
                          <a:rect l="T12" t="T13" r="T14" b="T15"/>
                          <a:pathLst>
                            <a:path w="2" h="2">
                              <a:moveTo>
                                <a:pt x="1" y="0"/>
                              </a:moveTo>
                              <a:lnTo>
                                <a:pt x="0" y="0"/>
                              </a:lnTo>
                              <a:lnTo>
                                <a:pt x="1" y="1"/>
                              </a:lnTo>
                              <a:lnTo>
                                <a:pt x="1" y="0"/>
                              </a:lnTo>
                            </a:path>
                          </a:pathLst>
                        </a:custGeom>
                        <a:solidFill>
                          <a:srgbClr val="402000"/>
                        </a:solidFill>
                        <a:ln w="12700" cap="rnd">
                          <a:noFill/>
                          <a:round/>
                          <a:headEnd/>
                          <a:tailEnd/>
                        </a:ln>
                      </p:spPr>
                      <p:txBody>
                        <a:bodyPr/>
                        <a:lstStyle/>
                        <a:p>
                          <a:pPr algn="ctr"/>
                          <a:endParaRPr lang="pt-BR" sz="2400"/>
                        </a:p>
                      </p:txBody>
                    </p:sp>
                    <p:sp>
                      <p:nvSpPr>
                        <p:cNvPr id="477" name="Freeform 217"/>
                        <p:cNvSpPr>
                          <a:spLocks/>
                        </p:cNvSpPr>
                        <p:nvPr/>
                      </p:nvSpPr>
                      <p:spPr bwMode="auto">
                        <a:xfrm>
                          <a:off x="2916" y="2342"/>
                          <a:ext cx="3" cy="2"/>
                        </a:xfrm>
                        <a:custGeom>
                          <a:avLst/>
                          <a:gdLst>
                            <a:gd name="T0" fmla="*/ 2 w 3"/>
                            <a:gd name="T1" fmla="*/ 1 h 2"/>
                            <a:gd name="T2" fmla="*/ 2 w 3"/>
                            <a:gd name="T3" fmla="*/ 0 h 2"/>
                            <a:gd name="T4" fmla="*/ 1 w 3"/>
                            <a:gd name="T5" fmla="*/ 0 h 2"/>
                            <a:gd name="T6" fmla="*/ 0 w 3"/>
                            <a:gd name="T7" fmla="*/ 0 h 2"/>
                            <a:gd name="T8" fmla="*/ 2 w 3"/>
                            <a:gd name="T9" fmla="*/ 1 h 2"/>
                            <a:gd name="T10" fmla="*/ 0 60000 65536"/>
                            <a:gd name="T11" fmla="*/ 0 60000 65536"/>
                            <a:gd name="T12" fmla="*/ 0 60000 65536"/>
                            <a:gd name="T13" fmla="*/ 0 60000 65536"/>
                            <a:gd name="T14" fmla="*/ 0 60000 65536"/>
                            <a:gd name="T15" fmla="*/ 0 w 3"/>
                            <a:gd name="T16" fmla="*/ 0 h 2"/>
                            <a:gd name="T17" fmla="*/ 3 w 3"/>
                            <a:gd name="T18" fmla="*/ 2 h 2"/>
                          </a:gdLst>
                          <a:ahLst/>
                          <a:cxnLst>
                            <a:cxn ang="T10">
                              <a:pos x="T0" y="T1"/>
                            </a:cxn>
                            <a:cxn ang="T11">
                              <a:pos x="T2" y="T3"/>
                            </a:cxn>
                            <a:cxn ang="T12">
                              <a:pos x="T4" y="T5"/>
                            </a:cxn>
                            <a:cxn ang="T13">
                              <a:pos x="T6" y="T7"/>
                            </a:cxn>
                            <a:cxn ang="T14">
                              <a:pos x="T8" y="T9"/>
                            </a:cxn>
                          </a:cxnLst>
                          <a:rect l="T15" t="T16" r="T17" b="T18"/>
                          <a:pathLst>
                            <a:path w="3" h="2">
                              <a:moveTo>
                                <a:pt x="2" y="1"/>
                              </a:moveTo>
                              <a:lnTo>
                                <a:pt x="2" y="0"/>
                              </a:lnTo>
                              <a:lnTo>
                                <a:pt x="1" y="0"/>
                              </a:lnTo>
                              <a:lnTo>
                                <a:pt x="0" y="0"/>
                              </a:lnTo>
                              <a:lnTo>
                                <a:pt x="2" y="1"/>
                              </a:lnTo>
                            </a:path>
                          </a:pathLst>
                        </a:custGeom>
                        <a:solidFill>
                          <a:srgbClr val="402000"/>
                        </a:solidFill>
                        <a:ln w="12700" cap="rnd">
                          <a:noFill/>
                          <a:round/>
                          <a:headEnd/>
                          <a:tailEnd/>
                        </a:ln>
                      </p:spPr>
                      <p:txBody>
                        <a:bodyPr/>
                        <a:lstStyle/>
                        <a:p>
                          <a:pPr algn="ctr"/>
                          <a:endParaRPr lang="pt-BR" sz="2400"/>
                        </a:p>
                      </p:txBody>
                    </p:sp>
                    <p:sp>
                      <p:nvSpPr>
                        <p:cNvPr id="478" name="Freeform 218"/>
                        <p:cNvSpPr>
                          <a:spLocks/>
                        </p:cNvSpPr>
                        <p:nvPr/>
                      </p:nvSpPr>
                      <p:spPr bwMode="auto">
                        <a:xfrm>
                          <a:off x="2919" y="2340"/>
                          <a:ext cx="3" cy="2"/>
                        </a:xfrm>
                        <a:custGeom>
                          <a:avLst/>
                          <a:gdLst>
                            <a:gd name="T0" fmla="*/ 2 w 3"/>
                            <a:gd name="T1" fmla="*/ 1 h 2"/>
                            <a:gd name="T2" fmla="*/ 2 w 3"/>
                            <a:gd name="T3" fmla="*/ 0 h 2"/>
                            <a:gd name="T4" fmla="*/ 1 w 3"/>
                            <a:gd name="T5" fmla="*/ 0 h 2"/>
                            <a:gd name="T6" fmla="*/ 0 w 3"/>
                            <a:gd name="T7" fmla="*/ 0 h 2"/>
                            <a:gd name="T8" fmla="*/ 1 w 3"/>
                            <a:gd name="T9" fmla="*/ 0 h 2"/>
                            <a:gd name="T10" fmla="*/ 2 w 3"/>
                            <a:gd name="T11" fmla="*/ 1 h 2"/>
                            <a:gd name="T12" fmla="*/ 0 60000 65536"/>
                            <a:gd name="T13" fmla="*/ 0 60000 65536"/>
                            <a:gd name="T14" fmla="*/ 0 60000 65536"/>
                            <a:gd name="T15" fmla="*/ 0 60000 65536"/>
                            <a:gd name="T16" fmla="*/ 0 60000 65536"/>
                            <a:gd name="T17" fmla="*/ 0 60000 65536"/>
                            <a:gd name="T18" fmla="*/ 0 w 3"/>
                            <a:gd name="T19" fmla="*/ 0 h 2"/>
                            <a:gd name="T20" fmla="*/ 3 w 3"/>
                            <a:gd name="T21" fmla="*/ 2 h 2"/>
                          </a:gdLst>
                          <a:ahLst/>
                          <a:cxnLst>
                            <a:cxn ang="T12">
                              <a:pos x="T0" y="T1"/>
                            </a:cxn>
                            <a:cxn ang="T13">
                              <a:pos x="T2" y="T3"/>
                            </a:cxn>
                            <a:cxn ang="T14">
                              <a:pos x="T4" y="T5"/>
                            </a:cxn>
                            <a:cxn ang="T15">
                              <a:pos x="T6" y="T7"/>
                            </a:cxn>
                            <a:cxn ang="T16">
                              <a:pos x="T8" y="T9"/>
                            </a:cxn>
                            <a:cxn ang="T17">
                              <a:pos x="T10" y="T11"/>
                            </a:cxn>
                          </a:cxnLst>
                          <a:rect l="T18" t="T19" r="T20" b="T21"/>
                          <a:pathLst>
                            <a:path w="3" h="2">
                              <a:moveTo>
                                <a:pt x="2" y="1"/>
                              </a:moveTo>
                              <a:lnTo>
                                <a:pt x="2" y="0"/>
                              </a:lnTo>
                              <a:lnTo>
                                <a:pt x="1" y="0"/>
                              </a:lnTo>
                              <a:lnTo>
                                <a:pt x="0" y="0"/>
                              </a:lnTo>
                              <a:lnTo>
                                <a:pt x="1" y="0"/>
                              </a:lnTo>
                              <a:lnTo>
                                <a:pt x="2" y="1"/>
                              </a:lnTo>
                            </a:path>
                          </a:pathLst>
                        </a:custGeom>
                        <a:solidFill>
                          <a:srgbClr val="402000"/>
                        </a:solidFill>
                        <a:ln w="12700" cap="rnd">
                          <a:noFill/>
                          <a:round/>
                          <a:headEnd/>
                          <a:tailEnd/>
                        </a:ln>
                      </p:spPr>
                      <p:txBody>
                        <a:bodyPr/>
                        <a:lstStyle/>
                        <a:p>
                          <a:pPr algn="ctr"/>
                          <a:endParaRPr lang="pt-BR" sz="2400"/>
                        </a:p>
                      </p:txBody>
                    </p:sp>
                    <p:sp>
                      <p:nvSpPr>
                        <p:cNvPr id="479" name="Freeform 219"/>
                        <p:cNvSpPr>
                          <a:spLocks/>
                        </p:cNvSpPr>
                        <p:nvPr/>
                      </p:nvSpPr>
                      <p:spPr bwMode="auto">
                        <a:xfrm>
                          <a:off x="2886" y="2348"/>
                          <a:ext cx="7" cy="2"/>
                        </a:xfrm>
                        <a:custGeom>
                          <a:avLst/>
                          <a:gdLst>
                            <a:gd name="T0" fmla="*/ 6 w 7"/>
                            <a:gd name="T1" fmla="*/ 1 h 2"/>
                            <a:gd name="T2" fmla="*/ 6 w 7"/>
                            <a:gd name="T3" fmla="*/ 1 h 2"/>
                            <a:gd name="T4" fmla="*/ 5 w 7"/>
                            <a:gd name="T5" fmla="*/ 1 h 2"/>
                            <a:gd name="T6" fmla="*/ 3 w 7"/>
                            <a:gd name="T7" fmla="*/ 1 h 2"/>
                            <a:gd name="T8" fmla="*/ 1 w 7"/>
                            <a:gd name="T9" fmla="*/ 1 h 2"/>
                            <a:gd name="T10" fmla="*/ 0 w 7"/>
                            <a:gd name="T11" fmla="*/ 1 h 2"/>
                            <a:gd name="T12" fmla="*/ 2 w 7"/>
                            <a:gd name="T13" fmla="*/ 1 h 2"/>
                            <a:gd name="T14" fmla="*/ 3 w 7"/>
                            <a:gd name="T15" fmla="*/ 0 h 2"/>
                            <a:gd name="T16" fmla="*/ 4 w 7"/>
                            <a:gd name="T17" fmla="*/ 0 h 2"/>
                            <a:gd name="T18" fmla="*/ 4 w 7"/>
                            <a:gd name="T19" fmla="*/ 1 h 2"/>
                            <a:gd name="T20" fmla="*/ 5 w 7"/>
                            <a:gd name="T21" fmla="*/ 1 h 2"/>
                            <a:gd name="T22" fmla="*/ 6 w 7"/>
                            <a:gd name="T23" fmla="*/ 1 h 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2"/>
                            <a:gd name="T38" fmla="*/ 7 w 7"/>
                            <a:gd name="T39" fmla="*/ 2 h 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2">
                              <a:moveTo>
                                <a:pt x="6" y="1"/>
                              </a:moveTo>
                              <a:lnTo>
                                <a:pt x="6" y="1"/>
                              </a:lnTo>
                              <a:lnTo>
                                <a:pt x="5" y="1"/>
                              </a:lnTo>
                              <a:lnTo>
                                <a:pt x="3" y="1"/>
                              </a:lnTo>
                              <a:lnTo>
                                <a:pt x="1" y="1"/>
                              </a:lnTo>
                              <a:lnTo>
                                <a:pt x="0" y="1"/>
                              </a:lnTo>
                              <a:lnTo>
                                <a:pt x="2" y="1"/>
                              </a:lnTo>
                              <a:lnTo>
                                <a:pt x="3" y="0"/>
                              </a:lnTo>
                              <a:lnTo>
                                <a:pt x="4" y="0"/>
                              </a:lnTo>
                              <a:lnTo>
                                <a:pt x="4" y="1"/>
                              </a:lnTo>
                              <a:lnTo>
                                <a:pt x="5" y="1"/>
                              </a:lnTo>
                              <a:lnTo>
                                <a:pt x="6" y="1"/>
                              </a:lnTo>
                            </a:path>
                          </a:pathLst>
                        </a:custGeom>
                        <a:solidFill>
                          <a:srgbClr val="402000"/>
                        </a:solidFill>
                        <a:ln w="12700" cap="rnd">
                          <a:noFill/>
                          <a:round/>
                          <a:headEnd/>
                          <a:tailEnd/>
                        </a:ln>
                      </p:spPr>
                      <p:txBody>
                        <a:bodyPr/>
                        <a:lstStyle/>
                        <a:p>
                          <a:pPr algn="ctr"/>
                          <a:endParaRPr lang="pt-BR" sz="2400"/>
                        </a:p>
                      </p:txBody>
                    </p:sp>
                  </p:grpSp>
                  <p:sp>
                    <p:nvSpPr>
                      <p:cNvPr id="465" name="Freeform 220"/>
                      <p:cNvSpPr>
                        <a:spLocks/>
                      </p:cNvSpPr>
                      <p:nvPr/>
                    </p:nvSpPr>
                    <p:spPr bwMode="auto">
                      <a:xfrm>
                        <a:off x="2802" y="2346"/>
                        <a:ext cx="65" cy="28"/>
                      </a:xfrm>
                      <a:custGeom>
                        <a:avLst/>
                        <a:gdLst>
                          <a:gd name="T0" fmla="*/ 9 w 65"/>
                          <a:gd name="T1" fmla="*/ 2 h 28"/>
                          <a:gd name="T2" fmla="*/ 26 w 65"/>
                          <a:gd name="T3" fmla="*/ 4 h 28"/>
                          <a:gd name="T4" fmla="*/ 39 w 65"/>
                          <a:gd name="T5" fmla="*/ 5 h 28"/>
                          <a:gd name="T6" fmla="*/ 46 w 65"/>
                          <a:gd name="T7" fmla="*/ 5 h 28"/>
                          <a:gd name="T8" fmla="*/ 59 w 65"/>
                          <a:gd name="T9" fmla="*/ 4 h 28"/>
                          <a:gd name="T10" fmla="*/ 63 w 65"/>
                          <a:gd name="T11" fmla="*/ 9 h 28"/>
                          <a:gd name="T12" fmla="*/ 64 w 65"/>
                          <a:gd name="T13" fmla="*/ 17 h 28"/>
                          <a:gd name="T14" fmla="*/ 54 w 65"/>
                          <a:gd name="T15" fmla="*/ 18 h 28"/>
                          <a:gd name="T16" fmla="*/ 37 w 65"/>
                          <a:gd name="T17" fmla="*/ 22 h 28"/>
                          <a:gd name="T18" fmla="*/ 2 w 65"/>
                          <a:gd name="T19" fmla="*/ 27 h 28"/>
                          <a:gd name="T20" fmla="*/ 0 w 65"/>
                          <a:gd name="T21" fmla="*/ 0 h 28"/>
                          <a:gd name="T22" fmla="*/ 9 w 65"/>
                          <a:gd name="T23" fmla="*/ 2 h 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5"/>
                          <a:gd name="T37" fmla="*/ 0 h 28"/>
                          <a:gd name="T38" fmla="*/ 65 w 65"/>
                          <a:gd name="T39" fmla="*/ 28 h 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5" h="28">
                            <a:moveTo>
                              <a:pt x="9" y="2"/>
                            </a:moveTo>
                            <a:lnTo>
                              <a:pt x="26" y="4"/>
                            </a:lnTo>
                            <a:lnTo>
                              <a:pt x="39" y="5"/>
                            </a:lnTo>
                            <a:lnTo>
                              <a:pt x="46" y="5"/>
                            </a:lnTo>
                            <a:lnTo>
                              <a:pt x="59" y="4"/>
                            </a:lnTo>
                            <a:lnTo>
                              <a:pt x="63" y="9"/>
                            </a:lnTo>
                            <a:lnTo>
                              <a:pt x="64" y="17"/>
                            </a:lnTo>
                            <a:lnTo>
                              <a:pt x="54" y="18"/>
                            </a:lnTo>
                            <a:lnTo>
                              <a:pt x="37" y="22"/>
                            </a:lnTo>
                            <a:lnTo>
                              <a:pt x="2" y="27"/>
                            </a:lnTo>
                            <a:lnTo>
                              <a:pt x="0" y="0"/>
                            </a:lnTo>
                            <a:lnTo>
                              <a:pt x="9" y="2"/>
                            </a:lnTo>
                          </a:path>
                        </a:pathLst>
                      </a:custGeom>
                      <a:solidFill>
                        <a:srgbClr val="000060"/>
                      </a:solidFill>
                      <a:ln w="12700" cap="rnd">
                        <a:noFill/>
                        <a:round/>
                        <a:headEnd/>
                        <a:tailEnd/>
                      </a:ln>
                    </p:spPr>
                    <p:txBody>
                      <a:bodyPr/>
                      <a:lstStyle/>
                      <a:p>
                        <a:pPr algn="ctr"/>
                        <a:endParaRPr lang="pt-BR" sz="2400"/>
                      </a:p>
                    </p:txBody>
                  </p:sp>
                  <p:sp>
                    <p:nvSpPr>
                      <p:cNvPr id="466" name="Freeform 221"/>
                      <p:cNvSpPr>
                        <a:spLocks/>
                      </p:cNvSpPr>
                      <p:nvPr/>
                    </p:nvSpPr>
                    <p:spPr bwMode="auto">
                      <a:xfrm>
                        <a:off x="2804" y="2349"/>
                        <a:ext cx="61" cy="22"/>
                      </a:xfrm>
                      <a:custGeom>
                        <a:avLst/>
                        <a:gdLst>
                          <a:gd name="T0" fmla="*/ 7 w 61"/>
                          <a:gd name="T1" fmla="*/ 0 h 22"/>
                          <a:gd name="T2" fmla="*/ 21 w 61"/>
                          <a:gd name="T3" fmla="*/ 2 h 22"/>
                          <a:gd name="T4" fmla="*/ 39 w 61"/>
                          <a:gd name="T5" fmla="*/ 3 h 22"/>
                          <a:gd name="T6" fmla="*/ 50 w 61"/>
                          <a:gd name="T7" fmla="*/ 3 h 22"/>
                          <a:gd name="T8" fmla="*/ 56 w 61"/>
                          <a:gd name="T9" fmla="*/ 3 h 22"/>
                          <a:gd name="T10" fmla="*/ 59 w 61"/>
                          <a:gd name="T11" fmla="*/ 6 h 22"/>
                          <a:gd name="T12" fmla="*/ 60 w 61"/>
                          <a:gd name="T13" fmla="*/ 12 h 22"/>
                          <a:gd name="T14" fmla="*/ 46 w 61"/>
                          <a:gd name="T15" fmla="*/ 16 h 22"/>
                          <a:gd name="T16" fmla="*/ 48 w 61"/>
                          <a:gd name="T17" fmla="*/ 13 h 22"/>
                          <a:gd name="T18" fmla="*/ 50 w 61"/>
                          <a:gd name="T19" fmla="*/ 8 h 22"/>
                          <a:gd name="T20" fmla="*/ 47 w 61"/>
                          <a:gd name="T21" fmla="*/ 12 h 22"/>
                          <a:gd name="T22" fmla="*/ 40 w 61"/>
                          <a:gd name="T23" fmla="*/ 17 h 22"/>
                          <a:gd name="T24" fmla="*/ 25 w 61"/>
                          <a:gd name="T25" fmla="*/ 21 h 22"/>
                          <a:gd name="T26" fmla="*/ 14 w 61"/>
                          <a:gd name="T27" fmla="*/ 21 h 22"/>
                          <a:gd name="T28" fmla="*/ 29 w 61"/>
                          <a:gd name="T29" fmla="*/ 17 h 22"/>
                          <a:gd name="T30" fmla="*/ 38 w 61"/>
                          <a:gd name="T31" fmla="*/ 11 h 22"/>
                          <a:gd name="T32" fmla="*/ 26 w 61"/>
                          <a:gd name="T33" fmla="*/ 15 h 22"/>
                          <a:gd name="T34" fmla="*/ 14 w 61"/>
                          <a:gd name="T35" fmla="*/ 19 h 22"/>
                          <a:gd name="T36" fmla="*/ 0 w 61"/>
                          <a:gd name="T37" fmla="*/ 21 h 22"/>
                          <a:gd name="T38" fmla="*/ 1 w 61"/>
                          <a:gd name="T39" fmla="*/ 8 h 22"/>
                          <a:gd name="T40" fmla="*/ 7 w 61"/>
                          <a:gd name="T41" fmla="*/ 0 h 2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1"/>
                          <a:gd name="T64" fmla="*/ 0 h 22"/>
                          <a:gd name="T65" fmla="*/ 61 w 61"/>
                          <a:gd name="T66" fmla="*/ 22 h 2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1" h="22">
                            <a:moveTo>
                              <a:pt x="7" y="0"/>
                            </a:moveTo>
                            <a:lnTo>
                              <a:pt x="21" y="2"/>
                            </a:lnTo>
                            <a:lnTo>
                              <a:pt x="39" y="3"/>
                            </a:lnTo>
                            <a:lnTo>
                              <a:pt x="50" y="3"/>
                            </a:lnTo>
                            <a:lnTo>
                              <a:pt x="56" y="3"/>
                            </a:lnTo>
                            <a:lnTo>
                              <a:pt x="59" y="6"/>
                            </a:lnTo>
                            <a:lnTo>
                              <a:pt x="60" y="12"/>
                            </a:lnTo>
                            <a:lnTo>
                              <a:pt x="46" y="16"/>
                            </a:lnTo>
                            <a:lnTo>
                              <a:pt x="48" y="13"/>
                            </a:lnTo>
                            <a:lnTo>
                              <a:pt x="50" y="8"/>
                            </a:lnTo>
                            <a:lnTo>
                              <a:pt x="47" y="12"/>
                            </a:lnTo>
                            <a:lnTo>
                              <a:pt x="40" y="17"/>
                            </a:lnTo>
                            <a:lnTo>
                              <a:pt x="25" y="21"/>
                            </a:lnTo>
                            <a:lnTo>
                              <a:pt x="14" y="21"/>
                            </a:lnTo>
                            <a:lnTo>
                              <a:pt x="29" y="17"/>
                            </a:lnTo>
                            <a:lnTo>
                              <a:pt x="38" y="11"/>
                            </a:lnTo>
                            <a:lnTo>
                              <a:pt x="26" y="15"/>
                            </a:lnTo>
                            <a:lnTo>
                              <a:pt x="14" y="19"/>
                            </a:lnTo>
                            <a:lnTo>
                              <a:pt x="0" y="21"/>
                            </a:lnTo>
                            <a:lnTo>
                              <a:pt x="1" y="8"/>
                            </a:lnTo>
                            <a:lnTo>
                              <a:pt x="7" y="0"/>
                            </a:lnTo>
                          </a:path>
                        </a:pathLst>
                      </a:custGeom>
                      <a:solidFill>
                        <a:srgbClr val="0000E0"/>
                      </a:solidFill>
                      <a:ln w="12700" cap="rnd">
                        <a:noFill/>
                        <a:round/>
                        <a:headEnd/>
                        <a:tailEnd/>
                      </a:ln>
                    </p:spPr>
                    <p:txBody>
                      <a:bodyPr/>
                      <a:lstStyle/>
                      <a:p>
                        <a:pPr algn="ctr"/>
                        <a:endParaRPr lang="pt-BR" sz="2400"/>
                      </a:p>
                    </p:txBody>
                  </p:sp>
                  <p:sp>
                    <p:nvSpPr>
                      <p:cNvPr id="467" name="Freeform 222"/>
                      <p:cNvSpPr>
                        <a:spLocks/>
                      </p:cNvSpPr>
                      <p:nvPr/>
                    </p:nvSpPr>
                    <p:spPr bwMode="auto">
                      <a:xfrm>
                        <a:off x="2742" y="2275"/>
                        <a:ext cx="139" cy="116"/>
                      </a:xfrm>
                      <a:custGeom>
                        <a:avLst/>
                        <a:gdLst>
                          <a:gd name="T0" fmla="*/ 13 w 139"/>
                          <a:gd name="T1" fmla="*/ 0 h 116"/>
                          <a:gd name="T2" fmla="*/ 21 w 139"/>
                          <a:gd name="T3" fmla="*/ 1 h 116"/>
                          <a:gd name="T4" fmla="*/ 28 w 139"/>
                          <a:gd name="T5" fmla="*/ 6 h 116"/>
                          <a:gd name="T6" fmla="*/ 32 w 139"/>
                          <a:gd name="T7" fmla="*/ 12 h 116"/>
                          <a:gd name="T8" fmla="*/ 33 w 139"/>
                          <a:gd name="T9" fmla="*/ 20 h 116"/>
                          <a:gd name="T10" fmla="*/ 36 w 139"/>
                          <a:gd name="T11" fmla="*/ 33 h 116"/>
                          <a:gd name="T12" fmla="*/ 40 w 139"/>
                          <a:gd name="T13" fmla="*/ 44 h 116"/>
                          <a:gd name="T14" fmla="*/ 46 w 139"/>
                          <a:gd name="T15" fmla="*/ 56 h 116"/>
                          <a:gd name="T16" fmla="*/ 49 w 139"/>
                          <a:gd name="T17" fmla="*/ 66 h 116"/>
                          <a:gd name="T18" fmla="*/ 54 w 139"/>
                          <a:gd name="T19" fmla="*/ 76 h 116"/>
                          <a:gd name="T20" fmla="*/ 41 w 139"/>
                          <a:gd name="T21" fmla="*/ 81 h 116"/>
                          <a:gd name="T22" fmla="*/ 55 w 139"/>
                          <a:gd name="T23" fmla="*/ 79 h 116"/>
                          <a:gd name="T24" fmla="*/ 57 w 139"/>
                          <a:gd name="T25" fmla="*/ 83 h 116"/>
                          <a:gd name="T26" fmla="*/ 52 w 139"/>
                          <a:gd name="T27" fmla="*/ 88 h 116"/>
                          <a:gd name="T28" fmla="*/ 60 w 139"/>
                          <a:gd name="T29" fmla="*/ 85 h 116"/>
                          <a:gd name="T30" fmla="*/ 70 w 139"/>
                          <a:gd name="T31" fmla="*/ 88 h 116"/>
                          <a:gd name="T32" fmla="*/ 84 w 139"/>
                          <a:gd name="T33" fmla="*/ 90 h 116"/>
                          <a:gd name="T34" fmla="*/ 99 w 139"/>
                          <a:gd name="T35" fmla="*/ 94 h 116"/>
                          <a:gd name="T36" fmla="*/ 111 w 139"/>
                          <a:gd name="T37" fmla="*/ 95 h 116"/>
                          <a:gd name="T38" fmla="*/ 126 w 139"/>
                          <a:gd name="T39" fmla="*/ 97 h 116"/>
                          <a:gd name="T40" fmla="*/ 135 w 139"/>
                          <a:gd name="T41" fmla="*/ 96 h 116"/>
                          <a:gd name="T42" fmla="*/ 136 w 139"/>
                          <a:gd name="T43" fmla="*/ 99 h 116"/>
                          <a:gd name="T44" fmla="*/ 138 w 139"/>
                          <a:gd name="T45" fmla="*/ 104 h 116"/>
                          <a:gd name="T46" fmla="*/ 138 w 139"/>
                          <a:gd name="T47" fmla="*/ 108 h 116"/>
                          <a:gd name="T48" fmla="*/ 129 w 139"/>
                          <a:gd name="T49" fmla="*/ 112 h 116"/>
                          <a:gd name="T50" fmla="*/ 127 w 139"/>
                          <a:gd name="T51" fmla="*/ 109 h 116"/>
                          <a:gd name="T52" fmla="*/ 125 w 139"/>
                          <a:gd name="T53" fmla="*/ 112 h 116"/>
                          <a:gd name="T54" fmla="*/ 110 w 139"/>
                          <a:gd name="T55" fmla="*/ 113 h 116"/>
                          <a:gd name="T56" fmla="*/ 83 w 139"/>
                          <a:gd name="T57" fmla="*/ 115 h 116"/>
                          <a:gd name="T58" fmla="*/ 49 w 139"/>
                          <a:gd name="T59" fmla="*/ 109 h 116"/>
                          <a:gd name="T60" fmla="*/ 41 w 139"/>
                          <a:gd name="T61" fmla="*/ 107 h 116"/>
                          <a:gd name="T62" fmla="*/ 30 w 139"/>
                          <a:gd name="T63" fmla="*/ 92 h 116"/>
                          <a:gd name="T64" fmla="*/ 15 w 139"/>
                          <a:gd name="T65" fmla="*/ 65 h 116"/>
                          <a:gd name="T66" fmla="*/ 4 w 139"/>
                          <a:gd name="T67" fmla="*/ 36 h 116"/>
                          <a:gd name="T68" fmla="*/ 0 w 139"/>
                          <a:gd name="T69" fmla="*/ 24 h 116"/>
                          <a:gd name="T70" fmla="*/ 1 w 139"/>
                          <a:gd name="T71" fmla="*/ 13 h 116"/>
                          <a:gd name="T72" fmla="*/ 6 w 139"/>
                          <a:gd name="T73" fmla="*/ 4 h 116"/>
                          <a:gd name="T74" fmla="*/ 13 w 139"/>
                          <a:gd name="T75" fmla="*/ 0 h 1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9"/>
                          <a:gd name="T115" fmla="*/ 0 h 116"/>
                          <a:gd name="T116" fmla="*/ 139 w 139"/>
                          <a:gd name="T117" fmla="*/ 116 h 1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9" h="116">
                            <a:moveTo>
                              <a:pt x="13" y="0"/>
                            </a:moveTo>
                            <a:lnTo>
                              <a:pt x="21" y="1"/>
                            </a:lnTo>
                            <a:lnTo>
                              <a:pt x="28" y="6"/>
                            </a:lnTo>
                            <a:lnTo>
                              <a:pt x="32" y="12"/>
                            </a:lnTo>
                            <a:lnTo>
                              <a:pt x="33" y="20"/>
                            </a:lnTo>
                            <a:lnTo>
                              <a:pt x="36" y="33"/>
                            </a:lnTo>
                            <a:lnTo>
                              <a:pt x="40" y="44"/>
                            </a:lnTo>
                            <a:lnTo>
                              <a:pt x="46" y="56"/>
                            </a:lnTo>
                            <a:lnTo>
                              <a:pt x="49" y="66"/>
                            </a:lnTo>
                            <a:lnTo>
                              <a:pt x="54" y="76"/>
                            </a:lnTo>
                            <a:lnTo>
                              <a:pt x="41" y="81"/>
                            </a:lnTo>
                            <a:lnTo>
                              <a:pt x="55" y="79"/>
                            </a:lnTo>
                            <a:lnTo>
                              <a:pt x="57" y="83"/>
                            </a:lnTo>
                            <a:lnTo>
                              <a:pt x="52" y="88"/>
                            </a:lnTo>
                            <a:lnTo>
                              <a:pt x="60" y="85"/>
                            </a:lnTo>
                            <a:lnTo>
                              <a:pt x="70" y="88"/>
                            </a:lnTo>
                            <a:lnTo>
                              <a:pt x="84" y="90"/>
                            </a:lnTo>
                            <a:lnTo>
                              <a:pt x="99" y="94"/>
                            </a:lnTo>
                            <a:lnTo>
                              <a:pt x="111" y="95"/>
                            </a:lnTo>
                            <a:lnTo>
                              <a:pt x="126" y="97"/>
                            </a:lnTo>
                            <a:lnTo>
                              <a:pt x="135" y="96"/>
                            </a:lnTo>
                            <a:lnTo>
                              <a:pt x="136" y="99"/>
                            </a:lnTo>
                            <a:lnTo>
                              <a:pt x="138" y="104"/>
                            </a:lnTo>
                            <a:lnTo>
                              <a:pt x="138" y="108"/>
                            </a:lnTo>
                            <a:lnTo>
                              <a:pt x="129" y="112"/>
                            </a:lnTo>
                            <a:lnTo>
                              <a:pt x="127" y="109"/>
                            </a:lnTo>
                            <a:lnTo>
                              <a:pt x="125" y="112"/>
                            </a:lnTo>
                            <a:lnTo>
                              <a:pt x="110" y="113"/>
                            </a:lnTo>
                            <a:lnTo>
                              <a:pt x="83" y="115"/>
                            </a:lnTo>
                            <a:lnTo>
                              <a:pt x="49" y="109"/>
                            </a:lnTo>
                            <a:lnTo>
                              <a:pt x="41" y="107"/>
                            </a:lnTo>
                            <a:lnTo>
                              <a:pt x="30" y="92"/>
                            </a:lnTo>
                            <a:lnTo>
                              <a:pt x="15" y="65"/>
                            </a:lnTo>
                            <a:lnTo>
                              <a:pt x="4" y="36"/>
                            </a:lnTo>
                            <a:lnTo>
                              <a:pt x="0" y="24"/>
                            </a:lnTo>
                            <a:lnTo>
                              <a:pt x="1" y="13"/>
                            </a:lnTo>
                            <a:lnTo>
                              <a:pt x="6" y="4"/>
                            </a:lnTo>
                            <a:lnTo>
                              <a:pt x="13" y="0"/>
                            </a:lnTo>
                          </a:path>
                        </a:pathLst>
                      </a:custGeom>
                      <a:solidFill>
                        <a:srgbClr val="0000E0"/>
                      </a:solidFill>
                      <a:ln w="12700" cap="rnd">
                        <a:noFill/>
                        <a:round/>
                        <a:headEnd/>
                        <a:tailEnd/>
                      </a:ln>
                    </p:spPr>
                    <p:txBody>
                      <a:bodyPr/>
                      <a:lstStyle/>
                      <a:p>
                        <a:pPr algn="ctr"/>
                        <a:endParaRPr lang="pt-BR" sz="2400"/>
                      </a:p>
                    </p:txBody>
                  </p:sp>
                  <p:sp>
                    <p:nvSpPr>
                      <p:cNvPr id="468" name="Freeform 223"/>
                      <p:cNvSpPr>
                        <a:spLocks/>
                      </p:cNvSpPr>
                      <p:nvPr/>
                    </p:nvSpPr>
                    <p:spPr bwMode="auto">
                      <a:xfrm>
                        <a:off x="2759" y="2271"/>
                        <a:ext cx="54" cy="91"/>
                      </a:xfrm>
                      <a:custGeom>
                        <a:avLst/>
                        <a:gdLst>
                          <a:gd name="T0" fmla="*/ 7 w 54"/>
                          <a:gd name="T1" fmla="*/ 0 h 91"/>
                          <a:gd name="T2" fmla="*/ 0 w 54"/>
                          <a:gd name="T3" fmla="*/ 5 h 91"/>
                          <a:gd name="T4" fmla="*/ 3 w 54"/>
                          <a:gd name="T5" fmla="*/ 7 h 91"/>
                          <a:gd name="T6" fmla="*/ 8 w 54"/>
                          <a:gd name="T7" fmla="*/ 13 h 91"/>
                          <a:gd name="T8" fmla="*/ 16 w 54"/>
                          <a:gd name="T9" fmla="*/ 18 h 91"/>
                          <a:gd name="T10" fmla="*/ 20 w 54"/>
                          <a:gd name="T11" fmla="*/ 33 h 91"/>
                          <a:gd name="T12" fmla="*/ 24 w 54"/>
                          <a:gd name="T13" fmla="*/ 42 h 91"/>
                          <a:gd name="T14" fmla="*/ 30 w 54"/>
                          <a:gd name="T15" fmla="*/ 50 h 91"/>
                          <a:gd name="T16" fmla="*/ 35 w 54"/>
                          <a:gd name="T17" fmla="*/ 56 h 91"/>
                          <a:gd name="T18" fmla="*/ 28 w 54"/>
                          <a:gd name="T19" fmla="*/ 51 h 91"/>
                          <a:gd name="T20" fmla="*/ 22 w 54"/>
                          <a:gd name="T21" fmla="*/ 43 h 91"/>
                          <a:gd name="T22" fmla="*/ 28 w 54"/>
                          <a:gd name="T23" fmla="*/ 56 h 91"/>
                          <a:gd name="T24" fmla="*/ 32 w 54"/>
                          <a:gd name="T25" fmla="*/ 65 h 91"/>
                          <a:gd name="T26" fmla="*/ 36 w 54"/>
                          <a:gd name="T27" fmla="*/ 76 h 91"/>
                          <a:gd name="T28" fmla="*/ 39 w 54"/>
                          <a:gd name="T29" fmla="*/ 82 h 91"/>
                          <a:gd name="T30" fmla="*/ 41 w 54"/>
                          <a:gd name="T31" fmla="*/ 85 h 91"/>
                          <a:gd name="T32" fmla="*/ 45 w 54"/>
                          <a:gd name="T33" fmla="*/ 88 h 91"/>
                          <a:gd name="T34" fmla="*/ 50 w 54"/>
                          <a:gd name="T35" fmla="*/ 90 h 91"/>
                          <a:gd name="T36" fmla="*/ 51 w 54"/>
                          <a:gd name="T37" fmla="*/ 84 h 91"/>
                          <a:gd name="T38" fmla="*/ 51 w 54"/>
                          <a:gd name="T39" fmla="*/ 78 h 91"/>
                          <a:gd name="T40" fmla="*/ 53 w 54"/>
                          <a:gd name="T41" fmla="*/ 71 h 91"/>
                          <a:gd name="T42" fmla="*/ 53 w 54"/>
                          <a:gd name="T43" fmla="*/ 65 h 91"/>
                          <a:gd name="T44" fmla="*/ 51 w 54"/>
                          <a:gd name="T45" fmla="*/ 57 h 91"/>
                          <a:gd name="T46" fmla="*/ 47 w 54"/>
                          <a:gd name="T47" fmla="*/ 52 h 91"/>
                          <a:gd name="T48" fmla="*/ 43 w 54"/>
                          <a:gd name="T49" fmla="*/ 48 h 91"/>
                          <a:gd name="T50" fmla="*/ 37 w 54"/>
                          <a:gd name="T51" fmla="*/ 43 h 91"/>
                          <a:gd name="T52" fmla="*/ 30 w 54"/>
                          <a:gd name="T53" fmla="*/ 35 h 91"/>
                          <a:gd name="T54" fmla="*/ 24 w 54"/>
                          <a:gd name="T55" fmla="*/ 26 h 91"/>
                          <a:gd name="T56" fmla="*/ 29 w 54"/>
                          <a:gd name="T57" fmla="*/ 31 h 91"/>
                          <a:gd name="T58" fmla="*/ 34 w 54"/>
                          <a:gd name="T59" fmla="*/ 38 h 91"/>
                          <a:gd name="T60" fmla="*/ 41 w 54"/>
                          <a:gd name="T61" fmla="*/ 45 h 91"/>
                          <a:gd name="T62" fmla="*/ 35 w 54"/>
                          <a:gd name="T63" fmla="*/ 35 h 91"/>
                          <a:gd name="T64" fmla="*/ 28 w 54"/>
                          <a:gd name="T65" fmla="*/ 23 h 91"/>
                          <a:gd name="T66" fmla="*/ 20 w 54"/>
                          <a:gd name="T67" fmla="*/ 10 h 91"/>
                          <a:gd name="T68" fmla="*/ 17 w 54"/>
                          <a:gd name="T69" fmla="*/ 5 h 91"/>
                          <a:gd name="T70" fmla="*/ 7 w 54"/>
                          <a:gd name="T71" fmla="*/ 0 h 9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4"/>
                          <a:gd name="T109" fmla="*/ 0 h 91"/>
                          <a:gd name="T110" fmla="*/ 54 w 54"/>
                          <a:gd name="T111" fmla="*/ 91 h 9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4" h="91">
                            <a:moveTo>
                              <a:pt x="7" y="0"/>
                            </a:moveTo>
                            <a:lnTo>
                              <a:pt x="0" y="5"/>
                            </a:lnTo>
                            <a:lnTo>
                              <a:pt x="3" y="7"/>
                            </a:lnTo>
                            <a:lnTo>
                              <a:pt x="8" y="13"/>
                            </a:lnTo>
                            <a:lnTo>
                              <a:pt x="16" y="18"/>
                            </a:lnTo>
                            <a:lnTo>
                              <a:pt x="20" y="33"/>
                            </a:lnTo>
                            <a:lnTo>
                              <a:pt x="24" y="42"/>
                            </a:lnTo>
                            <a:lnTo>
                              <a:pt x="30" y="50"/>
                            </a:lnTo>
                            <a:lnTo>
                              <a:pt x="35" y="56"/>
                            </a:lnTo>
                            <a:lnTo>
                              <a:pt x="28" y="51"/>
                            </a:lnTo>
                            <a:lnTo>
                              <a:pt x="22" y="43"/>
                            </a:lnTo>
                            <a:lnTo>
                              <a:pt x="28" y="56"/>
                            </a:lnTo>
                            <a:lnTo>
                              <a:pt x="32" y="65"/>
                            </a:lnTo>
                            <a:lnTo>
                              <a:pt x="36" y="76"/>
                            </a:lnTo>
                            <a:lnTo>
                              <a:pt x="39" y="82"/>
                            </a:lnTo>
                            <a:lnTo>
                              <a:pt x="41" y="85"/>
                            </a:lnTo>
                            <a:lnTo>
                              <a:pt x="45" y="88"/>
                            </a:lnTo>
                            <a:lnTo>
                              <a:pt x="50" y="90"/>
                            </a:lnTo>
                            <a:lnTo>
                              <a:pt x="51" y="84"/>
                            </a:lnTo>
                            <a:lnTo>
                              <a:pt x="51" y="78"/>
                            </a:lnTo>
                            <a:lnTo>
                              <a:pt x="53" y="71"/>
                            </a:lnTo>
                            <a:lnTo>
                              <a:pt x="53" y="65"/>
                            </a:lnTo>
                            <a:lnTo>
                              <a:pt x="51" y="57"/>
                            </a:lnTo>
                            <a:lnTo>
                              <a:pt x="47" y="52"/>
                            </a:lnTo>
                            <a:lnTo>
                              <a:pt x="43" y="48"/>
                            </a:lnTo>
                            <a:lnTo>
                              <a:pt x="37" y="43"/>
                            </a:lnTo>
                            <a:lnTo>
                              <a:pt x="30" y="35"/>
                            </a:lnTo>
                            <a:lnTo>
                              <a:pt x="24" y="26"/>
                            </a:lnTo>
                            <a:lnTo>
                              <a:pt x="29" y="31"/>
                            </a:lnTo>
                            <a:lnTo>
                              <a:pt x="34" y="38"/>
                            </a:lnTo>
                            <a:lnTo>
                              <a:pt x="41" y="45"/>
                            </a:lnTo>
                            <a:lnTo>
                              <a:pt x="35" y="35"/>
                            </a:lnTo>
                            <a:lnTo>
                              <a:pt x="28" y="23"/>
                            </a:lnTo>
                            <a:lnTo>
                              <a:pt x="20" y="10"/>
                            </a:lnTo>
                            <a:lnTo>
                              <a:pt x="17" y="5"/>
                            </a:lnTo>
                            <a:lnTo>
                              <a:pt x="7" y="0"/>
                            </a:lnTo>
                          </a:path>
                        </a:pathLst>
                      </a:custGeom>
                      <a:solidFill>
                        <a:srgbClr val="0000E0"/>
                      </a:solidFill>
                      <a:ln w="12700" cap="rnd">
                        <a:noFill/>
                        <a:round/>
                        <a:headEnd/>
                        <a:tailEnd/>
                      </a:ln>
                    </p:spPr>
                    <p:txBody>
                      <a:bodyPr/>
                      <a:lstStyle/>
                      <a:p>
                        <a:pPr algn="ctr"/>
                        <a:endParaRPr lang="pt-BR" sz="2400"/>
                      </a:p>
                    </p:txBody>
                  </p:sp>
                  <p:sp>
                    <p:nvSpPr>
                      <p:cNvPr id="469" name="Freeform 224"/>
                      <p:cNvSpPr>
                        <a:spLocks/>
                      </p:cNvSpPr>
                      <p:nvPr/>
                    </p:nvSpPr>
                    <p:spPr bwMode="auto">
                      <a:xfrm>
                        <a:off x="2719" y="2266"/>
                        <a:ext cx="210" cy="228"/>
                      </a:xfrm>
                      <a:custGeom>
                        <a:avLst/>
                        <a:gdLst>
                          <a:gd name="T0" fmla="*/ 32 w 210"/>
                          <a:gd name="T1" fmla="*/ 11 h 228"/>
                          <a:gd name="T2" fmla="*/ 23 w 210"/>
                          <a:gd name="T3" fmla="*/ 32 h 228"/>
                          <a:gd name="T4" fmla="*/ 20 w 210"/>
                          <a:gd name="T5" fmla="*/ 59 h 228"/>
                          <a:gd name="T6" fmla="*/ 22 w 210"/>
                          <a:gd name="T7" fmla="*/ 50 h 228"/>
                          <a:gd name="T8" fmla="*/ 31 w 210"/>
                          <a:gd name="T9" fmla="*/ 65 h 228"/>
                          <a:gd name="T10" fmla="*/ 32 w 210"/>
                          <a:gd name="T11" fmla="*/ 93 h 228"/>
                          <a:gd name="T12" fmla="*/ 34 w 210"/>
                          <a:gd name="T13" fmla="*/ 83 h 228"/>
                          <a:gd name="T14" fmla="*/ 51 w 210"/>
                          <a:gd name="T15" fmla="*/ 105 h 228"/>
                          <a:gd name="T16" fmla="*/ 77 w 210"/>
                          <a:gd name="T17" fmla="*/ 121 h 228"/>
                          <a:gd name="T18" fmla="*/ 77 w 210"/>
                          <a:gd name="T19" fmla="*/ 130 h 228"/>
                          <a:gd name="T20" fmla="*/ 84 w 210"/>
                          <a:gd name="T21" fmla="*/ 128 h 228"/>
                          <a:gd name="T22" fmla="*/ 88 w 210"/>
                          <a:gd name="T23" fmla="*/ 141 h 228"/>
                          <a:gd name="T24" fmla="*/ 89 w 210"/>
                          <a:gd name="T25" fmla="*/ 149 h 228"/>
                          <a:gd name="T26" fmla="*/ 69 w 210"/>
                          <a:gd name="T27" fmla="*/ 162 h 228"/>
                          <a:gd name="T28" fmla="*/ 97 w 210"/>
                          <a:gd name="T29" fmla="*/ 156 h 228"/>
                          <a:gd name="T30" fmla="*/ 80 w 210"/>
                          <a:gd name="T31" fmla="*/ 169 h 228"/>
                          <a:gd name="T32" fmla="*/ 107 w 210"/>
                          <a:gd name="T33" fmla="*/ 159 h 228"/>
                          <a:gd name="T34" fmla="*/ 106 w 210"/>
                          <a:gd name="T35" fmla="*/ 167 h 228"/>
                          <a:gd name="T36" fmla="*/ 115 w 210"/>
                          <a:gd name="T37" fmla="*/ 163 h 228"/>
                          <a:gd name="T38" fmla="*/ 172 w 210"/>
                          <a:gd name="T39" fmla="*/ 182 h 228"/>
                          <a:gd name="T40" fmla="*/ 201 w 210"/>
                          <a:gd name="T41" fmla="*/ 207 h 228"/>
                          <a:gd name="T42" fmla="*/ 127 w 210"/>
                          <a:gd name="T43" fmla="*/ 226 h 228"/>
                          <a:gd name="T44" fmla="*/ 141 w 210"/>
                          <a:gd name="T45" fmla="*/ 222 h 228"/>
                          <a:gd name="T46" fmla="*/ 131 w 210"/>
                          <a:gd name="T47" fmla="*/ 219 h 228"/>
                          <a:gd name="T48" fmla="*/ 110 w 210"/>
                          <a:gd name="T49" fmla="*/ 222 h 228"/>
                          <a:gd name="T50" fmla="*/ 152 w 210"/>
                          <a:gd name="T51" fmla="*/ 203 h 228"/>
                          <a:gd name="T52" fmla="*/ 30 w 210"/>
                          <a:gd name="T53" fmla="*/ 219 h 228"/>
                          <a:gd name="T54" fmla="*/ 5 w 210"/>
                          <a:gd name="T55" fmla="*/ 207 h 228"/>
                          <a:gd name="T56" fmla="*/ 4 w 210"/>
                          <a:gd name="T57" fmla="*/ 183 h 228"/>
                          <a:gd name="T58" fmla="*/ 16 w 210"/>
                          <a:gd name="T59" fmla="*/ 150 h 228"/>
                          <a:gd name="T60" fmla="*/ 42 w 210"/>
                          <a:gd name="T61" fmla="*/ 165 h 228"/>
                          <a:gd name="T62" fmla="*/ 25 w 210"/>
                          <a:gd name="T63" fmla="*/ 141 h 228"/>
                          <a:gd name="T64" fmla="*/ 42 w 210"/>
                          <a:gd name="T65" fmla="*/ 136 h 228"/>
                          <a:gd name="T66" fmla="*/ 34 w 210"/>
                          <a:gd name="T67" fmla="*/ 122 h 228"/>
                          <a:gd name="T68" fmla="*/ 25 w 210"/>
                          <a:gd name="T69" fmla="*/ 128 h 228"/>
                          <a:gd name="T70" fmla="*/ 7 w 210"/>
                          <a:gd name="T71" fmla="*/ 91 h 228"/>
                          <a:gd name="T72" fmla="*/ 7 w 210"/>
                          <a:gd name="T73" fmla="*/ 55 h 228"/>
                          <a:gd name="T74" fmla="*/ 3 w 210"/>
                          <a:gd name="T75" fmla="*/ 78 h 228"/>
                          <a:gd name="T76" fmla="*/ 0 w 210"/>
                          <a:gd name="T77" fmla="*/ 51 h 228"/>
                          <a:gd name="T78" fmla="*/ 14 w 210"/>
                          <a:gd name="T79" fmla="*/ 26 h 228"/>
                          <a:gd name="T80" fmla="*/ 0 w 210"/>
                          <a:gd name="T81" fmla="*/ 48 h 228"/>
                          <a:gd name="T82" fmla="*/ 8 w 210"/>
                          <a:gd name="T83" fmla="*/ 21 h 228"/>
                          <a:gd name="T84" fmla="*/ 27 w 210"/>
                          <a:gd name="T85" fmla="*/ 0 h 22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10"/>
                          <a:gd name="T130" fmla="*/ 0 h 228"/>
                          <a:gd name="T131" fmla="*/ 210 w 210"/>
                          <a:gd name="T132" fmla="*/ 228 h 22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10" h="228">
                            <a:moveTo>
                              <a:pt x="44" y="5"/>
                            </a:moveTo>
                            <a:lnTo>
                              <a:pt x="38" y="9"/>
                            </a:lnTo>
                            <a:lnTo>
                              <a:pt x="32" y="11"/>
                            </a:lnTo>
                            <a:lnTo>
                              <a:pt x="25" y="19"/>
                            </a:lnTo>
                            <a:lnTo>
                              <a:pt x="23" y="25"/>
                            </a:lnTo>
                            <a:lnTo>
                              <a:pt x="23" y="32"/>
                            </a:lnTo>
                            <a:lnTo>
                              <a:pt x="23" y="38"/>
                            </a:lnTo>
                            <a:lnTo>
                              <a:pt x="22" y="48"/>
                            </a:lnTo>
                            <a:lnTo>
                              <a:pt x="20" y="59"/>
                            </a:lnTo>
                            <a:lnTo>
                              <a:pt x="18" y="71"/>
                            </a:lnTo>
                            <a:lnTo>
                              <a:pt x="22" y="58"/>
                            </a:lnTo>
                            <a:lnTo>
                              <a:pt x="22" y="50"/>
                            </a:lnTo>
                            <a:lnTo>
                              <a:pt x="24" y="44"/>
                            </a:lnTo>
                            <a:lnTo>
                              <a:pt x="27" y="54"/>
                            </a:lnTo>
                            <a:lnTo>
                              <a:pt x="31" y="65"/>
                            </a:lnTo>
                            <a:lnTo>
                              <a:pt x="32" y="71"/>
                            </a:lnTo>
                            <a:lnTo>
                              <a:pt x="32" y="81"/>
                            </a:lnTo>
                            <a:lnTo>
                              <a:pt x="32" y="93"/>
                            </a:lnTo>
                            <a:lnTo>
                              <a:pt x="32" y="105"/>
                            </a:lnTo>
                            <a:lnTo>
                              <a:pt x="33" y="92"/>
                            </a:lnTo>
                            <a:lnTo>
                              <a:pt x="34" y="83"/>
                            </a:lnTo>
                            <a:lnTo>
                              <a:pt x="36" y="76"/>
                            </a:lnTo>
                            <a:lnTo>
                              <a:pt x="44" y="94"/>
                            </a:lnTo>
                            <a:lnTo>
                              <a:pt x="51" y="105"/>
                            </a:lnTo>
                            <a:lnTo>
                              <a:pt x="55" y="110"/>
                            </a:lnTo>
                            <a:lnTo>
                              <a:pt x="59" y="117"/>
                            </a:lnTo>
                            <a:lnTo>
                              <a:pt x="77" y="121"/>
                            </a:lnTo>
                            <a:lnTo>
                              <a:pt x="85" y="122"/>
                            </a:lnTo>
                            <a:lnTo>
                              <a:pt x="83" y="126"/>
                            </a:lnTo>
                            <a:lnTo>
                              <a:pt x="77" y="130"/>
                            </a:lnTo>
                            <a:lnTo>
                              <a:pt x="59" y="139"/>
                            </a:lnTo>
                            <a:lnTo>
                              <a:pt x="75" y="134"/>
                            </a:lnTo>
                            <a:lnTo>
                              <a:pt x="84" y="128"/>
                            </a:lnTo>
                            <a:lnTo>
                              <a:pt x="92" y="123"/>
                            </a:lnTo>
                            <a:lnTo>
                              <a:pt x="91" y="135"/>
                            </a:lnTo>
                            <a:lnTo>
                              <a:pt x="88" y="141"/>
                            </a:lnTo>
                            <a:lnTo>
                              <a:pt x="79" y="145"/>
                            </a:lnTo>
                            <a:lnTo>
                              <a:pt x="89" y="145"/>
                            </a:lnTo>
                            <a:lnTo>
                              <a:pt x="89" y="149"/>
                            </a:lnTo>
                            <a:lnTo>
                              <a:pt x="88" y="153"/>
                            </a:lnTo>
                            <a:lnTo>
                              <a:pt x="84" y="156"/>
                            </a:lnTo>
                            <a:lnTo>
                              <a:pt x="69" y="162"/>
                            </a:lnTo>
                            <a:lnTo>
                              <a:pt x="89" y="156"/>
                            </a:lnTo>
                            <a:lnTo>
                              <a:pt x="93" y="155"/>
                            </a:lnTo>
                            <a:lnTo>
                              <a:pt x="97" y="156"/>
                            </a:lnTo>
                            <a:lnTo>
                              <a:pt x="96" y="160"/>
                            </a:lnTo>
                            <a:lnTo>
                              <a:pt x="92" y="163"/>
                            </a:lnTo>
                            <a:lnTo>
                              <a:pt x="80" y="169"/>
                            </a:lnTo>
                            <a:lnTo>
                              <a:pt x="97" y="163"/>
                            </a:lnTo>
                            <a:lnTo>
                              <a:pt x="101" y="158"/>
                            </a:lnTo>
                            <a:lnTo>
                              <a:pt x="107" y="159"/>
                            </a:lnTo>
                            <a:lnTo>
                              <a:pt x="111" y="161"/>
                            </a:lnTo>
                            <a:lnTo>
                              <a:pt x="110" y="164"/>
                            </a:lnTo>
                            <a:lnTo>
                              <a:pt x="106" y="167"/>
                            </a:lnTo>
                            <a:lnTo>
                              <a:pt x="96" y="172"/>
                            </a:lnTo>
                            <a:lnTo>
                              <a:pt x="110" y="168"/>
                            </a:lnTo>
                            <a:lnTo>
                              <a:pt x="115" y="163"/>
                            </a:lnTo>
                            <a:lnTo>
                              <a:pt x="124" y="166"/>
                            </a:lnTo>
                            <a:lnTo>
                              <a:pt x="150" y="174"/>
                            </a:lnTo>
                            <a:lnTo>
                              <a:pt x="172" y="182"/>
                            </a:lnTo>
                            <a:lnTo>
                              <a:pt x="189" y="188"/>
                            </a:lnTo>
                            <a:lnTo>
                              <a:pt x="194" y="195"/>
                            </a:lnTo>
                            <a:lnTo>
                              <a:pt x="201" y="207"/>
                            </a:lnTo>
                            <a:lnTo>
                              <a:pt x="209" y="227"/>
                            </a:lnTo>
                            <a:lnTo>
                              <a:pt x="133" y="227"/>
                            </a:lnTo>
                            <a:lnTo>
                              <a:pt x="127" y="226"/>
                            </a:lnTo>
                            <a:lnTo>
                              <a:pt x="147" y="222"/>
                            </a:lnTo>
                            <a:lnTo>
                              <a:pt x="177" y="211"/>
                            </a:lnTo>
                            <a:lnTo>
                              <a:pt x="141" y="222"/>
                            </a:lnTo>
                            <a:lnTo>
                              <a:pt x="124" y="224"/>
                            </a:lnTo>
                            <a:lnTo>
                              <a:pt x="113" y="222"/>
                            </a:lnTo>
                            <a:lnTo>
                              <a:pt x="131" y="219"/>
                            </a:lnTo>
                            <a:lnTo>
                              <a:pt x="169" y="208"/>
                            </a:lnTo>
                            <a:lnTo>
                              <a:pt x="128" y="218"/>
                            </a:lnTo>
                            <a:lnTo>
                              <a:pt x="110" y="222"/>
                            </a:lnTo>
                            <a:lnTo>
                              <a:pt x="107" y="220"/>
                            </a:lnTo>
                            <a:lnTo>
                              <a:pt x="123" y="215"/>
                            </a:lnTo>
                            <a:lnTo>
                              <a:pt x="152" y="203"/>
                            </a:lnTo>
                            <a:lnTo>
                              <a:pt x="118" y="215"/>
                            </a:lnTo>
                            <a:lnTo>
                              <a:pt x="101" y="220"/>
                            </a:lnTo>
                            <a:lnTo>
                              <a:pt x="30" y="219"/>
                            </a:lnTo>
                            <a:lnTo>
                              <a:pt x="22" y="217"/>
                            </a:lnTo>
                            <a:lnTo>
                              <a:pt x="13" y="214"/>
                            </a:lnTo>
                            <a:lnTo>
                              <a:pt x="5" y="207"/>
                            </a:lnTo>
                            <a:lnTo>
                              <a:pt x="3" y="199"/>
                            </a:lnTo>
                            <a:lnTo>
                              <a:pt x="2" y="192"/>
                            </a:lnTo>
                            <a:lnTo>
                              <a:pt x="4" y="183"/>
                            </a:lnTo>
                            <a:lnTo>
                              <a:pt x="10" y="169"/>
                            </a:lnTo>
                            <a:lnTo>
                              <a:pt x="14" y="159"/>
                            </a:lnTo>
                            <a:lnTo>
                              <a:pt x="16" y="150"/>
                            </a:lnTo>
                            <a:lnTo>
                              <a:pt x="22" y="149"/>
                            </a:lnTo>
                            <a:lnTo>
                              <a:pt x="26" y="155"/>
                            </a:lnTo>
                            <a:lnTo>
                              <a:pt x="42" y="165"/>
                            </a:lnTo>
                            <a:lnTo>
                              <a:pt x="28" y="154"/>
                            </a:lnTo>
                            <a:lnTo>
                              <a:pt x="24" y="148"/>
                            </a:lnTo>
                            <a:lnTo>
                              <a:pt x="25" y="141"/>
                            </a:lnTo>
                            <a:lnTo>
                              <a:pt x="44" y="137"/>
                            </a:lnTo>
                            <a:lnTo>
                              <a:pt x="58" y="130"/>
                            </a:lnTo>
                            <a:lnTo>
                              <a:pt x="42" y="136"/>
                            </a:lnTo>
                            <a:lnTo>
                              <a:pt x="26" y="139"/>
                            </a:lnTo>
                            <a:lnTo>
                              <a:pt x="27" y="129"/>
                            </a:lnTo>
                            <a:lnTo>
                              <a:pt x="34" y="122"/>
                            </a:lnTo>
                            <a:lnTo>
                              <a:pt x="39" y="112"/>
                            </a:lnTo>
                            <a:lnTo>
                              <a:pt x="32" y="121"/>
                            </a:lnTo>
                            <a:lnTo>
                              <a:pt x="25" y="128"/>
                            </a:lnTo>
                            <a:lnTo>
                              <a:pt x="18" y="127"/>
                            </a:lnTo>
                            <a:lnTo>
                              <a:pt x="14" y="110"/>
                            </a:lnTo>
                            <a:lnTo>
                              <a:pt x="7" y="91"/>
                            </a:lnTo>
                            <a:lnTo>
                              <a:pt x="4" y="80"/>
                            </a:lnTo>
                            <a:lnTo>
                              <a:pt x="5" y="69"/>
                            </a:lnTo>
                            <a:lnTo>
                              <a:pt x="7" y="55"/>
                            </a:lnTo>
                            <a:lnTo>
                              <a:pt x="4" y="63"/>
                            </a:lnTo>
                            <a:lnTo>
                              <a:pt x="3" y="71"/>
                            </a:lnTo>
                            <a:lnTo>
                              <a:pt x="3" y="78"/>
                            </a:lnTo>
                            <a:lnTo>
                              <a:pt x="1" y="66"/>
                            </a:lnTo>
                            <a:lnTo>
                              <a:pt x="0" y="57"/>
                            </a:lnTo>
                            <a:lnTo>
                              <a:pt x="0" y="51"/>
                            </a:lnTo>
                            <a:lnTo>
                              <a:pt x="3" y="43"/>
                            </a:lnTo>
                            <a:lnTo>
                              <a:pt x="7" y="34"/>
                            </a:lnTo>
                            <a:lnTo>
                              <a:pt x="14" y="26"/>
                            </a:lnTo>
                            <a:lnTo>
                              <a:pt x="7" y="33"/>
                            </a:lnTo>
                            <a:lnTo>
                              <a:pt x="3" y="38"/>
                            </a:lnTo>
                            <a:lnTo>
                              <a:pt x="0" y="48"/>
                            </a:lnTo>
                            <a:lnTo>
                              <a:pt x="1" y="41"/>
                            </a:lnTo>
                            <a:lnTo>
                              <a:pt x="3" y="32"/>
                            </a:lnTo>
                            <a:lnTo>
                              <a:pt x="8" y="21"/>
                            </a:lnTo>
                            <a:lnTo>
                              <a:pt x="13" y="10"/>
                            </a:lnTo>
                            <a:lnTo>
                              <a:pt x="19" y="6"/>
                            </a:lnTo>
                            <a:lnTo>
                              <a:pt x="27" y="0"/>
                            </a:lnTo>
                            <a:lnTo>
                              <a:pt x="36" y="1"/>
                            </a:lnTo>
                            <a:lnTo>
                              <a:pt x="44" y="5"/>
                            </a:lnTo>
                          </a:path>
                        </a:pathLst>
                      </a:custGeom>
                      <a:solidFill>
                        <a:srgbClr val="0000E0"/>
                      </a:solidFill>
                      <a:ln w="12700" cap="rnd">
                        <a:noFill/>
                        <a:round/>
                        <a:headEnd/>
                        <a:tailEnd/>
                      </a:ln>
                    </p:spPr>
                    <p:txBody>
                      <a:bodyPr/>
                      <a:lstStyle/>
                      <a:p>
                        <a:pPr algn="ctr"/>
                        <a:endParaRPr lang="pt-BR" sz="2400"/>
                      </a:p>
                    </p:txBody>
                  </p:sp>
                  <p:sp>
                    <p:nvSpPr>
                      <p:cNvPr id="470" name="Freeform 225"/>
                      <p:cNvSpPr>
                        <a:spLocks/>
                      </p:cNvSpPr>
                      <p:nvPr/>
                    </p:nvSpPr>
                    <p:spPr bwMode="auto">
                      <a:xfrm>
                        <a:off x="2733" y="2395"/>
                        <a:ext cx="12" cy="20"/>
                      </a:xfrm>
                      <a:custGeom>
                        <a:avLst/>
                        <a:gdLst>
                          <a:gd name="T0" fmla="*/ 2 w 12"/>
                          <a:gd name="T1" fmla="*/ 0 h 20"/>
                          <a:gd name="T2" fmla="*/ 10 w 12"/>
                          <a:gd name="T3" fmla="*/ 1 h 20"/>
                          <a:gd name="T4" fmla="*/ 11 w 12"/>
                          <a:gd name="T5" fmla="*/ 8 h 20"/>
                          <a:gd name="T6" fmla="*/ 10 w 12"/>
                          <a:gd name="T7" fmla="*/ 17 h 20"/>
                          <a:gd name="T8" fmla="*/ 2 w 12"/>
                          <a:gd name="T9" fmla="*/ 19 h 20"/>
                          <a:gd name="T10" fmla="*/ 0 w 12"/>
                          <a:gd name="T11" fmla="*/ 16 h 20"/>
                          <a:gd name="T12" fmla="*/ 0 w 12"/>
                          <a:gd name="T13" fmla="*/ 5 h 20"/>
                          <a:gd name="T14" fmla="*/ 2 w 12"/>
                          <a:gd name="T15" fmla="*/ 0 h 20"/>
                          <a:gd name="T16" fmla="*/ 0 60000 65536"/>
                          <a:gd name="T17" fmla="*/ 0 60000 65536"/>
                          <a:gd name="T18" fmla="*/ 0 60000 65536"/>
                          <a:gd name="T19" fmla="*/ 0 60000 65536"/>
                          <a:gd name="T20" fmla="*/ 0 60000 65536"/>
                          <a:gd name="T21" fmla="*/ 0 60000 65536"/>
                          <a:gd name="T22" fmla="*/ 0 60000 65536"/>
                          <a:gd name="T23" fmla="*/ 0 60000 65536"/>
                          <a:gd name="T24" fmla="*/ 0 w 12"/>
                          <a:gd name="T25" fmla="*/ 0 h 20"/>
                          <a:gd name="T26" fmla="*/ 12 w 12"/>
                          <a:gd name="T27" fmla="*/ 20 h 2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 h="20">
                            <a:moveTo>
                              <a:pt x="2" y="0"/>
                            </a:moveTo>
                            <a:lnTo>
                              <a:pt x="10" y="1"/>
                            </a:lnTo>
                            <a:lnTo>
                              <a:pt x="11" y="8"/>
                            </a:lnTo>
                            <a:lnTo>
                              <a:pt x="10" y="17"/>
                            </a:lnTo>
                            <a:lnTo>
                              <a:pt x="2" y="19"/>
                            </a:lnTo>
                            <a:lnTo>
                              <a:pt x="0" y="16"/>
                            </a:lnTo>
                            <a:lnTo>
                              <a:pt x="0" y="5"/>
                            </a:lnTo>
                            <a:lnTo>
                              <a:pt x="2" y="0"/>
                            </a:lnTo>
                          </a:path>
                        </a:pathLst>
                      </a:custGeom>
                      <a:solidFill>
                        <a:srgbClr val="0000E0"/>
                      </a:solidFill>
                      <a:ln w="12700" cap="rnd">
                        <a:noFill/>
                        <a:round/>
                        <a:headEnd/>
                        <a:tailEnd/>
                      </a:ln>
                    </p:spPr>
                    <p:txBody>
                      <a:bodyPr/>
                      <a:lstStyle/>
                      <a:p>
                        <a:pPr algn="ctr"/>
                        <a:endParaRPr lang="pt-BR" sz="2400"/>
                      </a:p>
                    </p:txBody>
                  </p:sp>
                  <p:sp>
                    <p:nvSpPr>
                      <p:cNvPr id="471" name="Freeform 226"/>
                      <p:cNvSpPr>
                        <a:spLocks/>
                      </p:cNvSpPr>
                      <p:nvPr/>
                    </p:nvSpPr>
                    <p:spPr bwMode="auto">
                      <a:xfrm>
                        <a:off x="2748" y="2458"/>
                        <a:ext cx="99" cy="13"/>
                      </a:xfrm>
                      <a:custGeom>
                        <a:avLst/>
                        <a:gdLst>
                          <a:gd name="T0" fmla="*/ 98 w 99"/>
                          <a:gd name="T1" fmla="*/ 0 h 13"/>
                          <a:gd name="T2" fmla="*/ 71 w 99"/>
                          <a:gd name="T3" fmla="*/ 6 h 13"/>
                          <a:gd name="T4" fmla="*/ 51 w 99"/>
                          <a:gd name="T5" fmla="*/ 8 h 13"/>
                          <a:gd name="T6" fmla="*/ 30 w 99"/>
                          <a:gd name="T7" fmla="*/ 10 h 13"/>
                          <a:gd name="T8" fmla="*/ 14 w 99"/>
                          <a:gd name="T9" fmla="*/ 11 h 13"/>
                          <a:gd name="T10" fmla="*/ 0 w 99"/>
                          <a:gd name="T11" fmla="*/ 10 h 13"/>
                          <a:gd name="T12" fmla="*/ 14 w 99"/>
                          <a:gd name="T13" fmla="*/ 12 h 13"/>
                          <a:gd name="T14" fmla="*/ 38 w 99"/>
                          <a:gd name="T15" fmla="*/ 12 h 13"/>
                          <a:gd name="T16" fmla="*/ 63 w 99"/>
                          <a:gd name="T17" fmla="*/ 9 h 13"/>
                          <a:gd name="T18" fmla="*/ 77 w 99"/>
                          <a:gd name="T19" fmla="*/ 6 h 13"/>
                          <a:gd name="T20" fmla="*/ 98 w 99"/>
                          <a:gd name="T21" fmla="*/ 0 h 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9"/>
                          <a:gd name="T34" fmla="*/ 0 h 13"/>
                          <a:gd name="T35" fmla="*/ 99 w 99"/>
                          <a:gd name="T36" fmla="*/ 13 h 1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9" h="13">
                            <a:moveTo>
                              <a:pt x="98" y="0"/>
                            </a:moveTo>
                            <a:lnTo>
                              <a:pt x="71" y="6"/>
                            </a:lnTo>
                            <a:lnTo>
                              <a:pt x="51" y="8"/>
                            </a:lnTo>
                            <a:lnTo>
                              <a:pt x="30" y="10"/>
                            </a:lnTo>
                            <a:lnTo>
                              <a:pt x="14" y="11"/>
                            </a:lnTo>
                            <a:lnTo>
                              <a:pt x="0" y="10"/>
                            </a:lnTo>
                            <a:lnTo>
                              <a:pt x="14" y="12"/>
                            </a:lnTo>
                            <a:lnTo>
                              <a:pt x="38" y="12"/>
                            </a:lnTo>
                            <a:lnTo>
                              <a:pt x="63" y="9"/>
                            </a:lnTo>
                            <a:lnTo>
                              <a:pt x="77" y="6"/>
                            </a:lnTo>
                            <a:lnTo>
                              <a:pt x="98" y="0"/>
                            </a:lnTo>
                          </a:path>
                        </a:pathLst>
                      </a:custGeom>
                      <a:solidFill>
                        <a:srgbClr val="000060"/>
                      </a:solidFill>
                      <a:ln w="12700" cap="rnd">
                        <a:noFill/>
                        <a:round/>
                        <a:headEnd/>
                        <a:tailEnd/>
                      </a:ln>
                    </p:spPr>
                    <p:txBody>
                      <a:bodyPr/>
                      <a:lstStyle/>
                      <a:p>
                        <a:pPr algn="ctr"/>
                        <a:endParaRPr lang="pt-BR" sz="2400"/>
                      </a:p>
                    </p:txBody>
                  </p:sp>
                </p:grpSp>
                <p:sp>
                  <p:nvSpPr>
                    <p:cNvPr id="462" name="Freeform 227"/>
                    <p:cNvSpPr>
                      <a:spLocks/>
                    </p:cNvSpPr>
                    <p:nvPr/>
                  </p:nvSpPr>
                  <p:spPr bwMode="auto">
                    <a:xfrm>
                      <a:off x="2728" y="2180"/>
                      <a:ext cx="89" cy="111"/>
                    </a:xfrm>
                    <a:custGeom>
                      <a:avLst/>
                      <a:gdLst>
                        <a:gd name="T0" fmla="*/ 48 w 89"/>
                        <a:gd name="T1" fmla="*/ 43 h 111"/>
                        <a:gd name="T2" fmla="*/ 45 w 89"/>
                        <a:gd name="T3" fmla="*/ 37 h 111"/>
                        <a:gd name="T4" fmla="*/ 42 w 89"/>
                        <a:gd name="T5" fmla="*/ 37 h 111"/>
                        <a:gd name="T6" fmla="*/ 38 w 89"/>
                        <a:gd name="T7" fmla="*/ 38 h 111"/>
                        <a:gd name="T8" fmla="*/ 37 w 89"/>
                        <a:gd name="T9" fmla="*/ 41 h 111"/>
                        <a:gd name="T10" fmla="*/ 36 w 89"/>
                        <a:gd name="T11" fmla="*/ 44 h 111"/>
                        <a:gd name="T12" fmla="*/ 37 w 89"/>
                        <a:gd name="T13" fmla="*/ 51 h 111"/>
                        <a:gd name="T14" fmla="*/ 39 w 89"/>
                        <a:gd name="T15" fmla="*/ 55 h 111"/>
                        <a:gd name="T16" fmla="*/ 40 w 89"/>
                        <a:gd name="T17" fmla="*/ 58 h 111"/>
                        <a:gd name="T18" fmla="*/ 41 w 89"/>
                        <a:gd name="T19" fmla="*/ 63 h 111"/>
                        <a:gd name="T20" fmla="*/ 44 w 89"/>
                        <a:gd name="T21" fmla="*/ 69 h 111"/>
                        <a:gd name="T22" fmla="*/ 49 w 89"/>
                        <a:gd name="T23" fmla="*/ 78 h 111"/>
                        <a:gd name="T24" fmla="*/ 53 w 89"/>
                        <a:gd name="T25" fmla="*/ 85 h 111"/>
                        <a:gd name="T26" fmla="*/ 58 w 89"/>
                        <a:gd name="T27" fmla="*/ 95 h 111"/>
                        <a:gd name="T28" fmla="*/ 60 w 89"/>
                        <a:gd name="T29" fmla="*/ 103 h 111"/>
                        <a:gd name="T30" fmla="*/ 61 w 89"/>
                        <a:gd name="T31" fmla="*/ 110 h 111"/>
                        <a:gd name="T32" fmla="*/ 50 w 89"/>
                        <a:gd name="T33" fmla="*/ 99 h 111"/>
                        <a:gd name="T34" fmla="*/ 39 w 89"/>
                        <a:gd name="T35" fmla="*/ 93 h 111"/>
                        <a:gd name="T36" fmla="*/ 32 w 89"/>
                        <a:gd name="T37" fmla="*/ 91 h 111"/>
                        <a:gd name="T38" fmla="*/ 26 w 89"/>
                        <a:gd name="T39" fmla="*/ 88 h 111"/>
                        <a:gd name="T40" fmla="*/ 17 w 89"/>
                        <a:gd name="T41" fmla="*/ 89 h 111"/>
                        <a:gd name="T42" fmla="*/ 9 w 89"/>
                        <a:gd name="T43" fmla="*/ 93 h 111"/>
                        <a:gd name="T44" fmla="*/ 1 w 89"/>
                        <a:gd name="T45" fmla="*/ 101 h 111"/>
                        <a:gd name="T46" fmla="*/ 0 w 89"/>
                        <a:gd name="T47" fmla="*/ 94 h 111"/>
                        <a:gd name="T48" fmla="*/ 4 w 89"/>
                        <a:gd name="T49" fmla="*/ 86 h 111"/>
                        <a:gd name="T50" fmla="*/ 10 w 89"/>
                        <a:gd name="T51" fmla="*/ 76 h 111"/>
                        <a:gd name="T52" fmla="*/ 13 w 89"/>
                        <a:gd name="T53" fmla="*/ 69 h 111"/>
                        <a:gd name="T54" fmla="*/ 13 w 89"/>
                        <a:gd name="T55" fmla="*/ 62 h 111"/>
                        <a:gd name="T56" fmla="*/ 11 w 89"/>
                        <a:gd name="T57" fmla="*/ 56 h 111"/>
                        <a:gd name="T58" fmla="*/ 8 w 89"/>
                        <a:gd name="T59" fmla="*/ 53 h 111"/>
                        <a:gd name="T60" fmla="*/ 5 w 89"/>
                        <a:gd name="T61" fmla="*/ 46 h 111"/>
                        <a:gd name="T62" fmla="*/ 5 w 89"/>
                        <a:gd name="T63" fmla="*/ 41 h 111"/>
                        <a:gd name="T64" fmla="*/ 3 w 89"/>
                        <a:gd name="T65" fmla="*/ 35 h 111"/>
                        <a:gd name="T66" fmla="*/ 3 w 89"/>
                        <a:gd name="T67" fmla="*/ 28 h 111"/>
                        <a:gd name="T68" fmla="*/ 4 w 89"/>
                        <a:gd name="T69" fmla="*/ 23 h 111"/>
                        <a:gd name="T70" fmla="*/ 7 w 89"/>
                        <a:gd name="T71" fmla="*/ 18 h 111"/>
                        <a:gd name="T72" fmla="*/ 9 w 89"/>
                        <a:gd name="T73" fmla="*/ 12 h 111"/>
                        <a:gd name="T74" fmla="*/ 15 w 89"/>
                        <a:gd name="T75" fmla="*/ 7 h 111"/>
                        <a:gd name="T76" fmla="*/ 20 w 89"/>
                        <a:gd name="T77" fmla="*/ 4 h 111"/>
                        <a:gd name="T78" fmla="*/ 29 w 89"/>
                        <a:gd name="T79" fmla="*/ 1 h 111"/>
                        <a:gd name="T80" fmla="*/ 37 w 89"/>
                        <a:gd name="T81" fmla="*/ 0 h 111"/>
                        <a:gd name="T82" fmla="*/ 52 w 89"/>
                        <a:gd name="T83" fmla="*/ 0 h 111"/>
                        <a:gd name="T84" fmla="*/ 60 w 89"/>
                        <a:gd name="T85" fmla="*/ 0 h 111"/>
                        <a:gd name="T86" fmla="*/ 68 w 89"/>
                        <a:gd name="T87" fmla="*/ 2 h 111"/>
                        <a:gd name="T88" fmla="*/ 75 w 89"/>
                        <a:gd name="T89" fmla="*/ 5 h 111"/>
                        <a:gd name="T90" fmla="*/ 80 w 89"/>
                        <a:gd name="T91" fmla="*/ 9 h 111"/>
                        <a:gd name="T92" fmla="*/ 85 w 89"/>
                        <a:gd name="T93" fmla="*/ 13 h 111"/>
                        <a:gd name="T94" fmla="*/ 88 w 89"/>
                        <a:gd name="T95" fmla="*/ 20 h 111"/>
                        <a:gd name="T96" fmla="*/ 88 w 89"/>
                        <a:gd name="T97" fmla="*/ 26 h 111"/>
                        <a:gd name="T98" fmla="*/ 86 w 89"/>
                        <a:gd name="T99" fmla="*/ 31 h 111"/>
                        <a:gd name="T100" fmla="*/ 80 w 89"/>
                        <a:gd name="T101" fmla="*/ 26 h 111"/>
                        <a:gd name="T102" fmla="*/ 72 w 89"/>
                        <a:gd name="T103" fmla="*/ 23 h 111"/>
                        <a:gd name="T104" fmla="*/ 63 w 89"/>
                        <a:gd name="T105" fmla="*/ 22 h 111"/>
                        <a:gd name="T106" fmla="*/ 66 w 89"/>
                        <a:gd name="T107" fmla="*/ 31 h 111"/>
                        <a:gd name="T108" fmla="*/ 54 w 89"/>
                        <a:gd name="T109" fmla="*/ 28 h 111"/>
                        <a:gd name="T110" fmla="*/ 58 w 89"/>
                        <a:gd name="T111" fmla="*/ 35 h 111"/>
                        <a:gd name="T112" fmla="*/ 50 w 89"/>
                        <a:gd name="T113" fmla="*/ 35 h 111"/>
                        <a:gd name="T114" fmla="*/ 48 w 89"/>
                        <a:gd name="T115" fmla="*/ 43 h 11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89"/>
                        <a:gd name="T175" fmla="*/ 0 h 111"/>
                        <a:gd name="T176" fmla="*/ 89 w 89"/>
                        <a:gd name="T177" fmla="*/ 111 h 11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89" h="111">
                          <a:moveTo>
                            <a:pt x="48" y="43"/>
                          </a:moveTo>
                          <a:lnTo>
                            <a:pt x="45" y="37"/>
                          </a:lnTo>
                          <a:lnTo>
                            <a:pt x="42" y="37"/>
                          </a:lnTo>
                          <a:lnTo>
                            <a:pt x="38" y="38"/>
                          </a:lnTo>
                          <a:lnTo>
                            <a:pt x="37" y="41"/>
                          </a:lnTo>
                          <a:lnTo>
                            <a:pt x="36" y="44"/>
                          </a:lnTo>
                          <a:lnTo>
                            <a:pt x="37" y="51"/>
                          </a:lnTo>
                          <a:lnTo>
                            <a:pt x="39" y="55"/>
                          </a:lnTo>
                          <a:lnTo>
                            <a:pt x="40" y="58"/>
                          </a:lnTo>
                          <a:lnTo>
                            <a:pt x="41" y="63"/>
                          </a:lnTo>
                          <a:lnTo>
                            <a:pt x="44" y="69"/>
                          </a:lnTo>
                          <a:lnTo>
                            <a:pt x="49" y="78"/>
                          </a:lnTo>
                          <a:lnTo>
                            <a:pt x="53" y="85"/>
                          </a:lnTo>
                          <a:lnTo>
                            <a:pt x="58" y="95"/>
                          </a:lnTo>
                          <a:lnTo>
                            <a:pt x="60" y="103"/>
                          </a:lnTo>
                          <a:lnTo>
                            <a:pt x="61" y="110"/>
                          </a:lnTo>
                          <a:lnTo>
                            <a:pt x="50" y="99"/>
                          </a:lnTo>
                          <a:lnTo>
                            <a:pt x="39" y="93"/>
                          </a:lnTo>
                          <a:lnTo>
                            <a:pt x="32" y="91"/>
                          </a:lnTo>
                          <a:lnTo>
                            <a:pt x="26" y="88"/>
                          </a:lnTo>
                          <a:lnTo>
                            <a:pt x="17" y="89"/>
                          </a:lnTo>
                          <a:lnTo>
                            <a:pt x="9" y="93"/>
                          </a:lnTo>
                          <a:lnTo>
                            <a:pt x="1" y="101"/>
                          </a:lnTo>
                          <a:lnTo>
                            <a:pt x="0" y="94"/>
                          </a:lnTo>
                          <a:lnTo>
                            <a:pt x="4" y="86"/>
                          </a:lnTo>
                          <a:lnTo>
                            <a:pt x="10" y="76"/>
                          </a:lnTo>
                          <a:lnTo>
                            <a:pt x="13" y="69"/>
                          </a:lnTo>
                          <a:lnTo>
                            <a:pt x="13" y="62"/>
                          </a:lnTo>
                          <a:lnTo>
                            <a:pt x="11" y="56"/>
                          </a:lnTo>
                          <a:lnTo>
                            <a:pt x="8" y="53"/>
                          </a:lnTo>
                          <a:lnTo>
                            <a:pt x="5" y="46"/>
                          </a:lnTo>
                          <a:lnTo>
                            <a:pt x="5" y="41"/>
                          </a:lnTo>
                          <a:lnTo>
                            <a:pt x="3" y="35"/>
                          </a:lnTo>
                          <a:lnTo>
                            <a:pt x="3" y="28"/>
                          </a:lnTo>
                          <a:lnTo>
                            <a:pt x="4" y="23"/>
                          </a:lnTo>
                          <a:lnTo>
                            <a:pt x="7" y="18"/>
                          </a:lnTo>
                          <a:lnTo>
                            <a:pt x="9" y="12"/>
                          </a:lnTo>
                          <a:lnTo>
                            <a:pt x="15" y="7"/>
                          </a:lnTo>
                          <a:lnTo>
                            <a:pt x="20" y="4"/>
                          </a:lnTo>
                          <a:lnTo>
                            <a:pt x="29" y="1"/>
                          </a:lnTo>
                          <a:lnTo>
                            <a:pt x="37" y="0"/>
                          </a:lnTo>
                          <a:lnTo>
                            <a:pt x="52" y="0"/>
                          </a:lnTo>
                          <a:lnTo>
                            <a:pt x="60" y="0"/>
                          </a:lnTo>
                          <a:lnTo>
                            <a:pt x="68" y="2"/>
                          </a:lnTo>
                          <a:lnTo>
                            <a:pt x="75" y="5"/>
                          </a:lnTo>
                          <a:lnTo>
                            <a:pt x="80" y="9"/>
                          </a:lnTo>
                          <a:lnTo>
                            <a:pt x="85" y="13"/>
                          </a:lnTo>
                          <a:lnTo>
                            <a:pt x="88" y="20"/>
                          </a:lnTo>
                          <a:lnTo>
                            <a:pt x="88" y="26"/>
                          </a:lnTo>
                          <a:lnTo>
                            <a:pt x="86" y="31"/>
                          </a:lnTo>
                          <a:lnTo>
                            <a:pt x="80" y="26"/>
                          </a:lnTo>
                          <a:lnTo>
                            <a:pt x="72" y="23"/>
                          </a:lnTo>
                          <a:lnTo>
                            <a:pt x="63" y="22"/>
                          </a:lnTo>
                          <a:lnTo>
                            <a:pt x="66" y="31"/>
                          </a:lnTo>
                          <a:lnTo>
                            <a:pt x="54" y="28"/>
                          </a:lnTo>
                          <a:lnTo>
                            <a:pt x="58" y="35"/>
                          </a:lnTo>
                          <a:lnTo>
                            <a:pt x="50" y="35"/>
                          </a:lnTo>
                          <a:lnTo>
                            <a:pt x="48" y="43"/>
                          </a:lnTo>
                        </a:path>
                      </a:pathLst>
                    </a:custGeom>
                    <a:solidFill>
                      <a:srgbClr val="000000"/>
                    </a:solidFill>
                    <a:ln w="12700" cap="rnd">
                      <a:noFill/>
                      <a:round/>
                      <a:headEnd/>
                      <a:tailEnd/>
                    </a:ln>
                  </p:spPr>
                  <p:txBody>
                    <a:bodyPr/>
                    <a:lstStyle/>
                    <a:p>
                      <a:pPr algn="ctr"/>
                      <a:endParaRPr lang="pt-BR" sz="2400"/>
                    </a:p>
                  </p:txBody>
                </p:sp>
              </p:grpSp>
              <p:grpSp>
                <p:nvGrpSpPr>
                  <p:cNvPr id="456" name="Group 228"/>
                  <p:cNvGrpSpPr>
                    <a:grpSpLocks/>
                  </p:cNvGrpSpPr>
                  <p:nvPr/>
                </p:nvGrpSpPr>
                <p:grpSpPr bwMode="auto">
                  <a:xfrm>
                    <a:off x="2694" y="2350"/>
                    <a:ext cx="68" cy="116"/>
                    <a:chOff x="2694" y="2350"/>
                    <a:chExt cx="68" cy="116"/>
                  </a:xfrm>
                </p:grpSpPr>
                <p:sp>
                  <p:nvSpPr>
                    <p:cNvPr id="457" name="Freeform 229"/>
                    <p:cNvSpPr>
                      <a:spLocks/>
                    </p:cNvSpPr>
                    <p:nvPr/>
                  </p:nvSpPr>
                  <p:spPr bwMode="auto">
                    <a:xfrm>
                      <a:off x="2694" y="2350"/>
                      <a:ext cx="68" cy="116"/>
                    </a:xfrm>
                    <a:custGeom>
                      <a:avLst/>
                      <a:gdLst>
                        <a:gd name="T0" fmla="*/ 37 w 68"/>
                        <a:gd name="T1" fmla="*/ 17 h 116"/>
                        <a:gd name="T2" fmla="*/ 24 w 68"/>
                        <a:gd name="T3" fmla="*/ 15 h 116"/>
                        <a:gd name="T4" fmla="*/ 17 w 68"/>
                        <a:gd name="T5" fmla="*/ 14 h 116"/>
                        <a:gd name="T6" fmla="*/ 14 w 68"/>
                        <a:gd name="T7" fmla="*/ 9 h 116"/>
                        <a:gd name="T8" fmla="*/ 14 w 68"/>
                        <a:gd name="T9" fmla="*/ 5 h 116"/>
                        <a:gd name="T10" fmla="*/ 12 w 68"/>
                        <a:gd name="T11" fmla="*/ 2 h 116"/>
                        <a:gd name="T12" fmla="*/ 6 w 68"/>
                        <a:gd name="T13" fmla="*/ 0 h 116"/>
                        <a:gd name="T14" fmla="*/ 0 w 68"/>
                        <a:gd name="T15" fmla="*/ 1 h 116"/>
                        <a:gd name="T16" fmla="*/ 8 w 68"/>
                        <a:gd name="T17" fmla="*/ 90 h 116"/>
                        <a:gd name="T18" fmla="*/ 12 w 68"/>
                        <a:gd name="T19" fmla="*/ 98 h 116"/>
                        <a:gd name="T20" fmla="*/ 19 w 68"/>
                        <a:gd name="T21" fmla="*/ 106 h 116"/>
                        <a:gd name="T22" fmla="*/ 29 w 68"/>
                        <a:gd name="T23" fmla="*/ 112 h 116"/>
                        <a:gd name="T24" fmla="*/ 41 w 68"/>
                        <a:gd name="T25" fmla="*/ 114 h 116"/>
                        <a:gd name="T26" fmla="*/ 56 w 68"/>
                        <a:gd name="T27" fmla="*/ 115 h 116"/>
                        <a:gd name="T28" fmla="*/ 65 w 68"/>
                        <a:gd name="T29" fmla="*/ 114 h 116"/>
                        <a:gd name="T30" fmla="*/ 67 w 68"/>
                        <a:gd name="T31" fmla="*/ 107 h 116"/>
                        <a:gd name="T32" fmla="*/ 66 w 68"/>
                        <a:gd name="T33" fmla="*/ 99 h 116"/>
                        <a:gd name="T34" fmla="*/ 59 w 68"/>
                        <a:gd name="T35" fmla="*/ 74 h 116"/>
                        <a:gd name="T36" fmla="*/ 54 w 68"/>
                        <a:gd name="T37" fmla="*/ 50 h 116"/>
                        <a:gd name="T38" fmla="*/ 51 w 68"/>
                        <a:gd name="T39" fmla="*/ 31 h 116"/>
                        <a:gd name="T40" fmla="*/ 51 w 68"/>
                        <a:gd name="T41" fmla="*/ 25 h 116"/>
                        <a:gd name="T42" fmla="*/ 48 w 68"/>
                        <a:gd name="T43" fmla="*/ 18 h 116"/>
                        <a:gd name="T44" fmla="*/ 45 w 68"/>
                        <a:gd name="T45" fmla="*/ 17 h 116"/>
                        <a:gd name="T46" fmla="*/ 37 w 68"/>
                        <a:gd name="T47" fmla="*/ 17 h 11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8"/>
                        <a:gd name="T73" fmla="*/ 0 h 116"/>
                        <a:gd name="T74" fmla="*/ 68 w 68"/>
                        <a:gd name="T75" fmla="*/ 116 h 11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8" h="116">
                          <a:moveTo>
                            <a:pt x="37" y="17"/>
                          </a:moveTo>
                          <a:lnTo>
                            <a:pt x="24" y="15"/>
                          </a:lnTo>
                          <a:lnTo>
                            <a:pt x="17" y="14"/>
                          </a:lnTo>
                          <a:lnTo>
                            <a:pt x="14" y="9"/>
                          </a:lnTo>
                          <a:lnTo>
                            <a:pt x="14" y="5"/>
                          </a:lnTo>
                          <a:lnTo>
                            <a:pt x="12" y="2"/>
                          </a:lnTo>
                          <a:lnTo>
                            <a:pt x="6" y="0"/>
                          </a:lnTo>
                          <a:lnTo>
                            <a:pt x="0" y="1"/>
                          </a:lnTo>
                          <a:lnTo>
                            <a:pt x="8" y="90"/>
                          </a:lnTo>
                          <a:lnTo>
                            <a:pt x="12" y="98"/>
                          </a:lnTo>
                          <a:lnTo>
                            <a:pt x="19" y="106"/>
                          </a:lnTo>
                          <a:lnTo>
                            <a:pt x="29" y="112"/>
                          </a:lnTo>
                          <a:lnTo>
                            <a:pt x="41" y="114"/>
                          </a:lnTo>
                          <a:lnTo>
                            <a:pt x="56" y="115"/>
                          </a:lnTo>
                          <a:lnTo>
                            <a:pt x="65" y="114"/>
                          </a:lnTo>
                          <a:lnTo>
                            <a:pt x="67" y="107"/>
                          </a:lnTo>
                          <a:lnTo>
                            <a:pt x="66" y="99"/>
                          </a:lnTo>
                          <a:lnTo>
                            <a:pt x="59" y="74"/>
                          </a:lnTo>
                          <a:lnTo>
                            <a:pt x="54" y="50"/>
                          </a:lnTo>
                          <a:lnTo>
                            <a:pt x="51" y="31"/>
                          </a:lnTo>
                          <a:lnTo>
                            <a:pt x="51" y="25"/>
                          </a:lnTo>
                          <a:lnTo>
                            <a:pt x="48" y="18"/>
                          </a:lnTo>
                          <a:lnTo>
                            <a:pt x="45" y="17"/>
                          </a:lnTo>
                          <a:lnTo>
                            <a:pt x="37" y="17"/>
                          </a:lnTo>
                        </a:path>
                      </a:pathLst>
                    </a:custGeom>
                    <a:solidFill>
                      <a:srgbClr val="404040"/>
                    </a:solidFill>
                    <a:ln w="12700" cap="rnd">
                      <a:noFill/>
                      <a:round/>
                      <a:headEnd/>
                      <a:tailEnd/>
                    </a:ln>
                  </p:spPr>
                  <p:txBody>
                    <a:bodyPr/>
                    <a:lstStyle/>
                    <a:p>
                      <a:pPr algn="ctr"/>
                      <a:endParaRPr lang="pt-BR" sz="2400"/>
                    </a:p>
                  </p:txBody>
                </p:sp>
                <p:sp>
                  <p:nvSpPr>
                    <p:cNvPr id="458" name="Freeform 230"/>
                    <p:cNvSpPr>
                      <a:spLocks/>
                    </p:cNvSpPr>
                    <p:nvPr/>
                  </p:nvSpPr>
                  <p:spPr bwMode="auto">
                    <a:xfrm>
                      <a:off x="2695" y="2356"/>
                      <a:ext cx="59" cy="107"/>
                    </a:xfrm>
                    <a:custGeom>
                      <a:avLst/>
                      <a:gdLst>
                        <a:gd name="T0" fmla="*/ 38 w 59"/>
                        <a:gd name="T1" fmla="*/ 21 h 107"/>
                        <a:gd name="T2" fmla="*/ 27 w 59"/>
                        <a:gd name="T3" fmla="*/ 20 h 107"/>
                        <a:gd name="T4" fmla="*/ 15 w 59"/>
                        <a:gd name="T5" fmla="*/ 18 h 107"/>
                        <a:gd name="T6" fmla="*/ 9 w 59"/>
                        <a:gd name="T7" fmla="*/ 13 h 107"/>
                        <a:gd name="T8" fmla="*/ 5 w 59"/>
                        <a:gd name="T9" fmla="*/ 9 h 107"/>
                        <a:gd name="T10" fmla="*/ 0 w 59"/>
                        <a:gd name="T11" fmla="*/ 0 h 107"/>
                        <a:gd name="T12" fmla="*/ 8 w 59"/>
                        <a:gd name="T13" fmla="*/ 82 h 107"/>
                        <a:gd name="T14" fmla="*/ 12 w 59"/>
                        <a:gd name="T15" fmla="*/ 89 h 107"/>
                        <a:gd name="T16" fmla="*/ 17 w 59"/>
                        <a:gd name="T17" fmla="*/ 96 h 107"/>
                        <a:gd name="T18" fmla="*/ 24 w 59"/>
                        <a:gd name="T19" fmla="*/ 101 h 107"/>
                        <a:gd name="T20" fmla="*/ 31 w 59"/>
                        <a:gd name="T21" fmla="*/ 103 h 107"/>
                        <a:gd name="T22" fmla="*/ 38 w 59"/>
                        <a:gd name="T23" fmla="*/ 104 h 107"/>
                        <a:gd name="T24" fmla="*/ 45 w 59"/>
                        <a:gd name="T25" fmla="*/ 106 h 107"/>
                        <a:gd name="T26" fmla="*/ 52 w 59"/>
                        <a:gd name="T27" fmla="*/ 106 h 107"/>
                        <a:gd name="T28" fmla="*/ 56 w 59"/>
                        <a:gd name="T29" fmla="*/ 104 h 107"/>
                        <a:gd name="T30" fmla="*/ 58 w 59"/>
                        <a:gd name="T31" fmla="*/ 101 h 107"/>
                        <a:gd name="T32" fmla="*/ 57 w 59"/>
                        <a:gd name="T33" fmla="*/ 94 h 107"/>
                        <a:gd name="T34" fmla="*/ 52 w 59"/>
                        <a:gd name="T35" fmla="*/ 80 h 107"/>
                        <a:gd name="T36" fmla="*/ 44 w 59"/>
                        <a:gd name="T37" fmla="*/ 32 h 107"/>
                        <a:gd name="T38" fmla="*/ 43 w 59"/>
                        <a:gd name="T39" fmla="*/ 25 h 107"/>
                        <a:gd name="T40" fmla="*/ 38 w 59"/>
                        <a:gd name="T41" fmla="*/ 21 h 1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9"/>
                        <a:gd name="T64" fmla="*/ 0 h 107"/>
                        <a:gd name="T65" fmla="*/ 59 w 59"/>
                        <a:gd name="T66" fmla="*/ 107 h 10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9" h="107">
                          <a:moveTo>
                            <a:pt x="38" y="21"/>
                          </a:moveTo>
                          <a:lnTo>
                            <a:pt x="27" y="20"/>
                          </a:lnTo>
                          <a:lnTo>
                            <a:pt x="15" y="18"/>
                          </a:lnTo>
                          <a:lnTo>
                            <a:pt x="9" y="13"/>
                          </a:lnTo>
                          <a:lnTo>
                            <a:pt x="5" y="9"/>
                          </a:lnTo>
                          <a:lnTo>
                            <a:pt x="0" y="0"/>
                          </a:lnTo>
                          <a:lnTo>
                            <a:pt x="8" y="82"/>
                          </a:lnTo>
                          <a:lnTo>
                            <a:pt x="12" y="89"/>
                          </a:lnTo>
                          <a:lnTo>
                            <a:pt x="17" y="96"/>
                          </a:lnTo>
                          <a:lnTo>
                            <a:pt x="24" y="101"/>
                          </a:lnTo>
                          <a:lnTo>
                            <a:pt x="31" y="103"/>
                          </a:lnTo>
                          <a:lnTo>
                            <a:pt x="38" y="104"/>
                          </a:lnTo>
                          <a:lnTo>
                            <a:pt x="45" y="106"/>
                          </a:lnTo>
                          <a:lnTo>
                            <a:pt x="52" y="106"/>
                          </a:lnTo>
                          <a:lnTo>
                            <a:pt x="56" y="104"/>
                          </a:lnTo>
                          <a:lnTo>
                            <a:pt x="58" y="101"/>
                          </a:lnTo>
                          <a:lnTo>
                            <a:pt x="57" y="94"/>
                          </a:lnTo>
                          <a:lnTo>
                            <a:pt x="52" y="80"/>
                          </a:lnTo>
                          <a:lnTo>
                            <a:pt x="44" y="32"/>
                          </a:lnTo>
                          <a:lnTo>
                            <a:pt x="43" y="25"/>
                          </a:lnTo>
                          <a:lnTo>
                            <a:pt x="38" y="21"/>
                          </a:lnTo>
                        </a:path>
                      </a:pathLst>
                    </a:custGeom>
                    <a:solidFill>
                      <a:srgbClr val="606060"/>
                    </a:solidFill>
                    <a:ln w="12700" cap="rnd">
                      <a:noFill/>
                      <a:round/>
                      <a:headEnd/>
                      <a:tailEnd/>
                    </a:ln>
                  </p:spPr>
                  <p:txBody>
                    <a:bodyPr/>
                    <a:lstStyle/>
                    <a:p>
                      <a:pPr algn="ctr"/>
                      <a:endParaRPr lang="pt-BR" sz="2400"/>
                    </a:p>
                  </p:txBody>
                </p:sp>
              </p:grpSp>
            </p:grpSp>
          </p:grpSp>
          <p:grpSp>
            <p:nvGrpSpPr>
              <p:cNvPr id="338" name="Group 231"/>
              <p:cNvGrpSpPr>
                <a:grpSpLocks/>
              </p:cNvGrpSpPr>
              <p:nvPr/>
            </p:nvGrpSpPr>
            <p:grpSpPr bwMode="auto">
              <a:xfrm>
                <a:off x="2907" y="2206"/>
                <a:ext cx="570" cy="430"/>
                <a:chOff x="2907" y="2206"/>
                <a:chExt cx="570" cy="430"/>
              </a:xfrm>
            </p:grpSpPr>
            <p:grpSp>
              <p:nvGrpSpPr>
                <p:cNvPr id="339" name="Group 232"/>
                <p:cNvGrpSpPr>
                  <a:grpSpLocks/>
                </p:cNvGrpSpPr>
                <p:nvPr/>
              </p:nvGrpSpPr>
              <p:grpSpPr bwMode="auto">
                <a:xfrm>
                  <a:off x="3092" y="2239"/>
                  <a:ext cx="385" cy="244"/>
                  <a:chOff x="3092" y="2239"/>
                  <a:chExt cx="385" cy="244"/>
                </a:xfrm>
              </p:grpSpPr>
              <p:grpSp>
                <p:nvGrpSpPr>
                  <p:cNvPr id="402" name="Group 233"/>
                  <p:cNvGrpSpPr>
                    <a:grpSpLocks/>
                  </p:cNvGrpSpPr>
                  <p:nvPr/>
                </p:nvGrpSpPr>
                <p:grpSpPr bwMode="auto">
                  <a:xfrm>
                    <a:off x="3179" y="2239"/>
                    <a:ext cx="298" cy="220"/>
                    <a:chOff x="3179" y="2239"/>
                    <a:chExt cx="298" cy="220"/>
                  </a:xfrm>
                </p:grpSpPr>
                <p:grpSp>
                  <p:nvGrpSpPr>
                    <p:cNvPr id="435" name="Group 234"/>
                    <p:cNvGrpSpPr>
                      <a:grpSpLocks/>
                    </p:cNvGrpSpPr>
                    <p:nvPr/>
                  </p:nvGrpSpPr>
                  <p:grpSpPr bwMode="auto">
                    <a:xfrm>
                      <a:off x="3179" y="2239"/>
                      <a:ext cx="298" cy="220"/>
                      <a:chOff x="3179" y="2239"/>
                      <a:chExt cx="298" cy="220"/>
                    </a:xfrm>
                  </p:grpSpPr>
                  <p:grpSp>
                    <p:nvGrpSpPr>
                      <p:cNvPr id="444" name="Group 235"/>
                      <p:cNvGrpSpPr>
                        <a:grpSpLocks/>
                      </p:cNvGrpSpPr>
                      <p:nvPr/>
                    </p:nvGrpSpPr>
                    <p:grpSpPr bwMode="auto">
                      <a:xfrm>
                        <a:off x="3179" y="2363"/>
                        <a:ext cx="298" cy="96"/>
                        <a:chOff x="3179" y="2363"/>
                        <a:chExt cx="298" cy="96"/>
                      </a:xfrm>
                    </p:grpSpPr>
                    <p:sp>
                      <p:nvSpPr>
                        <p:cNvPr id="450" name="Freeform 236"/>
                        <p:cNvSpPr>
                          <a:spLocks/>
                        </p:cNvSpPr>
                        <p:nvPr/>
                      </p:nvSpPr>
                      <p:spPr bwMode="auto">
                        <a:xfrm>
                          <a:off x="3179" y="2363"/>
                          <a:ext cx="171" cy="96"/>
                        </a:xfrm>
                        <a:custGeom>
                          <a:avLst/>
                          <a:gdLst>
                            <a:gd name="T0" fmla="*/ 170 w 171"/>
                            <a:gd name="T1" fmla="*/ 29 h 96"/>
                            <a:gd name="T2" fmla="*/ 170 w 171"/>
                            <a:gd name="T3" fmla="*/ 95 h 96"/>
                            <a:gd name="T4" fmla="*/ 0 w 171"/>
                            <a:gd name="T5" fmla="*/ 46 h 96"/>
                            <a:gd name="T6" fmla="*/ 0 w 171"/>
                            <a:gd name="T7" fmla="*/ 0 h 96"/>
                            <a:gd name="T8" fmla="*/ 170 w 171"/>
                            <a:gd name="T9" fmla="*/ 29 h 96"/>
                            <a:gd name="T10" fmla="*/ 0 60000 65536"/>
                            <a:gd name="T11" fmla="*/ 0 60000 65536"/>
                            <a:gd name="T12" fmla="*/ 0 60000 65536"/>
                            <a:gd name="T13" fmla="*/ 0 60000 65536"/>
                            <a:gd name="T14" fmla="*/ 0 60000 65536"/>
                            <a:gd name="T15" fmla="*/ 0 w 171"/>
                            <a:gd name="T16" fmla="*/ 0 h 96"/>
                            <a:gd name="T17" fmla="*/ 171 w 171"/>
                            <a:gd name="T18" fmla="*/ 96 h 96"/>
                          </a:gdLst>
                          <a:ahLst/>
                          <a:cxnLst>
                            <a:cxn ang="T10">
                              <a:pos x="T0" y="T1"/>
                            </a:cxn>
                            <a:cxn ang="T11">
                              <a:pos x="T2" y="T3"/>
                            </a:cxn>
                            <a:cxn ang="T12">
                              <a:pos x="T4" y="T5"/>
                            </a:cxn>
                            <a:cxn ang="T13">
                              <a:pos x="T6" y="T7"/>
                            </a:cxn>
                            <a:cxn ang="T14">
                              <a:pos x="T8" y="T9"/>
                            </a:cxn>
                          </a:cxnLst>
                          <a:rect l="T15" t="T16" r="T17" b="T18"/>
                          <a:pathLst>
                            <a:path w="171" h="96">
                              <a:moveTo>
                                <a:pt x="170" y="29"/>
                              </a:moveTo>
                              <a:lnTo>
                                <a:pt x="170" y="95"/>
                              </a:lnTo>
                              <a:lnTo>
                                <a:pt x="0" y="46"/>
                              </a:lnTo>
                              <a:lnTo>
                                <a:pt x="0" y="0"/>
                              </a:lnTo>
                              <a:lnTo>
                                <a:pt x="170" y="29"/>
                              </a:lnTo>
                            </a:path>
                          </a:pathLst>
                        </a:custGeom>
                        <a:solidFill>
                          <a:srgbClr val="A0A0A0"/>
                        </a:solidFill>
                        <a:ln w="12700" cap="rnd">
                          <a:noFill/>
                          <a:round/>
                          <a:headEnd/>
                          <a:tailEnd/>
                        </a:ln>
                      </p:spPr>
                      <p:txBody>
                        <a:bodyPr/>
                        <a:lstStyle/>
                        <a:p>
                          <a:pPr algn="ctr"/>
                          <a:endParaRPr lang="pt-BR" sz="2400"/>
                        </a:p>
                      </p:txBody>
                    </p:sp>
                    <p:sp>
                      <p:nvSpPr>
                        <p:cNvPr id="451" name="Freeform 237"/>
                        <p:cNvSpPr>
                          <a:spLocks/>
                        </p:cNvSpPr>
                        <p:nvPr/>
                      </p:nvSpPr>
                      <p:spPr bwMode="auto">
                        <a:xfrm>
                          <a:off x="3349" y="2385"/>
                          <a:ext cx="128" cy="74"/>
                        </a:xfrm>
                        <a:custGeom>
                          <a:avLst/>
                          <a:gdLst>
                            <a:gd name="T0" fmla="*/ 0 w 128"/>
                            <a:gd name="T1" fmla="*/ 7 h 74"/>
                            <a:gd name="T2" fmla="*/ 0 w 128"/>
                            <a:gd name="T3" fmla="*/ 73 h 74"/>
                            <a:gd name="T4" fmla="*/ 127 w 128"/>
                            <a:gd name="T5" fmla="*/ 57 h 74"/>
                            <a:gd name="T6" fmla="*/ 127 w 128"/>
                            <a:gd name="T7" fmla="*/ 0 h 74"/>
                            <a:gd name="T8" fmla="*/ 0 w 128"/>
                            <a:gd name="T9" fmla="*/ 7 h 74"/>
                            <a:gd name="T10" fmla="*/ 0 60000 65536"/>
                            <a:gd name="T11" fmla="*/ 0 60000 65536"/>
                            <a:gd name="T12" fmla="*/ 0 60000 65536"/>
                            <a:gd name="T13" fmla="*/ 0 60000 65536"/>
                            <a:gd name="T14" fmla="*/ 0 60000 65536"/>
                            <a:gd name="T15" fmla="*/ 0 w 128"/>
                            <a:gd name="T16" fmla="*/ 0 h 74"/>
                            <a:gd name="T17" fmla="*/ 128 w 128"/>
                            <a:gd name="T18" fmla="*/ 74 h 74"/>
                          </a:gdLst>
                          <a:ahLst/>
                          <a:cxnLst>
                            <a:cxn ang="T10">
                              <a:pos x="T0" y="T1"/>
                            </a:cxn>
                            <a:cxn ang="T11">
                              <a:pos x="T2" y="T3"/>
                            </a:cxn>
                            <a:cxn ang="T12">
                              <a:pos x="T4" y="T5"/>
                            </a:cxn>
                            <a:cxn ang="T13">
                              <a:pos x="T6" y="T7"/>
                            </a:cxn>
                            <a:cxn ang="T14">
                              <a:pos x="T8" y="T9"/>
                            </a:cxn>
                          </a:cxnLst>
                          <a:rect l="T15" t="T16" r="T17" b="T18"/>
                          <a:pathLst>
                            <a:path w="128" h="74">
                              <a:moveTo>
                                <a:pt x="0" y="7"/>
                              </a:moveTo>
                              <a:lnTo>
                                <a:pt x="0" y="73"/>
                              </a:lnTo>
                              <a:lnTo>
                                <a:pt x="127" y="57"/>
                              </a:lnTo>
                              <a:lnTo>
                                <a:pt x="127" y="0"/>
                              </a:lnTo>
                              <a:lnTo>
                                <a:pt x="0" y="7"/>
                              </a:lnTo>
                            </a:path>
                          </a:pathLst>
                        </a:custGeom>
                        <a:solidFill>
                          <a:srgbClr val="808080"/>
                        </a:solidFill>
                        <a:ln w="12700" cap="rnd">
                          <a:noFill/>
                          <a:round/>
                          <a:headEnd/>
                          <a:tailEnd/>
                        </a:ln>
                      </p:spPr>
                      <p:txBody>
                        <a:bodyPr/>
                        <a:lstStyle/>
                        <a:p>
                          <a:pPr algn="ctr"/>
                          <a:endParaRPr lang="pt-BR" sz="2400"/>
                        </a:p>
                      </p:txBody>
                    </p:sp>
                    <p:sp>
                      <p:nvSpPr>
                        <p:cNvPr id="452" name="Freeform 238"/>
                        <p:cNvSpPr>
                          <a:spLocks/>
                        </p:cNvSpPr>
                        <p:nvPr/>
                      </p:nvSpPr>
                      <p:spPr bwMode="auto">
                        <a:xfrm>
                          <a:off x="3179" y="2363"/>
                          <a:ext cx="298" cy="30"/>
                        </a:xfrm>
                        <a:custGeom>
                          <a:avLst/>
                          <a:gdLst>
                            <a:gd name="T0" fmla="*/ 297 w 298"/>
                            <a:gd name="T1" fmla="*/ 22 h 30"/>
                            <a:gd name="T2" fmla="*/ 169 w 298"/>
                            <a:gd name="T3" fmla="*/ 29 h 30"/>
                            <a:gd name="T4" fmla="*/ 0 w 298"/>
                            <a:gd name="T5" fmla="*/ 0 h 30"/>
                            <a:gd name="T6" fmla="*/ 124 w 298"/>
                            <a:gd name="T7" fmla="*/ 0 h 30"/>
                            <a:gd name="T8" fmla="*/ 297 w 298"/>
                            <a:gd name="T9" fmla="*/ 22 h 30"/>
                            <a:gd name="T10" fmla="*/ 0 60000 65536"/>
                            <a:gd name="T11" fmla="*/ 0 60000 65536"/>
                            <a:gd name="T12" fmla="*/ 0 60000 65536"/>
                            <a:gd name="T13" fmla="*/ 0 60000 65536"/>
                            <a:gd name="T14" fmla="*/ 0 60000 65536"/>
                            <a:gd name="T15" fmla="*/ 0 w 298"/>
                            <a:gd name="T16" fmla="*/ 0 h 30"/>
                            <a:gd name="T17" fmla="*/ 298 w 298"/>
                            <a:gd name="T18" fmla="*/ 30 h 30"/>
                          </a:gdLst>
                          <a:ahLst/>
                          <a:cxnLst>
                            <a:cxn ang="T10">
                              <a:pos x="T0" y="T1"/>
                            </a:cxn>
                            <a:cxn ang="T11">
                              <a:pos x="T2" y="T3"/>
                            </a:cxn>
                            <a:cxn ang="T12">
                              <a:pos x="T4" y="T5"/>
                            </a:cxn>
                            <a:cxn ang="T13">
                              <a:pos x="T6" y="T7"/>
                            </a:cxn>
                            <a:cxn ang="T14">
                              <a:pos x="T8" y="T9"/>
                            </a:cxn>
                          </a:cxnLst>
                          <a:rect l="T15" t="T16" r="T17" b="T18"/>
                          <a:pathLst>
                            <a:path w="298" h="30">
                              <a:moveTo>
                                <a:pt x="297" y="22"/>
                              </a:moveTo>
                              <a:lnTo>
                                <a:pt x="169" y="29"/>
                              </a:lnTo>
                              <a:lnTo>
                                <a:pt x="0" y="0"/>
                              </a:lnTo>
                              <a:lnTo>
                                <a:pt x="124" y="0"/>
                              </a:lnTo>
                              <a:lnTo>
                                <a:pt x="297" y="22"/>
                              </a:lnTo>
                            </a:path>
                          </a:pathLst>
                        </a:custGeom>
                        <a:solidFill>
                          <a:srgbClr val="C0C0C0"/>
                        </a:solidFill>
                        <a:ln w="12700" cap="rnd">
                          <a:noFill/>
                          <a:round/>
                          <a:headEnd/>
                          <a:tailEnd/>
                        </a:ln>
                      </p:spPr>
                      <p:txBody>
                        <a:bodyPr/>
                        <a:lstStyle/>
                        <a:p>
                          <a:pPr algn="ctr"/>
                          <a:endParaRPr lang="pt-BR" sz="2400"/>
                        </a:p>
                      </p:txBody>
                    </p:sp>
                  </p:grpSp>
                  <p:sp>
                    <p:nvSpPr>
                      <p:cNvPr id="445" name="Freeform 239"/>
                      <p:cNvSpPr>
                        <a:spLocks/>
                      </p:cNvSpPr>
                      <p:nvPr/>
                    </p:nvSpPr>
                    <p:spPr bwMode="auto">
                      <a:xfrm>
                        <a:off x="3272" y="2355"/>
                        <a:ext cx="108" cy="28"/>
                      </a:xfrm>
                      <a:custGeom>
                        <a:avLst/>
                        <a:gdLst>
                          <a:gd name="T0" fmla="*/ 107 w 108"/>
                          <a:gd name="T1" fmla="*/ 15 h 28"/>
                          <a:gd name="T2" fmla="*/ 107 w 108"/>
                          <a:gd name="T3" fmla="*/ 24 h 28"/>
                          <a:gd name="T4" fmla="*/ 56 w 108"/>
                          <a:gd name="T5" fmla="*/ 27 h 28"/>
                          <a:gd name="T6" fmla="*/ 0 w 108"/>
                          <a:gd name="T7" fmla="*/ 17 h 28"/>
                          <a:gd name="T8" fmla="*/ 0 w 108"/>
                          <a:gd name="T9" fmla="*/ 0 h 28"/>
                          <a:gd name="T10" fmla="*/ 107 w 108"/>
                          <a:gd name="T11" fmla="*/ 15 h 28"/>
                          <a:gd name="T12" fmla="*/ 0 60000 65536"/>
                          <a:gd name="T13" fmla="*/ 0 60000 65536"/>
                          <a:gd name="T14" fmla="*/ 0 60000 65536"/>
                          <a:gd name="T15" fmla="*/ 0 60000 65536"/>
                          <a:gd name="T16" fmla="*/ 0 60000 65536"/>
                          <a:gd name="T17" fmla="*/ 0 60000 65536"/>
                          <a:gd name="T18" fmla="*/ 0 w 108"/>
                          <a:gd name="T19" fmla="*/ 0 h 28"/>
                          <a:gd name="T20" fmla="*/ 108 w 108"/>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108" h="28">
                            <a:moveTo>
                              <a:pt x="107" y="15"/>
                            </a:moveTo>
                            <a:lnTo>
                              <a:pt x="107" y="24"/>
                            </a:lnTo>
                            <a:lnTo>
                              <a:pt x="56" y="27"/>
                            </a:lnTo>
                            <a:lnTo>
                              <a:pt x="0" y="17"/>
                            </a:lnTo>
                            <a:lnTo>
                              <a:pt x="0" y="0"/>
                            </a:lnTo>
                            <a:lnTo>
                              <a:pt x="107" y="15"/>
                            </a:lnTo>
                          </a:path>
                        </a:pathLst>
                      </a:custGeom>
                      <a:solidFill>
                        <a:srgbClr val="606060"/>
                      </a:solidFill>
                      <a:ln w="12700" cap="rnd">
                        <a:noFill/>
                        <a:round/>
                        <a:headEnd/>
                        <a:tailEnd/>
                      </a:ln>
                    </p:spPr>
                    <p:txBody>
                      <a:bodyPr/>
                      <a:lstStyle/>
                      <a:p>
                        <a:pPr algn="ctr"/>
                        <a:endParaRPr lang="pt-BR" sz="2400"/>
                      </a:p>
                    </p:txBody>
                  </p:sp>
                  <p:grpSp>
                    <p:nvGrpSpPr>
                      <p:cNvPr id="446" name="Group 240"/>
                      <p:cNvGrpSpPr>
                        <a:grpSpLocks/>
                      </p:cNvGrpSpPr>
                      <p:nvPr/>
                    </p:nvGrpSpPr>
                    <p:grpSpPr bwMode="auto">
                      <a:xfrm>
                        <a:off x="3213" y="2239"/>
                        <a:ext cx="241" cy="138"/>
                        <a:chOff x="3213" y="2239"/>
                        <a:chExt cx="241" cy="138"/>
                      </a:xfrm>
                    </p:grpSpPr>
                    <p:sp>
                      <p:nvSpPr>
                        <p:cNvPr id="447" name="Freeform 241"/>
                        <p:cNvSpPr>
                          <a:spLocks/>
                        </p:cNvSpPr>
                        <p:nvPr/>
                      </p:nvSpPr>
                      <p:spPr bwMode="auto">
                        <a:xfrm>
                          <a:off x="3213" y="2239"/>
                          <a:ext cx="138" cy="135"/>
                        </a:xfrm>
                        <a:custGeom>
                          <a:avLst/>
                          <a:gdLst>
                            <a:gd name="T0" fmla="*/ 118 w 138"/>
                            <a:gd name="T1" fmla="*/ 134 h 135"/>
                            <a:gd name="T2" fmla="*/ 137 w 138"/>
                            <a:gd name="T3" fmla="*/ 4 h 135"/>
                            <a:gd name="T4" fmla="*/ 19 w 138"/>
                            <a:gd name="T5" fmla="*/ 0 h 135"/>
                            <a:gd name="T6" fmla="*/ 0 w 138"/>
                            <a:gd name="T7" fmla="*/ 115 h 135"/>
                            <a:gd name="T8" fmla="*/ 118 w 138"/>
                            <a:gd name="T9" fmla="*/ 134 h 135"/>
                            <a:gd name="T10" fmla="*/ 0 60000 65536"/>
                            <a:gd name="T11" fmla="*/ 0 60000 65536"/>
                            <a:gd name="T12" fmla="*/ 0 60000 65536"/>
                            <a:gd name="T13" fmla="*/ 0 60000 65536"/>
                            <a:gd name="T14" fmla="*/ 0 60000 65536"/>
                            <a:gd name="T15" fmla="*/ 0 w 138"/>
                            <a:gd name="T16" fmla="*/ 0 h 135"/>
                            <a:gd name="T17" fmla="*/ 138 w 138"/>
                            <a:gd name="T18" fmla="*/ 135 h 135"/>
                          </a:gdLst>
                          <a:ahLst/>
                          <a:cxnLst>
                            <a:cxn ang="T10">
                              <a:pos x="T0" y="T1"/>
                            </a:cxn>
                            <a:cxn ang="T11">
                              <a:pos x="T2" y="T3"/>
                            </a:cxn>
                            <a:cxn ang="T12">
                              <a:pos x="T4" y="T5"/>
                            </a:cxn>
                            <a:cxn ang="T13">
                              <a:pos x="T6" y="T7"/>
                            </a:cxn>
                            <a:cxn ang="T14">
                              <a:pos x="T8" y="T9"/>
                            </a:cxn>
                          </a:cxnLst>
                          <a:rect l="T15" t="T16" r="T17" b="T18"/>
                          <a:pathLst>
                            <a:path w="138" h="135">
                              <a:moveTo>
                                <a:pt x="118" y="134"/>
                              </a:moveTo>
                              <a:lnTo>
                                <a:pt x="137" y="4"/>
                              </a:lnTo>
                              <a:lnTo>
                                <a:pt x="19" y="0"/>
                              </a:lnTo>
                              <a:lnTo>
                                <a:pt x="0" y="115"/>
                              </a:lnTo>
                              <a:lnTo>
                                <a:pt x="118" y="134"/>
                              </a:lnTo>
                            </a:path>
                          </a:pathLst>
                        </a:custGeom>
                        <a:solidFill>
                          <a:srgbClr val="A0A0A0"/>
                        </a:solidFill>
                        <a:ln w="12700" cap="rnd">
                          <a:noFill/>
                          <a:round/>
                          <a:headEnd/>
                          <a:tailEnd/>
                        </a:ln>
                      </p:spPr>
                      <p:txBody>
                        <a:bodyPr/>
                        <a:lstStyle/>
                        <a:p>
                          <a:pPr algn="ctr"/>
                          <a:endParaRPr lang="pt-BR" sz="2400"/>
                        </a:p>
                      </p:txBody>
                    </p:sp>
                    <p:sp>
                      <p:nvSpPr>
                        <p:cNvPr id="448" name="Freeform 242"/>
                        <p:cNvSpPr>
                          <a:spLocks/>
                        </p:cNvSpPr>
                        <p:nvPr/>
                      </p:nvSpPr>
                      <p:spPr bwMode="auto">
                        <a:xfrm>
                          <a:off x="3331" y="2243"/>
                          <a:ext cx="123" cy="134"/>
                        </a:xfrm>
                        <a:custGeom>
                          <a:avLst/>
                          <a:gdLst>
                            <a:gd name="T0" fmla="*/ 19 w 123"/>
                            <a:gd name="T1" fmla="*/ 0 h 134"/>
                            <a:gd name="T2" fmla="*/ 122 w 123"/>
                            <a:gd name="T3" fmla="*/ 29 h 134"/>
                            <a:gd name="T4" fmla="*/ 108 w 123"/>
                            <a:gd name="T5" fmla="*/ 133 h 134"/>
                            <a:gd name="T6" fmla="*/ 0 w 123"/>
                            <a:gd name="T7" fmla="*/ 129 h 134"/>
                            <a:gd name="T8" fmla="*/ 19 w 123"/>
                            <a:gd name="T9" fmla="*/ 0 h 134"/>
                            <a:gd name="T10" fmla="*/ 0 60000 65536"/>
                            <a:gd name="T11" fmla="*/ 0 60000 65536"/>
                            <a:gd name="T12" fmla="*/ 0 60000 65536"/>
                            <a:gd name="T13" fmla="*/ 0 60000 65536"/>
                            <a:gd name="T14" fmla="*/ 0 60000 65536"/>
                            <a:gd name="T15" fmla="*/ 0 w 123"/>
                            <a:gd name="T16" fmla="*/ 0 h 134"/>
                            <a:gd name="T17" fmla="*/ 123 w 123"/>
                            <a:gd name="T18" fmla="*/ 134 h 134"/>
                          </a:gdLst>
                          <a:ahLst/>
                          <a:cxnLst>
                            <a:cxn ang="T10">
                              <a:pos x="T0" y="T1"/>
                            </a:cxn>
                            <a:cxn ang="T11">
                              <a:pos x="T2" y="T3"/>
                            </a:cxn>
                            <a:cxn ang="T12">
                              <a:pos x="T4" y="T5"/>
                            </a:cxn>
                            <a:cxn ang="T13">
                              <a:pos x="T6" y="T7"/>
                            </a:cxn>
                            <a:cxn ang="T14">
                              <a:pos x="T8" y="T9"/>
                            </a:cxn>
                          </a:cxnLst>
                          <a:rect l="T15" t="T16" r="T17" b="T18"/>
                          <a:pathLst>
                            <a:path w="123" h="134">
                              <a:moveTo>
                                <a:pt x="19" y="0"/>
                              </a:moveTo>
                              <a:lnTo>
                                <a:pt x="122" y="29"/>
                              </a:lnTo>
                              <a:lnTo>
                                <a:pt x="108" y="133"/>
                              </a:lnTo>
                              <a:lnTo>
                                <a:pt x="0" y="129"/>
                              </a:lnTo>
                              <a:lnTo>
                                <a:pt x="19" y="0"/>
                              </a:lnTo>
                            </a:path>
                          </a:pathLst>
                        </a:custGeom>
                        <a:solidFill>
                          <a:srgbClr val="808080"/>
                        </a:solidFill>
                        <a:ln w="12700" cap="rnd">
                          <a:noFill/>
                          <a:round/>
                          <a:headEnd/>
                          <a:tailEnd/>
                        </a:ln>
                      </p:spPr>
                      <p:txBody>
                        <a:bodyPr/>
                        <a:lstStyle/>
                        <a:p>
                          <a:pPr algn="ctr"/>
                          <a:endParaRPr lang="pt-BR" sz="2400"/>
                        </a:p>
                      </p:txBody>
                    </p:sp>
                    <p:sp>
                      <p:nvSpPr>
                        <p:cNvPr id="449" name="Freeform 243"/>
                        <p:cNvSpPr>
                          <a:spLocks/>
                        </p:cNvSpPr>
                        <p:nvPr/>
                      </p:nvSpPr>
                      <p:spPr bwMode="auto">
                        <a:xfrm>
                          <a:off x="3229" y="2252"/>
                          <a:ext cx="100" cy="102"/>
                        </a:xfrm>
                        <a:custGeom>
                          <a:avLst/>
                          <a:gdLst>
                            <a:gd name="T0" fmla="*/ 99 w 100"/>
                            <a:gd name="T1" fmla="*/ 4 h 102"/>
                            <a:gd name="T2" fmla="*/ 85 w 100"/>
                            <a:gd name="T3" fmla="*/ 101 h 102"/>
                            <a:gd name="T4" fmla="*/ 0 w 100"/>
                            <a:gd name="T5" fmla="*/ 89 h 102"/>
                            <a:gd name="T6" fmla="*/ 14 w 100"/>
                            <a:gd name="T7" fmla="*/ 0 h 102"/>
                            <a:gd name="T8" fmla="*/ 99 w 100"/>
                            <a:gd name="T9" fmla="*/ 4 h 102"/>
                            <a:gd name="T10" fmla="*/ 0 60000 65536"/>
                            <a:gd name="T11" fmla="*/ 0 60000 65536"/>
                            <a:gd name="T12" fmla="*/ 0 60000 65536"/>
                            <a:gd name="T13" fmla="*/ 0 60000 65536"/>
                            <a:gd name="T14" fmla="*/ 0 60000 65536"/>
                            <a:gd name="T15" fmla="*/ 0 w 100"/>
                            <a:gd name="T16" fmla="*/ 0 h 102"/>
                            <a:gd name="T17" fmla="*/ 100 w 100"/>
                            <a:gd name="T18" fmla="*/ 102 h 102"/>
                          </a:gdLst>
                          <a:ahLst/>
                          <a:cxnLst>
                            <a:cxn ang="T10">
                              <a:pos x="T0" y="T1"/>
                            </a:cxn>
                            <a:cxn ang="T11">
                              <a:pos x="T2" y="T3"/>
                            </a:cxn>
                            <a:cxn ang="T12">
                              <a:pos x="T4" y="T5"/>
                            </a:cxn>
                            <a:cxn ang="T13">
                              <a:pos x="T6" y="T7"/>
                            </a:cxn>
                            <a:cxn ang="T14">
                              <a:pos x="T8" y="T9"/>
                            </a:cxn>
                          </a:cxnLst>
                          <a:rect l="T15" t="T16" r="T17" b="T18"/>
                          <a:pathLst>
                            <a:path w="100" h="102">
                              <a:moveTo>
                                <a:pt x="99" y="4"/>
                              </a:moveTo>
                              <a:lnTo>
                                <a:pt x="85" y="101"/>
                              </a:lnTo>
                              <a:lnTo>
                                <a:pt x="0" y="89"/>
                              </a:lnTo>
                              <a:lnTo>
                                <a:pt x="14" y="0"/>
                              </a:lnTo>
                              <a:lnTo>
                                <a:pt x="99" y="4"/>
                              </a:lnTo>
                            </a:path>
                          </a:pathLst>
                        </a:custGeom>
                        <a:solidFill>
                          <a:srgbClr val="00C0C0"/>
                        </a:solidFill>
                        <a:ln w="12700" cap="rnd">
                          <a:noFill/>
                          <a:round/>
                          <a:headEnd/>
                          <a:tailEnd/>
                        </a:ln>
                      </p:spPr>
                      <p:txBody>
                        <a:bodyPr/>
                        <a:lstStyle/>
                        <a:p>
                          <a:pPr algn="ctr"/>
                          <a:endParaRPr lang="pt-BR" sz="2400"/>
                        </a:p>
                      </p:txBody>
                    </p:sp>
                  </p:grpSp>
                </p:grpSp>
                <p:grpSp>
                  <p:nvGrpSpPr>
                    <p:cNvPr id="436" name="Group 244"/>
                    <p:cNvGrpSpPr>
                      <a:grpSpLocks/>
                    </p:cNvGrpSpPr>
                    <p:nvPr/>
                  </p:nvGrpSpPr>
                  <p:grpSpPr bwMode="auto">
                    <a:xfrm>
                      <a:off x="3192" y="2374"/>
                      <a:ext cx="97" cy="63"/>
                      <a:chOff x="3192" y="2374"/>
                      <a:chExt cx="97" cy="63"/>
                    </a:xfrm>
                  </p:grpSpPr>
                  <p:sp>
                    <p:nvSpPr>
                      <p:cNvPr id="437" name="Freeform 245"/>
                      <p:cNvSpPr>
                        <a:spLocks/>
                      </p:cNvSpPr>
                      <p:nvPr/>
                    </p:nvSpPr>
                    <p:spPr bwMode="auto">
                      <a:xfrm>
                        <a:off x="3192" y="2374"/>
                        <a:ext cx="97" cy="63"/>
                      </a:xfrm>
                      <a:custGeom>
                        <a:avLst/>
                        <a:gdLst>
                          <a:gd name="T0" fmla="*/ 0 w 97"/>
                          <a:gd name="T1" fmla="*/ 0 h 63"/>
                          <a:gd name="T2" fmla="*/ 96 w 97"/>
                          <a:gd name="T3" fmla="*/ 18 h 63"/>
                          <a:gd name="T4" fmla="*/ 96 w 97"/>
                          <a:gd name="T5" fmla="*/ 62 h 63"/>
                          <a:gd name="T6" fmla="*/ 0 w 97"/>
                          <a:gd name="T7" fmla="*/ 35 h 63"/>
                          <a:gd name="T8" fmla="*/ 0 w 97"/>
                          <a:gd name="T9" fmla="*/ 0 h 63"/>
                          <a:gd name="T10" fmla="*/ 0 60000 65536"/>
                          <a:gd name="T11" fmla="*/ 0 60000 65536"/>
                          <a:gd name="T12" fmla="*/ 0 60000 65536"/>
                          <a:gd name="T13" fmla="*/ 0 60000 65536"/>
                          <a:gd name="T14" fmla="*/ 0 60000 65536"/>
                          <a:gd name="T15" fmla="*/ 0 w 97"/>
                          <a:gd name="T16" fmla="*/ 0 h 63"/>
                          <a:gd name="T17" fmla="*/ 97 w 97"/>
                          <a:gd name="T18" fmla="*/ 63 h 63"/>
                        </a:gdLst>
                        <a:ahLst/>
                        <a:cxnLst>
                          <a:cxn ang="T10">
                            <a:pos x="T0" y="T1"/>
                          </a:cxn>
                          <a:cxn ang="T11">
                            <a:pos x="T2" y="T3"/>
                          </a:cxn>
                          <a:cxn ang="T12">
                            <a:pos x="T4" y="T5"/>
                          </a:cxn>
                          <a:cxn ang="T13">
                            <a:pos x="T6" y="T7"/>
                          </a:cxn>
                          <a:cxn ang="T14">
                            <a:pos x="T8" y="T9"/>
                          </a:cxn>
                        </a:cxnLst>
                        <a:rect l="T15" t="T16" r="T17" b="T18"/>
                        <a:pathLst>
                          <a:path w="97" h="63">
                            <a:moveTo>
                              <a:pt x="0" y="0"/>
                            </a:moveTo>
                            <a:lnTo>
                              <a:pt x="96" y="18"/>
                            </a:lnTo>
                            <a:lnTo>
                              <a:pt x="96" y="62"/>
                            </a:lnTo>
                            <a:lnTo>
                              <a:pt x="0" y="35"/>
                            </a:lnTo>
                            <a:lnTo>
                              <a:pt x="0" y="0"/>
                            </a:lnTo>
                          </a:path>
                        </a:pathLst>
                      </a:custGeom>
                      <a:solidFill>
                        <a:srgbClr val="404040"/>
                      </a:solidFill>
                      <a:ln w="12700" cap="rnd">
                        <a:noFill/>
                        <a:round/>
                        <a:headEnd/>
                        <a:tailEnd/>
                      </a:ln>
                    </p:spPr>
                    <p:txBody>
                      <a:bodyPr/>
                      <a:lstStyle/>
                      <a:p>
                        <a:pPr algn="ctr"/>
                        <a:endParaRPr lang="pt-BR" sz="2400"/>
                      </a:p>
                    </p:txBody>
                  </p:sp>
                  <p:sp>
                    <p:nvSpPr>
                      <p:cNvPr id="438" name="Line 246"/>
                      <p:cNvSpPr>
                        <a:spLocks noChangeShapeType="1"/>
                      </p:cNvSpPr>
                      <p:nvPr/>
                    </p:nvSpPr>
                    <p:spPr bwMode="auto">
                      <a:xfrm flipH="1" flipV="1">
                        <a:off x="3200" y="2389"/>
                        <a:ext cx="24" cy="5"/>
                      </a:xfrm>
                      <a:prstGeom prst="line">
                        <a:avLst/>
                      </a:prstGeom>
                      <a:noFill/>
                      <a:ln w="12700">
                        <a:noFill/>
                        <a:round/>
                        <a:headEnd type="none" w="sm" len="sm"/>
                        <a:tailEnd type="none" w="sm" len="sm"/>
                      </a:ln>
                    </p:spPr>
                    <p:txBody>
                      <a:bodyPr wrap="none" anchor="ctr"/>
                      <a:lstStyle/>
                      <a:p>
                        <a:endParaRPr lang="pt-BR" sz="2400"/>
                      </a:p>
                    </p:txBody>
                  </p:sp>
                  <p:sp>
                    <p:nvSpPr>
                      <p:cNvPr id="439" name="Line 247"/>
                      <p:cNvSpPr>
                        <a:spLocks noChangeShapeType="1"/>
                      </p:cNvSpPr>
                      <p:nvPr/>
                    </p:nvSpPr>
                    <p:spPr bwMode="auto">
                      <a:xfrm>
                        <a:off x="3240" y="2398"/>
                        <a:ext cx="31" cy="6"/>
                      </a:xfrm>
                      <a:prstGeom prst="line">
                        <a:avLst/>
                      </a:prstGeom>
                      <a:noFill/>
                      <a:ln w="12700">
                        <a:noFill/>
                        <a:round/>
                        <a:headEnd type="none" w="sm" len="sm"/>
                        <a:tailEnd type="none" w="sm" len="sm"/>
                      </a:ln>
                    </p:spPr>
                    <p:txBody>
                      <a:bodyPr wrap="none" anchor="ctr"/>
                      <a:lstStyle/>
                      <a:p>
                        <a:endParaRPr lang="pt-BR" sz="2400"/>
                      </a:p>
                    </p:txBody>
                  </p:sp>
                  <p:sp>
                    <p:nvSpPr>
                      <p:cNvPr id="440" name="Line 248"/>
                      <p:cNvSpPr>
                        <a:spLocks noChangeShapeType="1"/>
                      </p:cNvSpPr>
                      <p:nvPr/>
                    </p:nvSpPr>
                    <p:spPr bwMode="auto">
                      <a:xfrm>
                        <a:off x="3232" y="2381"/>
                        <a:ext cx="1" cy="39"/>
                      </a:xfrm>
                      <a:prstGeom prst="line">
                        <a:avLst/>
                      </a:prstGeom>
                      <a:noFill/>
                      <a:ln w="12700">
                        <a:noFill/>
                        <a:round/>
                        <a:headEnd type="none" w="sm" len="sm"/>
                        <a:tailEnd type="none" w="sm" len="sm"/>
                      </a:ln>
                    </p:spPr>
                    <p:txBody>
                      <a:bodyPr wrap="none" anchor="ctr"/>
                      <a:lstStyle/>
                      <a:p>
                        <a:endParaRPr lang="pt-BR" sz="2400"/>
                      </a:p>
                    </p:txBody>
                  </p:sp>
                  <p:sp>
                    <p:nvSpPr>
                      <p:cNvPr id="441" name="Line 249"/>
                      <p:cNvSpPr>
                        <a:spLocks noChangeShapeType="1"/>
                      </p:cNvSpPr>
                      <p:nvPr/>
                    </p:nvSpPr>
                    <p:spPr bwMode="auto">
                      <a:xfrm>
                        <a:off x="3278" y="2391"/>
                        <a:ext cx="1" cy="42"/>
                      </a:xfrm>
                      <a:prstGeom prst="line">
                        <a:avLst/>
                      </a:prstGeom>
                      <a:noFill/>
                      <a:ln w="12700">
                        <a:noFill/>
                        <a:round/>
                        <a:headEnd type="none" w="sm" len="sm"/>
                        <a:tailEnd type="none" w="sm" len="sm"/>
                      </a:ln>
                    </p:spPr>
                    <p:txBody>
                      <a:bodyPr wrap="none" anchor="ctr"/>
                      <a:lstStyle/>
                      <a:p>
                        <a:endParaRPr lang="pt-BR" sz="2400"/>
                      </a:p>
                    </p:txBody>
                  </p:sp>
                  <p:sp>
                    <p:nvSpPr>
                      <p:cNvPr id="442" name="Line 250"/>
                      <p:cNvSpPr>
                        <a:spLocks noChangeShapeType="1"/>
                      </p:cNvSpPr>
                      <p:nvPr/>
                    </p:nvSpPr>
                    <p:spPr bwMode="auto">
                      <a:xfrm>
                        <a:off x="3193" y="2390"/>
                        <a:ext cx="85" cy="20"/>
                      </a:xfrm>
                      <a:prstGeom prst="line">
                        <a:avLst/>
                      </a:prstGeom>
                      <a:noFill/>
                      <a:ln w="12700">
                        <a:noFill/>
                        <a:round/>
                        <a:headEnd type="none" w="sm" len="sm"/>
                        <a:tailEnd type="none" w="sm" len="sm"/>
                      </a:ln>
                    </p:spPr>
                    <p:txBody>
                      <a:bodyPr wrap="none" anchor="ctr"/>
                      <a:lstStyle/>
                      <a:p>
                        <a:endParaRPr lang="pt-BR" sz="2400"/>
                      </a:p>
                    </p:txBody>
                  </p:sp>
                  <p:sp>
                    <p:nvSpPr>
                      <p:cNvPr id="443" name="Line 251"/>
                      <p:cNvSpPr>
                        <a:spLocks noChangeShapeType="1"/>
                      </p:cNvSpPr>
                      <p:nvPr/>
                    </p:nvSpPr>
                    <p:spPr bwMode="auto">
                      <a:xfrm flipH="1" flipV="1">
                        <a:off x="3193" y="2382"/>
                        <a:ext cx="85" cy="18"/>
                      </a:xfrm>
                      <a:prstGeom prst="line">
                        <a:avLst/>
                      </a:prstGeom>
                      <a:noFill/>
                      <a:ln w="12700">
                        <a:noFill/>
                        <a:round/>
                        <a:headEnd type="none" w="sm" len="sm"/>
                        <a:tailEnd type="none" w="sm" len="sm"/>
                      </a:ln>
                    </p:spPr>
                    <p:txBody>
                      <a:bodyPr wrap="none" anchor="ctr"/>
                      <a:lstStyle/>
                      <a:p>
                        <a:endParaRPr lang="pt-BR" sz="2400"/>
                      </a:p>
                    </p:txBody>
                  </p:sp>
                </p:grpSp>
              </p:grpSp>
              <p:grpSp>
                <p:nvGrpSpPr>
                  <p:cNvPr id="403" name="Group 252"/>
                  <p:cNvGrpSpPr>
                    <a:grpSpLocks/>
                  </p:cNvGrpSpPr>
                  <p:nvPr/>
                </p:nvGrpSpPr>
                <p:grpSpPr bwMode="auto">
                  <a:xfrm>
                    <a:off x="3092" y="2375"/>
                    <a:ext cx="232" cy="108"/>
                    <a:chOff x="3092" y="2375"/>
                    <a:chExt cx="232" cy="108"/>
                  </a:xfrm>
                </p:grpSpPr>
                <p:grpSp>
                  <p:nvGrpSpPr>
                    <p:cNvPr id="404" name="Group 253"/>
                    <p:cNvGrpSpPr>
                      <a:grpSpLocks/>
                    </p:cNvGrpSpPr>
                    <p:nvPr/>
                  </p:nvGrpSpPr>
                  <p:grpSpPr bwMode="auto">
                    <a:xfrm>
                      <a:off x="3271" y="2433"/>
                      <a:ext cx="38" cy="26"/>
                      <a:chOff x="3271" y="2433"/>
                      <a:chExt cx="38" cy="26"/>
                    </a:xfrm>
                  </p:grpSpPr>
                  <p:sp>
                    <p:nvSpPr>
                      <p:cNvPr id="433" name="Freeform 254"/>
                      <p:cNvSpPr>
                        <a:spLocks/>
                      </p:cNvSpPr>
                      <p:nvPr/>
                    </p:nvSpPr>
                    <p:spPr bwMode="auto">
                      <a:xfrm>
                        <a:off x="3298" y="2433"/>
                        <a:ext cx="11" cy="26"/>
                      </a:xfrm>
                      <a:custGeom>
                        <a:avLst/>
                        <a:gdLst>
                          <a:gd name="T0" fmla="*/ 7 w 11"/>
                          <a:gd name="T1" fmla="*/ 0 h 26"/>
                          <a:gd name="T2" fmla="*/ 10 w 11"/>
                          <a:gd name="T3" fmla="*/ 23 h 26"/>
                          <a:gd name="T4" fmla="*/ 3 w 11"/>
                          <a:gd name="T5" fmla="*/ 25 h 26"/>
                          <a:gd name="T6" fmla="*/ 0 w 11"/>
                          <a:gd name="T7" fmla="*/ 1 h 26"/>
                          <a:gd name="T8" fmla="*/ 7 w 11"/>
                          <a:gd name="T9" fmla="*/ 0 h 26"/>
                          <a:gd name="T10" fmla="*/ 0 60000 65536"/>
                          <a:gd name="T11" fmla="*/ 0 60000 65536"/>
                          <a:gd name="T12" fmla="*/ 0 60000 65536"/>
                          <a:gd name="T13" fmla="*/ 0 60000 65536"/>
                          <a:gd name="T14" fmla="*/ 0 60000 65536"/>
                          <a:gd name="T15" fmla="*/ 0 w 11"/>
                          <a:gd name="T16" fmla="*/ 0 h 26"/>
                          <a:gd name="T17" fmla="*/ 11 w 11"/>
                          <a:gd name="T18" fmla="*/ 26 h 26"/>
                        </a:gdLst>
                        <a:ahLst/>
                        <a:cxnLst>
                          <a:cxn ang="T10">
                            <a:pos x="T0" y="T1"/>
                          </a:cxn>
                          <a:cxn ang="T11">
                            <a:pos x="T2" y="T3"/>
                          </a:cxn>
                          <a:cxn ang="T12">
                            <a:pos x="T4" y="T5"/>
                          </a:cxn>
                          <a:cxn ang="T13">
                            <a:pos x="T6" y="T7"/>
                          </a:cxn>
                          <a:cxn ang="T14">
                            <a:pos x="T8" y="T9"/>
                          </a:cxn>
                        </a:cxnLst>
                        <a:rect l="T15" t="T16" r="T17" b="T18"/>
                        <a:pathLst>
                          <a:path w="11" h="26">
                            <a:moveTo>
                              <a:pt x="7" y="0"/>
                            </a:moveTo>
                            <a:lnTo>
                              <a:pt x="10" y="23"/>
                            </a:lnTo>
                            <a:lnTo>
                              <a:pt x="3" y="25"/>
                            </a:lnTo>
                            <a:lnTo>
                              <a:pt x="0" y="1"/>
                            </a:lnTo>
                            <a:lnTo>
                              <a:pt x="7" y="0"/>
                            </a:lnTo>
                          </a:path>
                        </a:pathLst>
                      </a:custGeom>
                      <a:solidFill>
                        <a:srgbClr val="606060"/>
                      </a:solidFill>
                      <a:ln w="12700" cap="rnd">
                        <a:noFill/>
                        <a:round/>
                        <a:headEnd/>
                        <a:tailEnd/>
                      </a:ln>
                    </p:spPr>
                    <p:txBody>
                      <a:bodyPr/>
                      <a:lstStyle/>
                      <a:p>
                        <a:pPr algn="ctr"/>
                        <a:endParaRPr lang="pt-BR" sz="2400"/>
                      </a:p>
                    </p:txBody>
                  </p:sp>
                  <p:sp>
                    <p:nvSpPr>
                      <p:cNvPr id="434" name="Freeform 255"/>
                      <p:cNvSpPr>
                        <a:spLocks/>
                      </p:cNvSpPr>
                      <p:nvPr/>
                    </p:nvSpPr>
                    <p:spPr bwMode="auto">
                      <a:xfrm>
                        <a:off x="3271" y="2436"/>
                        <a:ext cx="31" cy="23"/>
                      </a:xfrm>
                      <a:custGeom>
                        <a:avLst/>
                        <a:gdLst>
                          <a:gd name="T0" fmla="*/ 28 w 31"/>
                          <a:gd name="T1" fmla="*/ 1 h 23"/>
                          <a:gd name="T2" fmla="*/ 30 w 31"/>
                          <a:gd name="T3" fmla="*/ 22 h 23"/>
                          <a:gd name="T4" fmla="*/ 0 w 31"/>
                          <a:gd name="T5" fmla="*/ 11 h 23"/>
                          <a:gd name="T6" fmla="*/ 12 w 31"/>
                          <a:gd name="T7" fmla="*/ 7 h 23"/>
                          <a:gd name="T8" fmla="*/ 22 w 31"/>
                          <a:gd name="T9" fmla="*/ 12 h 23"/>
                          <a:gd name="T10" fmla="*/ 19 w 31"/>
                          <a:gd name="T11" fmla="*/ 0 h 23"/>
                          <a:gd name="T12" fmla="*/ 28 w 31"/>
                          <a:gd name="T13" fmla="*/ 1 h 23"/>
                          <a:gd name="T14" fmla="*/ 0 60000 65536"/>
                          <a:gd name="T15" fmla="*/ 0 60000 65536"/>
                          <a:gd name="T16" fmla="*/ 0 60000 65536"/>
                          <a:gd name="T17" fmla="*/ 0 60000 65536"/>
                          <a:gd name="T18" fmla="*/ 0 60000 65536"/>
                          <a:gd name="T19" fmla="*/ 0 60000 65536"/>
                          <a:gd name="T20" fmla="*/ 0 60000 65536"/>
                          <a:gd name="T21" fmla="*/ 0 w 31"/>
                          <a:gd name="T22" fmla="*/ 0 h 23"/>
                          <a:gd name="T23" fmla="*/ 31 w 31"/>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3">
                            <a:moveTo>
                              <a:pt x="28" y="1"/>
                            </a:moveTo>
                            <a:lnTo>
                              <a:pt x="30" y="22"/>
                            </a:lnTo>
                            <a:lnTo>
                              <a:pt x="0" y="11"/>
                            </a:lnTo>
                            <a:lnTo>
                              <a:pt x="12" y="7"/>
                            </a:lnTo>
                            <a:lnTo>
                              <a:pt x="22" y="12"/>
                            </a:lnTo>
                            <a:lnTo>
                              <a:pt x="19" y="0"/>
                            </a:lnTo>
                            <a:lnTo>
                              <a:pt x="28" y="1"/>
                            </a:lnTo>
                          </a:path>
                        </a:pathLst>
                      </a:custGeom>
                      <a:solidFill>
                        <a:srgbClr val="404040"/>
                      </a:solidFill>
                      <a:ln w="12700" cap="rnd">
                        <a:noFill/>
                        <a:round/>
                        <a:headEnd/>
                        <a:tailEnd/>
                      </a:ln>
                    </p:spPr>
                    <p:txBody>
                      <a:bodyPr/>
                      <a:lstStyle/>
                      <a:p>
                        <a:pPr algn="ctr"/>
                        <a:endParaRPr lang="pt-BR" sz="2400"/>
                      </a:p>
                    </p:txBody>
                  </p:sp>
                </p:grpSp>
                <p:grpSp>
                  <p:nvGrpSpPr>
                    <p:cNvPr id="405" name="Group 256"/>
                    <p:cNvGrpSpPr>
                      <a:grpSpLocks/>
                    </p:cNvGrpSpPr>
                    <p:nvPr/>
                  </p:nvGrpSpPr>
                  <p:grpSpPr bwMode="auto">
                    <a:xfrm>
                      <a:off x="3092" y="2375"/>
                      <a:ext cx="232" cy="108"/>
                      <a:chOff x="3092" y="2375"/>
                      <a:chExt cx="232" cy="108"/>
                    </a:xfrm>
                  </p:grpSpPr>
                  <p:sp>
                    <p:nvSpPr>
                      <p:cNvPr id="406" name="Freeform 257"/>
                      <p:cNvSpPr>
                        <a:spLocks/>
                      </p:cNvSpPr>
                      <p:nvPr/>
                    </p:nvSpPr>
                    <p:spPr bwMode="auto">
                      <a:xfrm>
                        <a:off x="3092" y="2375"/>
                        <a:ext cx="228" cy="95"/>
                      </a:xfrm>
                      <a:custGeom>
                        <a:avLst/>
                        <a:gdLst>
                          <a:gd name="T0" fmla="*/ 227 w 228"/>
                          <a:gd name="T1" fmla="*/ 40 h 95"/>
                          <a:gd name="T2" fmla="*/ 119 w 228"/>
                          <a:gd name="T3" fmla="*/ 94 h 95"/>
                          <a:gd name="T4" fmla="*/ 0 w 228"/>
                          <a:gd name="T5" fmla="*/ 42 h 95"/>
                          <a:gd name="T6" fmla="*/ 91 w 228"/>
                          <a:gd name="T7" fmla="*/ 0 h 95"/>
                          <a:gd name="T8" fmla="*/ 227 w 228"/>
                          <a:gd name="T9" fmla="*/ 40 h 95"/>
                          <a:gd name="T10" fmla="*/ 0 60000 65536"/>
                          <a:gd name="T11" fmla="*/ 0 60000 65536"/>
                          <a:gd name="T12" fmla="*/ 0 60000 65536"/>
                          <a:gd name="T13" fmla="*/ 0 60000 65536"/>
                          <a:gd name="T14" fmla="*/ 0 60000 65536"/>
                          <a:gd name="T15" fmla="*/ 0 w 228"/>
                          <a:gd name="T16" fmla="*/ 0 h 95"/>
                          <a:gd name="T17" fmla="*/ 228 w 228"/>
                          <a:gd name="T18" fmla="*/ 95 h 95"/>
                        </a:gdLst>
                        <a:ahLst/>
                        <a:cxnLst>
                          <a:cxn ang="T10">
                            <a:pos x="T0" y="T1"/>
                          </a:cxn>
                          <a:cxn ang="T11">
                            <a:pos x="T2" y="T3"/>
                          </a:cxn>
                          <a:cxn ang="T12">
                            <a:pos x="T4" y="T5"/>
                          </a:cxn>
                          <a:cxn ang="T13">
                            <a:pos x="T6" y="T7"/>
                          </a:cxn>
                          <a:cxn ang="T14">
                            <a:pos x="T8" y="T9"/>
                          </a:cxn>
                        </a:cxnLst>
                        <a:rect l="T15" t="T16" r="T17" b="T18"/>
                        <a:pathLst>
                          <a:path w="228" h="95">
                            <a:moveTo>
                              <a:pt x="227" y="40"/>
                            </a:moveTo>
                            <a:lnTo>
                              <a:pt x="119" y="94"/>
                            </a:lnTo>
                            <a:lnTo>
                              <a:pt x="0" y="42"/>
                            </a:lnTo>
                            <a:lnTo>
                              <a:pt x="91" y="0"/>
                            </a:lnTo>
                            <a:lnTo>
                              <a:pt x="227" y="40"/>
                            </a:lnTo>
                          </a:path>
                        </a:pathLst>
                      </a:custGeom>
                      <a:solidFill>
                        <a:srgbClr val="808080"/>
                      </a:solidFill>
                      <a:ln w="12700" cap="rnd">
                        <a:noFill/>
                        <a:round/>
                        <a:headEnd/>
                        <a:tailEnd/>
                      </a:ln>
                    </p:spPr>
                    <p:txBody>
                      <a:bodyPr/>
                      <a:lstStyle/>
                      <a:p>
                        <a:pPr algn="ctr"/>
                        <a:endParaRPr lang="pt-BR" sz="2400"/>
                      </a:p>
                    </p:txBody>
                  </p:sp>
                  <p:sp>
                    <p:nvSpPr>
                      <p:cNvPr id="407" name="Freeform 258"/>
                      <p:cNvSpPr>
                        <a:spLocks/>
                      </p:cNvSpPr>
                      <p:nvPr/>
                    </p:nvSpPr>
                    <p:spPr bwMode="auto">
                      <a:xfrm>
                        <a:off x="3210" y="2414"/>
                        <a:ext cx="114" cy="69"/>
                      </a:xfrm>
                      <a:custGeom>
                        <a:avLst/>
                        <a:gdLst>
                          <a:gd name="T0" fmla="*/ 109 w 114"/>
                          <a:gd name="T1" fmla="*/ 0 h 69"/>
                          <a:gd name="T2" fmla="*/ 0 w 114"/>
                          <a:gd name="T3" fmla="*/ 56 h 69"/>
                          <a:gd name="T4" fmla="*/ 3 w 114"/>
                          <a:gd name="T5" fmla="*/ 68 h 69"/>
                          <a:gd name="T6" fmla="*/ 113 w 114"/>
                          <a:gd name="T7" fmla="*/ 11 h 69"/>
                          <a:gd name="T8" fmla="*/ 109 w 114"/>
                          <a:gd name="T9" fmla="*/ 0 h 69"/>
                          <a:gd name="T10" fmla="*/ 0 60000 65536"/>
                          <a:gd name="T11" fmla="*/ 0 60000 65536"/>
                          <a:gd name="T12" fmla="*/ 0 60000 65536"/>
                          <a:gd name="T13" fmla="*/ 0 60000 65536"/>
                          <a:gd name="T14" fmla="*/ 0 60000 65536"/>
                          <a:gd name="T15" fmla="*/ 0 w 114"/>
                          <a:gd name="T16" fmla="*/ 0 h 69"/>
                          <a:gd name="T17" fmla="*/ 114 w 114"/>
                          <a:gd name="T18" fmla="*/ 69 h 69"/>
                        </a:gdLst>
                        <a:ahLst/>
                        <a:cxnLst>
                          <a:cxn ang="T10">
                            <a:pos x="T0" y="T1"/>
                          </a:cxn>
                          <a:cxn ang="T11">
                            <a:pos x="T2" y="T3"/>
                          </a:cxn>
                          <a:cxn ang="T12">
                            <a:pos x="T4" y="T5"/>
                          </a:cxn>
                          <a:cxn ang="T13">
                            <a:pos x="T6" y="T7"/>
                          </a:cxn>
                          <a:cxn ang="T14">
                            <a:pos x="T8" y="T9"/>
                          </a:cxn>
                        </a:cxnLst>
                        <a:rect l="T15" t="T16" r="T17" b="T18"/>
                        <a:pathLst>
                          <a:path w="114" h="69">
                            <a:moveTo>
                              <a:pt x="109" y="0"/>
                            </a:moveTo>
                            <a:lnTo>
                              <a:pt x="0" y="56"/>
                            </a:lnTo>
                            <a:lnTo>
                              <a:pt x="3" y="68"/>
                            </a:lnTo>
                            <a:lnTo>
                              <a:pt x="113" y="11"/>
                            </a:lnTo>
                            <a:lnTo>
                              <a:pt x="109" y="0"/>
                            </a:lnTo>
                          </a:path>
                        </a:pathLst>
                      </a:custGeom>
                      <a:solidFill>
                        <a:srgbClr val="606060"/>
                      </a:solidFill>
                      <a:ln w="12700" cap="rnd">
                        <a:noFill/>
                        <a:round/>
                        <a:headEnd/>
                        <a:tailEnd/>
                      </a:ln>
                    </p:spPr>
                    <p:txBody>
                      <a:bodyPr/>
                      <a:lstStyle/>
                      <a:p>
                        <a:pPr algn="ctr"/>
                        <a:endParaRPr lang="pt-BR" sz="2400"/>
                      </a:p>
                    </p:txBody>
                  </p:sp>
                  <p:sp>
                    <p:nvSpPr>
                      <p:cNvPr id="408" name="Freeform 259"/>
                      <p:cNvSpPr>
                        <a:spLocks/>
                      </p:cNvSpPr>
                      <p:nvPr/>
                    </p:nvSpPr>
                    <p:spPr bwMode="auto">
                      <a:xfrm>
                        <a:off x="3092" y="2416"/>
                        <a:ext cx="122" cy="67"/>
                      </a:xfrm>
                      <a:custGeom>
                        <a:avLst/>
                        <a:gdLst>
                          <a:gd name="T0" fmla="*/ 121 w 122"/>
                          <a:gd name="T1" fmla="*/ 66 h 67"/>
                          <a:gd name="T2" fmla="*/ 117 w 122"/>
                          <a:gd name="T3" fmla="*/ 53 h 67"/>
                          <a:gd name="T4" fmla="*/ 0 w 122"/>
                          <a:gd name="T5" fmla="*/ 0 h 67"/>
                          <a:gd name="T6" fmla="*/ 4 w 122"/>
                          <a:gd name="T7" fmla="*/ 10 h 67"/>
                          <a:gd name="T8" fmla="*/ 121 w 122"/>
                          <a:gd name="T9" fmla="*/ 66 h 67"/>
                          <a:gd name="T10" fmla="*/ 0 60000 65536"/>
                          <a:gd name="T11" fmla="*/ 0 60000 65536"/>
                          <a:gd name="T12" fmla="*/ 0 60000 65536"/>
                          <a:gd name="T13" fmla="*/ 0 60000 65536"/>
                          <a:gd name="T14" fmla="*/ 0 60000 65536"/>
                          <a:gd name="T15" fmla="*/ 0 w 122"/>
                          <a:gd name="T16" fmla="*/ 0 h 67"/>
                          <a:gd name="T17" fmla="*/ 122 w 122"/>
                          <a:gd name="T18" fmla="*/ 67 h 67"/>
                        </a:gdLst>
                        <a:ahLst/>
                        <a:cxnLst>
                          <a:cxn ang="T10">
                            <a:pos x="T0" y="T1"/>
                          </a:cxn>
                          <a:cxn ang="T11">
                            <a:pos x="T2" y="T3"/>
                          </a:cxn>
                          <a:cxn ang="T12">
                            <a:pos x="T4" y="T5"/>
                          </a:cxn>
                          <a:cxn ang="T13">
                            <a:pos x="T6" y="T7"/>
                          </a:cxn>
                          <a:cxn ang="T14">
                            <a:pos x="T8" y="T9"/>
                          </a:cxn>
                        </a:cxnLst>
                        <a:rect l="T15" t="T16" r="T17" b="T18"/>
                        <a:pathLst>
                          <a:path w="122" h="67">
                            <a:moveTo>
                              <a:pt x="121" y="66"/>
                            </a:moveTo>
                            <a:lnTo>
                              <a:pt x="117" y="53"/>
                            </a:lnTo>
                            <a:lnTo>
                              <a:pt x="0" y="0"/>
                            </a:lnTo>
                            <a:lnTo>
                              <a:pt x="4" y="10"/>
                            </a:lnTo>
                            <a:lnTo>
                              <a:pt x="121" y="66"/>
                            </a:lnTo>
                          </a:path>
                        </a:pathLst>
                      </a:custGeom>
                      <a:solidFill>
                        <a:srgbClr val="404040"/>
                      </a:solidFill>
                      <a:ln w="12700" cap="rnd">
                        <a:noFill/>
                        <a:round/>
                        <a:headEnd/>
                        <a:tailEnd/>
                      </a:ln>
                    </p:spPr>
                    <p:txBody>
                      <a:bodyPr/>
                      <a:lstStyle/>
                      <a:p>
                        <a:pPr algn="ctr"/>
                        <a:endParaRPr lang="pt-BR" sz="2400"/>
                      </a:p>
                    </p:txBody>
                  </p:sp>
                  <p:sp>
                    <p:nvSpPr>
                      <p:cNvPr id="409" name="Freeform 260"/>
                      <p:cNvSpPr>
                        <a:spLocks/>
                      </p:cNvSpPr>
                      <p:nvPr/>
                    </p:nvSpPr>
                    <p:spPr bwMode="auto">
                      <a:xfrm>
                        <a:off x="3184" y="2419"/>
                        <a:ext cx="92" cy="43"/>
                      </a:xfrm>
                      <a:custGeom>
                        <a:avLst/>
                        <a:gdLst>
                          <a:gd name="T0" fmla="*/ 91 w 92"/>
                          <a:gd name="T1" fmla="*/ 11 h 43"/>
                          <a:gd name="T2" fmla="*/ 59 w 92"/>
                          <a:gd name="T3" fmla="*/ 0 h 43"/>
                          <a:gd name="T4" fmla="*/ 0 w 92"/>
                          <a:gd name="T5" fmla="*/ 29 h 43"/>
                          <a:gd name="T6" fmla="*/ 30 w 92"/>
                          <a:gd name="T7" fmla="*/ 42 h 43"/>
                          <a:gd name="T8" fmla="*/ 91 w 92"/>
                          <a:gd name="T9" fmla="*/ 11 h 43"/>
                          <a:gd name="T10" fmla="*/ 0 60000 65536"/>
                          <a:gd name="T11" fmla="*/ 0 60000 65536"/>
                          <a:gd name="T12" fmla="*/ 0 60000 65536"/>
                          <a:gd name="T13" fmla="*/ 0 60000 65536"/>
                          <a:gd name="T14" fmla="*/ 0 60000 65536"/>
                          <a:gd name="T15" fmla="*/ 0 w 92"/>
                          <a:gd name="T16" fmla="*/ 0 h 43"/>
                          <a:gd name="T17" fmla="*/ 92 w 92"/>
                          <a:gd name="T18" fmla="*/ 43 h 43"/>
                        </a:gdLst>
                        <a:ahLst/>
                        <a:cxnLst>
                          <a:cxn ang="T10">
                            <a:pos x="T0" y="T1"/>
                          </a:cxn>
                          <a:cxn ang="T11">
                            <a:pos x="T2" y="T3"/>
                          </a:cxn>
                          <a:cxn ang="T12">
                            <a:pos x="T4" y="T5"/>
                          </a:cxn>
                          <a:cxn ang="T13">
                            <a:pos x="T6" y="T7"/>
                          </a:cxn>
                          <a:cxn ang="T14">
                            <a:pos x="T8" y="T9"/>
                          </a:cxn>
                        </a:cxnLst>
                        <a:rect l="T15" t="T16" r="T17" b="T18"/>
                        <a:pathLst>
                          <a:path w="92" h="43">
                            <a:moveTo>
                              <a:pt x="91" y="11"/>
                            </a:moveTo>
                            <a:lnTo>
                              <a:pt x="59" y="0"/>
                            </a:lnTo>
                            <a:lnTo>
                              <a:pt x="0" y="29"/>
                            </a:lnTo>
                            <a:lnTo>
                              <a:pt x="30" y="42"/>
                            </a:lnTo>
                            <a:lnTo>
                              <a:pt x="91" y="11"/>
                            </a:lnTo>
                          </a:path>
                        </a:pathLst>
                      </a:custGeom>
                      <a:solidFill>
                        <a:srgbClr val="A0A0A0"/>
                      </a:solidFill>
                      <a:ln w="12700" cap="rnd">
                        <a:noFill/>
                        <a:round/>
                        <a:headEnd/>
                        <a:tailEnd/>
                      </a:ln>
                    </p:spPr>
                    <p:txBody>
                      <a:bodyPr/>
                      <a:lstStyle/>
                      <a:p>
                        <a:pPr algn="ctr"/>
                        <a:endParaRPr lang="pt-BR" sz="2400"/>
                      </a:p>
                    </p:txBody>
                  </p:sp>
                  <p:sp>
                    <p:nvSpPr>
                      <p:cNvPr id="410" name="Freeform 261"/>
                      <p:cNvSpPr>
                        <a:spLocks/>
                      </p:cNvSpPr>
                      <p:nvPr/>
                    </p:nvSpPr>
                    <p:spPr bwMode="auto">
                      <a:xfrm>
                        <a:off x="3103" y="2390"/>
                        <a:ext cx="136" cy="58"/>
                      </a:xfrm>
                      <a:custGeom>
                        <a:avLst/>
                        <a:gdLst>
                          <a:gd name="T0" fmla="*/ 135 w 136"/>
                          <a:gd name="T1" fmla="*/ 28 h 58"/>
                          <a:gd name="T2" fmla="*/ 76 w 136"/>
                          <a:gd name="T3" fmla="*/ 57 h 58"/>
                          <a:gd name="T4" fmla="*/ 0 w 136"/>
                          <a:gd name="T5" fmla="*/ 25 h 58"/>
                          <a:gd name="T6" fmla="*/ 55 w 136"/>
                          <a:gd name="T7" fmla="*/ 0 h 58"/>
                          <a:gd name="T8" fmla="*/ 135 w 136"/>
                          <a:gd name="T9" fmla="*/ 28 h 58"/>
                          <a:gd name="T10" fmla="*/ 0 60000 65536"/>
                          <a:gd name="T11" fmla="*/ 0 60000 65536"/>
                          <a:gd name="T12" fmla="*/ 0 60000 65536"/>
                          <a:gd name="T13" fmla="*/ 0 60000 65536"/>
                          <a:gd name="T14" fmla="*/ 0 60000 65536"/>
                          <a:gd name="T15" fmla="*/ 0 w 136"/>
                          <a:gd name="T16" fmla="*/ 0 h 58"/>
                          <a:gd name="T17" fmla="*/ 136 w 136"/>
                          <a:gd name="T18" fmla="*/ 58 h 58"/>
                        </a:gdLst>
                        <a:ahLst/>
                        <a:cxnLst>
                          <a:cxn ang="T10">
                            <a:pos x="T0" y="T1"/>
                          </a:cxn>
                          <a:cxn ang="T11">
                            <a:pos x="T2" y="T3"/>
                          </a:cxn>
                          <a:cxn ang="T12">
                            <a:pos x="T4" y="T5"/>
                          </a:cxn>
                          <a:cxn ang="T13">
                            <a:pos x="T6" y="T7"/>
                          </a:cxn>
                          <a:cxn ang="T14">
                            <a:pos x="T8" y="T9"/>
                          </a:cxn>
                        </a:cxnLst>
                        <a:rect l="T15" t="T16" r="T17" b="T18"/>
                        <a:pathLst>
                          <a:path w="136" h="58">
                            <a:moveTo>
                              <a:pt x="135" y="28"/>
                            </a:moveTo>
                            <a:lnTo>
                              <a:pt x="76" y="57"/>
                            </a:lnTo>
                            <a:lnTo>
                              <a:pt x="0" y="25"/>
                            </a:lnTo>
                            <a:lnTo>
                              <a:pt x="55" y="0"/>
                            </a:lnTo>
                            <a:lnTo>
                              <a:pt x="135" y="28"/>
                            </a:lnTo>
                          </a:path>
                        </a:pathLst>
                      </a:custGeom>
                      <a:solidFill>
                        <a:srgbClr val="A0A0A0"/>
                      </a:solidFill>
                      <a:ln w="12700" cap="rnd">
                        <a:noFill/>
                        <a:round/>
                        <a:headEnd/>
                        <a:tailEnd/>
                      </a:ln>
                    </p:spPr>
                    <p:txBody>
                      <a:bodyPr/>
                      <a:lstStyle/>
                      <a:p>
                        <a:pPr algn="ctr"/>
                        <a:endParaRPr lang="pt-BR" sz="2400"/>
                      </a:p>
                    </p:txBody>
                  </p:sp>
                  <p:sp>
                    <p:nvSpPr>
                      <p:cNvPr id="411" name="Freeform 262"/>
                      <p:cNvSpPr>
                        <a:spLocks/>
                      </p:cNvSpPr>
                      <p:nvPr/>
                    </p:nvSpPr>
                    <p:spPr bwMode="auto">
                      <a:xfrm>
                        <a:off x="3160" y="2377"/>
                        <a:ext cx="149" cy="53"/>
                      </a:xfrm>
                      <a:custGeom>
                        <a:avLst/>
                        <a:gdLst>
                          <a:gd name="T0" fmla="*/ 117 w 149"/>
                          <a:gd name="T1" fmla="*/ 52 h 53"/>
                          <a:gd name="T2" fmla="*/ 148 w 149"/>
                          <a:gd name="T3" fmla="*/ 37 h 53"/>
                          <a:gd name="T4" fmla="*/ 23 w 149"/>
                          <a:gd name="T5" fmla="*/ 0 h 53"/>
                          <a:gd name="T6" fmla="*/ 0 w 149"/>
                          <a:gd name="T7" fmla="*/ 11 h 53"/>
                          <a:gd name="T8" fmla="*/ 117 w 149"/>
                          <a:gd name="T9" fmla="*/ 52 h 53"/>
                          <a:gd name="T10" fmla="*/ 0 60000 65536"/>
                          <a:gd name="T11" fmla="*/ 0 60000 65536"/>
                          <a:gd name="T12" fmla="*/ 0 60000 65536"/>
                          <a:gd name="T13" fmla="*/ 0 60000 65536"/>
                          <a:gd name="T14" fmla="*/ 0 60000 65536"/>
                          <a:gd name="T15" fmla="*/ 0 w 149"/>
                          <a:gd name="T16" fmla="*/ 0 h 53"/>
                          <a:gd name="T17" fmla="*/ 149 w 149"/>
                          <a:gd name="T18" fmla="*/ 53 h 53"/>
                        </a:gdLst>
                        <a:ahLst/>
                        <a:cxnLst>
                          <a:cxn ang="T10">
                            <a:pos x="T0" y="T1"/>
                          </a:cxn>
                          <a:cxn ang="T11">
                            <a:pos x="T2" y="T3"/>
                          </a:cxn>
                          <a:cxn ang="T12">
                            <a:pos x="T4" y="T5"/>
                          </a:cxn>
                          <a:cxn ang="T13">
                            <a:pos x="T6" y="T7"/>
                          </a:cxn>
                          <a:cxn ang="T14">
                            <a:pos x="T8" y="T9"/>
                          </a:cxn>
                        </a:cxnLst>
                        <a:rect l="T15" t="T16" r="T17" b="T18"/>
                        <a:pathLst>
                          <a:path w="149" h="53">
                            <a:moveTo>
                              <a:pt x="117" y="52"/>
                            </a:moveTo>
                            <a:lnTo>
                              <a:pt x="148" y="37"/>
                            </a:lnTo>
                            <a:lnTo>
                              <a:pt x="23" y="0"/>
                            </a:lnTo>
                            <a:lnTo>
                              <a:pt x="0" y="11"/>
                            </a:lnTo>
                            <a:lnTo>
                              <a:pt x="117" y="52"/>
                            </a:lnTo>
                          </a:path>
                        </a:pathLst>
                      </a:custGeom>
                      <a:solidFill>
                        <a:srgbClr val="A0A0A0"/>
                      </a:solidFill>
                      <a:ln w="12700" cap="rnd">
                        <a:noFill/>
                        <a:round/>
                        <a:headEnd/>
                        <a:tailEnd/>
                      </a:ln>
                    </p:spPr>
                    <p:txBody>
                      <a:bodyPr/>
                      <a:lstStyle/>
                      <a:p>
                        <a:pPr algn="ctr"/>
                        <a:endParaRPr lang="pt-BR" sz="2400"/>
                      </a:p>
                    </p:txBody>
                  </p:sp>
                  <p:sp>
                    <p:nvSpPr>
                      <p:cNvPr id="412" name="Line 263"/>
                      <p:cNvSpPr>
                        <a:spLocks noChangeShapeType="1"/>
                      </p:cNvSpPr>
                      <p:nvPr/>
                    </p:nvSpPr>
                    <p:spPr bwMode="auto">
                      <a:xfrm flipH="1" flipV="1">
                        <a:off x="3179" y="2380"/>
                        <a:ext cx="125" cy="39"/>
                      </a:xfrm>
                      <a:prstGeom prst="line">
                        <a:avLst/>
                      </a:prstGeom>
                      <a:noFill/>
                      <a:ln w="12700">
                        <a:noFill/>
                        <a:round/>
                        <a:headEnd type="none" w="sm" len="sm"/>
                        <a:tailEnd type="none" w="sm" len="sm"/>
                      </a:ln>
                    </p:spPr>
                    <p:txBody>
                      <a:bodyPr wrap="none" anchor="ctr"/>
                      <a:lstStyle/>
                      <a:p>
                        <a:endParaRPr lang="pt-BR" sz="2400"/>
                      </a:p>
                    </p:txBody>
                  </p:sp>
                  <p:sp>
                    <p:nvSpPr>
                      <p:cNvPr id="413" name="Line 264"/>
                      <p:cNvSpPr>
                        <a:spLocks noChangeShapeType="1"/>
                      </p:cNvSpPr>
                      <p:nvPr/>
                    </p:nvSpPr>
                    <p:spPr bwMode="auto">
                      <a:xfrm flipH="1" flipV="1">
                        <a:off x="3171" y="2383"/>
                        <a:ext cx="122" cy="39"/>
                      </a:xfrm>
                      <a:prstGeom prst="line">
                        <a:avLst/>
                      </a:prstGeom>
                      <a:noFill/>
                      <a:ln w="12700">
                        <a:noFill/>
                        <a:round/>
                        <a:headEnd type="none" w="sm" len="sm"/>
                        <a:tailEnd type="none" w="sm" len="sm"/>
                      </a:ln>
                    </p:spPr>
                    <p:txBody>
                      <a:bodyPr wrap="none" anchor="ctr"/>
                      <a:lstStyle/>
                      <a:p>
                        <a:endParaRPr lang="pt-BR" sz="2400"/>
                      </a:p>
                    </p:txBody>
                  </p:sp>
                  <p:sp>
                    <p:nvSpPr>
                      <p:cNvPr id="414" name="Line 265"/>
                      <p:cNvSpPr>
                        <a:spLocks noChangeShapeType="1"/>
                      </p:cNvSpPr>
                      <p:nvPr/>
                    </p:nvSpPr>
                    <p:spPr bwMode="auto">
                      <a:xfrm flipH="1" flipV="1">
                        <a:off x="3167" y="2386"/>
                        <a:ext cx="119" cy="41"/>
                      </a:xfrm>
                      <a:prstGeom prst="line">
                        <a:avLst/>
                      </a:prstGeom>
                      <a:noFill/>
                      <a:ln w="12700">
                        <a:noFill/>
                        <a:round/>
                        <a:headEnd type="none" w="sm" len="sm"/>
                        <a:tailEnd type="none" w="sm" len="sm"/>
                      </a:ln>
                    </p:spPr>
                    <p:txBody>
                      <a:bodyPr wrap="none" anchor="ctr"/>
                      <a:lstStyle/>
                      <a:p>
                        <a:endParaRPr lang="pt-BR" sz="2400"/>
                      </a:p>
                    </p:txBody>
                  </p:sp>
                  <p:sp>
                    <p:nvSpPr>
                      <p:cNvPr id="415" name="Line 266"/>
                      <p:cNvSpPr>
                        <a:spLocks noChangeShapeType="1"/>
                      </p:cNvSpPr>
                      <p:nvPr/>
                    </p:nvSpPr>
                    <p:spPr bwMode="auto">
                      <a:xfrm flipH="1" flipV="1">
                        <a:off x="3151" y="2392"/>
                        <a:ext cx="116" cy="42"/>
                      </a:xfrm>
                      <a:prstGeom prst="line">
                        <a:avLst/>
                      </a:prstGeom>
                      <a:noFill/>
                      <a:ln w="12700">
                        <a:noFill/>
                        <a:round/>
                        <a:headEnd type="none" w="sm" len="sm"/>
                        <a:tailEnd type="none" w="sm" len="sm"/>
                      </a:ln>
                    </p:spPr>
                    <p:txBody>
                      <a:bodyPr wrap="none" anchor="ctr"/>
                      <a:lstStyle/>
                      <a:p>
                        <a:endParaRPr lang="pt-BR" sz="2400"/>
                      </a:p>
                    </p:txBody>
                  </p:sp>
                  <p:sp>
                    <p:nvSpPr>
                      <p:cNvPr id="416" name="Line 267"/>
                      <p:cNvSpPr>
                        <a:spLocks noChangeShapeType="1"/>
                      </p:cNvSpPr>
                      <p:nvPr/>
                    </p:nvSpPr>
                    <p:spPr bwMode="auto">
                      <a:xfrm flipH="1" flipV="1">
                        <a:off x="3142" y="2397"/>
                        <a:ext cx="116" cy="42"/>
                      </a:xfrm>
                      <a:prstGeom prst="line">
                        <a:avLst/>
                      </a:prstGeom>
                      <a:noFill/>
                      <a:ln w="12700">
                        <a:noFill/>
                        <a:round/>
                        <a:headEnd type="none" w="sm" len="sm"/>
                        <a:tailEnd type="none" w="sm" len="sm"/>
                      </a:ln>
                    </p:spPr>
                    <p:txBody>
                      <a:bodyPr wrap="none" anchor="ctr"/>
                      <a:lstStyle/>
                      <a:p>
                        <a:endParaRPr lang="pt-BR" sz="2400"/>
                      </a:p>
                    </p:txBody>
                  </p:sp>
                  <p:sp>
                    <p:nvSpPr>
                      <p:cNvPr id="417" name="Line 268"/>
                      <p:cNvSpPr>
                        <a:spLocks noChangeShapeType="1"/>
                      </p:cNvSpPr>
                      <p:nvPr/>
                    </p:nvSpPr>
                    <p:spPr bwMode="auto">
                      <a:xfrm flipH="1" flipV="1">
                        <a:off x="3132" y="2401"/>
                        <a:ext cx="116" cy="44"/>
                      </a:xfrm>
                      <a:prstGeom prst="line">
                        <a:avLst/>
                      </a:prstGeom>
                      <a:noFill/>
                      <a:ln w="12700">
                        <a:noFill/>
                        <a:round/>
                        <a:headEnd type="none" w="sm" len="sm"/>
                        <a:tailEnd type="none" w="sm" len="sm"/>
                      </a:ln>
                    </p:spPr>
                    <p:txBody>
                      <a:bodyPr wrap="none" anchor="ctr"/>
                      <a:lstStyle/>
                      <a:p>
                        <a:endParaRPr lang="pt-BR" sz="2400"/>
                      </a:p>
                    </p:txBody>
                  </p:sp>
                  <p:sp>
                    <p:nvSpPr>
                      <p:cNvPr id="418" name="Line 269"/>
                      <p:cNvSpPr>
                        <a:spLocks noChangeShapeType="1"/>
                      </p:cNvSpPr>
                      <p:nvPr/>
                    </p:nvSpPr>
                    <p:spPr bwMode="auto">
                      <a:xfrm flipH="1" flipV="1">
                        <a:off x="3124" y="2406"/>
                        <a:ext cx="112" cy="43"/>
                      </a:xfrm>
                      <a:prstGeom prst="line">
                        <a:avLst/>
                      </a:prstGeom>
                      <a:noFill/>
                      <a:ln w="12700">
                        <a:noFill/>
                        <a:round/>
                        <a:headEnd type="none" w="sm" len="sm"/>
                        <a:tailEnd type="none" w="sm" len="sm"/>
                      </a:ln>
                    </p:spPr>
                    <p:txBody>
                      <a:bodyPr wrap="none" anchor="ctr"/>
                      <a:lstStyle/>
                      <a:p>
                        <a:endParaRPr lang="pt-BR" sz="2400"/>
                      </a:p>
                    </p:txBody>
                  </p:sp>
                  <p:sp>
                    <p:nvSpPr>
                      <p:cNvPr id="419" name="Line 270"/>
                      <p:cNvSpPr>
                        <a:spLocks noChangeShapeType="1"/>
                      </p:cNvSpPr>
                      <p:nvPr/>
                    </p:nvSpPr>
                    <p:spPr bwMode="auto">
                      <a:xfrm flipH="1" flipV="1">
                        <a:off x="3116" y="2410"/>
                        <a:ext cx="111" cy="44"/>
                      </a:xfrm>
                      <a:prstGeom prst="line">
                        <a:avLst/>
                      </a:prstGeom>
                      <a:noFill/>
                      <a:ln w="12700">
                        <a:noFill/>
                        <a:round/>
                        <a:headEnd type="none" w="sm" len="sm"/>
                        <a:tailEnd type="none" w="sm" len="sm"/>
                      </a:ln>
                    </p:spPr>
                    <p:txBody>
                      <a:bodyPr wrap="none" anchor="ctr"/>
                      <a:lstStyle/>
                      <a:p>
                        <a:endParaRPr lang="pt-BR" sz="2400"/>
                      </a:p>
                    </p:txBody>
                  </p:sp>
                  <p:sp>
                    <p:nvSpPr>
                      <p:cNvPr id="420" name="Line 271"/>
                      <p:cNvSpPr>
                        <a:spLocks noChangeShapeType="1"/>
                      </p:cNvSpPr>
                      <p:nvPr/>
                    </p:nvSpPr>
                    <p:spPr bwMode="auto">
                      <a:xfrm flipH="1">
                        <a:off x="3205" y="2427"/>
                        <a:ext cx="60" cy="30"/>
                      </a:xfrm>
                      <a:prstGeom prst="line">
                        <a:avLst/>
                      </a:prstGeom>
                      <a:noFill/>
                      <a:ln w="12700">
                        <a:noFill/>
                        <a:round/>
                        <a:headEnd type="none" w="sm" len="sm"/>
                        <a:tailEnd type="none" w="sm" len="sm"/>
                      </a:ln>
                    </p:spPr>
                    <p:txBody>
                      <a:bodyPr wrap="none" anchor="ctr"/>
                      <a:lstStyle/>
                      <a:p>
                        <a:endParaRPr lang="pt-BR" sz="2400"/>
                      </a:p>
                    </p:txBody>
                  </p:sp>
                  <p:sp>
                    <p:nvSpPr>
                      <p:cNvPr id="421" name="Line 272"/>
                      <p:cNvSpPr>
                        <a:spLocks noChangeShapeType="1"/>
                      </p:cNvSpPr>
                      <p:nvPr/>
                    </p:nvSpPr>
                    <p:spPr bwMode="auto">
                      <a:xfrm flipH="1">
                        <a:off x="3194" y="2423"/>
                        <a:ext cx="58" cy="29"/>
                      </a:xfrm>
                      <a:prstGeom prst="line">
                        <a:avLst/>
                      </a:prstGeom>
                      <a:noFill/>
                      <a:ln w="12700">
                        <a:noFill/>
                        <a:round/>
                        <a:headEnd type="none" w="sm" len="sm"/>
                        <a:tailEnd type="none" w="sm" len="sm"/>
                      </a:ln>
                    </p:spPr>
                    <p:txBody>
                      <a:bodyPr wrap="none" anchor="ctr"/>
                      <a:lstStyle/>
                      <a:p>
                        <a:endParaRPr lang="pt-BR" sz="2400"/>
                      </a:p>
                    </p:txBody>
                  </p:sp>
                  <p:sp>
                    <p:nvSpPr>
                      <p:cNvPr id="422" name="Line 273"/>
                      <p:cNvSpPr>
                        <a:spLocks noChangeShapeType="1"/>
                      </p:cNvSpPr>
                      <p:nvPr/>
                    </p:nvSpPr>
                    <p:spPr bwMode="auto">
                      <a:xfrm flipH="1">
                        <a:off x="3169" y="2413"/>
                        <a:ext cx="57" cy="29"/>
                      </a:xfrm>
                      <a:prstGeom prst="line">
                        <a:avLst/>
                      </a:prstGeom>
                      <a:noFill/>
                      <a:ln w="12700">
                        <a:noFill/>
                        <a:round/>
                        <a:headEnd type="none" w="sm" len="sm"/>
                        <a:tailEnd type="none" w="sm" len="sm"/>
                      </a:ln>
                    </p:spPr>
                    <p:txBody>
                      <a:bodyPr wrap="none" anchor="ctr"/>
                      <a:lstStyle/>
                      <a:p>
                        <a:endParaRPr lang="pt-BR" sz="2400"/>
                      </a:p>
                    </p:txBody>
                  </p:sp>
                  <p:sp>
                    <p:nvSpPr>
                      <p:cNvPr id="423" name="Line 274"/>
                      <p:cNvSpPr>
                        <a:spLocks noChangeShapeType="1"/>
                      </p:cNvSpPr>
                      <p:nvPr/>
                    </p:nvSpPr>
                    <p:spPr bwMode="auto">
                      <a:xfrm flipH="1">
                        <a:off x="3156" y="2410"/>
                        <a:ext cx="56" cy="26"/>
                      </a:xfrm>
                      <a:prstGeom prst="line">
                        <a:avLst/>
                      </a:prstGeom>
                      <a:noFill/>
                      <a:ln w="12700">
                        <a:noFill/>
                        <a:round/>
                        <a:headEnd type="none" w="sm" len="sm"/>
                        <a:tailEnd type="none" w="sm" len="sm"/>
                      </a:ln>
                    </p:spPr>
                    <p:txBody>
                      <a:bodyPr wrap="none" anchor="ctr"/>
                      <a:lstStyle/>
                      <a:p>
                        <a:endParaRPr lang="pt-BR" sz="2400"/>
                      </a:p>
                    </p:txBody>
                  </p:sp>
                  <p:sp>
                    <p:nvSpPr>
                      <p:cNvPr id="424" name="Line 275"/>
                      <p:cNvSpPr>
                        <a:spLocks noChangeShapeType="1"/>
                      </p:cNvSpPr>
                      <p:nvPr/>
                    </p:nvSpPr>
                    <p:spPr bwMode="auto">
                      <a:xfrm flipH="1">
                        <a:off x="3143" y="2405"/>
                        <a:ext cx="54" cy="27"/>
                      </a:xfrm>
                      <a:prstGeom prst="line">
                        <a:avLst/>
                      </a:prstGeom>
                      <a:noFill/>
                      <a:ln w="12700">
                        <a:noFill/>
                        <a:round/>
                        <a:headEnd type="none" w="sm" len="sm"/>
                        <a:tailEnd type="none" w="sm" len="sm"/>
                      </a:ln>
                    </p:spPr>
                    <p:txBody>
                      <a:bodyPr wrap="none" anchor="ctr"/>
                      <a:lstStyle/>
                      <a:p>
                        <a:endParaRPr lang="pt-BR" sz="2400"/>
                      </a:p>
                    </p:txBody>
                  </p:sp>
                  <p:sp>
                    <p:nvSpPr>
                      <p:cNvPr id="425" name="Line 276"/>
                      <p:cNvSpPr>
                        <a:spLocks noChangeShapeType="1"/>
                      </p:cNvSpPr>
                      <p:nvPr/>
                    </p:nvSpPr>
                    <p:spPr bwMode="auto">
                      <a:xfrm flipH="1">
                        <a:off x="3132" y="2400"/>
                        <a:ext cx="54" cy="26"/>
                      </a:xfrm>
                      <a:prstGeom prst="line">
                        <a:avLst/>
                      </a:prstGeom>
                      <a:noFill/>
                      <a:ln w="12700">
                        <a:noFill/>
                        <a:round/>
                        <a:headEnd type="none" w="sm" len="sm"/>
                        <a:tailEnd type="none" w="sm" len="sm"/>
                      </a:ln>
                    </p:spPr>
                    <p:txBody>
                      <a:bodyPr wrap="none" anchor="ctr"/>
                      <a:lstStyle/>
                      <a:p>
                        <a:endParaRPr lang="pt-BR" sz="2400"/>
                      </a:p>
                    </p:txBody>
                  </p:sp>
                  <p:sp>
                    <p:nvSpPr>
                      <p:cNvPr id="426" name="Line 277"/>
                      <p:cNvSpPr>
                        <a:spLocks noChangeShapeType="1"/>
                      </p:cNvSpPr>
                      <p:nvPr/>
                    </p:nvSpPr>
                    <p:spPr bwMode="auto">
                      <a:xfrm flipH="1">
                        <a:off x="3120" y="2396"/>
                        <a:ext cx="53" cy="24"/>
                      </a:xfrm>
                      <a:prstGeom prst="line">
                        <a:avLst/>
                      </a:prstGeom>
                      <a:noFill/>
                      <a:ln w="12700">
                        <a:noFill/>
                        <a:round/>
                        <a:headEnd type="none" w="sm" len="sm"/>
                        <a:tailEnd type="none" w="sm" len="sm"/>
                      </a:ln>
                    </p:spPr>
                    <p:txBody>
                      <a:bodyPr wrap="none" anchor="ctr"/>
                      <a:lstStyle/>
                      <a:p>
                        <a:endParaRPr lang="pt-BR" sz="2400"/>
                      </a:p>
                    </p:txBody>
                  </p:sp>
                  <p:sp>
                    <p:nvSpPr>
                      <p:cNvPr id="427" name="Line 278"/>
                      <p:cNvSpPr>
                        <a:spLocks noChangeShapeType="1"/>
                      </p:cNvSpPr>
                      <p:nvPr/>
                    </p:nvSpPr>
                    <p:spPr bwMode="auto">
                      <a:xfrm flipH="1">
                        <a:off x="3263" y="2410"/>
                        <a:ext cx="28" cy="13"/>
                      </a:xfrm>
                      <a:prstGeom prst="line">
                        <a:avLst/>
                      </a:prstGeom>
                      <a:noFill/>
                      <a:ln w="12700">
                        <a:noFill/>
                        <a:round/>
                        <a:headEnd type="none" w="sm" len="sm"/>
                        <a:tailEnd type="none" w="sm" len="sm"/>
                      </a:ln>
                    </p:spPr>
                    <p:txBody>
                      <a:bodyPr wrap="none" anchor="ctr"/>
                      <a:lstStyle/>
                      <a:p>
                        <a:endParaRPr lang="pt-BR" sz="2400"/>
                      </a:p>
                    </p:txBody>
                  </p:sp>
                  <p:sp>
                    <p:nvSpPr>
                      <p:cNvPr id="428" name="Line 279"/>
                      <p:cNvSpPr>
                        <a:spLocks noChangeShapeType="1"/>
                      </p:cNvSpPr>
                      <p:nvPr/>
                    </p:nvSpPr>
                    <p:spPr bwMode="auto">
                      <a:xfrm flipH="1">
                        <a:off x="3245" y="2405"/>
                        <a:ext cx="26" cy="12"/>
                      </a:xfrm>
                      <a:prstGeom prst="line">
                        <a:avLst/>
                      </a:prstGeom>
                      <a:noFill/>
                      <a:ln w="12700">
                        <a:noFill/>
                        <a:round/>
                        <a:headEnd type="none" w="sm" len="sm"/>
                        <a:tailEnd type="none" w="sm" len="sm"/>
                      </a:ln>
                    </p:spPr>
                    <p:txBody>
                      <a:bodyPr wrap="none" anchor="ctr"/>
                      <a:lstStyle/>
                      <a:p>
                        <a:endParaRPr lang="pt-BR" sz="2400"/>
                      </a:p>
                    </p:txBody>
                  </p:sp>
                  <p:sp>
                    <p:nvSpPr>
                      <p:cNvPr id="429" name="Line 280"/>
                      <p:cNvSpPr>
                        <a:spLocks noChangeShapeType="1"/>
                      </p:cNvSpPr>
                      <p:nvPr/>
                    </p:nvSpPr>
                    <p:spPr bwMode="auto">
                      <a:xfrm flipH="1">
                        <a:off x="3228" y="2400"/>
                        <a:ext cx="26" cy="12"/>
                      </a:xfrm>
                      <a:prstGeom prst="line">
                        <a:avLst/>
                      </a:prstGeom>
                      <a:noFill/>
                      <a:ln w="12700">
                        <a:noFill/>
                        <a:round/>
                        <a:headEnd type="none" w="sm" len="sm"/>
                        <a:tailEnd type="none" w="sm" len="sm"/>
                      </a:ln>
                    </p:spPr>
                    <p:txBody>
                      <a:bodyPr wrap="none" anchor="ctr"/>
                      <a:lstStyle/>
                      <a:p>
                        <a:endParaRPr lang="pt-BR" sz="2400"/>
                      </a:p>
                    </p:txBody>
                  </p:sp>
                  <p:sp>
                    <p:nvSpPr>
                      <p:cNvPr id="430" name="Line 281"/>
                      <p:cNvSpPr>
                        <a:spLocks noChangeShapeType="1"/>
                      </p:cNvSpPr>
                      <p:nvPr/>
                    </p:nvSpPr>
                    <p:spPr bwMode="auto">
                      <a:xfrm flipH="1">
                        <a:off x="3211" y="2394"/>
                        <a:ext cx="26" cy="12"/>
                      </a:xfrm>
                      <a:prstGeom prst="line">
                        <a:avLst/>
                      </a:prstGeom>
                      <a:noFill/>
                      <a:ln w="12700">
                        <a:noFill/>
                        <a:round/>
                        <a:headEnd type="none" w="sm" len="sm"/>
                        <a:tailEnd type="none" w="sm" len="sm"/>
                      </a:ln>
                    </p:spPr>
                    <p:txBody>
                      <a:bodyPr wrap="none" anchor="ctr"/>
                      <a:lstStyle/>
                      <a:p>
                        <a:endParaRPr lang="pt-BR" sz="2400"/>
                      </a:p>
                    </p:txBody>
                  </p:sp>
                  <p:sp>
                    <p:nvSpPr>
                      <p:cNvPr id="431" name="Line 282"/>
                      <p:cNvSpPr>
                        <a:spLocks noChangeShapeType="1"/>
                      </p:cNvSpPr>
                      <p:nvPr/>
                    </p:nvSpPr>
                    <p:spPr bwMode="auto">
                      <a:xfrm flipH="1">
                        <a:off x="3195" y="2389"/>
                        <a:ext cx="25" cy="12"/>
                      </a:xfrm>
                      <a:prstGeom prst="line">
                        <a:avLst/>
                      </a:prstGeom>
                      <a:noFill/>
                      <a:ln w="12700">
                        <a:noFill/>
                        <a:round/>
                        <a:headEnd type="none" w="sm" len="sm"/>
                        <a:tailEnd type="none" w="sm" len="sm"/>
                      </a:ln>
                    </p:spPr>
                    <p:txBody>
                      <a:bodyPr wrap="none" anchor="ctr"/>
                      <a:lstStyle/>
                      <a:p>
                        <a:endParaRPr lang="pt-BR" sz="2400"/>
                      </a:p>
                    </p:txBody>
                  </p:sp>
                  <p:sp>
                    <p:nvSpPr>
                      <p:cNvPr id="432" name="Line 283"/>
                      <p:cNvSpPr>
                        <a:spLocks noChangeShapeType="1"/>
                      </p:cNvSpPr>
                      <p:nvPr/>
                    </p:nvSpPr>
                    <p:spPr bwMode="auto">
                      <a:xfrm flipH="1">
                        <a:off x="3177" y="2383"/>
                        <a:ext cx="23" cy="11"/>
                      </a:xfrm>
                      <a:prstGeom prst="line">
                        <a:avLst/>
                      </a:prstGeom>
                      <a:noFill/>
                      <a:ln w="12700">
                        <a:noFill/>
                        <a:round/>
                        <a:headEnd type="none" w="sm" len="sm"/>
                        <a:tailEnd type="none" w="sm" len="sm"/>
                      </a:ln>
                    </p:spPr>
                    <p:txBody>
                      <a:bodyPr wrap="none" anchor="ctr"/>
                      <a:lstStyle/>
                      <a:p>
                        <a:endParaRPr lang="pt-BR" sz="2400"/>
                      </a:p>
                    </p:txBody>
                  </p:sp>
                </p:grpSp>
              </p:grpSp>
            </p:grpSp>
            <p:grpSp>
              <p:nvGrpSpPr>
                <p:cNvPr id="340" name="Group 284"/>
                <p:cNvGrpSpPr>
                  <a:grpSpLocks/>
                </p:cNvGrpSpPr>
                <p:nvPr/>
              </p:nvGrpSpPr>
              <p:grpSpPr bwMode="auto">
                <a:xfrm>
                  <a:off x="2929" y="2206"/>
                  <a:ext cx="315" cy="430"/>
                  <a:chOff x="2929" y="2206"/>
                  <a:chExt cx="315" cy="430"/>
                </a:xfrm>
              </p:grpSpPr>
              <p:grpSp>
                <p:nvGrpSpPr>
                  <p:cNvPr id="344" name="Group 285"/>
                  <p:cNvGrpSpPr>
                    <a:grpSpLocks/>
                  </p:cNvGrpSpPr>
                  <p:nvPr/>
                </p:nvGrpSpPr>
                <p:grpSpPr bwMode="auto">
                  <a:xfrm>
                    <a:off x="2942" y="2515"/>
                    <a:ext cx="300" cy="121"/>
                    <a:chOff x="2942" y="2515"/>
                    <a:chExt cx="300" cy="121"/>
                  </a:xfrm>
                </p:grpSpPr>
                <p:sp>
                  <p:nvSpPr>
                    <p:cNvPr id="396" name="Freeform 286"/>
                    <p:cNvSpPr>
                      <a:spLocks/>
                    </p:cNvSpPr>
                    <p:nvPr/>
                  </p:nvSpPr>
                  <p:spPr bwMode="auto">
                    <a:xfrm>
                      <a:off x="2942" y="2515"/>
                      <a:ext cx="300" cy="121"/>
                    </a:xfrm>
                    <a:custGeom>
                      <a:avLst/>
                      <a:gdLst>
                        <a:gd name="T0" fmla="*/ 274 w 300"/>
                        <a:gd name="T1" fmla="*/ 120 h 121"/>
                        <a:gd name="T2" fmla="*/ 299 w 300"/>
                        <a:gd name="T3" fmla="*/ 117 h 121"/>
                        <a:gd name="T4" fmla="*/ 299 w 300"/>
                        <a:gd name="T5" fmla="*/ 90 h 121"/>
                        <a:gd name="T6" fmla="*/ 298 w 300"/>
                        <a:gd name="T7" fmla="*/ 70 h 121"/>
                        <a:gd name="T8" fmla="*/ 285 w 300"/>
                        <a:gd name="T9" fmla="*/ 57 h 121"/>
                        <a:gd name="T10" fmla="*/ 270 w 300"/>
                        <a:gd name="T11" fmla="*/ 51 h 121"/>
                        <a:gd name="T12" fmla="*/ 234 w 300"/>
                        <a:gd name="T13" fmla="*/ 39 h 121"/>
                        <a:gd name="T14" fmla="*/ 181 w 300"/>
                        <a:gd name="T15" fmla="*/ 27 h 121"/>
                        <a:gd name="T16" fmla="*/ 170 w 300"/>
                        <a:gd name="T17" fmla="*/ 26 h 121"/>
                        <a:gd name="T18" fmla="*/ 164 w 300"/>
                        <a:gd name="T19" fmla="*/ 27 h 121"/>
                        <a:gd name="T20" fmla="*/ 162 w 300"/>
                        <a:gd name="T21" fmla="*/ 24 h 121"/>
                        <a:gd name="T22" fmla="*/ 159 w 300"/>
                        <a:gd name="T23" fmla="*/ 22 h 121"/>
                        <a:gd name="T24" fmla="*/ 156 w 300"/>
                        <a:gd name="T25" fmla="*/ 22 h 121"/>
                        <a:gd name="T26" fmla="*/ 151 w 300"/>
                        <a:gd name="T27" fmla="*/ 23 h 121"/>
                        <a:gd name="T28" fmla="*/ 149 w 300"/>
                        <a:gd name="T29" fmla="*/ 18 h 121"/>
                        <a:gd name="T30" fmla="*/ 145 w 300"/>
                        <a:gd name="T31" fmla="*/ 16 h 121"/>
                        <a:gd name="T32" fmla="*/ 141 w 300"/>
                        <a:gd name="T33" fmla="*/ 15 h 121"/>
                        <a:gd name="T34" fmla="*/ 135 w 300"/>
                        <a:gd name="T35" fmla="*/ 15 h 121"/>
                        <a:gd name="T36" fmla="*/ 136 w 300"/>
                        <a:gd name="T37" fmla="*/ 11 h 121"/>
                        <a:gd name="T38" fmla="*/ 131 w 300"/>
                        <a:gd name="T39" fmla="*/ 0 h 121"/>
                        <a:gd name="T40" fmla="*/ 7 w 300"/>
                        <a:gd name="T41" fmla="*/ 3 h 121"/>
                        <a:gd name="T42" fmla="*/ 8 w 300"/>
                        <a:gd name="T43" fmla="*/ 15 h 121"/>
                        <a:gd name="T44" fmla="*/ 5 w 300"/>
                        <a:gd name="T45" fmla="*/ 24 h 121"/>
                        <a:gd name="T46" fmla="*/ 3 w 300"/>
                        <a:gd name="T47" fmla="*/ 32 h 121"/>
                        <a:gd name="T48" fmla="*/ 1 w 300"/>
                        <a:gd name="T49" fmla="*/ 41 h 121"/>
                        <a:gd name="T50" fmla="*/ 0 w 300"/>
                        <a:gd name="T51" fmla="*/ 55 h 121"/>
                        <a:gd name="T52" fmla="*/ 2 w 300"/>
                        <a:gd name="T53" fmla="*/ 64 h 121"/>
                        <a:gd name="T54" fmla="*/ 5 w 300"/>
                        <a:gd name="T55" fmla="*/ 72 h 121"/>
                        <a:gd name="T56" fmla="*/ 10 w 300"/>
                        <a:gd name="T57" fmla="*/ 78 h 121"/>
                        <a:gd name="T58" fmla="*/ 16 w 300"/>
                        <a:gd name="T59" fmla="*/ 81 h 121"/>
                        <a:gd name="T60" fmla="*/ 24 w 300"/>
                        <a:gd name="T61" fmla="*/ 84 h 121"/>
                        <a:gd name="T62" fmla="*/ 36 w 300"/>
                        <a:gd name="T63" fmla="*/ 87 h 121"/>
                        <a:gd name="T64" fmla="*/ 41 w 300"/>
                        <a:gd name="T65" fmla="*/ 93 h 121"/>
                        <a:gd name="T66" fmla="*/ 48 w 300"/>
                        <a:gd name="T67" fmla="*/ 98 h 121"/>
                        <a:gd name="T68" fmla="*/ 58 w 300"/>
                        <a:gd name="T69" fmla="*/ 102 h 121"/>
                        <a:gd name="T70" fmla="*/ 69 w 300"/>
                        <a:gd name="T71" fmla="*/ 105 h 121"/>
                        <a:gd name="T72" fmla="*/ 88 w 300"/>
                        <a:gd name="T73" fmla="*/ 107 h 121"/>
                        <a:gd name="T74" fmla="*/ 104 w 300"/>
                        <a:gd name="T75" fmla="*/ 107 h 121"/>
                        <a:gd name="T76" fmla="*/ 116 w 300"/>
                        <a:gd name="T77" fmla="*/ 106 h 121"/>
                        <a:gd name="T78" fmla="*/ 128 w 300"/>
                        <a:gd name="T79" fmla="*/ 105 h 121"/>
                        <a:gd name="T80" fmla="*/ 135 w 300"/>
                        <a:gd name="T81" fmla="*/ 110 h 121"/>
                        <a:gd name="T82" fmla="*/ 152 w 300"/>
                        <a:gd name="T83" fmla="*/ 109 h 121"/>
                        <a:gd name="T84" fmla="*/ 216 w 300"/>
                        <a:gd name="T85" fmla="*/ 116 h 121"/>
                        <a:gd name="T86" fmla="*/ 244 w 300"/>
                        <a:gd name="T87" fmla="*/ 120 h 121"/>
                        <a:gd name="T88" fmla="*/ 274 w 300"/>
                        <a:gd name="T89" fmla="*/ 120 h 12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00"/>
                        <a:gd name="T136" fmla="*/ 0 h 121"/>
                        <a:gd name="T137" fmla="*/ 300 w 300"/>
                        <a:gd name="T138" fmla="*/ 121 h 12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00" h="121">
                          <a:moveTo>
                            <a:pt x="274" y="120"/>
                          </a:moveTo>
                          <a:lnTo>
                            <a:pt x="299" y="117"/>
                          </a:lnTo>
                          <a:lnTo>
                            <a:pt x="299" y="90"/>
                          </a:lnTo>
                          <a:lnTo>
                            <a:pt x="298" y="70"/>
                          </a:lnTo>
                          <a:lnTo>
                            <a:pt x="285" y="57"/>
                          </a:lnTo>
                          <a:lnTo>
                            <a:pt x="270" y="51"/>
                          </a:lnTo>
                          <a:lnTo>
                            <a:pt x="234" y="39"/>
                          </a:lnTo>
                          <a:lnTo>
                            <a:pt x="181" y="27"/>
                          </a:lnTo>
                          <a:lnTo>
                            <a:pt x="170" y="26"/>
                          </a:lnTo>
                          <a:lnTo>
                            <a:pt x="164" y="27"/>
                          </a:lnTo>
                          <a:lnTo>
                            <a:pt x="162" y="24"/>
                          </a:lnTo>
                          <a:lnTo>
                            <a:pt x="159" y="22"/>
                          </a:lnTo>
                          <a:lnTo>
                            <a:pt x="156" y="22"/>
                          </a:lnTo>
                          <a:lnTo>
                            <a:pt x="151" y="23"/>
                          </a:lnTo>
                          <a:lnTo>
                            <a:pt x="149" y="18"/>
                          </a:lnTo>
                          <a:lnTo>
                            <a:pt x="145" y="16"/>
                          </a:lnTo>
                          <a:lnTo>
                            <a:pt x="141" y="15"/>
                          </a:lnTo>
                          <a:lnTo>
                            <a:pt x="135" y="15"/>
                          </a:lnTo>
                          <a:lnTo>
                            <a:pt x="136" y="11"/>
                          </a:lnTo>
                          <a:lnTo>
                            <a:pt x="131" y="0"/>
                          </a:lnTo>
                          <a:lnTo>
                            <a:pt x="7" y="3"/>
                          </a:lnTo>
                          <a:lnTo>
                            <a:pt x="8" y="15"/>
                          </a:lnTo>
                          <a:lnTo>
                            <a:pt x="5" y="24"/>
                          </a:lnTo>
                          <a:lnTo>
                            <a:pt x="3" y="32"/>
                          </a:lnTo>
                          <a:lnTo>
                            <a:pt x="1" y="41"/>
                          </a:lnTo>
                          <a:lnTo>
                            <a:pt x="0" y="55"/>
                          </a:lnTo>
                          <a:lnTo>
                            <a:pt x="2" y="64"/>
                          </a:lnTo>
                          <a:lnTo>
                            <a:pt x="5" y="72"/>
                          </a:lnTo>
                          <a:lnTo>
                            <a:pt x="10" y="78"/>
                          </a:lnTo>
                          <a:lnTo>
                            <a:pt x="16" y="81"/>
                          </a:lnTo>
                          <a:lnTo>
                            <a:pt x="24" y="84"/>
                          </a:lnTo>
                          <a:lnTo>
                            <a:pt x="36" y="87"/>
                          </a:lnTo>
                          <a:lnTo>
                            <a:pt x="41" y="93"/>
                          </a:lnTo>
                          <a:lnTo>
                            <a:pt x="48" y="98"/>
                          </a:lnTo>
                          <a:lnTo>
                            <a:pt x="58" y="102"/>
                          </a:lnTo>
                          <a:lnTo>
                            <a:pt x="69" y="105"/>
                          </a:lnTo>
                          <a:lnTo>
                            <a:pt x="88" y="107"/>
                          </a:lnTo>
                          <a:lnTo>
                            <a:pt x="104" y="107"/>
                          </a:lnTo>
                          <a:lnTo>
                            <a:pt x="116" y="106"/>
                          </a:lnTo>
                          <a:lnTo>
                            <a:pt x="128" y="105"/>
                          </a:lnTo>
                          <a:lnTo>
                            <a:pt x="135" y="110"/>
                          </a:lnTo>
                          <a:lnTo>
                            <a:pt x="152" y="109"/>
                          </a:lnTo>
                          <a:lnTo>
                            <a:pt x="216" y="116"/>
                          </a:lnTo>
                          <a:lnTo>
                            <a:pt x="244" y="120"/>
                          </a:lnTo>
                          <a:lnTo>
                            <a:pt x="274" y="120"/>
                          </a:lnTo>
                        </a:path>
                      </a:pathLst>
                    </a:custGeom>
                    <a:solidFill>
                      <a:srgbClr val="606060"/>
                    </a:solidFill>
                    <a:ln w="12700" cap="rnd">
                      <a:noFill/>
                      <a:round/>
                      <a:headEnd/>
                      <a:tailEnd/>
                    </a:ln>
                  </p:spPr>
                  <p:txBody>
                    <a:bodyPr/>
                    <a:lstStyle/>
                    <a:p>
                      <a:pPr algn="ctr"/>
                      <a:endParaRPr lang="pt-BR" sz="2400"/>
                    </a:p>
                  </p:txBody>
                </p:sp>
                <p:sp>
                  <p:nvSpPr>
                    <p:cNvPr id="397" name="Freeform 287"/>
                    <p:cNvSpPr>
                      <a:spLocks/>
                    </p:cNvSpPr>
                    <p:nvPr/>
                  </p:nvSpPr>
                  <p:spPr bwMode="auto">
                    <a:xfrm>
                      <a:off x="2945" y="2525"/>
                      <a:ext cx="295" cy="110"/>
                    </a:xfrm>
                    <a:custGeom>
                      <a:avLst/>
                      <a:gdLst>
                        <a:gd name="T0" fmla="*/ 10 w 295"/>
                        <a:gd name="T1" fmla="*/ 12 h 110"/>
                        <a:gd name="T2" fmla="*/ 2 w 295"/>
                        <a:gd name="T3" fmla="*/ 26 h 110"/>
                        <a:gd name="T4" fmla="*/ 8 w 295"/>
                        <a:gd name="T5" fmla="*/ 68 h 110"/>
                        <a:gd name="T6" fmla="*/ 24 w 295"/>
                        <a:gd name="T7" fmla="*/ 68 h 110"/>
                        <a:gd name="T8" fmla="*/ 43 w 295"/>
                        <a:gd name="T9" fmla="*/ 82 h 110"/>
                        <a:gd name="T10" fmla="*/ 85 w 295"/>
                        <a:gd name="T11" fmla="*/ 92 h 110"/>
                        <a:gd name="T12" fmla="*/ 125 w 295"/>
                        <a:gd name="T13" fmla="*/ 92 h 110"/>
                        <a:gd name="T14" fmla="*/ 110 w 295"/>
                        <a:gd name="T15" fmla="*/ 78 h 110"/>
                        <a:gd name="T16" fmla="*/ 128 w 295"/>
                        <a:gd name="T17" fmla="*/ 91 h 110"/>
                        <a:gd name="T18" fmla="*/ 148 w 295"/>
                        <a:gd name="T19" fmla="*/ 95 h 110"/>
                        <a:gd name="T20" fmla="*/ 135 w 295"/>
                        <a:gd name="T21" fmla="*/ 85 h 110"/>
                        <a:gd name="T22" fmla="*/ 156 w 295"/>
                        <a:gd name="T23" fmla="*/ 96 h 110"/>
                        <a:gd name="T24" fmla="*/ 224 w 295"/>
                        <a:gd name="T25" fmla="*/ 105 h 110"/>
                        <a:gd name="T26" fmla="*/ 223 w 295"/>
                        <a:gd name="T27" fmla="*/ 97 h 110"/>
                        <a:gd name="T28" fmla="*/ 225 w 295"/>
                        <a:gd name="T29" fmla="*/ 94 h 110"/>
                        <a:gd name="T30" fmla="*/ 249 w 295"/>
                        <a:gd name="T31" fmla="*/ 107 h 110"/>
                        <a:gd name="T32" fmla="*/ 227 w 295"/>
                        <a:gd name="T33" fmla="*/ 88 h 110"/>
                        <a:gd name="T34" fmla="*/ 251 w 295"/>
                        <a:gd name="T35" fmla="*/ 101 h 110"/>
                        <a:gd name="T36" fmla="*/ 264 w 295"/>
                        <a:gd name="T37" fmla="*/ 97 h 110"/>
                        <a:gd name="T38" fmla="*/ 269 w 295"/>
                        <a:gd name="T39" fmla="*/ 98 h 110"/>
                        <a:gd name="T40" fmla="*/ 286 w 295"/>
                        <a:gd name="T41" fmla="*/ 104 h 110"/>
                        <a:gd name="T42" fmla="*/ 294 w 295"/>
                        <a:gd name="T43" fmla="*/ 88 h 110"/>
                        <a:gd name="T44" fmla="*/ 288 w 295"/>
                        <a:gd name="T45" fmla="*/ 57 h 110"/>
                        <a:gd name="T46" fmla="*/ 252 w 295"/>
                        <a:gd name="T47" fmla="*/ 39 h 110"/>
                        <a:gd name="T48" fmla="*/ 180 w 295"/>
                        <a:gd name="T49" fmla="*/ 20 h 110"/>
                        <a:gd name="T50" fmla="*/ 156 w 295"/>
                        <a:gd name="T51" fmla="*/ 27 h 110"/>
                        <a:gd name="T52" fmla="*/ 145 w 295"/>
                        <a:gd name="T53" fmla="*/ 28 h 110"/>
                        <a:gd name="T54" fmla="*/ 158 w 295"/>
                        <a:gd name="T55" fmla="*/ 18 h 110"/>
                        <a:gd name="T56" fmla="*/ 150 w 295"/>
                        <a:gd name="T57" fmla="*/ 15 h 110"/>
                        <a:gd name="T58" fmla="*/ 142 w 295"/>
                        <a:gd name="T59" fmla="*/ 22 h 110"/>
                        <a:gd name="T60" fmla="*/ 141 w 295"/>
                        <a:gd name="T61" fmla="*/ 18 h 110"/>
                        <a:gd name="T62" fmla="*/ 142 w 295"/>
                        <a:gd name="T63" fmla="*/ 9 h 110"/>
                        <a:gd name="T64" fmla="*/ 125 w 295"/>
                        <a:gd name="T65" fmla="*/ 15 h 110"/>
                        <a:gd name="T66" fmla="*/ 127 w 295"/>
                        <a:gd name="T67" fmla="*/ 9 h 110"/>
                        <a:gd name="T68" fmla="*/ 130 w 295"/>
                        <a:gd name="T69" fmla="*/ 0 h 110"/>
                        <a:gd name="T70" fmla="*/ 111 w 295"/>
                        <a:gd name="T71" fmla="*/ 8 h 110"/>
                        <a:gd name="T72" fmla="*/ 77 w 295"/>
                        <a:gd name="T73" fmla="*/ 14 h 110"/>
                        <a:gd name="T74" fmla="*/ 69 w 295"/>
                        <a:gd name="T75" fmla="*/ 5 h 110"/>
                        <a:gd name="T76" fmla="*/ 61 w 295"/>
                        <a:gd name="T77" fmla="*/ 15 h 110"/>
                        <a:gd name="T78" fmla="*/ 44 w 295"/>
                        <a:gd name="T79" fmla="*/ 9 h 110"/>
                        <a:gd name="T80" fmla="*/ 37 w 295"/>
                        <a:gd name="T81" fmla="*/ 18 h 110"/>
                        <a:gd name="T82" fmla="*/ 16 w 295"/>
                        <a:gd name="T83" fmla="*/ 15 h 110"/>
                        <a:gd name="T84" fmla="*/ 10 w 295"/>
                        <a:gd name="T85" fmla="*/ 5 h 1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95"/>
                        <a:gd name="T130" fmla="*/ 0 h 110"/>
                        <a:gd name="T131" fmla="*/ 295 w 295"/>
                        <a:gd name="T132" fmla="*/ 110 h 11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95" h="110">
                          <a:moveTo>
                            <a:pt x="10" y="5"/>
                          </a:moveTo>
                          <a:lnTo>
                            <a:pt x="10" y="12"/>
                          </a:lnTo>
                          <a:lnTo>
                            <a:pt x="6" y="9"/>
                          </a:lnTo>
                          <a:lnTo>
                            <a:pt x="2" y="26"/>
                          </a:lnTo>
                          <a:lnTo>
                            <a:pt x="0" y="47"/>
                          </a:lnTo>
                          <a:lnTo>
                            <a:pt x="8" y="68"/>
                          </a:lnTo>
                          <a:lnTo>
                            <a:pt x="26" y="72"/>
                          </a:lnTo>
                          <a:lnTo>
                            <a:pt x="24" y="68"/>
                          </a:lnTo>
                          <a:lnTo>
                            <a:pt x="34" y="75"/>
                          </a:lnTo>
                          <a:lnTo>
                            <a:pt x="43" y="82"/>
                          </a:lnTo>
                          <a:lnTo>
                            <a:pt x="61" y="90"/>
                          </a:lnTo>
                          <a:lnTo>
                            <a:pt x="85" y="92"/>
                          </a:lnTo>
                          <a:lnTo>
                            <a:pt x="113" y="93"/>
                          </a:lnTo>
                          <a:lnTo>
                            <a:pt x="125" y="92"/>
                          </a:lnTo>
                          <a:lnTo>
                            <a:pt x="115" y="88"/>
                          </a:lnTo>
                          <a:lnTo>
                            <a:pt x="110" y="78"/>
                          </a:lnTo>
                          <a:lnTo>
                            <a:pt x="119" y="86"/>
                          </a:lnTo>
                          <a:lnTo>
                            <a:pt x="128" y="91"/>
                          </a:lnTo>
                          <a:lnTo>
                            <a:pt x="138" y="96"/>
                          </a:lnTo>
                          <a:lnTo>
                            <a:pt x="148" y="95"/>
                          </a:lnTo>
                          <a:lnTo>
                            <a:pt x="142" y="91"/>
                          </a:lnTo>
                          <a:lnTo>
                            <a:pt x="135" y="85"/>
                          </a:lnTo>
                          <a:lnTo>
                            <a:pt x="146" y="89"/>
                          </a:lnTo>
                          <a:lnTo>
                            <a:pt x="156" y="96"/>
                          </a:lnTo>
                          <a:lnTo>
                            <a:pt x="190" y="100"/>
                          </a:lnTo>
                          <a:lnTo>
                            <a:pt x="224" y="105"/>
                          </a:lnTo>
                          <a:lnTo>
                            <a:pt x="236" y="104"/>
                          </a:lnTo>
                          <a:lnTo>
                            <a:pt x="223" y="97"/>
                          </a:lnTo>
                          <a:lnTo>
                            <a:pt x="211" y="95"/>
                          </a:lnTo>
                          <a:lnTo>
                            <a:pt x="225" y="94"/>
                          </a:lnTo>
                          <a:lnTo>
                            <a:pt x="236" y="99"/>
                          </a:lnTo>
                          <a:lnTo>
                            <a:pt x="249" y="107"/>
                          </a:lnTo>
                          <a:lnTo>
                            <a:pt x="239" y="94"/>
                          </a:lnTo>
                          <a:lnTo>
                            <a:pt x="227" y="88"/>
                          </a:lnTo>
                          <a:lnTo>
                            <a:pt x="243" y="91"/>
                          </a:lnTo>
                          <a:lnTo>
                            <a:pt x="251" y="101"/>
                          </a:lnTo>
                          <a:lnTo>
                            <a:pt x="253" y="109"/>
                          </a:lnTo>
                          <a:lnTo>
                            <a:pt x="264" y="97"/>
                          </a:lnTo>
                          <a:lnTo>
                            <a:pt x="275" y="92"/>
                          </a:lnTo>
                          <a:lnTo>
                            <a:pt x="269" y="98"/>
                          </a:lnTo>
                          <a:lnTo>
                            <a:pt x="260" y="109"/>
                          </a:lnTo>
                          <a:lnTo>
                            <a:pt x="286" y="104"/>
                          </a:lnTo>
                          <a:lnTo>
                            <a:pt x="291" y="102"/>
                          </a:lnTo>
                          <a:lnTo>
                            <a:pt x="294" y="88"/>
                          </a:lnTo>
                          <a:lnTo>
                            <a:pt x="292" y="70"/>
                          </a:lnTo>
                          <a:lnTo>
                            <a:pt x="288" y="57"/>
                          </a:lnTo>
                          <a:lnTo>
                            <a:pt x="273" y="48"/>
                          </a:lnTo>
                          <a:lnTo>
                            <a:pt x="252" y="39"/>
                          </a:lnTo>
                          <a:lnTo>
                            <a:pt x="212" y="27"/>
                          </a:lnTo>
                          <a:lnTo>
                            <a:pt x="180" y="20"/>
                          </a:lnTo>
                          <a:lnTo>
                            <a:pt x="163" y="18"/>
                          </a:lnTo>
                          <a:lnTo>
                            <a:pt x="156" y="27"/>
                          </a:lnTo>
                          <a:lnTo>
                            <a:pt x="133" y="37"/>
                          </a:lnTo>
                          <a:lnTo>
                            <a:pt x="145" y="28"/>
                          </a:lnTo>
                          <a:lnTo>
                            <a:pt x="154" y="25"/>
                          </a:lnTo>
                          <a:lnTo>
                            <a:pt x="158" y="18"/>
                          </a:lnTo>
                          <a:lnTo>
                            <a:pt x="156" y="15"/>
                          </a:lnTo>
                          <a:lnTo>
                            <a:pt x="150" y="15"/>
                          </a:lnTo>
                          <a:lnTo>
                            <a:pt x="146" y="18"/>
                          </a:lnTo>
                          <a:lnTo>
                            <a:pt x="142" y="22"/>
                          </a:lnTo>
                          <a:lnTo>
                            <a:pt x="132" y="26"/>
                          </a:lnTo>
                          <a:lnTo>
                            <a:pt x="141" y="18"/>
                          </a:lnTo>
                          <a:lnTo>
                            <a:pt x="145" y="13"/>
                          </a:lnTo>
                          <a:lnTo>
                            <a:pt x="142" y="9"/>
                          </a:lnTo>
                          <a:lnTo>
                            <a:pt x="134" y="7"/>
                          </a:lnTo>
                          <a:lnTo>
                            <a:pt x="125" y="15"/>
                          </a:lnTo>
                          <a:lnTo>
                            <a:pt x="115" y="21"/>
                          </a:lnTo>
                          <a:lnTo>
                            <a:pt x="127" y="9"/>
                          </a:lnTo>
                          <a:lnTo>
                            <a:pt x="130" y="4"/>
                          </a:lnTo>
                          <a:lnTo>
                            <a:pt x="130" y="0"/>
                          </a:lnTo>
                          <a:lnTo>
                            <a:pt x="121" y="2"/>
                          </a:lnTo>
                          <a:lnTo>
                            <a:pt x="111" y="8"/>
                          </a:lnTo>
                          <a:lnTo>
                            <a:pt x="105" y="12"/>
                          </a:lnTo>
                          <a:lnTo>
                            <a:pt x="77" y="14"/>
                          </a:lnTo>
                          <a:lnTo>
                            <a:pt x="78" y="8"/>
                          </a:lnTo>
                          <a:lnTo>
                            <a:pt x="69" y="5"/>
                          </a:lnTo>
                          <a:lnTo>
                            <a:pt x="69" y="14"/>
                          </a:lnTo>
                          <a:lnTo>
                            <a:pt x="61" y="15"/>
                          </a:lnTo>
                          <a:lnTo>
                            <a:pt x="43" y="18"/>
                          </a:lnTo>
                          <a:lnTo>
                            <a:pt x="44" y="9"/>
                          </a:lnTo>
                          <a:lnTo>
                            <a:pt x="38" y="9"/>
                          </a:lnTo>
                          <a:lnTo>
                            <a:pt x="37" y="18"/>
                          </a:lnTo>
                          <a:lnTo>
                            <a:pt x="26" y="17"/>
                          </a:lnTo>
                          <a:lnTo>
                            <a:pt x="16" y="15"/>
                          </a:lnTo>
                          <a:lnTo>
                            <a:pt x="15" y="8"/>
                          </a:lnTo>
                          <a:lnTo>
                            <a:pt x="10" y="5"/>
                          </a:lnTo>
                        </a:path>
                      </a:pathLst>
                    </a:custGeom>
                    <a:solidFill>
                      <a:srgbClr val="808080"/>
                    </a:solidFill>
                    <a:ln w="12700" cap="rnd">
                      <a:noFill/>
                      <a:round/>
                      <a:headEnd/>
                      <a:tailEnd/>
                    </a:ln>
                  </p:spPr>
                  <p:txBody>
                    <a:bodyPr/>
                    <a:lstStyle/>
                    <a:p>
                      <a:pPr algn="ctr"/>
                      <a:endParaRPr lang="pt-BR" sz="2400"/>
                    </a:p>
                  </p:txBody>
                </p:sp>
                <p:sp>
                  <p:nvSpPr>
                    <p:cNvPr id="398" name="Freeform 288"/>
                    <p:cNvSpPr>
                      <a:spLocks/>
                    </p:cNvSpPr>
                    <p:nvPr/>
                  </p:nvSpPr>
                  <p:spPr bwMode="auto">
                    <a:xfrm>
                      <a:off x="2987" y="2565"/>
                      <a:ext cx="41" cy="8"/>
                    </a:xfrm>
                    <a:custGeom>
                      <a:avLst/>
                      <a:gdLst>
                        <a:gd name="T0" fmla="*/ 0 w 41"/>
                        <a:gd name="T1" fmla="*/ 0 h 8"/>
                        <a:gd name="T2" fmla="*/ 18 w 41"/>
                        <a:gd name="T3" fmla="*/ 7 h 8"/>
                        <a:gd name="T4" fmla="*/ 40 w 41"/>
                        <a:gd name="T5" fmla="*/ 5 h 8"/>
                        <a:gd name="T6" fmla="*/ 0 w 41"/>
                        <a:gd name="T7" fmla="*/ 0 h 8"/>
                        <a:gd name="T8" fmla="*/ 0 60000 65536"/>
                        <a:gd name="T9" fmla="*/ 0 60000 65536"/>
                        <a:gd name="T10" fmla="*/ 0 60000 65536"/>
                        <a:gd name="T11" fmla="*/ 0 60000 65536"/>
                        <a:gd name="T12" fmla="*/ 0 w 41"/>
                        <a:gd name="T13" fmla="*/ 0 h 8"/>
                        <a:gd name="T14" fmla="*/ 41 w 41"/>
                        <a:gd name="T15" fmla="*/ 8 h 8"/>
                      </a:gdLst>
                      <a:ahLst/>
                      <a:cxnLst>
                        <a:cxn ang="T8">
                          <a:pos x="T0" y="T1"/>
                        </a:cxn>
                        <a:cxn ang="T9">
                          <a:pos x="T2" y="T3"/>
                        </a:cxn>
                        <a:cxn ang="T10">
                          <a:pos x="T4" y="T5"/>
                        </a:cxn>
                        <a:cxn ang="T11">
                          <a:pos x="T6" y="T7"/>
                        </a:cxn>
                      </a:cxnLst>
                      <a:rect l="T12" t="T13" r="T14" b="T15"/>
                      <a:pathLst>
                        <a:path w="41" h="8">
                          <a:moveTo>
                            <a:pt x="0" y="0"/>
                          </a:moveTo>
                          <a:lnTo>
                            <a:pt x="18" y="7"/>
                          </a:lnTo>
                          <a:lnTo>
                            <a:pt x="40" y="5"/>
                          </a:lnTo>
                          <a:lnTo>
                            <a:pt x="0" y="0"/>
                          </a:lnTo>
                        </a:path>
                      </a:pathLst>
                    </a:custGeom>
                    <a:solidFill>
                      <a:srgbClr val="606060"/>
                    </a:solidFill>
                    <a:ln w="12700" cap="rnd">
                      <a:noFill/>
                      <a:round/>
                      <a:headEnd/>
                      <a:tailEnd/>
                    </a:ln>
                  </p:spPr>
                  <p:txBody>
                    <a:bodyPr/>
                    <a:lstStyle/>
                    <a:p>
                      <a:pPr algn="ctr"/>
                      <a:endParaRPr lang="pt-BR" sz="2400"/>
                    </a:p>
                  </p:txBody>
                </p:sp>
                <p:sp>
                  <p:nvSpPr>
                    <p:cNvPr id="399" name="Freeform 289"/>
                    <p:cNvSpPr>
                      <a:spLocks/>
                    </p:cNvSpPr>
                    <p:nvPr/>
                  </p:nvSpPr>
                  <p:spPr bwMode="auto">
                    <a:xfrm>
                      <a:off x="2947" y="2556"/>
                      <a:ext cx="26" cy="7"/>
                    </a:xfrm>
                    <a:custGeom>
                      <a:avLst/>
                      <a:gdLst>
                        <a:gd name="T0" fmla="*/ 0 w 26"/>
                        <a:gd name="T1" fmla="*/ 0 h 7"/>
                        <a:gd name="T2" fmla="*/ 6 w 26"/>
                        <a:gd name="T3" fmla="*/ 3 h 7"/>
                        <a:gd name="T4" fmla="*/ 25 w 26"/>
                        <a:gd name="T5" fmla="*/ 6 h 7"/>
                        <a:gd name="T6" fmla="*/ 6 w 26"/>
                        <a:gd name="T7" fmla="*/ 6 h 7"/>
                        <a:gd name="T8" fmla="*/ 0 w 26"/>
                        <a:gd name="T9" fmla="*/ 0 h 7"/>
                        <a:gd name="T10" fmla="*/ 0 60000 65536"/>
                        <a:gd name="T11" fmla="*/ 0 60000 65536"/>
                        <a:gd name="T12" fmla="*/ 0 60000 65536"/>
                        <a:gd name="T13" fmla="*/ 0 60000 65536"/>
                        <a:gd name="T14" fmla="*/ 0 60000 65536"/>
                        <a:gd name="T15" fmla="*/ 0 w 26"/>
                        <a:gd name="T16" fmla="*/ 0 h 7"/>
                        <a:gd name="T17" fmla="*/ 26 w 26"/>
                        <a:gd name="T18" fmla="*/ 7 h 7"/>
                      </a:gdLst>
                      <a:ahLst/>
                      <a:cxnLst>
                        <a:cxn ang="T10">
                          <a:pos x="T0" y="T1"/>
                        </a:cxn>
                        <a:cxn ang="T11">
                          <a:pos x="T2" y="T3"/>
                        </a:cxn>
                        <a:cxn ang="T12">
                          <a:pos x="T4" y="T5"/>
                        </a:cxn>
                        <a:cxn ang="T13">
                          <a:pos x="T6" y="T7"/>
                        </a:cxn>
                        <a:cxn ang="T14">
                          <a:pos x="T8" y="T9"/>
                        </a:cxn>
                      </a:cxnLst>
                      <a:rect l="T15" t="T16" r="T17" b="T18"/>
                      <a:pathLst>
                        <a:path w="26" h="7">
                          <a:moveTo>
                            <a:pt x="0" y="0"/>
                          </a:moveTo>
                          <a:lnTo>
                            <a:pt x="6" y="3"/>
                          </a:lnTo>
                          <a:lnTo>
                            <a:pt x="25" y="6"/>
                          </a:lnTo>
                          <a:lnTo>
                            <a:pt x="6" y="6"/>
                          </a:lnTo>
                          <a:lnTo>
                            <a:pt x="0" y="0"/>
                          </a:lnTo>
                        </a:path>
                      </a:pathLst>
                    </a:custGeom>
                    <a:solidFill>
                      <a:srgbClr val="606060"/>
                    </a:solidFill>
                    <a:ln w="12700" cap="rnd">
                      <a:noFill/>
                      <a:round/>
                      <a:headEnd/>
                      <a:tailEnd/>
                    </a:ln>
                  </p:spPr>
                  <p:txBody>
                    <a:bodyPr/>
                    <a:lstStyle/>
                    <a:p>
                      <a:pPr algn="ctr"/>
                      <a:endParaRPr lang="pt-BR" sz="2400"/>
                    </a:p>
                  </p:txBody>
                </p:sp>
                <p:sp>
                  <p:nvSpPr>
                    <p:cNvPr id="400" name="Freeform 290"/>
                    <p:cNvSpPr>
                      <a:spLocks/>
                    </p:cNvSpPr>
                    <p:nvPr/>
                  </p:nvSpPr>
                  <p:spPr bwMode="auto">
                    <a:xfrm>
                      <a:off x="3049" y="2550"/>
                      <a:ext cx="39" cy="19"/>
                    </a:xfrm>
                    <a:custGeom>
                      <a:avLst/>
                      <a:gdLst>
                        <a:gd name="T0" fmla="*/ 0 w 39"/>
                        <a:gd name="T1" fmla="*/ 0 h 19"/>
                        <a:gd name="T2" fmla="*/ 16 w 39"/>
                        <a:gd name="T3" fmla="*/ 1 h 19"/>
                        <a:gd name="T4" fmla="*/ 20 w 39"/>
                        <a:gd name="T5" fmla="*/ 3 h 19"/>
                        <a:gd name="T6" fmla="*/ 20 w 39"/>
                        <a:gd name="T7" fmla="*/ 9 h 19"/>
                        <a:gd name="T8" fmla="*/ 21 w 39"/>
                        <a:gd name="T9" fmla="*/ 15 h 19"/>
                        <a:gd name="T10" fmla="*/ 38 w 39"/>
                        <a:gd name="T11" fmla="*/ 18 h 19"/>
                        <a:gd name="T12" fmla="*/ 18 w 39"/>
                        <a:gd name="T13" fmla="*/ 17 h 19"/>
                        <a:gd name="T14" fmla="*/ 14 w 39"/>
                        <a:gd name="T15" fmla="*/ 5 h 19"/>
                        <a:gd name="T16" fmla="*/ 0 w 39"/>
                        <a:gd name="T17" fmla="*/ 0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9"/>
                        <a:gd name="T28" fmla="*/ 0 h 19"/>
                        <a:gd name="T29" fmla="*/ 39 w 39"/>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9" h="19">
                          <a:moveTo>
                            <a:pt x="0" y="0"/>
                          </a:moveTo>
                          <a:lnTo>
                            <a:pt x="16" y="1"/>
                          </a:lnTo>
                          <a:lnTo>
                            <a:pt x="20" y="3"/>
                          </a:lnTo>
                          <a:lnTo>
                            <a:pt x="20" y="9"/>
                          </a:lnTo>
                          <a:lnTo>
                            <a:pt x="21" y="15"/>
                          </a:lnTo>
                          <a:lnTo>
                            <a:pt x="38" y="18"/>
                          </a:lnTo>
                          <a:lnTo>
                            <a:pt x="18" y="17"/>
                          </a:lnTo>
                          <a:lnTo>
                            <a:pt x="14" y="5"/>
                          </a:lnTo>
                          <a:lnTo>
                            <a:pt x="0" y="0"/>
                          </a:lnTo>
                        </a:path>
                      </a:pathLst>
                    </a:custGeom>
                    <a:solidFill>
                      <a:srgbClr val="606060"/>
                    </a:solidFill>
                    <a:ln w="12700" cap="rnd">
                      <a:noFill/>
                      <a:round/>
                      <a:headEnd/>
                      <a:tailEnd/>
                    </a:ln>
                  </p:spPr>
                  <p:txBody>
                    <a:bodyPr/>
                    <a:lstStyle/>
                    <a:p>
                      <a:pPr algn="ctr"/>
                      <a:endParaRPr lang="pt-BR" sz="2400"/>
                    </a:p>
                  </p:txBody>
                </p:sp>
                <p:sp>
                  <p:nvSpPr>
                    <p:cNvPr id="401" name="Freeform 291"/>
                    <p:cNvSpPr>
                      <a:spLocks/>
                    </p:cNvSpPr>
                    <p:nvPr/>
                  </p:nvSpPr>
                  <p:spPr bwMode="auto">
                    <a:xfrm>
                      <a:off x="3087" y="2592"/>
                      <a:ext cx="124" cy="28"/>
                    </a:xfrm>
                    <a:custGeom>
                      <a:avLst/>
                      <a:gdLst>
                        <a:gd name="T0" fmla="*/ 0 w 124"/>
                        <a:gd name="T1" fmla="*/ 0 h 28"/>
                        <a:gd name="T2" fmla="*/ 31 w 124"/>
                        <a:gd name="T3" fmla="*/ 1 h 28"/>
                        <a:gd name="T4" fmla="*/ 63 w 124"/>
                        <a:gd name="T5" fmla="*/ 9 h 28"/>
                        <a:gd name="T6" fmla="*/ 87 w 124"/>
                        <a:gd name="T7" fmla="*/ 10 h 28"/>
                        <a:gd name="T8" fmla="*/ 106 w 124"/>
                        <a:gd name="T9" fmla="*/ 13 h 28"/>
                        <a:gd name="T10" fmla="*/ 113 w 124"/>
                        <a:gd name="T11" fmla="*/ 22 h 28"/>
                        <a:gd name="T12" fmla="*/ 123 w 124"/>
                        <a:gd name="T13" fmla="*/ 27 h 28"/>
                        <a:gd name="T14" fmla="*/ 113 w 124"/>
                        <a:gd name="T15" fmla="*/ 26 h 28"/>
                        <a:gd name="T16" fmla="*/ 105 w 124"/>
                        <a:gd name="T17" fmla="*/ 15 h 28"/>
                        <a:gd name="T18" fmla="*/ 79 w 124"/>
                        <a:gd name="T19" fmla="*/ 11 h 28"/>
                        <a:gd name="T20" fmla="*/ 63 w 124"/>
                        <a:gd name="T21" fmla="*/ 11 h 28"/>
                        <a:gd name="T22" fmla="*/ 51 w 124"/>
                        <a:gd name="T23" fmla="*/ 9 h 28"/>
                        <a:gd name="T24" fmla="*/ 29 w 124"/>
                        <a:gd name="T25" fmla="*/ 3 h 28"/>
                        <a:gd name="T26" fmla="*/ 0 w 124"/>
                        <a:gd name="T27" fmla="*/ 0 h 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4"/>
                        <a:gd name="T43" fmla="*/ 0 h 28"/>
                        <a:gd name="T44" fmla="*/ 124 w 124"/>
                        <a:gd name="T45" fmla="*/ 28 h 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4" h="28">
                          <a:moveTo>
                            <a:pt x="0" y="0"/>
                          </a:moveTo>
                          <a:lnTo>
                            <a:pt x="31" y="1"/>
                          </a:lnTo>
                          <a:lnTo>
                            <a:pt x="63" y="9"/>
                          </a:lnTo>
                          <a:lnTo>
                            <a:pt x="87" y="10"/>
                          </a:lnTo>
                          <a:lnTo>
                            <a:pt x="106" y="13"/>
                          </a:lnTo>
                          <a:lnTo>
                            <a:pt x="113" y="22"/>
                          </a:lnTo>
                          <a:lnTo>
                            <a:pt x="123" y="27"/>
                          </a:lnTo>
                          <a:lnTo>
                            <a:pt x="113" y="26"/>
                          </a:lnTo>
                          <a:lnTo>
                            <a:pt x="105" y="15"/>
                          </a:lnTo>
                          <a:lnTo>
                            <a:pt x="79" y="11"/>
                          </a:lnTo>
                          <a:lnTo>
                            <a:pt x="63" y="11"/>
                          </a:lnTo>
                          <a:lnTo>
                            <a:pt x="51" y="9"/>
                          </a:lnTo>
                          <a:lnTo>
                            <a:pt x="29" y="3"/>
                          </a:lnTo>
                          <a:lnTo>
                            <a:pt x="0" y="0"/>
                          </a:lnTo>
                        </a:path>
                      </a:pathLst>
                    </a:custGeom>
                    <a:solidFill>
                      <a:srgbClr val="606060"/>
                    </a:solidFill>
                    <a:ln w="12700" cap="rnd">
                      <a:noFill/>
                      <a:round/>
                      <a:headEnd/>
                      <a:tailEnd/>
                    </a:ln>
                  </p:spPr>
                  <p:txBody>
                    <a:bodyPr/>
                    <a:lstStyle/>
                    <a:p>
                      <a:pPr algn="ctr"/>
                      <a:endParaRPr lang="pt-BR" sz="2400"/>
                    </a:p>
                  </p:txBody>
                </p:sp>
              </p:grpSp>
              <p:grpSp>
                <p:nvGrpSpPr>
                  <p:cNvPr id="345" name="Group 292"/>
                  <p:cNvGrpSpPr>
                    <a:grpSpLocks/>
                  </p:cNvGrpSpPr>
                  <p:nvPr/>
                </p:nvGrpSpPr>
                <p:grpSpPr bwMode="auto">
                  <a:xfrm>
                    <a:off x="3067" y="2383"/>
                    <a:ext cx="125" cy="63"/>
                    <a:chOff x="3067" y="2383"/>
                    <a:chExt cx="125" cy="63"/>
                  </a:xfrm>
                </p:grpSpPr>
                <p:grpSp>
                  <p:nvGrpSpPr>
                    <p:cNvPr id="383" name="Group 293"/>
                    <p:cNvGrpSpPr>
                      <a:grpSpLocks/>
                    </p:cNvGrpSpPr>
                    <p:nvPr/>
                  </p:nvGrpSpPr>
                  <p:grpSpPr bwMode="auto">
                    <a:xfrm>
                      <a:off x="3083" y="2383"/>
                      <a:ext cx="109" cy="51"/>
                      <a:chOff x="3083" y="2383"/>
                      <a:chExt cx="109" cy="51"/>
                    </a:xfrm>
                  </p:grpSpPr>
                  <p:sp>
                    <p:nvSpPr>
                      <p:cNvPr id="387" name="Freeform 294"/>
                      <p:cNvSpPr>
                        <a:spLocks/>
                      </p:cNvSpPr>
                      <p:nvPr/>
                    </p:nvSpPr>
                    <p:spPr bwMode="auto">
                      <a:xfrm>
                        <a:off x="3083" y="2383"/>
                        <a:ext cx="109" cy="51"/>
                      </a:xfrm>
                      <a:custGeom>
                        <a:avLst/>
                        <a:gdLst>
                          <a:gd name="T0" fmla="*/ 10 w 109"/>
                          <a:gd name="T1" fmla="*/ 50 h 51"/>
                          <a:gd name="T2" fmla="*/ 16 w 109"/>
                          <a:gd name="T3" fmla="*/ 49 h 51"/>
                          <a:gd name="T4" fmla="*/ 21 w 109"/>
                          <a:gd name="T5" fmla="*/ 46 h 51"/>
                          <a:gd name="T6" fmla="*/ 27 w 109"/>
                          <a:gd name="T7" fmla="*/ 45 h 51"/>
                          <a:gd name="T8" fmla="*/ 36 w 109"/>
                          <a:gd name="T9" fmla="*/ 47 h 51"/>
                          <a:gd name="T10" fmla="*/ 43 w 109"/>
                          <a:gd name="T11" fmla="*/ 46 h 51"/>
                          <a:gd name="T12" fmla="*/ 46 w 109"/>
                          <a:gd name="T13" fmla="*/ 45 h 51"/>
                          <a:gd name="T14" fmla="*/ 50 w 109"/>
                          <a:gd name="T15" fmla="*/ 44 h 51"/>
                          <a:gd name="T16" fmla="*/ 54 w 109"/>
                          <a:gd name="T17" fmla="*/ 42 h 51"/>
                          <a:gd name="T18" fmla="*/ 58 w 109"/>
                          <a:gd name="T19" fmla="*/ 39 h 51"/>
                          <a:gd name="T20" fmla="*/ 61 w 109"/>
                          <a:gd name="T21" fmla="*/ 36 h 51"/>
                          <a:gd name="T22" fmla="*/ 66 w 109"/>
                          <a:gd name="T23" fmla="*/ 32 h 51"/>
                          <a:gd name="T24" fmla="*/ 74 w 109"/>
                          <a:gd name="T25" fmla="*/ 34 h 51"/>
                          <a:gd name="T26" fmla="*/ 78 w 109"/>
                          <a:gd name="T27" fmla="*/ 34 h 51"/>
                          <a:gd name="T28" fmla="*/ 81 w 109"/>
                          <a:gd name="T29" fmla="*/ 33 h 51"/>
                          <a:gd name="T30" fmla="*/ 82 w 109"/>
                          <a:gd name="T31" fmla="*/ 32 h 51"/>
                          <a:gd name="T32" fmla="*/ 83 w 109"/>
                          <a:gd name="T33" fmla="*/ 30 h 51"/>
                          <a:gd name="T34" fmla="*/ 82 w 109"/>
                          <a:gd name="T35" fmla="*/ 28 h 51"/>
                          <a:gd name="T36" fmla="*/ 81 w 109"/>
                          <a:gd name="T37" fmla="*/ 26 h 51"/>
                          <a:gd name="T38" fmla="*/ 78 w 109"/>
                          <a:gd name="T39" fmla="*/ 25 h 51"/>
                          <a:gd name="T40" fmla="*/ 72 w 109"/>
                          <a:gd name="T41" fmla="*/ 25 h 51"/>
                          <a:gd name="T42" fmla="*/ 65 w 109"/>
                          <a:gd name="T43" fmla="*/ 22 h 51"/>
                          <a:gd name="T44" fmla="*/ 71 w 109"/>
                          <a:gd name="T45" fmla="*/ 19 h 51"/>
                          <a:gd name="T46" fmla="*/ 78 w 109"/>
                          <a:gd name="T47" fmla="*/ 17 h 51"/>
                          <a:gd name="T48" fmla="*/ 83 w 109"/>
                          <a:gd name="T49" fmla="*/ 17 h 51"/>
                          <a:gd name="T50" fmla="*/ 90 w 109"/>
                          <a:gd name="T51" fmla="*/ 17 h 51"/>
                          <a:gd name="T52" fmla="*/ 94 w 109"/>
                          <a:gd name="T53" fmla="*/ 18 h 51"/>
                          <a:gd name="T54" fmla="*/ 100 w 109"/>
                          <a:gd name="T55" fmla="*/ 18 h 51"/>
                          <a:gd name="T56" fmla="*/ 102 w 109"/>
                          <a:gd name="T57" fmla="*/ 17 h 51"/>
                          <a:gd name="T58" fmla="*/ 102 w 109"/>
                          <a:gd name="T59" fmla="*/ 15 h 51"/>
                          <a:gd name="T60" fmla="*/ 105 w 109"/>
                          <a:gd name="T61" fmla="*/ 15 h 51"/>
                          <a:gd name="T62" fmla="*/ 107 w 109"/>
                          <a:gd name="T63" fmla="*/ 14 h 51"/>
                          <a:gd name="T64" fmla="*/ 108 w 109"/>
                          <a:gd name="T65" fmla="*/ 12 h 51"/>
                          <a:gd name="T66" fmla="*/ 107 w 109"/>
                          <a:gd name="T67" fmla="*/ 11 h 51"/>
                          <a:gd name="T68" fmla="*/ 106 w 109"/>
                          <a:gd name="T69" fmla="*/ 10 h 51"/>
                          <a:gd name="T70" fmla="*/ 102 w 109"/>
                          <a:gd name="T71" fmla="*/ 8 h 51"/>
                          <a:gd name="T72" fmla="*/ 100 w 109"/>
                          <a:gd name="T73" fmla="*/ 7 h 51"/>
                          <a:gd name="T74" fmla="*/ 97 w 109"/>
                          <a:gd name="T75" fmla="*/ 5 h 51"/>
                          <a:gd name="T76" fmla="*/ 94 w 109"/>
                          <a:gd name="T77" fmla="*/ 4 h 51"/>
                          <a:gd name="T78" fmla="*/ 91 w 109"/>
                          <a:gd name="T79" fmla="*/ 4 h 51"/>
                          <a:gd name="T80" fmla="*/ 79 w 109"/>
                          <a:gd name="T81" fmla="*/ 2 h 51"/>
                          <a:gd name="T82" fmla="*/ 76 w 109"/>
                          <a:gd name="T83" fmla="*/ 1 h 51"/>
                          <a:gd name="T84" fmla="*/ 73 w 109"/>
                          <a:gd name="T85" fmla="*/ 0 h 51"/>
                          <a:gd name="T86" fmla="*/ 69 w 109"/>
                          <a:gd name="T87" fmla="*/ 1 h 51"/>
                          <a:gd name="T88" fmla="*/ 65 w 109"/>
                          <a:gd name="T89" fmla="*/ 2 h 51"/>
                          <a:gd name="T90" fmla="*/ 54 w 109"/>
                          <a:gd name="T91" fmla="*/ 8 h 51"/>
                          <a:gd name="T92" fmla="*/ 49 w 109"/>
                          <a:gd name="T93" fmla="*/ 9 h 51"/>
                          <a:gd name="T94" fmla="*/ 45 w 109"/>
                          <a:gd name="T95" fmla="*/ 10 h 51"/>
                          <a:gd name="T96" fmla="*/ 41 w 109"/>
                          <a:gd name="T97" fmla="*/ 12 h 51"/>
                          <a:gd name="T98" fmla="*/ 39 w 109"/>
                          <a:gd name="T99" fmla="*/ 15 h 51"/>
                          <a:gd name="T100" fmla="*/ 29 w 109"/>
                          <a:gd name="T101" fmla="*/ 20 h 51"/>
                          <a:gd name="T102" fmla="*/ 24 w 109"/>
                          <a:gd name="T103" fmla="*/ 23 h 51"/>
                          <a:gd name="T104" fmla="*/ 19 w 109"/>
                          <a:gd name="T105" fmla="*/ 28 h 51"/>
                          <a:gd name="T106" fmla="*/ 15 w 109"/>
                          <a:gd name="T107" fmla="*/ 30 h 51"/>
                          <a:gd name="T108" fmla="*/ 0 w 109"/>
                          <a:gd name="T109" fmla="*/ 31 h 51"/>
                          <a:gd name="T110" fmla="*/ 10 w 109"/>
                          <a:gd name="T111" fmla="*/ 50 h 5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9"/>
                          <a:gd name="T169" fmla="*/ 0 h 51"/>
                          <a:gd name="T170" fmla="*/ 109 w 109"/>
                          <a:gd name="T171" fmla="*/ 51 h 5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9" h="51">
                            <a:moveTo>
                              <a:pt x="10" y="50"/>
                            </a:moveTo>
                            <a:lnTo>
                              <a:pt x="16" y="49"/>
                            </a:lnTo>
                            <a:lnTo>
                              <a:pt x="21" y="46"/>
                            </a:lnTo>
                            <a:lnTo>
                              <a:pt x="27" y="45"/>
                            </a:lnTo>
                            <a:lnTo>
                              <a:pt x="36" y="47"/>
                            </a:lnTo>
                            <a:lnTo>
                              <a:pt x="43" y="46"/>
                            </a:lnTo>
                            <a:lnTo>
                              <a:pt x="46" y="45"/>
                            </a:lnTo>
                            <a:lnTo>
                              <a:pt x="50" y="44"/>
                            </a:lnTo>
                            <a:lnTo>
                              <a:pt x="54" y="42"/>
                            </a:lnTo>
                            <a:lnTo>
                              <a:pt x="58" y="39"/>
                            </a:lnTo>
                            <a:lnTo>
                              <a:pt x="61" y="36"/>
                            </a:lnTo>
                            <a:lnTo>
                              <a:pt x="66" y="32"/>
                            </a:lnTo>
                            <a:lnTo>
                              <a:pt x="74" y="34"/>
                            </a:lnTo>
                            <a:lnTo>
                              <a:pt x="78" y="34"/>
                            </a:lnTo>
                            <a:lnTo>
                              <a:pt x="81" y="33"/>
                            </a:lnTo>
                            <a:lnTo>
                              <a:pt x="82" y="32"/>
                            </a:lnTo>
                            <a:lnTo>
                              <a:pt x="83" y="30"/>
                            </a:lnTo>
                            <a:lnTo>
                              <a:pt x="82" y="28"/>
                            </a:lnTo>
                            <a:lnTo>
                              <a:pt x="81" y="26"/>
                            </a:lnTo>
                            <a:lnTo>
                              <a:pt x="78" y="25"/>
                            </a:lnTo>
                            <a:lnTo>
                              <a:pt x="72" y="25"/>
                            </a:lnTo>
                            <a:lnTo>
                              <a:pt x="65" y="22"/>
                            </a:lnTo>
                            <a:lnTo>
                              <a:pt x="71" y="19"/>
                            </a:lnTo>
                            <a:lnTo>
                              <a:pt x="78" y="17"/>
                            </a:lnTo>
                            <a:lnTo>
                              <a:pt x="83" y="17"/>
                            </a:lnTo>
                            <a:lnTo>
                              <a:pt x="90" y="17"/>
                            </a:lnTo>
                            <a:lnTo>
                              <a:pt x="94" y="18"/>
                            </a:lnTo>
                            <a:lnTo>
                              <a:pt x="100" y="18"/>
                            </a:lnTo>
                            <a:lnTo>
                              <a:pt x="102" y="17"/>
                            </a:lnTo>
                            <a:lnTo>
                              <a:pt x="102" y="15"/>
                            </a:lnTo>
                            <a:lnTo>
                              <a:pt x="105" y="15"/>
                            </a:lnTo>
                            <a:lnTo>
                              <a:pt x="107" y="14"/>
                            </a:lnTo>
                            <a:lnTo>
                              <a:pt x="108" y="12"/>
                            </a:lnTo>
                            <a:lnTo>
                              <a:pt x="107" y="11"/>
                            </a:lnTo>
                            <a:lnTo>
                              <a:pt x="106" y="10"/>
                            </a:lnTo>
                            <a:lnTo>
                              <a:pt x="102" y="8"/>
                            </a:lnTo>
                            <a:lnTo>
                              <a:pt x="100" y="7"/>
                            </a:lnTo>
                            <a:lnTo>
                              <a:pt x="97" y="5"/>
                            </a:lnTo>
                            <a:lnTo>
                              <a:pt x="94" y="4"/>
                            </a:lnTo>
                            <a:lnTo>
                              <a:pt x="91" y="4"/>
                            </a:lnTo>
                            <a:lnTo>
                              <a:pt x="79" y="2"/>
                            </a:lnTo>
                            <a:lnTo>
                              <a:pt x="76" y="1"/>
                            </a:lnTo>
                            <a:lnTo>
                              <a:pt x="73" y="0"/>
                            </a:lnTo>
                            <a:lnTo>
                              <a:pt x="69" y="1"/>
                            </a:lnTo>
                            <a:lnTo>
                              <a:pt x="65" y="2"/>
                            </a:lnTo>
                            <a:lnTo>
                              <a:pt x="54" y="8"/>
                            </a:lnTo>
                            <a:lnTo>
                              <a:pt x="49" y="9"/>
                            </a:lnTo>
                            <a:lnTo>
                              <a:pt x="45" y="10"/>
                            </a:lnTo>
                            <a:lnTo>
                              <a:pt x="41" y="12"/>
                            </a:lnTo>
                            <a:lnTo>
                              <a:pt x="39" y="15"/>
                            </a:lnTo>
                            <a:lnTo>
                              <a:pt x="29" y="20"/>
                            </a:lnTo>
                            <a:lnTo>
                              <a:pt x="24" y="23"/>
                            </a:lnTo>
                            <a:lnTo>
                              <a:pt x="19" y="28"/>
                            </a:lnTo>
                            <a:lnTo>
                              <a:pt x="15" y="30"/>
                            </a:lnTo>
                            <a:lnTo>
                              <a:pt x="0" y="31"/>
                            </a:lnTo>
                            <a:lnTo>
                              <a:pt x="10" y="50"/>
                            </a:lnTo>
                          </a:path>
                        </a:pathLst>
                      </a:custGeom>
                      <a:solidFill>
                        <a:srgbClr val="FFC080"/>
                      </a:solidFill>
                      <a:ln w="12700" cap="rnd">
                        <a:noFill/>
                        <a:round/>
                        <a:headEnd/>
                        <a:tailEnd/>
                      </a:ln>
                    </p:spPr>
                    <p:txBody>
                      <a:bodyPr/>
                      <a:lstStyle/>
                      <a:p>
                        <a:pPr algn="ctr"/>
                        <a:endParaRPr lang="pt-BR" sz="2400"/>
                      </a:p>
                    </p:txBody>
                  </p:sp>
                  <p:sp>
                    <p:nvSpPr>
                      <p:cNvPr id="388" name="Freeform 295"/>
                      <p:cNvSpPr>
                        <a:spLocks/>
                      </p:cNvSpPr>
                      <p:nvPr/>
                    </p:nvSpPr>
                    <p:spPr bwMode="auto">
                      <a:xfrm>
                        <a:off x="3123" y="2406"/>
                        <a:ext cx="27" cy="7"/>
                      </a:xfrm>
                      <a:custGeom>
                        <a:avLst/>
                        <a:gdLst>
                          <a:gd name="T0" fmla="*/ 26 w 27"/>
                          <a:gd name="T1" fmla="*/ 0 h 7"/>
                          <a:gd name="T2" fmla="*/ 25 w 27"/>
                          <a:gd name="T3" fmla="*/ 1 h 7"/>
                          <a:gd name="T4" fmla="*/ 21 w 27"/>
                          <a:gd name="T5" fmla="*/ 1 h 7"/>
                          <a:gd name="T6" fmla="*/ 19 w 27"/>
                          <a:gd name="T7" fmla="*/ 2 h 7"/>
                          <a:gd name="T8" fmla="*/ 15 w 27"/>
                          <a:gd name="T9" fmla="*/ 4 h 7"/>
                          <a:gd name="T10" fmla="*/ 10 w 27"/>
                          <a:gd name="T11" fmla="*/ 5 h 7"/>
                          <a:gd name="T12" fmla="*/ 4 w 27"/>
                          <a:gd name="T13" fmla="*/ 5 h 7"/>
                          <a:gd name="T14" fmla="*/ 0 w 27"/>
                          <a:gd name="T15" fmla="*/ 6 h 7"/>
                          <a:gd name="T16" fmla="*/ 3 w 27"/>
                          <a:gd name="T17" fmla="*/ 4 h 7"/>
                          <a:gd name="T18" fmla="*/ 8 w 27"/>
                          <a:gd name="T19" fmla="*/ 4 h 7"/>
                          <a:gd name="T20" fmla="*/ 11 w 27"/>
                          <a:gd name="T21" fmla="*/ 4 h 7"/>
                          <a:gd name="T22" fmla="*/ 15 w 27"/>
                          <a:gd name="T23" fmla="*/ 3 h 7"/>
                          <a:gd name="T24" fmla="*/ 18 w 27"/>
                          <a:gd name="T25" fmla="*/ 1 h 7"/>
                          <a:gd name="T26" fmla="*/ 20 w 27"/>
                          <a:gd name="T27" fmla="*/ 0 h 7"/>
                          <a:gd name="T28" fmla="*/ 26 w 27"/>
                          <a:gd name="T29" fmla="*/ 0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
                          <a:gd name="T46" fmla="*/ 0 h 7"/>
                          <a:gd name="T47" fmla="*/ 27 w 27"/>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 h="7">
                            <a:moveTo>
                              <a:pt x="26" y="0"/>
                            </a:moveTo>
                            <a:lnTo>
                              <a:pt x="25" y="1"/>
                            </a:lnTo>
                            <a:lnTo>
                              <a:pt x="21" y="1"/>
                            </a:lnTo>
                            <a:lnTo>
                              <a:pt x="19" y="2"/>
                            </a:lnTo>
                            <a:lnTo>
                              <a:pt x="15" y="4"/>
                            </a:lnTo>
                            <a:lnTo>
                              <a:pt x="10" y="5"/>
                            </a:lnTo>
                            <a:lnTo>
                              <a:pt x="4" y="5"/>
                            </a:lnTo>
                            <a:lnTo>
                              <a:pt x="0" y="6"/>
                            </a:lnTo>
                            <a:lnTo>
                              <a:pt x="3" y="4"/>
                            </a:lnTo>
                            <a:lnTo>
                              <a:pt x="8" y="4"/>
                            </a:lnTo>
                            <a:lnTo>
                              <a:pt x="11" y="4"/>
                            </a:lnTo>
                            <a:lnTo>
                              <a:pt x="15" y="3"/>
                            </a:lnTo>
                            <a:lnTo>
                              <a:pt x="18" y="1"/>
                            </a:lnTo>
                            <a:lnTo>
                              <a:pt x="20" y="0"/>
                            </a:lnTo>
                            <a:lnTo>
                              <a:pt x="26" y="0"/>
                            </a:lnTo>
                          </a:path>
                        </a:pathLst>
                      </a:custGeom>
                      <a:solidFill>
                        <a:srgbClr val="402000"/>
                      </a:solidFill>
                      <a:ln w="12700" cap="rnd">
                        <a:noFill/>
                        <a:round/>
                        <a:headEnd/>
                        <a:tailEnd/>
                      </a:ln>
                    </p:spPr>
                    <p:txBody>
                      <a:bodyPr/>
                      <a:lstStyle/>
                      <a:p>
                        <a:pPr algn="ctr"/>
                        <a:endParaRPr lang="pt-BR" sz="2400"/>
                      </a:p>
                    </p:txBody>
                  </p:sp>
                  <p:sp>
                    <p:nvSpPr>
                      <p:cNvPr id="389" name="Freeform 296"/>
                      <p:cNvSpPr>
                        <a:spLocks/>
                      </p:cNvSpPr>
                      <p:nvPr/>
                    </p:nvSpPr>
                    <p:spPr bwMode="auto">
                      <a:xfrm>
                        <a:off x="3156" y="2411"/>
                        <a:ext cx="3" cy="4"/>
                      </a:xfrm>
                      <a:custGeom>
                        <a:avLst/>
                        <a:gdLst>
                          <a:gd name="T0" fmla="*/ 2 w 3"/>
                          <a:gd name="T1" fmla="*/ 0 h 4"/>
                          <a:gd name="T2" fmla="*/ 1 w 3"/>
                          <a:gd name="T3" fmla="*/ 1 h 4"/>
                          <a:gd name="T4" fmla="*/ 1 w 3"/>
                          <a:gd name="T5" fmla="*/ 1 h 4"/>
                          <a:gd name="T6" fmla="*/ 2 w 3"/>
                          <a:gd name="T7" fmla="*/ 3 h 4"/>
                          <a:gd name="T8" fmla="*/ 0 w 3"/>
                          <a:gd name="T9" fmla="*/ 1 h 4"/>
                          <a:gd name="T10" fmla="*/ 0 w 3"/>
                          <a:gd name="T11" fmla="*/ 1 h 4"/>
                          <a:gd name="T12" fmla="*/ 2 w 3"/>
                          <a:gd name="T13" fmla="*/ 0 h 4"/>
                          <a:gd name="T14" fmla="*/ 0 60000 65536"/>
                          <a:gd name="T15" fmla="*/ 0 60000 65536"/>
                          <a:gd name="T16" fmla="*/ 0 60000 65536"/>
                          <a:gd name="T17" fmla="*/ 0 60000 65536"/>
                          <a:gd name="T18" fmla="*/ 0 60000 65536"/>
                          <a:gd name="T19" fmla="*/ 0 60000 65536"/>
                          <a:gd name="T20" fmla="*/ 0 60000 65536"/>
                          <a:gd name="T21" fmla="*/ 0 w 3"/>
                          <a:gd name="T22" fmla="*/ 0 h 4"/>
                          <a:gd name="T23" fmla="*/ 3 w 3"/>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 h="4">
                            <a:moveTo>
                              <a:pt x="2" y="0"/>
                            </a:moveTo>
                            <a:lnTo>
                              <a:pt x="1" y="1"/>
                            </a:lnTo>
                            <a:lnTo>
                              <a:pt x="2" y="3"/>
                            </a:lnTo>
                            <a:lnTo>
                              <a:pt x="0" y="1"/>
                            </a:lnTo>
                            <a:lnTo>
                              <a:pt x="2" y="0"/>
                            </a:lnTo>
                          </a:path>
                        </a:pathLst>
                      </a:custGeom>
                      <a:solidFill>
                        <a:srgbClr val="402000"/>
                      </a:solidFill>
                      <a:ln w="12700" cap="rnd">
                        <a:noFill/>
                        <a:round/>
                        <a:headEnd/>
                        <a:tailEnd/>
                      </a:ln>
                    </p:spPr>
                    <p:txBody>
                      <a:bodyPr/>
                      <a:lstStyle/>
                      <a:p>
                        <a:pPr algn="ctr"/>
                        <a:endParaRPr lang="pt-BR" sz="2400"/>
                      </a:p>
                    </p:txBody>
                  </p:sp>
                  <p:sp>
                    <p:nvSpPr>
                      <p:cNvPr id="390" name="Freeform 297"/>
                      <p:cNvSpPr>
                        <a:spLocks/>
                      </p:cNvSpPr>
                      <p:nvPr/>
                    </p:nvSpPr>
                    <p:spPr bwMode="auto">
                      <a:xfrm>
                        <a:off x="3170" y="2391"/>
                        <a:ext cx="17" cy="8"/>
                      </a:xfrm>
                      <a:custGeom>
                        <a:avLst/>
                        <a:gdLst>
                          <a:gd name="T0" fmla="*/ 16 w 17"/>
                          <a:gd name="T1" fmla="*/ 6 h 8"/>
                          <a:gd name="T2" fmla="*/ 14 w 17"/>
                          <a:gd name="T3" fmla="*/ 7 h 8"/>
                          <a:gd name="T4" fmla="*/ 12 w 17"/>
                          <a:gd name="T5" fmla="*/ 5 h 8"/>
                          <a:gd name="T6" fmla="*/ 9 w 17"/>
                          <a:gd name="T7" fmla="*/ 4 h 8"/>
                          <a:gd name="T8" fmla="*/ 7 w 17"/>
                          <a:gd name="T9" fmla="*/ 2 h 8"/>
                          <a:gd name="T10" fmla="*/ 6 w 17"/>
                          <a:gd name="T11" fmla="*/ 1 h 8"/>
                          <a:gd name="T12" fmla="*/ 2 w 17"/>
                          <a:gd name="T13" fmla="*/ 1 h 8"/>
                          <a:gd name="T14" fmla="*/ 0 w 17"/>
                          <a:gd name="T15" fmla="*/ 0 h 8"/>
                          <a:gd name="T16" fmla="*/ 3 w 17"/>
                          <a:gd name="T17" fmla="*/ 0 h 8"/>
                          <a:gd name="T18" fmla="*/ 7 w 17"/>
                          <a:gd name="T19" fmla="*/ 1 h 8"/>
                          <a:gd name="T20" fmla="*/ 9 w 17"/>
                          <a:gd name="T21" fmla="*/ 2 h 8"/>
                          <a:gd name="T22" fmla="*/ 10 w 17"/>
                          <a:gd name="T23" fmla="*/ 3 h 8"/>
                          <a:gd name="T24" fmla="*/ 16 w 17"/>
                          <a:gd name="T25" fmla="*/ 6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8"/>
                          <a:gd name="T41" fmla="*/ 17 w 17"/>
                          <a:gd name="T42" fmla="*/ 8 h 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8">
                            <a:moveTo>
                              <a:pt x="16" y="6"/>
                            </a:moveTo>
                            <a:lnTo>
                              <a:pt x="14" y="7"/>
                            </a:lnTo>
                            <a:lnTo>
                              <a:pt x="12" y="5"/>
                            </a:lnTo>
                            <a:lnTo>
                              <a:pt x="9" y="4"/>
                            </a:lnTo>
                            <a:lnTo>
                              <a:pt x="7" y="2"/>
                            </a:lnTo>
                            <a:lnTo>
                              <a:pt x="6" y="1"/>
                            </a:lnTo>
                            <a:lnTo>
                              <a:pt x="2" y="1"/>
                            </a:lnTo>
                            <a:lnTo>
                              <a:pt x="0" y="0"/>
                            </a:lnTo>
                            <a:lnTo>
                              <a:pt x="3" y="0"/>
                            </a:lnTo>
                            <a:lnTo>
                              <a:pt x="7" y="1"/>
                            </a:lnTo>
                            <a:lnTo>
                              <a:pt x="9" y="2"/>
                            </a:lnTo>
                            <a:lnTo>
                              <a:pt x="10" y="3"/>
                            </a:lnTo>
                            <a:lnTo>
                              <a:pt x="16" y="6"/>
                            </a:lnTo>
                          </a:path>
                        </a:pathLst>
                      </a:custGeom>
                      <a:solidFill>
                        <a:srgbClr val="402000"/>
                      </a:solidFill>
                      <a:ln w="12700" cap="rnd">
                        <a:noFill/>
                        <a:round/>
                        <a:headEnd/>
                        <a:tailEnd/>
                      </a:ln>
                    </p:spPr>
                    <p:txBody>
                      <a:bodyPr/>
                      <a:lstStyle/>
                      <a:p>
                        <a:pPr algn="ctr"/>
                        <a:endParaRPr lang="pt-BR" sz="2400"/>
                      </a:p>
                    </p:txBody>
                  </p:sp>
                  <p:sp>
                    <p:nvSpPr>
                      <p:cNvPr id="391" name="Freeform 298"/>
                      <p:cNvSpPr>
                        <a:spLocks/>
                      </p:cNvSpPr>
                      <p:nvPr/>
                    </p:nvSpPr>
                    <p:spPr bwMode="auto">
                      <a:xfrm>
                        <a:off x="3140" y="2389"/>
                        <a:ext cx="24" cy="6"/>
                      </a:xfrm>
                      <a:custGeom>
                        <a:avLst/>
                        <a:gdLst>
                          <a:gd name="T0" fmla="*/ 23 w 24"/>
                          <a:gd name="T1" fmla="*/ 1 h 6"/>
                          <a:gd name="T2" fmla="*/ 18 w 24"/>
                          <a:gd name="T3" fmla="*/ 0 h 6"/>
                          <a:gd name="T4" fmla="*/ 15 w 24"/>
                          <a:gd name="T5" fmla="*/ 0 h 6"/>
                          <a:gd name="T6" fmla="*/ 14 w 24"/>
                          <a:gd name="T7" fmla="*/ 0 h 6"/>
                          <a:gd name="T8" fmla="*/ 11 w 24"/>
                          <a:gd name="T9" fmla="*/ 0 h 6"/>
                          <a:gd name="T10" fmla="*/ 9 w 24"/>
                          <a:gd name="T11" fmla="*/ 2 h 6"/>
                          <a:gd name="T12" fmla="*/ 7 w 24"/>
                          <a:gd name="T13" fmla="*/ 3 h 6"/>
                          <a:gd name="T14" fmla="*/ 3 w 24"/>
                          <a:gd name="T15" fmla="*/ 5 h 6"/>
                          <a:gd name="T16" fmla="*/ 0 w 24"/>
                          <a:gd name="T17" fmla="*/ 5 h 6"/>
                          <a:gd name="T18" fmla="*/ 3 w 24"/>
                          <a:gd name="T19" fmla="*/ 5 h 6"/>
                          <a:gd name="T20" fmla="*/ 5 w 24"/>
                          <a:gd name="T21" fmla="*/ 5 h 6"/>
                          <a:gd name="T22" fmla="*/ 10 w 24"/>
                          <a:gd name="T23" fmla="*/ 3 h 6"/>
                          <a:gd name="T24" fmla="*/ 11 w 24"/>
                          <a:gd name="T25" fmla="*/ 1 h 6"/>
                          <a:gd name="T26" fmla="*/ 15 w 24"/>
                          <a:gd name="T27" fmla="*/ 1 h 6"/>
                          <a:gd name="T28" fmla="*/ 18 w 24"/>
                          <a:gd name="T29" fmla="*/ 1 h 6"/>
                          <a:gd name="T30" fmla="*/ 23 w 24"/>
                          <a:gd name="T31" fmla="*/ 1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6"/>
                          <a:gd name="T50" fmla="*/ 24 w 24"/>
                          <a:gd name="T51" fmla="*/ 6 h 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6">
                            <a:moveTo>
                              <a:pt x="23" y="1"/>
                            </a:moveTo>
                            <a:lnTo>
                              <a:pt x="18" y="0"/>
                            </a:lnTo>
                            <a:lnTo>
                              <a:pt x="15" y="0"/>
                            </a:lnTo>
                            <a:lnTo>
                              <a:pt x="14" y="0"/>
                            </a:lnTo>
                            <a:lnTo>
                              <a:pt x="11" y="0"/>
                            </a:lnTo>
                            <a:lnTo>
                              <a:pt x="9" y="2"/>
                            </a:lnTo>
                            <a:lnTo>
                              <a:pt x="7" y="3"/>
                            </a:lnTo>
                            <a:lnTo>
                              <a:pt x="3" y="5"/>
                            </a:lnTo>
                            <a:lnTo>
                              <a:pt x="0" y="5"/>
                            </a:lnTo>
                            <a:lnTo>
                              <a:pt x="3" y="5"/>
                            </a:lnTo>
                            <a:lnTo>
                              <a:pt x="5" y="5"/>
                            </a:lnTo>
                            <a:lnTo>
                              <a:pt x="10" y="3"/>
                            </a:lnTo>
                            <a:lnTo>
                              <a:pt x="11" y="1"/>
                            </a:lnTo>
                            <a:lnTo>
                              <a:pt x="15" y="1"/>
                            </a:lnTo>
                            <a:lnTo>
                              <a:pt x="18" y="1"/>
                            </a:lnTo>
                            <a:lnTo>
                              <a:pt x="23" y="1"/>
                            </a:lnTo>
                          </a:path>
                        </a:pathLst>
                      </a:custGeom>
                      <a:solidFill>
                        <a:srgbClr val="402000"/>
                      </a:solidFill>
                      <a:ln w="12700" cap="rnd">
                        <a:noFill/>
                        <a:round/>
                        <a:headEnd/>
                        <a:tailEnd/>
                      </a:ln>
                    </p:spPr>
                    <p:txBody>
                      <a:bodyPr/>
                      <a:lstStyle/>
                      <a:p>
                        <a:pPr algn="ctr"/>
                        <a:endParaRPr lang="pt-BR" sz="2400"/>
                      </a:p>
                    </p:txBody>
                  </p:sp>
                  <p:sp>
                    <p:nvSpPr>
                      <p:cNvPr id="392" name="Freeform 299"/>
                      <p:cNvSpPr>
                        <a:spLocks/>
                      </p:cNvSpPr>
                      <p:nvPr/>
                    </p:nvSpPr>
                    <p:spPr bwMode="auto">
                      <a:xfrm>
                        <a:off x="3177" y="2395"/>
                        <a:ext cx="6" cy="5"/>
                      </a:xfrm>
                      <a:custGeom>
                        <a:avLst/>
                        <a:gdLst>
                          <a:gd name="T0" fmla="*/ 1 w 6"/>
                          <a:gd name="T1" fmla="*/ 0 h 5"/>
                          <a:gd name="T2" fmla="*/ 0 w 6"/>
                          <a:gd name="T3" fmla="*/ 1 h 5"/>
                          <a:gd name="T4" fmla="*/ 1 w 6"/>
                          <a:gd name="T5" fmla="*/ 3 h 5"/>
                          <a:gd name="T6" fmla="*/ 5 w 6"/>
                          <a:gd name="T7" fmla="*/ 4 h 5"/>
                          <a:gd name="T8" fmla="*/ 1 w 6"/>
                          <a:gd name="T9" fmla="*/ 2 h 5"/>
                          <a:gd name="T10" fmla="*/ 1 w 6"/>
                          <a:gd name="T11" fmla="*/ 0 h 5"/>
                          <a:gd name="T12" fmla="*/ 0 60000 65536"/>
                          <a:gd name="T13" fmla="*/ 0 60000 65536"/>
                          <a:gd name="T14" fmla="*/ 0 60000 65536"/>
                          <a:gd name="T15" fmla="*/ 0 60000 65536"/>
                          <a:gd name="T16" fmla="*/ 0 60000 65536"/>
                          <a:gd name="T17" fmla="*/ 0 60000 65536"/>
                          <a:gd name="T18" fmla="*/ 0 w 6"/>
                          <a:gd name="T19" fmla="*/ 0 h 5"/>
                          <a:gd name="T20" fmla="*/ 6 w 6"/>
                          <a:gd name="T21" fmla="*/ 5 h 5"/>
                        </a:gdLst>
                        <a:ahLst/>
                        <a:cxnLst>
                          <a:cxn ang="T12">
                            <a:pos x="T0" y="T1"/>
                          </a:cxn>
                          <a:cxn ang="T13">
                            <a:pos x="T2" y="T3"/>
                          </a:cxn>
                          <a:cxn ang="T14">
                            <a:pos x="T4" y="T5"/>
                          </a:cxn>
                          <a:cxn ang="T15">
                            <a:pos x="T6" y="T7"/>
                          </a:cxn>
                          <a:cxn ang="T16">
                            <a:pos x="T8" y="T9"/>
                          </a:cxn>
                          <a:cxn ang="T17">
                            <a:pos x="T10" y="T11"/>
                          </a:cxn>
                        </a:cxnLst>
                        <a:rect l="T18" t="T19" r="T20" b="T21"/>
                        <a:pathLst>
                          <a:path w="6" h="5">
                            <a:moveTo>
                              <a:pt x="1" y="0"/>
                            </a:moveTo>
                            <a:lnTo>
                              <a:pt x="0" y="1"/>
                            </a:lnTo>
                            <a:lnTo>
                              <a:pt x="1" y="3"/>
                            </a:lnTo>
                            <a:lnTo>
                              <a:pt x="5" y="4"/>
                            </a:lnTo>
                            <a:lnTo>
                              <a:pt x="1" y="2"/>
                            </a:lnTo>
                            <a:lnTo>
                              <a:pt x="1" y="0"/>
                            </a:lnTo>
                          </a:path>
                        </a:pathLst>
                      </a:custGeom>
                      <a:solidFill>
                        <a:srgbClr val="402000"/>
                      </a:solidFill>
                      <a:ln w="12700" cap="rnd">
                        <a:noFill/>
                        <a:round/>
                        <a:headEnd/>
                        <a:tailEnd/>
                      </a:ln>
                    </p:spPr>
                    <p:txBody>
                      <a:bodyPr/>
                      <a:lstStyle/>
                      <a:p>
                        <a:pPr algn="ctr"/>
                        <a:endParaRPr lang="pt-BR" sz="2400"/>
                      </a:p>
                    </p:txBody>
                  </p:sp>
                  <p:sp>
                    <p:nvSpPr>
                      <p:cNvPr id="393" name="Freeform 300"/>
                      <p:cNvSpPr>
                        <a:spLocks/>
                      </p:cNvSpPr>
                      <p:nvPr/>
                    </p:nvSpPr>
                    <p:spPr bwMode="auto">
                      <a:xfrm>
                        <a:off x="3182" y="2391"/>
                        <a:ext cx="6" cy="5"/>
                      </a:xfrm>
                      <a:custGeom>
                        <a:avLst/>
                        <a:gdLst>
                          <a:gd name="T0" fmla="*/ 0 w 6"/>
                          <a:gd name="T1" fmla="*/ 3 h 5"/>
                          <a:gd name="T2" fmla="*/ 1 w 6"/>
                          <a:gd name="T3" fmla="*/ 0 h 5"/>
                          <a:gd name="T4" fmla="*/ 2 w 6"/>
                          <a:gd name="T5" fmla="*/ 2 h 5"/>
                          <a:gd name="T6" fmla="*/ 5 w 6"/>
                          <a:gd name="T7" fmla="*/ 4 h 5"/>
                          <a:gd name="T8" fmla="*/ 0 w 6"/>
                          <a:gd name="T9" fmla="*/ 3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0" y="3"/>
                            </a:moveTo>
                            <a:lnTo>
                              <a:pt x="1" y="0"/>
                            </a:lnTo>
                            <a:lnTo>
                              <a:pt x="2" y="2"/>
                            </a:lnTo>
                            <a:lnTo>
                              <a:pt x="5" y="4"/>
                            </a:lnTo>
                            <a:lnTo>
                              <a:pt x="0" y="3"/>
                            </a:lnTo>
                          </a:path>
                        </a:pathLst>
                      </a:custGeom>
                      <a:solidFill>
                        <a:srgbClr val="402000"/>
                      </a:solidFill>
                      <a:ln w="12700" cap="rnd">
                        <a:noFill/>
                        <a:round/>
                        <a:headEnd/>
                        <a:tailEnd/>
                      </a:ln>
                    </p:spPr>
                    <p:txBody>
                      <a:bodyPr/>
                      <a:lstStyle/>
                      <a:p>
                        <a:pPr algn="ctr"/>
                        <a:endParaRPr lang="pt-BR" sz="2400"/>
                      </a:p>
                    </p:txBody>
                  </p:sp>
                  <p:sp>
                    <p:nvSpPr>
                      <p:cNvPr id="394" name="Freeform 301"/>
                      <p:cNvSpPr>
                        <a:spLocks/>
                      </p:cNvSpPr>
                      <p:nvPr/>
                    </p:nvSpPr>
                    <p:spPr bwMode="auto">
                      <a:xfrm>
                        <a:off x="3121" y="2396"/>
                        <a:ext cx="7" cy="7"/>
                      </a:xfrm>
                      <a:custGeom>
                        <a:avLst/>
                        <a:gdLst>
                          <a:gd name="T0" fmla="*/ 6 w 7"/>
                          <a:gd name="T1" fmla="*/ 0 h 7"/>
                          <a:gd name="T2" fmla="*/ 5 w 7"/>
                          <a:gd name="T3" fmla="*/ 3 h 7"/>
                          <a:gd name="T4" fmla="*/ 3 w 7"/>
                          <a:gd name="T5" fmla="*/ 6 h 7"/>
                          <a:gd name="T6" fmla="*/ 0 w 7"/>
                          <a:gd name="T7" fmla="*/ 6 h 7"/>
                          <a:gd name="T8" fmla="*/ 6 w 7"/>
                          <a:gd name="T9" fmla="*/ 0 h 7"/>
                          <a:gd name="T10" fmla="*/ 0 60000 65536"/>
                          <a:gd name="T11" fmla="*/ 0 60000 65536"/>
                          <a:gd name="T12" fmla="*/ 0 60000 65536"/>
                          <a:gd name="T13" fmla="*/ 0 60000 65536"/>
                          <a:gd name="T14" fmla="*/ 0 60000 65536"/>
                          <a:gd name="T15" fmla="*/ 0 w 7"/>
                          <a:gd name="T16" fmla="*/ 0 h 7"/>
                          <a:gd name="T17" fmla="*/ 7 w 7"/>
                          <a:gd name="T18" fmla="*/ 7 h 7"/>
                        </a:gdLst>
                        <a:ahLst/>
                        <a:cxnLst>
                          <a:cxn ang="T10">
                            <a:pos x="T0" y="T1"/>
                          </a:cxn>
                          <a:cxn ang="T11">
                            <a:pos x="T2" y="T3"/>
                          </a:cxn>
                          <a:cxn ang="T12">
                            <a:pos x="T4" y="T5"/>
                          </a:cxn>
                          <a:cxn ang="T13">
                            <a:pos x="T6" y="T7"/>
                          </a:cxn>
                          <a:cxn ang="T14">
                            <a:pos x="T8" y="T9"/>
                          </a:cxn>
                        </a:cxnLst>
                        <a:rect l="T15" t="T16" r="T17" b="T18"/>
                        <a:pathLst>
                          <a:path w="7" h="7">
                            <a:moveTo>
                              <a:pt x="6" y="0"/>
                            </a:moveTo>
                            <a:lnTo>
                              <a:pt x="5" y="3"/>
                            </a:lnTo>
                            <a:lnTo>
                              <a:pt x="3" y="6"/>
                            </a:lnTo>
                            <a:lnTo>
                              <a:pt x="0" y="6"/>
                            </a:lnTo>
                            <a:lnTo>
                              <a:pt x="6" y="0"/>
                            </a:lnTo>
                          </a:path>
                        </a:pathLst>
                      </a:custGeom>
                      <a:solidFill>
                        <a:srgbClr val="402000"/>
                      </a:solidFill>
                      <a:ln w="12700" cap="rnd">
                        <a:noFill/>
                        <a:round/>
                        <a:headEnd/>
                        <a:tailEnd/>
                      </a:ln>
                    </p:spPr>
                    <p:txBody>
                      <a:bodyPr/>
                      <a:lstStyle/>
                      <a:p>
                        <a:pPr algn="ctr"/>
                        <a:endParaRPr lang="pt-BR" sz="2400"/>
                      </a:p>
                    </p:txBody>
                  </p:sp>
                  <p:sp>
                    <p:nvSpPr>
                      <p:cNvPr id="395" name="Freeform 302"/>
                      <p:cNvSpPr>
                        <a:spLocks/>
                      </p:cNvSpPr>
                      <p:nvPr/>
                    </p:nvSpPr>
                    <p:spPr bwMode="auto">
                      <a:xfrm>
                        <a:off x="3101" y="2420"/>
                        <a:ext cx="9" cy="6"/>
                      </a:xfrm>
                      <a:custGeom>
                        <a:avLst/>
                        <a:gdLst>
                          <a:gd name="T0" fmla="*/ 0 w 9"/>
                          <a:gd name="T1" fmla="*/ 0 h 6"/>
                          <a:gd name="T2" fmla="*/ 5 w 9"/>
                          <a:gd name="T3" fmla="*/ 2 h 6"/>
                          <a:gd name="T4" fmla="*/ 8 w 9"/>
                          <a:gd name="T5" fmla="*/ 5 h 6"/>
                          <a:gd name="T6" fmla="*/ 0 w 9"/>
                          <a:gd name="T7" fmla="*/ 0 h 6"/>
                          <a:gd name="T8" fmla="*/ 0 60000 65536"/>
                          <a:gd name="T9" fmla="*/ 0 60000 65536"/>
                          <a:gd name="T10" fmla="*/ 0 60000 65536"/>
                          <a:gd name="T11" fmla="*/ 0 60000 65536"/>
                          <a:gd name="T12" fmla="*/ 0 w 9"/>
                          <a:gd name="T13" fmla="*/ 0 h 6"/>
                          <a:gd name="T14" fmla="*/ 9 w 9"/>
                          <a:gd name="T15" fmla="*/ 6 h 6"/>
                        </a:gdLst>
                        <a:ahLst/>
                        <a:cxnLst>
                          <a:cxn ang="T8">
                            <a:pos x="T0" y="T1"/>
                          </a:cxn>
                          <a:cxn ang="T9">
                            <a:pos x="T2" y="T3"/>
                          </a:cxn>
                          <a:cxn ang="T10">
                            <a:pos x="T4" y="T5"/>
                          </a:cxn>
                          <a:cxn ang="T11">
                            <a:pos x="T6" y="T7"/>
                          </a:cxn>
                        </a:cxnLst>
                        <a:rect l="T12" t="T13" r="T14" b="T15"/>
                        <a:pathLst>
                          <a:path w="9" h="6">
                            <a:moveTo>
                              <a:pt x="0" y="0"/>
                            </a:moveTo>
                            <a:lnTo>
                              <a:pt x="5" y="2"/>
                            </a:lnTo>
                            <a:lnTo>
                              <a:pt x="8" y="5"/>
                            </a:lnTo>
                            <a:lnTo>
                              <a:pt x="0" y="0"/>
                            </a:lnTo>
                          </a:path>
                        </a:pathLst>
                      </a:custGeom>
                      <a:solidFill>
                        <a:srgbClr val="402000"/>
                      </a:solidFill>
                      <a:ln w="12700" cap="rnd">
                        <a:noFill/>
                        <a:round/>
                        <a:headEnd/>
                        <a:tailEnd/>
                      </a:ln>
                    </p:spPr>
                    <p:txBody>
                      <a:bodyPr/>
                      <a:lstStyle/>
                      <a:p>
                        <a:pPr algn="ctr"/>
                        <a:endParaRPr lang="pt-BR" sz="2400"/>
                      </a:p>
                    </p:txBody>
                  </p:sp>
                </p:grpSp>
                <p:grpSp>
                  <p:nvGrpSpPr>
                    <p:cNvPr id="384" name="Group 303"/>
                    <p:cNvGrpSpPr>
                      <a:grpSpLocks/>
                    </p:cNvGrpSpPr>
                    <p:nvPr/>
                  </p:nvGrpSpPr>
                  <p:grpSpPr bwMode="auto">
                    <a:xfrm>
                      <a:off x="3067" y="2411"/>
                      <a:ext cx="32" cy="35"/>
                      <a:chOff x="3067" y="2411"/>
                      <a:chExt cx="32" cy="35"/>
                    </a:xfrm>
                  </p:grpSpPr>
                  <p:sp>
                    <p:nvSpPr>
                      <p:cNvPr id="385" name="Freeform 304"/>
                      <p:cNvSpPr>
                        <a:spLocks/>
                      </p:cNvSpPr>
                      <p:nvPr/>
                    </p:nvSpPr>
                    <p:spPr bwMode="auto">
                      <a:xfrm>
                        <a:off x="3067" y="2411"/>
                        <a:ext cx="32" cy="35"/>
                      </a:xfrm>
                      <a:custGeom>
                        <a:avLst/>
                        <a:gdLst>
                          <a:gd name="T0" fmla="*/ 20 w 32"/>
                          <a:gd name="T1" fmla="*/ 2 h 35"/>
                          <a:gd name="T2" fmla="*/ 25 w 32"/>
                          <a:gd name="T3" fmla="*/ 7 h 35"/>
                          <a:gd name="T4" fmla="*/ 28 w 32"/>
                          <a:gd name="T5" fmla="*/ 11 h 35"/>
                          <a:gd name="T6" fmla="*/ 30 w 32"/>
                          <a:gd name="T7" fmla="*/ 17 h 35"/>
                          <a:gd name="T8" fmla="*/ 30 w 32"/>
                          <a:gd name="T9" fmla="*/ 21 h 35"/>
                          <a:gd name="T10" fmla="*/ 31 w 32"/>
                          <a:gd name="T11" fmla="*/ 27 h 35"/>
                          <a:gd name="T12" fmla="*/ 6 w 32"/>
                          <a:gd name="T13" fmla="*/ 34 h 35"/>
                          <a:gd name="T14" fmla="*/ 0 w 32"/>
                          <a:gd name="T15" fmla="*/ 0 h 35"/>
                          <a:gd name="T16" fmla="*/ 10 w 32"/>
                          <a:gd name="T17" fmla="*/ 2 h 35"/>
                          <a:gd name="T18" fmla="*/ 20 w 32"/>
                          <a:gd name="T19" fmla="*/ 2 h 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
                          <a:gd name="T31" fmla="*/ 0 h 35"/>
                          <a:gd name="T32" fmla="*/ 32 w 32"/>
                          <a:gd name="T33" fmla="*/ 35 h 3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 h="35">
                            <a:moveTo>
                              <a:pt x="20" y="2"/>
                            </a:moveTo>
                            <a:lnTo>
                              <a:pt x="25" y="7"/>
                            </a:lnTo>
                            <a:lnTo>
                              <a:pt x="28" y="11"/>
                            </a:lnTo>
                            <a:lnTo>
                              <a:pt x="30" y="17"/>
                            </a:lnTo>
                            <a:lnTo>
                              <a:pt x="30" y="21"/>
                            </a:lnTo>
                            <a:lnTo>
                              <a:pt x="31" y="27"/>
                            </a:lnTo>
                            <a:lnTo>
                              <a:pt x="6" y="34"/>
                            </a:lnTo>
                            <a:lnTo>
                              <a:pt x="0" y="0"/>
                            </a:lnTo>
                            <a:lnTo>
                              <a:pt x="10" y="2"/>
                            </a:lnTo>
                            <a:lnTo>
                              <a:pt x="20" y="2"/>
                            </a:lnTo>
                          </a:path>
                        </a:pathLst>
                      </a:custGeom>
                      <a:solidFill>
                        <a:srgbClr val="C0C0C0"/>
                      </a:solidFill>
                      <a:ln w="12700" cap="rnd">
                        <a:noFill/>
                        <a:round/>
                        <a:headEnd/>
                        <a:tailEnd/>
                      </a:ln>
                    </p:spPr>
                    <p:txBody>
                      <a:bodyPr/>
                      <a:lstStyle/>
                      <a:p>
                        <a:pPr algn="ctr"/>
                        <a:endParaRPr lang="pt-BR" sz="2400"/>
                      </a:p>
                    </p:txBody>
                  </p:sp>
                  <p:sp>
                    <p:nvSpPr>
                      <p:cNvPr id="386" name="Freeform 305"/>
                      <p:cNvSpPr>
                        <a:spLocks/>
                      </p:cNvSpPr>
                      <p:nvPr/>
                    </p:nvSpPr>
                    <p:spPr bwMode="auto">
                      <a:xfrm>
                        <a:off x="3070" y="2413"/>
                        <a:ext cx="26" cy="31"/>
                      </a:xfrm>
                      <a:custGeom>
                        <a:avLst/>
                        <a:gdLst>
                          <a:gd name="T0" fmla="*/ 15 w 26"/>
                          <a:gd name="T1" fmla="*/ 1 h 31"/>
                          <a:gd name="T2" fmla="*/ 19 w 26"/>
                          <a:gd name="T3" fmla="*/ 6 h 31"/>
                          <a:gd name="T4" fmla="*/ 23 w 26"/>
                          <a:gd name="T5" fmla="*/ 12 h 31"/>
                          <a:gd name="T6" fmla="*/ 24 w 26"/>
                          <a:gd name="T7" fmla="*/ 17 h 31"/>
                          <a:gd name="T8" fmla="*/ 25 w 26"/>
                          <a:gd name="T9" fmla="*/ 23 h 31"/>
                          <a:gd name="T10" fmla="*/ 4 w 26"/>
                          <a:gd name="T11" fmla="*/ 30 h 31"/>
                          <a:gd name="T12" fmla="*/ 0 w 26"/>
                          <a:gd name="T13" fmla="*/ 0 h 31"/>
                          <a:gd name="T14" fmla="*/ 7 w 26"/>
                          <a:gd name="T15" fmla="*/ 1 h 31"/>
                          <a:gd name="T16" fmla="*/ 15 w 26"/>
                          <a:gd name="T17" fmla="*/ 1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31"/>
                          <a:gd name="T29" fmla="*/ 26 w 26"/>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31">
                            <a:moveTo>
                              <a:pt x="15" y="1"/>
                            </a:moveTo>
                            <a:lnTo>
                              <a:pt x="19" y="6"/>
                            </a:lnTo>
                            <a:lnTo>
                              <a:pt x="23" y="12"/>
                            </a:lnTo>
                            <a:lnTo>
                              <a:pt x="24" y="17"/>
                            </a:lnTo>
                            <a:lnTo>
                              <a:pt x="25" y="23"/>
                            </a:lnTo>
                            <a:lnTo>
                              <a:pt x="4" y="30"/>
                            </a:lnTo>
                            <a:lnTo>
                              <a:pt x="0" y="0"/>
                            </a:lnTo>
                            <a:lnTo>
                              <a:pt x="7" y="1"/>
                            </a:lnTo>
                            <a:lnTo>
                              <a:pt x="15" y="1"/>
                            </a:lnTo>
                          </a:path>
                        </a:pathLst>
                      </a:custGeom>
                      <a:solidFill>
                        <a:srgbClr val="E0E0E0"/>
                      </a:solidFill>
                      <a:ln w="12700" cap="rnd">
                        <a:noFill/>
                        <a:round/>
                        <a:headEnd/>
                        <a:tailEnd/>
                      </a:ln>
                    </p:spPr>
                    <p:txBody>
                      <a:bodyPr/>
                      <a:lstStyle/>
                      <a:p>
                        <a:pPr algn="ctr"/>
                        <a:endParaRPr lang="pt-BR" sz="2400"/>
                      </a:p>
                    </p:txBody>
                  </p:sp>
                </p:grpSp>
              </p:grpSp>
              <p:sp>
                <p:nvSpPr>
                  <p:cNvPr id="346" name="Freeform 306"/>
                  <p:cNvSpPr>
                    <a:spLocks/>
                  </p:cNvSpPr>
                  <p:nvPr/>
                </p:nvSpPr>
                <p:spPr bwMode="auto">
                  <a:xfrm>
                    <a:off x="2965" y="2222"/>
                    <a:ext cx="107" cy="105"/>
                  </a:xfrm>
                  <a:custGeom>
                    <a:avLst/>
                    <a:gdLst>
                      <a:gd name="T0" fmla="*/ 71 w 107"/>
                      <a:gd name="T1" fmla="*/ 3 h 105"/>
                      <a:gd name="T2" fmla="*/ 81 w 107"/>
                      <a:gd name="T3" fmla="*/ 9 h 105"/>
                      <a:gd name="T4" fmla="*/ 86 w 107"/>
                      <a:gd name="T5" fmla="*/ 16 h 105"/>
                      <a:gd name="T6" fmla="*/ 90 w 107"/>
                      <a:gd name="T7" fmla="*/ 24 h 105"/>
                      <a:gd name="T8" fmla="*/ 92 w 107"/>
                      <a:gd name="T9" fmla="*/ 28 h 105"/>
                      <a:gd name="T10" fmla="*/ 92 w 107"/>
                      <a:gd name="T11" fmla="*/ 33 h 105"/>
                      <a:gd name="T12" fmla="*/ 90 w 107"/>
                      <a:gd name="T13" fmla="*/ 39 h 105"/>
                      <a:gd name="T14" fmla="*/ 95 w 107"/>
                      <a:gd name="T15" fmla="*/ 43 h 105"/>
                      <a:gd name="T16" fmla="*/ 102 w 107"/>
                      <a:gd name="T17" fmla="*/ 53 h 105"/>
                      <a:gd name="T18" fmla="*/ 106 w 107"/>
                      <a:gd name="T19" fmla="*/ 60 h 105"/>
                      <a:gd name="T20" fmla="*/ 106 w 107"/>
                      <a:gd name="T21" fmla="*/ 62 h 105"/>
                      <a:gd name="T22" fmla="*/ 105 w 107"/>
                      <a:gd name="T23" fmla="*/ 64 h 105"/>
                      <a:gd name="T24" fmla="*/ 102 w 107"/>
                      <a:gd name="T25" fmla="*/ 65 h 105"/>
                      <a:gd name="T26" fmla="*/ 97 w 107"/>
                      <a:gd name="T27" fmla="*/ 65 h 105"/>
                      <a:gd name="T28" fmla="*/ 94 w 107"/>
                      <a:gd name="T29" fmla="*/ 66 h 105"/>
                      <a:gd name="T30" fmla="*/ 95 w 107"/>
                      <a:gd name="T31" fmla="*/ 70 h 105"/>
                      <a:gd name="T32" fmla="*/ 96 w 107"/>
                      <a:gd name="T33" fmla="*/ 76 h 105"/>
                      <a:gd name="T34" fmla="*/ 93 w 107"/>
                      <a:gd name="T35" fmla="*/ 79 h 105"/>
                      <a:gd name="T36" fmla="*/ 94 w 107"/>
                      <a:gd name="T37" fmla="*/ 83 h 105"/>
                      <a:gd name="T38" fmla="*/ 92 w 107"/>
                      <a:gd name="T39" fmla="*/ 85 h 105"/>
                      <a:gd name="T40" fmla="*/ 90 w 107"/>
                      <a:gd name="T41" fmla="*/ 91 h 105"/>
                      <a:gd name="T42" fmla="*/ 87 w 107"/>
                      <a:gd name="T43" fmla="*/ 94 h 105"/>
                      <a:gd name="T44" fmla="*/ 82 w 107"/>
                      <a:gd name="T45" fmla="*/ 94 h 105"/>
                      <a:gd name="T46" fmla="*/ 75 w 107"/>
                      <a:gd name="T47" fmla="*/ 93 h 105"/>
                      <a:gd name="T48" fmla="*/ 67 w 107"/>
                      <a:gd name="T49" fmla="*/ 91 h 105"/>
                      <a:gd name="T50" fmla="*/ 68 w 107"/>
                      <a:gd name="T51" fmla="*/ 104 h 105"/>
                      <a:gd name="T52" fmla="*/ 12 w 107"/>
                      <a:gd name="T53" fmla="*/ 88 h 105"/>
                      <a:gd name="T54" fmla="*/ 17 w 107"/>
                      <a:gd name="T55" fmla="*/ 78 h 105"/>
                      <a:gd name="T56" fmla="*/ 16 w 107"/>
                      <a:gd name="T57" fmla="*/ 71 h 105"/>
                      <a:gd name="T58" fmla="*/ 0 w 107"/>
                      <a:gd name="T59" fmla="*/ 56 h 105"/>
                      <a:gd name="T60" fmla="*/ 0 w 107"/>
                      <a:gd name="T61" fmla="*/ 19 h 105"/>
                      <a:gd name="T62" fmla="*/ 11 w 107"/>
                      <a:gd name="T63" fmla="*/ 10 h 105"/>
                      <a:gd name="T64" fmla="*/ 23 w 107"/>
                      <a:gd name="T65" fmla="*/ 4 h 105"/>
                      <a:gd name="T66" fmla="*/ 37 w 107"/>
                      <a:gd name="T67" fmla="*/ 0 h 105"/>
                      <a:gd name="T68" fmla="*/ 55 w 107"/>
                      <a:gd name="T69" fmla="*/ 2 h 105"/>
                      <a:gd name="T70" fmla="*/ 71 w 107"/>
                      <a:gd name="T71" fmla="*/ 3 h 10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07"/>
                      <a:gd name="T109" fmla="*/ 0 h 105"/>
                      <a:gd name="T110" fmla="*/ 107 w 107"/>
                      <a:gd name="T111" fmla="*/ 105 h 10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07" h="105">
                        <a:moveTo>
                          <a:pt x="71" y="3"/>
                        </a:moveTo>
                        <a:lnTo>
                          <a:pt x="81" y="9"/>
                        </a:lnTo>
                        <a:lnTo>
                          <a:pt x="86" y="16"/>
                        </a:lnTo>
                        <a:lnTo>
                          <a:pt x="90" y="24"/>
                        </a:lnTo>
                        <a:lnTo>
                          <a:pt x="92" y="28"/>
                        </a:lnTo>
                        <a:lnTo>
                          <a:pt x="92" y="33"/>
                        </a:lnTo>
                        <a:lnTo>
                          <a:pt x="90" y="39"/>
                        </a:lnTo>
                        <a:lnTo>
                          <a:pt x="95" y="43"/>
                        </a:lnTo>
                        <a:lnTo>
                          <a:pt x="102" y="53"/>
                        </a:lnTo>
                        <a:lnTo>
                          <a:pt x="106" y="60"/>
                        </a:lnTo>
                        <a:lnTo>
                          <a:pt x="106" y="62"/>
                        </a:lnTo>
                        <a:lnTo>
                          <a:pt x="105" y="64"/>
                        </a:lnTo>
                        <a:lnTo>
                          <a:pt x="102" y="65"/>
                        </a:lnTo>
                        <a:lnTo>
                          <a:pt x="97" y="65"/>
                        </a:lnTo>
                        <a:lnTo>
                          <a:pt x="94" y="66"/>
                        </a:lnTo>
                        <a:lnTo>
                          <a:pt x="95" y="70"/>
                        </a:lnTo>
                        <a:lnTo>
                          <a:pt x="96" y="76"/>
                        </a:lnTo>
                        <a:lnTo>
                          <a:pt x="93" y="79"/>
                        </a:lnTo>
                        <a:lnTo>
                          <a:pt x="94" y="83"/>
                        </a:lnTo>
                        <a:lnTo>
                          <a:pt x="92" y="85"/>
                        </a:lnTo>
                        <a:lnTo>
                          <a:pt x="90" y="91"/>
                        </a:lnTo>
                        <a:lnTo>
                          <a:pt x="87" y="94"/>
                        </a:lnTo>
                        <a:lnTo>
                          <a:pt x="82" y="94"/>
                        </a:lnTo>
                        <a:lnTo>
                          <a:pt x="75" y="93"/>
                        </a:lnTo>
                        <a:lnTo>
                          <a:pt x="67" y="91"/>
                        </a:lnTo>
                        <a:lnTo>
                          <a:pt x="68" y="104"/>
                        </a:lnTo>
                        <a:lnTo>
                          <a:pt x="12" y="88"/>
                        </a:lnTo>
                        <a:lnTo>
                          <a:pt x="17" y="78"/>
                        </a:lnTo>
                        <a:lnTo>
                          <a:pt x="16" y="71"/>
                        </a:lnTo>
                        <a:lnTo>
                          <a:pt x="0" y="56"/>
                        </a:lnTo>
                        <a:lnTo>
                          <a:pt x="0" y="19"/>
                        </a:lnTo>
                        <a:lnTo>
                          <a:pt x="11" y="10"/>
                        </a:lnTo>
                        <a:lnTo>
                          <a:pt x="23" y="4"/>
                        </a:lnTo>
                        <a:lnTo>
                          <a:pt x="37" y="0"/>
                        </a:lnTo>
                        <a:lnTo>
                          <a:pt x="55" y="2"/>
                        </a:lnTo>
                        <a:lnTo>
                          <a:pt x="71" y="3"/>
                        </a:lnTo>
                      </a:path>
                    </a:pathLst>
                  </a:custGeom>
                  <a:solidFill>
                    <a:srgbClr val="FFC080"/>
                  </a:solidFill>
                  <a:ln w="12700" cap="rnd">
                    <a:noFill/>
                    <a:round/>
                    <a:headEnd/>
                    <a:tailEnd/>
                  </a:ln>
                </p:spPr>
                <p:txBody>
                  <a:bodyPr/>
                  <a:lstStyle/>
                  <a:p>
                    <a:pPr algn="ctr"/>
                    <a:endParaRPr lang="pt-BR" sz="2400"/>
                  </a:p>
                </p:txBody>
              </p:sp>
              <p:sp>
                <p:nvSpPr>
                  <p:cNvPr id="347" name="Freeform 307"/>
                  <p:cNvSpPr>
                    <a:spLocks/>
                  </p:cNvSpPr>
                  <p:nvPr/>
                </p:nvSpPr>
                <p:spPr bwMode="auto">
                  <a:xfrm>
                    <a:off x="3058" y="2284"/>
                    <a:ext cx="8" cy="3"/>
                  </a:xfrm>
                  <a:custGeom>
                    <a:avLst/>
                    <a:gdLst>
                      <a:gd name="T0" fmla="*/ 7 w 8"/>
                      <a:gd name="T1" fmla="*/ 1 h 3"/>
                      <a:gd name="T2" fmla="*/ 5 w 8"/>
                      <a:gd name="T3" fmla="*/ 2 h 3"/>
                      <a:gd name="T4" fmla="*/ 2 w 8"/>
                      <a:gd name="T5" fmla="*/ 1 h 3"/>
                      <a:gd name="T6" fmla="*/ 1 w 8"/>
                      <a:gd name="T7" fmla="*/ 2 h 3"/>
                      <a:gd name="T8" fmla="*/ 0 w 8"/>
                      <a:gd name="T9" fmla="*/ 1 h 3"/>
                      <a:gd name="T10" fmla="*/ 2 w 8"/>
                      <a:gd name="T11" fmla="*/ 0 h 3"/>
                      <a:gd name="T12" fmla="*/ 7 w 8"/>
                      <a:gd name="T13" fmla="*/ 1 h 3"/>
                      <a:gd name="T14" fmla="*/ 0 60000 65536"/>
                      <a:gd name="T15" fmla="*/ 0 60000 65536"/>
                      <a:gd name="T16" fmla="*/ 0 60000 65536"/>
                      <a:gd name="T17" fmla="*/ 0 60000 65536"/>
                      <a:gd name="T18" fmla="*/ 0 60000 65536"/>
                      <a:gd name="T19" fmla="*/ 0 60000 65536"/>
                      <a:gd name="T20" fmla="*/ 0 60000 65536"/>
                      <a:gd name="T21" fmla="*/ 0 w 8"/>
                      <a:gd name="T22" fmla="*/ 0 h 3"/>
                      <a:gd name="T23" fmla="*/ 8 w 8"/>
                      <a:gd name="T24" fmla="*/ 3 h 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3">
                        <a:moveTo>
                          <a:pt x="7" y="1"/>
                        </a:moveTo>
                        <a:lnTo>
                          <a:pt x="5" y="2"/>
                        </a:lnTo>
                        <a:lnTo>
                          <a:pt x="2" y="1"/>
                        </a:lnTo>
                        <a:lnTo>
                          <a:pt x="1" y="2"/>
                        </a:lnTo>
                        <a:lnTo>
                          <a:pt x="0" y="1"/>
                        </a:lnTo>
                        <a:lnTo>
                          <a:pt x="2" y="0"/>
                        </a:lnTo>
                        <a:lnTo>
                          <a:pt x="7" y="1"/>
                        </a:lnTo>
                      </a:path>
                    </a:pathLst>
                  </a:custGeom>
                  <a:solidFill>
                    <a:srgbClr val="402000"/>
                  </a:solidFill>
                  <a:ln w="12700" cap="rnd">
                    <a:noFill/>
                    <a:round/>
                    <a:headEnd/>
                    <a:tailEnd/>
                  </a:ln>
                </p:spPr>
                <p:txBody>
                  <a:bodyPr/>
                  <a:lstStyle/>
                  <a:p>
                    <a:pPr algn="ctr"/>
                    <a:endParaRPr lang="pt-BR" sz="2400"/>
                  </a:p>
                </p:txBody>
              </p:sp>
              <p:sp>
                <p:nvSpPr>
                  <p:cNvPr id="348" name="Freeform 308"/>
                  <p:cNvSpPr>
                    <a:spLocks/>
                  </p:cNvSpPr>
                  <p:nvPr/>
                </p:nvSpPr>
                <p:spPr bwMode="auto">
                  <a:xfrm>
                    <a:off x="3056" y="2280"/>
                    <a:ext cx="4" cy="6"/>
                  </a:xfrm>
                  <a:custGeom>
                    <a:avLst/>
                    <a:gdLst>
                      <a:gd name="T0" fmla="*/ 3 w 4"/>
                      <a:gd name="T1" fmla="*/ 0 h 6"/>
                      <a:gd name="T2" fmla="*/ 1 w 4"/>
                      <a:gd name="T3" fmla="*/ 1 h 6"/>
                      <a:gd name="T4" fmla="*/ 1 w 4"/>
                      <a:gd name="T5" fmla="*/ 3 h 6"/>
                      <a:gd name="T6" fmla="*/ 1 w 4"/>
                      <a:gd name="T7" fmla="*/ 5 h 6"/>
                      <a:gd name="T8" fmla="*/ 0 w 4"/>
                      <a:gd name="T9" fmla="*/ 2 h 6"/>
                      <a:gd name="T10" fmla="*/ 0 w 4"/>
                      <a:gd name="T11" fmla="*/ 0 h 6"/>
                      <a:gd name="T12" fmla="*/ 3 w 4"/>
                      <a:gd name="T13" fmla="*/ 0 h 6"/>
                      <a:gd name="T14" fmla="*/ 0 60000 65536"/>
                      <a:gd name="T15" fmla="*/ 0 60000 65536"/>
                      <a:gd name="T16" fmla="*/ 0 60000 65536"/>
                      <a:gd name="T17" fmla="*/ 0 60000 65536"/>
                      <a:gd name="T18" fmla="*/ 0 60000 65536"/>
                      <a:gd name="T19" fmla="*/ 0 60000 65536"/>
                      <a:gd name="T20" fmla="*/ 0 60000 65536"/>
                      <a:gd name="T21" fmla="*/ 0 w 4"/>
                      <a:gd name="T22" fmla="*/ 0 h 6"/>
                      <a:gd name="T23" fmla="*/ 4 w 4"/>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6">
                        <a:moveTo>
                          <a:pt x="3" y="0"/>
                        </a:moveTo>
                        <a:lnTo>
                          <a:pt x="1" y="1"/>
                        </a:lnTo>
                        <a:lnTo>
                          <a:pt x="1" y="3"/>
                        </a:lnTo>
                        <a:lnTo>
                          <a:pt x="1" y="5"/>
                        </a:lnTo>
                        <a:lnTo>
                          <a:pt x="0" y="2"/>
                        </a:lnTo>
                        <a:lnTo>
                          <a:pt x="0" y="0"/>
                        </a:lnTo>
                        <a:lnTo>
                          <a:pt x="3" y="0"/>
                        </a:lnTo>
                      </a:path>
                    </a:pathLst>
                  </a:custGeom>
                  <a:solidFill>
                    <a:srgbClr val="402000"/>
                  </a:solidFill>
                  <a:ln w="12700" cap="rnd">
                    <a:noFill/>
                    <a:round/>
                    <a:headEnd/>
                    <a:tailEnd/>
                  </a:ln>
                </p:spPr>
                <p:txBody>
                  <a:bodyPr/>
                  <a:lstStyle/>
                  <a:p>
                    <a:pPr algn="ctr"/>
                    <a:endParaRPr lang="pt-BR" sz="2400"/>
                  </a:p>
                </p:txBody>
              </p:sp>
              <p:sp>
                <p:nvSpPr>
                  <p:cNvPr id="349" name="Freeform 309"/>
                  <p:cNvSpPr>
                    <a:spLocks/>
                  </p:cNvSpPr>
                  <p:nvPr/>
                </p:nvSpPr>
                <p:spPr bwMode="auto">
                  <a:xfrm>
                    <a:off x="3052" y="2267"/>
                    <a:ext cx="4" cy="9"/>
                  </a:xfrm>
                  <a:custGeom>
                    <a:avLst/>
                    <a:gdLst>
                      <a:gd name="T0" fmla="*/ 0 w 4"/>
                      <a:gd name="T1" fmla="*/ 0 h 9"/>
                      <a:gd name="T2" fmla="*/ 2 w 4"/>
                      <a:gd name="T3" fmla="*/ 5 h 9"/>
                      <a:gd name="T4" fmla="*/ 3 w 4"/>
                      <a:gd name="T5" fmla="*/ 8 h 9"/>
                      <a:gd name="T6" fmla="*/ 1 w 4"/>
                      <a:gd name="T7" fmla="*/ 6 h 9"/>
                      <a:gd name="T8" fmla="*/ 0 w 4"/>
                      <a:gd name="T9" fmla="*/ 0 h 9"/>
                      <a:gd name="T10" fmla="*/ 0 60000 65536"/>
                      <a:gd name="T11" fmla="*/ 0 60000 65536"/>
                      <a:gd name="T12" fmla="*/ 0 60000 65536"/>
                      <a:gd name="T13" fmla="*/ 0 60000 65536"/>
                      <a:gd name="T14" fmla="*/ 0 60000 65536"/>
                      <a:gd name="T15" fmla="*/ 0 w 4"/>
                      <a:gd name="T16" fmla="*/ 0 h 9"/>
                      <a:gd name="T17" fmla="*/ 4 w 4"/>
                      <a:gd name="T18" fmla="*/ 9 h 9"/>
                    </a:gdLst>
                    <a:ahLst/>
                    <a:cxnLst>
                      <a:cxn ang="T10">
                        <a:pos x="T0" y="T1"/>
                      </a:cxn>
                      <a:cxn ang="T11">
                        <a:pos x="T2" y="T3"/>
                      </a:cxn>
                      <a:cxn ang="T12">
                        <a:pos x="T4" y="T5"/>
                      </a:cxn>
                      <a:cxn ang="T13">
                        <a:pos x="T6" y="T7"/>
                      </a:cxn>
                      <a:cxn ang="T14">
                        <a:pos x="T8" y="T9"/>
                      </a:cxn>
                    </a:cxnLst>
                    <a:rect l="T15" t="T16" r="T17" b="T18"/>
                    <a:pathLst>
                      <a:path w="4" h="9">
                        <a:moveTo>
                          <a:pt x="0" y="0"/>
                        </a:moveTo>
                        <a:lnTo>
                          <a:pt x="2" y="5"/>
                        </a:lnTo>
                        <a:lnTo>
                          <a:pt x="3" y="8"/>
                        </a:lnTo>
                        <a:lnTo>
                          <a:pt x="1" y="6"/>
                        </a:lnTo>
                        <a:lnTo>
                          <a:pt x="0" y="0"/>
                        </a:lnTo>
                      </a:path>
                    </a:pathLst>
                  </a:custGeom>
                  <a:solidFill>
                    <a:srgbClr val="402000"/>
                  </a:solidFill>
                  <a:ln w="12700" cap="rnd">
                    <a:noFill/>
                    <a:round/>
                    <a:headEnd/>
                    <a:tailEnd/>
                  </a:ln>
                </p:spPr>
                <p:txBody>
                  <a:bodyPr/>
                  <a:lstStyle/>
                  <a:p>
                    <a:pPr algn="ctr"/>
                    <a:endParaRPr lang="pt-BR" sz="2400"/>
                  </a:p>
                </p:txBody>
              </p:sp>
              <p:sp>
                <p:nvSpPr>
                  <p:cNvPr id="350" name="Freeform 310"/>
                  <p:cNvSpPr>
                    <a:spLocks/>
                  </p:cNvSpPr>
                  <p:nvPr/>
                </p:nvSpPr>
                <p:spPr bwMode="auto">
                  <a:xfrm>
                    <a:off x="3042" y="2260"/>
                    <a:ext cx="12" cy="7"/>
                  </a:xfrm>
                  <a:custGeom>
                    <a:avLst/>
                    <a:gdLst>
                      <a:gd name="T0" fmla="*/ 11 w 12"/>
                      <a:gd name="T1" fmla="*/ 0 h 7"/>
                      <a:gd name="T2" fmla="*/ 8 w 12"/>
                      <a:gd name="T3" fmla="*/ 3 h 7"/>
                      <a:gd name="T4" fmla="*/ 9 w 12"/>
                      <a:gd name="T5" fmla="*/ 4 h 7"/>
                      <a:gd name="T6" fmla="*/ 9 w 12"/>
                      <a:gd name="T7" fmla="*/ 5 h 7"/>
                      <a:gd name="T8" fmla="*/ 9 w 12"/>
                      <a:gd name="T9" fmla="*/ 6 h 7"/>
                      <a:gd name="T10" fmla="*/ 8 w 12"/>
                      <a:gd name="T11" fmla="*/ 4 h 7"/>
                      <a:gd name="T12" fmla="*/ 5 w 12"/>
                      <a:gd name="T13" fmla="*/ 4 h 7"/>
                      <a:gd name="T14" fmla="*/ 4 w 12"/>
                      <a:gd name="T15" fmla="*/ 3 h 7"/>
                      <a:gd name="T16" fmla="*/ 0 w 12"/>
                      <a:gd name="T17" fmla="*/ 3 h 7"/>
                      <a:gd name="T18" fmla="*/ 4 w 12"/>
                      <a:gd name="T19" fmla="*/ 1 h 7"/>
                      <a:gd name="T20" fmla="*/ 11 w 12"/>
                      <a:gd name="T21" fmla="*/ 0 h 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
                      <a:gd name="T34" fmla="*/ 0 h 7"/>
                      <a:gd name="T35" fmla="*/ 12 w 12"/>
                      <a:gd name="T36" fmla="*/ 7 h 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 h="7">
                        <a:moveTo>
                          <a:pt x="11" y="0"/>
                        </a:moveTo>
                        <a:lnTo>
                          <a:pt x="8" y="3"/>
                        </a:lnTo>
                        <a:lnTo>
                          <a:pt x="9" y="4"/>
                        </a:lnTo>
                        <a:lnTo>
                          <a:pt x="9" y="5"/>
                        </a:lnTo>
                        <a:lnTo>
                          <a:pt x="9" y="6"/>
                        </a:lnTo>
                        <a:lnTo>
                          <a:pt x="8" y="4"/>
                        </a:lnTo>
                        <a:lnTo>
                          <a:pt x="5" y="4"/>
                        </a:lnTo>
                        <a:lnTo>
                          <a:pt x="4" y="3"/>
                        </a:lnTo>
                        <a:lnTo>
                          <a:pt x="0" y="3"/>
                        </a:lnTo>
                        <a:lnTo>
                          <a:pt x="4" y="1"/>
                        </a:lnTo>
                        <a:lnTo>
                          <a:pt x="11" y="0"/>
                        </a:lnTo>
                      </a:path>
                    </a:pathLst>
                  </a:custGeom>
                  <a:solidFill>
                    <a:srgbClr val="402000"/>
                  </a:solidFill>
                  <a:ln w="12700" cap="rnd">
                    <a:noFill/>
                    <a:round/>
                    <a:headEnd/>
                    <a:tailEnd/>
                  </a:ln>
                </p:spPr>
                <p:txBody>
                  <a:bodyPr/>
                  <a:lstStyle/>
                  <a:p>
                    <a:pPr algn="ctr"/>
                    <a:endParaRPr lang="pt-BR" sz="2400"/>
                  </a:p>
                </p:txBody>
              </p:sp>
              <p:sp>
                <p:nvSpPr>
                  <p:cNvPr id="351" name="Freeform 311"/>
                  <p:cNvSpPr>
                    <a:spLocks/>
                  </p:cNvSpPr>
                  <p:nvPr/>
                </p:nvSpPr>
                <p:spPr bwMode="auto">
                  <a:xfrm>
                    <a:off x="3036" y="2250"/>
                    <a:ext cx="21" cy="8"/>
                  </a:xfrm>
                  <a:custGeom>
                    <a:avLst/>
                    <a:gdLst>
                      <a:gd name="T0" fmla="*/ 20 w 21"/>
                      <a:gd name="T1" fmla="*/ 3 h 8"/>
                      <a:gd name="T2" fmla="*/ 19 w 21"/>
                      <a:gd name="T3" fmla="*/ 6 h 8"/>
                      <a:gd name="T4" fmla="*/ 17 w 21"/>
                      <a:gd name="T5" fmla="*/ 7 h 8"/>
                      <a:gd name="T6" fmla="*/ 13 w 21"/>
                      <a:gd name="T7" fmla="*/ 5 h 8"/>
                      <a:gd name="T8" fmla="*/ 9 w 21"/>
                      <a:gd name="T9" fmla="*/ 3 h 8"/>
                      <a:gd name="T10" fmla="*/ 3 w 21"/>
                      <a:gd name="T11" fmla="*/ 3 h 8"/>
                      <a:gd name="T12" fmla="*/ 0 w 21"/>
                      <a:gd name="T13" fmla="*/ 4 h 8"/>
                      <a:gd name="T14" fmla="*/ 5 w 21"/>
                      <a:gd name="T15" fmla="*/ 2 h 8"/>
                      <a:gd name="T16" fmla="*/ 8 w 21"/>
                      <a:gd name="T17" fmla="*/ 1 h 8"/>
                      <a:gd name="T18" fmla="*/ 8 w 21"/>
                      <a:gd name="T19" fmla="*/ 0 h 8"/>
                      <a:gd name="T20" fmla="*/ 11 w 21"/>
                      <a:gd name="T21" fmla="*/ 1 h 8"/>
                      <a:gd name="T22" fmla="*/ 11 w 21"/>
                      <a:gd name="T23" fmla="*/ 0 h 8"/>
                      <a:gd name="T24" fmla="*/ 14 w 21"/>
                      <a:gd name="T25" fmla="*/ 2 h 8"/>
                      <a:gd name="T26" fmla="*/ 16 w 21"/>
                      <a:gd name="T27" fmla="*/ 2 h 8"/>
                      <a:gd name="T28" fmla="*/ 20 w 21"/>
                      <a:gd name="T29" fmla="*/ 3 h 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
                      <a:gd name="T46" fmla="*/ 0 h 8"/>
                      <a:gd name="T47" fmla="*/ 21 w 21"/>
                      <a:gd name="T48" fmla="*/ 8 h 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 h="8">
                        <a:moveTo>
                          <a:pt x="20" y="3"/>
                        </a:moveTo>
                        <a:lnTo>
                          <a:pt x="19" y="6"/>
                        </a:lnTo>
                        <a:lnTo>
                          <a:pt x="17" y="7"/>
                        </a:lnTo>
                        <a:lnTo>
                          <a:pt x="13" y="5"/>
                        </a:lnTo>
                        <a:lnTo>
                          <a:pt x="9" y="3"/>
                        </a:lnTo>
                        <a:lnTo>
                          <a:pt x="3" y="3"/>
                        </a:lnTo>
                        <a:lnTo>
                          <a:pt x="0" y="4"/>
                        </a:lnTo>
                        <a:lnTo>
                          <a:pt x="5" y="2"/>
                        </a:lnTo>
                        <a:lnTo>
                          <a:pt x="8" y="1"/>
                        </a:lnTo>
                        <a:lnTo>
                          <a:pt x="8" y="0"/>
                        </a:lnTo>
                        <a:lnTo>
                          <a:pt x="11" y="1"/>
                        </a:lnTo>
                        <a:lnTo>
                          <a:pt x="11" y="0"/>
                        </a:lnTo>
                        <a:lnTo>
                          <a:pt x="14" y="2"/>
                        </a:lnTo>
                        <a:lnTo>
                          <a:pt x="16" y="2"/>
                        </a:lnTo>
                        <a:lnTo>
                          <a:pt x="20" y="3"/>
                        </a:lnTo>
                      </a:path>
                    </a:pathLst>
                  </a:custGeom>
                  <a:solidFill>
                    <a:srgbClr val="402000"/>
                  </a:solidFill>
                  <a:ln w="12700" cap="rnd">
                    <a:noFill/>
                    <a:round/>
                    <a:headEnd/>
                    <a:tailEnd/>
                  </a:ln>
                </p:spPr>
                <p:txBody>
                  <a:bodyPr/>
                  <a:lstStyle/>
                  <a:p>
                    <a:pPr algn="ctr"/>
                    <a:endParaRPr lang="pt-BR" sz="2400"/>
                  </a:p>
                </p:txBody>
              </p:sp>
              <p:sp>
                <p:nvSpPr>
                  <p:cNvPr id="352" name="Freeform 312"/>
                  <p:cNvSpPr>
                    <a:spLocks/>
                  </p:cNvSpPr>
                  <p:nvPr/>
                </p:nvSpPr>
                <p:spPr bwMode="auto">
                  <a:xfrm>
                    <a:off x="3001" y="2259"/>
                    <a:ext cx="12" cy="21"/>
                  </a:xfrm>
                  <a:custGeom>
                    <a:avLst/>
                    <a:gdLst>
                      <a:gd name="T0" fmla="*/ 11 w 12"/>
                      <a:gd name="T1" fmla="*/ 4 h 21"/>
                      <a:gd name="T2" fmla="*/ 7 w 12"/>
                      <a:gd name="T3" fmla="*/ 1 h 21"/>
                      <a:gd name="T4" fmla="*/ 4 w 12"/>
                      <a:gd name="T5" fmla="*/ 2 h 21"/>
                      <a:gd name="T6" fmla="*/ 2 w 12"/>
                      <a:gd name="T7" fmla="*/ 6 h 21"/>
                      <a:gd name="T8" fmla="*/ 1 w 12"/>
                      <a:gd name="T9" fmla="*/ 10 h 21"/>
                      <a:gd name="T10" fmla="*/ 2 w 12"/>
                      <a:gd name="T11" fmla="*/ 14 h 21"/>
                      <a:gd name="T12" fmla="*/ 3 w 12"/>
                      <a:gd name="T13" fmla="*/ 16 h 21"/>
                      <a:gd name="T14" fmla="*/ 5 w 12"/>
                      <a:gd name="T15" fmla="*/ 12 h 21"/>
                      <a:gd name="T16" fmla="*/ 6 w 12"/>
                      <a:gd name="T17" fmla="*/ 10 h 21"/>
                      <a:gd name="T18" fmla="*/ 10 w 12"/>
                      <a:gd name="T19" fmla="*/ 8 h 21"/>
                      <a:gd name="T20" fmla="*/ 7 w 12"/>
                      <a:gd name="T21" fmla="*/ 12 h 21"/>
                      <a:gd name="T22" fmla="*/ 5 w 12"/>
                      <a:gd name="T23" fmla="*/ 14 h 21"/>
                      <a:gd name="T24" fmla="*/ 5 w 12"/>
                      <a:gd name="T25" fmla="*/ 17 h 21"/>
                      <a:gd name="T26" fmla="*/ 5 w 12"/>
                      <a:gd name="T27" fmla="*/ 20 h 21"/>
                      <a:gd name="T28" fmla="*/ 7 w 12"/>
                      <a:gd name="T29" fmla="*/ 20 h 21"/>
                      <a:gd name="T30" fmla="*/ 3 w 12"/>
                      <a:gd name="T31" fmla="*/ 19 h 21"/>
                      <a:gd name="T32" fmla="*/ 0 w 12"/>
                      <a:gd name="T33" fmla="*/ 15 h 21"/>
                      <a:gd name="T34" fmla="*/ 0 w 12"/>
                      <a:gd name="T35" fmla="*/ 10 h 21"/>
                      <a:gd name="T36" fmla="*/ 0 w 12"/>
                      <a:gd name="T37" fmla="*/ 4 h 21"/>
                      <a:gd name="T38" fmla="*/ 3 w 12"/>
                      <a:gd name="T39" fmla="*/ 1 h 21"/>
                      <a:gd name="T40" fmla="*/ 6 w 12"/>
                      <a:gd name="T41" fmla="*/ 0 h 21"/>
                      <a:gd name="T42" fmla="*/ 9 w 12"/>
                      <a:gd name="T43" fmla="*/ 1 h 21"/>
                      <a:gd name="T44" fmla="*/ 11 w 12"/>
                      <a:gd name="T45" fmla="*/ 4 h 2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
                      <a:gd name="T70" fmla="*/ 0 h 21"/>
                      <a:gd name="T71" fmla="*/ 12 w 12"/>
                      <a:gd name="T72" fmla="*/ 21 h 2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 h="21">
                        <a:moveTo>
                          <a:pt x="11" y="4"/>
                        </a:moveTo>
                        <a:lnTo>
                          <a:pt x="7" y="1"/>
                        </a:lnTo>
                        <a:lnTo>
                          <a:pt x="4" y="2"/>
                        </a:lnTo>
                        <a:lnTo>
                          <a:pt x="2" y="6"/>
                        </a:lnTo>
                        <a:lnTo>
                          <a:pt x="1" y="10"/>
                        </a:lnTo>
                        <a:lnTo>
                          <a:pt x="2" y="14"/>
                        </a:lnTo>
                        <a:lnTo>
                          <a:pt x="3" y="16"/>
                        </a:lnTo>
                        <a:lnTo>
                          <a:pt x="5" y="12"/>
                        </a:lnTo>
                        <a:lnTo>
                          <a:pt x="6" y="10"/>
                        </a:lnTo>
                        <a:lnTo>
                          <a:pt x="10" y="8"/>
                        </a:lnTo>
                        <a:lnTo>
                          <a:pt x="7" y="12"/>
                        </a:lnTo>
                        <a:lnTo>
                          <a:pt x="5" y="14"/>
                        </a:lnTo>
                        <a:lnTo>
                          <a:pt x="5" y="17"/>
                        </a:lnTo>
                        <a:lnTo>
                          <a:pt x="5" y="20"/>
                        </a:lnTo>
                        <a:lnTo>
                          <a:pt x="7" y="20"/>
                        </a:lnTo>
                        <a:lnTo>
                          <a:pt x="3" y="19"/>
                        </a:lnTo>
                        <a:lnTo>
                          <a:pt x="0" y="15"/>
                        </a:lnTo>
                        <a:lnTo>
                          <a:pt x="0" y="10"/>
                        </a:lnTo>
                        <a:lnTo>
                          <a:pt x="0" y="4"/>
                        </a:lnTo>
                        <a:lnTo>
                          <a:pt x="3" y="1"/>
                        </a:lnTo>
                        <a:lnTo>
                          <a:pt x="6" y="0"/>
                        </a:lnTo>
                        <a:lnTo>
                          <a:pt x="9" y="1"/>
                        </a:lnTo>
                        <a:lnTo>
                          <a:pt x="11" y="4"/>
                        </a:lnTo>
                      </a:path>
                    </a:pathLst>
                  </a:custGeom>
                  <a:solidFill>
                    <a:srgbClr val="402000"/>
                  </a:solidFill>
                  <a:ln w="12700" cap="rnd">
                    <a:noFill/>
                    <a:round/>
                    <a:headEnd/>
                    <a:tailEnd/>
                  </a:ln>
                </p:spPr>
                <p:txBody>
                  <a:bodyPr/>
                  <a:lstStyle/>
                  <a:p>
                    <a:pPr algn="ctr"/>
                    <a:endParaRPr lang="pt-BR" sz="2400"/>
                  </a:p>
                </p:txBody>
              </p:sp>
              <p:sp>
                <p:nvSpPr>
                  <p:cNvPr id="353" name="Freeform 313"/>
                  <p:cNvSpPr>
                    <a:spLocks/>
                  </p:cNvSpPr>
                  <p:nvPr/>
                </p:nvSpPr>
                <p:spPr bwMode="auto">
                  <a:xfrm>
                    <a:off x="2997" y="2256"/>
                    <a:ext cx="19" cy="28"/>
                  </a:xfrm>
                  <a:custGeom>
                    <a:avLst/>
                    <a:gdLst>
                      <a:gd name="T0" fmla="*/ 18 w 19"/>
                      <a:gd name="T1" fmla="*/ 7 h 28"/>
                      <a:gd name="T2" fmla="*/ 15 w 19"/>
                      <a:gd name="T3" fmla="*/ 2 h 28"/>
                      <a:gd name="T4" fmla="*/ 10 w 19"/>
                      <a:gd name="T5" fmla="*/ 1 h 28"/>
                      <a:gd name="T6" fmla="*/ 4 w 19"/>
                      <a:gd name="T7" fmla="*/ 2 h 28"/>
                      <a:gd name="T8" fmla="*/ 3 w 19"/>
                      <a:gd name="T9" fmla="*/ 4 h 28"/>
                      <a:gd name="T10" fmla="*/ 1 w 19"/>
                      <a:gd name="T11" fmla="*/ 9 h 28"/>
                      <a:gd name="T12" fmla="*/ 1 w 19"/>
                      <a:gd name="T13" fmla="*/ 12 h 28"/>
                      <a:gd name="T14" fmla="*/ 2 w 19"/>
                      <a:gd name="T15" fmla="*/ 14 h 28"/>
                      <a:gd name="T16" fmla="*/ 2 w 19"/>
                      <a:gd name="T17" fmla="*/ 17 h 28"/>
                      <a:gd name="T18" fmla="*/ 3 w 19"/>
                      <a:gd name="T19" fmla="*/ 21 h 28"/>
                      <a:gd name="T20" fmla="*/ 6 w 19"/>
                      <a:gd name="T21" fmla="*/ 25 h 28"/>
                      <a:gd name="T22" fmla="*/ 9 w 19"/>
                      <a:gd name="T23" fmla="*/ 25 h 28"/>
                      <a:gd name="T24" fmla="*/ 12 w 19"/>
                      <a:gd name="T25" fmla="*/ 25 h 28"/>
                      <a:gd name="T26" fmla="*/ 12 w 19"/>
                      <a:gd name="T27" fmla="*/ 26 h 28"/>
                      <a:gd name="T28" fmla="*/ 10 w 19"/>
                      <a:gd name="T29" fmla="*/ 27 h 28"/>
                      <a:gd name="T30" fmla="*/ 7 w 19"/>
                      <a:gd name="T31" fmla="*/ 27 h 28"/>
                      <a:gd name="T32" fmla="*/ 3 w 19"/>
                      <a:gd name="T33" fmla="*/ 26 h 28"/>
                      <a:gd name="T34" fmla="*/ 1 w 19"/>
                      <a:gd name="T35" fmla="*/ 21 h 28"/>
                      <a:gd name="T36" fmla="*/ 1 w 19"/>
                      <a:gd name="T37" fmla="*/ 16 h 28"/>
                      <a:gd name="T38" fmla="*/ 0 w 19"/>
                      <a:gd name="T39" fmla="*/ 11 h 28"/>
                      <a:gd name="T40" fmla="*/ 0 w 19"/>
                      <a:gd name="T41" fmla="*/ 7 h 28"/>
                      <a:gd name="T42" fmla="*/ 2 w 19"/>
                      <a:gd name="T43" fmla="*/ 4 h 28"/>
                      <a:gd name="T44" fmla="*/ 3 w 19"/>
                      <a:gd name="T45" fmla="*/ 1 h 28"/>
                      <a:gd name="T46" fmla="*/ 8 w 19"/>
                      <a:gd name="T47" fmla="*/ 0 h 28"/>
                      <a:gd name="T48" fmla="*/ 15 w 19"/>
                      <a:gd name="T49" fmla="*/ 0 h 28"/>
                      <a:gd name="T50" fmla="*/ 18 w 19"/>
                      <a:gd name="T51" fmla="*/ 2 h 28"/>
                      <a:gd name="T52" fmla="*/ 18 w 19"/>
                      <a:gd name="T53" fmla="*/ 7 h 2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
                      <a:gd name="T82" fmla="*/ 0 h 28"/>
                      <a:gd name="T83" fmla="*/ 19 w 19"/>
                      <a:gd name="T84" fmla="*/ 28 h 2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 h="28">
                        <a:moveTo>
                          <a:pt x="18" y="7"/>
                        </a:moveTo>
                        <a:lnTo>
                          <a:pt x="15" y="2"/>
                        </a:lnTo>
                        <a:lnTo>
                          <a:pt x="10" y="1"/>
                        </a:lnTo>
                        <a:lnTo>
                          <a:pt x="4" y="2"/>
                        </a:lnTo>
                        <a:lnTo>
                          <a:pt x="3" y="4"/>
                        </a:lnTo>
                        <a:lnTo>
                          <a:pt x="1" y="9"/>
                        </a:lnTo>
                        <a:lnTo>
                          <a:pt x="1" y="12"/>
                        </a:lnTo>
                        <a:lnTo>
                          <a:pt x="2" y="14"/>
                        </a:lnTo>
                        <a:lnTo>
                          <a:pt x="2" y="17"/>
                        </a:lnTo>
                        <a:lnTo>
                          <a:pt x="3" y="21"/>
                        </a:lnTo>
                        <a:lnTo>
                          <a:pt x="6" y="25"/>
                        </a:lnTo>
                        <a:lnTo>
                          <a:pt x="9" y="25"/>
                        </a:lnTo>
                        <a:lnTo>
                          <a:pt x="12" y="25"/>
                        </a:lnTo>
                        <a:lnTo>
                          <a:pt x="12" y="26"/>
                        </a:lnTo>
                        <a:lnTo>
                          <a:pt x="10" y="27"/>
                        </a:lnTo>
                        <a:lnTo>
                          <a:pt x="7" y="27"/>
                        </a:lnTo>
                        <a:lnTo>
                          <a:pt x="3" y="26"/>
                        </a:lnTo>
                        <a:lnTo>
                          <a:pt x="1" y="21"/>
                        </a:lnTo>
                        <a:lnTo>
                          <a:pt x="1" y="16"/>
                        </a:lnTo>
                        <a:lnTo>
                          <a:pt x="0" y="11"/>
                        </a:lnTo>
                        <a:lnTo>
                          <a:pt x="0" y="7"/>
                        </a:lnTo>
                        <a:lnTo>
                          <a:pt x="2" y="4"/>
                        </a:lnTo>
                        <a:lnTo>
                          <a:pt x="3" y="1"/>
                        </a:lnTo>
                        <a:lnTo>
                          <a:pt x="8" y="0"/>
                        </a:lnTo>
                        <a:lnTo>
                          <a:pt x="15" y="0"/>
                        </a:lnTo>
                        <a:lnTo>
                          <a:pt x="18" y="2"/>
                        </a:lnTo>
                        <a:lnTo>
                          <a:pt x="18" y="7"/>
                        </a:lnTo>
                      </a:path>
                    </a:pathLst>
                  </a:custGeom>
                  <a:solidFill>
                    <a:srgbClr val="402000"/>
                  </a:solidFill>
                  <a:ln w="12700" cap="rnd">
                    <a:noFill/>
                    <a:round/>
                    <a:headEnd/>
                    <a:tailEnd/>
                  </a:ln>
                </p:spPr>
                <p:txBody>
                  <a:bodyPr/>
                  <a:lstStyle/>
                  <a:p>
                    <a:pPr algn="ctr"/>
                    <a:endParaRPr lang="pt-BR" sz="2400"/>
                  </a:p>
                </p:txBody>
              </p:sp>
              <p:sp>
                <p:nvSpPr>
                  <p:cNvPr id="354" name="Freeform 314"/>
                  <p:cNvSpPr>
                    <a:spLocks/>
                  </p:cNvSpPr>
                  <p:nvPr/>
                </p:nvSpPr>
                <p:spPr bwMode="auto">
                  <a:xfrm>
                    <a:off x="3008" y="2285"/>
                    <a:ext cx="18" cy="24"/>
                  </a:xfrm>
                  <a:custGeom>
                    <a:avLst/>
                    <a:gdLst>
                      <a:gd name="T0" fmla="*/ 0 w 18"/>
                      <a:gd name="T1" fmla="*/ 0 h 24"/>
                      <a:gd name="T2" fmla="*/ 2 w 18"/>
                      <a:gd name="T3" fmla="*/ 5 h 24"/>
                      <a:gd name="T4" fmla="*/ 6 w 18"/>
                      <a:gd name="T5" fmla="*/ 10 h 24"/>
                      <a:gd name="T6" fmla="*/ 10 w 18"/>
                      <a:gd name="T7" fmla="*/ 15 h 24"/>
                      <a:gd name="T8" fmla="*/ 14 w 18"/>
                      <a:gd name="T9" fmla="*/ 21 h 24"/>
                      <a:gd name="T10" fmla="*/ 17 w 18"/>
                      <a:gd name="T11" fmla="*/ 23 h 24"/>
                      <a:gd name="T12" fmla="*/ 11 w 18"/>
                      <a:gd name="T13" fmla="*/ 20 h 24"/>
                      <a:gd name="T14" fmla="*/ 7 w 18"/>
                      <a:gd name="T15" fmla="*/ 15 h 24"/>
                      <a:gd name="T16" fmla="*/ 3 w 18"/>
                      <a:gd name="T17" fmla="*/ 8 h 24"/>
                      <a:gd name="T18" fmla="*/ 0 w 18"/>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24"/>
                      <a:gd name="T32" fmla="*/ 18 w 18"/>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24">
                        <a:moveTo>
                          <a:pt x="0" y="0"/>
                        </a:moveTo>
                        <a:lnTo>
                          <a:pt x="2" y="5"/>
                        </a:lnTo>
                        <a:lnTo>
                          <a:pt x="6" y="10"/>
                        </a:lnTo>
                        <a:lnTo>
                          <a:pt x="10" y="15"/>
                        </a:lnTo>
                        <a:lnTo>
                          <a:pt x="14" y="21"/>
                        </a:lnTo>
                        <a:lnTo>
                          <a:pt x="17" y="23"/>
                        </a:lnTo>
                        <a:lnTo>
                          <a:pt x="11" y="20"/>
                        </a:lnTo>
                        <a:lnTo>
                          <a:pt x="7" y="15"/>
                        </a:lnTo>
                        <a:lnTo>
                          <a:pt x="3" y="8"/>
                        </a:lnTo>
                        <a:lnTo>
                          <a:pt x="0" y="0"/>
                        </a:lnTo>
                      </a:path>
                    </a:pathLst>
                  </a:custGeom>
                  <a:solidFill>
                    <a:srgbClr val="402000"/>
                  </a:solidFill>
                  <a:ln w="12700" cap="rnd">
                    <a:noFill/>
                    <a:round/>
                    <a:headEnd/>
                    <a:tailEnd/>
                  </a:ln>
                </p:spPr>
                <p:txBody>
                  <a:bodyPr/>
                  <a:lstStyle/>
                  <a:p>
                    <a:pPr algn="ctr"/>
                    <a:endParaRPr lang="pt-BR" sz="2400"/>
                  </a:p>
                </p:txBody>
              </p:sp>
              <p:sp>
                <p:nvSpPr>
                  <p:cNvPr id="355" name="Freeform 315"/>
                  <p:cNvSpPr>
                    <a:spLocks/>
                  </p:cNvSpPr>
                  <p:nvPr/>
                </p:nvSpPr>
                <p:spPr bwMode="auto">
                  <a:xfrm>
                    <a:off x="2957" y="2206"/>
                    <a:ext cx="96" cy="89"/>
                  </a:xfrm>
                  <a:custGeom>
                    <a:avLst/>
                    <a:gdLst>
                      <a:gd name="T0" fmla="*/ 88 w 96"/>
                      <a:gd name="T1" fmla="*/ 26 h 89"/>
                      <a:gd name="T2" fmla="*/ 74 w 96"/>
                      <a:gd name="T3" fmla="*/ 24 h 89"/>
                      <a:gd name="T4" fmla="*/ 63 w 96"/>
                      <a:gd name="T5" fmla="*/ 25 h 89"/>
                      <a:gd name="T6" fmla="*/ 57 w 96"/>
                      <a:gd name="T7" fmla="*/ 31 h 89"/>
                      <a:gd name="T8" fmla="*/ 61 w 96"/>
                      <a:gd name="T9" fmla="*/ 38 h 89"/>
                      <a:gd name="T10" fmla="*/ 66 w 96"/>
                      <a:gd name="T11" fmla="*/ 41 h 89"/>
                      <a:gd name="T12" fmla="*/ 67 w 96"/>
                      <a:gd name="T13" fmla="*/ 48 h 89"/>
                      <a:gd name="T14" fmla="*/ 64 w 96"/>
                      <a:gd name="T15" fmla="*/ 53 h 89"/>
                      <a:gd name="T16" fmla="*/ 67 w 96"/>
                      <a:gd name="T17" fmla="*/ 60 h 89"/>
                      <a:gd name="T18" fmla="*/ 61 w 96"/>
                      <a:gd name="T19" fmla="*/ 60 h 89"/>
                      <a:gd name="T20" fmla="*/ 59 w 96"/>
                      <a:gd name="T21" fmla="*/ 52 h 89"/>
                      <a:gd name="T22" fmla="*/ 55 w 96"/>
                      <a:gd name="T23" fmla="*/ 48 h 89"/>
                      <a:gd name="T24" fmla="*/ 48 w 96"/>
                      <a:gd name="T25" fmla="*/ 48 h 89"/>
                      <a:gd name="T26" fmla="*/ 42 w 96"/>
                      <a:gd name="T27" fmla="*/ 50 h 89"/>
                      <a:gd name="T28" fmla="*/ 39 w 96"/>
                      <a:gd name="T29" fmla="*/ 55 h 89"/>
                      <a:gd name="T30" fmla="*/ 39 w 96"/>
                      <a:gd name="T31" fmla="*/ 63 h 89"/>
                      <a:gd name="T32" fmla="*/ 39 w 96"/>
                      <a:gd name="T33" fmla="*/ 67 h 89"/>
                      <a:gd name="T34" fmla="*/ 39 w 96"/>
                      <a:gd name="T35" fmla="*/ 71 h 89"/>
                      <a:gd name="T36" fmla="*/ 39 w 96"/>
                      <a:gd name="T37" fmla="*/ 76 h 89"/>
                      <a:gd name="T38" fmla="*/ 34 w 96"/>
                      <a:gd name="T39" fmla="*/ 80 h 89"/>
                      <a:gd name="T40" fmla="*/ 31 w 96"/>
                      <a:gd name="T41" fmla="*/ 83 h 89"/>
                      <a:gd name="T42" fmla="*/ 22 w 96"/>
                      <a:gd name="T43" fmla="*/ 88 h 89"/>
                      <a:gd name="T44" fmla="*/ 6 w 96"/>
                      <a:gd name="T45" fmla="*/ 73 h 89"/>
                      <a:gd name="T46" fmla="*/ 2 w 96"/>
                      <a:gd name="T47" fmla="*/ 62 h 89"/>
                      <a:gd name="T48" fmla="*/ 0 w 96"/>
                      <a:gd name="T49" fmla="*/ 42 h 89"/>
                      <a:gd name="T50" fmla="*/ 0 w 96"/>
                      <a:gd name="T51" fmla="*/ 29 h 89"/>
                      <a:gd name="T52" fmla="*/ 1 w 96"/>
                      <a:gd name="T53" fmla="*/ 16 h 89"/>
                      <a:gd name="T54" fmla="*/ 6 w 96"/>
                      <a:gd name="T55" fmla="*/ 8 h 89"/>
                      <a:gd name="T56" fmla="*/ 14 w 96"/>
                      <a:gd name="T57" fmla="*/ 3 h 89"/>
                      <a:gd name="T58" fmla="*/ 24 w 96"/>
                      <a:gd name="T59" fmla="*/ 2 h 89"/>
                      <a:gd name="T60" fmla="*/ 41 w 96"/>
                      <a:gd name="T61" fmla="*/ 0 h 89"/>
                      <a:gd name="T62" fmla="*/ 56 w 96"/>
                      <a:gd name="T63" fmla="*/ 1 h 89"/>
                      <a:gd name="T64" fmla="*/ 77 w 96"/>
                      <a:gd name="T65" fmla="*/ 4 h 89"/>
                      <a:gd name="T66" fmla="*/ 86 w 96"/>
                      <a:gd name="T67" fmla="*/ 9 h 89"/>
                      <a:gd name="T68" fmla="*/ 91 w 96"/>
                      <a:gd name="T69" fmla="*/ 13 h 89"/>
                      <a:gd name="T70" fmla="*/ 95 w 96"/>
                      <a:gd name="T71" fmla="*/ 19 h 89"/>
                      <a:gd name="T72" fmla="*/ 95 w 96"/>
                      <a:gd name="T73" fmla="*/ 22 h 89"/>
                      <a:gd name="T74" fmla="*/ 88 w 96"/>
                      <a:gd name="T75" fmla="*/ 26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6"/>
                      <a:gd name="T115" fmla="*/ 0 h 89"/>
                      <a:gd name="T116" fmla="*/ 96 w 96"/>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6" h="89">
                        <a:moveTo>
                          <a:pt x="88" y="26"/>
                        </a:moveTo>
                        <a:lnTo>
                          <a:pt x="74" y="24"/>
                        </a:lnTo>
                        <a:lnTo>
                          <a:pt x="63" y="25"/>
                        </a:lnTo>
                        <a:lnTo>
                          <a:pt x="57" y="31"/>
                        </a:lnTo>
                        <a:lnTo>
                          <a:pt x="61" y="38"/>
                        </a:lnTo>
                        <a:lnTo>
                          <a:pt x="66" y="41"/>
                        </a:lnTo>
                        <a:lnTo>
                          <a:pt x="67" y="48"/>
                        </a:lnTo>
                        <a:lnTo>
                          <a:pt x="64" y="53"/>
                        </a:lnTo>
                        <a:lnTo>
                          <a:pt x="67" y="60"/>
                        </a:lnTo>
                        <a:lnTo>
                          <a:pt x="61" y="60"/>
                        </a:lnTo>
                        <a:lnTo>
                          <a:pt x="59" y="52"/>
                        </a:lnTo>
                        <a:lnTo>
                          <a:pt x="55" y="48"/>
                        </a:lnTo>
                        <a:lnTo>
                          <a:pt x="48" y="48"/>
                        </a:lnTo>
                        <a:lnTo>
                          <a:pt x="42" y="50"/>
                        </a:lnTo>
                        <a:lnTo>
                          <a:pt x="39" y="55"/>
                        </a:lnTo>
                        <a:lnTo>
                          <a:pt x="39" y="63"/>
                        </a:lnTo>
                        <a:lnTo>
                          <a:pt x="39" y="67"/>
                        </a:lnTo>
                        <a:lnTo>
                          <a:pt x="39" y="71"/>
                        </a:lnTo>
                        <a:lnTo>
                          <a:pt x="39" y="76"/>
                        </a:lnTo>
                        <a:lnTo>
                          <a:pt x="34" y="80"/>
                        </a:lnTo>
                        <a:lnTo>
                          <a:pt x="31" y="83"/>
                        </a:lnTo>
                        <a:lnTo>
                          <a:pt x="22" y="88"/>
                        </a:lnTo>
                        <a:lnTo>
                          <a:pt x="6" y="73"/>
                        </a:lnTo>
                        <a:lnTo>
                          <a:pt x="2" y="62"/>
                        </a:lnTo>
                        <a:lnTo>
                          <a:pt x="0" y="42"/>
                        </a:lnTo>
                        <a:lnTo>
                          <a:pt x="0" y="29"/>
                        </a:lnTo>
                        <a:lnTo>
                          <a:pt x="1" y="16"/>
                        </a:lnTo>
                        <a:lnTo>
                          <a:pt x="6" y="8"/>
                        </a:lnTo>
                        <a:lnTo>
                          <a:pt x="14" y="3"/>
                        </a:lnTo>
                        <a:lnTo>
                          <a:pt x="24" y="2"/>
                        </a:lnTo>
                        <a:lnTo>
                          <a:pt x="41" y="0"/>
                        </a:lnTo>
                        <a:lnTo>
                          <a:pt x="56" y="1"/>
                        </a:lnTo>
                        <a:lnTo>
                          <a:pt x="77" y="4"/>
                        </a:lnTo>
                        <a:lnTo>
                          <a:pt x="86" y="9"/>
                        </a:lnTo>
                        <a:lnTo>
                          <a:pt x="91" y="13"/>
                        </a:lnTo>
                        <a:lnTo>
                          <a:pt x="95" y="19"/>
                        </a:lnTo>
                        <a:lnTo>
                          <a:pt x="95" y="22"/>
                        </a:lnTo>
                        <a:lnTo>
                          <a:pt x="88" y="26"/>
                        </a:lnTo>
                      </a:path>
                    </a:pathLst>
                  </a:custGeom>
                  <a:solidFill>
                    <a:srgbClr val="603000"/>
                  </a:solidFill>
                  <a:ln w="12700" cap="rnd">
                    <a:noFill/>
                    <a:round/>
                    <a:headEnd/>
                    <a:tailEnd/>
                  </a:ln>
                </p:spPr>
                <p:txBody>
                  <a:bodyPr/>
                  <a:lstStyle/>
                  <a:p>
                    <a:pPr algn="ctr"/>
                    <a:endParaRPr lang="pt-BR" sz="2400"/>
                  </a:p>
                </p:txBody>
              </p:sp>
              <p:sp>
                <p:nvSpPr>
                  <p:cNvPr id="356" name="Freeform 316"/>
                  <p:cNvSpPr>
                    <a:spLocks/>
                  </p:cNvSpPr>
                  <p:nvPr/>
                </p:nvSpPr>
                <p:spPr bwMode="auto">
                  <a:xfrm>
                    <a:off x="2959" y="2208"/>
                    <a:ext cx="92" cy="84"/>
                  </a:xfrm>
                  <a:custGeom>
                    <a:avLst/>
                    <a:gdLst>
                      <a:gd name="T0" fmla="*/ 87 w 92"/>
                      <a:gd name="T1" fmla="*/ 11 h 84"/>
                      <a:gd name="T2" fmla="*/ 89 w 92"/>
                      <a:gd name="T3" fmla="*/ 19 h 84"/>
                      <a:gd name="T4" fmla="*/ 68 w 92"/>
                      <a:gd name="T5" fmla="*/ 19 h 84"/>
                      <a:gd name="T6" fmla="*/ 49 w 92"/>
                      <a:gd name="T7" fmla="*/ 15 h 84"/>
                      <a:gd name="T8" fmla="*/ 58 w 92"/>
                      <a:gd name="T9" fmla="*/ 18 h 84"/>
                      <a:gd name="T10" fmla="*/ 60 w 92"/>
                      <a:gd name="T11" fmla="*/ 21 h 84"/>
                      <a:gd name="T12" fmla="*/ 51 w 92"/>
                      <a:gd name="T13" fmla="*/ 20 h 84"/>
                      <a:gd name="T14" fmla="*/ 48 w 92"/>
                      <a:gd name="T15" fmla="*/ 22 h 84"/>
                      <a:gd name="T16" fmla="*/ 54 w 92"/>
                      <a:gd name="T17" fmla="*/ 27 h 84"/>
                      <a:gd name="T18" fmla="*/ 52 w 92"/>
                      <a:gd name="T19" fmla="*/ 29 h 84"/>
                      <a:gd name="T20" fmla="*/ 57 w 92"/>
                      <a:gd name="T21" fmla="*/ 36 h 84"/>
                      <a:gd name="T22" fmla="*/ 41 w 92"/>
                      <a:gd name="T23" fmla="*/ 32 h 84"/>
                      <a:gd name="T24" fmla="*/ 63 w 92"/>
                      <a:gd name="T25" fmla="*/ 40 h 84"/>
                      <a:gd name="T26" fmla="*/ 50 w 92"/>
                      <a:gd name="T27" fmla="*/ 39 h 84"/>
                      <a:gd name="T28" fmla="*/ 61 w 92"/>
                      <a:gd name="T29" fmla="*/ 44 h 84"/>
                      <a:gd name="T30" fmla="*/ 58 w 92"/>
                      <a:gd name="T31" fmla="*/ 46 h 84"/>
                      <a:gd name="T32" fmla="*/ 41 w 92"/>
                      <a:gd name="T33" fmla="*/ 44 h 84"/>
                      <a:gd name="T34" fmla="*/ 27 w 92"/>
                      <a:gd name="T35" fmla="*/ 46 h 84"/>
                      <a:gd name="T36" fmla="*/ 28 w 92"/>
                      <a:gd name="T37" fmla="*/ 48 h 84"/>
                      <a:gd name="T38" fmla="*/ 25 w 92"/>
                      <a:gd name="T39" fmla="*/ 50 h 84"/>
                      <a:gd name="T40" fmla="*/ 36 w 92"/>
                      <a:gd name="T41" fmla="*/ 57 h 84"/>
                      <a:gd name="T42" fmla="*/ 26 w 92"/>
                      <a:gd name="T43" fmla="*/ 56 h 84"/>
                      <a:gd name="T44" fmla="*/ 36 w 92"/>
                      <a:gd name="T45" fmla="*/ 66 h 84"/>
                      <a:gd name="T46" fmla="*/ 29 w 92"/>
                      <a:gd name="T47" fmla="*/ 65 h 84"/>
                      <a:gd name="T48" fmla="*/ 32 w 92"/>
                      <a:gd name="T49" fmla="*/ 76 h 84"/>
                      <a:gd name="T50" fmla="*/ 19 w 92"/>
                      <a:gd name="T51" fmla="*/ 60 h 84"/>
                      <a:gd name="T52" fmla="*/ 31 w 92"/>
                      <a:gd name="T53" fmla="*/ 78 h 84"/>
                      <a:gd name="T54" fmla="*/ 17 w 92"/>
                      <a:gd name="T55" fmla="*/ 71 h 84"/>
                      <a:gd name="T56" fmla="*/ 20 w 92"/>
                      <a:gd name="T57" fmla="*/ 78 h 84"/>
                      <a:gd name="T58" fmla="*/ 13 w 92"/>
                      <a:gd name="T59" fmla="*/ 78 h 84"/>
                      <a:gd name="T60" fmla="*/ 2 w 92"/>
                      <a:gd name="T61" fmla="*/ 49 h 84"/>
                      <a:gd name="T62" fmla="*/ 7 w 92"/>
                      <a:gd name="T63" fmla="*/ 32 h 84"/>
                      <a:gd name="T64" fmla="*/ 17 w 92"/>
                      <a:gd name="T65" fmla="*/ 34 h 84"/>
                      <a:gd name="T66" fmla="*/ 1 w 92"/>
                      <a:gd name="T67" fmla="*/ 28 h 84"/>
                      <a:gd name="T68" fmla="*/ 11 w 92"/>
                      <a:gd name="T69" fmla="*/ 17 h 84"/>
                      <a:gd name="T70" fmla="*/ 19 w 92"/>
                      <a:gd name="T71" fmla="*/ 17 h 84"/>
                      <a:gd name="T72" fmla="*/ 4 w 92"/>
                      <a:gd name="T73" fmla="*/ 8 h 84"/>
                      <a:gd name="T74" fmla="*/ 22 w 92"/>
                      <a:gd name="T75" fmla="*/ 5 h 84"/>
                      <a:gd name="T76" fmla="*/ 16 w 92"/>
                      <a:gd name="T77" fmla="*/ 2 h 84"/>
                      <a:gd name="T78" fmla="*/ 40 w 92"/>
                      <a:gd name="T79" fmla="*/ 1 h 84"/>
                      <a:gd name="T80" fmla="*/ 48 w 92"/>
                      <a:gd name="T81" fmla="*/ 4 h 84"/>
                      <a:gd name="T82" fmla="*/ 49 w 92"/>
                      <a:gd name="T83" fmla="*/ 0 h 84"/>
                      <a:gd name="T84" fmla="*/ 67 w 92"/>
                      <a:gd name="T85" fmla="*/ 7 h 84"/>
                      <a:gd name="T86" fmla="*/ 64 w 92"/>
                      <a:gd name="T87" fmla="*/ 2 h 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92"/>
                      <a:gd name="T133" fmla="*/ 0 h 84"/>
                      <a:gd name="T134" fmla="*/ 92 w 92"/>
                      <a:gd name="T135" fmla="*/ 84 h 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92" h="84">
                        <a:moveTo>
                          <a:pt x="76" y="5"/>
                        </a:moveTo>
                        <a:lnTo>
                          <a:pt x="83" y="8"/>
                        </a:lnTo>
                        <a:lnTo>
                          <a:pt x="87" y="11"/>
                        </a:lnTo>
                        <a:lnTo>
                          <a:pt x="89" y="14"/>
                        </a:lnTo>
                        <a:lnTo>
                          <a:pt x="91" y="17"/>
                        </a:lnTo>
                        <a:lnTo>
                          <a:pt x="89" y="19"/>
                        </a:lnTo>
                        <a:lnTo>
                          <a:pt x="85" y="21"/>
                        </a:lnTo>
                        <a:lnTo>
                          <a:pt x="75" y="19"/>
                        </a:lnTo>
                        <a:lnTo>
                          <a:pt x="68" y="19"/>
                        </a:lnTo>
                        <a:lnTo>
                          <a:pt x="63" y="17"/>
                        </a:lnTo>
                        <a:lnTo>
                          <a:pt x="55" y="16"/>
                        </a:lnTo>
                        <a:lnTo>
                          <a:pt x="49" y="15"/>
                        </a:lnTo>
                        <a:lnTo>
                          <a:pt x="41" y="16"/>
                        </a:lnTo>
                        <a:lnTo>
                          <a:pt x="52" y="17"/>
                        </a:lnTo>
                        <a:lnTo>
                          <a:pt x="58" y="18"/>
                        </a:lnTo>
                        <a:lnTo>
                          <a:pt x="62" y="19"/>
                        </a:lnTo>
                        <a:lnTo>
                          <a:pt x="63" y="20"/>
                        </a:lnTo>
                        <a:lnTo>
                          <a:pt x="60" y="21"/>
                        </a:lnTo>
                        <a:lnTo>
                          <a:pt x="58" y="23"/>
                        </a:lnTo>
                        <a:lnTo>
                          <a:pt x="54" y="21"/>
                        </a:lnTo>
                        <a:lnTo>
                          <a:pt x="51" y="20"/>
                        </a:lnTo>
                        <a:lnTo>
                          <a:pt x="44" y="19"/>
                        </a:lnTo>
                        <a:lnTo>
                          <a:pt x="42" y="19"/>
                        </a:lnTo>
                        <a:lnTo>
                          <a:pt x="48" y="22"/>
                        </a:lnTo>
                        <a:lnTo>
                          <a:pt x="54" y="24"/>
                        </a:lnTo>
                        <a:lnTo>
                          <a:pt x="56" y="25"/>
                        </a:lnTo>
                        <a:lnTo>
                          <a:pt x="54" y="27"/>
                        </a:lnTo>
                        <a:lnTo>
                          <a:pt x="48" y="26"/>
                        </a:lnTo>
                        <a:lnTo>
                          <a:pt x="44" y="25"/>
                        </a:lnTo>
                        <a:lnTo>
                          <a:pt x="52" y="29"/>
                        </a:lnTo>
                        <a:lnTo>
                          <a:pt x="55" y="30"/>
                        </a:lnTo>
                        <a:lnTo>
                          <a:pt x="56" y="34"/>
                        </a:lnTo>
                        <a:lnTo>
                          <a:pt x="57" y="36"/>
                        </a:lnTo>
                        <a:lnTo>
                          <a:pt x="52" y="34"/>
                        </a:lnTo>
                        <a:lnTo>
                          <a:pt x="48" y="33"/>
                        </a:lnTo>
                        <a:lnTo>
                          <a:pt x="41" y="32"/>
                        </a:lnTo>
                        <a:lnTo>
                          <a:pt x="51" y="35"/>
                        </a:lnTo>
                        <a:lnTo>
                          <a:pt x="58" y="38"/>
                        </a:lnTo>
                        <a:lnTo>
                          <a:pt x="63" y="40"/>
                        </a:lnTo>
                        <a:lnTo>
                          <a:pt x="63" y="43"/>
                        </a:lnTo>
                        <a:lnTo>
                          <a:pt x="58" y="41"/>
                        </a:lnTo>
                        <a:lnTo>
                          <a:pt x="50" y="39"/>
                        </a:lnTo>
                        <a:lnTo>
                          <a:pt x="47" y="39"/>
                        </a:lnTo>
                        <a:lnTo>
                          <a:pt x="55" y="41"/>
                        </a:lnTo>
                        <a:lnTo>
                          <a:pt x="61" y="44"/>
                        </a:lnTo>
                        <a:lnTo>
                          <a:pt x="64" y="46"/>
                        </a:lnTo>
                        <a:lnTo>
                          <a:pt x="63" y="47"/>
                        </a:lnTo>
                        <a:lnTo>
                          <a:pt x="58" y="46"/>
                        </a:lnTo>
                        <a:lnTo>
                          <a:pt x="53" y="44"/>
                        </a:lnTo>
                        <a:lnTo>
                          <a:pt x="43" y="44"/>
                        </a:lnTo>
                        <a:lnTo>
                          <a:pt x="41" y="44"/>
                        </a:lnTo>
                        <a:lnTo>
                          <a:pt x="31" y="45"/>
                        </a:lnTo>
                        <a:lnTo>
                          <a:pt x="21" y="44"/>
                        </a:lnTo>
                        <a:lnTo>
                          <a:pt x="27" y="46"/>
                        </a:lnTo>
                        <a:lnTo>
                          <a:pt x="38" y="47"/>
                        </a:lnTo>
                        <a:lnTo>
                          <a:pt x="36" y="50"/>
                        </a:lnTo>
                        <a:lnTo>
                          <a:pt x="28" y="48"/>
                        </a:lnTo>
                        <a:lnTo>
                          <a:pt x="20" y="46"/>
                        </a:lnTo>
                        <a:lnTo>
                          <a:pt x="15" y="44"/>
                        </a:lnTo>
                        <a:lnTo>
                          <a:pt x="25" y="50"/>
                        </a:lnTo>
                        <a:lnTo>
                          <a:pt x="31" y="52"/>
                        </a:lnTo>
                        <a:lnTo>
                          <a:pt x="36" y="53"/>
                        </a:lnTo>
                        <a:lnTo>
                          <a:pt x="36" y="57"/>
                        </a:lnTo>
                        <a:lnTo>
                          <a:pt x="28" y="55"/>
                        </a:lnTo>
                        <a:lnTo>
                          <a:pt x="22" y="54"/>
                        </a:lnTo>
                        <a:lnTo>
                          <a:pt x="26" y="56"/>
                        </a:lnTo>
                        <a:lnTo>
                          <a:pt x="32" y="58"/>
                        </a:lnTo>
                        <a:lnTo>
                          <a:pt x="36" y="58"/>
                        </a:lnTo>
                        <a:lnTo>
                          <a:pt x="36" y="66"/>
                        </a:lnTo>
                        <a:lnTo>
                          <a:pt x="28" y="63"/>
                        </a:lnTo>
                        <a:lnTo>
                          <a:pt x="23" y="61"/>
                        </a:lnTo>
                        <a:lnTo>
                          <a:pt x="29" y="65"/>
                        </a:lnTo>
                        <a:lnTo>
                          <a:pt x="37" y="68"/>
                        </a:lnTo>
                        <a:lnTo>
                          <a:pt x="36" y="72"/>
                        </a:lnTo>
                        <a:lnTo>
                          <a:pt x="32" y="76"/>
                        </a:lnTo>
                        <a:lnTo>
                          <a:pt x="28" y="71"/>
                        </a:lnTo>
                        <a:lnTo>
                          <a:pt x="23" y="66"/>
                        </a:lnTo>
                        <a:lnTo>
                          <a:pt x="19" y="60"/>
                        </a:lnTo>
                        <a:lnTo>
                          <a:pt x="23" y="69"/>
                        </a:lnTo>
                        <a:lnTo>
                          <a:pt x="26" y="72"/>
                        </a:lnTo>
                        <a:lnTo>
                          <a:pt x="31" y="78"/>
                        </a:lnTo>
                        <a:lnTo>
                          <a:pt x="27" y="81"/>
                        </a:lnTo>
                        <a:lnTo>
                          <a:pt x="21" y="77"/>
                        </a:lnTo>
                        <a:lnTo>
                          <a:pt x="17" y="71"/>
                        </a:lnTo>
                        <a:lnTo>
                          <a:pt x="13" y="65"/>
                        </a:lnTo>
                        <a:lnTo>
                          <a:pt x="16" y="74"/>
                        </a:lnTo>
                        <a:lnTo>
                          <a:pt x="20" y="78"/>
                        </a:lnTo>
                        <a:lnTo>
                          <a:pt x="24" y="82"/>
                        </a:lnTo>
                        <a:lnTo>
                          <a:pt x="21" y="83"/>
                        </a:lnTo>
                        <a:lnTo>
                          <a:pt x="13" y="78"/>
                        </a:lnTo>
                        <a:lnTo>
                          <a:pt x="6" y="68"/>
                        </a:lnTo>
                        <a:lnTo>
                          <a:pt x="4" y="61"/>
                        </a:lnTo>
                        <a:lnTo>
                          <a:pt x="2" y="49"/>
                        </a:lnTo>
                        <a:lnTo>
                          <a:pt x="1" y="41"/>
                        </a:lnTo>
                        <a:lnTo>
                          <a:pt x="0" y="30"/>
                        </a:lnTo>
                        <a:lnTo>
                          <a:pt x="7" y="32"/>
                        </a:lnTo>
                        <a:lnTo>
                          <a:pt x="16" y="35"/>
                        </a:lnTo>
                        <a:lnTo>
                          <a:pt x="29" y="38"/>
                        </a:lnTo>
                        <a:lnTo>
                          <a:pt x="17" y="34"/>
                        </a:lnTo>
                        <a:lnTo>
                          <a:pt x="12" y="32"/>
                        </a:lnTo>
                        <a:lnTo>
                          <a:pt x="4" y="29"/>
                        </a:lnTo>
                        <a:lnTo>
                          <a:pt x="1" y="28"/>
                        </a:lnTo>
                        <a:lnTo>
                          <a:pt x="1" y="23"/>
                        </a:lnTo>
                        <a:lnTo>
                          <a:pt x="2" y="16"/>
                        </a:lnTo>
                        <a:lnTo>
                          <a:pt x="11" y="17"/>
                        </a:lnTo>
                        <a:lnTo>
                          <a:pt x="18" y="19"/>
                        </a:lnTo>
                        <a:lnTo>
                          <a:pt x="27" y="23"/>
                        </a:lnTo>
                        <a:lnTo>
                          <a:pt x="19" y="17"/>
                        </a:lnTo>
                        <a:lnTo>
                          <a:pt x="10" y="15"/>
                        </a:lnTo>
                        <a:lnTo>
                          <a:pt x="2" y="13"/>
                        </a:lnTo>
                        <a:lnTo>
                          <a:pt x="4" y="8"/>
                        </a:lnTo>
                        <a:lnTo>
                          <a:pt x="6" y="5"/>
                        </a:lnTo>
                        <a:lnTo>
                          <a:pt x="14" y="3"/>
                        </a:lnTo>
                        <a:lnTo>
                          <a:pt x="22" y="5"/>
                        </a:lnTo>
                        <a:lnTo>
                          <a:pt x="29" y="9"/>
                        </a:lnTo>
                        <a:lnTo>
                          <a:pt x="24" y="4"/>
                        </a:lnTo>
                        <a:lnTo>
                          <a:pt x="16" y="2"/>
                        </a:lnTo>
                        <a:lnTo>
                          <a:pt x="25" y="0"/>
                        </a:lnTo>
                        <a:lnTo>
                          <a:pt x="31" y="0"/>
                        </a:lnTo>
                        <a:lnTo>
                          <a:pt x="40" y="1"/>
                        </a:lnTo>
                        <a:lnTo>
                          <a:pt x="45" y="5"/>
                        </a:lnTo>
                        <a:lnTo>
                          <a:pt x="54" y="6"/>
                        </a:lnTo>
                        <a:lnTo>
                          <a:pt x="48" y="4"/>
                        </a:lnTo>
                        <a:lnTo>
                          <a:pt x="43" y="1"/>
                        </a:lnTo>
                        <a:lnTo>
                          <a:pt x="41" y="0"/>
                        </a:lnTo>
                        <a:lnTo>
                          <a:pt x="49" y="0"/>
                        </a:lnTo>
                        <a:lnTo>
                          <a:pt x="57" y="0"/>
                        </a:lnTo>
                        <a:lnTo>
                          <a:pt x="62" y="2"/>
                        </a:lnTo>
                        <a:lnTo>
                          <a:pt x="67" y="7"/>
                        </a:lnTo>
                        <a:lnTo>
                          <a:pt x="72" y="11"/>
                        </a:lnTo>
                        <a:lnTo>
                          <a:pt x="69" y="6"/>
                        </a:lnTo>
                        <a:lnTo>
                          <a:pt x="64" y="2"/>
                        </a:lnTo>
                        <a:lnTo>
                          <a:pt x="76" y="5"/>
                        </a:lnTo>
                      </a:path>
                    </a:pathLst>
                  </a:custGeom>
                  <a:solidFill>
                    <a:srgbClr val="A05000"/>
                  </a:solidFill>
                  <a:ln w="12700" cap="rnd">
                    <a:noFill/>
                    <a:round/>
                    <a:headEnd/>
                    <a:tailEnd/>
                  </a:ln>
                </p:spPr>
                <p:txBody>
                  <a:bodyPr/>
                  <a:lstStyle/>
                  <a:p>
                    <a:pPr algn="ctr"/>
                    <a:endParaRPr lang="pt-BR" sz="2400"/>
                  </a:p>
                </p:txBody>
              </p:sp>
              <p:grpSp>
                <p:nvGrpSpPr>
                  <p:cNvPr id="357" name="Group 317"/>
                  <p:cNvGrpSpPr>
                    <a:grpSpLocks/>
                  </p:cNvGrpSpPr>
                  <p:nvPr/>
                </p:nvGrpSpPr>
                <p:grpSpPr bwMode="auto">
                  <a:xfrm>
                    <a:off x="3144" y="2418"/>
                    <a:ext cx="100" cy="56"/>
                    <a:chOff x="3144" y="2418"/>
                    <a:chExt cx="100" cy="56"/>
                  </a:xfrm>
                </p:grpSpPr>
                <p:sp>
                  <p:nvSpPr>
                    <p:cNvPr id="373" name="Freeform 318"/>
                    <p:cNvSpPr>
                      <a:spLocks/>
                    </p:cNvSpPr>
                    <p:nvPr/>
                  </p:nvSpPr>
                  <p:spPr bwMode="auto">
                    <a:xfrm>
                      <a:off x="3144" y="2418"/>
                      <a:ext cx="100" cy="56"/>
                    </a:xfrm>
                    <a:custGeom>
                      <a:avLst/>
                      <a:gdLst>
                        <a:gd name="T0" fmla="*/ 0 w 100"/>
                        <a:gd name="T1" fmla="*/ 32 h 56"/>
                        <a:gd name="T2" fmla="*/ 12 w 100"/>
                        <a:gd name="T3" fmla="*/ 30 h 56"/>
                        <a:gd name="T4" fmla="*/ 16 w 100"/>
                        <a:gd name="T5" fmla="*/ 29 h 56"/>
                        <a:gd name="T6" fmla="*/ 19 w 100"/>
                        <a:gd name="T7" fmla="*/ 26 h 56"/>
                        <a:gd name="T8" fmla="*/ 22 w 100"/>
                        <a:gd name="T9" fmla="*/ 23 h 56"/>
                        <a:gd name="T10" fmla="*/ 28 w 100"/>
                        <a:gd name="T11" fmla="*/ 18 h 56"/>
                        <a:gd name="T12" fmla="*/ 39 w 100"/>
                        <a:gd name="T13" fmla="*/ 10 h 56"/>
                        <a:gd name="T14" fmla="*/ 40 w 100"/>
                        <a:gd name="T15" fmla="*/ 7 h 56"/>
                        <a:gd name="T16" fmla="*/ 43 w 100"/>
                        <a:gd name="T17" fmla="*/ 5 h 56"/>
                        <a:gd name="T18" fmla="*/ 49 w 100"/>
                        <a:gd name="T19" fmla="*/ 4 h 56"/>
                        <a:gd name="T20" fmla="*/ 67 w 100"/>
                        <a:gd name="T21" fmla="*/ 1 h 56"/>
                        <a:gd name="T22" fmla="*/ 72 w 100"/>
                        <a:gd name="T23" fmla="*/ 0 h 56"/>
                        <a:gd name="T24" fmla="*/ 77 w 100"/>
                        <a:gd name="T25" fmla="*/ 1 h 56"/>
                        <a:gd name="T26" fmla="*/ 78 w 100"/>
                        <a:gd name="T27" fmla="*/ 3 h 56"/>
                        <a:gd name="T28" fmla="*/ 88 w 100"/>
                        <a:gd name="T29" fmla="*/ 6 h 56"/>
                        <a:gd name="T30" fmla="*/ 92 w 100"/>
                        <a:gd name="T31" fmla="*/ 8 h 56"/>
                        <a:gd name="T32" fmla="*/ 94 w 100"/>
                        <a:gd name="T33" fmla="*/ 9 h 56"/>
                        <a:gd name="T34" fmla="*/ 96 w 100"/>
                        <a:gd name="T35" fmla="*/ 15 h 56"/>
                        <a:gd name="T36" fmla="*/ 97 w 100"/>
                        <a:gd name="T37" fmla="*/ 17 h 56"/>
                        <a:gd name="T38" fmla="*/ 98 w 100"/>
                        <a:gd name="T39" fmla="*/ 19 h 56"/>
                        <a:gd name="T40" fmla="*/ 99 w 100"/>
                        <a:gd name="T41" fmla="*/ 21 h 56"/>
                        <a:gd name="T42" fmla="*/ 99 w 100"/>
                        <a:gd name="T43" fmla="*/ 23 h 56"/>
                        <a:gd name="T44" fmla="*/ 97 w 100"/>
                        <a:gd name="T45" fmla="*/ 24 h 56"/>
                        <a:gd name="T46" fmla="*/ 93 w 100"/>
                        <a:gd name="T47" fmla="*/ 24 h 56"/>
                        <a:gd name="T48" fmla="*/ 86 w 100"/>
                        <a:gd name="T49" fmla="*/ 22 h 56"/>
                        <a:gd name="T50" fmla="*/ 78 w 100"/>
                        <a:gd name="T51" fmla="*/ 20 h 56"/>
                        <a:gd name="T52" fmla="*/ 71 w 100"/>
                        <a:gd name="T53" fmla="*/ 21 h 56"/>
                        <a:gd name="T54" fmla="*/ 78 w 100"/>
                        <a:gd name="T55" fmla="*/ 22 h 56"/>
                        <a:gd name="T56" fmla="*/ 84 w 100"/>
                        <a:gd name="T57" fmla="*/ 24 h 56"/>
                        <a:gd name="T58" fmla="*/ 90 w 100"/>
                        <a:gd name="T59" fmla="*/ 26 h 56"/>
                        <a:gd name="T60" fmla="*/ 92 w 100"/>
                        <a:gd name="T61" fmla="*/ 28 h 56"/>
                        <a:gd name="T62" fmla="*/ 92 w 100"/>
                        <a:gd name="T63" fmla="*/ 31 h 56"/>
                        <a:gd name="T64" fmla="*/ 89 w 100"/>
                        <a:gd name="T65" fmla="*/ 32 h 56"/>
                        <a:gd name="T66" fmla="*/ 87 w 100"/>
                        <a:gd name="T67" fmla="*/ 32 h 56"/>
                        <a:gd name="T68" fmla="*/ 77 w 100"/>
                        <a:gd name="T69" fmla="*/ 30 h 56"/>
                        <a:gd name="T70" fmla="*/ 70 w 100"/>
                        <a:gd name="T71" fmla="*/ 29 h 56"/>
                        <a:gd name="T72" fmla="*/ 64 w 100"/>
                        <a:gd name="T73" fmla="*/ 30 h 56"/>
                        <a:gd name="T74" fmla="*/ 60 w 100"/>
                        <a:gd name="T75" fmla="*/ 32 h 56"/>
                        <a:gd name="T76" fmla="*/ 56 w 100"/>
                        <a:gd name="T77" fmla="*/ 36 h 56"/>
                        <a:gd name="T78" fmla="*/ 53 w 100"/>
                        <a:gd name="T79" fmla="*/ 40 h 56"/>
                        <a:gd name="T80" fmla="*/ 50 w 100"/>
                        <a:gd name="T81" fmla="*/ 44 h 56"/>
                        <a:gd name="T82" fmla="*/ 47 w 100"/>
                        <a:gd name="T83" fmla="*/ 47 h 56"/>
                        <a:gd name="T84" fmla="*/ 42 w 100"/>
                        <a:gd name="T85" fmla="*/ 50 h 56"/>
                        <a:gd name="T86" fmla="*/ 38 w 100"/>
                        <a:gd name="T87" fmla="*/ 51 h 56"/>
                        <a:gd name="T88" fmla="*/ 33 w 100"/>
                        <a:gd name="T89" fmla="*/ 52 h 56"/>
                        <a:gd name="T90" fmla="*/ 27 w 100"/>
                        <a:gd name="T91" fmla="*/ 51 h 56"/>
                        <a:gd name="T92" fmla="*/ 22 w 100"/>
                        <a:gd name="T93" fmla="*/ 51 h 56"/>
                        <a:gd name="T94" fmla="*/ 16 w 100"/>
                        <a:gd name="T95" fmla="*/ 52 h 56"/>
                        <a:gd name="T96" fmla="*/ 0 w 100"/>
                        <a:gd name="T97" fmla="*/ 55 h 56"/>
                        <a:gd name="T98" fmla="*/ 0 w 100"/>
                        <a:gd name="T99" fmla="*/ 32 h 5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00"/>
                        <a:gd name="T151" fmla="*/ 0 h 56"/>
                        <a:gd name="T152" fmla="*/ 100 w 100"/>
                        <a:gd name="T153" fmla="*/ 56 h 5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00" h="56">
                          <a:moveTo>
                            <a:pt x="0" y="32"/>
                          </a:moveTo>
                          <a:lnTo>
                            <a:pt x="12" y="30"/>
                          </a:lnTo>
                          <a:lnTo>
                            <a:pt x="16" y="29"/>
                          </a:lnTo>
                          <a:lnTo>
                            <a:pt x="19" y="26"/>
                          </a:lnTo>
                          <a:lnTo>
                            <a:pt x="22" y="23"/>
                          </a:lnTo>
                          <a:lnTo>
                            <a:pt x="28" y="18"/>
                          </a:lnTo>
                          <a:lnTo>
                            <a:pt x="39" y="10"/>
                          </a:lnTo>
                          <a:lnTo>
                            <a:pt x="40" y="7"/>
                          </a:lnTo>
                          <a:lnTo>
                            <a:pt x="43" y="5"/>
                          </a:lnTo>
                          <a:lnTo>
                            <a:pt x="49" y="4"/>
                          </a:lnTo>
                          <a:lnTo>
                            <a:pt x="67" y="1"/>
                          </a:lnTo>
                          <a:lnTo>
                            <a:pt x="72" y="0"/>
                          </a:lnTo>
                          <a:lnTo>
                            <a:pt x="77" y="1"/>
                          </a:lnTo>
                          <a:lnTo>
                            <a:pt x="78" y="3"/>
                          </a:lnTo>
                          <a:lnTo>
                            <a:pt x="88" y="6"/>
                          </a:lnTo>
                          <a:lnTo>
                            <a:pt x="92" y="8"/>
                          </a:lnTo>
                          <a:lnTo>
                            <a:pt x="94" y="9"/>
                          </a:lnTo>
                          <a:lnTo>
                            <a:pt x="96" y="15"/>
                          </a:lnTo>
                          <a:lnTo>
                            <a:pt x="97" y="17"/>
                          </a:lnTo>
                          <a:lnTo>
                            <a:pt x="98" y="19"/>
                          </a:lnTo>
                          <a:lnTo>
                            <a:pt x="99" y="21"/>
                          </a:lnTo>
                          <a:lnTo>
                            <a:pt x="99" y="23"/>
                          </a:lnTo>
                          <a:lnTo>
                            <a:pt x="97" y="24"/>
                          </a:lnTo>
                          <a:lnTo>
                            <a:pt x="93" y="24"/>
                          </a:lnTo>
                          <a:lnTo>
                            <a:pt x="86" y="22"/>
                          </a:lnTo>
                          <a:lnTo>
                            <a:pt x="78" y="20"/>
                          </a:lnTo>
                          <a:lnTo>
                            <a:pt x="71" y="21"/>
                          </a:lnTo>
                          <a:lnTo>
                            <a:pt x="78" y="22"/>
                          </a:lnTo>
                          <a:lnTo>
                            <a:pt x="84" y="24"/>
                          </a:lnTo>
                          <a:lnTo>
                            <a:pt x="90" y="26"/>
                          </a:lnTo>
                          <a:lnTo>
                            <a:pt x="92" y="28"/>
                          </a:lnTo>
                          <a:lnTo>
                            <a:pt x="92" y="31"/>
                          </a:lnTo>
                          <a:lnTo>
                            <a:pt x="89" y="32"/>
                          </a:lnTo>
                          <a:lnTo>
                            <a:pt x="87" y="32"/>
                          </a:lnTo>
                          <a:lnTo>
                            <a:pt x="77" y="30"/>
                          </a:lnTo>
                          <a:lnTo>
                            <a:pt x="70" y="29"/>
                          </a:lnTo>
                          <a:lnTo>
                            <a:pt x="64" y="30"/>
                          </a:lnTo>
                          <a:lnTo>
                            <a:pt x="60" y="32"/>
                          </a:lnTo>
                          <a:lnTo>
                            <a:pt x="56" y="36"/>
                          </a:lnTo>
                          <a:lnTo>
                            <a:pt x="53" y="40"/>
                          </a:lnTo>
                          <a:lnTo>
                            <a:pt x="50" y="44"/>
                          </a:lnTo>
                          <a:lnTo>
                            <a:pt x="47" y="47"/>
                          </a:lnTo>
                          <a:lnTo>
                            <a:pt x="42" y="50"/>
                          </a:lnTo>
                          <a:lnTo>
                            <a:pt x="38" y="51"/>
                          </a:lnTo>
                          <a:lnTo>
                            <a:pt x="33" y="52"/>
                          </a:lnTo>
                          <a:lnTo>
                            <a:pt x="27" y="51"/>
                          </a:lnTo>
                          <a:lnTo>
                            <a:pt x="22" y="51"/>
                          </a:lnTo>
                          <a:lnTo>
                            <a:pt x="16" y="52"/>
                          </a:lnTo>
                          <a:lnTo>
                            <a:pt x="0" y="55"/>
                          </a:lnTo>
                          <a:lnTo>
                            <a:pt x="0" y="32"/>
                          </a:lnTo>
                        </a:path>
                      </a:pathLst>
                    </a:custGeom>
                    <a:solidFill>
                      <a:srgbClr val="FFC080"/>
                    </a:solidFill>
                    <a:ln w="12700" cap="rnd">
                      <a:noFill/>
                      <a:round/>
                      <a:headEnd/>
                      <a:tailEnd/>
                    </a:ln>
                  </p:spPr>
                  <p:txBody>
                    <a:bodyPr/>
                    <a:lstStyle/>
                    <a:p>
                      <a:pPr algn="ctr"/>
                      <a:endParaRPr lang="pt-BR" sz="2400"/>
                    </a:p>
                  </p:txBody>
                </p:sp>
                <p:sp>
                  <p:nvSpPr>
                    <p:cNvPr id="374" name="Freeform 319"/>
                    <p:cNvSpPr>
                      <a:spLocks/>
                    </p:cNvSpPr>
                    <p:nvPr/>
                  </p:nvSpPr>
                  <p:spPr bwMode="auto">
                    <a:xfrm>
                      <a:off x="3207" y="2428"/>
                      <a:ext cx="33" cy="8"/>
                    </a:xfrm>
                    <a:custGeom>
                      <a:avLst/>
                      <a:gdLst>
                        <a:gd name="T0" fmla="*/ 32 w 33"/>
                        <a:gd name="T1" fmla="*/ 7 h 8"/>
                        <a:gd name="T2" fmla="*/ 26 w 33"/>
                        <a:gd name="T3" fmla="*/ 4 h 8"/>
                        <a:gd name="T4" fmla="*/ 21 w 33"/>
                        <a:gd name="T5" fmla="*/ 4 h 8"/>
                        <a:gd name="T6" fmla="*/ 16 w 33"/>
                        <a:gd name="T7" fmla="*/ 2 h 8"/>
                        <a:gd name="T8" fmla="*/ 12 w 33"/>
                        <a:gd name="T9" fmla="*/ 1 h 8"/>
                        <a:gd name="T10" fmla="*/ 5 w 33"/>
                        <a:gd name="T11" fmla="*/ 2 h 8"/>
                        <a:gd name="T12" fmla="*/ 0 w 33"/>
                        <a:gd name="T13" fmla="*/ 2 h 8"/>
                        <a:gd name="T14" fmla="*/ 7 w 33"/>
                        <a:gd name="T15" fmla="*/ 1 h 8"/>
                        <a:gd name="T16" fmla="*/ 14 w 33"/>
                        <a:gd name="T17" fmla="*/ 0 h 8"/>
                        <a:gd name="T18" fmla="*/ 21 w 33"/>
                        <a:gd name="T19" fmla="*/ 3 h 8"/>
                        <a:gd name="T20" fmla="*/ 26 w 33"/>
                        <a:gd name="T21" fmla="*/ 3 h 8"/>
                        <a:gd name="T22" fmla="*/ 31 w 33"/>
                        <a:gd name="T23" fmla="*/ 6 h 8"/>
                        <a:gd name="T24" fmla="*/ 32 w 33"/>
                        <a:gd name="T25" fmla="*/ 7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8"/>
                        <a:gd name="T41" fmla="*/ 33 w 33"/>
                        <a:gd name="T42" fmla="*/ 8 h 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8">
                          <a:moveTo>
                            <a:pt x="32" y="7"/>
                          </a:moveTo>
                          <a:lnTo>
                            <a:pt x="26" y="4"/>
                          </a:lnTo>
                          <a:lnTo>
                            <a:pt x="21" y="4"/>
                          </a:lnTo>
                          <a:lnTo>
                            <a:pt x="16" y="2"/>
                          </a:lnTo>
                          <a:lnTo>
                            <a:pt x="12" y="1"/>
                          </a:lnTo>
                          <a:lnTo>
                            <a:pt x="5" y="2"/>
                          </a:lnTo>
                          <a:lnTo>
                            <a:pt x="0" y="2"/>
                          </a:lnTo>
                          <a:lnTo>
                            <a:pt x="7" y="1"/>
                          </a:lnTo>
                          <a:lnTo>
                            <a:pt x="14" y="0"/>
                          </a:lnTo>
                          <a:lnTo>
                            <a:pt x="21" y="3"/>
                          </a:lnTo>
                          <a:lnTo>
                            <a:pt x="26" y="3"/>
                          </a:lnTo>
                          <a:lnTo>
                            <a:pt x="31" y="6"/>
                          </a:lnTo>
                          <a:lnTo>
                            <a:pt x="32" y="7"/>
                          </a:lnTo>
                        </a:path>
                      </a:pathLst>
                    </a:custGeom>
                    <a:solidFill>
                      <a:srgbClr val="402000"/>
                    </a:solidFill>
                    <a:ln w="12700" cap="rnd">
                      <a:noFill/>
                      <a:round/>
                      <a:headEnd/>
                      <a:tailEnd/>
                    </a:ln>
                  </p:spPr>
                  <p:txBody>
                    <a:bodyPr/>
                    <a:lstStyle/>
                    <a:p>
                      <a:pPr algn="ctr"/>
                      <a:endParaRPr lang="pt-BR" sz="2400"/>
                    </a:p>
                  </p:txBody>
                </p:sp>
                <p:sp>
                  <p:nvSpPr>
                    <p:cNvPr id="375" name="Freeform 320"/>
                    <p:cNvSpPr>
                      <a:spLocks/>
                    </p:cNvSpPr>
                    <p:nvPr/>
                  </p:nvSpPr>
                  <p:spPr bwMode="auto">
                    <a:xfrm>
                      <a:off x="3194" y="2420"/>
                      <a:ext cx="29" cy="6"/>
                    </a:xfrm>
                    <a:custGeom>
                      <a:avLst/>
                      <a:gdLst>
                        <a:gd name="T0" fmla="*/ 20 w 29"/>
                        <a:gd name="T1" fmla="*/ 0 h 6"/>
                        <a:gd name="T2" fmla="*/ 24 w 29"/>
                        <a:gd name="T3" fmla="*/ 0 h 6"/>
                        <a:gd name="T4" fmla="*/ 28 w 29"/>
                        <a:gd name="T5" fmla="*/ 2 h 6"/>
                        <a:gd name="T6" fmla="*/ 25 w 29"/>
                        <a:gd name="T7" fmla="*/ 1 h 6"/>
                        <a:gd name="T8" fmla="*/ 21 w 29"/>
                        <a:gd name="T9" fmla="*/ 1 h 6"/>
                        <a:gd name="T10" fmla="*/ 12 w 29"/>
                        <a:gd name="T11" fmla="*/ 3 h 6"/>
                        <a:gd name="T12" fmla="*/ 7 w 29"/>
                        <a:gd name="T13" fmla="*/ 4 h 6"/>
                        <a:gd name="T14" fmla="*/ 1 w 29"/>
                        <a:gd name="T15" fmla="*/ 5 h 6"/>
                        <a:gd name="T16" fmla="*/ 0 w 29"/>
                        <a:gd name="T17" fmla="*/ 4 h 6"/>
                        <a:gd name="T18" fmla="*/ 6 w 29"/>
                        <a:gd name="T19" fmla="*/ 3 h 6"/>
                        <a:gd name="T20" fmla="*/ 13 w 29"/>
                        <a:gd name="T21" fmla="*/ 2 h 6"/>
                        <a:gd name="T22" fmla="*/ 20 w 29"/>
                        <a:gd name="T23" fmla="*/ 0 h 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
                        <a:gd name="T37" fmla="*/ 0 h 6"/>
                        <a:gd name="T38" fmla="*/ 29 w 29"/>
                        <a:gd name="T39" fmla="*/ 6 h 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 h="6">
                          <a:moveTo>
                            <a:pt x="20" y="0"/>
                          </a:moveTo>
                          <a:lnTo>
                            <a:pt x="24" y="0"/>
                          </a:lnTo>
                          <a:lnTo>
                            <a:pt x="28" y="2"/>
                          </a:lnTo>
                          <a:lnTo>
                            <a:pt x="25" y="1"/>
                          </a:lnTo>
                          <a:lnTo>
                            <a:pt x="21" y="1"/>
                          </a:lnTo>
                          <a:lnTo>
                            <a:pt x="12" y="3"/>
                          </a:lnTo>
                          <a:lnTo>
                            <a:pt x="7" y="4"/>
                          </a:lnTo>
                          <a:lnTo>
                            <a:pt x="1" y="5"/>
                          </a:lnTo>
                          <a:lnTo>
                            <a:pt x="0" y="4"/>
                          </a:lnTo>
                          <a:lnTo>
                            <a:pt x="6" y="3"/>
                          </a:lnTo>
                          <a:lnTo>
                            <a:pt x="13" y="2"/>
                          </a:lnTo>
                          <a:lnTo>
                            <a:pt x="20" y="0"/>
                          </a:lnTo>
                        </a:path>
                      </a:pathLst>
                    </a:custGeom>
                    <a:solidFill>
                      <a:srgbClr val="402000"/>
                    </a:solidFill>
                    <a:ln w="12700" cap="rnd">
                      <a:noFill/>
                      <a:round/>
                      <a:headEnd/>
                      <a:tailEnd/>
                    </a:ln>
                  </p:spPr>
                  <p:txBody>
                    <a:bodyPr/>
                    <a:lstStyle/>
                    <a:p>
                      <a:pPr algn="ctr"/>
                      <a:endParaRPr lang="pt-BR" sz="2400"/>
                    </a:p>
                  </p:txBody>
                </p:sp>
                <p:sp>
                  <p:nvSpPr>
                    <p:cNvPr id="376" name="Freeform 321"/>
                    <p:cNvSpPr>
                      <a:spLocks/>
                    </p:cNvSpPr>
                    <p:nvPr/>
                  </p:nvSpPr>
                  <p:spPr bwMode="auto">
                    <a:xfrm>
                      <a:off x="3205" y="2438"/>
                      <a:ext cx="13" cy="3"/>
                    </a:xfrm>
                    <a:custGeom>
                      <a:avLst/>
                      <a:gdLst>
                        <a:gd name="T0" fmla="*/ 12 w 13"/>
                        <a:gd name="T1" fmla="*/ 1 h 3"/>
                        <a:gd name="T2" fmla="*/ 10 w 13"/>
                        <a:gd name="T3" fmla="*/ 2 h 3"/>
                        <a:gd name="T4" fmla="*/ 6 w 13"/>
                        <a:gd name="T5" fmla="*/ 1 h 3"/>
                        <a:gd name="T6" fmla="*/ 2 w 13"/>
                        <a:gd name="T7" fmla="*/ 1 h 3"/>
                        <a:gd name="T8" fmla="*/ 0 w 13"/>
                        <a:gd name="T9" fmla="*/ 0 h 3"/>
                        <a:gd name="T10" fmla="*/ 4 w 13"/>
                        <a:gd name="T11" fmla="*/ 0 h 3"/>
                        <a:gd name="T12" fmla="*/ 12 w 13"/>
                        <a:gd name="T13" fmla="*/ 1 h 3"/>
                        <a:gd name="T14" fmla="*/ 0 60000 65536"/>
                        <a:gd name="T15" fmla="*/ 0 60000 65536"/>
                        <a:gd name="T16" fmla="*/ 0 60000 65536"/>
                        <a:gd name="T17" fmla="*/ 0 60000 65536"/>
                        <a:gd name="T18" fmla="*/ 0 60000 65536"/>
                        <a:gd name="T19" fmla="*/ 0 60000 65536"/>
                        <a:gd name="T20" fmla="*/ 0 60000 65536"/>
                        <a:gd name="T21" fmla="*/ 0 w 13"/>
                        <a:gd name="T22" fmla="*/ 0 h 3"/>
                        <a:gd name="T23" fmla="*/ 13 w 13"/>
                        <a:gd name="T24" fmla="*/ 3 h 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 h="3">
                          <a:moveTo>
                            <a:pt x="12" y="1"/>
                          </a:moveTo>
                          <a:lnTo>
                            <a:pt x="10" y="2"/>
                          </a:lnTo>
                          <a:lnTo>
                            <a:pt x="6" y="1"/>
                          </a:lnTo>
                          <a:lnTo>
                            <a:pt x="2" y="1"/>
                          </a:lnTo>
                          <a:lnTo>
                            <a:pt x="0" y="0"/>
                          </a:lnTo>
                          <a:lnTo>
                            <a:pt x="4" y="0"/>
                          </a:lnTo>
                          <a:lnTo>
                            <a:pt x="12" y="1"/>
                          </a:lnTo>
                        </a:path>
                      </a:pathLst>
                    </a:custGeom>
                    <a:solidFill>
                      <a:srgbClr val="402000"/>
                    </a:solidFill>
                    <a:ln w="12700" cap="rnd">
                      <a:noFill/>
                      <a:round/>
                      <a:headEnd/>
                      <a:tailEnd/>
                    </a:ln>
                  </p:spPr>
                  <p:txBody>
                    <a:bodyPr/>
                    <a:lstStyle/>
                    <a:p>
                      <a:pPr algn="ctr"/>
                      <a:endParaRPr lang="pt-BR" sz="2400"/>
                    </a:p>
                  </p:txBody>
                </p:sp>
                <p:sp>
                  <p:nvSpPr>
                    <p:cNvPr id="377" name="Freeform 322"/>
                    <p:cNvSpPr>
                      <a:spLocks/>
                    </p:cNvSpPr>
                    <p:nvPr/>
                  </p:nvSpPr>
                  <p:spPr bwMode="auto">
                    <a:xfrm>
                      <a:off x="3236" y="2436"/>
                      <a:ext cx="4" cy="5"/>
                    </a:xfrm>
                    <a:custGeom>
                      <a:avLst/>
                      <a:gdLst>
                        <a:gd name="T0" fmla="*/ 0 w 4"/>
                        <a:gd name="T1" fmla="*/ 0 h 5"/>
                        <a:gd name="T2" fmla="*/ 0 w 4"/>
                        <a:gd name="T3" fmla="*/ 1 h 5"/>
                        <a:gd name="T4" fmla="*/ 1 w 4"/>
                        <a:gd name="T5" fmla="*/ 3 h 5"/>
                        <a:gd name="T6" fmla="*/ 3 w 4"/>
                        <a:gd name="T7" fmla="*/ 4 h 5"/>
                        <a:gd name="T8" fmla="*/ 0 w 4"/>
                        <a:gd name="T9" fmla="*/ 0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0" y="0"/>
                          </a:moveTo>
                          <a:lnTo>
                            <a:pt x="0" y="1"/>
                          </a:lnTo>
                          <a:lnTo>
                            <a:pt x="1" y="3"/>
                          </a:lnTo>
                          <a:lnTo>
                            <a:pt x="3" y="4"/>
                          </a:lnTo>
                          <a:lnTo>
                            <a:pt x="0" y="0"/>
                          </a:lnTo>
                        </a:path>
                      </a:pathLst>
                    </a:custGeom>
                    <a:solidFill>
                      <a:srgbClr val="402000"/>
                    </a:solidFill>
                    <a:ln w="12700" cap="rnd">
                      <a:noFill/>
                      <a:round/>
                      <a:headEnd/>
                      <a:tailEnd/>
                    </a:ln>
                  </p:spPr>
                  <p:txBody>
                    <a:bodyPr/>
                    <a:lstStyle/>
                    <a:p>
                      <a:pPr algn="ctr"/>
                      <a:endParaRPr lang="pt-BR" sz="2400"/>
                    </a:p>
                  </p:txBody>
                </p:sp>
                <p:sp>
                  <p:nvSpPr>
                    <p:cNvPr id="378" name="Freeform 323"/>
                    <p:cNvSpPr>
                      <a:spLocks/>
                    </p:cNvSpPr>
                    <p:nvPr/>
                  </p:nvSpPr>
                  <p:spPr bwMode="auto">
                    <a:xfrm>
                      <a:off x="3230" y="2446"/>
                      <a:ext cx="2" cy="4"/>
                    </a:xfrm>
                    <a:custGeom>
                      <a:avLst/>
                      <a:gdLst>
                        <a:gd name="T0" fmla="*/ 0 w 2"/>
                        <a:gd name="T1" fmla="*/ 0 h 4"/>
                        <a:gd name="T2" fmla="*/ 0 w 2"/>
                        <a:gd name="T3" fmla="*/ 2 h 4"/>
                        <a:gd name="T4" fmla="*/ 1 w 2"/>
                        <a:gd name="T5" fmla="*/ 3 h 4"/>
                        <a:gd name="T6" fmla="*/ 0 w 2"/>
                        <a:gd name="T7" fmla="*/ 0 h 4"/>
                        <a:gd name="T8" fmla="*/ 0 60000 65536"/>
                        <a:gd name="T9" fmla="*/ 0 60000 65536"/>
                        <a:gd name="T10" fmla="*/ 0 60000 65536"/>
                        <a:gd name="T11" fmla="*/ 0 60000 65536"/>
                        <a:gd name="T12" fmla="*/ 0 w 2"/>
                        <a:gd name="T13" fmla="*/ 0 h 4"/>
                        <a:gd name="T14" fmla="*/ 2 w 2"/>
                        <a:gd name="T15" fmla="*/ 4 h 4"/>
                      </a:gdLst>
                      <a:ahLst/>
                      <a:cxnLst>
                        <a:cxn ang="T8">
                          <a:pos x="T0" y="T1"/>
                        </a:cxn>
                        <a:cxn ang="T9">
                          <a:pos x="T2" y="T3"/>
                        </a:cxn>
                        <a:cxn ang="T10">
                          <a:pos x="T4" y="T5"/>
                        </a:cxn>
                        <a:cxn ang="T11">
                          <a:pos x="T6" y="T7"/>
                        </a:cxn>
                      </a:cxnLst>
                      <a:rect l="T12" t="T13" r="T14" b="T15"/>
                      <a:pathLst>
                        <a:path w="2" h="4">
                          <a:moveTo>
                            <a:pt x="0" y="0"/>
                          </a:moveTo>
                          <a:lnTo>
                            <a:pt x="0" y="2"/>
                          </a:lnTo>
                          <a:lnTo>
                            <a:pt x="1" y="3"/>
                          </a:lnTo>
                          <a:lnTo>
                            <a:pt x="0" y="0"/>
                          </a:lnTo>
                        </a:path>
                      </a:pathLst>
                    </a:custGeom>
                    <a:solidFill>
                      <a:srgbClr val="402000"/>
                    </a:solidFill>
                    <a:ln w="12700" cap="rnd">
                      <a:noFill/>
                      <a:round/>
                      <a:headEnd/>
                      <a:tailEnd/>
                    </a:ln>
                  </p:spPr>
                  <p:txBody>
                    <a:bodyPr/>
                    <a:lstStyle/>
                    <a:p>
                      <a:pPr algn="ctr"/>
                      <a:endParaRPr lang="pt-BR" sz="2400"/>
                    </a:p>
                  </p:txBody>
                </p:sp>
                <p:sp>
                  <p:nvSpPr>
                    <p:cNvPr id="379" name="Freeform 324"/>
                    <p:cNvSpPr>
                      <a:spLocks/>
                    </p:cNvSpPr>
                    <p:nvPr/>
                  </p:nvSpPr>
                  <p:spPr bwMode="auto">
                    <a:xfrm>
                      <a:off x="3191" y="2431"/>
                      <a:ext cx="5" cy="7"/>
                    </a:xfrm>
                    <a:custGeom>
                      <a:avLst/>
                      <a:gdLst>
                        <a:gd name="T0" fmla="*/ 4 w 5"/>
                        <a:gd name="T1" fmla="*/ 0 h 7"/>
                        <a:gd name="T2" fmla="*/ 3 w 5"/>
                        <a:gd name="T3" fmla="*/ 2 h 7"/>
                        <a:gd name="T4" fmla="*/ 3 w 5"/>
                        <a:gd name="T5" fmla="*/ 4 h 7"/>
                        <a:gd name="T6" fmla="*/ 0 w 5"/>
                        <a:gd name="T7" fmla="*/ 6 h 7"/>
                        <a:gd name="T8" fmla="*/ 4 w 5"/>
                        <a:gd name="T9" fmla="*/ 0 h 7"/>
                        <a:gd name="T10" fmla="*/ 0 60000 65536"/>
                        <a:gd name="T11" fmla="*/ 0 60000 65536"/>
                        <a:gd name="T12" fmla="*/ 0 60000 65536"/>
                        <a:gd name="T13" fmla="*/ 0 60000 65536"/>
                        <a:gd name="T14" fmla="*/ 0 60000 65536"/>
                        <a:gd name="T15" fmla="*/ 0 w 5"/>
                        <a:gd name="T16" fmla="*/ 0 h 7"/>
                        <a:gd name="T17" fmla="*/ 5 w 5"/>
                        <a:gd name="T18" fmla="*/ 7 h 7"/>
                      </a:gdLst>
                      <a:ahLst/>
                      <a:cxnLst>
                        <a:cxn ang="T10">
                          <a:pos x="T0" y="T1"/>
                        </a:cxn>
                        <a:cxn ang="T11">
                          <a:pos x="T2" y="T3"/>
                        </a:cxn>
                        <a:cxn ang="T12">
                          <a:pos x="T4" y="T5"/>
                        </a:cxn>
                        <a:cxn ang="T13">
                          <a:pos x="T6" y="T7"/>
                        </a:cxn>
                        <a:cxn ang="T14">
                          <a:pos x="T8" y="T9"/>
                        </a:cxn>
                      </a:cxnLst>
                      <a:rect l="T15" t="T16" r="T17" b="T18"/>
                      <a:pathLst>
                        <a:path w="5" h="7">
                          <a:moveTo>
                            <a:pt x="4" y="0"/>
                          </a:moveTo>
                          <a:lnTo>
                            <a:pt x="3" y="2"/>
                          </a:lnTo>
                          <a:lnTo>
                            <a:pt x="3" y="4"/>
                          </a:lnTo>
                          <a:lnTo>
                            <a:pt x="0" y="6"/>
                          </a:lnTo>
                          <a:lnTo>
                            <a:pt x="4" y="0"/>
                          </a:lnTo>
                        </a:path>
                      </a:pathLst>
                    </a:custGeom>
                    <a:solidFill>
                      <a:srgbClr val="402000"/>
                    </a:solidFill>
                    <a:ln w="12700" cap="rnd">
                      <a:noFill/>
                      <a:round/>
                      <a:headEnd/>
                      <a:tailEnd/>
                    </a:ln>
                  </p:spPr>
                  <p:txBody>
                    <a:bodyPr/>
                    <a:lstStyle/>
                    <a:p>
                      <a:pPr algn="ctr"/>
                      <a:endParaRPr lang="pt-BR" sz="2400"/>
                    </a:p>
                  </p:txBody>
                </p:sp>
                <p:sp>
                  <p:nvSpPr>
                    <p:cNvPr id="380" name="Freeform 325"/>
                    <p:cNvSpPr>
                      <a:spLocks/>
                    </p:cNvSpPr>
                    <p:nvPr/>
                  </p:nvSpPr>
                  <p:spPr bwMode="auto">
                    <a:xfrm>
                      <a:off x="3170" y="2431"/>
                      <a:ext cx="18" cy="17"/>
                    </a:xfrm>
                    <a:custGeom>
                      <a:avLst/>
                      <a:gdLst>
                        <a:gd name="T0" fmla="*/ 17 w 18"/>
                        <a:gd name="T1" fmla="*/ 0 h 17"/>
                        <a:gd name="T2" fmla="*/ 14 w 18"/>
                        <a:gd name="T3" fmla="*/ 5 h 17"/>
                        <a:gd name="T4" fmla="*/ 11 w 18"/>
                        <a:gd name="T5" fmla="*/ 9 h 17"/>
                        <a:gd name="T6" fmla="*/ 0 w 18"/>
                        <a:gd name="T7" fmla="*/ 16 h 17"/>
                        <a:gd name="T8" fmla="*/ 10 w 18"/>
                        <a:gd name="T9" fmla="*/ 7 h 17"/>
                        <a:gd name="T10" fmla="*/ 17 w 18"/>
                        <a:gd name="T11" fmla="*/ 0 h 17"/>
                        <a:gd name="T12" fmla="*/ 0 60000 65536"/>
                        <a:gd name="T13" fmla="*/ 0 60000 65536"/>
                        <a:gd name="T14" fmla="*/ 0 60000 65536"/>
                        <a:gd name="T15" fmla="*/ 0 60000 65536"/>
                        <a:gd name="T16" fmla="*/ 0 60000 65536"/>
                        <a:gd name="T17" fmla="*/ 0 60000 65536"/>
                        <a:gd name="T18" fmla="*/ 0 w 18"/>
                        <a:gd name="T19" fmla="*/ 0 h 17"/>
                        <a:gd name="T20" fmla="*/ 18 w 18"/>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8" h="17">
                          <a:moveTo>
                            <a:pt x="17" y="0"/>
                          </a:moveTo>
                          <a:lnTo>
                            <a:pt x="14" y="5"/>
                          </a:lnTo>
                          <a:lnTo>
                            <a:pt x="11" y="9"/>
                          </a:lnTo>
                          <a:lnTo>
                            <a:pt x="0" y="16"/>
                          </a:lnTo>
                          <a:lnTo>
                            <a:pt x="10" y="7"/>
                          </a:lnTo>
                          <a:lnTo>
                            <a:pt x="17" y="0"/>
                          </a:lnTo>
                        </a:path>
                      </a:pathLst>
                    </a:custGeom>
                    <a:solidFill>
                      <a:srgbClr val="402000"/>
                    </a:solidFill>
                    <a:ln w="12700" cap="rnd">
                      <a:noFill/>
                      <a:round/>
                      <a:headEnd/>
                      <a:tailEnd/>
                    </a:ln>
                  </p:spPr>
                  <p:txBody>
                    <a:bodyPr/>
                    <a:lstStyle/>
                    <a:p>
                      <a:pPr algn="ctr"/>
                      <a:endParaRPr lang="pt-BR" sz="2400"/>
                    </a:p>
                  </p:txBody>
                </p:sp>
                <p:sp>
                  <p:nvSpPr>
                    <p:cNvPr id="381" name="Freeform 326"/>
                    <p:cNvSpPr>
                      <a:spLocks/>
                    </p:cNvSpPr>
                    <p:nvPr/>
                  </p:nvSpPr>
                  <p:spPr bwMode="auto">
                    <a:xfrm>
                      <a:off x="3162" y="2452"/>
                      <a:ext cx="5" cy="12"/>
                    </a:xfrm>
                    <a:custGeom>
                      <a:avLst/>
                      <a:gdLst>
                        <a:gd name="T0" fmla="*/ 0 w 5"/>
                        <a:gd name="T1" fmla="*/ 0 h 12"/>
                        <a:gd name="T2" fmla="*/ 2 w 5"/>
                        <a:gd name="T3" fmla="*/ 4 h 12"/>
                        <a:gd name="T4" fmla="*/ 3 w 5"/>
                        <a:gd name="T5" fmla="*/ 7 h 12"/>
                        <a:gd name="T6" fmla="*/ 3 w 5"/>
                        <a:gd name="T7" fmla="*/ 11 h 12"/>
                        <a:gd name="T8" fmla="*/ 4 w 5"/>
                        <a:gd name="T9" fmla="*/ 6 h 12"/>
                        <a:gd name="T10" fmla="*/ 3 w 5"/>
                        <a:gd name="T11" fmla="*/ 2 h 12"/>
                        <a:gd name="T12" fmla="*/ 0 w 5"/>
                        <a:gd name="T13" fmla="*/ 0 h 12"/>
                        <a:gd name="T14" fmla="*/ 0 60000 65536"/>
                        <a:gd name="T15" fmla="*/ 0 60000 65536"/>
                        <a:gd name="T16" fmla="*/ 0 60000 65536"/>
                        <a:gd name="T17" fmla="*/ 0 60000 65536"/>
                        <a:gd name="T18" fmla="*/ 0 60000 65536"/>
                        <a:gd name="T19" fmla="*/ 0 60000 65536"/>
                        <a:gd name="T20" fmla="*/ 0 60000 65536"/>
                        <a:gd name="T21" fmla="*/ 0 w 5"/>
                        <a:gd name="T22" fmla="*/ 0 h 12"/>
                        <a:gd name="T23" fmla="*/ 5 w 5"/>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 h="12">
                          <a:moveTo>
                            <a:pt x="0" y="0"/>
                          </a:moveTo>
                          <a:lnTo>
                            <a:pt x="2" y="4"/>
                          </a:lnTo>
                          <a:lnTo>
                            <a:pt x="3" y="7"/>
                          </a:lnTo>
                          <a:lnTo>
                            <a:pt x="3" y="11"/>
                          </a:lnTo>
                          <a:lnTo>
                            <a:pt x="4" y="6"/>
                          </a:lnTo>
                          <a:lnTo>
                            <a:pt x="3" y="2"/>
                          </a:lnTo>
                          <a:lnTo>
                            <a:pt x="0" y="0"/>
                          </a:lnTo>
                        </a:path>
                      </a:pathLst>
                    </a:custGeom>
                    <a:solidFill>
                      <a:srgbClr val="402000"/>
                    </a:solidFill>
                    <a:ln w="12700" cap="rnd">
                      <a:noFill/>
                      <a:round/>
                      <a:headEnd/>
                      <a:tailEnd/>
                    </a:ln>
                  </p:spPr>
                  <p:txBody>
                    <a:bodyPr/>
                    <a:lstStyle/>
                    <a:p>
                      <a:pPr algn="ctr"/>
                      <a:endParaRPr lang="pt-BR" sz="2400"/>
                    </a:p>
                  </p:txBody>
                </p:sp>
                <p:sp>
                  <p:nvSpPr>
                    <p:cNvPr id="382" name="Freeform 327"/>
                    <p:cNvSpPr>
                      <a:spLocks/>
                    </p:cNvSpPr>
                    <p:nvPr/>
                  </p:nvSpPr>
                  <p:spPr bwMode="auto">
                    <a:xfrm>
                      <a:off x="3199" y="2442"/>
                      <a:ext cx="4" cy="5"/>
                    </a:xfrm>
                    <a:custGeom>
                      <a:avLst/>
                      <a:gdLst>
                        <a:gd name="T0" fmla="*/ 1 w 4"/>
                        <a:gd name="T1" fmla="*/ 0 h 5"/>
                        <a:gd name="T2" fmla="*/ 0 w 4"/>
                        <a:gd name="T3" fmla="*/ 1 h 5"/>
                        <a:gd name="T4" fmla="*/ 3 w 4"/>
                        <a:gd name="T5" fmla="*/ 4 h 5"/>
                        <a:gd name="T6" fmla="*/ 1 w 4"/>
                        <a:gd name="T7" fmla="*/ 0 h 5"/>
                        <a:gd name="T8" fmla="*/ 0 60000 65536"/>
                        <a:gd name="T9" fmla="*/ 0 60000 65536"/>
                        <a:gd name="T10" fmla="*/ 0 60000 65536"/>
                        <a:gd name="T11" fmla="*/ 0 60000 65536"/>
                        <a:gd name="T12" fmla="*/ 0 w 4"/>
                        <a:gd name="T13" fmla="*/ 0 h 5"/>
                        <a:gd name="T14" fmla="*/ 4 w 4"/>
                        <a:gd name="T15" fmla="*/ 5 h 5"/>
                      </a:gdLst>
                      <a:ahLst/>
                      <a:cxnLst>
                        <a:cxn ang="T8">
                          <a:pos x="T0" y="T1"/>
                        </a:cxn>
                        <a:cxn ang="T9">
                          <a:pos x="T2" y="T3"/>
                        </a:cxn>
                        <a:cxn ang="T10">
                          <a:pos x="T4" y="T5"/>
                        </a:cxn>
                        <a:cxn ang="T11">
                          <a:pos x="T6" y="T7"/>
                        </a:cxn>
                      </a:cxnLst>
                      <a:rect l="T12" t="T13" r="T14" b="T15"/>
                      <a:pathLst>
                        <a:path w="4" h="5">
                          <a:moveTo>
                            <a:pt x="1" y="0"/>
                          </a:moveTo>
                          <a:lnTo>
                            <a:pt x="0" y="1"/>
                          </a:lnTo>
                          <a:lnTo>
                            <a:pt x="3" y="4"/>
                          </a:lnTo>
                          <a:lnTo>
                            <a:pt x="1" y="0"/>
                          </a:lnTo>
                        </a:path>
                      </a:pathLst>
                    </a:custGeom>
                    <a:solidFill>
                      <a:srgbClr val="402000"/>
                    </a:solidFill>
                    <a:ln w="12700" cap="rnd">
                      <a:noFill/>
                      <a:round/>
                      <a:headEnd/>
                      <a:tailEnd/>
                    </a:ln>
                  </p:spPr>
                  <p:txBody>
                    <a:bodyPr/>
                    <a:lstStyle/>
                    <a:p>
                      <a:pPr algn="ctr"/>
                      <a:endParaRPr lang="pt-BR" sz="2400"/>
                    </a:p>
                  </p:txBody>
                </p:sp>
              </p:grpSp>
              <p:grpSp>
                <p:nvGrpSpPr>
                  <p:cNvPr id="358" name="Group 328"/>
                  <p:cNvGrpSpPr>
                    <a:grpSpLocks/>
                  </p:cNvGrpSpPr>
                  <p:nvPr/>
                </p:nvGrpSpPr>
                <p:grpSpPr bwMode="auto">
                  <a:xfrm>
                    <a:off x="2929" y="2297"/>
                    <a:ext cx="230" cy="238"/>
                    <a:chOff x="2929" y="2297"/>
                    <a:chExt cx="230" cy="238"/>
                  </a:xfrm>
                </p:grpSpPr>
                <p:sp>
                  <p:nvSpPr>
                    <p:cNvPr id="359" name="Freeform 329"/>
                    <p:cNvSpPr>
                      <a:spLocks/>
                    </p:cNvSpPr>
                    <p:nvPr/>
                  </p:nvSpPr>
                  <p:spPr bwMode="auto">
                    <a:xfrm>
                      <a:off x="3052" y="2297"/>
                      <a:ext cx="9" cy="5"/>
                    </a:xfrm>
                    <a:custGeom>
                      <a:avLst/>
                      <a:gdLst>
                        <a:gd name="T0" fmla="*/ 8 w 9"/>
                        <a:gd name="T1" fmla="*/ 0 h 5"/>
                        <a:gd name="T2" fmla="*/ 6 w 9"/>
                        <a:gd name="T3" fmla="*/ 2 h 5"/>
                        <a:gd name="T4" fmla="*/ 4 w 9"/>
                        <a:gd name="T5" fmla="*/ 2 h 5"/>
                        <a:gd name="T6" fmla="*/ 1 w 9"/>
                        <a:gd name="T7" fmla="*/ 3 h 5"/>
                        <a:gd name="T8" fmla="*/ 0 w 9"/>
                        <a:gd name="T9" fmla="*/ 4 h 5"/>
                        <a:gd name="T10" fmla="*/ 2 w 9"/>
                        <a:gd name="T11" fmla="*/ 4 h 5"/>
                        <a:gd name="T12" fmla="*/ 6 w 9"/>
                        <a:gd name="T13" fmla="*/ 3 h 5"/>
                        <a:gd name="T14" fmla="*/ 8 w 9"/>
                        <a:gd name="T15" fmla="*/ 0 h 5"/>
                        <a:gd name="T16" fmla="*/ 0 60000 65536"/>
                        <a:gd name="T17" fmla="*/ 0 60000 65536"/>
                        <a:gd name="T18" fmla="*/ 0 60000 65536"/>
                        <a:gd name="T19" fmla="*/ 0 60000 65536"/>
                        <a:gd name="T20" fmla="*/ 0 60000 65536"/>
                        <a:gd name="T21" fmla="*/ 0 60000 65536"/>
                        <a:gd name="T22" fmla="*/ 0 60000 65536"/>
                        <a:gd name="T23" fmla="*/ 0 60000 65536"/>
                        <a:gd name="T24" fmla="*/ 0 w 9"/>
                        <a:gd name="T25" fmla="*/ 0 h 5"/>
                        <a:gd name="T26" fmla="*/ 9 w 9"/>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 h="5">
                          <a:moveTo>
                            <a:pt x="8" y="0"/>
                          </a:moveTo>
                          <a:lnTo>
                            <a:pt x="6" y="2"/>
                          </a:lnTo>
                          <a:lnTo>
                            <a:pt x="4" y="2"/>
                          </a:lnTo>
                          <a:lnTo>
                            <a:pt x="1" y="3"/>
                          </a:lnTo>
                          <a:lnTo>
                            <a:pt x="0" y="4"/>
                          </a:lnTo>
                          <a:lnTo>
                            <a:pt x="2" y="4"/>
                          </a:lnTo>
                          <a:lnTo>
                            <a:pt x="6" y="3"/>
                          </a:lnTo>
                          <a:lnTo>
                            <a:pt x="8" y="0"/>
                          </a:lnTo>
                        </a:path>
                      </a:pathLst>
                    </a:custGeom>
                    <a:solidFill>
                      <a:srgbClr val="402000"/>
                    </a:solidFill>
                    <a:ln w="12700" cap="rnd">
                      <a:noFill/>
                      <a:round/>
                      <a:headEnd/>
                      <a:tailEnd/>
                    </a:ln>
                  </p:spPr>
                  <p:txBody>
                    <a:bodyPr/>
                    <a:lstStyle/>
                    <a:p>
                      <a:pPr algn="ctr"/>
                      <a:endParaRPr lang="pt-BR" sz="2400"/>
                    </a:p>
                  </p:txBody>
                </p:sp>
                <p:sp>
                  <p:nvSpPr>
                    <p:cNvPr id="360" name="Freeform 330"/>
                    <p:cNvSpPr>
                      <a:spLocks/>
                    </p:cNvSpPr>
                    <p:nvPr/>
                  </p:nvSpPr>
                  <p:spPr bwMode="auto">
                    <a:xfrm>
                      <a:off x="3056" y="2304"/>
                      <a:ext cx="3" cy="5"/>
                    </a:xfrm>
                    <a:custGeom>
                      <a:avLst/>
                      <a:gdLst>
                        <a:gd name="T0" fmla="*/ 2 w 3"/>
                        <a:gd name="T1" fmla="*/ 0 h 5"/>
                        <a:gd name="T2" fmla="*/ 0 w 3"/>
                        <a:gd name="T3" fmla="*/ 0 h 5"/>
                        <a:gd name="T4" fmla="*/ 0 w 3"/>
                        <a:gd name="T5" fmla="*/ 4 h 5"/>
                        <a:gd name="T6" fmla="*/ 2 w 3"/>
                        <a:gd name="T7" fmla="*/ 0 h 5"/>
                        <a:gd name="T8" fmla="*/ 0 60000 65536"/>
                        <a:gd name="T9" fmla="*/ 0 60000 65536"/>
                        <a:gd name="T10" fmla="*/ 0 60000 65536"/>
                        <a:gd name="T11" fmla="*/ 0 60000 65536"/>
                        <a:gd name="T12" fmla="*/ 0 w 3"/>
                        <a:gd name="T13" fmla="*/ 0 h 5"/>
                        <a:gd name="T14" fmla="*/ 3 w 3"/>
                        <a:gd name="T15" fmla="*/ 5 h 5"/>
                      </a:gdLst>
                      <a:ahLst/>
                      <a:cxnLst>
                        <a:cxn ang="T8">
                          <a:pos x="T0" y="T1"/>
                        </a:cxn>
                        <a:cxn ang="T9">
                          <a:pos x="T2" y="T3"/>
                        </a:cxn>
                        <a:cxn ang="T10">
                          <a:pos x="T4" y="T5"/>
                        </a:cxn>
                        <a:cxn ang="T11">
                          <a:pos x="T6" y="T7"/>
                        </a:cxn>
                      </a:cxnLst>
                      <a:rect l="T12" t="T13" r="T14" b="T15"/>
                      <a:pathLst>
                        <a:path w="3" h="5">
                          <a:moveTo>
                            <a:pt x="2" y="0"/>
                          </a:moveTo>
                          <a:lnTo>
                            <a:pt x="0" y="0"/>
                          </a:lnTo>
                          <a:lnTo>
                            <a:pt x="0" y="4"/>
                          </a:lnTo>
                          <a:lnTo>
                            <a:pt x="2" y="0"/>
                          </a:lnTo>
                        </a:path>
                      </a:pathLst>
                    </a:custGeom>
                    <a:solidFill>
                      <a:srgbClr val="402000"/>
                    </a:solidFill>
                    <a:ln w="12700" cap="rnd">
                      <a:noFill/>
                      <a:round/>
                      <a:headEnd/>
                      <a:tailEnd/>
                    </a:ln>
                  </p:spPr>
                  <p:txBody>
                    <a:bodyPr/>
                    <a:lstStyle/>
                    <a:p>
                      <a:pPr algn="ctr"/>
                      <a:endParaRPr lang="pt-BR" sz="2400"/>
                    </a:p>
                  </p:txBody>
                </p:sp>
                <p:sp>
                  <p:nvSpPr>
                    <p:cNvPr id="361" name="Freeform 331"/>
                    <p:cNvSpPr>
                      <a:spLocks/>
                    </p:cNvSpPr>
                    <p:nvPr/>
                  </p:nvSpPr>
                  <p:spPr bwMode="auto">
                    <a:xfrm>
                      <a:off x="3027" y="2328"/>
                      <a:ext cx="62" cy="141"/>
                    </a:xfrm>
                    <a:custGeom>
                      <a:avLst/>
                      <a:gdLst>
                        <a:gd name="T0" fmla="*/ 9 w 62"/>
                        <a:gd name="T1" fmla="*/ 0 h 141"/>
                        <a:gd name="T2" fmla="*/ 14 w 62"/>
                        <a:gd name="T3" fmla="*/ 5 h 141"/>
                        <a:gd name="T4" fmla="*/ 16 w 62"/>
                        <a:gd name="T5" fmla="*/ 14 h 141"/>
                        <a:gd name="T6" fmla="*/ 25 w 62"/>
                        <a:gd name="T7" fmla="*/ 22 h 141"/>
                        <a:gd name="T8" fmla="*/ 44 w 62"/>
                        <a:gd name="T9" fmla="*/ 60 h 141"/>
                        <a:gd name="T10" fmla="*/ 53 w 62"/>
                        <a:gd name="T11" fmla="*/ 94 h 141"/>
                        <a:gd name="T12" fmla="*/ 61 w 62"/>
                        <a:gd name="T13" fmla="*/ 140 h 141"/>
                        <a:gd name="T14" fmla="*/ 36 w 62"/>
                        <a:gd name="T15" fmla="*/ 119 h 141"/>
                        <a:gd name="T16" fmla="*/ 0 w 62"/>
                        <a:gd name="T17" fmla="*/ 18 h 141"/>
                        <a:gd name="T18" fmla="*/ 9 w 62"/>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2"/>
                        <a:gd name="T31" fmla="*/ 0 h 141"/>
                        <a:gd name="T32" fmla="*/ 62 w 62"/>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2" h="141">
                          <a:moveTo>
                            <a:pt x="9" y="0"/>
                          </a:moveTo>
                          <a:lnTo>
                            <a:pt x="14" y="5"/>
                          </a:lnTo>
                          <a:lnTo>
                            <a:pt x="16" y="14"/>
                          </a:lnTo>
                          <a:lnTo>
                            <a:pt x="25" y="22"/>
                          </a:lnTo>
                          <a:lnTo>
                            <a:pt x="44" y="60"/>
                          </a:lnTo>
                          <a:lnTo>
                            <a:pt x="53" y="94"/>
                          </a:lnTo>
                          <a:lnTo>
                            <a:pt x="61" y="140"/>
                          </a:lnTo>
                          <a:lnTo>
                            <a:pt x="36" y="119"/>
                          </a:lnTo>
                          <a:lnTo>
                            <a:pt x="0" y="18"/>
                          </a:lnTo>
                          <a:lnTo>
                            <a:pt x="9" y="0"/>
                          </a:lnTo>
                        </a:path>
                      </a:pathLst>
                    </a:custGeom>
                    <a:solidFill>
                      <a:srgbClr val="400000"/>
                    </a:solidFill>
                    <a:ln w="12700" cap="rnd">
                      <a:noFill/>
                      <a:round/>
                      <a:headEnd/>
                      <a:tailEnd/>
                    </a:ln>
                  </p:spPr>
                  <p:txBody>
                    <a:bodyPr/>
                    <a:lstStyle/>
                    <a:p>
                      <a:pPr algn="ctr"/>
                      <a:endParaRPr lang="pt-BR" sz="2400"/>
                    </a:p>
                  </p:txBody>
                </p:sp>
                <p:sp>
                  <p:nvSpPr>
                    <p:cNvPr id="362" name="Freeform 332"/>
                    <p:cNvSpPr>
                      <a:spLocks/>
                    </p:cNvSpPr>
                    <p:nvPr/>
                  </p:nvSpPr>
                  <p:spPr bwMode="auto">
                    <a:xfrm>
                      <a:off x="2929" y="2301"/>
                      <a:ext cx="230" cy="234"/>
                    </a:xfrm>
                    <a:custGeom>
                      <a:avLst/>
                      <a:gdLst>
                        <a:gd name="T0" fmla="*/ 42 w 230"/>
                        <a:gd name="T1" fmla="*/ 12 h 234"/>
                        <a:gd name="T2" fmla="*/ 50 w 230"/>
                        <a:gd name="T3" fmla="*/ 0 h 234"/>
                        <a:gd name="T4" fmla="*/ 105 w 230"/>
                        <a:gd name="T5" fmla="*/ 22 h 234"/>
                        <a:gd name="T6" fmla="*/ 108 w 230"/>
                        <a:gd name="T7" fmla="*/ 37 h 234"/>
                        <a:gd name="T8" fmla="*/ 113 w 230"/>
                        <a:gd name="T9" fmla="*/ 43 h 234"/>
                        <a:gd name="T10" fmla="*/ 118 w 230"/>
                        <a:gd name="T11" fmla="*/ 50 h 234"/>
                        <a:gd name="T12" fmla="*/ 122 w 230"/>
                        <a:gd name="T13" fmla="*/ 62 h 234"/>
                        <a:gd name="T14" fmla="*/ 135 w 230"/>
                        <a:gd name="T15" fmla="*/ 88 h 234"/>
                        <a:gd name="T16" fmla="*/ 144 w 230"/>
                        <a:gd name="T17" fmla="*/ 120 h 234"/>
                        <a:gd name="T18" fmla="*/ 149 w 230"/>
                        <a:gd name="T19" fmla="*/ 141 h 234"/>
                        <a:gd name="T20" fmla="*/ 194 w 230"/>
                        <a:gd name="T21" fmla="*/ 142 h 234"/>
                        <a:gd name="T22" fmla="*/ 202 w 230"/>
                        <a:gd name="T23" fmla="*/ 146 h 234"/>
                        <a:gd name="T24" fmla="*/ 222 w 230"/>
                        <a:gd name="T25" fmla="*/ 146 h 234"/>
                        <a:gd name="T26" fmla="*/ 228 w 230"/>
                        <a:gd name="T27" fmla="*/ 154 h 234"/>
                        <a:gd name="T28" fmla="*/ 229 w 230"/>
                        <a:gd name="T29" fmla="*/ 164 h 234"/>
                        <a:gd name="T30" fmla="*/ 227 w 230"/>
                        <a:gd name="T31" fmla="*/ 173 h 234"/>
                        <a:gd name="T32" fmla="*/ 208 w 230"/>
                        <a:gd name="T33" fmla="*/ 176 h 234"/>
                        <a:gd name="T34" fmla="*/ 199 w 230"/>
                        <a:gd name="T35" fmla="*/ 188 h 234"/>
                        <a:gd name="T36" fmla="*/ 181 w 230"/>
                        <a:gd name="T37" fmla="*/ 193 h 234"/>
                        <a:gd name="T38" fmla="*/ 168 w 230"/>
                        <a:gd name="T39" fmla="*/ 193 h 234"/>
                        <a:gd name="T40" fmla="*/ 152 w 230"/>
                        <a:gd name="T41" fmla="*/ 195 h 234"/>
                        <a:gd name="T42" fmla="*/ 151 w 230"/>
                        <a:gd name="T43" fmla="*/ 201 h 234"/>
                        <a:gd name="T44" fmla="*/ 152 w 230"/>
                        <a:gd name="T45" fmla="*/ 213 h 234"/>
                        <a:gd name="T46" fmla="*/ 150 w 230"/>
                        <a:gd name="T47" fmla="*/ 221 h 234"/>
                        <a:gd name="T48" fmla="*/ 143 w 230"/>
                        <a:gd name="T49" fmla="*/ 222 h 234"/>
                        <a:gd name="T50" fmla="*/ 132 w 230"/>
                        <a:gd name="T51" fmla="*/ 223 h 234"/>
                        <a:gd name="T52" fmla="*/ 122 w 230"/>
                        <a:gd name="T53" fmla="*/ 232 h 234"/>
                        <a:gd name="T54" fmla="*/ 111 w 230"/>
                        <a:gd name="T55" fmla="*/ 232 h 234"/>
                        <a:gd name="T56" fmla="*/ 100 w 230"/>
                        <a:gd name="T57" fmla="*/ 231 h 234"/>
                        <a:gd name="T58" fmla="*/ 84 w 230"/>
                        <a:gd name="T59" fmla="*/ 226 h 234"/>
                        <a:gd name="T60" fmla="*/ 66 w 230"/>
                        <a:gd name="T61" fmla="*/ 228 h 234"/>
                        <a:gd name="T62" fmla="*/ 48 w 230"/>
                        <a:gd name="T63" fmla="*/ 233 h 234"/>
                        <a:gd name="T64" fmla="*/ 30 w 230"/>
                        <a:gd name="T65" fmla="*/ 229 h 234"/>
                        <a:gd name="T66" fmla="*/ 18 w 230"/>
                        <a:gd name="T67" fmla="*/ 217 h 234"/>
                        <a:gd name="T68" fmla="*/ 19 w 230"/>
                        <a:gd name="T69" fmla="*/ 204 h 234"/>
                        <a:gd name="T70" fmla="*/ 16 w 230"/>
                        <a:gd name="T71" fmla="*/ 187 h 234"/>
                        <a:gd name="T72" fmla="*/ 13 w 230"/>
                        <a:gd name="T73" fmla="*/ 167 h 234"/>
                        <a:gd name="T74" fmla="*/ 7 w 230"/>
                        <a:gd name="T75" fmla="*/ 147 h 234"/>
                        <a:gd name="T76" fmla="*/ 0 w 230"/>
                        <a:gd name="T77" fmla="*/ 118 h 234"/>
                        <a:gd name="T78" fmla="*/ 1 w 230"/>
                        <a:gd name="T79" fmla="*/ 88 h 234"/>
                        <a:gd name="T80" fmla="*/ 1 w 230"/>
                        <a:gd name="T81" fmla="*/ 63 h 234"/>
                        <a:gd name="T82" fmla="*/ 3 w 230"/>
                        <a:gd name="T83" fmla="*/ 44 h 234"/>
                        <a:gd name="T84" fmla="*/ 7 w 230"/>
                        <a:gd name="T85" fmla="*/ 36 h 234"/>
                        <a:gd name="T86" fmla="*/ 17 w 230"/>
                        <a:gd name="T87" fmla="*/ 29 h 234"/>
                        <a:gd name="T88" fmla="*/ 29 w 230"/>
                        <a:gd name="T89" fmla="*/ 19 h 234"/>
                        <a:gd name="T90" fmla="*/ 42 w 230"/>
                        <a:gd name="T91" fmla="*/ 12 h 23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30"/>
                        <a:gd name="T139" fmla="*/ 0 h 234"/>
                        <a:gd name="T140" fmla="*/ 230 w 230"/>
                        <a:gd name="T141" fmla="*/ 234 h 23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30" h="234">
                          <a:moveTo>
                            <a:pt x="42" y="12"/>
                          </a:moveTo>
                          <a:lnTo>
                            <a:pt x="50" y="0"/>
                          </a:lnTo>
                          <a:lnTo>
                            <a:pt x="105" y="22"/>
                          </a:lnTo>
                          <a:lnTo>
                            <a:pt x="108" y="37"/>
                          </a:lnTo>
                          <a:lnTo>
                            <a:pt x="113" y="43"/>
                          </a:lnTo>
                          <a:lnTo>
                            <a:pt x="118" y="50"/>
                          </a:lnTo>
                          <a:lnTo>
                            <a:pt x="122" y="62"/>
                          </a:lnTo>
                          <a:lnTo>
                            <a:pt x="135" y="88"/>
                          </a:lnTo>
                          <a:lnTo>
                            <a:pt x="144" y="120"/>
                          </a:lnTo>
                          <a:lnTo>
                            <a:pt x="149" y="141"/>
                          </a:lnTo>
                          <a:lnTo>
                            <a:pt x="194" y="142"/>
                          </a:lnTo>
                          <a:lnTo>
                            <a:pt x="202" y="146"/>
                          </a:lnTo>
                          <a:lnTo>
                            <a:pt x="222" y="146"/>
                          </a:lnTo>
                          <a:lnTo>
                            <a:pt x="228" y="154"/>
                          </a:lnTo>
                          <a:lnTo>
                            <a:pt x="229" y="164"/>
                          </a:lnTo>
                          <a:lnTo>
                            <a:pt x="227" y="173"/>
                          </a:lnTo>
                          <a:lnTo>
                            <a:pt x="208" y="176"/>
                          </a:lnTo>
                          <a:lnTo>
                            <a:pt x="199" y="188"/>
                          </a:lnTo>
                          <a:lnTo>
                            <a:pt x="181" y="193"/>
                          </a:lnTo>
                          <a:lnTo>
                            <a:pt x="168" y="193"/>
                          </a:lnTo>
                          <a:lnTo>
                            <a:pt x="152" y="195"/>
                          </a:lnTo>
                          <a:lnTo>
                            <a:pt x="151" y="201"/>
                          </a:lnTo>
                          <a:lnTo>
                            <a:pt x="152" y="213"/>
                          </a:lnTo>
                          <a:lnTo>
                            <a:pt x="150" y="221"/>
                          </a:lnTo>
                          <a:lnTo>
                            <a:pt x="143" y="222"/>
                          </a:lnTo>
                          <a:lnTo>
                            <a:pt x="132" y="223"/>
                          </a:lnTo>
                          <a:lnTo>
                            <a:pt x="122" y="232"/>
                          </a:lnTo>
                          <a:lnTo>
                            <a:pt x="111" y="232"/>
                          </a:lnTo>
                          <a:lnTo>
                            <a:pt x="100" y="231"/>
                          </a:lnTo>
                          <a:lnTo>
                            <a:pt x="84" y="226"/>
                          </a:lnTo>
                          <a:lnTo>
                            <a:pt x="66" y="228"/>
                          </a:lnTo>
                          <a:lnTo>
                            <a:pt x="48" y="233"/>
                          </a:lnTo>
                          <a:lnTo>
                            <a:pt x="30" y="229"/>
                          </a:lnTo>
                          <a:lnTo>
                            <a:pt x="18" y="217"/>
                          </a:lnTo>
                          <a:lnTo>
                            <a:pt x="19" y="204"/>
                          </a:lnTo>
                          <a:lnTo>
                            <a:pt x="16" y="187"/>
                          </a:lnTo>
                          <a:lnTo>
                            <a:pt x="13" y="167"/>
                          </a:lnTo>
                          <a:lnTo>
                            <a:pt x="7" y="147"/>
                          </a:lnTo>
                          <a:lnTo>
                            <a:pt x="0" y="118"/>
                          </a:lnTo>
                          <a:lnTo>
                            <a:pt x="1" y="88"/>
                          </a:lnTo>
                          <a:lnTo>
                            <a:pt x="1" y="63"/>
                          </a:lnTo>
                          <a:lnTo>
                            <a:pt x="3" y="44"/>
                          </a:lnTo>
                          <a:lnTo>
                            <a:pt x="7" y="36"/>
                          </a:lnTo>
                          <a:lnTo>
                            <a:pt x="17" y="29"/>
                          </a:lnTo>
                          <a:lnTo>
                            <a:pt x="29" y="19"/>
                          </a:lnTo>
                          <a:lnTo>
                            <a:pt x="42" y="12"/>
                          </a:lnTo>
                        </a:path>
                      </a:pathLst>
                    </a:custGeom>
                    <a:solidFill>
                      <a:srgbClr val="C0C0C0"/>
                    </a:solidFill>
                    <a:ln w="12700" cap="rnd">
                      <a:noFill/>
                      <a:round/>
                      <a:headEnd/>
                      <a:tailEnd/>
                    </a:ln>
                  </p:spPr>
                  <p:txBody>
                    <a:bodyPr/>
                    <a:lstStyle/>
                    <a:p>
                      <a:pPr algn="ctr"/>
                      <a:endParaRPr lang="pt-BR" sz="2400"/>
                    </a:p>
                  </p:txBody>
                </p:sp>
                <p:sp>
                  <p:nvSpPr>
                    <p:cNvPr id="363" name="Freeform 333"/>
                    <p:cNvSpPr>
                      <a:spLocks/>
                    </p:cNvSpPr>
                    <p:nvPr/>
                  </p:nvSpPr>
                  <p:spPr bwMode="auto">
                    <a:xfrm>
                      <a:off x="2933" y="2315"/>
                      <a:ext cx="146" cy="218"/>
                    </a:xfrm>
                    <a:custGeom>
                      <a:avLst/>
                      <a:gdLst>
                        <a:gd name="T0" fmla="*/ 126 w 146"/>
                        <a:gd name="T1" fmla="*/ 179 h 218"/>
                        <a:gd name="T2" fmla="*/ 91 w 146"/>
                        <a:gd name="T3" fmla="*/ 177 h 218"/>
                        <a:gd name="T4" fmla="*/ 63 w 146"/>
                        <a:gd name="T5" fmla="*/ 168 h 218"/>
                        <a:gd name="T6" fmla="*/ 50 w 146"/>
                        <a:gd name="T7" fmla="*/ 149 h 218"/>
                        <a:gd name="T8" fmla="*/ 54 w 146"/>
                        <a:gd name="T9" fmla="*/ 136 h 218"/>
                        <a:gd name="T10" fmla="*/ 32 w 146"/>
                        <a:gd name="T11" fmla="*/ 109 h 218"/>
                        <a:gd name="T12" fmla="*/ 52 w 146"/>
                        <a:gd name="T13" fmla="*/ 121 h 218"/>
                        <a:gd name="T14" fmla="*/ 42 w 146"/>
                        <a:gd name="T15" fmla="*/ 96 h 218"/>
                        <a:gd name="T16" fmla="*/ 24 w 146"/>
                        <a:gd name="T17" fmla="*/ 64 h 218"/>
                        <a:gd name="T18" fmla="*/ 50 w 146"/>
                        <a:gd name="T19" fmla="*/ 91 h 218"/>
                        <a:gd name="T20" fmla="*/ 54 w 146"/>
                        <a:gd name="T21" fmla="*/ 49 h 218"/>
                        <a:gd name="T22" fmla="*/ 68 w 146"/>
                        <a:gd name="T23" fmla="*/ 34 h 218"/>
                        <a:gd name="T24" fmla="*/ 87 w 146"/>
                        <a:gd name="T25" fmla="*/ 28 h 218"/>
                        <a:gd name="T26" fmla="*/ 50 w 146"/>
                        <a:gd name="T27" fmla="*/ 16 h 218"/>
                        <a:gd name="T28" fmla="*/ 33 w 146"/>
                        <a:gd name="T29" fmla="*/ 29 h 218"/>
                        <a:gd name="T30" fmla="*/ 44 w 146"/>
                        <a:gd name="T31" fmla="*/ 16 h 218"/>
                        <a:gd name="T32" fmla="*/ 65 w 146"/>
                        <a:gd name="T33" fmla="*/ 11 h 218"/>
                        <a:gd name="T34" fmla="*/ 50 w 146"/>
                        <a:gd name="T35" fmla="*/ 6 h 218"/>
                        <a:gd name="T36" fmla="*/ 38 w 146"/>
                        <a:gd name="T37" fmla="*/ 0 h 218"/>
                        <a:gd name="T38" fmla="*/ 20 w 146"/>
                        <a:gd name="T39" fmla="*/ 13 h 218"/>
                        <a:gd name="T40" fmla="*/ 5 w 146"/>
                        <a:gd name="T41" fmla="*/ 23 h 218"/>
                        <a:gd name="T42" fmla="*/ 0 w 146"/>
                        <a:gd name="T43" fmla="*/ 43 h 218"/>
                        <a:gd name="T44" fmla="*/ 0 w 146"/>
                        <a:gd name="T45" fmla="*/ 82 h 218"/>
                        <a:gd name="T46" fmla="*/ 6 w 146"/>
                        <a:gd name="T47" fmla="*/ 126 h 218"/>
                        <a:gd name="T48" fmla="*/ 13 w 146"/>
                        <a:gd name="T49" fmla="*/ 170 h 218"/>
                        <a:gd name="T50" fmla="*/ 17 w 146"/>
                        <a:gd name="T51" fmla="*/ 199 h 218"/>
                        <a:gd name="T52" fmla="*/ 26 w 146"/>
                        <a:gd name="T53" fmla="*/ 211 h 218"/>
                        <a:gd name="T54" fmla="*/ 45 w 146"/>
                        <a:gd name="T55" fmla="*/ 217 h 218"/>
                        <a:gd name="T56" fmla="*/ 57 w 146"/>
                        <a:gd name="T57" fmla="*/ 214 h 218"/>
                        <a:gd name="T58" fmla="*/ 67 w 146"/>
                        <a:gd name="T59" fmla="*/ 202 h 218"/>
                        <a:gd name="T60" fmla="*/ 71 w 146"/>
                        <a:gd name="T61" fmla="*/ 199 h 218"/>
                        <a:gd name="T62" fmla="*/ 86 w 146"/>
                        <a:gd name="T63" fmla="*/ 210 h 218"/>
                        <a:gd name="T64" fmla="*/ 105 w 146"/>
                        <a:gd name="T65" fmla="*/ 214 h 218"/>
                        <a:gd name="T66" fmla="*/ 121 w 146"/>
                        <a:gd name="T67" fmla="*/ 212 h 218"/>
                        <a:gd name="T68" fmla="*/ 111 w 146"/>
                        <a:gd name="T69" fmla="*/ 203 h 218"/>
                        <a:gd name="T70" fmla="*/ 94 w 146"/>
                        <a:gd name="T71" fmla="*/ 188 h 218"/>
                        <a:gd name="T72" fmla="*/ 120 w 146"/>
                        <a:gd name="T73" fmla="*/ 200 h 218"/>
                        <a:gd name="T74" fmla="*/ 140 w 146"/>
                        <a:gd name="T75" fmla="*/ 206 h 218"/>
                        <a:gd name="T76" fmla="*/ 145 w 146"/>
                        <a:gd name="T77" fmla="*/ 199 h 21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46"/>
                        <a:gd name="T118" fmla="*/ 0 h 218"/>
                        <a:gd name="T119" fmla="*/ 146 w 146"/>
                        <a:gd name="T120" fmla="*/ 218 h 21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46" h="218">
                          <a:moveTo>
                            <a:pt x="145" y="182"/>
                          </a:moveTo>
                          <a:lnTo>
                            <a:pt x="126" y="179"/>
                          </a:lnTo>
                          <a:lnTo>
                            <a:pt x="110" y="179"/>
                          </a:lnTo>
                          <a:lnTo>
                            <a:pt x="91" y="177"/>
                          </a:lnTo>
                          <a:lnTo>
                            <a:pt x="72" y="174"/>
                          </a:lnTo>
                          <a:lnTo>
                            <a:pt x="63" y="168"/>
                          </a:lnTo>
                          <a:lnTo>
                            <a:pt x="38" y="141"/>
                          </a:lnTo>
                          <a:lnTo>
                            <a:pt x="50" y="149"/>
                          </a:lnTo>
                          <a:lnTo>
                            <a:pt x="59" y="156"/>
                          </a:lnTo>
                          <a:lnTo>
                            <a:pt x="54" y="136"/>
                          </a:lnTo>
                          <a:lnTo>
                            <a:pt x="46" y="128"/>
                          </a:lnTo>
                          <a:lnTo>
                            <a:pt x="32" y="109"/>
                          </a:lnTo>
                          <a:lnTo>
                            <a:pt x="45" y="118"/>
                          </a:lnTo>
                          <a:lnTo>
                            <a:pt x="52" y="121"/>
                          </a:lnTo>
                          <a:lnTo>
                            <a:pt x="50" y="107"/>
                          </a:lnTo>
                          <a:lnTo>
                            <a:pt x="42" y="96"/>
                          </a:lnTo>
                          <a:lnTo>
                            <a:pt x="33" y="88"/>
                          </a:lnTo>
                          <a:lnTo>
                            <a:pt x="24" y="64"/>
                          </a:lnTo>
                          <a:lnTo>
                            <a:pt x="41" y="84"/>
                          </a:lnTo>
                          <a:lnTo>
                            <a:pt x="50" y="91"/>
                          </a:lnTo>
                          <a:lnTo>
                            <a:pt x="52" y="61"/>
                          </a:lnTo>
                          <a:lnTo>
                            <a:pt x="54" y="49"/>
                          </a:lnTo>
                          <a:lnTo>
                            <a:pt x="60" y="43"/>
                          </a:lnTo>
                          <a:lnTo>
                            <a:pt x="68" y="34"/>
                          </a:lnTo>
                          <a:lnTo>
                            <a:pt x="81" y="30"/>
                          </a:lnTo>
                          <a:lnTo>
                            <a:pt x="87" y="28"/>
                          </a:lnTo>
                          <a:lnTo>
                            <a:pt x="69" y="13"/>
                          </a:lnTo>
                          <a:lnTo>
                            <a:pt x="50" y="16"/>
                          </a:lnTo>
                          <a:lnTo>
                            <a:pt x="38" y="23"/>
                          </a:lnTo>
                          <a:lnTo>
                            <a:pt x="33" y="29"/>
                          </a:lnTo>
                          <a:lnTo>
                            <a:pt x="37" y="19"/>
                          </a:lnTo>
                          <a:lnTo>
                            <a:pt x="44" y="16"/>
                          </a:lnTo>
                          <a:lnTo>
                            <a:pt x="55" y="13"/>
                          </a:lnTo>
                          <a:lnTo>
                            <a:pt x="65" y="11"/>
                          </a:lnTo>
                          <a:lnTo>
                            <a:pt x="59" y="8"/>
                          </a:lnTo>
                          <a:lnTo>
                            <a:pt x="50" y="6"/>
                          </a:lnTo>
                          <a:lnTo>
                            <a:pt x="42" y="3"/>
                          </a:lnTo>
                          <a:lnTo>
                            <a:pt x="38" y="0"/>
                          </a:lnTo>
                          <a:lnTo>
                            <a:pt x="26" y="7"/>
                          </a:lnTo>
                          <a:lnTo>
                            <a:pt x="20" y="13"/>
                          </a:lnTo>
                          <a:lnTo>
                            <a:pt x="13" y="19"/>
                          </a:lnTo>
                          <a:lnTo>
                            <a:pt x="5" y="23"/>
                          </a:lnTo>
                          <a:lnTo>
                            <a:pt x="3" y="31"/>
                          </a:lnTo>
                          <a:lnTo>
                            <a:pt x="0" y="43"/>
                          </a:lnTo>
                          <a:lnTo>
                            <a:pt x="0" y="62"/>
                          </a:lnTo>
                          <a:lnTo>
                            <a:pt x="0" y="82"/>
                          </a:lnTo>
                          <a:lnTo>
                            <a:pt x="1" y="104"/>
                          </a:lnTo>
                          <a:lnTo>
                            <a:pt x="6" y="126"/>
                          </a:lnTo>
                          <a:lnTo>
                            <a:pt x="12" y="150"/>
                          </a:lnTo>
                          <a:lnTo>
                            <a:pt x="13" y="170"/>
                          </a:lnTo>
                          <a:lnTo>
                            <a:pt x="18" y="185"/>
                          </a:lnTo>
                          <a:lnTo>
                            <a:pt x="17" y="199"/>
                          </a:lnTo>
                          <a:lnTo>
                            <a:pt x="19" y="205"/>
                          </a:lnTo>
                          <a:lnTo>
                            <a:pt x="26" y="211"/>
                          </a:lnTo>
                          <a:lnTo>
                            <a:pt x="34" y="216"/>
                          </a:lnTo>
                          <a:lnTo>
                            <a:pt x="45" y="217"/>
                          </a:lnTo>
                          <a:lnTo>
                            <a:pt x="50" y="214"/>
                          </a:lnTo>
                          <a:lnTo>
                            <a:pt x="57" y="214"/>
                          </a:lnTo>
                          <a:lnTo>
                            <a:pt x="75" y="210"/>
                          </a:lnTo>
                          <a:lnTo>
                            <a:pt x="67" y="202"/>
                          </a:lnTo>
                          <a:lnTo>
                            <a:pt x="59" y="191"/>
                          </a:lnTo>
                          <a:lnTo>
                            <a:pt x="71" y="199"/>
                          </a:lnTo>
                          <a:lnTo>
                            <a:pt x="80" y="206"/>
                          </a:lnTo>
                          <a:lnTo>
                            <a:pt x="86" y="210"/>
                          </a:lnTo>
                          <a:lnTo>
                            <a:pt x="95" y="214"/>
                          </a:lnTo>
                          <a:lnTo>
                            <a:pt x="105" y="214"/>
                          </a:lnTo>
                          <a:lnTo>
                            <a:pt x="116" y="214"/>
                          </a:lnTo>
                          <a:lnTo>
                            <a:pt x="121" y="212"/>
                          </a:lnTo>
                          <a:lnTo>
                            <a:pt x="123" y="209"/>
                          </a:lnTo>
                          <a:lnTo>
                            <a:pt x="111" y="203"/>
                          </a:lnTo>
                          <a:lnTo>
                            <a:pt x="98" y="193"/>
                          </a:lnTo>
                          <a:lnTo>
                            <a:pt x="94" y="188"/>
                          </a:lnTo>
                          <a:lnTo>
                            <a:pt x="104" y="190"/>
                          </a:lnTo>
                          <a:lnTo>
                            <a:pt x="120" y="200"/>
                          </a:lnTo>
                          <a:lnTo>
                            <a:pt x="126" y="205"/>
                          </a:lnTo>
                          <a:lnTo>
                            <a:pt x="140" y="206"/>
                          </a:lnTo>
                          <a:lnTo>
                            <a:pt x="145" y="204"/>
                          </a:lnTo>
                          <a:lnTo>
                            <a:pt x="145" y="199"/>
                          </a:lnTo>
                          <a:lnTo>
                            <a:pt x="145" y="182"/>
                          </a:lnTo>
                        </a:path>
                      </a:pathLst>
                    </a:custGeom>
                    <a:solidFill>
                      <a:srgbClr val="E0E0E0"/>
                    </a:solidFill>
                    <a:ln w="12700" cap="rnd">
                      <a:noFill/>
                      <a:round/>
                      <a:headEnd/>
                      <a:tailEnd/>
                    </a:ln>
                  </p:spPr>
                  <p:txBody>
                    <a:bodyPr/>
                    <a:lstStyle/>
                    <a:p>
                      <a:pPr algn="ctr"/>
                      <a:endParaRPr lang="pt-BR" sz="2400"/>
                    </a:p>
                  </p:txBody>
                </p:sp>
                <p:sp>
                  <p:nvSpPr>
                    <p:cNvPr id="364" name="Freeform 334"/>
                    <p:cNvSpPr>
                      <a:spLocks/>
                    </p:cNvSpPr>
                    <p:nvPr/>
                  </p:nvSpPr>
                  <p:spPr bwMode="auto">
                    <a:xfrm>
                      <a:off x="2943" y="2423"/>
                      <a:ext cx="43" cy="102"/>
                    </a:xfrm>
                    <a:custGeom>
                      <a:avLst/>
                      <a:gdLst>
                        <a:gd name="T0" fmla="*/ 42 w 43"/>
                        <a:gd name="T1" fmla="*/ 101 h 102"/>
                        <a:gd name="T2" fmla="*/ 35 w 43"/>
                        <a:gd name="T3" fmla="*/ 97 h 102"/>
                        <a:gd name="T4" fmla="*/ 27 w 43"/>
                        <a:gd name="T5" fmla="*/ 89 h 102"/>
                        <a:gd name="T6" fmla="*/ 20 w 43"/>
                        <a:gd name="T7" fmla="*/ 74 h 102"/>
                        <a:gd name="T8" fmla="*/ 16 w 43"/>
                        <a:gd name="T9" fmla="*/ 62 h 102"/>
                        <a:gd name="T10" fmla="*/ 11 w 43"/>
                        <a:gd name="T11" fmla="*/ 48 h 102"/>
                        <a:gd name="T12" fmla="*/ 8 w 43"/>
                        <a:gd name="T13" fmla="*/ 36 h 102"/>
                        <a:gd name="T14" fmla="*/ 3 w 43"/>
                        <a:gd name="T15" fmla="*/ 15 h 102"/>
                        <a:gd name="T16" fmla="*/ 0 w 43"/>
                        <a:gd name="T17" fmla="*/ 0 h 102"/>
                        <a:gd name="T18" fmla="*/ 9 w 43"/>
                        <a:gd name="T19" fmla="*/ 30 h 102"/>
                        <a:gd name="T20" fmla="*/ 16 w 43"/>
                        <a:gd name="T21" fmla="*/ 52 h 102"/>
                        <a:gd name="T22" fmla="*/ 24 w 43"/>
                        <a:gd name="T23" fmla="*/ 68 h 102"/>
                        <a:gd name="T24" fmla="*/ 37 w 43"/>
                        <a:gd name="T25" fmla="*/ 84 h 102"/>
                        <a:gd name="T26" fmla="*/ 42 w 43"/>
                        <a:gd name="T27" fmla="*/ 101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102"/>
                        <a:gd name="T44" fmla="*/ 43 w 43"/>
                        <a:gd name="T45" fmla="*/ 102 h 1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102">
                          <a:moveTo>
                            <a:pt x="42" y="101"/>
                          </a:moveTo>
                          <a:lnTo>
                            <a:pt x="35" y="97"/>
                          </a:lnTo>
                          <a:lnTo>
                            <a:pt x="27" y="89"/>
                          </a:lnTo>
                          <a:lnTo>
                            <a:pt x="20" y="74"/>
                          </a:lnTo>
                          <a:lnTo>
                            <a:pt x="16" y="62"/>
                          </a:lnTo>
                          <a:lnTo>
                            <a:pt x="11" y="48"/>
                          </a:lnTo>
                          <a:lnTo>
                            <a:pt x="8" y="36"/>
                          </a:lnTo>
                          <a:lnTo>
                            <a:pt x="3" y="15"/>
                          </a:lnTo>
                          <a:lnTo>
                            <a:pt x="0" y="0"/>
                          </a:lnTo>
                          <a:lnTo>
                            <a:pt x="9" y="30"/>
                          </a:lnTo>
                          <a:lnTo>
                            <a:pt x="16" y="52"/>
                          </a:lnTo>
                          <a:lnTo>
                            <a:pt x="24" y="68"/>
                          </a:lnTo>
                          <a:lnTo>
                            <a:pt x="37" y="84"/>
                          </a:lnTo>
                          <a:lnTo>
                            <a:pt x="42" y="101"/>
                          </a:lnTo>
                        </a:path>
                      </a:pathLst>
                    </a:custGeom>
                    <a:solidFill>
                      <a:srgbClr val="C0C0C0"/>
                    </a:solidFill>
                    <a:ln w="12700" cap="rnd">
                      <a:noFill/>
                      <a:round/>
                      <a:headEnd/>
                      <a:tailEnd/>
                    </a:ln>
                  </p:spPr>
                  <p:txBody>
                    <a:bodyPr/>
                    <a:lstStyle/>
                    <a:p>
                      <a:pPr algn="ctr"/>
                      <a:endParaRPr lang="pt-BR" sz="2400"/>
                    </a:p>
                  </p:txBody>
                </p:sp>
                <p:sp>
                  <p:nvSpPr>
                    <p:cNvPr id="365" name="Freeform 335"/>
                    <p:cNvSpPr>
                      <a:spLocks/>
                    </p:cNvSpPr>
                    <p:nvPr/>
                  </p:nvSpPr>
                  <p:spPr bwMode="auto">
                    <a:xfrm>
                      <a:off x="2986" y="2342"/>
                      <a:ext cx="170" cy="152"/>
                    </a:xfrm>
                    <a:custGeom>
                      <a:avLst/>
                      <a:gdLst>
                        <a:gd name="T0" fmla="*/ 51 w 170"/>
                        <a:gd name="T1" fmla="*/ 5 h 152"/>
                        <a:gd name="T2" fmla="*/ 66 w 170"/>
                        <a:gd name="T3" fmla="*/ 27 h 152"/>
                        <a:gd name="T4" fmla="*/ 63 w 170"/>
                        <a:gd name="T5" fmla="*/ 49 h 152"/>
                        <a:gd name="T6" fmla="*/ 65 w 170"/>
                        <a:gd name="T7" fmla="*/ 74 h 152"/>
                        <a:gd name="T8" fmla="*/ 65 w 170"/>
                        <a:gd name="T9" fmla="*/ 80 h 152"/>
                        <a:gd name="T10" fmla="*/ 63 w 170"/>
                        <a:gd name="T11" fmla="*/ 88 h 152"/>
                        <a:gd name="T12" fmla="*/ 70 w 170"/>
                        <a:gd name="T13" fmla="*/ 94 h 152"/>
                        <a:gd name="T14" fmla="*/ 76 w 170"/>
                        <a:gd name="T15" fmla="*/ 101 h 152"/>
                        <a:gd name="T16" fmla="*/ 87 w 170"/>
                        <a:gd name="T17" fmla="*/ 101 h 152"/>
                        <a:gd name="T18" fmla="*/ 126 w 170"/>
                        <a:gd name="T19" fmla="*/ 102 h 152"/>
                        <a:gd name="T20" fmla="*/ 144 w 170"/>
                        <a:gd name="T21" fmla="*/ 107 h 152"/>
                        <a:gd name="T22" fmla="*/ 169 w 170"/>
                        <a:gd name="T23" fmla="*/ 113 h 152"/>
                        <a:gd name="T24" fmla="*/ 168 w 170"/>
                        <a:gd name="T25" fmla="*/ 130 h 152"/>
                        <a:gd name="T26" fmla="*/ 153 w 170"/>
                        <a:gd name="T27" fmla="*/ 126 h 152"/>
                        <a:gd name="T28" fmla="*/ 150 w 170"/>
                        <a:gd name="T29" fmla="*/ 118 h 152"/>
                        <a:gd name="T30" fmla="*/ 148 w 170"/>
                        <a:gd name="T31" fmla="*/ 133 h 152"/>
                        <a:gd name="T32" fmla="*/ 139 w 170"/>
                        <a:gd name="T33" fmla="*/ 145 h 152"/>
                        <a:gd name="T34" fmla="*/ 111 w 170"/>
                        <a:gd name="T35" fmla="*/ 150 h 152"/>
                        <a:gd name="T36" fmla="*/ 114 w 170"/>
                        <a:gd name="T37" fmla="*/ 141 h 152"/>
                        <a:gd name="T38" fmla="*/ 129 w 170"/>
                        <a:gd name="T39" fmla="*/ 126 h 152"/>
                        <a:gd name="T40" fmla="*/ 117 w 170"/>
                        <a:gd name="T41" fmla="*/ 120 h 152"/>
                        <a:gd name="T42" fmla="*/ 111 w 170"/>
                        <a:gd name="T43" fmla="*/ 134 h 152"/>
                        <a:gd name="T44" fmla="*/ 92 w 170"/>
                        <a:gd name="T45" fmla="*/ 149 h 152"/>
                        <a:gd name="T46" fmla="*/ 67 w 170"/>
                        <a:gd name="T47" fmla="*/ 149 h 152"/>
                        <a:gd name="T48" fmla="*/ 95 w 170"/>
                        <a:gd name="T49" fmla="*/ 131 h 152"/>
                        <a:gd name="T50" fmla="*/ 106 w 170"/>
                        <a:gd name="T51" fmla="*/ 120 h 152"/>
                        <a:gd name="T52" fmla="*/ 101 w 170"/>
                        <a:gd name="T53" fmla="*/ 115 h 152"/>
                        <a:gd name="T54" fmla="*/ 90 w 170"/>
                        <a:gd name="T55" fmla="*/ 126 h 152"/>
                        <a:gd name="T56" fmla="*/ 72 w 170"/>
                        <a:gd name="T57" fmla="*/ 138 h 152"/>
                        <a:gd name="T58" fmla="*/ 57 w 170"/>
                        <a:gd name="T59" fmla="*/ 146 h 152"/>
                        <a:gd name="T60" fmla="*/ 36 w 170"/>
                        <a:gd name="T61" fmla="*/ 147 h 152"/>
                        <a:gd name="T62" fmla="*/ 50 w 170"/>
                        <a:gd name="T63" fmla="*/ 138 h 152"/>
                        <a:gd name="T64" fmla="*/ 65 w 170"/>
                        <a:gd name="T65" fmla="*/ 126 h 152"/>
                        <a:gd name="T66" fmla="*/ 61 w 170"/>
                        <a:gd name="T67" fmla="*/ 120 h 152"/>
                        <a:gd name="T68" fmla="*/ 53 w 170"/>
                        <a:gd name="T69" fmla="*/ 131 h 152"/>
                        <a:gd name="T70" fmla="*/ 37 w 170"/>
                        <a:gd name="T71" fmla="*/ 141 h 152"/>
                        <a:gd name="T72" fmla="*/ 19 w 170"/>
                        <a:gd name="T73" fmla="*/ 142 h 152"/>
                        <a:gd name="T74" fmla="*/ 9 w 170"/>
                        <a:gd name="T75" fmla="*/ 128 h 152"/>
                        <a:gd name="T76" fmla="*/ 43 w 170"/>
                        <a:gd name="T77" fmla="*/ 123 h 152"/>
                        <a:gd name="T78" fmla="*/ 64 w 170"/>
                        <a:gd name="T79" fmla="*/ 112 h 152"/>
                        <a:gd name="T80" fmla="*/ 68 w 170"/>
                        <a:gd name="T81" fmla="*/ 102 h 152"/>
                        <a:gd name="T82" fmla="*/ 60 w 170"/>
                        <a:gd name="T83" fmla="*/ 107 h 152"/>
                        <a:gd name="T84" fmla="*/ 36 w 170"/>
                        <a:gd name="T85" fmla="*/ 120 h 152"/>
                        <a:gd name="T86" fmla="*/ 9 w 170"/>
                        <a:gd name="T87" fmla="*/ 128 h 152"/>
                        <a:gd name="T88" fmla="*/ 3 w 170"/>
                        <a:gd name="T89" fmla="*/ 99 h 152"/>
                        <a:gd name="T90" fmla="*/ 19 w 170"/>
                        <a:gd name="T91" fmla="*/ 95 h 152"/>
                        <a:gd name="T92" fmla="*/ 51 w 170"/>
                        <a:gd name="T93" fmla="*/ 98 h 152"/>
                        <a:gd name="T94" fmla="*/ 57 w 170"/>
                        <a:gd name="T95" fmla="*/ 92 h 152"/>
                        <a:gd name="T96" fmla="*/ 39 w 170"/>
                        <a:gd name="T97" fmla="*/ 95 h 152"/>
                        <a:gd name="T98" fmla="*/ 3 w 170"/>
                        <a:gd name="T99" fmla="*/ 88 h 152"/>
                        <a:gd name="T100" fmla="*/ 1 w 170"/>
                        <a:gd name="T101" fmla="*/ 62 h 152"/>
                        <a:gd name="T102" fmla="*/ 2 w 170"/>
                        <a:gd name="T103" fmla="*/ 34 h 152"/>
                        <a:gd name="T104" fmla="*/ 21 w 170"/>
                        <a:gd name="T105" fmla="*/ 19 h 152"/>
                        <a:gd name="T106" fmla="*/ 2 w 170"/>
                        <a:gd name="T107" fmla="*/ 26 h 152"/>
                        <a:gd name="T108" fmla="*/ 12 w 170"/>
                        <a:gd name="T109" fmla="*/ 8 h 152"/>
                        <a:gd name="T110" fmla="*/ 32 w 170"/>
                        <a:gd name="T111" fmla="*/ 0 h 15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70"/>
                        <a:gd name="T169" fmla="*/ 0 h 152"/>
                        <a:gd name="T170" fmla="*/ 170 w 170"/>
                        <a:gd name="T171" fmla="*/ 152 h 15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70" h="152">
                          <a:moveTo>
                            <a:pt x="32" y="0"/>
                          </a:moveTo>
                          <a:lnTo>
                            <a:pt x="51" y="5"/>
                          </a:lnTo>
                          <a:lnTo>
                            <a:pt x="61" y="12"/>
                          </a:lnTo>
                          <a:lnTo>
                            <a:pt x="66" y="27"/>
                          </a:lnTo>
                          <a:lnTo>
                            <a:pt x="66" y="41"/>
                          </a:lnTo>
                          <a:lnTo>
                            <a:pt x="63" y="49"/>
                          </a:lnTo>
                          <a:lnTo>
                            <a:pt x="65" y="63"/>
                          </a:lnTo>
                          <a:lnTo>
                            <a:pt x="65" y="74"/>
                          </a:lnTo>
                          <a:lnTo>
                            <a:pt x="63" y="77"/>
                          </a:lnTo>
                          <a:lnTo>
                            <a:pt x="65" y="80"/>
                          </a:lnTo>
                          <a:lnTo>
                            <a:pt x="67" y="84"/>
                          </a:lnTo>
                          <a:lnTo>
                            <a:pt x="63" y="88"/>
                          </a:lnTo>
                          <a:lnTo>
                            <a:pt x="63" y="92"/>
                          </a:lnTo>
                          <a:lnTo>
                            <a:pt x="70" y="94"/>
                          </a:lnTo>
                          <a:lnTo>
                            <a:pt x="69" y="98"/>
                          </a:lnTo>
                          <a:lnTo>
                            <a:pt x="76" y="101"/>
                          </a:lnTo>
                          <a:lnTo>
                            <a:pt x="83" y="99"/>
                          </a:lnTo>
                          <a:lnTo>
                            <a:pt x="87" y="101"/>
                          </a:lnTo>
                          <a:lnTo>
                            <a:pt x="107" y="103"/>
                          </a:lnTo>
                          <a:lnTo>
                            <a:pt x="126" y="102"/>
                          </a:lnTo>
                          <a:lnTo>
                            <a:pt x="138" y="103"/>
                          </a:lnTo>
                          <a:lnTo>
                            <a:pt x="144" y="107"/>
                          </a:lnTo>
                          <a:lnTo>
                            <a:pt x="163" y="107"/>
                          </a:lnTo>
                          <a:lnTo>
                            <a:pt x="169" y="113"/>
                          </a:lnTo>
                          <a:lnTo>
                            <a:pt x="169" y="119"/>
                          </a:lnTo>
                          <a:lnTo>
                            <a:pt x="168" y="130"/>
                          </a:lnTo>
                          <a:lnTo>
                            <a:pt x="153" y="133"/>
                          </a:lnTo>
                          <a:lnTo>
                            <a:pt x="153" y="126"/>
                          </a:lnTo>
                          <a:lnTo>
                            <a:pt x="152" y="120"/>
                          </a:lnTo>
                          <a:lnTo>
                            <a:pt x="150" y="118"/>
                          </a:lnTo>
                          <a:lnTo>
                            <a:pt x="149" y="125"/>
                          </a:lnTo>
                          <a:lnTo>
                            <a:pt x="148" y="133"/>
                          </a:lnTo>
                          <a:lnTo>
                            <a:pt x="144" y="138"/>
                          </a:lnTo>
                          <a:lnTo>
                            <a:pt x="139" y="145"/>
                          </a:lnTo>
                          <a:lnTo>
                            <a:pt x="123" y="148"/>
                          </a:lnTo>
                          <a:lnTo>
                            <a:pt x="111" y="150"/>
                          </a:lnTo>
                          <a:lnTo>
                            <a:pt x="98" y="151"/>
                          </a:lnTo>
                          <a:lnTo>
                            <a:pt x="114" y="141"/>
                          </a:lnTo>
                          <a:lnTo>
                            <a:pt x="126" y="133"/>
                          </a:lnTo>
                          <a:lnTo>
                            <a:pt x="129" y="126"/>
                          </a:lnTo>
                          <a:lnTo>
                            <a:pt x="128" y="120"/>
                          </a:lnTo>
                          <a:lnTo>
                            <a:pt x="117" y="120"/>
                          </a:lnTo>
                          <a:lnTo>
                            <a:pt x="113" y="126"/>
                          </a:lnTo>
                          <a:lnTo>
                            <a:pt x="111" y="134"/>
                          </a:lnTo>
                          <a:lnTo>
                            <a:pt x="102" y="142"/>
                          </a:lnTo>
                          <a:lnTo>
                            <a:pt x="92" y="149"/>
                          </a:lnTo>
                          <a:lnTo>
                            <a:pt x="82" y="150"/>
                          </a:lnTo>
                          <a:lnTo>
                            <a:pt x="67" y="149"/>
                          </a:lnTo>
                          <a:lnTo>
                            <a:pt x="83" y="137"/>
                          </a:lnTo>
                          <a:lnTo>
                            <a:pt x="95" y="131"/>
                          </a:lnTo>
                          <a:lnTo>
                            <a:pt x="104" y="125"/>
                          </a:lnTo>
                          <a:lnTo>
                            <a:pt x="106" y="120"/>
                          </a:lnTo>
                          <a:lnTo>
                            <a:pt x="106" y="116"/>
                          </a:lnTo>
                          <a:lnTo>
                            <a:pt x="101" y="115"/>
                          </a:lnTo>
                          <a:lnTo>
                            <a:pt x="94" y="119"/>
                          </a:lnTo>
                          <a:lnTo>
                            <a:pt x="90" y="126"/>
                          </a:lnTo>
                          <a:lnTo>
                            <a:pt x="82" y="134"/>
                          </a:lnTo>
                          <a:lnTo>
                            <a:pt x="72" y="138"/>
                          </a:lnTo>
                          <a:lnTo>
                            <a:pt x="65" y="142"/>
                          </a:lnTo>
                          <a:lnTo>
                            <a:pt x="57" y="146"/>
                          </a:lnTo>
                          <a:lnTo>
                            <a:pt x="48" y="147"/>
                          </a:lnTo>
                          <a:lnTo>
                            <a:pt x="36" y="147"/>
                          </a:lnTo>
                          <a:lnTo>
                            <a:pt x="27" y="145"/>
                          </a:lnTo>
                          <a:lnTo>
                            <a:pt x="50" y="138"/>
                          </a:lnTo>
                          <a:lnTo>
                            <a:pt x="59" y="134"/>
                          </a:lnTo>
                          <a:lnTo>
                            <a:pt x="65" y="126"/>
                          </a:lnTo>
                          <a:lnTo>
                            <a:pt x="66" y="120"/>
                          </a:lnTo>
                          <a:lnTo>
                            <a:pt x="61" y="120"/>
                          </a:lnTo>
                          <a:lnTo>
                            <a:pt x="58" y="126"/>
                          </a:lnTo>
                          <a:lnTo>
                            <a:pt x="53" y="131"/>
                          </a:lnTo>
                          <a:lnTo>
                            <a:pt x="46" y="136"/>
                          </a:lnTo>
                          <a:lnTo>
                            <a:pt x="37" y="141"/>
                          </a:lnTo>
                          <a:lnTo>
                            <a:pt x="27" y="145"/>
                          </a:lnTo>
                          <a:lnTo>
                            <a:pt x="19" y="142"/>
                          </a:lnTo>
                          <a:lnTo>
                            <a:pt x="15" y="138"/>
                          </a:lnTo>
                          <a:lnTo>
                            <a:pt x="9" y="128"/>
                          </a:lnTo>
                          <a:lnTo>
                            <a:pt x="21" y="126"/>
                          </a:lnTo>
                          <a:lnTo>
                            <a:pt x="43" y="123"/>
                          </a:lnTo>
                          <a:lnTo>
                            <a:pt x="57" y="117"/>
                          </a:lnTo>
                          <a:lnTo>
                            <a:pt x="64" y="112"/>
                          </a:lnTo>
                          <a:lnTo>
                            <a:pt x="67" y="106"/>
                          </a:lnTo>
                          <a:lnTo>
                            <a:pt x="68" y="102"/>
                          </a:lnTo>
                          <a:lnTo>
                            <a:pt x="64" y="102"/>
                          </a:lnTo>
                          <a:lnTo>
                            <a:pt x="60" y="107"/>
                          </a:lnTo>
                          <a:lnTo>
                            <a:pt x="52" y="116"/>
                          </a:lnTo>
                          <a:lnTo>
                            <a:pt x="36" y="120"/>
                          </a:lnTo>
                          <a:lnTo>
                            <a:pt x="21" y="125"/>
                          </a:lnTo>
                          <a:lnTo>
                            <a:pt x="9" y="128"/>
                          </a:lnTo>
                          <a:lnTo>
                            <a:pt x="4" y="111"/>
                          </a:lnTo>
                          <a:lnTo>
                            <a:pt x="3" y="99"/>
                          </a:lnTo>
                          <a:lnTo>
                            <a:pt x="3" y="88"/>
                          </a:lnTo>
                          <a:lnTo>
                            <a:pt x="19" y="95"/>
                          </a:lnTo>
                          <a:lnTo>
                            <a:pt x="36" y="99"/>
                          </a:lnTo>
                          <a:lnTo>
                            <a:pt x="51" y="98"/>
                          </a:lnTo>
                          <a:lnTo>
                            <a:pt x="55" y="96"/>
                          </a:lnTo>
                          <a:lnTo>
                            <a:pt x="57" y="92"/>
                          </a:lnTo>
                          <a:lnTo>
                            <a:pt x="48" y="92"/>
                          </a:lnTo>
                          <a:lnTo>
                            <a:pt x="39" y="95"/>
                          </a:lnTo>
                          <a:lnTo>
                            <a:pt x="18" y="95"/>
                          </a:lnTo>
                          <a:lnTo>
                            <a:pt x="3" y="88"/>
                          </a:lnTo>
                          <a:lnTo>
                            <a:pt x="2" y="73"/>
                          </a:lnTo>
                          <a:lnTo>
                            <a:pt x="1" y="62"/>
                          </a:lnTo>
                          <a:lnTo>
                            <a:pt x="0" y="51"/>
                          </a:lnTo>
                          <a:lnTo>
                            <a:pt x="2" y="34"/>
                          </a:lnTo>
                          <a:lnTo>
                            <a:pt x="7" y="27"/>
                          </a:lnTo>
                          <a:lnTo>
                            <a:pt x="21" y="19"/>
                          </a:lnTo>
                          <a:lnTo>
                            <a:pt x="16" y="20"/>
                          </a:lnTo>
                          <a:lnTo>
                            <a:pt x="2" y="26"/>
                          </a:lnTo>
                          <a:lnTo>
                            <a:pt x="8" y="14"/>
                          </a:lnTo>
                          <a:lnTo>
                            <a:pt x="12" y="8"/>
                          </a:lnTo>
                          <a:lnTo>
                            <a:pt x="16" y="4"/>
                          </a:lnTo>
                          <a:lnTo>
                            <a:pt x="32" y="0"/>
                          </a:lnTo>
                        </a:path>
                      </a:pathLst>
                    </a:custGeom>
                    <a:solidFill>
                      <a:srgbClr val="E0E0E0"/>
                    </a:solidFill>
                    <a:ln w="12700" cap="rnd">
                      <a:noFill/>
                      <a:round/>
                      <a:headEnd/>
                      <a:tailEnd/>
                    </a:ln>
                  </p:spPr>
                  <p:txBody>
                    <a:bodyPr/>
                    <a:lstStyle/>
                    <a:p>
                      <a:pPr algn="ctr"/>
                      <a:endParaRPr lang="pt-BR" sz="2400"/>
                    </a:p>
                  </p:txBody>
                </p:sp>
                <p:sp>
                  <p:nvSpPr>
                    <p:cNvPr id="366" name="Freeform 336"/>
                    <p:cNvSpPr>
                      <a:spLocks/>
                    </p:cNvSpPr>
                    <p:nvPr/>
                  </p:nvSpPr>
                  <p:spPr bwMode="auto">
                    <a:xfrm>
                      <a:off x="2998" y="2398"/>
                      <a:ext cx="44" cy="36"/>
                    </a:xfrm>
                    <a:custGeom>
                      <a:avLst/>
                      <a:gdLst>
                        <a:gd name="T0" fmla="*/ 43 w 44"/>
                        <a:gd name="T1" fmla="*/ 0 h 36"/>
                        <a:gd name="T2" fmla="*/ 43 w 44"/>
                        <a:gd name="T3" fmla="*/ 3 h 36"/>
                        <a:gd name="T4" fmla="*/ 37 w 44"/>
                        <a:gd name="T5" fmla="*/ 9 h 36"/>
                        <a:gd name="T6" fmla="*/ 32 w 44"/>
                        <a:gd name="T7" fmla="*/ 13 h 36"/>
                        <a:gd name="T8" fmla="*/ 20 w 44"/>
                        <a:gd name="T9" fmla="*/ 21 h 36"/>
                        <a:gd name="T10" fmla="*/ 16 w 44"/>
                        <a:gd name="T11" fmla="*/ 24 h 36"/>
                        <a:gd name="T12" fmla="*/ 5 w 44"/>
                        <a:gd name="T13" fmla="*/ 31 h 36"/>
                        <a:gd name="T14" fmla="*/ 17 w 44"/>
                        <a:gd name="T15" fmla="*/ 28 h 36"/>
                        <a:gd name="T16" fmla="*/ 28 w 44"/>
                        <a:gd name="T17" fmla="*/ 25 h 36"/>
                        <a:gd name="T18" fmla="*/ 40 w 44"/>
                        <a:gd name="T19" fmla="*/ 24 h 36"/>
                        <a:gd name="T20" fmla="*/ 39 w 44"/>
                        <a:gd name="T21" fmla="*/ 27 h 36"/>
                        <a:gd name="T22" fmla="*/ 20 w 44"/>
                        <a:gd name="T23" fmla="*/ 30 h 36"/>
                        <a:gd name="T24" fmla="*/ 11 w 44"/>
                        <a:gd name="T25" fmla="*/ 34 h 36"/>
                        <a:gd name="T26" fmla="*/ 5 w 44"/>
                        <a:gd name="T27" fmla="*/ 35 h 36"/>
                        <a:gd name="T28" fmla="*/ 0 w 44"/>
                        <a:gd name="T29" fmla="*/ 33 h 36"/>
                        <a:gd name="T30" fmla="*/ 0 w 44"/>
                        <a:gd name="T31" fmla="*/ 29 h 36"/>
                        <a:gd name="T32" fmla="*/ 4 w 44"/>
                        <a:gd name="T33" fmla="*/ 26 h 36"/>
                        <a:gd name="T34" fmla="*/ 9 w 44"/>
                        <a:gd name="T35" fmla="*/ 21 h 36"/>
                        <a:gd name="T36" fmla="*/ 16 w 44"/>
                        <a:gd name="T37" fmla="*/ 14 h 36"/>
                        <a:gd name="T38" fmla="*/ 21 w 44"/>
                        <a:gd name="T39" fmla="*/ 7 h 36"/>
                        <a:gd name="T40" fmla="*/ 29 w 44"/>
                        <a:gd name="T41" fmla="*/ 3 h 36"/>
                        <a:gd name="T42" fmla="*/ 38 w 44"/>
                        <a:gd name="T43" fmla="*/ 1 h 36"/>
                        <a:gd name="T44" fmla="*/ 43 w 44"/>
                        <a:gd name="T45" fmla="*/ 0 h 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4"/>
                        <a:gd name="T70" fmla="*/ 0 h 36"/>
                        <a:gd name="T71" fmla="*/ 44 w 44"/>
                        <a:gd name="T72" fmla="*/ 36 h 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4" h="36">
                          <a:moveTo>
                            <a:pt x="43" y="0"/>
                          </a:moveTo>
                          <a:lnTo>
                            <a:pt x="43" y="3"/>
                          </a:lnTo>
                          <a:lnTo>
                            <a:pt x="37" y="9"/>
                          </a:lnTo>
                          <a:lnTo>
                            <a:pt x="32" y="13"/>
                          </a:lnTo>
                          <a:lnTo>
                            <a:pt x="20" y="21"/>
                          </a:lnTo>
                          <a:lnTo>
                            <a:pt x="16" y="24"/>
                          </a:lnTo>
                          <a:lnTo>
                            <a:pt x="5" y="31"/>
                          </a:lnTo>
                          <a:lnTo>
                            <a:pt x="17" y="28"/>
                          </a:lnTo>
                          <a:lnTo>
                            <a:pt x="28" y="25"/>
                          </a:lnTo>
                          <a:lnTo>
                            <a:pt x="40" y="24"/>
                          </a:lnTo>
                          <a:lnTo>
                            <a:pt x="39" y="27"/>
                          </a:lnTo>
                          <a:lnTo>
                            <a:pt x="20" y="30"/>
                          </a:lnTo>
                          <a:lnTo>
                            <a:pt x="11" y="34"/>
                          </a:lnTo>
                          <a:lnTo>
                            <a:pt x="5" y="35"/>
                          </a:lnTo>
                          <a:lnTo>
                            <a:pt x="0" y="33"/>
                          </a:lnTo>
                          <a:lnTo>
                            <a:pt x="0" y="29"/>
                          </a:lnTo>
                          <a:lnTo>
                            <a:pt x="4" y="26"/>
                          </a:lnTo>
                          <a:lnTo>
                            <a:pt x="9" y="21"/>
                          </a:lnTo>
                          <a:lnTo>
                            <a:pt x="16" y="14"/>
                          </a:lnTo>
                          <a:lnTo>
                            <a:pt x="21" y="7"/>
                          </a:lnTo>
                          <a:lnTo>
                            <a:pt x="29" y="3"/>
                          </a:lnTo>
                          <a:lnTo>
                            <a:pt x="38" y="1"/>
                          </a:lnTo>
                          <a:lnTo>
                            <a:pt x="43" y="0"/>
                          </a:lnTo>
                        </a:path>
                      </a:pathLst>
                    </a:custGeom>
                    <a:solidFill>
                      <a:srgbClr val="C0C0C0"/>
                    </a:solidFill>
                    <a:ln w="12700" cap="rnd">
                      <a:noFill/>
                      <a:round/>
                      <a:headEnd/>
                      <a:tailEnd/>
                    </a:ln>
                  </p:spPr>
                  <p:txBody>
                    <a:bodyPr/>
                    <a:lstStyle/>
                    <a:p>
                      <a:pPr algn="ctr"/>
                      <a:endParaRPr lang="pt-BR" sz="2400"/>
                    </a:p>
                  </p:txBody>
                </p:sp>
                <p:sp>
                  <p:nvSpPr>
                    <p:cNvPr id="367" name="Freeform 337"/>
                    <p:cNvSpPr>
                      <a:spLocks/>
                    </p:cNvSpPr>
                    <p:nvPr/>
                  </p:nvSpPr>
                  <p:spPr bwMode="auto">
                    <a:xfrm>
                      <a:off x="2999" y="2370"/>
                      <a:ext cx="40" cy="45"/>
                    </a:xfrm>
                    <a:custGeom>
                      <a:avLst/>
                      <a:gdLst>
                        <a:gd name="T0" fmla="*/ 32 w 40"/>
                        <a:gd name="T1" fmla="*/ 0 h 45"/>
                        <a:gd name="T2" fmla="*/ 37 w 40"/>
                        <a:gd name="T3" fmla="*/ 1 h 45"/>
                        <a:gd name="T4" fmla="*/ 39 w 40"/>
                        <a:gd name="T5" fmla="*/ 5 h 45"/>
                        <a:gd name="T6" fmla="*/ 39 w 40"/>
                        <a:gd name="T7" fmla="*/ 9 h 45"/>
                        <a:gd name="T8" fmla="*/ 35 w 40"/>
                        <a:gd name="T9" fmla="*/ 14 h 45"/>
                        <a:gd name="T10" fmla="*/ 31 w 40"/>
                        <a:gd name="T11" fmla="*/ 14 h 45"/>
                        <a:gd name="T12" fmla="*/ 22 w 40"/>
                        <a:gd name="T13" fmla="*/ 19 h 45"/>
                        <a:gd name="T14" fmla="*/ 15 w 40"/>
                        <a:gd name="T15" fmla="*/ 25 h 45"/>
                        <a:gd name="T16" fmla="*/ 9 w 40"/>
                        <a:gd name="T17" fmla="*/ 33 h 45"/>
                        <a:gd name="T18" fmla="*/ 2 w 40"/>
                        <a:gd name="T19" fmla="*/ 42 h 45"/>
                        <a:gd name="T20" fmla="*/ 0 w 40"/>
                        <a:gd name="T21" fmla="*/ 44 h 45"/>
                        <a:gd name="T22" fmla="*/ 2 w 40"/>
                        <a:gd name="T23" fmla="*/ 34 h 45"/>
                        <a:gd name="T24" fmla="*/ 4 w 40"/>
                        <a:gd name="T25" fmla="*/ 26 h 45"/>
                        <a:gd name="T26" fmla="*/ 7 w 40"/>
                        <a:gd name="T27" fmla="*/ 18 h 45"/>
                        <a:gd name="T28" fmla="*/ 12 w 40"/>
                        <a:gd name="T29" fmla="*/ 11 h 45"/>
                        <a:gd name="T30" fmla="*/ 26 w 40"/>
                        <a:gd name="T31" fmla="*/ 1 h 45"/>
                        <a:gd name="T32" fmla="*/ 32 w 40"/>
                        <a:gd name="T33" fmla="*/ 0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0"/>
                        <a:gd name="T52" fmla="*/ 0 h 45"/>
                        <a:gd name="T53" fmla="*/ 40 w 40"/>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0" h="45">
                          <a:moveTo>
                            <a:pt x="32" y="0"/>
                          </a:moveTo>
                          <a:lnTo>
                            <a:pt x="37" y="1"/>
                          </a:lnTo>
                          <a:lnTo>
                            <a:pt x="39" y="5"/>
                          </a:lnTo>
                          <a:lnTo>
                            <a:pt x="39" y="9"/>
                          </a:lnTo>
                          <a:lnTo>
                            <a:pt x="35" y="14"/>
                          </a:lnTo>
                          <a:lnTo>
                            <a:pt x="31" y="14"/>
                          </a:lnTo>
                          <a:lnTo>
                            <a:pt x="22" y="19"/>
                          </a:lnTo>
                          <a:lnTo>
                            <a:pt x="15" y="25"/>
                          </a:lnTo>
                          <a:lnTo>
                            <a:pt x="9" y="33"/>
                          </a:lnTo>
                          <a:lnTo>
                            <a:pt x="2" y="42"/>
                          </a:lnTo>
                          <a:lnTo>
                            <a:pt x="0" y="44"/>
                          </a:lnTo>
                          <a:lnTo>
                            <a:pt x="2" y="34"/>
                          </a:lnTo>
                          <a:lnTo>
                            <a:pt x="4" y="26"/>
                          </a:lnTo>
                          <a:lnTo>
                            <a:pt x="7" y="18"/>
                          </a:lnTo>
                          <a:lnTo>
                            <a:pt x="12" y="11"/>
                          </a:lnTo>
                          <a:lnTo>
                            <a:pt x="26" y="1"/>
                          </a:lnTo>
                          <a:lnTo>
                            <a:pt x="32" y="0"/>
                          </a:lnTo>
                        </a:path>
                      </a:pathLst>
                    </a:custGeom>
                    <a:solidFill>
                      <a:srgbClr val="C0C0C0"/>
                    </a:solidFill>
                    <a:ln w="12700" cap="rnd">
                      <a:noFill/>
                      <a:round/>
                      <a:headEnd/>
                      <a:tailEnd/>
                    </a:ln>
                  </p:spPr>
                  <p:txBody>
                    <a:bodyPr/>
                    <a:lstStyle/>
                    <a:p>
                      <a:pPr algn="ctr"/>
                      <a:endParaRPr lang="pt-BR" sz="2400"/>
                    </a:p>
                  </p:txBody>
                </p:sp>
                <p:sp>
                  <p:nvSpPr>
                    <p:cNvPr id="368" name="Freeform 338"/>
                    <p:cNvSpPr>
                      <a:spLocks/>
                    </p:cNvSpPr>
                    <p:nvPr/>
                  </p:nvSpPr>
                  <p:spPr bwMode="auto">
                    <a:xfrm>
                      <a:off x="3004" y="2326"/>
                      <a:ext cx="43" cy="27"/>
                    </a:xfrm>
                    <a:custGeom>
                      <a:avLst/>
                      <a:gdLst>
                        <a:gd name="T0" fmla="*/ 42 w 43"/>
                        <a:gd name="T1" fmla="*/ 26 h 27"/>
                        <a:gd name="T2" fmla="*/ 34 w 43"/>
                        <a:gd name="T3" fmla="*/ 20 h 27"/>
                        <a:gd name="T4" fmla="*/ 22 w 43"/>
                        <a:gd name="T5" fmla="*/ 16 h 27"/>
                        <a:gd name="T6" fmla="*/ 14 w 43"/>
                        <a:gd name="T7" fmla="*/ 14 h 27"/>
                        <a:gd name="T8" fmla="*/ 0 w 43"/>
                        <a:gd name="T9" fmla="*/ 0 h 27"/>
                        <a:gd name="T10" fmla="*/ 11 w 43"/>
                        <a:gd name="T11" fmla="*/ 5 h 27"/>
                        <a:gd name="T12" fmla="*/ 20 w 43"/>
                        <a:gd name="T13" fmla="*/ 9 h 27"/>
                        <a:gd name="T14" fmla="*/ 28 w 43"/>
                        <a:gd name="T15" fmla="*/ 12 h 27"/>
                        <a:gd name="T16" fmla="*/ 32 w 43"/>
                        <a:gd name="T17" fmla="*/ 16 h 27"/>
                        <a:gd name="T18" fmla="*/ 42 w 43"/>
                        <a:gd name="T19" fmla="*/ 26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27"/>
                        <a:gd name="T32" fmla="*/ 43 w 43"/>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27">
                          <a:moveTo>
                            <a:pt x="42" y="26"/>
                          </a:moveTo>
                          <a:lnTo>
                            <a:pt x="34" y="20"/>
                          </a:lnTo>
                          <a:lnTo>
                            <a:pt x="22" y="16"/>
                          </a:lnTo>
                          <a:lnTo>
                            <a:pt x="14" y="14"/>
                          </a:lnTo>
                          <a:lnTo>
                            <a:pt x="0" y="0"/>
                          </a:lnTo>
                          <a:lnTo>
                            <a:pt x="11" y="5"/>
                          </a:lnTo>
                          <a:lnTo>
                            <a:pt x="20" y="9"/>
                          </a:lnTo>
                          <a:lnTo>
                            <a:pt x="28" y="12"/>
                          </a:lnTo>
                          <a:lnTo>
                            <a:pt x="32" y="16"/>
                          </a:lnTo>
                          <a:lnTo>
                            <a:pt x="42" y="26"/>
                          </a:lnTo>
                        </a:path>
                      </a:pathLst>
                    </a:custGeom>
                    <a:solidFill>
                      <a:srgbClr val="E0E0E0"/>
                    </a:solidFill>
                    <a:ln w="12700" cap="rnd">
                      <a:noFill/>
                      <a:round/>
                      <a:headEnd/>
                      <a:tailEnd/>
                    </a:ln>
                  </p:spPr>
                  <p:txBody>
                    <a:bodyPr/>
                    <a:lstStyle/>
                    <a:p>
                      <a:pPr algn="ctr"/>
                      <a:endParaRPr lang="pt-BR" sz="2400"/>
                    </a:p>
                  </p:txBody>
                </p:sp>
                <p:sp>
                  <p:nvSpPr>
                    <p:cNvPr id="369" name="Freeform 339"/>
                    <p:cNvSpPr>
                      <a:spLocks/>
                    </p:cNvSpPr>
                    <p:nvPr/>
                  </p:nvSpPr>
                  <p:spPr bwMode="auto">
                    <a:xfrm>
                      <a:off x="3052" y="2374"/>
                      <a:ext cx="25" cy="67"/>
                    </a:xfrm>
                    <a:custGeom>
                      <a:avLst/>
                      <a:gdLst>
                        <a:gd name="T0" fmla="*/ 24 w 25"/>
                        <a:gd name="T1" fmla="*/ 66 h 67"/>
                        <a:gd name="T2" fmla="*/ 12 w 25"/>
                        <a:gd name="T3" fmla="*/ 66 h 67"/>
                        <a:gd name="T4" fmla="*/ 8 w 25"/>
                        <a:gd name="T5" fmla="*/ 65 h 67"/>
                        <a:gd name="T6" fmla="*/ 8 w 25"/>
                        <a:gd name="T7" fmla="*/ 63 h 67"/>
                        <a:gd name="T8" fmla="*/ 6 w 25"/>
                        <a:gd name="T9" fmla="*/ 60 h 67"/>
                        <a:gd name="T10" fmla="*/ 2 w 25"/>
                        <a:gd name="T11" fmla="*/ 58 h 67"/>
                        <a:gd name="T12" fmla="*/ 4 w 25"/>
                        <a:gd name="T13" fmla="*/ 55 h 67"/>
                        <a:gd name="T14" fmla="*/ 4 w 25"/>
                        <a:gd name="T15" fmla="*/ 52 h 67"/>
                        <a:gd name="T16" fmla="*/ 1 w 25"/>
                        <a:gd name="T17" fmla="*/ 48 h 67"/>
                        <a:gd name="T18" fmla="*/ 1 w 25"/>
                        <a:gd name="T19" fmla="*/ 45 h 67"/>
                        <a:gd name="T20" fmla="*/ 3 w 25"/>
                        <a:gd name="T21" fmla="*/ 39 h 67"/>
                        <a:gd name="T22" fmla="*/ 3 w 25"/>
                        <a:gd name="T23" fmla="*/ 29 h 67"/>
                        <a:gd name="T24" fmla="*/ 0 w 25"/>
                        <a:gd name="T25" fmla="*/ 19 h 67"/>
                        <a:gd name="T26" fmla="*/ 1 w 25"/>
                        <a:gd name="T27" fmla="*/ 11 h 67"/>
                        <a:gd name="T28" fmla="*/ 1 w 25"/>
                        <a:gd name="T29" fmla="*/ 0 h 67"/>
                        <a:gd name="T30" fmla="*/ 8 w 25"/>
                        <a:gd name="T31" fmla="*/ 18 h 67"/>
                        <a:gd name="T32" fmla="*/ 15 w 25"/>
                        <a:gd name="T33" fmla="*/ 35 h 67"/>
                        <a:gd name="T34" fmla="*/ 20 w 25"/>
                        <a:gd name="T35" fmla="*/ 54 h 67"/>
                        <a:gd name="T36" fmla="*/ 24 w 25"/>
                        <a:gd name="T37" fmla="*/ 66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
                        <a:gd name="T58" fmla="*/ 0 h 67"/>
                        <a:gd name="T59" fmla="*/ 25 w 25"/>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 h="67">
                          <a:moveTo>
                            <a:pt x="24" y="66"/>
                          </a:moveTo>
                          <a:lnTo>
                            <a:pt x="12" y="66"/>
                          </a:lnTo>
                          <a:lnTo>
                            <a:pt x="8" y="65"/>
                          </a:lnTo>
                          <a:lnTo>
                            <a:pt x="8" y="63"/>
                          </a:lnTo>
                          <a:lnTo>
                            <a:pt x="6" y="60"/>
                          </a:lnTo>
                          <a:lnTo>
                            <a:pt x="2" y="58"/>
                          </a:lnTo>
                          <a:lnTo>
                            <a:pt x="4" y="55"/>
                          </a:lnTo>
                          <a:lnTo>
                            <a:pt x="4" y="52"/>
                          </a:lnTo>
                          <a:lnTo>
                            <a:pt x="1" y="48"/>
                          </a:lnTo>
                          <a:lnTo>
                            <a:pt x="1" y="45"/>
                          </a:lnTo>
                          <a:lnTo>
                            <a:pt x="3" y="39"/>
                          </a:lnTo>
                          <a:lnTo>
                            <a:pt x="3" y="29"/>
                          </a:lnTo>
                          <a:lnTo>
                            <a:pt x="0" y="19"/>
                          </a:lnTo>
                          <a:lnTo>
                            <a:pt x="1" y="11"/>
                          </a:lnTo>
                          <a:lnTo>
                            <a:pt x="1" y="0"/>
                          </a:lnTo>
                          <a:lnTo>
                            <a:pt x="8" y="18"/>
                          </a:lnTo>
                          <a:lnTo>
                            <a:pt x="15" y="35"/>
                          </a:lnTo>
                          <a:lnTo>
                            <a:pt x="20" y="54"/>
                          </a:lnTo>
                          <a:lnTo>
                            <a:pt x="24" y="66"/>
                          </a:lnTo>
                        </a:path>
                      </a:pathLst>
                    </a:custGeom>
                    <a:solidFill>
                      <a:srgbClr val="E0E0E0"/>
                    </a:solidFill>
                    <a:ln w="12700" cap="rnd">
                      <a:noFill/>
                      <a:round/>
                      <a:headEnd/>
                      <a:tailEnd/>
                    </a:ln>
                  </p:spPr>
                  <p:txBody>
                    <a:bodyPr/>
                    <a:lstStyle/>
                    <a:p>
                      <a:pPr algn="ctr"/>
                      <a:endParaRPr lang="pt-BR" sz="2400"/>
                    </a:p>
                  </p:txBody>
                </p:sp>
                <p:sp>
                  <p:nvSpPr>
                    <p:cNvPr id="370" name="Freeform 340"/>
                    <p:cNvSpPr>
                      <a:spLocks/>
                    </p:cNvSpPr>
                    <p:nvPr/>
                  </p:nvSpPr>
                  <p:spPr bwMode="auto">
                    <a:xfrm>
                      <a:off x="3000" y="2445"/>
                      <a:ext cx="43" cy="14"/>
                    </a:xfrm>
                    <a:custGeom>
                      <a:avLst/>
                      <a:gdLst>
                        <a:gd name="T0" fmla="*/ 9 w 43"/>
                        <a:gd name="T1" fmla="*/ 6 h 14"/>
                        <a:gd name="T2" fmla="*/ 18 w 43"/>
                        <a:gd name="T3" fmla="*/ 3 h 14"/>
                        <a:gd name="T4" fmla="*/ 26 w 43"/>
                        <a:gd name="T5" fmla="*/ 1 h 14"/>
                        <a:gd name="T6" fmla="*/ 37 w 43"/>
                        <a:gd name="T7" fmla="*/ 0 h 14"/>
                        <a:gd name="T8" fmla="*/ 42 w 43"/>
                        <a:gd name="T9" fmla="*/ 1 h 14"/>
                        <a:gd name="T10" fmla="*/ 40 w 43"/>
                        <a:gd name="T11" fmla="*/ 5 h 14"/>
                        <a:gd name="T12" fmla="*/ 36 w 43"/>
                        <a:gd name="T13" fmla="*/ 8 h 14"/>
                        <a:gd name="T14" fmla="*/ 25 w 43"/>
                        <a:gd name="T15" fmla="*/ 10 h 14"/>
                        <a:gd name="T16" fmla="*/ 10 w 43"/>
                        <a:gd name="T17" fmla="*/ 13 h 14"/>
                        <a:gd name="T18" fmla="*/ 0 w 43"/>
                        <a:gd name="T19" fmla="*/ 12 h 14"/>
                        <a:gd name="T20" fmla="*/ 9 w 43"/>
                        <a:gd name="T21" fmla="*/ 6 h 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
                        <a:gd name="T34" fmla="*/ 0 h 14"/>
                        <a:gd name="T35" fmla="*/ 43 w 43"/>
                        <a:gd name="T36" fmla="*/ 14 h 1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 h="14">
                          <a:moveTo>
                            <a:pt x="9" y="6"/>
                          </a:moveTo>
                          <a:lnTo>
                            <a:pt x="18" y="3"/>
                          </a:lnTo>
                          <a:lnTo>
                            <a:pt x="26" y="1"/>
                          </a:lnTo>
                          <a:lnTo>
                            <a:pt x="37" y="0"/>
                          </a:lnTo>
                          <a:lnTo>
                            <a:pt x="42" y="1"/>
                          </a:lnTo>
                          <a:lnTo>
                            <a:pt x="40" y="5"/>
                          </a:lnTo>
                          <a:lnTo>
                            <a:pt x="36" y="8"/>
                          </a:lnTo>
                          <a:lnTo>
                            <a:pt x="25" y="10"/>
                          </a:lnTo>
                          <a:lnTo>
                            <a:pt x="10" y="13"/>
                          </a:lnTo>
                          <a:lnTo>
                            <a:pt x="0" y="12"/>
                          </a:lnTo>
                          <a:lnTo>
                            <a:pt x="9" y="6"/>
                          </a:lnTo>
                        </a:path>
                      </a:pathLst>
                    </a:custGeom>
                    <a:solidFill>
                      <a:srgbClr val="C0C0C0"/>
                    </a:solidFill>
                    <a:ln w="12700" cap="rnd">
                      <a:noFill/>
                      <a:round/>
                      <a:headEnd/>
                      <a:tailEnd/>
                    </a:ln>
                  </p:spPr>
                  <p:txBody>
                    <a:bodyPr/>
                    <a:lstStyle/>
                    <a:p>
                      <a:pPr algn="ctr"/>
                      <a:endParaRPr lang="pt-BR" sz="2400"/>
                    </a:p>
                  </p:txBody>
                </p:sp>
                <p:sp>
                  <p:nvSpPr>
                    <p:cNvPr id="371" name="Freeform 341"/>
                    <p:cNvSpPr>
                      <a:spLocks/>
                    </p:cNvSpPr>
                    <p:nvPr/>
                  </p:nvSpPr>
                  <p:spPr bwMode="auto">
                    <a:xfrm>
                      <a:off x="3050" y="2451"/>
                      <a:ext cx="27" cy="30"/>
                    </a:xfrm>
                    <a:custGeom>
                      <a:avLst/>
                      <a:gdLst>
                        <a:gd name="T0" fmla="*/ 14 w 27"/>
                        <a:gd name="T1" fmla="*/ 8 h 30"/>
                        <a:gd name="T2" fmla="*/ 17 w 27"/>
                        <a:gd name="T3" fmla="*/ 2 h 30"/>
                        <a:gd name="T4" fmla="*/ 23 w 27"/>
                        <a:gd name="T5" fmla="*/ 0 h 30"/>
                        <a:gd name="T6" fmla="*/ 26 w 27"/>
                        <a:gd name="T7" fmla="*/ 2 h 30"/>
                        <a:gd name="T8" fmla="*/ 26 w 27"/>
                        <a:gd name="T9" fmla="*/ 5 h 30"/>
                        <a:gd name="T10" fmla="*/ 24 w 27"/>
                        <a:gd name="T11" fmla="*/ 11 h 30"/>
                        <a:gd name="T12" fmla="*/ 20 w 27"/>
                        <a:gd name="T13" fmla="*/ 16 h 30"/>
                        <a:gd name="T14" fmla="*/ 16 w 27"/>
                        <a:gd name="T15" fmla="*/ 20 h 30"/>
                        <a:gd name="T16" fmla="*/ 10 w 27"/>
                        <a:gd name="T17" fmla="*/ 25 h 30"/>
                        <a:gd name="T18" fmla="*/ 0 w 27"/>
                        <a:gd name="T19" fmla="*/ 29 h 30"/>
                        <a:gd name="T20" fmla="*/ 9 w 27"/>
                        <a:gd name="T21" fmla="*/ 21 h 30"/>
                        <a:gd name="T22" fmla="*/ 11 w 27"/>
                        <a:gd name="T23" fmla="*/ 15 h 30"/>
                        <a:gd name="T24" fmla="*/ 14 w 27"/>
                        <a:gd name="T25" fmla="*/ 8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30"/>
                        <a:gd name="T41" fmla="*/ 27 w 27"/>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30">
                          <a:moveTo>
                            <a:pt x="14" y="8"/>
                          </a:moveTo>
                          <a:lnTo>
                            <a:pt x="17" y="2"/>
                          </a:lnTo>
                          <a:lnTo>
                            <a:pt x="23" y="0"/>
                          </a:lnTo>
                          <a:lnTo>
                            <a:pt x="26" y="2"/>
                          </a:lnTo>
                          <a:lnTo>
                            <a:pt x="26" y="5"/>
                          </a:lnTo>
                          <a:lnTo>
                            <a:pt x="24" y="11"/>
                          </a:lnTo>
                          <a:lnTo>
                            <a:pt x="20" y="16"/>
                          </a:lnTo>
                          <a:lnTo>
                            <a:pt x="16" y="20"/>
                          </a:lnTo>
                          <a:lnTo>
                            <a:pt x="10" y="25"/>
                          </a:lnTo>
                          <a:lnTo>
                            <a:pt x="0" y="29"/>
                          </a:lnTo>
                          <a:lnTo>
                            <a:pt x="9" y="21"/>
                          </a:lnTo>
                          <a:lnTo>
                            <a:pt x="11" y="15"/>
                          </a:lnTo>
                          <a:lnTo>
                            <a:pt x="14" y="8"/>
                          </a:lnTo>
                        </a:path>
                      </a:pathLst>
                    </a:custGeom>
                    <a:solidFill>
                      <a:srgbClr val="C0C0C0"/>
                    </a:solidFill>
                    <a:ln w="12700" cap="rnd">
                      <a:noFill/>
                      <a:round/>
                      <a:headEnd/>
                      <a:tailEnd/>
                    </a:ln>
                  </p:spPr>
                  <p:txBody>
                    <a:bodyPr/>
                    <a:lstStyle/>
                    <a:p>
                      <a:pPr algn="ctr"/>
                      <a:endParaRPr lang="pt-BR" sz="2400"/>
                    </a:p>
                  </p:txBody>
                </p:sp>
                <p:sp>
                  <p:nvSpPr>
                    <p:cNvPr id="372" name="Freeform 342"/>
                    <p:cNvSpPr>
                      <a:spLocks/>
                    </p:cNvSpPr>
                    <p:nvPr/>
                  </p:nvSpPr>
                  <p:spPr bwMode="auto">
                    <a:xfrm>
                      <a:off x="2974" y="2304"/>
                      <a:ext cx="62" cy="35"/>
                    </a:xfrm>
                    <a:custGeom>
                      <a:avLst/>
                      <a:gdLst>
                        <a:gd name="T0" fmla="*/ 61 w 62"/>
                        <a:gd name="T1" fmla="*/ 34 h 35"/>
                        <a:gd name="T2" fmla="*/ 59 w 62"/>
                        <a:gd name="T3" fmla="*/ 19 h 35"/>
                        <a:gd name="T4" fmla="*/ 46 w 62"/>
                        <a:gd name="T5" fmla="*/ 14 h 35"/>
                        <a:gd name="T6" fmla="*/ 29 w 62"/>
                        <a:gd name="T7" fmla="*/ 8 h 35"/>
                        <a:gd name="T8" fmla="*/ 17 w 62"/>
                        <a:gd name="T9" fmla="*/ 4 h 35"/>
                        <a:gd name="T10" fmla="*/ 5 w 62"/>
                        <a:gd name="T11" fmla="*/ 0 h 35"/>
                        <a:gd name="T12" fmla="*/ 0 w 62"/>
                        <a:gd name="T13" fmla="*/ 9 h 35"/>
                        <a:gd name="T14" fmla="*/ 11 w 62"/>
                        <a:gd name="T15" fmla="*/ 15 h 35"/>
                        <a:gd name="T16" fmla="*/ 25 w 62"/>
                        <a:gd name="T17" fmla="*/ 19 h 35"/>
                        <a:gd name="T18" fmla="*/ 34 w 62"/>
                        <a:gd name="T19" fmla="*/ 21 h 35"/>
                        <a:gd name="T20" fmla="*/ 47 w 62"/>
                        <a:gd name="T21" fmla="*/ 28 h 35"/>
                        <a:gd name="T22" fmla="*/ 61 w 62"/>
                        <a:gd name="T23" fmla="*/ 34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
                        <a:gd name="T37" fmla="*/ 0 h 35"/>
                        <a:gd name="T38" fmla="*/ 62 w 62"/>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 h="35">
                          <a:moveTo>
                            <a:pt x="61" y="34"/>
                          </a:moveTo>
                          <a:lnTo>
                            <a:pt x="59" y="19"/>
                          </a:lnTo>
                          <a:lnTo>
                            <a:pt x="46" y="14"/>
                          </a:lnTo>
                          <a:lnTo>
                            <a:pt x="29" y="8"/>
                          </a:lnTo>
                          <a:lnTo>
                            <a:pt x="17" y="4"/>
                          </a:lnTo>
                          <a:lnTo>
                            <a:pt x="5" y="0"/>
                          </a:lnTo>
                          <a:lnTo>
                            <a:pt x="0" y="9"/>
                          </a:lnTo>
                          <a:lnTo>
                            <a:pt x="11" y="15"/>
                          </a:lnTo>
                          <a:lnTo>
                            <a:pt x="25" y="19"/>
                          </a:lnTo>
                          <a:lnTo>
                            <a:pt x="34" y="21"/>
                          </a:lnTo>
                          <a:lnTo>
                            <a:pt x="47" y="28"/>
                          </a:lnTo>
                          <a:lnTo>
                            <a:pt x="61" y="34"/>
                          </a:lnTo>
                        </a:path>
                      </a:pathLst>
                    </a:custGeom>
                    <a:solidFill>
                      <a:srgbClr val="E0E0E0"/>
                    </a:solidFill>
                    <a:ln w="12700" cap="rnd">
                      <a:noFill/>
                      <a:round/>
                      <a:headEnd/>
                      <a:tailEnd/>
                    </a:ln>
                  </p:spPr>
                  <p:txBody>
                    <a:bodyPr/>
                    <a:lstStyle/>
                    <a:p>
                      <a:pPr algn="ctr"/>
                      <a:endParaRPr lang="pt-BR" sz="2400"/>
                    </a:p>
                  </p:txBody>
                </p:sp>
              </p:grpSp>
            </p:grpSp>
            <p:grpSp>
              <p:nvGrpSpPr>
                <p:cNvPr id="341" name="Group 343"/>
                <p:cNvGrpSpPr>
                  <a:grpSpLocks/>
                </p:cNvGrpSpPr>
                <p:nvPr/>
              </p:nvGrpSpPr>
              <p:grpSpPr bwMode="auto">
                <a:xfrm>
                  <a:off x="2907" y="2461"/>
                  <a:ext cx="125" cy="152"/>
                  <a:chOff x="2907" y="2461"/>
                  <a:chExt cx="125" cy="152"/>
                </a:xfrm>
              </p:grpSpPr>
              <p:sp>
                <p:nvSpPr>
                  <p:cNvPr id="342" name="Freeform 344"/>
                  <p:cNvSpPr>
                    <a:spLocks/>
                  </p:cNvSpPr>
                  <p:nvPr/>
                </p:nvSpPr>
                <p:spPr bwMode="auto">
                  <a:xfrm>
                    <a:off x="2907" y="2461"/>
                    <a:ext cx="125" cy="152"/>
                  </a:xfrm>
                  <a:custGeom>
                    <a:avLst/>
                    <a:gdLst>
                      <a:gd name="T0" fmla="*/ 68 w 125"/>
                      <a:gd name="T1" fmla="*/ 22 h 152"/>
                      <a:gd name="T2" fmla="*/ 46 w 125"/>
                      <a:gd name="T3" fmla="*/ 20 h 152"/>
                      <a:gd name="T4" fmla="*/ 32 w 125"/>
                      <a:gd name="T5" fmla="*/ 17 h 152"/>
                      <a:gd name="T6" fmla="*/ 27 w 125"/>
                      <a:gd name="T7" fmla="*/ 12 h 152"/>
                      <a:gd name="T8" fmla="*/ 27 w 125"/>
                      <a:gd name="T9" fmla="*/ 7 h 152"/>
                      <a:gd name="T10" fmla="*/ 24 w 125"/>
                      <a:gd name="T11" fmla="*/ 3 h 152"/>
                      <a:gd name="T12" fmla="*/ 12 w 125"/>
                      <a:gd name="T13" fmla="*/ 0 h 152"/>
                      <a:gd name="T14" fmla="*/ 0 w 125"/>
                      <a:gd name="T15" fmla="*/ 1 h 152"/>
                      <a:gd name="T16" fmla="*/ 14 w 125"/>
                      <a:gd name="T17" fmla="*/ 118 h 152"/>
                      <a:gd name="T18" fmla="*/ 24 w 125"/>
                      <a:gd name="T19" fmla="*/ 128 h 152"/>
                      <a:gd name="T20" fmla="*/ 37 w 125"/>
                      <a:gd name="T21" fmla="*/ 139 h 152"/>
                      <a:gd name="T22" fmla="*/ 55 w 125"/>
                      <a:gd name="T23" fmla="*/ 147 h 152"/>
                      <a:gd name="T24" fmla="*/ 76 w 125"/>
                      <a:gd name="T25" fmla="*/ 150 h 152"/>
                      <a:gd name="T26" fmla="*/ 103 w 125"/>
                      <a:gd name="T27" fmla="*/ 151 h 152"/>
                      <a:gd name="T28" fmla="*/ 120 w 125"/>
                      <a:gd name="T29" fmla="*/ 149 h 152"/>
                      <a:gd name="T30" fmla="*/ 124 w 125"/>
                      <a:gd name="T31" fmla="*/ 141 h 152"/>
                      <a:gd name="T32" fmla="*/ 122 w 125"/>
                      <a:gd name="T33" fmla="*/ 130 h 152"/>
                      <a:gd name="T34" fmla="*/ 110 w 125"/>
                      <a:gd name="T35" fmla="*/ 97 h 152"/>
                      <a:gd name="T36" fmla="*/ 100 w 125"/>
                      <a:gd name="T37" fmla="*/ 65 h 152"/>
                      <a:gd name="T38" fmla="*/ 95 w 125"/>
                      <a:gd name="T39" fmla="*/ 41 h 152"/>
                      <a:gd name="T40" fmla="*/ 95 w 125"/>
                      <a:gd name="T41" fmla="*/ 34 h 152"/>
                      <a:gd name="T42" fmla="*/ 90 w 125"/>
                      <a:gd name="T43" fmla="*/ 25 h 152"/>
                      <a:gd name="T44" fmla="*/ 82 w 125"/>
                      <a:gd name="T45" fmla="*/ 22 h 152"/>
                      <a:gd name="T46" fmla="*/ 68 w 125"/>
                      <a:gd name="T47" fmla="*/ 22 h 15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25"/>
                      <a:gd name="T73" fmla="*/ 0 h 152"/>
                      <a:gd name="T74" fmla="*/ 125 w 125"/>
                      <a:gd name="T75" fmla="*/ 152 h 15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25" h="152">
                        <a:moveTo>
                          <a:pt x="68" y="22"/>
                        </a:moveTo>
                        <a:lnTo>
                          <a:pt x="46" y="20"/>
                        </a:lnTo>
                        <a:lnTo>
                          <a:pt x="32" y="17"/>
                        </a:lnTo>
                        <a:lnTo>
                          <a:pt x="27" y="12"/>
                        </a:lnTo>
                        <a:lnTo>
                          <a:pt x="27" y="7"/>
                        </a:lnTo>
                        <a:lnTo>
                          <a:pt x="24" y="3"/>
                        </a:lnTo>
                        <a:lnTo>
                          <a:pt x="12" y="0"/>
                        </a:lnTo>
                        <a:lnTo>
                          <a:pt x="0" y="1"/>
                        </a:lnTo>
                        <a:lnTo>
                          <a:pt x="14" y="118"/>
                        </a:lnTo>
                        <a:lnTo>
                          <a:pt x="24" y="128"/>
                        </a:lnTo>
                        <a:lnTo>
                          <a:pt x="37" y="139"/>
                        </a:lnTo>
                        <a:lnTo>
                          <a:pt x="55" y="147"/>
                        </a:lnTo>
                        <a:lnTo>
                          <a:pt x="76" y="150"/>
                        </a:lnTo>
                        <a:lnTo>
                          <a:pt x="103" y="151"/>
                        </a:lnTo>
                        <a:lnTo>
                          <a:pt x="120" y="149"/>
                        </a:lnTo>
                        <a:lnTo>
                          <a:pt x="124" y="141"/>
                        </a:lnTo>
                        <a:lnTo>
                          <a:pt x="122" y="130"/>
                        </a:lnTo>
                        <a:lnTo>
                          <a:pt x="110" y="97"/>
                        </a:lnTo>
                        <a:lnTo>
                          <a:pt x="100" y="65"/>
                        </a:lnTo>
                        <a:lnTo>
                          <a:pt x="95" y="41"/>
                        </a:lnTo>
                        <a:lnTo>
                          <a:pt x="95" y="34"/>
                        </a:lnTo>
                        <a:lnTo>
                          <a:pt x="90" y="25"/>
                        </a:lnTo>
                        <a:lnTo>
                          <a:pt x="82" y="22"/>
                        </a:lnTo>
                        <a:lnTo>
                          <a:pt x="68" y="22"/>
                        </a:lnTo>
                      </a:path>
                    </a:pathLst>
                  </a:custGeom>
                  <a:solidFill>
                    <a:srgbClr val="404040"/>
                  </a:solidFill>
                  <a:ln w="12700" cap="rnd">
                    <a:noFill/>
                    <a:round/>
                    <a:headEnd/>
                    <a:tailEnd/>
                  </a:ln>
                </p:spPr>
                <p:txBody>
                  <a:bodyPr/>
                  <a:lstStyle/>
                  <a:p>
                    <a:pPr algn="ctr"/>
                    <a:endParaRPr lang="pt-BR" sz="2400"/>
                  </a:p>
                </p:txBody>
              </p:sp>
              <p:sp>
                <p:nvSpPr>
                  <p:cNvPr id="343" name="Freeform 345"/>
                  <p:cNvSpPr>
                    <a:spLocks/>
                  </p:cNvSpPr>
                  <p:nvPr/>
                </p:nvSpPr>
                <p:spPr bwMode="auto">
                  <a:xfrm>
                    <a:off x="2909" y="2469"/>
                    <a:ext cx="108" cy="140"/>
                  </a:xfrm>
                  <a:custGeom>
                    <a:avLst/>
                    <a:gdLst>
                      <a:gd name="T0" fmla="*/ 70 w 108"/>
                      <a:gd name="T1" fmla="*/ 28 h 140"/>
                      <a:gd name="T2" fmla="*/ 50 w 108"/>
                      <a:gd name="T3" fmla="*/ 27 h 140"/>
                      <a:gd name="T4" fmla="*/ 29 w 108"/>
                      <a:gd name="T5" fmla="*/ 23 h 140"/>
                      <a:gd name="T6" fmla="*/ 17 w 108"/>
                      <a:gd name="T7" fmla="*/ 17 h 140"/>
                      <a:gd name="T8" fmla="*/ 10 w 108"/>
                      <a:gd name="T9" fmla="*/ 12 h 140"/>
                      <a:gd name="T10" fmla="*/ 0 w 108"/>
                      <a:gd name="T11" fmla="*/ 0 h 140"/>
                      <a:gd name="T12" fmla="*/ 14 w 108"/>
                      <a:gd name="T13" fmla="*/ 107 h 140"/>
                      <a:gd name="T14" fmla="*/ 23 w 108"/>
                      <a:gd name="T15" fmla="*/ 117 h 140"/>
                      <a:gd name="T16" fmla="*/ 33 w 108"/>
                      <a:gd name="T17" fmla="*/ 125 h 140"/>
                      <a:gd name="T18" fmla="*/ 46 w 108"/>
                      <a:gd name="T19" fmla="*/ 132 h 140"/>
                      <a:gd name="T20" fmla="*/ 56 w 108"/>
                      <a:gd name="T21" fmla="*/ 135 h 140"/>
                      <a:gd name="T22" fmla="*/ 70 w 108"/>
                      <a:gd name="T23" fmla="*/ 137 h 140"/>
                      <a:gd name="T24" fmla="*/ 83 w 108"/>
                      <a:gd name="T25" fmla="*/ 139 h 140"/>
                      <a:gd name="T26" fmla="*/ 97 w 108"/>
                      <a:gd name="T27" fmla="*/ 139 h 140"/>
                      <a:gd name="T28" fmla="*/ 103 w 108"/>
                      <a:gd name="T29" fmla="*/ 137 h 140"/>
                      <a:gd name="T30" fmla="*/ 107 w 108"/>
                      <a:gd name="T31" fmla="*/ 132 h 140"/>
                      <a:gd name="T32" fmla="*/ 105 w 108"/>
                      <a:gd name="T33" fmla="*/ 123 h 140"/>
                      <a:gd name="T34" fmla="*/ 96 w 108"/>
                      <a:gd name="T35" fmla="*/ 105 h 140"/>
                      <a:gd name="T36" fmla="*/ 81 w 108"/>
                      <a:gd name="T37" fmla="*/ 42 h 140"/>
                      <a:gd name="T38" fmla="*/ 78 w 108"/>
                      <a:gd name="T39" fmla="*/ 33 h 140"/>
                      <a:gd name="T40" fmla="*/ 70 w 108"/>
                      <a:gd name="T41" fmla="*/ 28 h 1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8"/>
                      <a:gd name="T64" fmla="*/ 0 h 140"/>
                      <a:gd name="T65" fmla="*/ 108 w 108"/>
                      <a:gd name="T66" fmla="*/ 140 h 1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8" h="140">
                        <a:moveTo>
                          <a:pt x="70" y="28"/>
                        </a:moveTo>
                        <a:lnTo>
                          <a:pt x="50" y="27"/>
                        </a:lnTo>
                        <a:lnTo>
                          <a:pt x="29" y="23"/>
                        </a:lnTo>
                        <a:lnTo>
                          <a:pt x="17" y="17"/>
                        </a:lnTo>
                        <a:lnTo>
                          <a:pt x="10" y="12"/>
                        </a:lnTo>
                        <a:lnTo>
                          <a:pt x="0" y="0"/>
                        </a:lnTo>
                        <a:lnTo>
                          <a:pt x="14" y="107"/>
                        </a:lnTo>
                        <a:lnTo>
                          <a:pt x="23" y="117"/>
                        </a:lnTo>
                        <a:lnTo>
                          <a:pt x="33" y="125"/>
                        </a:lnTo>
                        <a:lnTo>
                          <a:pt x="46" y="132"/>
                        </a:lnTo>
                        <a:lnTo>
                          <a:pt x="56" y="135"/>
                        </a:lnTo>
                        <a:lnTo>
                          <a:pt x="70" y="137"/>
                        </a:lnTo>
                        <a:lnTo>
                          <a:pt x="83" y="139"/>
                        </a:lnTo>
                        <a:lnTo>
                          <a:pt x="97" y="139"/>
                        </a:lnTo>
                        <a:lnTo>
                          <a:pt x="103" y="137"/>
                        </a:lnTo>
                        <a:lnTo>
                          <a:pt x="107" y="132"/>
                        </a:lnTo>
                        <a:lnTo>
                          <a:pt x="105" y="123"/>
                        </a:lnTo>
                        <a:lnTo>
                          <a:pt x="96" y="105"/>
                        </a:lnTo>
                        <a:lnTo>
                          <a:pt x="81" y="42"/>
                        </a:lnTo>
                        <a:lnTo>
                          <a:pt x="78" y="33"/>
                        </a:lnTo>
                        <a:lnTo>
                          <a:pt x="70" y="28"/>
                        </a:lnTo>
                      </a:path>
                    </a:pathLst>
                  </a:custGeom>
                  <a:solidFill>
                    <a:srgbClr val="606060"/>
                  </a:solidFill>
                  <a:ln w="12700" cap="rnd">
                    <a:noFill/>
                    <a:round/>
                    <a:headEnd/>
                    <a:tailEnd/>
                  </a:ln>
                </p:spPr>
                <p:txBody>
                  <a:bodyPr/>
                  <a:lstStyle/>
                  <a:p>
                    <a:pPr algn="ctr"/>
                    <a:endParaRPr lang="pt-BR" sz="2400"/>
                  </a:p>
                </p:txBody>
              </p:sp>
            </p:grpSp>
          </p:grpSp>
        </p:grpSp>
        <p:grpSp>
          <p:nvGrpSpPr>
            <p:cNvPr id="9" name="Group 346"/>
            <p:cNvGrpSpPr>
              <a:grpSpLocks/>
            </p:cNvGrpSpPr>
            <p:nvPr/>
          </p:nvGrpSpPr>
          <p:grpSpPr bwMode="auto">
            <a:xfrm>
              <a:off x="508" y="1023"/>
              <a:ext cx="509" cy="505"/>
              <a:chOff x="426" y="2067"/>
              <a:chExt cx="509" cy="505"/>
            </a:xfrm>
          </p:grpSpPr>
          <p:sp>
            <p:nvSpPr>
              <p:cNvPr id="328" name="Freeform 347"/>
              <p:cNvSpPr>
                <a:spLocks/>
              </p:cNvSpPr>
              <p:nvPr/>
            </p:nvSpPr>
            <p:spPr bwMode="auto">
              <a:xfrm>
                <a:off x="426" y="2067"/>
                <a:ext cx="509" cy="505"/>
              </a:xfrm>
              <a:custGeom>
                <a:avLst/>
                <a:gdLst>
                  <a:gd name="T0" fmla="*/ 334 w 509"/>
                  <a:gd name="T1" fmla="*/ 458 h 505"/>
                  <a:gd name="T2" fmla="*/ 339 w 509"/>
                  <a:gd name="T3" fmla="*/ 436 h 505"/>
                  <a:gd name="T4" fmla="*/ 358 w 509"/>
                  <a:gd name="T5" fmla="*/ 424 h 505"/>
                  <a:gd name="T6" fmla="*/ 417 w 509"/>
                  <a:gd name="T7" fmla="*/ 412 h 505"/>
                  <a:gd name="T8" fmla="*/ 448 w 509"/>
                  <a:gd name="T9" fmla="*/ 401 h 505"/>
                  <a:gd name="T10" fmla="*/ 457 w 509"/>
                  <a:gd name="T11" fmla="*/ 388 h 505"/>
                  <a:gd name="T12" fmla="*/ 457 w 509"/>
                  <a:gd name="T13" fmla="*/ 359 h 505"/>
                  <a:gd name="T14" fmla="*/ 455 w 509"/>
                  <a:gd name="T15" fmla="*/ 319 h 505"/>
                  <a:gd name="T16" fmla="*/ 463 w 509"/>
                  <a:gd name="T17" fmla="*/ 292 h 505"/>
                  <a:gd name="T18" fmla="*/ 483 w 509"/>
                  <a:gd name="T19" fmla="*/ 279 h 505"/>
                  <a:gd name="T20" fmla="*/ 505 w 509"/>
                  <a:gd name="T21" fmla="*/ 269 h 505"/>
                  <a:gd name="T22" fmla="*/ 508 w 509"/>
                  <a:gd name="T23" fmla="*/ 258 h 505"/>
                  <a:gd name="T24" fmla="*/ 497 w 509"/>
                  <a:gd name="T25" fmla="*/ 244 h 505"/>
                  <a:gd name="T26" fmla="*/ 452 w 509"/>
                  <a:gd name="T27" fmla="*/ 193 h 505"/>
                  <a:gd name="T28" fmla="*/ 459 w 509"/>
                  <a:gd name="T29" fmla="*/ 180 h 505"/>
                  <a:gd name="T30" fmla="*/ 470 w 509"/>
                  <a:gd name="T31" fmla="*/ 147 h 505"/>
                  <a:gd name="T32" fmla="*/ 460 w 509"/>
                  <a:gd name="T33" fmla="*/ 100 h 505"/>
                  <a:gd name="T34" fmla="*/ 435 w 509"/>
                  <a:gd name="T35" fmla="*/ 53 h 505"/>
                  <a:gd name="T36" fmla="*/ 403 w 509"/>
                  <a:gd name="T37" fmla="*/ 22 h 505"/>
                  <a:gd name="T38" fmla="*/ 344 w 509"/>
                  <a:gd name="T39" fmla="*/ 3 h 505"/>
                  <a:gd name="T40" fmla="*/ 276 w 509"/>
                  <a:gd name="T41" fmla="*/ 0 h 505"/>
                  <a:gd name="T42" fmla="*/ 214 w 509"/>
                  <a:gd name="T43" fmla="*/ 4 h 505"/>
                  <a:gd name="T44" fmla="*/ 158 w 509"/>
                  <a:gd name="T45" fmla="*/ 20 h 505"/>
                  <a:gd name="T46" fmla="*/ 92 w 509"/>
                  <a:gd name="T47" fmla="*/ 56 h 505"/>
                  <a:gd name="T48" fmla="*/ 61 w 509"/>
                  <a:gd name="T49" fmla="*/ 82 h 505"/>
                  <a:gd name="T50" fmla="*/ 27 w 509"/>
                  <a:gd name="T51" fmla="*/ 121 h 505"/>
                  <a:gd name="T52" fmla="*/ 3 w 509"/>
                  <a:gd name="T53" fmla="*/ 173 h 505"/>
                  <a:gd name="T54" fmla="*/ 1 w 509"/>
                  <a:gd name="T55" fmla="*/ 219 h 505"/>
                  <a:gd name="T56" fmla="*/ 16 w 509"/>
                  <a:gd name="T57" fmla="*/ 260 h 505"/>
                  <a:gd name="T58" fmla="*/ 81 w 509"/>
                  <a:gd name="T59" fmla="*/ 350 h 505"/>
                  <a:gd name="T60" fmla="*/ 102 w 509"/>
                  <a:gd name="T61" fmla="*/ 390 h 505"/>
                  <a:gd name="T62" fmla="*/ 108 w 509"/>
                  <a:gd name="T63" fmla="*/ 416 h 505"/>
                  <a:gd name="T64" fmla="*/ 110 w 509"/>
                  <a:gd name="T65" fmla="*/ 453 h 505"/>
                  <a:gd name="T66" fmla="*/ 334 w 509"/>
                  <a:gd name="T67" fmla="*/ 504 h 50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09"/>
                  <a:gd name="T103" fmla="*/ 0 h 505"/>
                  <a:gd name="T104" fmla="*/ 509 w 509"/>
                  <a:gd name="T105" fmla="*/ 505 h 50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09" h="505">
                    <a:moveTo>
                      <a:pt x="334" y="504"/>
                    </a:moveTo>
                    <a:lnTo>
                      <a:pt x="334" y="458"/>
                    </a:lnTo>
                    <a:lnTo>
                      <a:pt x="336" y="447"/>
                    </a:lnTo>
                    <a:lnTo>
                      <a:pt x="339" y="436"/>
                    </a:lnTo>
                    <a:lnTo>
                      <a:pt x="346" y="428"/>
                    </a:lnTo>
                    <a:lnTo>
                      <a:pt x="358" y="424"/>
                    </a:lnTo>
                    <a:lnTo>
                      <a:pt x="395" y="416"/>
                    </a:lnTo>
                    <a:lnTo>
                      <a:pt x="417" y="412"/>
                    </a:lnTo>
                    <a:lnTo>
                      <a:pt x="435" y="406"/>
                    </a:lnTo>
                    <a:lnTo>
                      <a:pt x="448" y="401"/>
                    </a:lnTo>
                    <a:lnTo>
                      <a:pt x="453" y="396"/>
                    </a:lnTo>
                    <a:lnTo>
                      <a:pt x="457" y="388"/>
                    </a:lnTo>
                    <a:lnTo>
                      <a:pt x="457" y="375"/>
                    </a:lnTo>
                    <a:lnTo>
                      <a:pt x="457" y="359"/>
                    </a:lnTo>
                    <a:lnTo>
                      <a:pt x="455" y="337"/>
                    </a:lnTo>
                    <a:lnTo>
                      <a:pt x="455" y="319"/>
                    </a:lnTo>
                    <a:lnTo>
                      <a:pt x="457" y="301"/>
                    </a:lnTo>
                    <a:lnTo>
                      <a:pt x="463" y="292"/>
                    </a:lnTo>
                    <a:lnTo>
                      <a:pt x="470" y="284"/>
                    </a:lnTo>
                    <a:lnTo>
                      <a:pt x="483" y="279"/>
                    </a:lnTo>
                    <a:lnTo>
                      <a:pt x="499" y="273"/>
                    </a:lnTo>
                    <a:lnTo>
                      <a:pt x="505" y="269"/>
                    </a:lnTo>
                    <a:lnTo>
                      <a:pt x="508" y="264"/>
                    </a:lnTo>
                    <a:lnTo>
                      <a:pt x="508" y="258"/>
                    </a:lnTo>
                    <a:lnTo>
                      <a:pt x="502" y="250"/>
                    </a:lnTo>
                    <a:lnTo>
                      <a:pt x="497" y="244"/>
                    </a:lnTo>
                    <a:lnTo>
                      <a:pt x="456" y="197"/>
                    </a:lnTo>
                    <a:lnTo>
                      <a:pt x="452" y="193"/>
                    </a:lnTo>
                    <a:lnTo>
                      <a:pt x="454" y="187"/>
                    </a:lnTo>
                    <a:lnTo>
                      <a:pt x="459" y="180"/>
                    </a:lnTo>
                    <a:lnTo>
                      <a:pt x="468" y="159"/>
                    </a:lnTo>
                    <a:lnTo>
                      <a:pt x="470" y="147"/>
                    </a:lnTo>
                    <a:lnTo>
                      <a:pt x="470" y="128"/>
                    </a:lnTo>
                    <a:lnTo>
                      <a:pt x="460" y="100"/>
                    </a:lnTo>
                    <a:lnTo>
                      <a:pt x="451" y="79"/>
                    </a:lnTo>
                    <a:lnTo>
                      <a:pt x="435" y="53"/>
                    </a:lnTo>
                    <a:lnTo>
                      <a:pt x="419" y="37"/>
                    </a:lnTo>
                    <a:lnTo>
                      <a:pt x="403" y="22"/>
                    </a:lnTo>
                    <a:lnTo>
                      <a:pt x="379" y="11"/>
                    </a:lnTo>
                    <a:lnTo>
                      <a:pt x="344" y="3"/>
                    </a:lnTo>
                    <a:lnTo>
                      <a:pt x="310" y="1"/>
                    </a:lnTo>
                    <a:lnTo>
                      <a:pt x="276" y="0"/>
                    </a:lnTo>
                    <a:lnTo>
                      <a:pt x="242" y="1"/>
                    </a:lnTo>
                    <a:lnTo>
                      <a:pt x="214" y="4"/>
                    </a:lnTo>
                    <a:lnTo>
                      <a:pt x="188" y="9"/>
                    </a:lnTo>
                    <a:lnTo>
                      <a:pt x="158" y="20"/>
                    </a:lnTo>
                    <a:lnTo>
                      <a:pt x="129" y="34"/>
                    </a:lnTo>
                    <a:lnTo>
                      <a:pt x="92" y="56"/>
                    </a:lnTo>
                    <a:lnTo>
                      <a:pt x="75" y="69"/>
                    </a:lnTo>
                    <a:lnTo>
                      <a:pt x="61" y="82"/>
                    </a:lnTo>
                    <a:lnTo>
                      <a:pt x="43" y="100"/>
                    </a:lnTo>
                    <a:lnTo>
                      <a:pt x="27" y="121"/>
                    </a:lnTo>
                    <a:lnTo>
                      <a:pt x="12" y="149"/>
                    </a:lnTo>
                    <a:lnTo>
                      <a:pt x="3" y="173"/>
                    </a:lnTo>
                    <a:lnTo>
                      <a:pt x="0" y="199"/>
                    </a:lnTo>
                    <a:lnTo>
                      <a:pt x="1" y="219"/>
                    </a:lnTo>
                    <a:lnTo>
                      <a:pt x="6" y="239"/>
                    </a:lnTo>
                    <a:lnTo>
                      <a:pt x="16" y="260"/>
                    </a:lnTo>
                    <a:lnTo>
                      <a:pt x="44" y="300"/>
                    </a:lnTo>
                    <a:lnTo>
                      <a:pt x="81" y="350"/>
                    </a:lnTo>
                    <a:lnTo>
                      <a:pt x="97" y="375"/>
                    </a:lnTo>
                    <a:lnTo>
                      <a:pt x="102" y="390"/>
                    </a:lnTo>
                    <a:lnTo>
                      <a:pt x="106" y="404"/>
                    </a:lnTo>
                    <a:lnTo>
                      <a:pt x="108" y="416"/>
                    </a:lnTo>
                    <a:lnTo>
                      <a:pt x="109" y="429"/>
                    </a:lnTo>
                    <a:lnTo>
                      <a:pt x="110" y="453"/>
                    </a:lnTo>
                    <a:lnTo>
                      <a:pt x="106" y="504"/>
                    </a:lnTo>
                    <a:lnTo>
                      <a:pt x="334" y="504"/>
                    </a:lnTo>
                  </a:path>
                </a:pathLst>
              </a:custGeom>
              <a:solidFill>
                <a:srgbClr val="FF8000"/>
              </a:solidFill>
              <a:ln w="12700" cap="rnd">
                <a:solidFill>
                  <a:schemeClr val="tx1"/>
                </a:solidFill>
                <a:round/>
                <a:headEnd/>
                <a:tailEnd/>
              </a:ln>
            </p:spPr>
            <p:txBody>
              <a:bodyPr/>
              <a:lstStyle/>
              <a:p>
                <a:pPr algn="ctr"/>
                <a:endParaRPr lang="pt-BR" sz="2400"/>
              </a:p>
            </p:txBody>
          </p:sp>
          <p:grpSp>
            <p:nvGrpSpPr>
              <p:cNvPr id="329" name="Group 348"/>
              <p:cNvGrpSpPr>
                <a:grpSpLocks/>
              </p:cNvGrpSpPr>
              <p:nvPr/>
            </p:nvGrpSpPr>
            <p:grpSpPr bwMode="auto">
              <a:xfrm>
                <a:off x="497" y="2122"/>
                <a:ext cx="312" cy="199"/>
                <a:chOff x="497" y="2122"/>
                <a:chExt cx="312" cy="199"/>
              </a:xfrm>
            </p:grpSpPr>
            <p:grpSp>
              <p:nvGrpSpPr>
                <p:cNvPr id="330" name="Group 349"/>
                <p:cNvGrpSpPr>
                  <a:grpSpLocks/>
                </p:cNvGrpSpPr>
                <p:nvPr/>
              </p:nvGrpSpPr>
              <p:grpSpPr bwMode="auto">
                <a:xfrm>
                  <a:off x="645" y="2122"/>
                  <a:ext cx="164" cy="150"/>
                  <a:chOff x="645" y="2122"/>
                  <a:chExt cx="164" cy="150"/>
                </a:xfrm>
              </p:grpSpPr>
              <p:sp>
                <p:nvSpPr>
                  <p:cNvPr id="334" name="Freeform 350"/>
                  <p:cNvSpPr>
                    <a:spLocks/>
                  </p:cNvSpPr>
                  <p:nvPr/>
                </p:nvSpPr>
                <p:spPr bwMode="auto">
                  <a:xfrm>
                    <a:off x="645" y="2122"/>
                    <a:ext cx="164" cy="150"/>
                  </a:xfrm>
                  <a:custGeom>
                    <a:avLst/>
                    <a:gdLst>
                      <a:gd name="T0" fmla="*/ 81 w 164"/>
                      <a:gd name="T1" fmla="*/ 0 h 150"/>
                      <a:gd name="T2" fmla="*/ 89 w 164"/>
                      <a:gd name="T3" fmla="*/ 0 h 150"/>
                      <a:gd name="T4" fmla="*/ 98 w 164"/>
                      <a:gd name="T5" fmla="*/ 1 h 150"/>
                      <a:gd name="T6" fmla="*/ 106 w 164"/>
                      <a:gd name="T7" fmla="*/ 3 h 150"/>
                      <a:gd name="T8" fmla="*/ 107 w 164"/>
                      <a:gd name="T9" fmla="*/ 15 h 150"/>
                      <a:gd name="T10" fmla="*/ 115 w 164"/>
                      <a:gd name="T11" fmla="*/ 19 h 150"/>
                      <a:gd name="T12" fmla="*/ 123 w 164"/>
                      <a:gd name="T13" fmla="*/ 23 h 150"/>
                      <a:gd name="T14" fmla="*/ 131 w 164"/>
                      <a:gd name="T15" fmla="*/ 29 h 150"/>
                      <a:gd name="T16" fmla="*/ 144 w 164"/>
                      <a:gd name="T17" fmla="*/ 25 h 150"/>
                      <a:gd name="T18" fmla="*/ 149 w 164"/>
                      <a:gd name="T19" fmla="*/ 30 h 150"/>
                      <a:gd name="T20" fmla="*/ 153 w 164"/>
                      <a:gd name="T21" fmla="*/ 37 h 150"/>
                      <a:gd name="T22" fmla="*/ 157 w 164"/>
                      <a:gd name="T23" fmla="*/ 42 h 150"/>
                      <a:gd name="T24" fmla="*/ 148 w 164"/>
                      <a:gd name="T25" fmla="*/ 53 h 150"/>
                      <a:gd name="T26" fmla="*/ 152 w 164"/>
                      <a:gd name="T27" fmla="*/ 63 h 150"/>
                      <a:gd name="T28" fmla="*/ 153 w 164"/>
                      <a:gd name="T29" fmla="*/ 71 h 150"/>
                      <a:gd name="T30" fmla="*/ 153 w 164"/>
                      <a:gd name="T31" fmla="*/ 81 h 150"/>
                      <a:gd name="T32" fmla="*/ 163 w 164"/>
                      <a:gd name="T33" fmla="*/ 86 h 150"/>
                      <a:gd name="T34" fmla="*/ 162 w 164"/>
                      <a:gd name="T35" fmla="*/ 94 h 150"/>
                      <a:gd name="T36" fmla="*/ 160 w 164"/>
                      <a:gd name="T37" fmla="*/ 101 h 150"/>
                      <a:gd name="T38" fmla="*/ 157 w 164"/>
                      <a:gd name="T39" fmla="*/ 110 h 150"/>
                      <a:gd name="T40" fmla="*/ 143 w 164"/>
                      <a:gd name="T41" fmla="*/ 109 h 150"/>
                      <a:gd name="T42" fmla="*/ 137 w 164"/>
                      <a:gd name="T43" fmla="*/ 115 h 150"/>
                      <a:gd name="T44" fmla="*/ 130 w 164"/>
                      <a:gd name="T45" fmla="*/ 122 h 150"/>
                      <a:gd name="T46" fmla="*/ 121 w 164"/>
                      <a:gd name="T47" fmla="*/ 128 h 150"/>
                      <a:gd name="T48" fmla="*/ 123 w 164"/>
                      <a:gd name="T49" fmla="*/ 140 h 150"/>
                      <a:gd name="T50" fmla="*/ 116 w 164"/>
                      <a:gd name="T51" fmla="*/ 144 h 150"/>
                      <a:gd name="T52" fmla="*/ 107 w 164"/>
                      <a:gd name="T53" fmla="*/ 147 h 150"/>
                      <a:gd name="T54" fmla="*/ 96 w 164"/>
                      <a:gd name="T55" fmla="*/ 149 h 150"/>
                      <a:gd name="T56" fmla="*/ 89 w 164"/>
                      <a:gd name="T57" fmla="*/ 140 h 150"/>
                      <a:gd name="T58" fmla="*/ 78 w 164"/>
                      <a:gd name="T59" fmla="*/ 140 h 150"/>
                      <a:gd name="T60" fmla="*/ 68 w 164"/>
                      <a:gd name="T61" fmla="*/ 138 h 150"/>
                      <a:gd name="T62" fmla="*/ 58 w 164"/>
                      <a:gd name="T63" fmla="*/ 136 h 150"/>
                      <a:gd name="T64" fmla="*/ 48 w 164"/>
                      <a:gd name="T65" fmla="*/ 144 h 150"/>
                      <a:gd name="T66" fmla="*/ 40 w 164"/>
                      <a:gd name="T67" fmla="*/ 140 h 150"/>
                      <a:gd name="T68" fmla="*/ 33 w 164"/>
                      <a:gd name="T69" fmla="*/ 136 h 150"/>
                      <a:gd name="T70" fmla="*/ 27 w 164"/>
                      <a:gd name="T71" fmla="*/ 132 h 150"/>
                      <a:gd name="T72" fmla="*/ 32 w 164"/>
                      <a:gd name="T73" fmla="*/ 119 h 150"/>
                      <a:gd name="T74" fmla="*/ 25 w 164"/>
                      <a:gd name="T75" fmla="*/ 113 h 150"/>
                      <a:gd name="T76" fmla="*/ 19 w 164"/>
                      <a:gd name="T77" fmla="*/ 104 h 150"/>
                      <a:gd name="T78" fmla="*/ 15 w 164"/>
                      <a:gd name="T79" fmla="*/ 95 h 150"/>
                      <a:gd name="T80" fmla="*/ 2 w 164"/>
                      <a:gd name="T81" fmla="*/ 94 h 150"/>
                      <a:gd name="T82" fmla="*/ 0 w 164"/>
                      <a:gd name="T83" fmla="*/ 85 h 150"/>
                      <a:gd name="T84" fmla="*/ 0 w 164"/>
                      <a:gd name="T85" fmla="*/ 79 h 150"/>
                      <a:gd name="T86" fmla="*/ 0 w 164"/>
                      <a:gd name="T87" fmla="*/ 72 h 150"/>
                      <a:gd name="T88" fmla="*/ 13 w 164"/>
                      <a:gd name="T89" fmla="*/ 68 h 150"/>
                      <a:gd name="T90" fmla="*/ 15 w 164"/>
                      <a:gd name="T91" fmla="*/ 58 h 150"/>
                      <a:gd name="T92" fmla="*/ 18 w 164"/>
                      <a:gd name="T93" fmla="*/ 49 h 150"/>
                      <a:gd name="T94" fmla="*/ 23 w 164"/>
                      <a:gd name="T95" fmla="*/ 40 h 150"/>
                      <a:gd name="T96" fmla="*/ 16 w 164"/>
                      <a:gd name="T97" fmla="*/ 29 h 150"/>
                      <a:gd name="T98" fmla="*/ 20 w 164"/>
                      <a:gd name="T99" fmla="*/ 24 h 150"/>
                      <a:gd name="T100" fmla="*/ 26 w 164"/>
                      <a:gd name="T101" fmla="*/ 19 h 150"/>
                      <a:gd name="T102" fmla="*/ 33 w 164"/>
                      <a:gd name="T103" fmla="*/ 14 h 150"/>
                      <a:gd name="T104" fmla="*/ 48 w 164"/>
                      <a:gd name="T105" fmla="*/ 20 h 150"/>
                      <a:gd name="T106" fmla="*/ 56 w 164"/>
                      <a:gd name="T107" fmla="*/ 16 h 150"/>
                      <a:gd name="T108" fmla="*/ 64 w 164"/>
                      <a:gd name="T109" fmla="*/ 13 h 150"/>
                      <a:gd name="T110" fmla="*/ 75 w 164"/>
                      <a:gd name="T111" fmla="*/ 11 h 150"/>
                      <a:gd name="T112" fmla="*/ 81 w 164"/>
                      <a:gd name="T113" fmla="*/ 0 h 15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64"/>
                      <a:gd name="T172" fmla="*/ 0 h 150"/>
                      <a:gd name="T173" fmla="*/ 164 w 164"/>
                      <a:gd name="T174" fmla="*/ 150 h 15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64" h="150">
                        <a:moveTo>
                          <a:pt x="81" y="0"/>
                        </a:moveTo>
                        <a:lnTo>
                          <a:pt x="89" y="0"/>
                        </a:lnTo>
                        <a:lnTo>
                          <a:pt x="98" y="1"/>
                        </a:lnTo>
                        <a:lnTo>
                          <a:pt x="106" y="3"/>
                        </a:lnTo>
                        <a:lnTo>
                          <a:pt x="107" y="15"/>
                        </a:lnTo>
                        <a:lnTo>
                          <a:pt x="115" y="19"/>
                        </a:lnTo>
                        <a:lnTo>
                          <a:pt x="123" y="23"/>
                        </a:lnTo>
                        <a:lnTo>
                          <a:pt x="131" y="29"/>
                        </a:lnTo>
                        <a:lnTo>
                          <a:pt x="144" y="25"/>
                        </a:lnTo>
                        <a:lnTo>
                          <a:pt x="149" y="30"/>
                        </a:lnTo>
                        <a:lnTo>
                          <a:pt x="153" y="37"/>
                        </a:lnTo>
                        <a:lnTo>
                          <a:pt x="157" y="42"/>
                        </a:lnTo>
                        <a:lnTo>
                          <a:pt x="148" y="53"/>
                        </a:lnTo>
                        <a:lnTo>
                          <a:pt x="152" y="63"/>
                        </a:lnTo>
                        <a:lnTo>
                          <a:pt x="153" y="71"/>
                        </a:lnTo>
                        <a:lnTo>
                          <a:pt x="153" y="81"/>
                        </a:lnTo>
                        <a:lnTo>
                          <a:pt x="163" y="86"/>
                        </a:lnTo>
                        <a:lnTo>
                          <a:pt x="162" y="94"/>
                        </a:lnTo>
                        <a:lnTo>
                          <a:pt x="160" y="101"/>
                        </a:lnTo>
                        <a:lnTo>
                          <a:pt x="157" y="110"/>
                        </a:lnTo>
                        <a:lnTo>
                          <a:pt x="143" y="109"/>
                        </a:lnTo>
                        <a:lnTo>
                          <a:pt x="137" y="115"/>
                        </a:lnTo>
                        <a:lnTo>
                          <a:pt x="130" y="122"/>
                        </a:lnTo>
                        <a:lnTo>
                          <a:pt x="121" y="128"/>
                        </a:lnTo>
                        <a:lnTo>
                          <a:pt x="123" y="140"/>
                        </a:lnTo>
                        <a:lnTo>
                          <a:pt x="116" y="144"/>
                        </a:lnTo>
                        <a:lnTo>
                          <a:pt x="107" y="147"/>
                        </a:lnTo>
                        <a:lnTo>
                          <a:pt x="96" y="149"/>
                        </a:lnTo>
                        <a:lnTo>
                          <a:pt x="89" y="140"/>
                        </a:lnTo>
                        <a:lnTo>
                          <a:pt x="78" y="140"/>
                        </a:lnTo>
                        <a:lnTo>
                          <a:pt x="68" y="138"/>
                        </a:lnTo>
                        <a:lnTo>
                          <a:pt x="58" y="136"/>
                        </a:lnTo>
                        <a:lnTo>
                          <a:pt x="48" y="144"/>
                        </a:lnTo>
                        <a:lnTo>
                          <a:pt x="40" y="140"/>
                        </a:lnTo>
                        <a:lnTo>
                          <a:pt x="33" y="136"/>
                        </a:lnTo>
                        <a:lnTo>
                          <a:pt x="27" y="132"/>
                        </a:lnTo>
                        <a:lnTo>
                          <a:pt x="32" y="119"/>
                        </a:lnTo>
                        <a:lnTo>
                          <a:pt x="25" y="113"/>
                        </a:lnTo>
                        <a:lnTo>
                          <a:pt x="19" y="104"/>
                        </a:lnTo>
                        <a:lnTo>
                          <a:pt x="15" y="95"/>
                        </a:lnTo>
                        <a:lnTo>
                          <a:pt x="2" y="94"/>
                        </a:lnTo>
                        <a:lnTo>
                          <a:pt x="0" y="85"/>
                        </a:lnTo>
                        <a:lnTo>
                          <a:pt x="0" y="79"/>
                        </a:lnTo>
                        <a:lnTo>
                          <a:pt x="0" y="72"/>
                        </a:lnTo>
                        <a:lnTo>
                          <a:pt x="13" y="68"/>
                        </a:lnTo>
                        <a:lnTo>
                          <a:pt x="15" y="58"/>
                        </a:lnTo>
                        <a:lnTo>
                          <a:pt x="18" y="49"/>
                        </a:lnTo>
                        <a:lnTo>
                          <a:pt x="23" y="40"/>
                        </a:lnTo>
                        <a:lnTo>
                          <a:pt x="16" y="29"/>
                        </a:lnTo>
                        <a:lnTo>
                          <a:pt x="20" y="24"/>
                        </a:lnTo>
                        <a:lnTo>
                          <a:pt x="26" y="19"/>
                        </a:lnTo>
                        <a:lnTo>
                          <a:pt x="33" y="14"/>
                        </a:lnTo>
                        <a:lnTo>
                          <a:pt x="48" y="20"/>
                        </a:lnTo>
                        <a:lnTo>
                          <a:pt x="56" y="16"/>
                        </a:lnTo>
                        <a:lnTo>
                          <a:pt x="64" y="13"/>
                        </a:lnTo>
                        <a:lnTo>
                          <a:pt x="75" y="11"/>
                        </a:lnTo>
                        <a:lnTo>
                          <a:pt x="81" y="0"/>
                        </a:lnTo>
                      </a:path>
                    </a:pathLst>
                  </a:custGeom>
                  <a:solidFill>
                    <a:srgbClr val="FF0000"/>
                  </a:solidFill>
                  <a:ln w="12700" cap="rnd">
                    <a:solidFill>
                      <a:schemeClr val="tx1"/>
                    </a:solidFill>
                    <a:round/>
                    <a:headEnd/>
                    <a:tailEnd/>
                  </a:ln>
                </p:spPr>
                <p:txBody>
                  <a:bodyPr/>
                  <a:lstStyle/>
                  <a:p>
                    <a:pPr algn="ctr"/>
                    <a:endParaRPr lang="pt-BR" sz="2400"/>
                  </a:p>
                </p:txBody>
              </p:sp>
              <p:sp>
                <p:nvSpPr>
                  <p:cNvPr id="335" name="Oval 351"/>
                  <p:cNvSpPr>
                    <a:spLocks noChangeArrowheads="1"/>
                  </p:cNvSpPr>
                  <p:nvPr/>
                </p:nvSpPr>
                <p:spPr bwMode="auto">
                  <a:xfrm>
                    <a:off x="698" y="2171"/>
                    <a:ext cx="58" cy="53"/>
                  </a:xfrm>
                  <a:prstGeom prst="ellipse">
                    <a:avLst/>
                  </a:prstGeom>
                  <a:solidFill>
                    <a:srgbClr val="000000"/>
                  </a:solidFill>
                  <a:ln w="12700">
                    <a:solidFill>
                      <a:schemeClr val="tx1"/>
                    </a:solidFill>
                    <a:round/>
                    <a:headEnd/>
                    <a:tailEnd/>
                  </a:ln>
                </p:spPr>
                <p:txBody>
                  <a:bodyPr wrap="none" anchor="ctr"/>
                  <a:lstStyle/>
                  <a:p>
                    <a:pPr algn="ctr"/>
                    <a:endParaRPr lang="pt-BR" sz="2400"/>
                  </a:p>
                </p:txBody>
              </p:sp>
            </p:grpSp>
            <p:grpSp>
              <p:nvGrpSpPr>
                <p:cNvPr id="331" name="Group 352"/>
                <p:cNvGrpSpPr>
                  <a:grpSpLocks/>
                </p:cNvGrpSpPr>
                <p:nvPr/>
              </p:nvGrpSpPr>
              <p:grpSpPr bwMode="auto">
                <a:xfrm>
                  <a:off x="497" y="2171"/>
                  <a:ext cx="164" cy="150"/>
                  <a:chOff x="497" y="2171"/>
                  <a:chExt cx="164" cy="150"/>
                </a:xfrm>
              </p:grpSpPr>
              <p:sp>
                <p:nvSpPr>
                  <p:cNvPr id="332" name="Freeform 353"/>
                  <p:cNvSpPr>
                    <a:spLocks/>
                  </p:cNvSpPr>
                  <p:nvPr/>
                </p:nvSpPr>
                <p:spPr bwMode="auto">
                  <a:xfrm>
                    <a:off x="497" y="2171"/>
                    <a:ext cx="164" cy="150"/>
                  </a:xfrm>
                  <a:custGeom>
                    <a:avLst/>
                    <a:gdLst>
                      <a:gd name="T0" fmla="*/ 83 w 164"/>
                      <a:gd name="T1" fmla="*/ 149 h 150"/>
                      <a:gd name="T2" fmla="*/ 74 w 164"/>
                      <a:gd name="T3" fmla="*/ 149 h 150"/>
                      <a:gd name="T4" fmla="*/ 65 w 164"/>
                      <a:gd name="T5" fmla="*/ 148 h 150"/>
                      <a:gd name="T6" fmla="*/ 57 w 164"/>
                      <a:gd name="T7" fmla="*/ 145 h 150"/>
                      <a:gd name="T8" fmla="*/ 56 w 164"/>
                      <a:gd name="T9" fmla="*/ 133 h 150"/>
                      <a:gd name="T10" fmla="*/ 48 w 164"/>
                      <a:gd name="T11" fmla="*/ 130 h 150"/>
                      <a:gd name="T12" fmla="*/ 40 w 164"/>
                      <a:gd name="T13" fmla="*/ 125 h 150"/>
                      <a:gd name="T14" fmla="*/ 32 w 164"/>
                      <a:gd name="T15" fmla="*/ 120 h 150"/>
                      <a:gd name="T16" fmla="*/ 19 w 164"/>
                      <a:gd name="T17" fmla="*/ 123 h 150"/>
                      <a:gd name="T18" fmla="*/ 14 w 164"/>
                      <a:gd name="T19" fmla="*/ 119 h 150"/>
                      <a:gd name="T20" fmla="*/ 10 w 164"/>
                      <a:gd name="T21" fmla="*/ 113 h 150"/>
                      <a:gd name="T22" fmla="*/ 7 w 164"/>
                      <a:gd name="T23" fmla="*/ 106 h 150"/>
                      <a:gd name="T24" fmla="*/ 15 w 164"/>
                      <a:gd name="T25" fmla="*/ 95 h 150"/>
                      <a:gd name="T26" fmla="*/ 11 w 164"/>
                      <a:gd name="T27" fmla="*/ 85 h 150"/>
                      <a:gd name="T28" fmla="*/ 11 w 164"/>
                      <a:gd name="T29" fmla="*/ 78 h 150"/>
                      <a:gd name="T30" fmla="*/ 11 w 164"/>
                      <a:gd name="T31" fmla="*/ 67 h 150"/>
                      <a:gd name="T32" fmla="*/ 0 w 164"/>
                      <a:gd name="T33" fmla="*/ 63 h 150"/>
                      <a:gd name="T34" fmla="*/ 1 w 164"/>
                      <a:gd name="T35" fmla="*/ 55 h 150"/>
                      <a:gd name="T36" fmla="*/ 3 w 164"/>
                      <a:gd name="T37" fmla="*/ 47 h 150"/>
                      <a:gd name="T38" fmla="*/ 8 w 164"/>
                      <a:gd name="T39" fmla="*/ 40 h 150"/>
                      <a:gd name="T40" fmla="*/ 19 w 164"/>
                      <a:gd name="T41" fmla="*/ 41 h 150"/>
                      <a:gd name="T42" fmla="*/ 26 w 164"/>
                      <a:gd name="T43" fmla="*/ 33 h 150"/>
                      <a:gd name="T44" fmla="*/ 33 w 164"/>
                      <a:gd name="T45" fmla="*/ 26 h 150"/>
                      <a:gd name="T46" fmla="*/ 42 w 164"/>
                      <a:gd name="T47" fmla="*/ 20 h 150"/>
                      <a:gd name="T48" fmla="*/ 40 w 164"/>
                      <a:gd name="T49" fmla="*/ 8 h 150"/>
                      <a:gd name="T50" fmla="*/ 48 w 164"/>
                      <a:gd name="T51" fmla="*/ 5 h 150"/>
                      <a:gd name="T52" fmla="*/ 56 w 164"/>
                      <a:gd name="T53" fmla="*/ 2 h 150"/>
                      <a:gd name="T54" fmla="*/ 67 w 164"/>
                      <a:gd name="T55" fmla="*/ 0 h 150"/>
                      <a:gd name="T56" fmla="*/ 74 w 164"/>
                      <a:gd name="T57" fmla="*/ 9 h 150"/>
                      <a:gd name="T58" fmla="*/ 85 w 164"/>
                      <a:gd name="T59" fmla="*/ 8 h 150"/>
                      <a:gd name="T60" fmla="*/ 95 w 164"/>
                      <a:gd name="T61" fmla="*/ 10 h 150"/>
                      <a:gd name="T62" fmla="*/ 105 w 164"/>
                      <a:gd name="T63" fmla="*/ 12 h 150"/>
                      <a:gd name="T64" fmla="*/ 116 w 164"/>
                      <a:gd name="T65" fmla="*/ 5 h 150"/>
                      <a:gd name="T66" fmla="*/ 123 w 164"/>
                      <a:gd name="T67" fmla="*/ 8 h 150"/>
                      <a:gd name="T68" fmla="*/ 130 w 164"/>
                      <a:gd name="T69" fmla="*/ 12 h 150"/>
                      <a:gd name="T70" fmla="*/ 136 w 164"/>
                      <a:gd name="T71" fmla="*/ 16 h 150"/>
                      <a:gd name="T72" fmla="*/ 131 w 164"/>
                      <a:gd name="T73" fmla="*/ 29 h 150"/>
                      <a:gd name="T74" fmla="*/ 138 w 164"/>
                      <a:gd name="T75" fmla="*/ 36 h 150"/>
                      <a:gd name="T76" fmla="*/ 144 w 164"/>
                      <a:gd name="T77" fmla="*/ 45 h 150"/>
                      <a:gd name="T78" fmla="*/ 148 w 164"/>
                      <a:gd name="T79" fmla="*/ 53 h 150"/>
                      <a:gd name="T80" fmla="*/ 161 w 164"/>
                      <a:gd name="T81" fmla="*/ 55 h 150"/>
                      <a:gd name="T82" fmla="*/ 163 w 164"/>
                      <a:gd name="T83" fmla="*/ 63 h 150"/>
                      <a:gd name="T84" fmla="*/ 163 w 164"/>
                      <a:gd name="T85" fmla="*/ 69 h 150"/>
                      <a:gd name="T86" fmla="*/ 163 w 164"/>
                      <a:gd name="T87" fmla="*/ 77 h 150"/>
                      <a:gd name="T88" fmla="*/ 150 w 164"/>
                      <a:gd name="T89" fmla="*/ 81 h 150"/>
                      <a:gd name="T90" fmla="*/ 148 w 164"/>
                      <a:gd name="T91" fmla="*/ 91 h 150"/>
                      <a:gd name="T92" fmla="*/ 145 w 164"/>
                      <a:gd name="T93" fmla="*/ 99 h 150"/>
                      <a:gd name="T94" fmla="*/ 140 w 164"/>
                      <a:gd name="T95" fmla="*/ 108 h 150"/>
                      <a:gd name="T96" fmla="*/ 147 w 164"/>
                      <a:gd name="T97" fmla="*/ 120 h 150"/>
                      <a:gd name="T98" fmla="*/ 143 w 164"/>
                      <a:gd name="T99" fmla="*/ 124 h 150"/>
                      <a:gd name="T100" fmla="*/ 137 w 164"/>
                      <a:gd name="T101" fmla="*/ 129 h 150"/>
                      <a:gd name="T102" fmla="*/ 130 w 164"/>
                      <a:gd name="T103" fmla="*/ 134 h 150"/>
                      <a:gd name="T104" fmla="*/ 116 w 164"/>
                      <a:gd name="T105" fmla="*/ 129 h 150"/>
                      <a:gd name="T106" fmla="*/ 107 w 164"/>
                      <a:gd name="T107" fmla="*/ 132 h 150"/>
                      <a:gd name="T108" fmla="*/ 99 w 164"/>
                      <a:gd name="T109" fmla="*/ 135 h 150"/>
                      <a:gd name="T110" fmla="*/ 88 w 164"/>
                      <a:gd name="T111" fmla="*/ 137 h 150"/>
                      <a:gd name="T112" fmla="*/ 83 w 164"/>
                      <a:gd name="T113" fmla="*/ 149 h 15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64"/>
                      <a:gd name="T172" fmla="*/ 0 h 150"/>
                      <a:gd name="T173" fmla="*/ 164 w 164"/>
                      <a:gd name="T174" fmla="*/ 150 h 15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64" h="150">
                        <a:moveTo>
                          <a:pt x="83" y="149"/>
                        </a:moveTo>
                        <a:lnTo>
                          <a:pt x="74" y="149"/>
                        </a:lnTo>
                        <a:lnTo>
                          <a:pt x="65" y="148"/>
                        </a:lnTo>
                        <a:lnTo>
                          <a:pt x="57" y="145"/>
                        </a:lnTo>
                        <a:lnTo>
                          <a:pt x="56" y="133"/>
                        </a:lnTo>
                        <a:lnTo>
                          <a:pt x="48" y="130"/>
                        </a:lnTo>
                        <a:lnTo>
                          <a:pt x="40" y="125"/>
                        </a:lnTo>
                        <a:lnTo>
                          <a:pt x="32" y="120"/>
                        </a:lnTo>
                        <a:lnTo>
                          <a:pt x="19" y="123"/>
                        </a:lnTo>
                        <a:lnTo>
                          <a:pt x="14" y="119"/>
                        </a:lnTo>
                        <a:lnTo>
                          <a:pt x="10" y="113"/>
                        </a:lnTo>
                        <a:lnTo>
                          <a:pt x="7" y="106"/>
                        </a:lnTo>
                        <a:lnTo>
                          <a:pt x="15" y="95"/>
                        </a:lnTo>
                        <a:lnTo>
                          <a:pt x="11" y="85"/>
                        </a:lnTo>
                        <a:lnTo>
                          <a:pt x="11" y="78"/>
                        </a:lnTo>
                        <a:lnTo>
                          <a:pt x="11" y="67"/>
                        </a:lnTo>
                        <a:lnTo>
                          <a:pt x="0" y="63"/>
                        </a:lnTo>
                        <a:lnTo>
                          <a:pt x="1" y="55"/>
                        </a:lnTo>
                        <a:lnTo>
                          <a:pt x="3" y="47"/>
                        </a:lnTo>
                        <a:lnTo>
                          <a:pt x="8" y="40"/>
                        </a:lnTo>
                        <a:lnTo>
                          <a:pt x="19" y="41"/>
                        </a:lnTo>
                        <a:lnTo>
                          <a:pt x="26" y="33"/>
                        </a:lnTo>
                        <a:lnTo>
                          <a:pt x="33" y="26"/>
                        </a:lnTo>
                        <a:lnTo>
                          <a:pt x="42" y="20"/>
                        </a:lnTo>
                        <a:lnTo>
                          <a:pt x="40" y="8"/>
                        </a:lnTo>
                        <a:lnTo>
                          <a:pt x="48" y="5"/>
                        </a:lnTo>
                        <a:lnTo>
                          <a:pt x="56" y="2"/>
                        </a:lnTo>
                        <a:lnTo>
                          <a:pt x="67" y="0"/>
                        </a:lnTo>
                        <a:lnTo>
                          <a:pt x="74" y="9"/>
                        </a:lnTo>
                        <a:lnTo>
                          <a:pt x="85" y="8"/>
                        </a:lnTo>
                        <a:lnTo>
                          <a:pt x="95" y="10"/>
                        </a:lnTo>
                        <a:lnTo>
                          <a:pt x="105" y="12"/>
                        </a:lnTo>
                        <a:lnTo>
                          <a:pt x="116" y="5"/>
                        </a:lnTo>
                        <a:lnTo>
                          <a:pt x="123" y="8"/>
                        </a:lnTo>
                        <a:lnTo>
                          <a:pt x="130" y="12"/>
                        </a:lnTo>
                        <a:lnTo>
                          <a:pt x="136" y="16"/>
                        </a:lnTo>
                        <a:lnTo>
                          <a:pt x="131" y="29"/>
                        </a:lnTo>
                        <a:lnTo>
                          <a:pt x="138" y="36"/>
                        </a:lnTo>
                        <a:lnTo>
                          <a:pt x="144" y="45"/>
                        </a:lnTo>
                        <a:lnTo>
                          <a:pt x="148" y="53"/>
                        </a:lnTo>
                        <a:lnTo>
                          <a:pt x="161" y="55"/>
                        </a:lnTo>
                        <a:lnTo>
                          <a:pt x="163" y="63"/>
                        </a:lnTo>
                        <a:lnTo>
                          <a:pt x="163" y="69"/>
                        </a:lnTo>
                        <a:lnTo>
                          <a:pt x="163" y="77"/>
                        </a:lnTo>
                        <a:lnTo>
                          <a:pt x="150" y="81"/>
                        </a:lnTo>
                        <a:lnTo>
                          <a:pt x="148" y="91"/>
                        </a:lnTo>
                        <a:lnTo>
                          <a:pt x="145" y="99"/>
                        </a:lnTo>
                        <a:lnTo>
                          <a:pt x="140" y="108"/>
                        </a:lnTo>
                        <a:lnTo>
                          <a:pt x="147" y="120"/>
                        </a:lnTo>
                        <a:lnTo>
                          <a:pt x="143" y="124"/>
                        </a:lnTo>
                        <a:lnTo>
                          <a:pt x="137" y="129"/>
                        </a:lnTo>
                        <a:lnTo>
                          <a:pt x="130" y="134"/>
                        </a:lnTo>
                        <a:lnTo>
                          <a:pt x="116" y="129"/>
                        </a:lnTo>
                        <a:lnTo>
                          <a:pt x="107" y="132"/>
                        </a:lnTo>
                        <a:lnTo>
                          <a:pt x="99" y="135"/>
                        </a:lnTo>
                        <a:lnTo>
                          <a:pt x="88" y="137"/>
                        </a:lnTo>
                        <a:lnTo>
                          <a:pt x="83" y="149"/>
                        </a:lnTo>
                      </a:path>
                    </a:pathLst>
                  </a:custGeom>
                  <a:solidFill>
                    <a:srgbClr val="0000FF"/>
                  </a:solidFill>
                  <a:ln w="12700" cap="rnd">
                    <a:solidFill>
                      <a:schemeClr val="tx1"/>
                    </a:solidFill>
                    <a:round/>
                    <a:headEnd/>
                    <a:tailEnd/>
                  </a:ln>
                </p:spPr>
                <p:txBody>
                  <a:bodyPr/>
                  <a:lstStyle/>
                  <a:p>
                    <a:pPr algn="ctr"/>
                    <a:endParaRPr lang="pt-BR" sz="2400"/>
                  </a:p>
                </p:txBody>
              </p:sp>
              <p:sp>
                <p:nvSpPr>
                  <p:cNvPr id="333" name="Oval 354"/>
                  <p:cNvSpPr>
                    <a:spLocks noChangeArrowheads="1"/>
                  </p:cNvSpPr>
                  <p:nvPr/>
                </p:nvSpPr>
                <p:spPr bwMode="auto">
                  <a:xfrm>
                    <a:off x="550" y="2220"/>
                    <a:ext cx="58" cy="52"/>
                  </a:xfrm>
                  <a:prstGeom prst="ellipse">
                    <a:avLst/>
                  </a:prstGeom>
                  <a:solidFill>
                    <a:srgbClr val="000000"/>
                  </a:solidFill>
                  <a:ln w="12700">
                    <a:solidFill>
                      <a:schemeClr val="tx1"/>
                    </a:solidFill>
                    <a:round/>
                    <a:headEnd/>
                    <a:tailEnd/>
                  </a:ln>
                </p:spPr>
                <p:txBody>
                  <a:bodyPr wrap="none" anchor="ctr"/>
                  <a:lstStyle/>
                  <a:p>
                    <a:pPr algn="ctr"/>
                    <a:endParaRPr lang="pt-BR" sz="2400"/>
                  </a:p>
                </p:txBody>
              </p:sp>
            </p:grpSp>
          </p:grpSp>
        </p:grpSp>
        <p:grpSp>
          <p:nvGrpSpPr>
            <p:cNvPr id="10" name="Group 355"/>
            <p:cNvGrpSpPr>
              <a:grpSpLocks/>
            </p:cNvGrpSpPr>
            <p:nvPr/>
          </p:nvGrpSpPr>
          <p:grpSpPr bwMode="auto">
            <a:xfrm>
              <a:off x="4039" y="989"/>
              <a:ext cx="790" cy="510"/>
              <a:chOff x="3957" y="2033"/>
              <a:chExt cx="790" cy="510"/>
            </a:xfrm>
          </p:grpSpPr>
          <p:sp>
            <p:nvSpPr>
              <p:cNvPr id="213" name="Rectangle 356"/>
              <p:cNvSpPr>
                <a:spLocks noChangeArrowheads="1"/>
              </p:cNvSpPr>
              <p:nvPr/>
            </p:nvSpPr>
            <p:spPr bwMode="auto">
              <a:xfrm>
                <a:off x="4114" y="2464"/>
                <a:ext cx="131" cy="65"/>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14" name="Group 357"/>
              <p:cNvGrpSpPr>
                <a:grpSpLocks/>
              </p:cNvGrpSpPr>
              <p:nvPr/>
            </p:nvGrpSpPr>
            <p:grpSpPr bwMode="auto">
              <a:xfrm>
                <a:off x="4111" y="2461"/>
                <a:ext cx="140" cy="76"/>
                <a:chOff x="4111" y="2461"/>
                <a:chExt cx="140" cy="76"/>
              </a:xfrm>
            </p:grpSpPr>
            <p:sp>
              <p:nvSpPr>
                <p:cNvPr id="326" name="Rectangle 358"/>
                <p:cNvSpPr>
                  <a:spLocks noChangeArrowheads="1"/>
                </p:cNvSpPr>
                <p:nvPr/>
              </p:nvSpPr>
              <p:spPr bwMode="auto">
                <a:xfrm>
                  <a:off x="4111" y="2461"/>
                  <a:ext cx="132" cy="66"/>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327" name="Rectangle 359"/>
                <p:cNvSpPr>
                  <a:spLocks noChangeArrowheads="1"/>
                </p:cNvSpPr>
                <p:nvPr/>
              </p:nvSpPr>
              <p:spPr bwMode="auto">
                <a:xfrm>
                  <a:off x="4114" y="2464"/>
                  <a:ext cx="137" cy="73"/>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sp>
            <p:nvSpPr>
              <p:cNvPr id="215" name="Freeform 360"/>
              <p:cNvSpPr>
                <a:spLocks/>
              </p:cNvSpPr>
              <p:nvPr/>
            </p:nvSpPr>
            <p:spPr bwMode="auto">
              <a:xfrm>
                <a:off x="4157" y="2437"/>
                <a:ext cx="138" cy="92"/>
              </a:xfrm>
              <a:custGeom>
                <a:avLst/>
                <a:gdLst>
                  <a:gd name="T0" fmla="*/ 137 w 138"/>
                  <a:gd name="T1" fmla="*/ 46 h 92"/>
                  <a:gd name="T2" fmla="*/ 136 w 138"/>
                  <a:gd name="T3" fmla="*/ 37 h 92"/>
                  <a:gd name="T4" fmla="*/ 132 w 138"/>
                  <a:gd name="T5" fmla="*/ 29 h 92"/>
                  <a:gd name="T6" fmla="*/ 126 w 138"/>
                  <a:gd name="T7" fmla="*/ 21 h 92"/>
                  <a:gd name="T8" fmla="*/ 117 w 138"/>
                  <a:gd name="T9" fmla="*/ 13 h 92"/>
                  <a:gd name="T10" fmla="*/ 108 w 138"/>
                  <a:gd name="T11" fmla="*/ 7 h 92"/>
                  <a:gd name="T12" fmla="*/ 97 w 138"/>
                  <a:gd name="T13" fmla="*/ 4 h 92"/>
                  <a:gd name="T14" fmla="*/ 82 w 138"/>
                  <a:gd name="T15" fmla="*/ 2 h 92"/>
                  <a:gd name="T16" fmla="*/ 70 w 138"/>
                  <a:gd name="T17" fmla="*/ 0 h 92"/>
                  <a:gd name="T18" fmla="*/ 55 w 138"/>
                  <a:gd name="T19" fmla="*/ 2 h 92"/>
                  <a:gd name="T20" fmla="*/ 42 w 138"/>
                  <a:gd name="T21" fmla="*/ 4 h 92"/>
                  <a:gd name="T22" fmla="*/ 30 w 138"/>
                  <a:gd name="T23" fmla="*/ 7 h 92"/>
                  <a:gd name="T24" fmla="*/ 22 w 138"/>
                  <a:gd name="T25" fmla="*/ 13 h 92"/>
                  <a:gd name="T26" fmla="*/ 12 w 138"/>
                  <a:gd name="T27" fmla="*/ 21 h 92"/>
                  <a:gd name="T28" fmla="*/ 6 w 138"/>
                  <a:gd name="T29" fmla="*/ 29 h 92"/>
                  <a:gd name="T30" fmla="*/ 2 w 138"/>
                  <a:gd name="T31" fmla="*/ 37 h 92"/>
                  <a:gd name="T32" fmla="*/ 0 w 138"/>
                  <a:gd name="T33" fmla="*/ 46 h 92"/>
                  <a:gd name="T34" fmla="*/ 2 w 138"/>
                  <a:gd name="T35" fmla="*/ 55 h 92"/>
                  <a:gd name="T36" fmla="*/ 6 w 138"/>
                  <a:gd name="T37" fmla="*/ 64 h 92"/>
                  <a:gd name="T38" fmla="*/ 12 w 138"/>
                  <a:gd name="T39" fmla="*/ 72 h 92"/>
                  <a:gd name="T40" fmla="*/ 22 w 138"/>
                  <a:gd name="T41" fmla="*/ 77 h 92"/>
                  <a:gd name="T42" fmla="*/ 30 w 138"/>
                  <a:gd name="T43" fmla="*/ 83 h 92"/>
                  <a:gd name="T44" fmla="*/ 42 w 138"/>
                  <a:gd name="T45" fmla="*/ 88 h 92"/>
                  <a:gd name="T46" fmla="*/ 55 w 138"/>
                  <a:gd name="T47" fmla="*/ 91 h 92"/>
                  <a:gd name="T48" fmla="*/ 70 w 138"/>
                  <a:gd name="T49" fmla="*/ 91 h 92"/>
                  <a:gd name="T50" fmla="*/ 82 w 138"/>
                  <a:gd name="T51" fmla="*/ 91 h 92"/>
                  <a:gd name="T52" fmla="*/ 97 w 138"/>
                  <a:gd name="T53" fmla="*/ 88 h 92"/>
                  <a:gd name="T54" fmla="*/ 108 w 138"/>
                  <a:gd name="T55" fmla="*/ 83 h 92"/>
                  <a:gd name="T56" fmla="*/ 117 w 138"/>
                  <a:gd name="T57" fmla="*/ 77 h 92"/>
                  <a:gd name="T58" fmla="*/ 126 w 138"/>
                  <a:gd name="T59" fmla="*/ 72 h 92"/>
                  <a:gd name="T60" fmla="*/ 132 w 138"/>
                  <a:gd name="T61" fmla="*/ 64 h 92"/>
                  <a:gd name="T62" fmla="*/ 136 w 138"/>
                  <a:gd name="T63" fmla="*/ 55 h 92"/>
                  <a:gd name="T64" fmla="*/ 137 w 138"/>
                  <a:gd name="T65" fmla="*/ 46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8"/>
                  <a:gd name="T100" fmla="*/ 0 h 92"/>
                  <a:gd name="T101" fmla="*/ 138 w 138"/>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8" h="92">
                    <a:moveTo>
                      <a:pt x="137" y="46"/>
                    </a:moveTo>
                    <a:lnTo>
                      <a:pt x="136" y="37"/>
                    </a:lnTo>
                    <a:lnTo>
                      <a:pt x="132" y="29"/>
                    </a:lnTo>
                    <a:lnTo>
                      <a:pt x="126" y="21"/>
                    </a:lnTo>
                    <a:lnTo>
                      <a:pt x="117" y="13"/>
                    </a:lnTo>
                    <a:lnTo>
                      <a:pt x="108" y="7"/>
                    </a:lnTo>
                    <a:lnTo>
                      <a:pt x="97" y="4"/>
                    </a:lnTo>
                    <a:lnTo>
                      <a:pt x="82" y="2"/>
                    </a:lnTo>
                    <a:lnTo>
                      <a:pt x="70" y="0"/>
                    </a:lnTo>
                    <a:lnTo>
                      <a:pt x="55" y="2"/>
                    </a:lnTo>
                    <a:lnTo>
                      <a:pt x="42" y="4"/>
                    </a:lnTo>
                    <a:lnTo>
                      <a:pt x="30" y="7"/>
                    </a:lnTo>
                    <a:lnTo>
                      <a:pt x="22" y="13"/>
                    </a:lnTo>
                    <a:lnTo>
                      <a:pt x="12" y="21"/>
                    </a:lnTo>
                    <a:lnTo>
                      <a:pt x="6" y="29"/>
                    </a:lnTo>
                    <a:lnTo>
                      <a:pt x="2" y="37"/>
                    </a:lnTo>
                    <a:lnTo>
                      <a:pt x="0" y="46"/>
                    </a:lnTo>
                    <a:lnTo>
                      <a:pt x="2" y="55"/>
                    </a:lnTo>
                    <a:lnTo>
                      <a:pt x="6" y="64"/>
                    </a:lnTo>
                    <a:lnTo>
                      <a:pt x="12" y="72"/>
                    </a:lnTo>
                    <a:lnTo>
                      <a:pt x="22" y="77"/>
                    </a:lnTo>
                    <a:lnTo>
                      <a:pt x="30" y="83"/>
                    </a:lnTo>
                    <a:lnTo>
                      <a:pt x="42" y="88"/>
                    </a:lnTo>
                    <a:lnTo>
                      <a:pt x="55" y="91"/>
                    </a:lnTo>
                    <a:lnTo>
                      <a:pt x="70" y="91"/>
                    </a:lnTo>
                    <a:lnTo>
                      <a:pt x="82" y="91"/>
                    </a:lnTo>
                    <a:lnTo>
                      <a:pt x="97" y="88"/>
                    </a:lnTo>
                    <a:lnTo>
                      <a:pt x="108" y="83"/>
                    </a:lnTo>
                    <a:lnTo>
                      <a:pt x="117" y="77"/>
                    </a:lnTo>
                    <a:lnTo>
                      <a:pt x="126" y="72"/>
                    </a:lnTo>
                    <a:lnTo>
                      <a:pt x="132" y="64"/>
                    </a:lnTo>
                    <a:lnTo>
                      <a:pt x="136" y="55"/>
                    </a:lnTo>
                    <a:lnTo>
                      <a:pt x="137" y="46"/>
                    </a:lnTo>
                  </a:path>
                </a:pathLst>
              </a:custGeom>
              <a:solidFill>
                <a:schemeClr val="folHlink"/>
              </a:solidFill>
              <a:ln w="12700" cap="rnd">
                <a:solidFill>
                  <a:schemeClr val="tx1"/>
                </a:solidFill>
                <a:round/>
                <a:headEnd/>
                <a:tailEnd/>
              </a:ln>
            </p:spPr>
            <p:txBody>
              <a:bodyPr/>
              <a:lstStyle/>
              <a:p>
                <a:pPr algn="ctr"/>
                <a:endParaRPr lang="pt-BR" sz="2400"/>
              </a:p>
            </p:txBody>
          </p:sp>
          <p:grpSp>
            <p:nvGrpSpPr>
              <p:cNvPr id="216" name="Group 361"/>
              <p:cNvGrpSpPr>
                <a:grpSpLocks/>
              </p:cNvGrpSpPr>
              <p:nvPr/>
            </p:nvGrpSpPr>
            <p:grpSpPr bwMode="auto">
              <a:xfrm>
                <a:off x="4157" y="2437"/>
                <a:ext cx="145" cy="100"/>
                <a:chOff x="4157" y="2437"/>
                <a:chExt cx="145" cy="100"/>
              </a:xfrm>
            </p:grpSpPr>
            <p:sp>
              <p:nvSpPr>
                <p:cNvPr id="324" name="Freeform 362"/>
                <p:cNvSpPr>
                  <a:spLocks/>
                </p:cNvSpPr>
                <p:nvPr/>
              </p:nvSpPr>
              <p:spPr bwMode="auto">
                <a:xfrm>
                  <a:off x="4157" y="2437"/>
                  <a:ext cx="134" cy="88"/>
                </a:xfrm>
                <a:custGeom>
                  <a:avLst/>
                  <a:gdLst>
                    <a:gd name="T0" fmla="*/ 133 w 134"/>
                    <a:gd name="T1" fmla="*/ 44 h 88"/>
                    <a:gd name="T2" fmla="*/ 133 w 134"/>
                    <a:gd name="T3" fmla="*/ 44 h 88"/>
                    <a:gd name="T4" fmla="*/ 132 w 134"/>
                    <a:gd name="T5" fmla="*/ 34 h 88"/>
                    <a:gd name="T6" fmla="*/ 129 w 134"/>
                    <a:gd name="T7" fmla="*/ 26 h 88"/>
                    <a:gd name="T8" fmla="*/ 122 w 134"/>
                    <a:gd name="T9" fmla="*/ 21 h 88"/>
                    <a:gd name="T10" fmla="*/ 113 w 134"/>
                    <a:gd name="T11" fmla="*/ 12 h 88"/>
                    <a:gd name="T12" fmla="*/ 104 w 134"/>
                    <a:gd name="T13" fmla="*/ 7 h 88"/>
                    <a:gd name="T14" fmla="*/ 94 w 134"/>
                    <a:gd name="T15" fmla="*/ 4 h 88"/>
                    <a:gd name="T16" fmla="*/ 80 w 134"/>
                    <a:gd name="T17" fmla="*/ 1 h 88"/>
                    <a:gd name="T18" fmla="*/ 67 w 134"/>
                    <a:gd name="T19" fmla="*/ 0 h 88"/>
                    <a:gd name="T20" fmla="*/ 54 w 134"/>
                    <a:gd name="T21" fmla="*/ 1 h 88"/>
                    <a:gd name="T22" fmla="*/ 41 w 134"/>
                    <a:gd name="T23" fmla="*/ 4 h 88"/>
                    <a:gd name="T24" fmla="*/ 29 w 134"/>
                    <a:gd name="T25" fmla="*/ 7 h 88"/>
                    <a:gd name="T26" fmla="*/ 21 w 134"/>
                    <a:gd name="T27" fmla="*/ 12 h 88"/>
                    <a:gd name="T28" fmla="*/ 11 w 134"/>
                    <a:gd name="T29" fmla="*/ 21 h 88"/>
                    <a:gd name="T30" fmla="*/ 7 w 134"/>
                    <a:gd name="T31" fmla="*/ 26 h 88"/>
                    <a:gd name="T32" fmla="*/ 3 w 134"/>
                    <a:gd name="T33" fmla="*/ 34 h 88"/>
                    <a:gd name="T34" fmla="*/ 0 w 134"/>
                    <a:gd name="T35" fmla="*/ 44 h 88"/>
                    <a:gd name="T36" fmla="*/ 3 w 134"/>
                    <a:gd name="T37" fmla="*/ 52 h 88"/>
                    <a:gd name="T38" fmla="*/ 7 w 134"/>
                    <a:gd name="T39" fmla="*/ 59 h 88"/>
                    <a:gd name="T40" fmla="*/ 11 w 134"/>
                    <a:gd name="T41" fmla="*/ 67 h 88"/>
                    <a:gd name="T42" fmla="*/ 21 w 134"/>
                    <a:gd name="T43" fmla="*/ 75 h 88"/>
                    <a:gd name="T44" fmla="*/ 29 w 134"/>
                    <a:gd name="T45" fmla="*/ 80 h 88"/>
                    <a:gd name="T46" fmla="*/ 41 w 134"/>
                    <a:gd name="T47" fmla="*/ 84 h 88"/>
                    <a:gd name="T48" fmla="*/ 54 w 134"/>
                    <a:gd name="T49" fmla="*/ 87 h 88"/>
                    <a:gd name="T50" fmla="*/ 67 w 134"/>
                    <a:gd name="T51" fmla="*/ 87 h 88"/>
                    <a:gd name="T52" fmla="*/ 80 w 134"/>
                    <a:gd name="T53" fmla="*/ 87 h 88"/>
                    <a:gd name="T54" fmla="*/ 94 w 134"/>
                    <a:gd name="T55" fmla="*/ 84 h 88"/>
                    <a:gd name="T56" fmla="*/ 104 w 134"/>
                    <a:gd name="T57" fmla="*/ 80 h 88"/>
                    <a:gd name="T58" fmla="*/ 113 w 134"/>
                    <a:gd name="T59" fmla="*/ 75 h 88"/>
                    <a:gd name="T60" fmla="*/ 122 w 134"/>
                    <a:gd name="T61" fmla="*/ 67 h 88"/>
                    <a:gd name="T62" fmla="*/ 129 w 134"/>
                    <a:gd name="T63" fmla="*/ 59 h 88"/>
                    <a:gd name="T64" fmla="*/ 132 w 134"/>
                    <a:gd name="T65" fmla="*/ 52 h 88"/>
                    <a:gd name="T66" fmla="*/ 133 w 134"/>
                    <a:gd name="T67" fmla="*/ 44 h 8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34"/>
                    <a:gd name="T103" fmla="*/ 0 h 88"/>
                    <a:gd name="T104" fmla="*/ 134 w 134"/>
                    <a:gd name="T105" fmla="*/ 88 h 8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34" h="88">
                      <a:moveTo>
                        <a:pt x="133" y="44"/>
                      </a:moveTo>
                      <a:lnTo>
                        <a:pt x="133" y="44"/>
                      </a:lnTo>
                      <a:lnTo>
                        <a:pt x="132" y="34"/>
                      </a:lnTo>
                      <a:lnTo>
                        <a:pt x="129" y="26"/>
                      </a:lnTo>
                      <a:lnTo>
                        <a:pt x="122" y="21"/>
                      </a:lnTo>
                      <a:lnTo>
                        <a:pt x="113" y="12"/>
                      </a:lnTo>
                      <a:lnTo>
                        <a:pt x="104" y="7"/>
                      </a:lnTo>
                      <a:lnTo>
                        <a:pt x="94" y="4"/>
                      </a:lnTo>
                      <a:lnTo>
                        <a:pt x="80" y="1"/>
                      </a:lnTo>
                      <a:lnTo>
                        <a:pt x="67" y="0"/>
                      </a:lnTo>
                      <a:lnTo>
                        <a:pt x="54" y="1"/>
                      </a:lnTo>
                      <a:lnTo>
                        <a:pt x="41" y="4"/>
                      </a:lnTo>
                      <a:lnTo>
                        <a:pt x="29" y="7"/>
                      </a:lnTo>
                      <a:lnTo>
                        <a:pt x="21" y="12"/>
                      </a:lnTo>
                      <a:lnTo>
                        <a:pt x="11" y="21"/>
                      </a:lnTo>
                      <a:lnTo>
                        <a:pt x="7" y="26"/>
                      </a:lnTo>
                      <a:lnTo>
                        <a:pt x="3" y="34"/>
                      </a:lnTo>
                      <a:lnTo>
                        <a:pt x="0" y="44"/>
                      </a:lnTo>
                      <a:lnTo>
                        <a:pt x="3" y="52"/>
                      </a:lnTo>
                      <a:lnTo>
                        <a:pt x="7" y="59"/>
                      </a:lnTo>
                      <a:lnTo>
                        <a:pt x="11" y="67"/>
                      </a:lnTo>
                      <a:lnTo>
                        <a:pt x="21" y="75"/>
                      </a:lnTo>
                      <a:lnTo>
                        <a:pt x="29" y="80"/>
                      </a:lnTo>
                      <a:lnTo>
                        <a:pt x="41" y="84"/>
                      </a:lnTo>
                      <a:lnTo>
                        <a:pt x="54" y="87"/>
                      </a:lnTo>
                      <a:lnTo>
                        <a:pt x="67" y="87"/>
                      </a:lnTo>
                      <a:lnTo>
                        <a:pt x="80" y="87"/>
                      </a:lnTo>
                      <a:lnTo>
                        <a:pt x="94" y="84"/>
                      </a:lnTo>
                      <a:lnTo>
                        <a:pt x="104" y="80"/>
                      </a:lnTo>
                      <a:lnTo>
                        <a:pt x="113" y="75"/>
                      </a:lnTo>
                      <a:lnTo>
                        <a:pt x="122" y="67"/>
                      </a:lnTo>
                      <a:lnTo>
                        <a:pt x="129" y="59"/>
                      </a:lnTo>
                      <a:lnTo>
                        <a:pt x="132" y="52"/>
                      </a:lnTo>
                      <a:lnTo>
                        <a:pt x="133" y="44"/>
                      </a:lnTo>
                    </a:path>
                  </a:pathLst>
                </a:custGeom>
                <a:solidFill>
                  <a:schemeClr val="folHlink"/>
                </a:solidFill>
                <a:ln w="12700" cap="rnd">
                  <a:solidFill>
                    <a:schemeClr val="tx1"/>
                  </a:solidFill>
                  <a:round/>
                  <a:headEnd/>
                  <a:tailEnd/>
                </a:ln>
              </p:spPr>
              <p:txBody>
                <a:bodyPr/>
                <a:lstStyle/>
                <a:p>
                  <a:pPr algn="ctr"/>
                  <a:endParaRPr lang="pt-BR" sz="2400"/>
                </a:p>
              </p:txBody>
            </p:sp>
            <p:sp>
              <p:nvSpPr>
                <p:cNvPr id="325" name="Freeform 363"/>
                <p:cNvSpPr>
                  <a:spLocks/>
                </p:cNvSpPr>
                <p:nvPr/>
              </p:nvSpPr>
              <p:spPr bwMode="auto">
                <a:xfrm>
                  <a:off x="4157" y="2437"/>
                  <a:ext cx="145" cy="100"/>
                </a:xfrm>
                <a:custGeom>
                  <a:avLst/>
                  <a:gdLst>
                    <a:gd name="T0" fmla="*/ 144 w 145"/>
                    <a:gd name="T1" fmla="*/ 50 h 100"/>
                    <a:gd name="T2" fmla="*/ 144 w 145"/>
                    <a:gd name="T3" fmla="*/ 50 h 100"/>
                    <a:gd name="T4" fmla="*/ 142 w 145"/>
                    <a:gd name="T5" fmla="*/ 40 h 100"/>
                    <a:gd name="T6" fmla="*/ 138 w 145"/>
                    <a:gd name="T7" fmla="*/ 31 h 100"/>
                    <a:gd name="T8" fmla="*/ 132 w 145"/>
                    <a:gd name="T9" fmla="*/ 23 h 100"/>
                    <a:gd name="T10" fmla="*/ 122 w 145"/>
                    <a:gd name="T11" fmla="*/ 13 h 100"/>
                    <a:gd name="T12" fmla="*/ 113 w 145"/>
                    <a:gd name="T13" fmla="*/ 7 h 100"/>
                    <a:gd name="T14" fmla="*/ 101 w 145"/>
                    <a:gd name="T15" fmla="*/ 4 h 100"/>
                    <a:gd name="T16" fmla="*/ 86 w 145"/>
                    <a:gd name="T17" fmla="*/ 2 h 100"/>
                    <a:gd name="T18" fmla="*/ 73 w 145"/>
                    <a:gd name="T19" fmla="*/ 0 h 100"/>
                    <a:gd name="T20" fmla="*/ 58 w 145"/>
                    <a:gd name="T21" fmla="*/ 2 h 100"/>
                    <a:gd name="T22" fmla="*/ 44 w 145"/>
                    <a:gd name="T23" fmla="*/ 4 h 100"/>
                    <a:gd name="T24" fmla="*/ 31 w 145"/>
                    <a:gd name="T25" fmla="*/ 7 h 100"/>
                    <a:gd name="T26" fmla="*/ 23 w 145"/>
                    <a:gd name="T27" fmla="*/ 13 h 100"/>
                    <a:gd name="T28" fmla="*/ 12 w 145"/>
                    <a:gd name="T29" fmla="*/ 23 h 100"/>
                    <a:gd name="T30" fmla="*/ 7 w 145"/>
                    <a:gd name="T31" fmla="*/ 31 h 100"/>
                    <a:gd name="T32" fmla="*/ 3 w 145"/>
                    <a:gd name="T33" fmla="*/ 40 h 100"/>
                    <a:gd name="T34" fmla="*/ 0 w 145"/>
                    <a:gd name="T35" fmla="*/ 50 h 100"/>
                    <a:gd name="T36" fmla="*/ 3 w 145"/>
                    <a:gd name="T37" fmla="*/ 60 h 100"/>
                    <a:gd name="T38" fmla="*/ 7 w 145"/>
                    <a:gd name="T39" fmla="*/ 69 h 100"/>
                    <a:gd name="T40" fmla="*/ 12 w 145"/>
                    <a:gd name="T41" fmla="*/ 77 h 100"/>
                    <a:gd name="T42" fmla="*/ 23 w 145"/>
                    <a:gd name="T43" fmla="*/ 85 h 100"/>
                    <a:gd name="T44" fmla="*/ 31 w 145"/>
                    <a:gd name="T45" fmla="*/ 91 h 100"/>
                    <a:gd name="T46" fmla="*/ 44 w 145"/>
                    <a:gd name="T47" fmla="*/ 96 h 100"/>
                    <a:gd name="T48" fmla="*/ 58 w 145"/>
                    <a:gd name="T49" fmla="*/ 99 h 100"/>
                    <a:gd name="T50" fmla="*/ 73 w 145"/>
                    <a:gd name="T51" fmla="*/ 99 h 100"/>
                    <a:gd name="T52" fmla="*/ 86 w 145"/>
                    <a:gd name="T53" fmla="*/ 99 h 100"/>
                    <a:gd name="T54" fmla="*/ 101 w 145"/>
                    <a:gd name="T55" fmla="*/ 96 h 100"/>
                    <a:gd name="T56" fmla="*/ 113 w 145"/>
                    <a:gd name="T57" fmla="*/ 91 h 100"/>
                    <a:gd name="T58" fmla="*/ 122 w 145"/>
                    <a:gd name="T59" fmla="*/ 85 h 100"/>
                    <a:gd name="T60" fmla="*/ 132 w 145"/>
                    <a:gd name="T61" fmla="*/ 77 h 100"/>
                    <a:gd name="T62" fmla="*/ 138 w 145"/>
                    <a:gd name="T63" fmla="*/ 69 h 100"/>
                    <a:gd name="T64" fmla="*/ 142 w 145"/>
                    <a:gd name="T65" fmla="*/ 60 h 100"/>
                    <a:gd name="T66" fmla="*/ 144 w 145"/>
                    <a:gd name="T67" fmla="*/ 50 h 10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45"/>
                    <a:gd name="T103" fmla="*/ 0 h 100"/>
                    <a:gd name="T104" fmla="*/ 145 w 145"/>
                    <a:gd name="T105" fmla="*/ 100 h 10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45" h="100">
                      <a:moveTo>
                        <a:pt x="144" y="50"/>
                      </a:moveTo>
                      <a:lnTo>
                        <a:pt x="144" y="50"/>
                      </a:lnTo>
                      <a:lnTo>
                        <a:pt x="142" y="40"/>
                      </a:lnTo>
                      <a:lnTo>
                        <a:pt x="138" y="31"/>
                      </a:lnTo>
                      <a:lnTo>
                        <a:pt x="132" y="23"/>
                      </a:lnTo>
                      <a:lnTo>
                        <a:pt x="122" y="13"/>
                      </a:lnTo>
                      <a:lnTo>
                        <a:pt x="113" y="7"/>
                      </a:lnTo>
                      <a:lnTo>
                        <a:pt x="101" y="4"/>
                      </a:lnTo>
                      <a:lnTo>
                        <a:pt x="86" y="2"/>
                      </a:lnTo>
                      <a:lnTo>
                        <a:pt x="73" y="0"/>
                      </a:lnTo>
                      <a:lnTo>
                        <a:pt x="58" y="2"/>
                      </a:lnTo>
                      <a:lnTo>
                        <a:pt x="44" y="4"/>
                      </a:lnTo>
                      <a:lnTo>
                        <a:pt x="31" y="7"/>
                      </a:lnTo>
                      <a:lnTo>
                        <a:pt x="23" y="13"/>
                      </a:lnTo>
                      <a:lnTo>
                        <a:pt x="12" y="23"/>
                      </a:lnTo>
                      <a:lnTo>
                        <a:pt x="7" y="31"/>
                      </a:lnTo>
                      <a:lnTo>
                        <a:pt x="3" y="40"/>
                      </a:lnTo>
                      <a:lnTo>
                        <a:pt x="0" y="50"/>
                      </a:lnTo>
                      <a:lnTo>
                        <a:pt x="3" y="60"/>
                      </a:lnTo>
                      <a:lnTo>
                        <a:pt x="7" y="69"/>
                      </a:lnTo>
                      <a:lnTo>
                        <a:pt x="12" y="77"/>
                      </a:lnTo>
                      <a:lnTo>
                        <a:pt x="23" y="85"/>
                      </a:lnTo>
                      <a:lnTo>
                        <a:pt x="31" y="91"/>
                      </a:lnTo>
                      <a:lnTo>
                        <a:pt x="44" y="96"/>
                      </a:lnTo>
                      <a:lnTo>
                        <a:pt x="58" y="99"/>
                      </a:lnTo>
                      <a:lnTo>
                        <a:pt x="73" y="99"/>
                      </a:lnTo>
                      <a:lnTo>
                        <a:pt x="86" y="99"/>
                      </a:lnTo>
                      <a:lnTo>
                        <a:pt x="101" y="96"/>
                      </a:lnTo>
                      <a:lnTo>
                        <a:pt x="113" y="91"/>
                      </a:lnTo>
                      <a:lnTo>
                        <a:pt x="122" y="85"/>
                      </a:lnTo>
                      <a:lnTo>
                        <a:pt x="132" y="77"/>
                      </a:lnTo>
                      <a:lnTo>
                        <a:pt x="138" y="69"/>
                      </a:lnTo>
                      <a:lnTo>
                        <a:pt x="142" y="60"/>
                      </a:lnTo>
                      <a:lnTo>
                        <a:pt x="144" y="50"/>
                      </a:lnTo>
                    </a:path>
                  </a:pathLst>
                </a:custGeom>
                <a:solidFill>
                  <a:schemeClr val="folHlink"/>
                </a:solidFill>
                <a:ln w="12700" cap="rnd">
                  <a:solidFill>
                    <a:schemeClr val="tx1"/>
                  </a:solidFill>
                  <a:round/>
                  <a:headEnd/>
                  <a:tailEnd/>
                </a:ln>
              </p:spPr>
              <p:txBody>
                <a:bodyPr/>
                <a:lstStyle/>
                <a:p>
                  <a:pPr algn="ctr"/>
                  <a:endParaRPr lang="pt-BR" sz="2400"/>
                </a:p>
              </p:txBody>
            </p:sp>
          </p:grpSp>
          <p:sp>
            <p:nvSpPr>
              <p:cNvPr id="217" name="Rectangle 364"/>
              <p:cNvSpPr>
                <a:spLocks noChangeArrowheads="1"/>
              </p:cNvSpPr>
              <p:nvPr/>
            </p:nvSpPr>
            <p:spPr bwMode="auto">
              <a:xfrm>
                <a:off x="4276" y="2444"/>
                <a:ext cx="44" cy="58"/>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218" name="Rectangle 365"/>
              <p:cNvSpPr>
                <a:spLocks noChangeArrowheads="1"/>
              </p:cNvSpPr>
              <p:nvPr/>
            </p:nvSpPr>
            <p:spPr bwMode="auto">
              <a:xfrm>
                <a:off x="4188" y="2091"/>
                <a:ext cx="466" cy="355"/>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19" name="Group 366"/>
              <p:cNvGrpSpPr>
                <a:grpSpLocks/>
              </p:cNvGrpSpPr>
              <p:nvPr/>
            </p:nvGrpSpPr>
            <p:grpSpPr bwMode="auto">
              <a:xfrm>
                <a:off x="4185" y="2088"/>
                <a:ext cx="475" cy="368"/>
                <a:chOff x="4185" y="2088"/>
                <a:chExt cx="475" cy="368"/>
              </a:xfrm>
            </p:grpSpPr>
            <p:sp>
              <p:nvSpPr>
                <p:cNvPr id="322" name="Rectangle 367"/>
                <p:cNvSpPr>
                  <a:spLocks noChangeArrowheads="1"/>
                </p:cNvSpPr>
                <p:nvPr/>
              </p:nvSpPr>
              <p:spPr bwMode="auto">
                <a:xfrm>
                  <a:off x="4185" y="2088"/>
                  <a:ext cx="466" cy="359"/>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323" name="Rectangle 368"/>
                <p:cNvSpPr>
                  <a:spLocks noChangeArrowheads="1"/>
                </p:cNvSpPr>
                <p:nvPr/>
              </p:nvSpPr>
              <p:spPr bwMode="auto">
                <a:xfrm>
                  <a:off x="4188" y="2091"/>
                  <a:ext cx="472" cy="365"/>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sp>
            <p:nvSpPr>
              <p:cNvPr id="220" name="Rectangle 369"/>
              <p:cNvSpPr>
                <a:spLocks noChangeArrowheads="1"/>
              </p:cNvSpPr>
              <p:nvPr/>
            </p:nvSpPr>
            <p:spPr bwMode="auto">
              <a:xfrm>
                <a:off x="4498" y="2203"/>
                <a:ext cx="49" cy="151"/>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21" name="Group 370"/>
              <p:cNvGrpSpPr>
                <a:grpSpLocks/>
              </p:cNvGrpSpPr>
              <p:nvPr/>
            </p:nvGrpSpPr>
            <p:grpSpPr bwMode="auto">
              <a:xfrm>
                <a:off x="4495" y="2200"/>
                <a:ext cx="58" cy="161"/>
                <a:chOff x="4495" y="2200"/>
                <a:chExt cx="58" cy="161"/>
              </a:xfrm>
            </p:grpSpPr>
            <p:sp>
              <p:nvSpPr>
                <p:cNvPr id="320" name="Rectangle 371"/>
                <p:cNvSpPr>
                  <a:spLocks noChangeArrowheads="1"/>
                </p:cNvSpPr>
                <p:nvPr/>
              </p:nvSpPr>
              <p:spPr bwMode="auto">
                <a:xfrm>
                  <a:off x="4495" y="2200"/>
                  <a:ext cx="51" cy="153"/>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321" name="Rectangle 372"/>
                <p:cNvSpPr>
                  <a:spLocks noChangeArrowheads="1"/>
                </p:cNvSpPr>
                <p:nvPr/>
              </p:nvSpPr>
              <p:spPr bwMode="auto">
                <a:xfrm>
                  <a:off x="4497" y="2203"/>
                  <a:ext cx="56" cy="158"/>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sp>
            <p:nvSpPr>
              <p:cNvPr id="222" name="Rectangle 373"/>
              <p:cNvSpPr>
                <a:spLocks noChangeArrowheads="1"/>
              </p:cNvSpPr>
              <p:nvPr/>
            </p:nvSpPr>
            <p:spPr bwMode="auto">
              <a:xfrm>
                <a:off x="4472" y="2237"/>
                <a:ext cx="77" cy="22"/>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23" name="Group 374"/>
              <p:cNvGrpSpPr>
                <a:grpSpLocks/>
              </p:cNvGrpSpPr>
              <p:nvPr/>
            </p:nvGrpSpPr>
            <p:grpSpPr bwMode="auto">
              <a:xfrm>
                <a:off x="4469" y="2235"/>
                <a:ext cx="85" cy="32"/>
                <a:chOff x="4469" y="2235"/>
                <a:chExt cx="85" cy="32"/>
              </a:xfrm>
            </p:grpSpPr>
            <p:sp>
              <p:nvSpPr>
                <p:cNvPr id="318" name="Rectangle 375"/>
                <p:cNvSpPr>
                  <a:spLocks noChangeArrowheads="1"/>
                </p:cNvSpPr>
                <p:nvPr/>
              </p:nvSpPr>
              <p:spPr bwMode="auto">
                <a:xfrm>
                  <a:off x="4469" y="2235"/>
                  <a:ext cx="77" cy="24"/>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319" name="Rectangle 376"/>
                <p:cNvSpPr>
                  <a:spLocks noChangeArrowheads="1"/>
                </p:cNvSpPr>
                <p:nvPr/>
              </p:nvSpPr>
              <p:spPr bwMode="auto">
                <a:xfrm>
                  <a:off x="4472" y="2238"/>
                  <a:ext cx="82" cy="29"/>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sp>
            <p:nvSpPr>
              <p:cNvPr id="224" name="Rectangle 377"/>
              <p:cNvSpPr>
                <a:spLocks noChangeArrowheads="1"/>
              </p:cNvSpPr>
              <p:nvPr/>
            </p:nvSpPr>
            <p:spPr bwMode="auto">
              <a:xfrm>
                <a:off x="4320" y="2036"/>
                <a:ext cx="62" cy="384"/>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25" name="Group 378"/>
              <p:cNvGrpSpPr>
                <a:grpSpLocks/>
              </p:cNvGrpSpPr>
              <p:nvPr/>
            </p:nvGrpSpPr>
            <p:grpSpPr bwMode="auto">
              <a:xfrm>
                <a:off x="4317" y="2033"/>
                <a:ext cx="70" cy="395"/>
                <a:chOff x="4317" y="2033"/>
                <a:chExt cx="70" cy="395"/>
              </a:xfrm>
            </p:grpSpPr>
            <p:sp>
              <p:nvSpPr>
                <p:cNvPr id="316" name="Rectangle 379"/>
                <p:cNvSpPr>
                  <a:spLocks noChangeArrowheads="1"/>
                </p:cNvSpPr>
                <p:nvPr/>
              </p:nvSpPr>
              <p:spPr bwMode="auto">
                <a:xfrm>
                  <a:off x="4317" y="2033"/>
                  <a:ext cx="62" cy="385"/>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317" name="Rectangle 380"/>
                <p:cNvSpPr>
                  <a:spLocks noChangeArrowheads="1"/>
                </p:cNvSpPr>
                <p:nvPr/>
              </p:nvSpPr>
              <p:spPr bwMode="auto">
                <a:xfrm>
                  <a:off x="4320" y="2036"/>
                  <a:ext cx="67" cy="392"/>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sp>
            <p:nvSpPr>
              <p:cNvPr id="226" name="Rectangle 381"/>
              <p:cNvSpPr>
                <a:spLocks noChangeArrowheads="1"/>
              </p:cNvSpPr>
              <p:nvPr/>
            </p:nvSpPr>
            <p:spPr bwMode="auto">
              <a:xfrm>
                <a:off x="4307" y="2126"/>
                <a:ext cx="45" cy="42"/>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27" name="Group 382"/>
              <p:cNvGrpSpPr>
                <a:grpSpLocks/>
              </p:cNvGrpSpPr>
              <p:nvPr/>
            </p:nvGrpSpPr>
            <p:grpSpPr bwMode="auto">
              <a:xfrm>
                <a:off x="4304" y="2123"/>
                <a:ext cx="54" cy="52"/>
                <a:chOff x="4304" y="2123"/>
                <a:chExt cx="54" cy="52"/>
              </a:xfrm>
            </p:grpSpPr>
            <p:sp>
              <p:nvSpPr>
                <p:cNvPr id="314" name="Rectangle 383"/>
                <p:cNvSpPr>
                  <a:spLocks noChangeArrowheads="1"/>
                </p:cNvSpPr>
                <p:nvPr/>
              </p:nvSpPr>
              <p:spPr bwMode="auto">
                <a:xfrm>
                  <a:off x="4304" y="2123"/>
                  <a:ext cx="46" cy="43"/>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315" name="Rectangle 384"/>
                <p:cNvSpPr>
                  <a:spLocks noChangeArrowheads="1"/>
                </p:cNvSpPr>
                <p:nvPr/>
              </p:nvSpPr>
              <p:spPr bwMode="auto">
                <a:xfrm>
                  <a:off x="4307" y="2125"/>
                  <a:ext cx="51" cy="50"/>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sp>
            <p:nvSpPr>
              <p:cNvPr id="228" name="Freeform 385"/>
              <p:cNvSpPr>
                <a:spLocks/>
              </p:cNvSpPr>
              <p:nvPr/>
            </p:nvSpPr>
            <p:spPr bwMode="auto">
              <a:xfrm>
                <a:off x="4463" y="2246"/>
                <a:ext cx="1" cy="17"/>
              </a:xfrm>
              <a:custGeom>
                <a:avLst/>
                <a:gdLst>
                  <a:gd name="T0" fmla="*/ 0 w 1"/>
                  <a:gd name="T1" fmla="*/ 16 h 17"/>
                  <a:gd name="T2" fmla="*/ 0 w 1"/>
                  <a:gd name="T3" fmla="*/ 16 h 17"/>
                  <a:gd name="T4" fmla="*/ 0 w 1"/>
                  <a:gd name="T5" fmla="*/ 0 h 17"/>
                  <a:gd name="T6" fmla="*/ 0 w 1"/>
                  <a:gd name="T7" fmla="*/ 16 h 17"/>
                  <a:gd name="T8" fmla="*/ 0 60000 65536"/>
                  <a:gd name="T9" fmla="*/ 0 60000 65536"/>
                  <a:gd name="T10" fmla="*/ 0 60000 65536"/>
                  <a:gd name="T11" fmla="*/ 0 60000 65536"/>
                  <a:gd name="T12" fmla="*/ 0 w 1"/>
                  <a:gd name="T13" fmla="*/ 0 h 17"/>
                  <a:gd name="T14" fmla="*/ 1 w 1"/>
                  <a:gd name="T15" fmla="*/ 17 h 17"/>
                </a:gdLst>
                <a:ahLst/>
                <a:cxnLst>
                  <a:cxn ang="T8">
                    <a:pos x="T0" y="T1"/>
                  </a:cxn>
                  <a:cxn ang="T9">
                    <a:pos x="T2" y="T3"/>
                  </a:cxn>
                  <a:cxn ang="T10">
                    <a:pos x="T4" y="T5"/>
                  </a:cxn>
                  <a:cxn ang="T11">
                    <a:pos x="T6" y="T7"/>
                  </a:cxn>
                </a:cxnLst>
                <a:rect l="T12" t="T13" r="T14" b="T15"/>
                <a:pathLst>
                  <a:path w="1" h="17">
                    <a:moveTo>
                      <a:pt x="0" y="16"/>
                    </a:moveTo>
                    <a:lnTo>
                      <a:pt x="0" y="16"/>
                    </a:lnTo>
                    <a:lnTo>
                      <a:pt x="0" y="0"/>
                    </a:lnTo>
                    <a:lnTo>
                      <a:pt x="0" y="16"/>
                    </a:lnTo>
                  </a:path>
                </a:pathLst>
              </a:custGeom>
              <a:solidFill>
                <a:schemeClr val="folHlink"/>
              </a:solidFill>
              <a:ln w="12700" cap="rnd">
                <a:solidFill>
                  <a:schemeClr val="tx1"/>
                </a:solidFill>
                <a:round/>
                <a:headEnd/>
                <a:tailEnd/>
              </a:ln>
            </p:spPr>
            <p:txBody>
              <a:bodyPr/>
              <a:lstStyle/>
              <a:p>
                <a:pPr algn="ctr"/>
                <a:endParaRPr lang="pt-BR" sz="2400"/>
              </a:p>
            </p:txBody>
          </p:sp>
          <p:grpSp>
            <p:nvGrpSpPr>
              <p:cNvPr id="229" name="Group 386"/>
              <p:cNvGrpSpPr>
                <a:grpSpLocks/>
              </p:cNvGrpSpPr>
              <p:nvPr/>
            </p:nvGrpSpPr>
            <p:grpSpPr bwMode="auto">
              <a:xfrm>
                <a:off x="4458" y="2247"/>
                <a:ext cx="17" cy="14"/>
                <a:chOff x="4458" y="2247"/>
                <a:chExt cx="17" cy="14"/>
              </a:xfrm>
            </p:grpSpPr>
            <p:sp>
              <p:nvSpPr>
                <p:cNvPr id="312" name="Rectangle 387"/>
                <p:cNvSpPr>
                  <a:spLocks noChangeArrowheads="1"/>
                </p:cNvSpPr>
                <p:nvPr/>
              </p:nvSpPr>
              <p:spPr bwMode="auto">
                <a:xfrm>
                  <a:off x="4458" y="2247"/>
                  <a:ext cx="14" cy="14"/>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313" name="Rectangle 388"/>
                <p:cNvSpPr>
                  <a:spLocks noChangeArrowheads="1"/>
                </p:cNvSpPr>
                <p:nvPr/>
              </p:nvSpPr>
              <p:spPr bwMode="auto">
                <a:xfrm>
                  <a:off x="4467" y="2249"/>
                  <a:ext cx="8" cy="10"/>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grpSp>
            <p:nvGrpSpPr>
              <p:cNvPr id="230" name="Group 389"/>
              <p:cNvGrpSpPr>
                <a:grpSpLocks/>
              </p:cNvGrpSpPr>
              <p:nvPr/>
            </p:nvGrpSpPr>
            <p:grpSpPr bwMode="auto">
              <a:xfrm>
                <a:off x="4454" y="2245"/>
                <a:ext cx="19" cy="19"/>
                <a:chOff x="4454" y="2245"/>
                <a:chExt cx="19" cy="19"/>
              </a:xfrm>
            </p:grpSpPr>
            <p:sp>
              <p:nvSpPr>
                <p:cNvPr id="310" name="Freeform 390"/>
                <p:cNvSpPr>
                  <a:spLocks/>
                </p:cNvSpPr>
                <p:nvPr/>
              </p:nvSpPr>
              <p:spPr bwMode="auto">
                <a:xfrm>
                  <a:off x="4454" y="2246"/>
                  <a:ext cx="17" cy="17"/>
                </a:xfrm>
                <a:custGeom>
                  <a:avLst/>
                  <a:gdLst>
                    <a:gd name="T0" fmla="*/ 0 w 17"/>
                    <a:gd name="T1" fmla="*/ 0 h 17"/>
                    <a:gd name="T2" fmla="*/ 16 w 17"/>
                    <a:gd name="T3" fmla="*/ 9 h 17"/>
                    <a:gd name="T4" fmla="*/ 0 w 17"/>
                    <a:gd name="T5" fmla="*/ 16 h 17"/>
                    <a:gd name="T6" fmla="*/ 0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0"/>
                      </a:moveTo>
                      <a:lnTo>
                        <a:pt x="16" y="9"/>
                      </a:lnTo>
                      <a:lnTo>
                        <a:pt x="0" y="16"/>
                      </a:lnTo>
                      <a:lnTo>
                        <a:pt x="0" y="0"/>
                      </a:lnTo>
                    </a:path>
                  </a:pathLst>
                </a:custGeom>
                <a:solidFill>
                  <a:schemeClr val="folHlink"/>
                </a:solidFill>
                <a:ln w="12700" cap="rnd">
                  <a:solidFill>
                    <a:schemeClr val="tx1"/>
                  </a:solidFill>
                  <a:round/>
                  <a:headEnd/>
                  <a:tailEnd/>
                </a:ln>
              </p:spPr>
              <p:txBody>
                <a:bodyPr/>
                <a:lstStyle/>
                <a:p>
                  <a:pPr algn="ctr"/>
                  <a:endParaRPr lang="pt-BR" sz="2400"/>
                </a:p>
              </p:txBody>
            </p:sp>
            <p:sp>
              <p:nvSpPr>
                <p:cNvPr id="311" name="Freeform 391"/>
                <p:cNvSpPr>
                  <a:spLocks/>
                </p:cNvSpPr>
                <p:nvPr/>
              </p:nvSpPr>
              <p:spPr bwMode="auto">
                <a:xfrm>
                  <a:off x="4456" y="2245"/>
                  <a:ext cx="17" cy="19"/>
                </a:xfrm>
                <a:custGeom>
                  <a:avLst/>
                  <a:gdLst>
                    <a:gd name="T0" fmla="*/ 16 w 17"/>
                    <a:gd name="T1" fmla="*/ 0 h 19"/>
                    <a:gd name="T2" fmla="*/ 0 w 17"/>
                    <a:gd name="T3" fmla="*/ 10 h 19"/>
                    <a:gd name="T4" fmla="*/ 16 w 17"/>
                    <a:gd name="T5" fmla="*/ 18 h 19"/>
                    <a:gd name="T6" fmla="*/ 0 60000 65536"/>
                    <a:gd name="T7" fmla="*/ 0 60000 65536"/>
                    <a:gd name="T8" fmla="*/ 0 60000 65536"/>
                    <a:gd name="T9" fmla="*/ 0 w 17"/>
                    <a:gd name="T10" fmla="*/ 0 h 19"/>
                    <a:gd name="T11" fmla="*/ 17 w 17"/>
                    <a:gd name="T12" fmla="*/ 19 h 19"/>
                  </a:gdLst>
                  <a:ahLst/>
                  <a:cxnLst>
                    <a:cxn ang="T6">
                      <a:pos x="T0" y="T1"/>
                    </a:cxn>
                    <a:cxn ang="T7">
                      <a:pos x="T2" y="T3"/>
                    </a:cxn>
                    <a:cxn ang="T8">
                      <a:pos x="T4" y="T5"/>
                    </a:cxn>
                  </a:cxnLst>
                  <a:rect l="T9" t="T10" r="T11" b="T12"/>
                  <a:pathLst>
                    <a:path w="17" h="19">
                      <a:moveTo>
                        <a:pt x="16" y="0"/>
                      </a:moveTo>
                      <a:lnTo>
                        <a:pt x="0" y="10"/>
                      </a:lnTo>
                      <a:lnTo>
                        <a:pt x="16" y="18"/>
                      </a:lnTo>
                    </a:path>
                  </a:pathLst>
                </a:custGeom>
                <a:solidFill>
                  <a:schemeClr val="folHlink"/>
                </a:solidFill>
                <a:ln w="12700" cap="rnd">
                  <a:solidFill>
                    <a:schemeClr val="tx1"/>
                  </a:solidFill>
                  <a:round/>
                  <a:headEnd type="none" w="sm" len="sm"/>
                  <a:tailEnd type="none" w="sm" len="sm"/>
                </a:ln>
              </p:spPr>
              <p:txBody>
                <a:bodyPr/>
                <a:lstStyle/>
                <a:p>
                  <a:pPr algn="ctr"/>
                  <a:endParaRPr lang="pt-BR" sz="2400"/>
                </a:p>
              </p:txBody>
            </p:sp>
          </p:grpSp>
          <p:sp>
            <p:nvSpPr>
              <p:cNvPr id="231" name="Freeform 392"/>
              <p:cNvSpPr>
                <a:spLocks/>
              </p:cNvSpPr>
              <p:nvPr/>
            </p:nvSpPr>
            <p:spPr bwMode="auto">
              <a:xfrm>
                <a:off x="4300" y="2098"/>
                <a:ext cx="16" cy="102"/>
              </a:xfrm>
              <a:custGeom>
                <a:avLst/>
                <a:gdLst>
                  <a:gd name="T0" fmla="*/ 15 w 16"/>
                  <a:gd name="T1" fmla="*/ 0 h 102"/>
                  <a:gd name="T2" fmla="*/ 6 w 16"/>
                  <a:gd name="T3" fmla="*/ 101 h 102"/>
                  <a:gd name="T4" fmla="*/ 0 w 16"/>
                  <a:gd name="T5" fmla="*/ 95 h 102"/>
                  <a:gd name="T6" fmla="*/ 0 w 16"/>
                  <a:gd name="T7" fmla="*/ 51 h 102"/>
                  <a:gd name="T8" fmla="*/ 11 w 16"/>
                  <a:gd name="T9" fmla="*/ 0 h 102"/>
                  <a:gd name="T10" fmla="*/ 15 w 16"/>
                  <a:gd name="T11" fmla="*/ 0 h 102"/>
                  <a:gd name="T12" fmla="*/ 0 60000 65536"/>
                  <a:gd name="T13" fmla="*/ 0 60000 65536"/>
                  <a:gd name="T14" fmla="*/ 0 60000 65536"/>
                  <a:gd name="T15" fmla="*/ 0 60000 65536"/>
                  <a:gd name="T16" fmla="*/ 0 60000 65536"/>
                  <a:gd name="T17" fmla="*/ 0 60000 65536"/>
                  <a:gd name="T18" fmla="*/ 0 w 16"/>
                  <a:gd name="T19" fmla="*/ 0 h 102"/>
                  <a:gd name="T20" fmla="*/ 16 w 16"/>
                  <a:gd name="T21" fmla="*/ 102 h 102"/>
                </a:gdLst>
                <a:ahLst/>
                <a:cxnLst>
                  <a:cxn ang="T12">
                    <a:pos x="T0" y="T1"/>
                  </a:cxn>
                  <a:cxn ang="T13">
                    <a:pos x="T2" y="T3"/>
                  </a:cxn>
                  <a:cxn ang="T14">
                    <a:pos x="T4" y="T5"/>
                  </a:cxn>
                  <a:cxn ang="T15">
                    <a:pos x="T6" y="T7"/>
                  </a:cxn>
                  <a:cxn ang="T16">
                    <a:pos x="T8" y="T9"/>
                  </a:cxn>
                  <a:cxn ang="T17">
                    <a:pos x="T10" y="T11"/>
                  </a:cxn>
                </a:cxnLst>
                <a:rect l="T18" t="T19" r="T20" b="T21"/>
                <a:pathLst>
                  <a:path w="16" h="102">
                    <a:moveTo>
                      <a:pt x="15" y="0"/>
                    </a:moveTo>
                    <a:lnTo>
                      <a:pt x="6" y="101"/>
                    </a:lnTo>
                    <a:lnTo>
                      <a:pt x="0" y="95"/>
                    </a:lnTo>
                    <a:lnTo>
                      <a:pt x="0" y="51"/>
                    </a:lnTo>
                    <a:lnTo>
                      <a:pt x="11" y="0"/>
                    </a:lnTo>
                    <a:lnTo>
                      <a:pt x="15" y="0"/>
                    </a:lnTo>
                  </a:path>
                </a:pathLst>
              </a:custGeom>
              <a:solidFill>
                <a:schemeClr val="folHlink"/>
              </a:solidFill>
              <a:ln w="12700" cap="rnd">
                <a:solidFill>
                  <a:schemeClr val="tx1"/>
                </a:solidFill>
                <a:round/>
                <a:headEnd/>
                <a:tailEnd/>
              </a:ln>
            </p:spPr>
            <p:txBody>
              <a:bodyPr/>
              <a:lstStyle/>
              <a:p>
                <a:pPr algn="ctr"/>
                <a:endParaRPr lang="pt-BR" sz="2400"/>
              </a:p>
            </p:txBody>
          </p:sp>
          <p:grpSp>
            <p:nvGrpSpPr>
              <p:cNvPr id="232" name="Group 393"/>
              <p:cNvGrpSpPr>
                <a:grpSpLocks/>
              </p:cNvGrpSpPr>
              <p:nvPr/>
            </p:nvGrpSpPr>
            <p:grpSpPr bwMode="auto">
              <a:xfrm>
                <a:off x="4300" y="2098"/>
                <a:ext cx="17" cy="108"/>
                <a:chOff x="4300" y="2098"/>
                <a:chExt cx="17" cy="108"/>
              </a:xfrm>
            </p:grpSpPr>
            <p:sp>
              <p:nvSpPr>
                <p:cNvPr id="308" name="Freeform 394"/>
                <p:cNvSpPr>
                  <a:spLocks/>
                </p:cNvSpPr>
                <p:nvPr/>
              </p:nvSpPr>
              <p:spPr bwMode="auto">
                <a:xfrm>
                  <a:off x="4300" y="2098"/>
                  <a:ext cx="16" cy="96"/>
                </a:xfrm>
                <a:custGeom>
                  <a:avLst/>
                  <a:gdLst>
                    <a:gd name="T0" fmla="*/ 15 w 16"/>
                    <a:gd name="T1" fmla="*/ 0 h 96"/>
                    <a:gd name="T2" fmla="*/ 5 w 16"/>
                    <a:gd name="T3" fmla="*/ 95 h 96"/>
                    <a:gd name="T4" fmla="*/ 0 w 16"/>
                    <a:gd name="T5" fmla="*/ 88 h 96"/>
                    <a:gd name="T6" fmla="*/ 0 w 16"/>
                    <a:gd name="T7" fmla="*/ 47 h 96"/>
                    <a:gd name="T8" fmla="*/ 11 w 16"/>
                    <a:gd name="T9" fmla="*/ 0 h 96"/>
                    <a:gd name="T10" fmla="*/ 15 w 16"/>
                    <a:gd name="T11" fmla="*/ 0 h 96"/>
                    <a:gd name="T12" fmla="*/ 0 60000 65536"/>
                    <a:gd name="T13" fmla="*/ 0 60000 65536"/>
                    <a:gd name="T14" fmla="*/ 0 60000 65536"/>
                    <a:gd name="T15" fmla="*/ 0 60000 65536"/>
                    <a:gd name="T16" fmla="*/ 0 60000 65536"/>
                    <a:gd name="T17" fmla="*/ 0 60000 65536"/>
                    <a:gd name="T18" fmla="*/ 0 w 16"/>
                    <a:gd name="T19" fmla="*/ 0 h 96"/>
                    <a:gd name="T20" fmla="*/ 16 w 16"/>
                    <a:gd name="T21" fmla="*/ 96 h 96"/>
                  </a:gdLst>
                  <a:ahLst/>
                  <a:cxnLst>
                    <a:cxn ang="T12">
                      <a:pos x="T0" y="T1"/>
                    </a:cxn>
                    <a:cxn ang="T13">
                      <a:pos x="T2" y="T3"/>
                    </a:cxn>
                    <a:cxn ang="T14">
                      <a:pos x="T4" y="T5"/>
                    </a:cxn>
                    <a:cxn ang="T15">
                      <a:pos x="T6" y="T7"/>
                    </a:cxn>
                    <a:cxn ang="T16">
                      <a:pos x="T8" y="T9"/>
                    </a:cxn>
                    <a:cxn ang="T17">
                      <a:pos x="T10" y="T11"/>
                    </a:cxn>
                  </a:cxnLst>
                  <a:rect l="T18" t="T19" r="T20" b="T21"/>
                  <a:pathLst>
                    <a:path w="16" h="96">
                      <a:moveTo>
                        <a:pt x="15" y="0"/>
                      </a:moveTo>
                      <a:lnTo>
                        <a:pt x="5" y="95"/>
                      </a:lnTo>
                      <a:lnTo>
                        <a:pt x="0" y="88"/>
                      </a:lnTo>
                      <a:lnTo>
                        <a:pt x="0" y="47"/>
                      </a:lnTo>
                      <a:lnTo>
                        <a:pt x="11" y="0"/>
                      </a:lnTo>
                      <a:lnTo>
                        <a:pt x="15" y="0"/>
                      </a:lnTo>
                    </a:path>
                  </a:pathLst>
                </a:custGeom>
                <a:solidFill>
                  <a:schemeClr val="folHlink"/>
                </a:solidFill>
                <a:ln w="12700" cap="rnd">
                  <a:solidFill>
                    <a:schemeClr val="tx1"/>
                  </a:solidFill>
                  <a:round/>
                  <a:headEnd/>
                  <a:tailEnd/>
                </a:ln>
              </p:spPr>
              <p:txBody>
                <a:bodyPr/>
                <a:lstStyle/>
                <a:p>
                  <a:pPr algn="ctr"/>
                  <a:endParaRPr lang="pt-BR" sz="2400"/>
                </a:p>
              </p:txBody>
            </p:sp>
            <p:sp>
              <p:nvSpPr>
                <p:cNvPr id="309" name="Freeform 395"/>
                <p:cNvSpPr>
                  <a:spLocks/>
                </p:cNvSpPr>
                <p:nvPr/>
              </p:nvSpPr>
              <p:spPr bwMode="auto">
                <a:xfrm>
                  <a:off x="4300" y="2098"/>
                  <a:ext cx="17" cy="108"/>
                </a:xfrm>
                <a:custGeom>
                  <a:avLst/>
                  <a:gdLst>
                    <a:gd name="T0" fmla="*/ 16 w 17"/>
                    <a:gd name="T1" fmla="*/ 0 h 108"/>
                    <a:gd name="T2" fmla="*/ 5 w 17"/>
                    <a:gd name="T3" fmla="*/ 107 h 108"/>
                    <a:gd name="T4" fmla="*/ 0 w 17"/>
                    <a:gd name="T5" fmla="*/ 99 h 108"/>
                    <a:gd name="T6" fmla="*/ 0 w 17"/>
                    <a:gd name="T7" fmla="*/ 53 h 108"/>
                    <a:gd name="T8" fmla="*/ 11 w 17"/>
                    <a:gd name="T9" fmla="*/ 0 h 108"/>
                    <a:gd name="T10" fmla="*/ 16 w 17"/>
                    <a:gd name="T11" fmla="*/ 0 h 108"/>
                    <a:gd name="T12" fmla="*/ 0 60000 65536"/>
                    <a:gd name="T13" fmla="*/ 0 60000 65536"/>
                    <a:gd name="T14" fmla="*/ 0 60000 65536"/>
                    <a:gd name="T15" fmla="*/ 0 60000 65536"/>
                    <a:gd name="T16" fmla="*/ 0 60000 65536"/>
                    <a:gd name="T17" fmla="*/ 0 60000 65536"/>
                    <a:gd name="T18" fmla="*/ 0 w 17"/>
                    <a:gd name="T19" fmla="*/ 0 h 108"/>
                    <a:gd name="T20" fmla="*/ 17 w 17"/>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7" h="108">
                      <a:moveTo>
                        <a:pt x="16" y="0"/>
                      </a:moveTo>
                      <a:lnTo>
                        <a:pt x="5" y="107"/>
                      </a:lnTo>
                      <a:lnTo>
                        <a:pt x="0" y="99"/>
                      </a:lnTo>
                      <a:lnTo>
                        <a:pt x="0" y="53"/>
                      </a:lnTo>
                      <a:lnTo>
                        <a:pt x="11" y="0"/>
                      </a:lnTo>
                      <a:lnTo>
                        <a:pt x="16" y="0"/>
                      </a:lnTo>
                    </a:path>
                  </a:pathLst>
                </a:custGeom>
                <a:solidFill>
                  <a:schemeClr val="folHlink"/>
                </a:solidFill>
                <a:ln w="12700" cap="rnd">
                  <a:solidFill>
                    <a:schemeClr val="tx1"/>
                  </a:solidFill>
                  <a:round/>
                  <a:headEnd/>
                  <a:tailEnd/>
                </a:ln>
              </p:spPr>
              <p:txBody>
                <a:bodyPr/>
                <a:lstStyle/>
                <a:p>
                  <a:pPr algn="ctr"/>
                  <a:endParaRPr lang="pt-BR" sz="2400"/>
                </a:p>
              </p:txBody>
            </p:sp>
          </p:grpSp>
          <p:sp>
            <p:nvSpPr>
              <p:cNvPr id="233" name="Rectangle 396"/>
              <p:cNvSpPr>
                <a:spLocks noChangeArrowheads="1"/>
              </p:cNvSpPr>
              <p:nvPr/>
            </p:nvSpPr>
            <p:spPr bwMode="auto">
              <a:xfrm>
                <a:off x="3987" y="2090"/>
                <a:ext cx="187" cy="78"/>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34" name="Group 397"/>
              <p:cNvGrpSpPr>
                <a:grpSpLocks/>
              </p:cNvGrpSpPr>
              <p:nvPr/>
            </p:nvGrpSpPr>
            <p:grpSpPr bwMode="auto">
              <a:xfrm>
                <a:off x="3984" y="2086"/>
                <a:ext cx="196" cy="90"/>
                <a:chOff x="3984" y="2086"/>
                <a:chExt cx="196" cy="90"/>
              </a:xfrm>
            </p:grpSpPr>
            <p:sp>
              <p:nvSpPr>
                <p:cNvPr id="306" name="Rectangle 398"/>
                <p:cNvSpPr>
                  <a:spLocks noChangeArrowheads="1"/>
                </p:cNvSpPr>
                <p:nvPr/>
              </p:nvSpPr>
              <p:spPr bwMode="auto">
                <a:xfrm>
                  <a:off x="3984" y="2086"/>
                  <a:ext cx="189" cy="79"/>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307" name="Rectangle 399"/>
                <p:cNvSpPr>
                  <a:spLocks noChangeArrowheads="1"/>
                </p:cNvSpPr>
                <p:nvPr/>
              </p:nvSpPr>
              <p:spPr bwMode="auto">
                <a:xfrm>
                  <a:off x="3987" y="2090"/>
                  <a:ext cx="193" cy="86"/>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sp>
            <p:nvSpPr>
              <p:cNvPr id="235" name="Rectangle 400"/>
              <p:cNvSpPr>
                <a:spLocks noChangeArrowheads="1"/>
              </p:cNvSpPr>
              <p:nvPr/>
            </p:nvSpPr>
            <p:spPr bwMode="auto">
              <a:xfrm>
                <a:off x="3987" y="2184"/>
                <a:ext cx="187" cy="262"/>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36" name="Group 401"/>
              <p:cNvGrpSpPr>
                <a:grpSpLocks/>
              </p:cNvGrpSpPr>
              <p:nvPr/>
            </p:nvGrpSpPr>
            <p:grpSpPr bwMode="auto">
              <a:xfrm>
                <a:off x="3984" y="2181"/>
                <a:ext cx="196" cy="275"/>
                <a:chOff x="3984" y="2181"/>
                <a:chExt cx="196" cy="275"/>
              </a:xfrm>
            </p:grpSpPr>
            <p:sp>
              <p:nvSpPr>
                <p:cNvPr id="304" name="Rectangle 402"/>
                <p:cNvSpPr>
                  <a:spLocks noChangeArrowheads="1"/>
                </p:cNvSpPr>
                <p:nvPr/>
              </p:nvSpPr>
              <p:spPr bwMode="auto">
                <a:xfrm>
                  <a:off x="3984" y="2181"/>
                  <a:ext cx="189" cy="266"/>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305" name="Rectangle 403"/>
                <p:cNvSpPr>
                  <a:spLocks noChangeArrowheads="1"/>
                </p:cNvSpPr>
                <p:nvPr/>
              </p:nvSpPr>
              <p:spPr bwMode="auto">
                <a:xfrm>
                  <a:off x="3987" y="2184"/>
                  <a:ext cx="193" cy="272"/>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sp>
            <p:nvSpPr>
              <p:cNvPr id="237" name="Rectangle 404"/>
              <p:cNvSpPr>
                <a:spLocks noChangeArrowheads="1"/>
              </p:cNvSpPr>
              <p:nvPr/>
            </p:nvSpPr>
            <p:spPr bwMode="auto">
              <a:xfrm>
                <a:off x="4637" y="2293"/>
                <a:ext cx="104" cy="42"/>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38" name="Group 405"/>
              <p:cNvGrpSpPr>
                <a:grpSpLocks/>
              </p:cNvGrpSpPr>
              <p:nvPr/>
            </p:nvGrpSpPr>
            <p:grpSpPr bwMode="auto">
              <a:xfrm>
                <a:off x="4634" y="2290"/>
                <a:ext cx="113" cy="52"/>
                <a:chOff x="4634" y="2290"/>
                <a:chExt cx="113" cy="52"/>
              </a:xfrm>
            </p:grpSpPr>
            <p:sp>
              <p:nvSpPr>
                <p:cNvPr id="302" name="Rectangle 406"/>
                <p:cNvSpPr>
                  <a:spLocks noChangeArrowheads="1"/>
                </p:cNvSpPr>
                <p:nvPr/>
              </p:nvSpPr>
              <p:spPr bwMode="auto">
                <a:xfrm>
                  <a:off x="4634" y="2290"/>
                  <a:ext cx="106" cy="45"/>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303" name="Rectangle 407"/>
                <p:cNvSpPr>
                  <a:spLocks noChangeArrowheads="1"/>
                </p:cNvSpPr>
                <p:nvPr/>
              </p:nvSpPr>
              <p:spPr bwMode="auto">
                <a:xfrm>
                  <a:off x="4637" y="2292"/>
                  <a:ext cx="110" cy="50"/>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sp>
            <p:nvSpPr>
              <p:cNvPr id="239" name="Line 408"/>
              <p:cNvSpPr>
                <a:spLocks noChangeShapeType="1"/>
              </p:cNvSpPr>
              <p:nvPr/>
            </p:nvSpPr>
            <p:spPr bwMode="auto">
              <a:xfrm flipH="1">
                <a:off x="4639" y="2249"/>
                <a:ext cx="22"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40" name="Line 409"/>
              <p:cNvSpPr>
                <a:spLocks noChangeShapeType="1"/>
              </p:cNvSpPr>
              <p:nvPr/>
            </p:nvSpPr>
            <p:spPr bwMode="auto">
              <a:xfrm flipH="1">
                <a:off x="4629" y="2249"/>
                <a:ext cx="11"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41" name="Line 410"/>
              <p:cNvSpPr>
                <a:spLocks noChangeShapeType="1"/>
              </p:cNvSpPr>
              <p:nvPr/>
            </p:nvSpPr>
            <p:spPr bwMode="auto">
              <a:xfrm flipH="1">
                <a:off x="4611" y="2249"/>
                <a:ext cx="23"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42" name="Line 411"/>
              <p:cNvSpPr>
                <a:spLocks noChangeShapeType="1"/>
              </p:cNvSpPr>
              <p:nvPr/>
            </p:nvSpPr>
            <p:spPr bwMode="auto">
              <a:xfrm flipH="1">
                <a:off x="4601" y="2249"/>
                <a:ext cx="11"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43" name="Line 412"/>
              <p:cNvSpPr>
                <a:spLocks noChangeShapeType="1"/>
              </p:cNvSpPr>
              <p:nvPr/>
            </p:nvSpPr>
            <p:spPr bwMode="auto">
              <a:xfrm flipH="1">
                <a:off x="4585" y="2249"/>
                <a:ext cx="23"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44" name="Line 413"/>
              <p:cNvSpPr>
                <a:spLocks noChangeShapeType="1"/>
              </p:cNvSpPr>
              <p:nvPr/>
            </p:nvSpPr>
            <p:spPr bwMode="auto">
              <a:xfrm flipH="1">
                <a:off x="4574" y="2249"/>
                <a:ext cx="12"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45" name="Line 414"/>
              <p:cNvSpPr>
                <a:spLocks noChangeShapeType="1"/>
              </p:cNvSpPr>
              <p:nvPr/>
            </p:nvSpPr>
            <p:spPr bwMode="auto">
              <a:xfrm flipH="1">
                <a:off x="4558" y="2249"/>
                <a:ext cx="23"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46" name="Line 415"/>
              <p:cNvSpPr>
                <a:spLocks noChangeShapeType="1"/>
              </p:cNvSpPr>
              <p:nvPr/>
            </p:nvSpPr>
            <p:spPr bwMode="auto">
              <a:xfrm flipH="1">
                <a:off x="4548" y="2249"/>
                <a:ext cx="11"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47" name="Line 416"/>
              <p:cNvSpPr>
                <a:spLocks noChangeShapeType="1"/>
              </p:cNvSpPr>
              <p:nvPr/>
            </p:nvSpPr>
            <p:spPr bwMode="auto">
              <a:xfrm flipH="1">
                <a:off x="4529" y="2249"/>
                <a:ext cx="24"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48" name="Line 417"/>
              <p:cNvSpPr>
                <a:spLocks noChangeShapeType="1"/>
              </p:cNvSpPr>
              <p:nvPr/>
            </p:nvSpPr>
            <p:spPr bwMode="auto">
              <a:xfrm flipH="1">
                <a:off x="4518" y="2249"/>
                <a:ext cx="12"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49" name="Line 418"/>
              <p:cNvSpPr>
                <a:spLocks noChangeShapeType="1"/>
              </p:cNvSpPr>
              <p:nvPr/>
            </p:nvSpPr>
            <p:spPr bwMode="auto">
              <a:xfrm flipH="1">
                <a:off x="4502" y="2249"/>
                <a:ext cx="23"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50" name="Line 419"/>
              <p:cNvSpPr>
                <a:spLocks noChangeShapeType="1"/>
              </p:cNvSpPr>
              <p:nvPr/>
            </p:nvSpPr>
            <p:spPr bwMode="auto">
              <a:xfrm flipH="1">
                <a:off x="4492" y="2249"/>
                <a:ext cx="11"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51" name="Line 420"/>
              <p:cNvSpPr>
                <a:spLocks noChangeShapeType="1"/>
              </p:cNvSpPr>
              <p:nvPr/>
            </p:nvSpPr>
            <p:spPr bwMode="auto">
              <a:xfrm flipH="1">
                <a:off x="4474" y="2249"/>
                <a:ext cx="25"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52" name="Line 421"/>
              <p:cNvSpPr>
                <a:spLocks noChangeShapeType="1"/>
              </p:cNvSpPr>
              <p:nvPr/>
            </p:nvSpPr>
            <p:spPr bwMode="auto">
              <a:xfrm flipH="1">
                <a:off x="4464" y="2249"/>
                <a:ext cx="10"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53" name="Line 422"/>
              <p:cNvSpPr>
                <a:spLocks noChangeShapeType="1"/>
              </p:cNvSpPr>
              <p:nvPr/>
            </p:nvSpPr>
            <p:spPr bwMode="auto">
              <a:xfrm flipH="1">
                <a:off x="4449" y="2249"/>
                <a:ext cx="21"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54" name="Line 423"/>
              <p:cNvSpPr>
                <a:spLocks noChangeShapeType="1"/>
              </p:cNvSpPr>
              <p:nvPr/>
            </p:nvSpPr>
            <p:spPr bwMode="auto">
              <a:xfrm flipH="1">
                <a:off x="4436" y="2249"/>
                <a:ext cx="13"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55" name="Line 424"/>
              <p:cNvSpPr>
                <a:spLocks noChangeShapeType="1"/>
              </p:cNvSpPr>
              <p:nvPr/>
            </p:nvSpPr>
            <p:spPr bwMode="auto">
              <a:xfrm flipH="1">
                <a:off x="4421" y="2249"/>
                <a:ext cx="23"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56" name="Line 425"/>
              <p:cNvSpPr>
                <a:spLocks noChangeShapeType="1"/>
              </p:cNvSpPr>
              <p:nvPr/>
            </p:nvSpPr>
            <p:spPr bwMode="auto">
              <a:xfrm flipH="1">
                <a:off x="4408" y="2249"/>
                <a:ext cx="14"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57" name="Line 426"/>
              <p:cNvSpPr>
                <a:spLocks noChangeShapeType="1"/>
              </p:cNvSpPr>
              <p:nvPr/>
            </p:nvSpPr>
            <p:spPr bwMode="auto">
              <a:xfrm flipH="1">
                <a:off x="4392" y="2249"/>
                <a:ext cx="23"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58" name="Line 427"/>
              <p:cNvSpPr>
                <a:spLocks noChangeShapeType="1"/>
              </p:cNvSpPr>
              <p:nvPr/>
            </p:nvSpPr>
            <p:spPr bwMode="auto">
              <a:xfrm flipH="1">
                <a:off x="4382" y="2249"/>
                <a:ext cx="13"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59" name="Line 428"/>
              <p:cNvSpPr>
                <a:spLocks noChangeShapeType="1"/>
              </p:cNvSpPr>
              <p:nvPr/>
            </p:nvSpPr>
            <p:spPr bwMode="auto">
              <a:xfrm flipH="1">
                <a:off x="4365" y="2249"/>
                <a:ext cx="25"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60" name="Line 429"/>
              <p:cNvSpPr>
                <a:spLocks noChangeShapeType="1"/>
              </p:cNvSpPr>
              <p:nvPr/>
            </p:nvSpPr>
            <p:spPr bwMode="auto">
              <a:xfrm flipH="1">
                <a:off x="4357" y="2249"/>
                <a:ext cx="11"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61" name="Line 430"/>
              <p:cNvSpPr>
                <a:spLocks noChangeShapeType="1"/>
              </p:cNvSpPr>
              <p:nvPr/>
            </p:nvSpPr>
            <p:spPr bwMode="auto">
              <a:xfrm flipH="1">
                <a:off x="4338" y="2249"/>
                <a:ext cx="24"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62" name="Line 431"/>
              <p:cNvSpPr>
                <a:spLocks noChangeShapeType="1"/>
              </p:cNvSpPr>
              <p:nvPr/>
            </p:nvSpPr>
            <p:spPr bwMode="auto">
              <a:xfrm flipH="1">
                <a:off x="4328" y="2249"/>
                <a:ext cx="10"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63" name="Line 432"/>
              <p:cNvSpPr>
                <a:spLocks noChangeShapeType="1"/>
              </p:cNvSpPr>
              <p:nvPr/>
            </p:nvSpPr>
            <p:spPr bwMode="auto">
              <a:xfrm flipH="1">
                <a:off x="4310" y="2249"/>
                <a:ext cx="23"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64" name="Line 433"/>
              <p:cNvSpPr>
                <a:spLocks noChangeShapeType="1"/>
              </p:cNvSpPr>
              <p:nvPr/>
            </p:nvSpPr>
            <p:spPr bwMode="auto">
              <a:xfrm flipH="1">
                <a:off x="4302" y="2249"/>
                <a:ext cx="8"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65" name="Line 434"/>
              <p:cNvSpPr>
                <a:spLocks noChangeShapeType="1"/>
              </p:cNvSpPr>
              <p:nvPr/>
            </p:nvSpPr>
            <p:spPr bwMode="auto">
              <a:xfrm flipH="1">
                <a:off x="4282" y="2249"/>
                <a:ext cx="25"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66" name="Line 435"/>
              <p:cNvSpPr>
                <a:spLocks noChangeShapeType="1"/>
              </p:cNvSpPr>
              <p:nvPr/>
            </p:nvSpPr>
            <p:spPr bwMode="auto">
              <a:xfrm flipH="1">
                <a:off x="4273" y="2249"/>
                <a:ext cx="9"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67" name="Line 436"/>
              <p:cNvSpPr>
                <a:spLocks noChangeShapeType="1"/>
              </p:cNvSpPr>
              <p:nvPr/>
            </p:nvSpPr>
            <p:spPr bwMode="auto">
              <a:xfrm flipH="1">
                <a:off x="4257" y="2249"/>
                <a:ext cx="22"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68" name="Line 437"/>
              <p:cNvSpPr>
                <a:spLocks noChangeShapeType="1"/>
              </p:cNvSpPr>
              <p:nvPr/>
            </p:nvSpPr>
            <p:spPr bwMode="auto">
              <a:xfrm flipH="1">
                <a:off x="4245" y="2249"/>
                <a:ext cx="14"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69" name="Line 438"/>
              <p:cNvSpPr>
                <a:spLocks noChangeShapeType="1"/>
              </p:cNvSpPr>
              <p:nvPr/>
            </p:nvSpPr>
            <p:spPr bwMode="auto">
              <a:xfrm flipH="1">
                <a:off x="4228" y="2249"/>
                <a:ext cx="25"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70" name="Line 439"/>
              <p:cNvSpPr>
                <a:spLocks noChangeShapeType="1"/>
              </p:cNvSpPr>
              <p:nvPr/>
            </p:nvSpPr>
            <p:spPr bwMode="auto">
              <a:xfrm flipH="1">
                <a:off x="4219" y="2249"/>
                <a:ext cx="13"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71" name="Line 440"/>
              <p:cNvSpPr>
                <a:spLocks noChangeShapeType="1"/>
              </p:cNvSpPr>
              <p:nvPr/>
            </p:nvSpPr>
            <p:spPr bwMode="auto">
              <a:xfrm flipH="1">
                <a:off x="4200" y="2249"/>
                <a:ext cx="25"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72" name="Line 441"/>
              <p:cNvSpPr>
                <a:spLocks noChangeShapeType="1"/>
              </p:cNvSpPr>
              <p:nvPr/>
            </p:nvSpPr>
            <p:spPr bwMode="auto">
              <a:xfrm flipH="1">
                <a:off x="4191" y="2249"/>
                <a:ext cx="11"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73" name="Line 442"/>
              <p:cNvSpPr>
                <a:spLocks noChangeShapeType="1"/>
              </p:cNvSpPr>
              <p:nvPr/>
            </p:nvSpPr>
            <p:spPr bwMode="auto">
              <a:xfrm flipH="1">
                <a:off x="4175" y="2249"/>
                <a:ext cx="22"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74" name="Line 443"/>
              <p:cNvSpPr>
                <a:spLocks noChangeShapeType="1"/>
              </p:cNvSpPr>
              <p:nvPr/>
            </p:nvSpPr>
            <p:spPr bwMode="auto">
              <a:xfrm flipH="1">
                <a:off x="4163" y="2249"/>
                <a:ext cx="13"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75" name="Line 444"/>
              <p:cNvSpPr>
                <a:spLocks noChangeShapeType="1"/>
              </p:cNvSpPr>
              <p:nvPr/>
            </p:nvSpPr>
            <p:spPr bwMode="auto">
              <a:xfrm flipH="1">
                <a:off x="4152" y="2249"/>
                <a:ext cx="15" cy="1"/>
              </a:xfrm>
              <a:prstGeom prst="line">
                <a:avLst/>
              </a:prstGeom>
              <a:noFill/>
              <a:ln w="12700">
                <a:solidFill>
                  <a:schemeClr val="tx1"/>
                </a:solidFill>
                <a:round/>
                <a:headEnd type="none" w="sm" len="sm"/>
                <a:tailEnd type="none" w="sm" len="sm"/>
              </a:ln>
            </p:spPr>
            <p:txBody>
              <a:bodyPr wrap="none" anchor="ctr"/>
              <a:lstStyle/>
              <a:p>
                <a:endParaRPr lang="pt-BR" sz="2400"/>
              </a:p>
            </p:txBody>
          </p:sp>
          <p:grpSp>
            <p:nvGrpSpPr>
              <p:cNvPr id="276" name="Group 445"/>
              <p:cNvGrpSpPr>
                <a:grpSpLocks/>
              </p:cNvGrpSpPr>
              <p:nvPr/>
            </p:nvGrpSpPr>
            <p:grpSpPr bwMode="auto">
              <a:xfrm>
                <a:off x="4234" y="2460"/>
                <a:ext cx="17" cy="22"/>
                <a:chOff x="4234" y="2460"/>
                <a:chExt cx="17" cy="22"/>
              </a:xfrm>
            </p:grpSpPr>
            <p:sp>
              <p:nvSpPr>
                <p:cNvPr id="300" name="Freeform 446"/>
                <p:cNvSpPr>
                  <a:spLocks/>
                </p:cNvSpPr>
                <p:nvPr/>
              </p:nvSpPr>
              <p:spPr bwMode="auto">
                <a:xfrm>
                  <a:off x="4234" y="2461"/>
                  <a:ext cx="17" cy="17"/>
                </a:xfrm>
                <a:custGeom>
                  <a:avLst/>
                  <a:gdLst>
                    <a:gd name="T0" fmla="*/ 0 w 17"/>
                    <a:gd name="T1" fmla="*/ 0 h 17"/>
                    <a:gd name="T2" fmla="*/ 0 w 17"/>
                    <a:gd name="T3" fmla="*/ 0 h 17"/>
                    <a:gd name="T4" fmla="*/ 0 w 17"/>
                    <a:gd name="T5" fmla="*/ 3 h 17"/>
                    <a:gd name="T6" fmla="*/ 0 w 17"/>
                    <a:gd name="T7" fmla="*/ 7 h 17"/>
                    <a:gd name="T8" fmla="*/ 0 w 17"/>
                    <a:gd name="T9" fmla="*/ 8 h 17"/>
                    <a:gd name="T10" fmla="*/ 4 w 17"/>
                    <a:gd name="T11" fmla="*/ 11 h 17"/>
                    <a:gd name="T12" fmla="*/ 8 w 17"/>
                    <a:gd name="T13" fmla="*/ 13 h 17"/>
                    <a:gd name="T14" fmla="*/ 8 w 17"/>
                    <a:gd name="T15" fmla="*/ 14 h 17"/>
                    <a:gd name="T16" fmla="*/ 12 w 17"/>
                    <a:gd name="T17" fmla="*/ 16 h 17"/>
                    <a:gd name="T18" fmla="*/ 16 w 17"/>
                    <a:gd name="T19" fmla="*/ 16 h 17"/>
                    <a:gd name="T20" fmla="*/ 0 w 17"/>
                    <a:gd name="T21" fmla="*/ 0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7"/>
                    <a:gd name="T35" fmla="*/ 17 w 17"/>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7">
                      <a:moveTo>
                        <a:pt x="0" y="0"/>
                      </a:moveTo>
                      <a:lnTo>
                        <a:pt x="0" y="0"/>
                      </a:lnTo>
                      <a:lnTo>
                        <a:pt x="0" y="3"/>
                      </a:lnTo>
                      <a:lnTo>
                        <a:pt x="0" y="7"/>
                      </a:lnTo>
                      <a:lnTo>
                        <a:pt x="0" y="8"/>
                      </a:lnTo>
                      <a:lnTo>
                        <a:pt x="4" y="11"/>
                      </a:lnTo>
                      <a:lnTo>
                        <a:pt x="8" y="13"/>
                      </a:lnTo>
                      <a:lnTo>
                        <a:pt x="8" y="14"/>
                      </a:lnTo>
                      <a:lnTo>
                        <a:pt x="12" y="16"/>
                      </a:lnTo>
                      <a:lnTo>
                        <a:pt x="16" y="16"/>
                      </a:lnTo>
                      <a:lnTo>
                        <a:pt x="0" y="0"/>
                      </a:lnTo>
                    </a:path>
                  </a:pathLst>
                </a:custGeom>
                <a:solidFill>
                  <a:schemeClr val="folHlink"/>
                </a:solidFill>
                <a:ln w="12700" cap="rnd">
                  <a:solidFill>
                    <a:schemeClr val="tx1"/>
                  </a:solidFill>
                  <a:round/>
                  <a:headEnd/>
                  <a:tailEnd/>
                </a:ln>
              </p:spPr>
              <p:txBody>
                <a:bodyPr/>
                <a:lstStyle/>
                <a:p>
                  <a:pPr algn="ctr"/>
                  <a:endParaRPr lang="pt-BR" sz="2400"/>
                </a:p>
              </p:txBody>
            </p:sp>
            <p:sp>
              <p:nvSpPr>
                <p:cNvPr id="301" name="Freeform 447"/>
                <p:cNvSpPr>
                  <a:spLocks/>
                </p:cNvSpPr>
                <p:nvPr/>
              </p:nvSpPr>
              <p:spPr bwMode="auto">
                <a:xfrm>
                  <a:off x="4234" y="2460"/>
                  <a:ext cx="17" cy="22"/>
                </a:xfrm>
                <a:custGeom>
                  <a:avLst/>
                  <a:gdLst>
                    <a:gd name="T0" fmla="*/ 0 w 17"/>
                    <a:gd name="T1" fmla="*/ 0 h 22"/>
                    <a:gd name="T2" fmla="*/ 0 w 17"/>
                    <a:gd name="T3" fmla="*/ 0 h 22"/>
                    <a:gd name="T4" fmla="*/ 0 w 17"/>
                    <a:gd name="T5" fmla="*/ 4 h 22"/>
                    <a:gd name="T6" fmla="*/ 2 w 17"/>
                    <a:gd name="T7" fmla="*/ 9 h 22"/>
                    <a:gd name="T8" fmla="*/ 2 w 17"/>
                    <a:gd name="T9" fmla="*/ 11 h 22"/>
                    <a:gd name="T10" fmla="*/ 5 w 17"/>
                    <a:gd name="T11" fmla="*/ 15 h 22"/>
                    <a:gd name="T12" fmla="*/ 7 w 17"/>
                    <a:gd name="T13" fmla="*/ 17 h 22"/>
                    <a:gd name="T14" fmla="*/ 10 w 17"/>
                    <a:gd name="T15" fmla="*/ 19 h 22"/>
                    <a:gd name="T16" fmla="*/ 13 w 17"/>
                    <a:gd name="T17" fmla="*/ 21 h 22"/>
                    <a:gd name="T18" fmla="*/ 16 w 17"/>
                    <a:gd name="T19" fmla="*/ 21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2"/>
                    <a:gd name="T32" fmla="*/ 17 w 17"/>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2">
                      <a:moveTo>
                        <a:pt x="0" y="0"/>
                      </a:moveTo>
                      <a:lnTo>
                        <a:pt x="0" y="0"/>
                      </a:lnTo>
                      <a:lnTo>
                        <a:pt x="0" y="4"/>
                      </a:lnTo>
                      <a:lnTo>
                        <a:pt x="2" y="9"/>
                      </a:lnTo>
                      <a:lnTo>
                        <a:pt x="2" y="11"/>
                      </a:lnTo>
                      <a:lnTo>
                        <a:pt x="5" y="15"/>
                      </a:lnTo>
                      <a:lnTo>
                        <a:pt x="7" y="17"/>
                      </a:lnTo>
                      <a:lnTo>
                        <a:pt x="10" y="19"/>
                      </a:lnTo>
                      <a:lnTo>
                        <a:pt x="13" y="21"/>
                      </a:lnTo>
                      <a:lnTo>
                        <a:pt x="16" y="21"/>
                      </a:lnTo>
                    </a:path>
                  </a:pathLst>
                </a:custGeom>
                <a:solidFill>
                  <a:schemeClr val="folHlink"/>
                </a:solidFill>
                <a:ln w="12700" cap="rnd">
                  <a:solidFill>
                    <a:schemeClr val="tx1"/>
                  </a:solidFill>
                  <a:round/>
                  <a:headEnd type="none" w="sm" len="sm"/>
                  <a:tailEnd type="none" w="sm" len="sm"/>
                </a:ln>
              </p:spPr>
              <p:txBody>
                <a:bodyPr/>
                <a:lstStyle/>
                <a:p>
                  <a:pPr algn="ctr"/>
                  <a:endParaRPr lang="pt-BR" sz="2400"/>
                </a:p>
              </p:txBody>
            </p:sp>
          </p:grpSp>
          <p:sp>
            <p:nvSpPr>
              <p:cNvPr id="277" name="Line 448"/>
              <p:cNvSpPr>
                <a:spLocks noChangeShapeType="1"/>
              </p:cNvSpPr>
              <p:nvPr/>
            </p:nvSpPr>
            <p:spPr bwMode="auto">
              <a:xfrm>
                <a:off x="4301" y="2199"/>
                <a:ext cx="7"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78" name="Line 449"/>
              <p:cNvSpPr>
                <a:spLocks noChangeShapeType="1"/>
              </p:cNvSpPr>
              <p:nvPr/>
            </p:nvSpPr>
            <p:spPr bwMode="auto">
              <a:xfrm>
                <a:off x="4311" y="2099"/>
                <a:ext cx="11" cy="12"/>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79" name="Freeform 450"/>
              <p:cNvSpPr>
                <a:spLocks/>
              </p:cNvSpPr>
              <p:nvPr/>
            </p:nvSpPr>
            <p:spPr bwMode="auto">
              <a:xfrm>
                <a:off x="4223" y="2348"/>
                <a:ext cx="473" cy="187"/>
              </a:xfrm>
              <a:custGeom>
                <a:avLst/>
                <a:gdLst>
                  <a:gd name="T0" fmla="*/ 26 w 473"/>
                  <a:gd name="T1" fmla="*/ 132 h 187"/>
                  <a:gd name="T2" fmla="*/ 338 w 473"/>
                  <a:gd name="T3" fmla="*/ 132 h 187"/>
                  <a:gd name="T4" fmla="*/ 434 w 473"/>
                  <a:gd name="T5" fmla="*/ 35 h 187"/>
                  <a:gd name="T6" fmla="*/ 434 w 473"/>
                  <a:gd name="T7" fmla="*/ 0 h 187"/>
                  <a:gd name="T8" fmla="*/ 472 w 473"/>
                  <a:gd name="T9" fmla="*/ 0 h 187"/>
                  <a:gd name="T10" fmla="*/ 472 w 473"/>
                  <a:gd name="T11" fmla="*/ 186 h 187"/>
                  <a:gd name="T12" fmla="*/ 0 w 473"/>
                  <a:gd name="T13" fmla="*/ 186 h 187"/>
                  <a:gd name="T14" fmla="*/ 26 w 473"/>
                  <a:gd name="T15" fmla="*/ 132 h 187"/>
                  <a:gd name="T16" fmla="*/ 0 60000 65536"/>
                  <a:gd name="T17" fmla="*/ 0 60000 65536"/>
                  <a:gd name="T18" fmla="*/ 0 60000 65536"/>
                  <a:gd name="T19" fmla="*/ 0 60000 65536"/>
                  <a:gd name="T20" fmla="*/ 0 60000 65536"/>
                  <a:gd name="T21" fmla="*/ 0 60000 65536"/>
                  <a:gd name="T22" fmla="*/ 0 60000 65536"/>
                  <a:gd name="T23" fmla="*/ 0 60000 65536"/>
                  <a:gd name="T24" fmla="*/ 0 w 473"/>
                  <a:gd name="T25" fmla="*/ 0 h 187"/>
                  <a:gd name="T26" fmla="*/ 473 w 473"/>
                  <a:gd name="T27" fmla="*/ 187 h 1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3" h="187">
                    <a:moveTo>
                      <a:pt x="26" y="132"/>
                    </a:moveTo>
                    <a:lnTo>
                      <a:pt x="338" y="132"/>
                    </a:lnTo>
                    <a:lnTo>
                      <a:pt x="434" y="35"/>
                    </a:lnTo>
                    <a:lnTo>
                      <a:pt x="434" y="0"/>
                    </a:lnTo>
                    <a:lnTo>
                      <a:pt x="472" y="0"/>
                    </a:lnTo>
                    <a:lnTo>
                      <a:pt x="472" y="186"/>
                    </a:lnTo>
                    <a:lnTo>
                      <a:pt x="0" y="186"/>
                    </a:lnTo>
                    <a:lnTo>
                      <a:pt x="26" y="132"/>
                    </a:lnTo>
                  </a:path>
                </a:pathLst>
              </a:custGeom>
              <a:solidFill>
                <a:schemeClr val="folHlink"/>
              </a:solidFill>
              <a:ln w="12700" cap="rnd">
                <a:solidFill>
                  <a:schemeClr val="tx1"/>
                </a:solidFill>
                <a:round/>
                <a:headEnd/>
                <a:tailEnd/>
              </a:ln>
            </p:spPr>
            <p:txBody>
              <a:bodyPr/>
              <a:lstStyle/>
              <a:p>
                <a:pPr algn="ctr"/>
                <a:endParaRPr lang="pt-BR" sz="2400"/>
              </a:p>
            </p:txBody>
          </p:sp>
          <p:grpSp>
            <p:nvGrpSpPr>
              <p:cNvPr id="280" name="Group 451"/>
              <p:cNvGrpSpPr>
                <a:grpSpLocks/>
              </p:cNvGrpSpPr>
              <p:nvPr/>
            </p:nvGrpSpPr>
            <p:grpSpPr bwMode="auto">
              <a:xfrm>
                <a:off x="4223" y="2347"/>
                <a:ext cx="480" cy="196"/>
                <a:chOff x="4223" y="2347"/>
                <a:chExt cx="480" cy="196"/>
              </a:xfrm>
            </p:grpSpPr>
            <p:sp>
              <p:nvSpPr>
                <p:cNvPr id="298" name="Freeform 452"/>
                <p:cNvSpPr>
                  <a:spLocks/>
                </p:cNvSpPr>
                <p:nvPr/>
              </p:nvSpPr>
              <p:spPr bwMode="auto">
                <a:xfrm>
                  <a:off x="4223" y="2347"/>
                  <a:ext cx="469" cy="183"/>
                </a:xfrm>
                <a:custGeom>
                  <a:avLst/>
                  <a:gdLst>
                    <a:gd name="T0" fmla="*/ 25 w 469"/>
                    <a:gd name="T1" fmla="*/ 130 h 183"/>
                    <a:gd name="T2" fmla="*/ 333 w 469"/>
                    <a:gd name="T3" fmla="*/ 130 h 183"/>
                    <a:gd name="T4" fmla="*/ 429 w 469"/>
                    <a:gd name="T5" fmla="*/ 35 h 183"/>
                    <a:gd name="T6" fmla="*/ 429 w 469"/>
                    <a:gd name="T7" fmla="*/ 0 h 183"/>
                    <a:gd name="T8" fmla="*/ 468 w 469"/>
                    <a:gd name="T9" fmla="*/ 0 h 183"/>
                    <a:gd name="T10" fmla="*/ 468 w 469"/>
                    <a:gd name="T11" fmla="*/ 182 h 183"/>
                    <a:gd name="T12" fmla="*/ 0 w 469"/>
                    <a:gd name="T13" fmla="*/ 182 h 183"/>
                    <a:gd name="T14" fmla="*/ 25 w 469"/>
                    <a:gd name="T15" fmla="*/ 130 h 183"/>
                    <a:gd name="T16" fmla="*/ 0 60000 65536"/>
                    <a:gd name="T17" fmla="*/ 0 60000 65536"/>
                    <a:gd name="T18" fmla="*/ 0 60000 65536"/>
                    <a:gd name="T19" fmla="*/ 0 60000 65536"/>
                    <a:gd name="T20" fmla="*/ 0 60000 65536"/>
                    <a:gd name="T21" fmla="*/ 0 60000 65536"/>
                    <a:gd name="T22" fmla="*/ 0 60000 65536"/>
                    <a:gd name="T23" fmla="*/ 0 60000 65536"/>
                    <a:gd name="T24" fmla="*/ 0 w 469"/>
                    <a:gd name="T25" fmla="*/ 0 h 183"/>
                    <a:gd name="T26" fmla="*/ 469 w 469"/>
                    <a:gd name="T27" fmla="*/ 183 h 18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9" h="183">
                      <a:moveTo>
                        <a:pt x="25" y="130"/>
                      </a:moveTo>
                      <a:lnTo>
                        <a:pt x="333" y="130"/>
                      </a:lnTo>
                      <a:lnTo>
                        <a:pt x="429" y="35"/>
                      </a:lnTo>
                      <a:lnTo>
                        <a:pt x="429" y="0"/>
                      </a:lnTo>
                      <a:lnTo>
                        <a:pt x="468" y="0"/>
                      </a:lnTo>
                      <a:lnTo>
                        <a:pt x="468" y="182"/>
                      </a:lnTo>
                      <a:lnTo>
                        <a:pt x="0" y="182"/>
                      </a:lnTo>
                      <a:lnTo>
                        <a:pt x="25" y="130"/>
                      </a:lnTo>
                    </a:path>
                  </a:pathLst>
                </a:custGeom>
                <a:solidFill>
                  <a:schemeClr val="folHlink"/>
                </a:solidFill>
                <a:ln w="12700" cap="rnd">
                  <a:solidFill>
                    <a:schemeClr val="tx1"/>
                  </a:solidFill>
                  <a:round/>
                  <a:headEnd/>
                  <a:tailEnd/>
                </a:ln>
              </p:spPr>
              <p:txBody>
                <a:bodyPr/>
                <a:lstStyle/>
                <a:p>
                  <a:pPr algn="ctr"/>
                  <a:endParaRPr lang="pt-BR" sz="2400"/>
                </a:p>
              </p:txBody>
            </p:sp>
            <p:sp>
              <p:nvSpPr>
                <p:cNvPr id="299" name="Freeform 453"/>
                <p:cNvSpPr>
                  <a:spLocks/>
                </p:cNvSpPr>
                <p:nvPr/>
              </p:nvSpPr>
              <p:spPr bwMode="auto">
                <a:xfrm>
                  <a:off x="4223" y="2348"/>
                  <a:ext cx="480" cy="195"/>
                </a:xfrm>
                <a:custGeom>
                  <a:avLst/>
                  <a:gdLst>
                    <a:gd name="T0" fmla="*/ 26 w 480"/>
                    <a:gd name="T1" fmla="*/ 138 h 195"/>
                    <a:gd name="T2" fmla="*/ 342 w 480"/>
                    <a:gd name="T3" fmla="*/ 138 h 195"/>
                    <a:gd name="T4" fmla="*/ 440 w 480"/>
                    <a:gd name="T5" fmla="*/ 37 h 195"/>
                    <a:gd name="T6" fmla="*/ 440 w 480"/>
                    <a:gd name="T7" fmla="*/ 0 h 195"/>
                    <a:gd name="T8" fmla="*/ 479 w 480"/>
                    <a:gd name="T9" fmla="*/ 0 h 195"/>
                    <a:gd name="T10" fmla="*/ 479 w 480"/>
                    <a:gd name="T11" fmla="*/ 194 h 195"/>
                    <a:gd name="T12" fmla="*/ 0 w 480"/>
                    <a:gd name="T13" fmla="*/ 194 h 195"/>
                    <a:gd name="T14" fmla="*/ 0 60000 65536"/>
                    <a:gd name="T15" fmla="*/ 0 60000 65536"/>
                    <a:gd name="T16" fmla="*/ 0 60000 65536"/>
                    <a:gd name="T17" fmla="*/ 0 60000 65536"/>
                    <a:gd name="T18" fmla="*/ 0 60000 65536"/>
                    <a:gd name="T19" fmla="*/ 0 60000 65536"/>
                    <a:gd name="T20" fmla="*/ 0 60000 65536"/>
                    <a:gd name="T21" fmla="*/ 0 w 480"/>
                    <a:gd name="T22" fmla="*/ 0 h 195"/>
                    <a:gd name="T23" fmla="*/ 480 w 480"/>
                    <a:gd name="T24" fmla="*/ 195 h 1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0" h="195">
                      <a:moveTo>
                        <a:pt x="26" y="138"/>
                      </a:moveTo>
                      <a:lnTo>
                        <a:pt x="342" y="138"/>
                      </a:lnTo>
                      <a:lnTo>
                        <a:pt x="440" y="37"/>
                      </a:lnTo>
                      <a:lnTo>
                        <a:pt x="440" y="0"/>
                      </a:lnTo>
                      <a:lnTo>
                        <a:pt x="479" y="0"/>
                      </a:lnTo>
                      <a:lnTo>
                        <a:pt x="479" y="194"/>
                      </a:lnTo>
                      <a:lnTo>
                        <a:pt x="0" y="194"/>
                      </a:lnTo>
                    </a:path>
                  </a:pathLst>
                </a:custGeom>
                <a:solidFill>
                  <a:schemeClr val="folHlink"/>
                </a:solidFill>
                <a:ln w="12700" cap="rnd">
                  <a:solidFill>
                    <a:schemeClr val="tx1"/>
                  </a:solidFill>
                  <a:round/>
                  <a:headEnd type="none" w="sm" len="sm"/>
                  <a:tailEnd type="none" w="sm" len="sm"/>
                </a:ln>
              </p:spPr>
              <p:txBody>
                <a:bodyPr/>
                <a:lstStyle/>
                <a:p>
                  <a:pPr algn="ctr"/>
                  <a:endParaRPr lang="pt-BR" sz="2400"/>
                </a:p>
              </p:txBody>
            </p:sp>
          </p:grpSp>
          <p:sp>
            <p:nvSpPr>
              <p:cNvPr id="281" name="Line 454"/>
              <p:cNvSpPr>
                <a:spLocks noChangeShapeType="1"/>
              </p:cNvSpPr>
              <p:nvPr/>
            </p:nvSpPr>
            <p:spPr bwMode="auto">
              <a:xfrm flipH="1">
                <a:off x="3957" y="2542"/>
                <a:ext cx="781" cy="1"/>
              </a:xfrm>
              <a:prstGeom prst="line">
                <a:avLst/>
              </a:prstGeom>
              <a:noFill/>
              <a:ln w="12700">
                <a:solidFill>
                  <a:schemeClr val="tx1"/>
                </a:solidFill>
                <a:round/>
                <a:headEnd type="none" w="sm" len="sm"/>
                <a:tailEnd type="none" w="sm" len="sm"/>
              </a:ln>
            </p:spPr>
            <p:txBody>
              <a:bodyPr wrap="none" anchor="ctr"/>
              <a:lstStyle/>
              <a:p>
                <a:endParaRPr lang="pt-BR" sz="2400"/>
              </a:p>
            </p:txBody>
          </p:sp>
          <p:sp>
            <p:nvSpPr>
              <p:cNvPr id="282" name="Rectangle 455"/>
              <p:cNvSpPr>
                <a:spLocks noChangeArrowheads="1"/>
              </p:cNvSpPr>
              <p:nvPr/>
            </p:nvSpPr>
            <p:spPr bwMode="auto">
              <a:xfrm>
                <a:off x="4326" y="2354"/>
                <a:ext cx="37" cy="56"/>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83" name="Group 456"/>
              <p:cNvGrpSpPr>
                <a:grpSpLocks/>
              </p:cNvGrpSpPr>
              <p:nvPr/>
            </p:nvGrpSpPr>
            <p:grpSpPr bwMode="auto">
              <a:xfrm>
                <a:off x="4323" y="2351"/>
                <a:ext cx="46" cy="66"/>
                <a:chOff x="4323" y="2351"/>
                <a:chExt cx="46" cy="66"/>
              </a:xfrm>
            </p:grpSpPr>
            <p:sp>
              <p:nvSpPr>
                <p:cNvPr id="296" name="Rectangle 457"/>
                <p:cNvSpPr>
                  <a:spLocks noChangeArrowheads="1"/>
                </p:cNvSpPr>
                <p:nvPr/>
              </p:nvSpPr>
              <p:spPr bwMode="auto">
                <a:xfrm>
                  <a:off x="4323" y="2351"/>
                  <a:ext cx="39" cy="59"/>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297" name="Rectangle 458"/>
                <p:cNvSpPr>
                  <a:spLocks noChangeArrowheads="1"/>
                </p:cNvSpPr>
                <p:nvPr/>
              </p:nvSpPr>
              <p:spPr bwMode="auto">
                <a:xfrm>
                  <a:off x="4326" y="2354"/>
                  <a:ext cx="43" cy="63"/>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sp>
            <p:nvSpPr>
              <p:cNvPr id="284" name="Rectangle 459"/>
              <p:cNvSpPr>
                <a:spLocks noChangeArrowheads="1"/>
              </p:cNvSpPr>
              <p:nvPr/>
            </p:nvSpPr>
            <p:spPr bwMode="auto">
              <a:xfrm>
                <a:off x="4341" y="2376"/>
                <a:ext cx="8" cy="13"/>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85" name="Group 460"/>
              <p:cNvGrpSpPr>
                <a:grpSpLocks/>
              </p:cNvGrpSpPr>
              <p:nvPr/>
            </p:nvGrpSpPr>
            <p:grpSpPr bwMode="auto">
              <a:xfrm>
                <a:off x="4338" y="2373"/>
                <a:ext cx="18" cy="23"/>
                <a:chOff x="4338" y="2373"/>
                <a:chExt cx="18" cy="23"/>
              </a:xfrm>
            </p:grpSpPr>
            <p:sp>
              <p:nvSpPr>
                <p:cNvPr id="294" name="Rectangle 461"/>
                <p:cNvSpPr>
                  <a:spLocks noChangeArrowheads="1"/>
                </p:cNvSpPr>
                <p:nvPr/>
              </p:nvSpPr>
              <p:spPr bwMode="auto">
                <a:xfrm>
                  <a:off x="4338" y="2373"/>
                  <a:ext cx="13" cy="13"/>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295" name="Rectangle 462"/>
                <p:cNvSpPr>
                  <a:spLocks noChangeArrowheads="1"/>
                </p:cNvSpPr>
                <p:nvPr/>
              </p:nvSpPr>
              <p:spPr bwMode="auto">
                <a:xfrm>
                  <a:off x="4341" y="2376"/>
                  <a:ext cx="15" cy="20"/>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sp>
            <p:nvSpPr>
              <p:cNvPr id="286" name="Rectangle 463"/>
              <p:cNvSpPr>
                <a:spLocks noChangeArrowheads="1"/>
              </p:cNvSpPr>
              <p:nvPr/>
            </p:nvSpPr>
            <p:spPr bwMode="auto">
              <a:xfrm>
                <a:off x="4199" y="2209"/>
                <a:ext cx="8" cy="78"/>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87" name="Group 464"/>
              <p:cNvGrpSpPr>
                <a:grpSpLocks/>
              </p:cNvGrpSpPr>
              <p:nvPr/>
            </p:nvGrpSpPr>
            <p:grpSpPr bwMode="auto">
              <a:xfrm>
                <a:off x="4196" y="2206"/>
                <a:ext cx="14" cy="90"/>
                <a:chOff x="4196" y="2206"/>
                <a:chExt cx="14" cy="90"/>
              </a:xfrm>
            </p:grpSpPr>
            <p:sp>
              <p:nvSpPr>
                <p:cNvPr id="292" name="Rectangle 465"/>
                <p:cNvSpPr>
                  <a:spLocks noChangeArrowheads="1"/>
                </p:cNvSpPr>
                <p:nvPr/>
              </p:nvSpPr>
              <p:spPr bwMode="auto">
                <a:xfrm>
                  <a:off x="4196" y="2206"/>
                  <a:ext cx="14" cy="81"/>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293" name="Rectangle 466"/>
                <p:cNvSpPr>
                  <a:spLocks noChangeArrowheads="1"/>
                </p:cNvSpPr>
                <p:nvPr/>
              </p:nvSpPr>
              <p:spPr bwMode="auto">
                <a:xfrm>
                  <a:off x="4199" y="2209"/>
                  <a:ext cx="9" cy="87"/>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sp>
            <p:nvSpPr>
              <p:cNvPr id="288" name="Rectangle 467"/>
              <p:cNvSpPr>
                <a:spLocks noChangeArrowheads="1"/>
              </p:cNvSpPr>
              <p:nvPr/>
            </p:nvSpPr>
            <p:spPr bwMode="auto">
              <a:xfrm>
                <a:off x="4186" y="2237"/>
                <a:ext cx="21" cy="23"/>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nvGrpSpPr>
              <p:cNvPr id="289" name="Group 468"/>
              <p:cNvGrpSpPr>
                <a:grpSpLocks/>
              </p:cNvGrpSpPr>
              <p:nvPr/>
            </p:nvGrpSpPr>
            <p:grpSpPr bwMode="auto">
              <a:xfrm>
                <a:off x="4183" y="2234"/>
                <a:ext cx="29" cy="32"/>
                <a:chOff x="4183" y="2234"/>
                <a:chExt cx="29" cy="32"/>
              </a:xfrm>
            </p:grpSpPr>
            <p:sp>
              <p:nvSpPr>
                <p:cNvPr id="290" name="Rectangle 469"/>
                <p:cNvSpPr>
                  <a:spLocks noChangeArrowheads="1"/>
                </p:cNvSpPr>
                <p:nvPr/>
              </p:nvSpPr>
              <p:spPr bwMode="auto">
                <a:xfrm>
                  <a:off x="4183" y="2234"/>
                  <a:ext cx="21" cy="24"/>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sp>
              <p:nvSpPr>
                <p:cNvPr id="291" name="Rectangle 470"/>
                <p:cNvSpPr>
                  <a:spLocks noChangeArrowheads="1"/>
                </p:cNvSpPr>
                <p:nvPr/>
              </p:nvSpPr>
              <p:spPr bwMode="auto">
                <a:xfrm>
                  <a:off x="4186" y="2237"/>
                  <a:ext cx="26" cy="29"/>
                </a:xfrm>
                <a:prstGeom prst="rect">
                  <a:avLst/>
                </a:prstGeom>
                <a:solidFill>
                  <a:schemeClr val="folHlink"/>
                </a:solidFill>
                <a:ln w="12700">
                  <a:solidFill>
                    <a:schemeClr val="tx1"/>
                  </a:solidFill>
                  <a:miter lim="800000"/>
                  <a:headEnd/>
                  <a:tailEnd/>
                </a:ln>
              </p:spPr>
              <p:txBody>
                <a:bodyPr wrap="none" anchor="ctr"/>
                <a:lstStyle/>
                <a:p>
                  <a:pPr algn="ctr"/>
                  <a:endParaRPr lang="pt-BR" sz="2400"/>
                </a:p>
              </p:txBody>
            </p:sp>
          </p:grpSp>
        </p:grpSp>
        <p:grpSp>
          <p:nvGrpSpPr>
            <p:cNvPr id="11" name="Group 471"/>
            <p:cNvGrpSpPr>
              <a:grpSpLocks/>
            </p:cNvGrpSpPr>
            <p:nvPr/>
          </p:nvGrpSpPr>
          <p:grpSpPr bwMode="auto">
            <a:xfrm>
              <a:off x="1203" y="1059"/>
              <a:ext cx="1199" cy="470"/>
              <a:chOff x="1121" y="2103"/>
              <a:chExt cx="1199" cy="470"/>
            </a:xfrm>
          </p:grpSpPr>
          <p:sp>
            <p:nvSpPr>
              <p:cNvPr id="12" name="Freeform 472"/>
              <p:cNvSpPr>
                <a:spLocks/>
              </p:cNvSpPr>
              <p:nvPr/>
            </p:nvSpPr>
            <p:spPr bwMode="auto">
              <a:xfrm>
                <a:off x="1392" y="2232"/>
                <a:ext cx="258" cy="201"/>
              </a:xfrm>
              <a:custGeom>
                <a:avLst/>
                <a:gdLst>
                  <a:gd name="T0" fmla="*/ 257 w 258"/>
                  <a:gd name="T1" fmla="*/ 200 h 201"/>
                  <a:gd name="T2" fmla="*/ 250 w 258"/>
                  <a:gd name="T3" fmla="*/ 192 h 201"/>
                  <a:gd name="T4" fmla="*/ 247 w 258"/>
                  <a:gd name="T5" fmla="*/ 179 h 201"/>
                  <a:gd name="T6" fmla="*/ 239 w 258"/>
                  <a:gd name="T7" fmla="*/ 174 h 201"/>
                  <a:gd name="T8" fmla="*/ 238 w 258"/>
                  <a:gd name="T9" fmla="*/ 167 h 201"/>
                  <a:gd name="T10" fmla="*/ 243 w 258"/>
                  <a:gd name="T11" fmla="*/ 161 h 201"/>
                  <a:gd name="T12" fmla="*/ 243 w 258"/>
                  <a:gd name="T13" fmla="*/ 155 h 201"/>
                  <a:gd name="T14" fmla="*/ 240 w 258"/>
                  <a:gd name="T15" fmla="*/ 149 h 201"/>
                  <a:gd name="T16" fmla="*/ 235 w 258"/>
                  <a:gd name="T17" fmla="*/ 141 h 201"/>
                  <a:gd name="T18" fmla="*/ 235 w 258"/>
                  <a:gd name="T19" fmla="*/ 130 h 201"/>
                  <a:gd name="T20" fmla="*/ 239 w 258"/>
                  <a:gd name="T21" fmla="*/ 125 h 201"/>
                  <a:gd name="T22" fmla="*/ 238 w 258"/>
                  <a:gd name="T23" fmla="*/ 120 h 201"/>
                  <a:gd name="T24" fmla="*/ 233 w 258"/>
                  <a:gd name="T25" fmla="*/ 116 h 201"/>
                  <a:gd name="T26" fmla="*/ 231 w 258"/>
                  <a:gd name="T27" fmla="*/ 109 h 201"/>
                  <a:gd name="T28" fmla="*/ 232 w 258"/>
                  <a:gd name="T29" fmla="*/ 102 h 201"/>
                  <a:gd name="T30" fmla="*/ 230 w 258"/>
                  <a:gd name="T31" fmla="*/ 94 h 201"/>
                  <a:gd name="T32" fmla="*/ 229 w 258"/>
                  <a:gd name="T33" fmla="*/ 81 h 201"/>
                  <a:gd name="T34" fmla="*/ 229 w 258"/>
                  <a:gd name="T35" fmla="*/ 66 h 201"/>
                  <a:gd name="T36" fmla="*/ 229 w 258"/>
                  <a:gd name="T37" fmla="*/ 55 h 201"/>
                  <a:gd name="T38" fmla="*/ 228 w 258"/>
                  <a:gd name="T39" fmla="*/ 43 h 201"/>
                  <a:gd name="T40" fmla="*/ 225 w 258"/>
                  <a:gd name="T41" fmla="*/ 33 h 201"/>
                  <a:gd name="T42" fmla="*/ 223 w 258"/>
                  <a:gd name="T43" fmla="*/ 26 h 201"/>
                  <a:gd name="T44" fmla="*/ 196 w 258"/>
                  <a:gd name="T45" fmla="*/ 13 h 201"/>
                  <a:gd name="T46" fmla="*/ 180 w 258"/>
                  <a:gd name="T47" fmla="*/ 8 h 201"/>
                  <a:gd name="T48" fmla="*/ 165 w 258"/>
                  <a:gd name="T49" fmla="*/ 5 h 201"/>
                  <a:gd name="T50" fmla="*/ 148 w 258"/>
                  <a:gd name="T51" fmla="*/ 0 h 201"/>
                  <a:gd name="T52" fmla="*/ 64 w 258"/>
                  <a:gd name="T53" fmla="*/ 2 h 201"/>
                  <a:gd name="T54" fmla="*/ 39 w 258"/>
                  <a:gd name="T55" fmla="*/ 7 h 201"/>
                  <a:gd name="T56" fmla="*/ 16 w 258"/>
                  <a:gd name="T57" fmla="*/ 15 h 201"/>
                  <a:gd name="T58" fmla="*/ 8 w 258"/>
                  <a:gd name="T59" fmla="*/ 20 h 201"/>
                  <a:gd name="T60" fmla="*/ 2 w 258"/>
                  <a:gd name="T61" fmla="*/ 33 h 201"/>
                  <a:gd name="T62" fmla="*/ 2 w 258"/>
                  <a:gd name="T63" fmla="*/ 83 h 201"/>
                  <a:gd name="T64" fmla="*/ 0 w 258"/>
                  <a:gd name="T65" fmla="*/ 90 h 201"/>
                  <a:gd name="T66" fmla="*/ 38 w 258"/>
                  <a:gd name="T67" fmla="*/ 200 h 201"/>
                  <a:gd name="T68" fmla="*/ 257 w 258"/>
                  <a:gd name="T69" fmla="*/ 200 h 20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8"/>
                  <a:gd name="T106" fmla="*/ 0 h 201"/>
                  <a:gd name="T107" fmla="*/ 258 w 258"/>
                  <a:gd name="T108" fmla="*/ 201 h 20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8" h="201">
                    <a:moveTo>
                      <a:pt x="257" y="200"/>
                    </a:moveTo>
                    <a:lnTo>
                      <a:pt x="250" y="192"/>
                    </a:lnTo>
                    <a:lnTo>
                      <a:pt x="247" y="179"/>
                    </a:lnTo>
                    <a:lnTo>
                      <a:pt x="239" y="174"/>
                    </a:lnTo>
                    <a:lnTo>
                      <a:pt x="238" y="167"/>
                    </a:lnTo>
                    <a:lnTo>
                      <a:pt x="243" y="161"/>
                    </a:lnTo>
                    <a:lnTo>
                      <a:pt x="243" y="155"/>
                    </a:lnTo>
                    <a:lnTo>
                      <a:pt x="240" y="149"/>
                    </a:lnTo>
                    <a:lnTo>
                      <a:pt x="235" y="141"/>
                    </a:lnTo>
                    <a:lnTo>
                      <a:pt x="235" y="130"/>
                    </a:lnTo>
                    <a:lnTo>
                      <a:pt x="239" y="125"/>
                    </a:lnTo>
                    <a:lnTo>
                      <a:pt x="238" y="120"/>
                    </a:lnTo>
                    <a:lnTo>
                      <a:pt x="233" y="116"/>
                    </a:lnTo>
                    <a:lnTo>
                      <a:pt x="231" y="109"/>
                    </a:lnTo>
                    <a:lnTo>
                      <a:pt x="232" y="102"/>
                    </a:lnTo>
                    <a:lnTo>
                      <a:pt x="230" y="94"/>
                    </a:lnTo>
                    <a:lnTo>
                      <a:pt x="229" y="81"/>
                    </a:lnTo>
                    <a:lnTo>
                      <a:pt x="229" y="66"/>
                    </a:lnTo>
                    <a:lnTo>
                      <a:pt x="229" y="55"/>
                    </a:lnTo>
                    <a:lnTo>
                      <a:pt x="228" y="43"/>
                    </a:lnTo>
                    <a:lnTo>
                      <a:pt x="225" y="33"/>
                    </a:lnTo>
                    <a:lnTo>
                      <a:pt x="223" y="26"/>
                    </a:lnTo>
                    <a:lnTo>
                      <a:pt x="196" y="13"/>
                    </a:lnTo>
                    <a:lnTo>
                      <a:pt x="180" y="8"/>
                    </a:lnTo>
                    <a:lnTo>
                      <a:pt x="165" y="5"/>
                    </a:lnTo>
                    <a:lnTo>
                      <a:pt x="148" y="0"/>
                    </a:lnTo>
                    <a:lnTo>
                      <a:pt x="64" y="2"/>
                    </a:lnTo>
                    <a:lnTo>
                      <a:pt x="39" y="7"/>
                    </a:lnTo>
                    <a:lnTo>
                      <a:pt x="16" y="15"/>
                    </a:lnTo>
                    <a:lnTo>
                      <a:pt x="8" y="20"/>
                    </a:lnTo>
                    <a:lnTo>
                      <a:pt x="2" y="33"/>
                    </a:lnTo>
                    <a:lnTo>
                      <a:pt x="2" y="83"/>
                    </a:lnTo>
                    <a:lnTo>
                      <a:pt x="0" y="90"/>
                    </a:lnTo>
                    <a:lnTo>
                      <a:pt x="38" y="200"/>
                    </a:lnTo>
                    <a:lnTo>
                      <a:pt x="257" y="200"/>
                    </a:lnTo>
                  </a:path>
                </a:pathLst>
              </a:custGeom>
              <a:solidFill>
                <a:srgbClr val="FF0000"/>
              </a:solidFill>
              <a:ln w="9525" cap="rnd">
                <a:noFill/>
                <a:round/>
                <a:headEnd/>
                <a:tailEnd/>
              </a:ln>
            </p:spPr>
            <p:txBody>
              <a:bodyPr/>
              <a:lstStyle/>
              <a:p>
                <a:pPr algn="ctr"/>
                <a:endParaRPr lang="pt-BR" sz="2400"/>
              </a:p>
            </p:txBody>
          </p:sp>
          <p:sp>
            <p:nvSpPr>
              <p:cNvPr id="13" name="Freeform 473"/>
              <p:cNvSpPr>
                <a:spLocks/>
              </p:cNvSpPr>
              <p:nvPr/>
            </p:nvSpPr>
            <p:spPr bwMode="auto">
              <a:xfrm>
                <a:off x="1404" y="2237"/>
                <a:ext cx="118" cy="101"/>
              </a:xfrm>
              <a:custGeom>
                <a:avLst/>
                <a:gdLst>
                  <a:gd name="T0" fmla="*/ 117 w 118"/>
                  <a:gd name="T1" fmla="*/ 100 h 101"/>
                  <a:gd name="T2" fmla="*/ 83 w 118"/>
                  <a:gd name="T3" fmla="*/ 36 h 101"/>
                  <a:gd name="T4" fmla="*/ 74 w 118"/>
                  <a:gd name="T5" fmla="*/ 24 h 101"/>
                  <a:gd name="T6" fmla="*/ 55 w 118"/>
                  <a:gd name="T7" fmla="*/ 14 h 101"/>
                  <a:gd name="T8" fmla="*/ 36 w 118"/>
                  <a:gd name="T9" fmla="*/ 9 h 101"/>
                  <a:gd name="T10" fmla="*/ 20 w 118"/>
                  <a:gd name="T11" fmla="*/ 10 h 101"/>
                  <a:gd name="T12" fmla="*/ 0 w 118"/>
                  <a:gd name="T13" fmla="*/ 13 h 101"/>
                  <a:gd name="T14" fmla="*/ 5 w 118"/>
                  <a:gd name="T15" fmla="*/ 9 h 101"/>
                  <a:gd name="T16" fmla="*/ 25 w 118"/>
                  <a:gd name="T17" fmla="*/ 3 h 101"/>
                  <a:gd name="T18" fmla="*/ 46 w 118"/>
                  <a:gd name="T19" fmla="*/ 0 h 101"/>
                  <a:gd name="T20" fmla="*/ 62 w 118"/>
                  <a:gd name="T21" fmla="*/ 3 h 101"/>
                  <a:gd name="T22" fmla="*/ 80 w 118"/>
                  <a:gd name="T23" fmla="*/ 19 h 101"/>
                  <a:gd name="T24" fmla="*/ 91 w 118"/>
                  <a:gd name="T25" fmla="*/ 40 h 101"/>
                  <a:gd name="T26" fmla="*/ 97 w 118"/>
                  <a:gd name="T27" fmla="*/ 56 h 101"/>
                  <a:gd name="T28" fmla="*/ 117 w 118"/>
                  <a:gd name="T29" fmla="*/ 100 h 10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8"/>
                  <a:gd name="T46" fmla="*/ 0 h 101"/>
                  <a:gd name="T47" fmla="*/ 118 w 118"/>
                  <a:gd name="T48" fmla="*/ 101 h 10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8" h="101">
                    <a:moveTo>
                      <a:pt x="117" y="100"/>
                    </a:moveTo>
                    <a:lnTo>
                      <a:pt x="83" y="36"/>
                    </a:lnTo>
                    <a:lnTo>
                      <a:pt x="74" y="24"/>
                    </a:lnTo>
                    <a:lnTo>
                      <a:pt x="55" y="14"/>
                    </a:lnTo>
                    <a:lnTo>
                      <a:pt x="36" y="9"/>
                    </a:lnTo>
                    <a:lnTo>
                      <a:pt x="20" y="10"/>
                    </a:lnTo>
                    <a:lnTo>
                      <a:pt x="0" y="13"/>
                    </a:lnTo>
                    <a:lnTo>
                      <a:pt x="5" y="9"/>
                    </a:lnTo>
                    <a:lnTo>
                      <a:pt x="25" y="3"/>
                    </a:lnTo>
                    <a:lnTo>
                      <a:pt x="46" y="0"/>
                    </a:lnTo>
                    <a:lnTo>
                      <a:pt x="62" y="3"/>
                    </a:lnTo>
                    <a:lnTo>
                      <a:pt x="80" y="19"/>
                    </a:lnTo>
                    <a:lnTo>
                      <a:pt x="91" y="40"/>
                    </a:lnTo>
                    <a:lnTo>
                      <a:pt x="97" y="56"/>
                    </a:lnTo>
                    <a:lnTo>
                      <a:pt x="117" y="100"/>
                    </a:lnTo>
                  </a:path>
                </a:pathLst>
              </a:custGeom>
              <a:solidFill>
                <a:srgbClr val="70230C"/>
              </a:solidFill>
              <a:ln w="9525" cap="rnd">
                <a:noFill/>
                <a:round/>
                <a:headEnd/>
                <a:tailEnd/>
              </a:ln>
            </p:spPr>
            <p:txBody>
              <a:bodyPr/>
              <a:lstStyle/>
              <a:p>
                <a:pPr algn="ctr"/>
                <a:endParaRPr lang="pt-BR" sz="2400"/>
              </a:p>
            </p:txBody>
          </p:sp>
          <p:sp>
            <p:nvSpPr>
              <p:cNvPr id="14" name="Freeform 474"/>
              <p:cNvSpPr>
                <a:spLocks/>
              </p:cNvSpPr>
              <p:nvPr/>
            </p:nvSpPr>
            <p:spPr bwMode="auto">
              <a:xfrm>
                <a:off x="1394" y="2264"/>
                <a:ext cx="62" cy="97"/>
              </a:xfrm>
              <a:custGeom>
                <a:avLst/>
                <a:gdLst>
                  <a:gd name="T0" fmla="*/ 40 w 62"/>
                  <a:gd name="T1" fmla="*/ 42 h 97"/>
                  <a:gd name="T2" fmla="*/ 36 w 62"/>
                  <a:gd name="T3" fmla="*/ 33 h 97"/>
                  <a:gd name="T4" fmla="*/ 29 w 62"/>
                  <a:gd name="T5" fmla="*/ 26 h 97"/>
                  <a:gd name="T6" fmla="*/ 22 w 62"/>
                  <a:gd name="T7" fmla="*/ 21 h 97"/>
                  <a:gd name="T8" fmla="*/ 15 w 62"/>
                  <a:gd name="T9" fmla="*/ 17 h 97"/>
                  <a:gd name="T10" fmla="*/ 12 w 62"/>
                  <a:gd name="T11" fmla="*/ 16 h 97"/>
                  <a:gd name="T12" fmla="*/ 16 w 62"/>
                  <a:gd name="T13" fmla="*/ 27 h 97"/>
                  <a:gd name="T14" fmla="*/ 27 w 62"/>
                  <a:gd name="T15" fmla="*/ 40 h 97"/>
                  <a:gd name="T16" fmla="*/ 37 w 62"/>
                  <a:gd name="T17" fmla="*/ 50 h 97"/>
                  <a:gd name="T18" fmla="*/ 52 w 62"/>
                  <a:gd name="T19" fmla="*/ 61 h 97"/>
                  <a:gd name="T20" fmla="*/ 54 w 62"/>
                  <a:gd name="T21" fmla="*/ 62 h 97"/>
                  <a:gd name="T22" fmla="*/ 61 w 62"/>
                  <a:gd name="T23" fmla="*/ 79 h 97"/>
                  <a:gd name="T24" fmla="*/ 55 w 62"/>
                  <a:gd name="T25" fmla="*/ 84 h 97"/>
                  <a:gd name="T26" fmla="*/ 59 w 62"/>
                  <a:gd name="T27" fmla="*/ 96 h 97"/>
                  <a:gd name="T28" fmla="*/ 46 w 62"/>
                  <a:gd name="T29" fmla="*/ 95 h 97"/>
                  <a:gd name="T30" fmla="*/ 51 w 62"/>
                  <a:gd name="T31" fmla="*/ 92 h 97"/>
                  <a:gd name="T32" fmla="*/ 43 w 62"/>
                  <a:gd name="T33" fmla="*/ 81 h 97"/>
                  <a:gd name="T34" fmla="*/ 22 w 62"/>
                  <a:gd name="T35" fmla="*/ 73 h 97"/>
                  <a:gd name="T36" fmla="*/ 9 w 62"/>
                  <a:gd name="T37" fmla="*/ 64 h 97"/>
                  <a:gd name="T38" fmla="*/ 6 w 62"/>
                  <a:gd name="T39" fmla="*/ 62 h 97"/>
                  <a:gd name="T40" fmla="*/ 8 w 62"/>
                  <a:gd name="T41" fmla="*/ 66 h 97"/>
                  <a:gd name="T42" fmla="*/ 13 w 62"/>
                  <a:gd name="T43" fmla="*/ 74 h 97"/>
                  <a:gd name="T44" fmla="*/ 3 w 62"/>
                  <a:gd name="T45" fmla="*/ 65 h 97"/>
                  <a:gd name="T46" fmla="*/ 0 w 62"/>
                  <a:gd name="T47" fmla="*/ 57 h 97"/>
                  <a:gd name="T48" fmla="*/ 0 w 62"/>
                  <a:gd name="T49" fmla="*/ 54 h 97"/>
                  <a:gd name="T50" fmla="*/ 4 w 62"/>
                  <a:gd name="T51" fmla="*/ 42 h 97"/>
                  <a:gd name="T52" fmla="*/ 5 w 62"/>
                  <a:gd name="T53" fmla="*/ 0 h 97"/>
                  <a:gd name="T54" fmla="*/ 21 w 62"/>
                  <a:gd name="T55" fmla="*/ 10 h 97"/>
                  <a:gd name="T56" fmla="*/ 32 w 62"/>
                  <a:gd name="T57" fmla="*/ 22 h 97"/>
                  <a:gd name="T58" fmla="*/ 37 w 62"/>
                  <a:gd name="T59" fmla="*/ 32 h 97"/>
                  <a:gd name="T60" fmla="*/ 40 w 62"/>
                  <a:gd name="T61" fmla="*/ 42 h 9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2"/>
                  <a:gd name="T94" fmla="*/ 0 h 97"/>
                  <a:gd name="T95" fmla="*/ 62 w 62"/>
                  <a:gd name="T96" fmla="*/ 97 h 9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2" h="97">
                    <a:moveTo>
                      <a:pt x="40" y="42"/>
                    </a:moveTo>
                    <a:lnTo>
                      <a:pt x="36" y="33"/>
                    </a:lnTo>
                    <a:lnTo>
                      <a:pt x="29" y="26"/>
                    </a:lnTo>
                    <a:lnTo>
                      <a:pt x="22" y="21"/>
                    </a:lnTo>
                    <a:lnTo>
                      <a:pt x="15" y="17"/>
                    </a:lnTo>
                    <a:lnTo>
                      <a:pt x="12" y="16"/>
                    </a:lnTo>
                    <a:lnTo>
                      <a:pt x="16" y="27"/>
                    </a:lnTo>
                    <a:lnTo>
                      <a:pt x="27" y="40"/>
                    </a:lnTo>
                    <a:lnTo>
                      <a:pt x="37" y="50"/>
                    </a:lnTo>
                    <a:lnTo>
                      <a:pt x="52" y="61"/>
                    </a:lnTo>
                    <a:lnTo>
                      <a:pt x="54" y="62"/>
                    </a:lnTo>
                    <a:lnTo>
                      <a:pt x="61" y="79"/>
                    </a:lnTo>
                    <a:lnTo>
                      <a:pt x="55" y="84"/>
                    </a:lnTo>
                    <a:lnTo>
                      <a:pt x="59" y="96"/>
                    </a:lnTo>
                    <a:lnTo>
                      <a:pt x="46" y="95"/>
                    </a:lnTo>
                    <a:lnTo>
                      <a:pt x="51" y="92"/>
                    </a:lnTo>
                    <a:lnTo>
                      <a:pt x="43" y="81"/>
                    </a:lnTo>
                    <a:lnTo>
                      <a:pt x="22" y="73"/>
                    </a:lnTo>
                    <a:lnTo>
                      <a:pt x="9" y="64"/>
                    </a:lnTo>
                    <a:lnTo>
                      <a:pt x="6" y="62"/>
                    </a:lnTo>
                    <a:lnTo>
                      <a:pt x="8" y="66"/>
                    </a:lnTo>
                    <a:lnTo>
                      <a:pt x="13" y="74"/>
                    </a:lnTo>
                    <a:lnTo>
                      <a:pt x="3" y="65"/>
                    </a:lnTo>
                    <a:lnTo>
                      <a:pt x="0" y="57"/>
                    </a:lnTo>
                    <a:lnTo>
                      <a:pt x="0" y="54"/>
                    </a:lnTo>
                    <a:lnTo>
                      <a:pt x="4" y="42"/>
                    </a:lnTo>
                    <a:lnTo>
                      <a:pt x="5" y="0"/>
                    </a:lnTo>
                    <a:lnTo>
                      <a:pt x="21" y="10"/>
                    </a:lnTo>
                    <a:lnTo>
                      <a:pt x="32" y="22"/>
                    </a:lnTo>
                    <a:lnTo>
                      <a:pt x="37" y="32"/>
                    </a:lnTo>
                    <a:lnTo>
                      <a:pt x="40" y="42"/>
                    </a:lnTo>
                  </a:path>
                </a:pathLst>
              </a:custGeom>
              <a:solidFill>
                <a:srgbClr val="70230C"/>
              </a:solidFill>
              <a:ln w="9525" cap="rnd">
                <a:noFill/>
                <a:round/>
                <a:headEnd/>
                <a:tailEnd/>
              </a:ln>
            </p:spPr>
            <p:txBody>
              <a:bodyPr/>
              <a:lstStyle/>
              <a:p>
                <a:pPr algn="ctr"/>
                <a:endParaRPr lang="pt-BR" sz="2400"/>
              </a:p>
            </p:txBody>
          </p:sp>
          <p:sp>
            <p:nvSpPr>
              <p:cNvPr id="15" name="Freeform 475"/>
              <p:cNvSpPr>
                <a:spLocks/>
              </p:cNvSpPr>
              <p:nvPr/>
            </p:nvSpPr>
            <p:spPr bwMode="auto">
              <a:xfrm>
                <a:off x="1411" y="2339"/>
                <a:ext cx="44" cy="53"/>
              </a:xfrm>
              <a:custGeom>
                <a:avLst/>
                <a:gdLst>
                  <a:gd name="T0" fmla="*/ 1 w 44"/>
                  <a:gd name="T1" fmla="*/ 0 h 53"/>
                  <a:gd name="T2" fmla="*/ 10 w 44"/>
                  <a:gd name="T3" fmla="*/ 4 h 53"/>
                  <a:gd name="T4" fmla="*/ 14 w 44"/>
                  <a:gd name="T5" fmla="*/ 14 h 53"/>
                  <a:gd name="T6" fmla="*/ 23 w 44"/>
                  <a:gd name="T7" fmla="*/ 20 h 53"/>
                  <a:gd name="T8" fmla="*/ 16 w 44"/>
                  <a:gd name="T9" fmla="*/ 20 h 53"/>
                  <a:gd name="T10" fmla="*/ 20 w 44"/>
                  <a:gd name="T11" fmla="*/ 23 h 53"/>
                  <a:gd name="T12" fmla="*/ 33 w 44"/>
                  <a:gd name="T13" fmla="*/ 26 h 53"/>
                  <a:gd name="T14" fmla="*/ 38 w 44"/>
                  <a:gd name="T15" fmla="*/ 33 h 53"/>
                  <a:gd name="T16" fmla="*/ 35 w 44"/>
                  <a:gd name="T17" fmla="*/ 39 h 53"/>
                  <a:gd name="T18" fmla="*/ 28 w 44"/>
                  <a:gd name="T19" fmla="*/ 34 h 53"/>
                  <a:gd name="T20" fmla="*/ 25 w 44"/>
                  <a:gd name="T21" fmla="*/ 39 h 53"/>
                  <a:gd name="T22" fmla="*/ 36 w 44"/>
                  <a:gd name="T23" fmla="*/ 43 h 53"/>
                  <a:gd name="T24" fmla="*/ 43 w 44"/>
                  <a:gd name="T25" fmla="*/ 40 h 53"/>
                  <a:gd name="T26" fmla="*/ 37 w 44"/>
                  <a:gd name="T27" fmla="*/ 52 h 53"/>
                  <a:gd name="T28" fmla="*/ 20 w 44"/>
                  <a:gd name="T29" fmla="*/ 40 h 53"/>
                  <a:gd name="T30" fmla="*/ 0 w 44"/>
                  <a:gd name="T31" fmla="*/ 17 h 53"/>
                  <a:gd name="T32" fmla="*/ 1 w 44"/>
                  <a:gd name="T33" fmla="*/ 0 h 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53"/>
                  <a:gd name="T53" fmla="*/ 44 w 44"/>
                  <a:gd name="T54" fmla="*/ 53 h 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53">
                    <a:moveTo>
                      <a:pt x="1" y="0"/>
                    </a:moveTo>
                    <a:lnTo>
                      <a:pt x="10" y="4"/>
                    </a:lnTo>
                    <a:lnTo>
                      <a:pt x="14" y="14"/>
                    </a:lnTo>
                    <a:lnTo>
                      <a:pt x="23" y="20"/>
                    </a:lnTo>
                    <a:lnTo>
                      <a:pt x="16" y="20"/>
                    </a:lnTo>
                    <a:lnTo>
                      <a:pt x="20" y="23"/>
                    </a:lnTo>
                    <a:lnTo>
                      <a:pt x="33" y="26"/>
                    </a:lnTo>
                    <a:lnTo>
                      <a:pt x="38" y="33"/>
                    </a:lnTo>
                    <a:lnTo>
                      <a:pt x="35" y="39"/>
                    </a:lnTo>
                    <a:lnTo>
                      <a:pt x="28" y="34"/>
                    </a:lnTo>
                    <a:lnTo>
                      <a:pt x="25" y="39"/>
                    </a:lnTo>
                    <a:lnTo>
                      <a:pt x="36" y="43"/>
                    </a:lnTo>
                    <a:lnTo>
                      <a:pt x="43" y="40"/>
                    </a:lnTo>
                    <a:lnTo>
                      <a:pt x="37" y="52"/>
                    </a:lnTo>
                    <a:lnTo>
                      <a:pt x="20" y="40"/>
                    </a:lnTo>
                    <a:lnTo>
                      <a:pt x="0" y="17"/>
                    </a:lnTo>
                    <a:lnTo>
                      <a:pt x="1" y="0"/>
                    </a:lnTo>
                  </a:path>
                </a:pathLst>
              </a:custGeom>
              <a:solidFill>
                <a:srgbClr val="70230C"/>
              </a:solidFill>
              <a:ln w="9525" cap="rnd">
                <a:noFill/>
                <a:round/>
                <a:headEnd/>
                <a:tailEnd/>
              </a:ln>
            </p:spPr>
            <p:txBody>
              <a:bodyPr/>
              <a:lstStyle/>
              <a:p>
                <a:pPr algn="ctr"/>
                <a:endParaRPr lang="pt-BR" sz="2400"/>
              </a:p>
            </p:txBody>
          </p:sp>
          <p:sp>
            <p:nvSpPr>
              <p:cNvPr id="16" name="Freeform 476"/>
              <p:cNvSpPr>
                <a:spLocks/>
              </p:cNvSpPr>
              <p:nvPr/>
            </p:nvSpPr>
            <p:spPr bwMode="auto">
              <a:xfrm>
                <a:off x="1458" y="2386"/>
                <a:ext cx="90" cy="60"/>
              </a:xfrm>
              <a:custGeom>
                <a:avLst/>
                <a:gdLst>
                  <a:gd name="T0" fmla="*/ 10 w 90"/>
                  <a:gd name="T1" fmla="*/ 11 h 60"/>
                  <a:gd name="T2" fmla="*/ 14 w 90"/>
                  <a:gd name="T3" fmla="*/ 13 h 60"/>
                  <a:gd name="T4" fmla="*/ 16 w 90"/>
                  <a:gd name="T5" fmla="*/ 0 h 60"/>
                  <a:gd name="T6" fmla="*/ 21 w 90"/>
                  <a:gd name="T7" fmla="*/ 19 h 60"/>
                  <a:gd name="T8" fmla="*/ 18 w 90"/>
                  <a:gd name="T9" fmla="*/ 24 h 60"/>
                  <a:gd name="T10" fmla="*/ 41 w 90"/>
                  <a:gd name="T11" fmla="*/ 32 h 60"/>
                  <a:gd name="T12" fmla="*/ 56 w 90"/>
                  <a:gd name="T13" fmla="*/ 43 h 60"/>
                  <a:gd name="T14" fmla="*/ 85 w 90"/>
                  <a:gd name="T15" fmla="*/ 43 h 60"/>
                  <a:gd name="T16" fmla="*/ 89 w 90"/>
                  <a:gd name="T17" fmla="*/ 52 h 60"/>
                  <a:gd name="T18" fmla="*/ 56 w 90"/>
                  <a:gd name="T19" fmla="*/ 59 h 60"/>
                  <a:gd name="T20" fmla="*/ 0 w 90"/>
                  <a:gd name="T21" fmla="*/ 25 h 60"/>
                  <a:gd name="T22" fmla="*/ 10 w 90"/>
                  <a:gd name="T23" fmla="*/ 1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0"/>
                  <a:gd name="T37" fmla="*/ 0 h 60"/>
                  <a:gd name="T38" fmla="*/ 90 w 9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0" h="60">
                    <a:moveTo>
                      <a:pt x="10" y="11"/>
                    </a:moveTo>
                    <a:lnTo>
                      <a:pt x="14" y="13"/>
                    </a:lnTo>
                    <a:lnTo>
                      <a:pt x="16" y="0"/>
                    </a:lnTo>
                    <a:lnTo>
                      <a:pt x="21" y="19"/>
                    </a:lnTo>
                    <a:lnTo>
                      <a:pt x="18" y="24"/>
                    </a:lnTo>
                    <a:lnTo>
                      <a:pt x="41" y="32"/>
                    </a:lnTo>
                    <a:lnTo>
                      <a:pt x="56" y="43"/>
                    </a:lnTo>
                    <a:lnTo>
                      <a:pt x="85" y="43"/>
                    </a:lnTo>
                    <a:lnTo>
                      <a:pt x="89" y="52"/>
                    </a:lnTo>
                    <a:lnTo>
                      <a:pt x="56" y="59"/>
                    </a:lnTo>
                    <a:lnTo>
                      <a:pt x="0" y="25"/>
                    </a:lnTo>
                    <a:lnTo>
                      <a:pt x="10" y="11"/>
                    </a:lnTo>
                  </a:path>
                </a:pathLst>
              </a:custGeom>
              <a:solidFill>
                <a:srgbClr val="70230C"/>
              </a:solidFill>
              <a:ln w="9525" cap="rnd">
                <a:noFill/>
                <a:round/>
                <a:headEnd/>
                <a:tailEnd/>
              </a:ln>
            </p:spPr>
            <p:txBody>
              <a:bodyPr/>
              <a:lstStyle/>
              <a:p>
                <a:pPr algn="ctr"/>
                <a:endParaRPr lang="pt-BR" sz="2400"/>
              </a:p>
            </p:txBody>
          </p:sp>
          <p:sp>
            <p:nvSpPr>
              <p:cNvPr id="17" name="Freeform 477"/>
              <p:cNvSpPr>
                <a:spLocks/>
              </p:cNvSpPr>
              <p:nvPr/>
            </p:nvSpPr>
            <p:spPr bwMode="auto">
              <a:xfrm>
                <a:off x="1464" y="2263"/>
                <a:ext cx="164" cy="141"/>
              </a:xfrm>
              <a:custGeom>
                <a:avLst/>
                <a:gdLst>
                  <a:gd name="T0" fmla="*/ 91 w 164"/>
                  <a:gd name="T1" fmla="*/ 0 h 141"/>
                  <a:gd name="T2" fmla="*/ 96 w 164"/>
                  <a:gd name="T3" fmla="*/ 19 h 141"/>
                  <a:gd name="T4" fmla="*/ 96 w 164"/>
                  <a:gd name="T5" fmla="*/ 45 h 141"/>
                  <a:gd name="T6" fmla="*/ 91 w 164"/>
                  <a:gd name="T7" fmla="*/ 76 h 141"/>
                  <a:gd name="T8" fmla="*/ 83 w 164"/>
                  <a:gd name="T9" fmla="*/ 101 h 141"/>
                  <a:gd name="T10" fmla="*/ 90 w 164"/>
                  <a:gd name="T11" fmla="*/ 108 h 141"/>
                  <a:gd name="T12" fmla="*/ 75 w 164"/>
                  <a:gd name="T13" fmla="*/ 112 h 141"/>
                  <a:gd name="T14" fmla="*/ 50 w 164"/>
                  <a:gd name="T15" fmla="*/ 110 h 141"/>
                  <a:gd name="T16" fmla="*/ 19 w 164"/>
                  <a:gd name="T17" fmla="*/ 110 h 141"/>
                  <a:gd name="T18" fmla="*/ 0 w 164"/>
                  <a:gd name="T19" fmla="*/ 111 h 141"/>
                  <a:gd name="T20" fmla="*/ 11 w 164"/>
                  <a:gd name="T21" fmla="*/ 124 h 141"/>
                  <a:gd name="T22" fmla="*/ 83 w 164"/>
                  <a:gd name="T23" fmla="*/ 130 h 141"/>
                  <a:gd name="T24" fmla="*/ 132 w 164"/>
                  <a:gd name="T25" fmla="*/ 140 h 141"/>
                  <a:gd name="T26" fmla="*/ 138 w 164"/>
                  <a:gd name="T27" fmla="*/ 136 h 141"/>
                  <a:gd name="T28" fmla="*/ 131 w 164"/>
                  <a:gd name="T29" fmla="*/ 130 h 141"/>
                  <a:gd name="T30" fmla="*/ 136 w 164"/>
                  <a:gd name="T31" fmla="*/ 126 h 141"/>
                  <a:gd name="T32" fmla="*/ 146 w 164"/>
                  <a:gd name="T33" fmla="*/ 124 h 141"/>
                  <a:gd name="T34" fmla="*/ 163 w 164"/>
                  <a:gd name="T35" fmla="*/ 125 h 141"/>
                  <a:gd name="T36" fmla="*/ 150 w 164"/>
                  <a:gd name="T37" fmla="*/ 118 h 141"/>
                  <a:gd name="T38" fmla="*/ 142 w 164"/>
                  <a:gd name="T39" fmla="*/ 108 h 141"/>
                  <a:gd name="T40" fmla="*/ 142 w 164"/>
                  <a:gd name="T41" fmla="*/ 101 h 141"/>
                  <a:gd name="T42" fmla="*/ 156 w 164"/>
                  <a:gd name="T43" fmla="*/ 94 h 141"/>
                  <a:gd name="T44" fmla="*/ 160 w 164"/>
                  <a:gd name="T45" fmla="*/ 84 h 141"/>
                  <a:gd name="T46" fmla="*/ 153 w 164"/>
                  <a:gd name="T47" fmla="*/ 87 h 141"/>
                  <a:gd name="T48" fmla="*/ 145 w 164"/>
                  <a:gd name="T49" fmla="*/ 87 h 141"/>
                  <a:gd name="T50" fmla="*/ 143 w 164"/>
                  <a:gd name="T51" fmla="*/ 84 h 141"/>
                  <a:gd name="T52" fmla="*/ 150 w 164"/>
                  <a:gd name="T53" fmla="*/ 78 h 141"/>
                  <a:gd name="T54" fmla="*/ 144 w 164"/>
                  <a:gd name="T55" fmla="*/ 77 h 141"/>
                  <a:gd name="T56" fmla="*/ 144 w 164"/>
                  <a:gd name="T57" fmla="*/ 70 h 141"/>
                  <a:gd name="T58" fmla="*/ 147 w 164"/>
                  <a:gd name="T59" fmla="*/ 59 h 141"/>
                  <a:gd name="T60" fmla="*/ 154 w 164"/>
                  <a:gd name="T61" fmla="*/ 63 h 141"/>
                  <a:gd name="T62" fmla="*/ 156 w 164"/>
                  <a:gd name="T63" fmla="*/ 69 h 141"/>
                  <a:gd name="T64" fmla="*/ 159 w 164"/>
                  <a:gd name="T65" fmla="*/ 60 h 141"/>
                  <a:gd name="T66" fmla="*/ 156 w 164"/>
                  <a:gd name="T67" fmla="*/ 39 h 141"/>
                  <a:gd name="T68" fmla="*/ 158 w 164"/>
                  <a:gd name="T69" fmla="*/ 22 h 141"/>
                  <a:gd name="T70" fmla="*/ 152 w 164"/>
                  <a:gd name="T71" fmla="*/ 47 h 141"/>
                  <a:gd name="T72" fmla="*/ 144 w 164"/>
                  <a:gd name="T73" fmla="*/ 58 h 141"/>
                  <a:gd name="T74" fmla="*/ 128 w 164"/>
                  <a:gd name="T75" fmla="*/ 82 h 141"/>
                  <a:gd name="T76" fmla="*/ 117 w 164"/>
                  <a:gd name="T77" fmla="*/ 92 h 141"/>
                  <a:gd name="T78" fmla="*/ 101 w 164"/>
                  <a:gd name="T79" fmla="*/ 102 h 141"/>
                  <a:gd name="T80" fmla="*/ 96 w 164"/>
                  <a:gd name="T81" fmla="*/ 103 h 141"/>
                  <a:gd name="T82" fmla="*/ 101 w 164"/>
                  <a:gd name="T83" fmla="*/ 94 h 141"/>
                  <a:gd name="T84" fmla="*/ 104 w 164"/>
                  <a:gd name="T85" fmla="*/ 80 h 141"/>
                  <a:gd name="T86" fmla="*/ 105 w 164"/>
                  <a:gd name="T87" fmla="*/ 57 h 141"/>
                  <a:gd name="T88" fmla="*/ 104 w 164"/>
                  <a:gd name="T89" fmla="*/ 37 h 141"/>
                  <a:gd name="T90" fmla="*/ 101 w 164"/>
                  <a:gd name="T91" fmla="*/ 19 h 141"/>
                  <a:gd name="T92" fmla="*/ 98 w 164"/>
                  <a:gd name="T93" fmla="*/ 8 h 141"/>
                  <a:gd name="T94" fmla="*/ 91 w 164"/>
                  <a:gd name="T95" fmla="*/ 0 h 14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4"/>
                  <a:gd name="T145" fmla="*/ 0 h 141"/>
                  <a:gd name="T146" fmla="*/ 164 w 164"/>
                  <a:gd name="T147" fmla="*/ 141 h 14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4" h="141">
                    <a:moveTo>
                      <a:pt x="91" y="0"/>
                    </a:moveTo>
                    <a:lnTo>
                      <a:pt x="96" y="19"/>
                    </a:lnTo>
                    <a:lnTo>
                      <a:pt x="96" y="45"/>
                    </a:lnTo>
                    <a:lnTo>
                      <a:pt x="91" y="76"/>
                    </a:lnTo>
                    <a:lnTo>
                      <a:pt x="83" y="101"/>
                    </a:lnTo>
                    <a:lnTo>
                      <a:pt x="90" y="108"/>
                    </a:lnTo>
                    <a:lnTo>
                      <a:pt x="75" y="112"/>
                    </a:lnTo>
                    <a:lnTo>
                      <a:pt x="50" y="110"/>
                    </a:lnTo>
                    <a:lnTo>
                      <a:pt x="19" y="110"/>
                    </a:lnTo>
                    <a:lnTo>
                      <a:pt x="0" y="111"/>
                    </a:lnTo>
                    <a:lnTo>
                      <a:pt x="11" y="124"/>
                    </a:lnTo>
                    <a:lnTo>
                      <a:pt x="83" y="130"/>
                    </a:lnTo>
                    <a:lnTo>
                      <a:pt x="132" y="140"/>
                    </a:lnTo>
                    <a:lnTo>
                      <a:pt x="138" y="136"/>
                    </a:lnTo>
                    <a:lnTo>
                      <a:pt x="131" y="130"/>
                    </a:lnTo>
                    <a:lnTo>
                      <a:pt x="136" y="126"/>
                    </a:lnTo>
                    <a:lnTo>
                      <a:pt x="146" y="124"/>
                    </a:lnTo>
                    <a:lnTo>
                      <a:pt x="163" y="125"/>
                    </a:lnTo>
                    <a:lnTo>
                      <a:pt x="150" y="118"/>
                    </a:lnTo>
                    <a:lnTo>
                      <a:pt x="142" y="108"/>
                    </a:lnTo>
                    <a:lnTo>
                      <a:pt x="142" y="101"/>
                    </a:lnTo>
                    <a:lnTo>
                      <a:pt x="156" y="94"/>
                    </a:lnTo>
                    <a:lnTo>
                      <a:pt x="160" y="84"/>
                    </a:lnTo>
                    <a:lnTo>
                      <a:pt x="153" y="87"/>
                    </a:lnTo>
                    <a:lnTo>
                      <a:pt x="145" y="87"/>
                    </a:lnTo>
                    <a:lnTo>
                      <a:pt x="143" y="84"/>
                    </a:lnTo>
                    <a:lnTo>
                      <a:pt x="150" y="78"/>
                    </a:lnTo>
                    <a:lnTo>
                      <a:pt x="144" y="77"/>
                    </a:lnTo>
                    <a:lnTo>
                      <a:pt x="144" y="70"/>
                    </a:lnTo>
                    <a:lnTo>
                      <a:pt x="147" y="59"/>
                    </a:lnTo>
                    <a:lnTo>
                      <a:pt x="154" y="63"/>
                    </a:lnTo>
                    <a:lnTo>
                      <a:pt x="156" y="69"/>
                    </a:lnTo>
                    <a:lnTo>
                      <a:pt x="159" y="60"/>
                    </a:lnTo>
                    <a:lnTo>
                      <a:pt x="156" y="39"/>
                    </a:lnTo>
                    <a:lnTo>
                      <a:pt x="158" y="22"/>
                    </a:lnTo>
                    <a:lnTo>
                      <a:pt x="152" y="47"/>
                    </a:lnTo>
                    <a:lnTo>
                      <a:pt x="144" y="58"/>
                    </a:lnTo>
                    <a:lnTo>
                      <a:pt x="128" y="82"/>
                    </a:lnTo>
                    <a:lnTo>
                      <a:pt x="117" y="92"/>
                    </a:lnTo>
                    <a:lnTo>
                      <a:pt x="101" y="102"/>
                    </a:lnTo>
                    <a:lnTo>
                      <a:pt x="96" y="103"/>
                    </a:lnTo>
                    <a:lnTo>
                      <a:pt x="101" y="94"/>
                    </a:lnTo>
                    <a:lnTo>
                      <a:pt x="104" y="80"/>
                    </a:lnTo>
                    <a:lnTo>
                      <a:pt x="105" y="57"/>
                    </a:lnTo>
                    <a:lnTo>
                      <a:pt x="104" y="37"/>
                    </a:lnTo>
                    <a:lnTo>
                      <a:pt x="101" y="19"/>
                    </a:lnTo>
                    <a:lnTo>
                      <a:pt x="98" y="8"/>
                    </a:lnTo>
                    <a:lnTo>
                      <a:pt x="91" y="0"/>
                    </a:lnTo>
                  </a:path>
                </a:pathLst>
              </a:custGeom>
              <a:solidFill>
                <a:srgbClr val="70230C"/>
              </a:solidFill>
              <a:ln w="9525" cap="rnd">
                <a:noFill/>
                <a:round/>
                <a:headEnd/>
                <a:tailEnd/>
              </a:ln>
            </p:spPr>
            <p:txBody>
              <a:bodyPr/>
              <a:lstStyle/>
              <a:p>
                <a:pPr algn="ctr"/>
                <a:endParaRPr lang="pt-BR" sz="2400"/>
              </a:p>
            </p:txBody>
          </p:sp>
          <p:sp>
            <p:nvSpPr>
              <p:cNvPr id="18" name="Freeform 478"/>
              <p:cNvSpPr>
                <a:spLocks/>
              </p:cNvSpPr>
              <p:nvPr/>
            </p:nvSpPr>
            <p:spPr bwMode="auto">
              <a:xfrm>
                <a:off x="1600" y="2407"/>
                <a:ext cx="42" cy="26"/>
              </a:xfrm>
              <a:custGeom>
                <a:avLst/>
                <a:gdLst>
                  <a:gd name="T0" fmla="*/ 10 w 42"/>
                  <a:gd name="T1" fmla="*/ 0 h 26"/>
                  <a:gd name="T2" fmla="*/ 15 w 42"/>
                  <a:gd name="T3" fmla="*/ 5 h 26"/>
                  <a:gd name="T4" fmla="*/ 13 w 42"/>
                  <a:gd name="T5" fmla="*/ 12 h 26"/>
                  <a:gd name="T6" fmla="*/ 17 w 42"/>
                  <a:gd name="T7" fmla="*/ 8 h 26"/>
                  <a:gd name="T8" fmla="*/ 18 w 42"/>
                  <a:gd name="T9" fmla="*/ 17 h 26"/>
                  <a:gd name="T10" fmla="*/ 26 w 42"/>
                  <a:gd name="T11" fmla="*/ 12 h 26"/>
                  <a:gd name="T12" fmla="*/ 31 w 42"/>
                  <a:gd name="T13" fmla="*/ 15 h 26"/>
                  <a:gd name="T14" fmla="*/ 27 w 42"/>
                  <a:gd name="T15" fmla="*/ 19 h 26"/>
                  <a:gd name="T16" fmla="*/ 30 w 42"/>
                  <a:gd name="T17" fmla="*/ 23 h 26"/>
                  <a:gd name="T18" fmla="*/ 37 w 42"/>
                  <a:gd name="T19" fmla="*/ 22 h 26"/>
                  <a:gd name="T20" fmla="*/ 41 w 42"/>
                  <a:gd name="T21" fmla="*/ 25 h 26"/>
                  <a:gd name="T22" fmla="*/ 15 w 42"/>
                  <a:gd name="T23" fmla="*/ 25 h 26"/>
                  <a:gd name="T24" fmla="*/ 0 w 42"/>
                  <a:gd name="T25" fmla="*/ 14 h 26"/>
                  <a:gd name="T26" fmla="*/ 2 w 42"/>
                  <a:gd name="T27" fmla="*/ 3 h 26"/>
                  <a:gd name="T28" fmla="*/ 10 w 42"/>
                  <a:gd name="T29" fmla="*/ 0 h 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
                  <a:gd name="T46" fmla="*/ 0 h 26"/>
                  <a:gd name="T47" fmla="*/ 42 w 42"/>
                  <a:gd name="T48" fmla="*/ 26 h 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 h="26">
                    <a:moveTo>
                      <a:pt x="10" y="0"/>
                    </a:moveTo>
                    <a:lnTo>
                      <a:pt x="15" y="5"/>
                    </a:lnTo>
                    <a:lnTo>
                      <a:pt x="13" y="12"/>
                    </a:lnTo>
                    <a:lnTo>
                      <a:pt x="17" y="8"/>
                    </a:lnTo>
                    <a:lnTo>
                      <a:pt x="18" y="17"/>
                    </a:lnTo>
                    <a:lnTo>
                      <a:pt x="26" y="12"/>
                    </a:lnTo>
                    <a:lnTo>
                      <a:pt x="31" y="15"/>
                    </a:lnTo>
                    <a:lnTo>
                      <a:pt x="27" y="19"/>
                    </a:lnTo>
                    <a:lnTo>
                      <a:pt x="30" y="23"/>
                    </a:lnTo>
                    <a:lnTo>
                      <a:pt x="37" y="22"/>
                    </a:lnTo>
                    <a:lnTo>
                      <a:pt x="41" y="25"/>
                    </a:lnTo>
                    <a:lnTo>
                      <a:pt x="15" y="25"/>
                    </a:lnTo>
                    <a:lnTo>
                      <a:pt x="0" y="14"/>
                    </a:lnTo>
                    <a:lnTo>
                      <a:pt x="2" y="3"/>
                    </a:lnTo>
                    <a:lnTo>
                      <a:pt x="10" y="0"/>
                    </a:lnTo>
                  </a:path>
                </a:pathLst>
              </a:custGeom>
              <a:solidFill>
                <a:srgbClr val="70230C"/>
              </a:solidFill>
              <a:ln w="9525" cap="rnd">
                <a:noFill/>
                <a:round/>
                <a:headEnd/>
                <a:tailEnd/>
              </a:ln>
            </p:spPr>
            <p:txBody>
              <a:bodyPr/>
              <a:lstStyle/>
              <a:p>
                <a:pPr algn="ctr"/>
                <a:endParaRPr lang="pt-BR" sz="2400"/>
              </a:p>
            </p:txBody>
          </p:sp>
          <p:sp>
            <p:nvSpPr>
              <p:cNvPr id="19" name="Freeform 479"/>
              <p:cNvSpPr>
                <a:spLocks/>
              </p:cNvSpPr>
              <p:nvPr/>
            </p:nvSpPr>
            <p:spPr bwMode="auto">
              <a:xfrm>
                <a:off x="1616" y="2360"/>
                <a:ext cx="13" cy="16"/>
              </a:xfrm>
              <a:custGeom>
                <a:avLst/>
                <a:gdLst>
                  <a:gd name="T0" fmla="*/ 0 w 13"/>
                  <a:gd name="T1" fmla="*/ 6 h 16"/>
                  <a:gd name="T2" fmla="*/ 6 w 13"/>
                  <a:gd name="T3" fmla="*/ 6 h 16"/>
                  <a:gd name="T4" fmla="*/ 6 w 13"/>
                  <a:gd name="T5" fmla="*/ 10 h 16"/>
                  <a:gd name="T6" fmla="*/ 1 w 13"/>
                  <a:gd name="T7" fmla="*/ 9 h 16"/>
                  <a:gd name="T8" fmla="*/ 10 w 13"/>
                  <a:gd name="T9" fmla="*/ 15 h 16"/>
                  <a:gd name="T10" fmla="*/ 12 w 13"/>
                  <a:gd name="T11" fmla="*/ 0 h 16"/>
                  <a:gd name="T12" fmla="*/ 0 w 13"/>
                  <a:gd name="T13" fmla="*/ 6 h 16"/>
                  <a:gd name="T14" fmla="*/ 0 60000 65536"/>
                  <a:gd name="T15" fmla="*/ 0 60000 65536"/>
                  <a:gd name="T16" fmla="*/ 0 60000 65536"/>
                  <a:gd name="T17" fmla="*/ 0 60000 65536"/>
                  <a:gd name="T18" fmla="*/ 0 60000 65536"/>
                  <a:gd name="T19" fmla="*/ 0 60000 65536"/>
                  <a:gd name="T20" fmla="*/ 0 60000 65536"/>
                  <a:gd name="T21" fmla="*/ 0 w 13"/>
                  <a:gd name="T22" fmla="*/ 0 h 16"/>
                  <a:gd name="T23" fmla="*/ 13 w 13"/>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 h="16">
                    <a:moveTo>
                      <a:pt x="0" y="6"/>
                    </a:moveTo>
                    <a:lnTo>
                      <a:pt x="6" y="6"/>
                    </a:lnTo>
                    <a:lnTo>
                      <a:pt x="6" y="10"/>
                    </a:lnTo>
                    <a:lnTo>
                      <a:pt x="1" y="9"/>
                    </a:lnTo>
                    <a:lnTo>
                      <a:pt x="10" y="15"/>
                    </a:lnTo>
                    <a:lnTo>
                      <a:pt x="12" y="0"/>
                    </a:lnTo>
                    <a:lnTo>
                      <a:pt x="0" y="6"/>
                    </a:lnTo>
                  </a:path>
                </a:pathLst>
              </a:custGeom>
              <a:solidFill>
                <a:srgbClr val="70230C"/>
              </a:solidFill>
              <a:ln w="9525" cap="rnd">
                <a:noFill/>
                <a:round/>
                <a:headEnd/>
                <a:tailEnd/>
              </a:ln>
            </p:spPr>
            <p:txBody>
              <a:bodyPr/>
              <a:lstStyle/>
              <a:p>
                <a:pPr algn="ctr"/>
                <a:endParaRPr lang="pt-BR" sz="2400"/>
              </a:p>
            </p:txBody>
          </p:sp>
          <p:sp>
            <p:nvSpPr>
              <p:cNvPr id="20" name="Freeform 480"/>
              <p:cNvSpPr>
                <a:spLocks/>
              </p:cNvSpPr>
              <p:nvPr/>
            </p:nvSpPr>
            <p:spPr bwMode="auto">
              <a:xfrm>
                <a:off x="1532" y="2398"/>
                <a:ext cx="71" cy="46"/>
              </a:xfrm>
              <a:custGeom>
                <a:avLst/>
                <a:gdLst>
                  <a:gd name="T0" fmla="*/ 0 w 71"/>
                  <a:gd name="T1" fmla="*/ 17 h 46"/>
                  <a:gd name="T2" fmla="*/ 5 w 71"/>
                  <a:gd name="T3" fmla="*/ 23 h 46"/>
                  <a:gd name="T4" fmla="*/ 10 w 71"/>
                  <a:gd name="T5" fmla="*/ 31 h 46"/>
                  <a:gd name="T6" fmla="*/ 12 w 71"/>
                  <a:gd name="T7" fmla="*/ 39 h 46"/>
                  <a:gd name="T8" fmla="*/ 22 w 71"/>
                  <a:gd name="T9" fmla="*/ 45 h 46"/>
                  <a:gd name="T10" fmla="*/ 35 w 71"/>
                  <a:gd name="T11" fmla="*/ 43 h 46"/>
                  <a:gd name="T12" fmla="*/ 49 w 71"/>
                  <a:gd name="T13" fmla="*/ 40 h 46"/>
                  <a:gd name="T14" fmla="*/ 70 w 71"/>
                  <a:gd name="T15" fmla="*/ 32 h 46"/>
                  <a:gd name="T16" fmla="*/ 70 w 71"/>
                  <a:gd name="T17" fmla="*/ 16 h 46"/>
                  <a:gd name="T18" fmla="*/ 66 w 71"/>
                  <a:gd name="T19" fmla="*/ 6 h 46"/>
                  <a:gd name="T20" fmla="*/ 41 w 71"/>
                  <a:gd name="T21" fmla="*/ 0 h 46"/>
                  <a:gd name="T22" fmla="*/ 17 w 71"/>
                  <a:gd name="T23" fmla="*/ 12 h 46"/>
                  <a:gd name="T24" fmla="*/ 0 w 71"/>
                  <a:gd name="T25" fmla="*/ 17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1"/>
                  <a:gd name="T40" fmla="*/ 0 h 46"/>
                  <a:gd name="T41" fmla="*/ 71 w 71"/>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1" h="46">
                    <a:moveTo>
                      <a:pt x="0" y="17"/>
                    </a:moveTo>
                    <a:lnTo>
                      <a:pt x="5" y="23"/>
                    </a:lnTo>
                    <a:lnTo>
                      <a:pt x="10" y="31"/>
                    </a:lnTo>
                    <a:lnTo>
                      <a:pt x="12" y="39"/>
                    </a:lnTo>
                    <a:lnTo>
                      <a:pt x="22" y="45"/>
                    </a:lnTo>
                    <a:lnTo>
                      <a:pt x="35" y="43"/>
                    </a:lnTo>
                    <a:lnTo>
                      <a:pt x="49" y="40"/>
                    </a:lnTo>
                    <a:lnTo>
                      <a:pt x="70" y="32"/>
                    </a:lnTo>
                    <a:lnTo>
                      <a:pt x="70" y="16"/>
                    </a:lnTo>
                    <a:lnTo>
                      <a:pt x="66" y="6"/>
                    </a:lnTo>
                    <a:lnTo>
                      <a:pt x="41" y="0"/>
                    </a:lnTo>
                    <a:lnTo>
                      <a:pt x="17" y="12"/>
                    </a:lnTo>
                    <a:lnTo>
                      <a:pt x="0" y="17"/>
                    </a:lnTo>
                  </a:path>
                </a:pathLst>
              </a:custGeom>
              <a:solidFill>
                <a:srgbClr val="FFC98E"/>
              </a:solidFill>
              <a:ln w="9525" cap="rnd">
                <a:noFill/>
                <a:round/>
                <a:headEnd/>
                <a:tailEnd/>
              </a:ln>
            </p:spPr>
            <p:txBody>
              <a:bodyPr/>
              <a:lstStyle/>
              <a:p>
                <a:pPr algn="ctr"/>
                <a:endParaRPr lang="pt-BR" sz="2400"/>
              </a:p>
            </p:txBody>
          </p:sp>
          <p:sp>
            <p:nvSpPr>
              <p:cNvPr id="21" name="Freeform 481"/>
              <p:cNvSpPr>
                <a:spLocks/>
              </p:cNvSpPr>
              <p:nvPr/>
            </p:nvSpPr>
            <p:spPr bwMode="auto">
              <a:xfrm>
                <a:off x="1523" y="2275"/>
                <a:ext cx="10" cy="10"/>
              </a:xfrm>
              <a:custGeom>
                <a:avLst/>
                <a:gdLst>
                  <a:gd name="T0" fmla="*/ 6 w 10"/>
                  <a:gd name="T1" fmla="*/ 0 h 10"/>
                  <a:gd name="T2" fmla="*/ 2 w 10"/>
                  <a:gd name="T3" fmla="*/ 1 h 10"/>
                  <a:gd name="T4" fmla="*/ 0 w 10"/>
                  <a:gd name="T5" fmla="*/ 5 h 10"/>
                  <a:gd name="T6" fmla="*/ 3 w 10"/>
                  <a:gd name="T7" fmla="*/ 9 h 10"/>
                  <a:gd name="T8" fmla="*/ 7 w 10"/>
                  <a:gd name="T9" fmla="*/ 9 h 10"/>
                  <a:gd name="T10" fmla="*/ 9 w 10"/>
                  <a:gd name="T11" fmla="*/ 6 h 10"/>
                  <a:gd name="T12" fmla="*/ 9 w 10"/>
                  <a:gd name="T13" fmla="*/ 2 h 10"/>
                  <a:gd name="T14" fmla="*/ 6 w 10"/>
                  <a:gd name="T15" fmla="*/ 0 h 10"/>
                  <a:gd name="T16" fmla="*/ 0 60000 65536"/>
                  <a:gd name="T17" fmla="*/ 0 60000 65536"/>
                  <a:gd name="T18" fmla="*/ 0 60000 65536"/>
                  <a:gd name="T19" fmla="*/ 0 60000 65536"/>
                  <a:gd name="T20" fmla="*/ 0 60000 65536"/>
                  <a:gd name="T21" fmla="*/ 0 60000 65536"/>
                  <a:gd name="T22" fmla="*/ 0 60000 65536"/>
                  <a:gd name="T23" fmla="*/ 0 60000 65536"/>
                  <a:gd name="T24" fmla="*/ 0 w 10"/>
                  <a:gd name="T25" fmla="*/ 0 h 10"/>
                  <a:gd name="T26" fmla="*/ 10 w 10"/>
                  <a:gd name="T27" fmla="*/ 10 h 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 h="10">
                    <a:moveTo>
                      <a:pt x="6" y="0"/>
                    </a:moveTo>
                    <a:lnTo>
                      <a:pt x="2" y="1"/>
                    </a:lnTo>
                    <a:lnTo>
                      <a:pt x="0" y="5"/>
                    </a:lnTo>
                    <a:lnTo>
                      <a:pt x="3" y="9"/>
                    </a:lnTo>
                    <a:lnTo>
                      <a:pt x="7" y="9"/>
                    </a:lnTo>
                    <a:lnTo>
                      <a:pt x="9" y="6"/>
                    </a:lnTo>
                    <a:lnTo>
                      <a:pt x="9" y="2"/>
                    </a:lnTo>
                    <a:lnTo>
                      <a:pt x="6" y="0"/>
                    </a:lnTo>
                  </a:path>
                </a:pathLst>
              </a:custGeom>
              <a:solidFill>
                <a:srgbClr val="FFEA00"/>
              </a:solidFill>
              <a:ln w="9525" cap="rnd">
                <a:noFill/>
                <a:round/>
                <a:headEnd/>
                <a:tailEnd/>
              </a:ln>
            </p:spPr>
            <p:txBody>
              <a:bodyPr/>
              <a:lstStyle/>
              <a:p>
                <a:pPr algn="ctr"/>
                <a:endParaRPr lang="pt-BR" sz="2400"/>
              </a:p>
            </p:txBody>
          </p:sp>
          <p:sp>
            <p:nvSpPr>
              <p:cNvPr id="22" name="Freeform 482"/>
              <p:cNvSpPr>
                <a:spLocks/>
              </p:cNvSpPr>
              <p:nvPr/>
            </p:nvSpPr>
            <p:spPr bwMode="auto">
              <a:xfrm>
                <a:off x="1531" y="2326"/>
                <a:ext cx="6" cy="8"/>
              </a:xfrm>
              <a:custGeom>
                <a:avLst/>
                <a:gdLst>
                  <a:gd name="T0" fmla="*/ 5 w 6"/>
                  <a:gd name="T1" fmla="*/ 2 h 8"/>
                  <a:gd name="T2" fmla="*/ 3 w 6"/>
                  <a:gd name="T3" fmla="*/ 0 h 8"/>
                  <a:gd name="T4" fmla="*/ 0 w 6"/>
                  <a:gd name="T5" fmla="*/ 1 h 8"/>
                  <a:gd name="T6" fmla="*/ 0 w 6"/>
                  <a:gd name="T7" fmla="*/ 6 h 8"/>
                  <a:gd name="T8" fmla="*/ 2 w 6"/>
                  <a:gd name="T9" fmla="*/ 7 h 8"/>
                  <a:gd name="T10" fmla="*/ 5 w 6"/>
                  <a:gd name="T11" fmla="*/ 6 h 8"/>
                  <a:gd name="T12" fmla="*/ 5 w 6"/>
                  <a:gd name="T13" fmla="*/ 2 h 8"/>
                  <a:gd name="T14" fmla="*/ 0 60000 65536"/>
                  <a:gd name="T15" fmla="*/ 0 60000 65536"/>
                  <a:gd name="T16" fmla="*/ 0 60000 65536"/>
                  <a:gd name="T17" fmla="*/ 0 60000 65536"/>
                  <a:gd name="T18" fmla="*/ 0 60000 65536"/>
                  <a:gd name="T19" fmla="*/ 0 60000 65536"/>
                  <a:gd name="T20" fmla="*/ 0 60000 65536"/>
                  <a:gd name="T21" fmla="*/ 0 w 6"/>
                  <a:gd name="T22" fmla="*/ 0 h 8"/>
                  <a:gd name="T23" fmla="*/ 6 w 6"/>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8">
                    <a:moveTo>
                      <a:pt x="5" y="2"/>
                    </a:moveTo>
                    <a:lnTo>
                      <a:pt x="3" y="0"/>
                    </a:lnTo>
                    <a:lnTo>
                      <a:pt x="0" y="1"/>
                    </a:lnTo>
                    <a:lnTo>
                      <a:pt x="0" y="6"/>
                    </a:lnTo>
                    <a:lnTo>
                      <a:pt x="2" y="7"/>
                    </a:lnTo>
                    <a:lnTo>
                      <a:pt x="5" y="6"/>
                    </a:lnTo>
                    <a:lnTo>
                      <a:pt x="5" y="2"/>
                    </a:lnTo>
                  </a:path>
                </a:pathLst>
              </a:custGeom>
              <a:solidFill>
                <a:srgbClr val="FFEA00"/>
              </a:solidFill>
              <a:ln w="9525" cap="rnd">
                <a:noFill/>
                <a:round/>
                <a:headEnd/>
                <a:tailEnd/>
              </a:ln>
            </p:spPr>
            <p:txBody>
              <a:bodyPr/>
              <a:lstStyle/>
              <a:p>
                <a:pPr algn="ctr"/>
                <a:endParaRPr lang="pt-BR" sz="2400"/>
              </a:p>
            </p:txBody>
          </p:sp>
          <p:sp>
            <p:nvSpPr>
              <p:cNvPr id="23" name="Freeform 483"/>
              <p:cNvSpPr>
                <a:spLocks/>
              </p:cNvSpPr>
              <p:nvPr/>
            </p:nvSpPr>
            <p:spPr bwMode="auto">
              <a:xfrm>
                <a:off x="1476" y="2127"/>
                <a:ext cx="85" cy="146"/>
              </a:xfrm>
              <a:custGeom>
                <a:avLst/>
                <a:gdLst>
                  <a:gd name="T0" fmla="*/ 3 w 85"/>
                  <a:gd name="T1" fmla="*/ 122 h 146"/>
                  <a:gd name="T2" fmla="*/ 7 w 85"/>
                  <a:gd name="T3" fmla="*/ 128 h 146"/>
                  <a:gd name="T4" fmla="*/ 18 w 85"/>
                  <a:gd name="T5" fmla="*/ 135 h 146"/>
                  <a:gd name="T6" fmla="*/ 30 w 85"/>
                  <a:gd name="T7" fmla="*/ 139 h 146"/>
                  <a:gd name="T8" fmla="*/ 44 w 85"/>
                  <a:gd name="T9" fmla="*/ 142 h 146"/>
                  <a:gd name="T10" fmla="*/ 57 w 85"/>
                  <a:gd name="T11" fmla="*/ 145 h 146"/>
                  <a:gd name="T12" fmla="*/ 65 w 85"/>
                  <a:gd name="T13" fmla="*/ 142 h 146"/>
                  <a:gd name="T14" fmla="*/ 69 w 85"/>
                  <a:gd name="T15" fmla="*/ 137 h 146"/>
                  <a:gd name="T16" fmla="*/ 69 w 85"/>
                  <a:gd name="T17" fmla="*/ 127 h 146"/>
                  <a:gd name="T18" fmla="*/ 66 w 85"/>
                  <a:gd name="T19" fmla="*/ 114 h 146"/>
                  <a:gd name="T20" fmla="*/ 63 w 85"/>
                  <a:gd name="T21" fmla="*/ 102 h 146"/>
                  <a:gd name="T22" fmla="*/ 70 w 85"/>
                  <a:gd name="T23" fmla="*/ 94 h 146"/>
                  <a:gd name="T24" fmla="*/ 77 w 85"/>
                  <a:gd name="T25" fmla="*/ 83 h 146"/>
                  <a:gd name="T26" fmla="*/ 79 w 85"/>
                  <a:gd name="T27" fmla="*/ 73 h 146"/>
                  <a:gd name="T28" fmla="*/ 84 w 85"/>
                  <a:gd name="T29" fmla="*/ 55 h 146"/>
                  <a:gd name="T30" fmla="*/ 84 w 85"/>
                  <a:gd name="T31" fmla="*/ 47 h 146"/>
                  <a:gd name="T32" fmla="*/ 84 w 85"/>
                  <a:gd name="T33" fmla="*/ 34 h 146"/>
                  <a:gd name="T34" fmla="*/ 82 w 85"/>
                  <a:gd name="T35" fmla="*/ 16 h 146"/>
                  <a:gd name="T36" fmla="*/ 72 w 85"/>
                  <a:gd name="T37" fmla="*/ 1 h 146"/>
                  <a:gd name="T38" fmla="*/ 30 w 85"/>
                  <a:gd name="T39" fmla="*/ 0 h 146"/>
                  <a:gd name="T40" fmla="*/ 10 w 85"/>
                  <a:gd name="T41" fmla="*/ 27 h 146"/>
                  <a:gd name="T42" fmla="*/ 0 w 85"/>
                  <a:gd name="T43" fmla="*/ 41 h 146"/>
                  <a:gd name="T44" fmla="*/ 1 w 85"/>
                  <a:gd name="T45" fmla="*/ 52 h 146"/>
                  <a:gd name="T46" fmla="*/ 5 w 85"/>
                  <a:gd name="T47" fmla="*/ 76 h 146"/>
                  <a:gd name="T48" fmla="*/ 2 w 85"/>
                  <a:gd name="T49" fmla="*/ 113 h 146"/>
                  <a:gd name="T50" fmla="*/ 3 w 85"/>
                  <a:gd name="T51" fmla="*/ 122 h 1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5"/>
                  <a:gd name="T79" fmla="*/ 0 h 146"/>
                  <a:gd name="T80" fmla="*/ 85 w 85"/>
                  <a:gd name="T81" fmla="*/ 146 h 1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5" h="146">
                    <a:moveTo>
                      <a:pt x="3" y="122"/>
                    </a:moveTo>
                    <a:lnTo>
                      <a:pt x="7" y="128"/>
                    </a:lnTo>
                    <a:lnTo>
                      <a:pt x="18" y="135"/>
                    </a:lnTo>
                    <a:lnTo>
                      <a:pt x="30" y="139"/>
                    </a:lnTo>
                    <a:lnTo>
                      <a:pt x="44" y="142"/>
                    </a:lnTo>
                    <a:lnTo>
                      <a:pt x="57" y="145"/>
                    </a:lnTo>
                    <a:lnTo>
                      <a:pt x="65" y="142"/>
                    </a:lnTo>
                    <a:lnTo>
                      <a:pt x="69" y="137"/>
                    </a:lnTo>
                    <a:lnTo>
                      <a:pt x="69" y="127"/>
                    </a:lnTo>
                    <a:lnTo>
                      <a:pt x="66" y="114"/>
                    </a:lnTo>
                    <a:lnTo>
                      <a:pt x="63" y="102"/>
                    </a:lnTo>
                    <a:lnTo>
                      <a:pt x="70" y="94"/>
                    </a:lnTo>
                    <a:lnTo>
                      <a:pt x="77" y="83"/>
                    </a:lnTo>
                    <a:lnTo>
                      <a:pt x="79" y="73"/>
                    </a:lnTo>
                    <a:lnTo>
                      <a:pt x="84" y="55"/>
                    </a:lnTo>
                    <a:lnTo>
                      <a:pt x="84" y="47"/>
                    </a:lnTo>
                    <a:lnTo>
                      <a:pt x="84" y="34"/>
                    </a:lnTo>
                    <a:lnTo>
                      <a:pt x="82" y="16"/>
                    </a:lnTo>
                    <a:lnTo>
                      <a:pt x="72" y="1"/>
                    </a:lnTo>
                    <a:lnTo>
                      <a:pt x="30" y="0"/>
                    </a:lnTo>
                    <a:lnTo>
                      <a:pt x="10" y="27"/>
                    </a:lnTo>
                    <a:lnTo>
                      <a:pt x="0" y="41"/>
                    </a:lnTo>
                    <a:lnTo>
                      <a:pt x="1" y="52"/>
                    </a:lnTo>
                    <a:lnTo>
                      <a:pt x="5" y="76"/>
                    </a:lnTo>
                    <a:lnTo>
                      <a:pt x="2" y="113"/>
                    </a:lnTo>
                    <a:lnTo>
                      <a:pt x="3" y="122"/>
                    </a:lnTo>
                  </a:path>
                </a:pathLst>
              </a:custGeom>
              <a:solidFill>
                <a:srgbClr val="FFC98E"/>
              </a:solidFill>
              <a:ln w="9525" cap="rnd">
                <a:noFill/>
                <a:round/>
                <a:headEnd/>
                <a:tailEnd/>
              </a:ln>
            </p:spPr>
            <p:txBody>
              <a:bodyPr/>
              <a:lstStyle/>
              <a:p>
                <a:pPr algn="ctr"/>
                <a:endParaRPr lang="pt-BR" sz="2400"/>
              </a:p>
            </p:txBody>
          </p:sp>
          <p:sp>
            <p:nvSpPr>
              <p:cNvPr id="24" name="Freeform 484"/>
              <p:cNvSpPr>
                <a:spLocks/>
              </p:cNvSpPr>
              <p:nvPr/>
            </p:nvSpPr>
            <p:spPr bwMode="auto">
              <a:xfrm>
                <a:off x="1481" y="2189"/>
                <a:ext cx="10" cy="17"/>
              </a:xfrm>
              <a:custGeom>
                <a:avLst/>
                <a:gdLst>
                  <a:gd name="T0" fmla="*/ 2 w 10"/>
                  <a:gd name="T1" fmla="*/ 1 h 17"/>
                  <a:gd name="T2" fmla="*/ 5 w 10"/>
                  <a:gd name="T3" fmla="*/ 0 h 17"/>
                  <a:gd name="T4" fmla="*/ 7 w 10"/>
                  <a:gd name="T5" fmla="*/ 2 h 17"/>
                  <a:gd name="T6" fmla="*/ 9 w 10"/>
                  <a:gd name="T7" fmla="*/ 6 h 17"/>
                  <a:gd name="T8" fmla="*/ 9 w 10"/>
                  <a:gd name="T9" fmla="*/ 13 h 17"/>
                  <a:gd name="T10" fmla="*/ 6 w 10"/>
                  <a:gd name="T11" fmla="*/ 16 h 17"/>
                  <a:gd name="T12" fmla="*/ 0 w 10"/>
                  <a:gd name="T13" fmla="*/ 13 h 17"/>
                  <a:gd name="T14" fmla="*/ 0 w 10"/>
                  <a:gd name="T15" fmla="*/ 7 h 17"/>
                  <a:gd name="T16" fmla="*/ 2 w 10"/>
                  <a:gd name="T17" fmla="*/ 1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7"/>
                  <a:gd name="T29" fmla="*/ 10 w 10"/>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7">
                    <a:moveTo>
                      <a:pt x="2" y="1"/>
                    </a:moveTo>
                    <a:lnTo>
                      <a:pt x="5" y="0"/>
                    </a:lnTo>
                    <a:lnTo>
                      <a:pt x="7" y="2"/>
                    </a:lnTo>
                    <a:lnTo>
                      <a:pt x="9" y="6"/>
                    </a:lnTo>
                    <a:lnTo>
                      <a:pt x="9" y="13"/>
                    </a:lnTo>
                    <a:lnTo>
                      <a:pt x="6" y="16"/>
                    </a:lnTo>
                    <a:lnTo>
                      <a:pt x="0" y="13"/>
                    </a:lnTo>
                    <a:lnTo>
                      <a:pt x="0" y="7"/>
                    </a:lnTo>
                    <a:lnTo>
                      <a:pt x="2" y="1"/>
                    </a:lnTo>
                  </a:path>
                </a:pathLst>
              </a:custGeom>
              <a:solidFill>
                <a:srgbClr val="FFEA00"/>
              </a:solidFill>
              <a:ln w="9525" cap="rnd">
                <a:noFill/>
                <a:round/>
                <a:headEnd/>
                <a:tailEnd/>
              </a:ln>
            </p:spPr>
            <p:txBody>
              <a:bodyPr/>
              <a:lstStyle/>
              <a:p>
                <a:pPr algn="ctr"/>
                <a:endParaRPr lang="pt-BR" sz="2400"/>
              </a:p>
            </p:txBody>
          </p:sp>
          <p:sp>
            <p:nvSpPr>
              <p:cNvPr id="25" name="Freeform 485"/>
              <p:cNvSpPr>
                <a:spLocks/>
              </p:cNvSpPr>
              <p:nvPr/>
            </p:nvSpPr>
            <p:spPr bwMode="auto">
              <a:xfrm>
                <a:off x="1556" y="2193"/>
                <a:ext cx="4" cy="10"/>
              </a:xfrm>
              <a:custGeom>
                <a:avLst/>
                <a:gdLst>
                  <a:gd name="T0" fmla="*/ 2 w 4"/>
                  <a:gd name="T1" fmla="*/ 0 h 10"/>
                  <a:gd name="T2" fmla="*/ 0 w 4"/>
                  <a:gd name="T3" fmla="*/ 9 h 10"/>
                  <a:gd name="T4" fmla="*/ 2 w 4"/>
                  <a:gd name="T5" fmla="*/ 9 h 10"/>
                  <a:gd name="T6" fmla="*/ 3 w 4"/>
                  <a:gd name="T7" fmla="*/ 6 h 10"/>
                  <a:gd name="T8" fmla="*/ 3 w 4"/>
                  <a:gd name="T9" fmla="*/ 3 h 10"/>
                  <a:gd name="T10" fmla="*/ 2 w 4"/>
                  <a:gd name="T11" fmla="*/ 0 h 10"/>
                  <a:gd name="T12" fmla="*/ 0 60000 65536"/>
                  <a:gd name="T13" fmla="*/ 0 60000 65536"/>
                  <a:gd name="T14" fmla="*/ 0 60000 65536"/>
                  <a:gd name="T15" fmla="*/ 0 60000 65536"/>
                  <a:gd name="T16" fmla="*/ 0 60000 65536"/>
                  <a:gd name="T17" fmla="*/ 0 60000 65536"/>
                  <a:gd name="T18" fmla="*/ 0 w 4"/>
                  <a:gd name="T19" fmla="*/ 0 h 10"/>
                  <a:gd name="T20" fmla="*/ 4 w 4"/>
                  <a:gd name="T21" fmla="*/ 10 h 10"/>
                </a:gdLst>
                <a:ahLst/>
                <a:cxnLst>
                  <a:cxn ang="T12">
                    <a:pos x="T0" y="T1"/>
                  </a:cxn>
                  <a:cxn ang="T13">
                    <a:pos x="T2" y="T3"/>
                  </a:cxn>
                  <a:cxn ang="T14">
                    <a:pos x="T4" y="T5"/>
                  </a:cxn>
                  <a:cxn ang="T15">
                    <a:pos x="T6" y="T7"/>
                  </a:cxn>
                  <a:cxn ang="T16">
                    <a:pos x="T8" y="T9"/>
                  </a:cxn>
                  <a:cxn ang="T17">
                    <a:pos x="T10" y="T11"/>
                  </a:cxn>
                </a:cxnLst>
                <a:rect l="T18" t="T19" r="T20" b="T21"/>
                <a:pathLst>
                  <a:path w="4" h="10">
                    <a:moveTo>
                      <a:pt x="2" y="0"/>
                    </a:moveTo>
                    <a:lnTo>
                      <a:pt x="0" y="9"/>
                    </a:lnTo>
                    <a:lnTo>
                      <a:pt x="2" y="9"/>
                    </a:lnTo>
                    <a:lnTo>
                      <a:pt x="3" y="6"/>
                    </a:lnTo>
                    <a:lnTo>
                      <a:pt x="3" y="3"/>
                    </a:lnTo>
                    <a:lnTo>
                      <a:pt x="2" y="0"/>
                    </a:lnTo>
                  </a:path>
                </a:pathLst>
              </a:custGeom>
              <a:solidFill>
                <a:srgbClr val="FFEA00"/>
              </a:solidFill>
              <a:ln w="9525" cap="rnd">
                <a:noFill/>
                <a:round/>
                <a:headEnd/>
                <a:tailEnd/>
              </a:ln>
            </p:spPr>
            <p:txBody>
              <a:bodyPr/>
              <a:lstStyle/>
              <a:p>
                <a:pPr algn="ctr"/>
                <a:endParaRPr lang="pt-BR" sz="2400"/>
              </a:p>
            </p:txBody>
          </p:sp>
          <p:sp>
            <p:nvSpPr>
              <p:cNvPr id="26" name="Freeform 486"/>
              <p:cNvSpPr>
                <a:spLocks/>
              </p:cNvSpPr>
              <p:nvPr/>
            </p:nvSpPr>
            <p:spPr bwMode="auto">
              <a:xfrm>
                <a:off x="1140" y="2254"/>
                <a:ext cx="380" cy="281"/>
              </a:xfrm>
              <a:custGeom>
                <a:avLst/>
                <a:gdLst>
                  <a:gd name="T0" fmla="*/ 322 w 380"/>
                  <a:gd name="T1" fmla="*/ 218 h 281"/>
                  <a:gd name="T2" fmla="*/ 292 w 380"/>
                  <a:gd name="T3" fmla="*/ 201 h 281"/>
                  <a:gd name="T4" fmla="*/ 266 w 380"/>
                  <a:gd name="T5" fmla="*/ 209 h 281"/>
                  <a:gd name="T6" fmla="*/ 255 w 380"/>
                  <a:gd name="T7" fmla="*/ 203 h 281"/>
                  <a:gd name="T8" fmla="*/ 221 w 380"/>
                  <a:gd name="T9" fmla="*/ 172 h 281"/>
                  <a:gd name="T10" fmla="*/ 213 w 380"/>
                  <a:gd name="T11" fmla="*/ 217 h 281"/>
                  <a:gd name="T12" fmla="*/ 227 w 380"/>
                  <a:gd name="T13" fmla="*/ 223 h 281"/>
                  <a:gd name="T14" fmla="*/ 242 w 380"/>
                  <a:gd name="T15" fmla="*/ 216 h 281"/>
                  <a:gd name="T16" fmla="*/ 261 w 380"/>
                  <a:gd name="T17" fmla="*/ 222 h 281"/>
                  <a:gd name="T18" fmla="*/ 274 w 380"/>
                  <a:gd name="T19" fmla="*/ 221 h 281"/>
                  <a:gd name="T20" fmla="*/ 312 w 380"/>
                  <a:gd name="T21" fmla="*/ 220 h 281"/>
                  <a:gd name="T22" fmla="*/ 323 w 380"/>
                  <a:gd name="T23" fmla="*/ 233 h 281"/>
                  <a:gd name="T24" fmla="*/ 319 w 380"/>
                  <a:gd name="T25" fmla="*/ 260 h 281"/>
                  <a:gd name="T26" fmla="*/ 313 w 380"/>
                  <a:gd name="T27" fmla="*/ 265 h 281"/>
                  <a:gd name="T28" fmla="*/ 278 w 380"/>
                  <a:gd name="T29" fmla="*/ 265 h 281"/>
                  <a:gd name="T30" fmla="*/ 137 w 380"/>
                  <a:gd name="T31" fmla="*/ 280 h 281"/>
                  <a:gd name="T32" fmla="*/ 1 w 380"/>
                  <a:gd name="T33" fmla="*/ 263 h 281"/>
                  <a:gd name="T34" fmla="*/ 0 w 380"/>
                  <a:gd name="T35" fmla="*/ 143 h 281"/>
                  <a:gd name="T36" fmla="*/ 8 w 380"/>
                  <a:gd name="T37" fmla="*/ 109 h 281"/>
                  <a:gd name="T38" fmla="*/ 22 w 380"/>
                  <a:gd name="T39" fmla="*/ 74 h 281"/>
                  <a:gd name="T40" fmla="*/ 29 w 380"/>
                  <a:gd name="T41" fmla="*/ 64 h 281"/>
                  <a:gd name="T42" fmla="*/ 50 w 380"/>
                  <a:gd name="T43" fmla="*/ 41 h 281"/>
                  <a:gd name="T44" fmla="*/ 71 w 380"/>
                  <a:gd name="T45" fmla="*/ 28 h 281"/>
                  <a:gd name="T46" fmla="*/ 87 w 380"/>
                  <a:gd name="T47" fmla="*/ 17 h 281"/>
                  <a:gd name="T48" fmla="*/ 106 w 380"/>
                  <a:gd name="T49" fmla="*/ 9 h 281"/>
                  <a:gd name="T50" fmla="*/ 114 w 380"/>
                  <a:gd name="T51" fmla="*/ 0 h 281"/>
                  <a:gd name="T52" fmla="*/ 189 w 380"/>
                  <a:gd name="T53" fmla="*/ 24 h 281"/>
                  <a:gd name="T54" fmla="*/ 198 w 380"/>
                  <a:gd name="T55" fmla="*/ 37 h 281"/>
                  <a:gd name="T56" fmla="*/ 213 w 380"/>
                  <a:gd name="T57" fmla="*/ 45 h 281"/>
                  <a:gd name="T58" fmla="*/ 230 w 380"/>
                  <a:gd name="T59" fmla="*/ 59 h 281"/>
                  <a:gd name="T60" fmla="*/ 251 w 380"/>
                  <a:gd name="T61" fmla="*/ 87 h 281"/>
                  <a:gd name="T62" fmla="*/ 311 w 380"/>
                  <a:gd name="T63" fmla="*/ 144 h 281"/>
                  <a:gd name="T64" fmla="*/ 325 w 380"/>
                  <a:gd name="T65" fmla="*/ 149 h 281"/>
                  <a:gd name="T66" fmla="*/ 329 w 380"/>
                  <a:gd name="T67" fmla="*/ 161 h 281"/>
                  <a:gd name="T68" fmla="*/ 358 w 380"/>
                  <a:gd name="T69" fmla="*/ 168 h 281"/>
                  <a:gd name="T70" fmla="*/ 372 w 380"/>
                  <a:gd name="T71" fmla="*/ 184 h 281"/>
                  <a:gd name="T72" fmla="*/ 379 w 380"/>
                  <a:gd name="T73" fmla="*/ 203 h 281"/>
                  <a:gd name="T74" fmla="*/ 322 w 380"/>
                  <a:gd name="T75" fmla="*/ 218 h 28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80"/>
                  <a:gd name="T115" fmla="*/ 0 h 281"/>
                  <a:gd name="T116" fmla="*/ 380 w 380"/>
                  <a:gd name="T117" fmla="*/ 281 h 28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80" h="281">
                    <a:moveTo>
                      <a:pt x="322" y="218"/>
                    </a:moveTo>
                    <a:lnTo>
                      <a:pt x="292" y="201"/>
                    </a:lnTo>
                    <a:lnTo>
                      <a:pt x="266" y="209"/>
                    </a:lnTo>
                    <a:lnTo>
                      <a:pt x="255" y="203"/>
                    </a:lnTo>
                    <a:lnTo>
                      <a:pt x="221" y="172"/>
                    </a:lnTo>
                    <a:lnTo>
                      <a:pt x="213" y="217"/>
                    </a:lnTo>
                    <a:lnTo>
                      <a:pt x="227" y="223"/>
                    </a:lnTo>
                    <a:lnTo>
                      <a:pt x="242" y="216"/>
                    </a:lnTo>
                    <a:lnTo>
                      <a:pt x="261" y="222"/>
                    </a:lnTo>
                    <a:lnTo>
                      <a:pt x="274" y="221"/>
                    </a:lnTo>
                    <a:lnTo>
                      <a:pt x="312" y="220"/>
                    </a:lnTo>
                    <a:lnTo>
                      <a:pt x="323" y="233"/>
                    </a:lnTo>
                    <a:lnTo>
                      <a:pt x="319" y="260"/>
                    </a:lnTo>
                    <a:lnTo>
                      <a:pt x="313" y="265"/>
                    </a:lnTo>
                    <a:lnTo>
                      <a:pt x="278" y="265"/>
                    </a:lnTo>
                    <a:lnTo>
                      <a:pt x="137" y="280"/>
                    </a:lnTo>
                    <a:lnTo>
                      <a:pt x="1" y="263"/>
                    </a:lnTo>
                    <a:lnTo>
                      <a:pt x="0" y="143"/>
                    </a:lnTo>
                    <a:lnTo>
                      <a:pt x="8" y="109"/>
                    </a:lnTo>
                    <a:lnTo>
                      <a:pt x="22" y="74"/>
                    </a:lnTo>
                    <a:lnTo>
                      <a:pt x="29" y="64"/>
                    </a:lnTo>
                    <a:lnTo>
                      <a:pt x="50" y="41"/>
                    </a:lnTo>
                    <a:lnTo>
                      <a:pt x="71" y="28"/>
                    </a:lnTo>
                    <a:lnTo>
                      <a:pt x="87" y="17"/>
                    </a:lnTo>
                    <a:lnTo>
                      <a:pt x="106" y="9"/>
                    </a:lnTo>
                    <a:lnTo>
                      <a:pt x="114" y="0"/>
                    </a:lnTo>
                    <a:lnTo>
                      <a:pt x="189" y="24"/>
                    </a:lnTo>
                    <a:lnTo>
                      <a:pt x="198" y="37"/>
                    </a:lnTo>
                    <a:lnTo>
                      <a:pt x="213" y="45"/>
                    </a:lnTo>
                    <a:lnTo>
                      <a:pt x="230" y="59"/>
                    </a:lnTo>
                    <a:lnTo>
                      <a:pt x="251" y="87"/>
                    </a:lnTo>
                    <a:lnTo>
                      <a:pt x="311" y="144"/>
                    </a:lnTo>
                    <a:lnTo>
                      <a:pt x="325" y="149"/>
                    </a:lnTo>
                    <a:lnTo>
                      <a:pt x="329" y="161"/>
                    </a:lnTo>
                    <a:lnTo>
                      <a:pt x="358" y="168"/>
                    </a:lnTo>
                    <a:lnTo>
                      <a:pt x="372" y="184"/>
                    </a:lnTo>
                    <a:lnTo>
                      <a:pt x="379" y="203"/>
                    </a:lnTo>
                    <a:lnTo>
                      <a:pt x="322" y="218"/>
                    </a:lnTo>
                  </a:path>
                </a:pathLst>
              </a:custGeom>
              <a:solidFill>
                <a:srgbClr val="00EAFF"/>
              </a:solidFill>
              <a:ln w="9525" cap="rnd">
                <a:noFill/>
                <a:round/>
                <a:headEnd/>
                <a:tailEnd/>
              </a:ln>
            </p:spPr>
            <p:txBody>
              <a:bodyPr/>
              <a:lstStyle/>
              <a:p>
                <a:pPr algn="ctr"/>
                <a:endParaRPr lang="pt-BR" sz="2400"/>
              </a:p>
            </p:txBody>
          </p:sp>
          <p:sp>
            <p:nvSpPr>
              <p:cNvPr id="27" name="Freeform 487"/>
              <p:cNvSpPr>
                <a:spLocks/>
              </p:cNvSpPr>
              <p:nvPr/>
            </p:nvSpPr>
            <p:spPr bwMode="auto">
              <a:xfrm>
                <a:off x="1519" y="2410"/>
                <a:ext cx="59" cy="92"/>
              </a:xfrm>
              <a:custGeom>
                <a:avLst/>
                <a:gdLst>
                  <a:gd name="T0" fmla="*/ 0 w 59"/>
                  <a:gd name="T1" fmla="*/ 1 h 92"/>
                  <a:gd name="T2" fmla="*/ 0 w 59"/>
                  <a:gd name="T3" fmla="*/ 3 h 92"/>
                  <a:gd name="T4" fmla="*/ 1 w 59"/>
                  <a:gd name="T5" fmla="*/ 5 h 92"/>
                  <a:gd name="T6" fmla="*/ 51 w 59"/>
                  <a:gd name="T7" fmla="*/ 86 h 92"/>
                  <a:gd name="T8" fmla="*/ 58 w 59"/>
                  <a:gd name="T9" fmla="*/ 91 h 92"/>
                  <a:gd name="T10" fmla="*/ 55 w 59"/>
                  <a:gd name="T11" fmla="*/ 82 h 92"/>
                  <a:gd name="T12" fmla="*/ 4 w 59"/>
                  <a:gd name="T13" fmla="*/ 0 h 92"/>
                  <a:gd name="T14" fmla="*/ 2 w 59"/>
                  <a:gd name="T15" fmla="*/ 0 h 92"/>
                  <a:gd name="T16" fmla="*/ 0 w 59"/>
                  <a:gd name="T17" fmla="*/ 1 h 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92"/>
                  <a:gd name="T29" fmla="*/ 59 w 59"/>
                  <a:gd name="T30" fmla="*/ 92 h 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92">
                    <a:moveTo>
                      <a:pt x="0" y="1"/>
                    </a:moveTo>
                    <a:lnTo>
                      <a:pt x="0" y="3"/>
                    </a:lnTo>
                    <a:lnTo>
                      <a:pt x="1" y="5"/>
                    </a:lnTo>
                    <a:lnTo>
                      <a:pt x="51" y="86"/>
                    </a:lnTo>
                    <a:lnTo>
                      <a:pt x="58" y="91"/>
                    </a:lnTo>
                    <a:lnTo>
                      <a:pt x="55" y="82"/>
                    </a:lnTo>
                    <a:lnTo>
                      <a:pt x="4" y="0"/>
                    </a:lnTo>
                    <a:lnTo>
                      <a:pt x="2" y="0"/>
                    </a:lnTo>
                    <a:lnTo>
                      <a:pt x="0" y="1"/>
                    </a:lnTo>
                  </a:path>
                </a:pathLst>
              </a:custGeom>
              <a:solidFill>
                <a:srgbClr val="FFEA00"/>
              </a:solidFill>
              <a:ln w="9525" cap="rnd">
                <a:noFill/>
                <a:round/>
                <a:headEnd/>
                <a:tailEnd/>
              </a:ln>
            </p:spPr>
            <p:txBody>
              <a:bodyPr/>
              <a:lstStyle/>
              <a:p>
                <a:pPr algn="ctr"/>
                <a:endParaRPr lang="pt-BR" sz="2400"/>
              </a:p>
            </p:txBody>
          </p:sp>
          <p:sp>
            <p:nvSpPr>
              <p:cNvPr id="28" name="Freeform 488"/>
              <p:cNvSpPr>
                <a:spLocks/>
              </p:cNvSpPr>
              <p:nvPr/>
            </p:nvSpPr>
            <p:spPr bwMode="auto">
              <a:xfrm>
                <a:off x="1475" y="2449"/>
                <a:ext cx="88" cy="56"/>
              </a:xfrm>
              <a:custGeom>
                <a:avLst/>
                <a:gdLst>
                  <a:gd name="T0" fmla="*/ 0 w 88"/>
                  <a:gd name="T1" fmla="*/ 20 h 56"/>
                  <a:gd name="T2" fmla="*/ 5 w 88"/>
                  <a:gd name="T3" fmla="*/ 10 h 56"/>
                  <a:gd name="T4" fmla="*/ 13 w 88"/>
                  <a:gd name="T5" fmla="*/ 5 h 56"/>
                  <a:gd name="T6" fmla="*/ 21 w 88"/>
                  <a:gd name="T7" fmla="*/ 6 h 56"/>
                  <a:gd name="T8" fmla="*/ 35 w 88"/>
                  <a:gd name="T9" fmla="*/ 9 h 56"/>
                  <a:gd name="T10" fmla="*/ 44 w 88"/>
                  <a:gd name="T11" fmla="*/ 2 h 56"/>
                  <a:gd name="T12" fmla="*/ 52 w 88"/>
                  <a:gd name="T13" fmla="*/ 0 h 56"/>
                  <a:gd name="T14" fmla="*/ 83 w 88"/>
                  <a:gd name="T15" fmla="*/ 5 h 56"/>
                  <a:gd name="T16" fmla="*/ 86 w 88"/>
                  <a:gd name="T17" fmla="*/ 11 h 56"/>
                  <a:gd name="T18" fmla="*/ 82 w 88"/>
                  <a:gd name="T19" fmla="*/ 14 h 56"/>
                  <a:gd name="T20" fmla="*/ 58 w 88"/>
                  <a:gd name="T21" fmla="*/ 15 h 56"/>
                  <a:gd name="T22" fmla="*/ 84 w 88"/>
                  <a:gd name="T23" fmla="*/ 27 h 56"/>
                  <a:gd name="T24" fmla="*/ 87 w 88"/>
                  <a:gd name="T25" fmla="*/ 34 h 56"/>
                  <a:gd name="T26" fmla="*/ 85 w 88"/>
                  <a:gd name="T27" fmla="*/ 40 h 56"/>
                  <a:gd name="T28" fmla="*/ 77 w 88"/>
                  <a:gd name="T29" fmla="*/ 46 h 56"/>
                  <a:gd name="T30" fmla="*/ 74 w 88"/>
                  <a:gd name="T31" fmla="*/ 53 h 56"/>
                  <a:gd name="T32" fmla="*/ 52 w 88"/>
                  <a:gd name="T33" fmla="*/ 55 h 56"/>
                  <a:gd name="T34" fmla="*/ 10 w 88"/>
                  <a:gd name="T35" fmla="*/ 51 h 56"/>
                  <a:gd name="T36" fmla="*/ 0 w 88"/>
                  <a:gd name="T37" fmla="*/ 20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8"/>
                  <a:gd name="T58" fmla="*/ 0 h 56"/>
                  <a:gd name="T59" fmla="*/ 88 w 88"/>
                  <a:gd name="T60" fmla="*/ 56 h 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8" h="56">
                    <a:moveTo>
                      <a:pt x="0" y="20"/>
                    </a:moveTo>
                    <a:lnTo>
                      <a:pt x="5" y="10"/>
                    </a:lnTo>
                    <a:lnTo>
                      <a:pt x="13" y="5"/>
                    </a:lnTo>
                    <a:lnTo>
                      <a:pt x="21" y="6"/>
                    </a:lnTo>
                    <a:lnTo>
                      <a:pt x="35" y="9"/>
                    </a:lnTo>
                    <a:lnTo>
                      <a:pt x="44" y="2"/>
                    </a:lnTo>
                    <a:lnTo>
                      <a:pt x="52" y="0"/>
                    </a:lnTo>
                    <a:lnTo>
                      <a:pt x="83" y="5"/>
                    </a:lnTo>
                    <a:lnTo>
                      <a:pt x="86" y="11"/>
                    </a:lnTo>
                    <a:lnTo>
                      <a:pt x="82" y="14"/>
                    </a:lnTo>
                    <a:lnTo>
                      <a:pt x="58" y="15"/>
                    </a:lnTo>
                    <a:lnTo>
                      <a:pt x="84" y="27"/>
                    </a:lnTo>
                    <a:lnTo>
                      <a:pt x="87" y="34"/>
                    </a:lnTo>
                    <a:lnTo>
                      <a:pt x="85" y="40"/>
                    </a:lnTo>
                    <a:lnTo>
                      <a:pt x="77" y="46"/>
                    </a:lnTo>
                    <a:lnTo>
                      <a:pt x="74" y="53"/>
                    </a:lnTo>
                    <a:lnTo>
                      <a:pt x="52" y="55"/>
                    </a:lnTo>
                    <a:lnTo>
                      <a:pt x="10" y="51"/>
                    </a:lnTo>
                    <a:lnTo>
                      <a:pt x="0" y="20"/>
                    </a:lnTo>
                  </a:path>
                </a:pathLst>
              </a:custGeom>
              <a:solidFill>
                <a:srgbClr val="FFC98E"/>
              </a:solidFill>
              <a:ln w="9525" cap="rnd">
                <a:noFill/>
                <a:round/>
                <a:headEnd/>
                <a:tailEnd/>
              </a:ln>
            </p:spPr>
            <p:txBody>
              <a:bodyPr/>
              <a:lstStyle/>
              <a:p>
                <a:pPr algn="ctr"/>
                <a:endParaRPr lang="pt-BR" sz="2400"/>
              </a:p>
            </p:txBody>
          </p:sp>
          <p:sp>
            <p:nvSpPr>
              <p:cNvPr id="29" name="Freeform 489"/>
              <p:cNvSpPr>
                <a:spLocks/>
              </p:cNvSpPr>
              <p:nvPr/>
            </p:nvSpPr>
            <p:spPr bwMode="auto">
              <a:xfrm>
                <a:off x="1249" y="2177"/>
                <a:ext cx="119" cy="139"/>
              </a:xfrm>
              <a:custGeom>
                <a:avLst/>
                <a:gdLst>
                  <a:gd name="T0" fmla="*/ 0 w 119"/>
                  <a:gd name="T1" fmla="*/ 39 h 139"/>
                  <a:gd name="T2" fmla="*/ 3 w 119"/>
                  <a:gd name="T3" fmla="*/ 61 h 139"/>
                  <a:gd name="T4" fmla="*/ 5 w 119"/>
                  <a:gd name="T5" fmla="*/ 68 h 139"/>
                  <a:gd name="T6" fmla="*/ 9 w 119"/>
                  <a:gd name="T7" fmla="*/ 73 h 139"/>
                  <a:gd name="T8" fmla="*/ 7 w 119"/>
                  <a:gd name="T9" fmla="*/ 79 h 139"/>
                  <a:gd name="T10" fmla="*/ 11 w 119"/>
                  <a:gd name="T11" fmla="*/ 87 h 139"/>
                  <a:gd name="T12" fmla="*/ 15 w 119"/>
                  <a:gd name="T13" fmla="*/ 94 h 139"/>
                  <a:gd name="T14" fmla="*/ 19 w 119"/>
                  <a:gd name="T15" fmla="*/ 102 h 139"/>
                  <a:gd name="T16" fmla="*/ 35 w 119"/>
                  <a:gd name="T17" fmla="*/ 115 h 139"/>
                  <a:gd name="T18" fmla="*/ 56 w 119"/>
                  <a:gd name="T19" fmla="*/ 138 h 139"/>
                  <a:gd name="T20" fmla="*/ 59 w 119"/>
                  <a:gd name="T21" fmla="*/ 134 h 139"/>
                  <a:gd name="T22" fmla="*/ 63 w 119"/>
                  <a:gd name="T23" fmla="*/ 125 h 139"/>
                  <a:gd name="T24" fmla="*/ 65 w 119"/>
                  <a:gd name="T25" fmla="*/ 115 h 139"/>
                  <a:gd name="T26" fmla="*/ 74 w 119"/>
                  <a:gd name="T27" fmla="*/ 117 h 139"/>
                  <a:gd name="T28" fmla="*/ 83 w 119"/>
                  <a:gd name="T29" fmla="*/ 116 h 139"/>
                  <a:gd name="T30" fmla="*/ 88 w 119"/>
                  <a:gd name="T31" fmla="*/ 114 h 139"/>
                  <a:gd name="T32" fmla="*/ 91 w 119"/>
                  <a:gd name="T33" fmla="*/ 110 h 139"/>
                  <a:gd name="T34" fmla="*/ 103 w 119"/>
                  <a:gd name="T35" fmla="*/ 85 h 139"/>
                  <a:gd name="T36" fmla="*/ 109 w 119"/>
                  <a:gd name="T37" fmla="*/ 77 h 139"/>
                  <a:gd name="T38" fmla="*/ 113 w 119"/>
                  <a:gd name="T39" fmla="*/ 65 h 139"/>
                  <a:gd name="T40" fmla="*/ 115 w 119"/>
                  <a:gd name="T41" fmla="*/ 51 h 139"/>
                  <a:gd name="T42" fmla="*/ 117 w 119"/>
                  <a:gd name="T43" fmla="*/ 45 h 139"/>
                  <a:gd name="T44" fmla="*/ 118 w 119"/>
                  <a:gd name="T45" fmla="*/ 41 h 139"/>
                  <a:gd name="T46" fmla="*/ 118 w 119"/>
                  <a:gd name="T47" fmla="*/ 18 h 139"/>
                  <a:gd name="T48" fmla="*/ 116 w 119"/>
                  <a:gd name="T49" fmla="*/ 8 h 139"/>
                  <a:gd name="T50" fmla="*/ 111 w 119"/>
                  <a:gd name="T51" fmla="*/ 0 h 139"/>
                  <a:gd name="T52" fmla="*/ 15 w 119"/>
                  <a:gd name="T53" fmla="*/ 10 h 139"/>
                  <a:gd name="T54" fmla="*/ 0 w 119"/>
                  <a:gd name="T55" fmla="*/ 39 h 13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9"/>
                  <a:gd name="T85" fmla="*/ 0 h 139"/>
                  <a:gd name="T86" fmla="*/ 119 w 119"/>
                  <a:gd name="T87" fmla="*/ 139 h 13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9" h="139">
                    <a:moveTo>
                      <a:pt x="0" y="39"/>
                    </a:moveTo>
                    <a:lnTo>
                      <a:pt x="3" y="61"/>
                    </a:lnTo>
                    <a:lnTo>
                      <a:pt x="5" y="68"/>
                    </a:lnTo>
                    <a:lnTo>
                      <a:pt x="9" y="73"/>
                    </a:lnTo>
                    <a:lnTo>
                      <a:pt x="7" y="79"/>
                    </a:lnTo>
                    <a:lnTo>
                      <a:pt x="11" y="87"/>
                    </a:lnTo>
                    <a:lnTo>
                      <a:pt x="15" y="94"/>
                    </a:lnTo>
                    <a:lnTo>
                      <a:pt x="19" y="102"/>
                    </a:lnTo>
                    <a:lnTo>
                      <a:pt x="35" y="115"/>
                    </a:lnTo>
                    <a:lnTo>
                      <a:pt x="56" y="138"/>
                    </a:lnTo>
                    <a:lnTo>
                      <a:pt x="59" y="134"/>
                    </a:lnTo>
                    <a:lnTo>
                      <a:pt x="63" y="125"/>
                    </a:lnTo>
                    <a:lnTo>
                      <a:pt x="65" y="115"/>
                    </a:lnTo>
                    <a:lnTo>
                      <a:pt x="74" y="117"/>
                    </a:lnTo>
                    <a:lnTo>
                      <a:pt x="83" y="116"/>
                    </a:lnTo>
                    <a:lnTo>
                      <a:pt x="88" y="114"/>
                    </a:lnTo>
                    <a:lnTo>
                      <a:pt x="91" y="110"/>
                    </a:lnTo>
                    <a:lnTo>
                      <a:pt x="103" y="85"/>
                    </a:lnTo>
                    <a:lnTo>
                      <a:pt x="109" y="77"/>
                    </a:lnTo>
                    <a:lnTo>
                      <a:pt x="113" y="65"/>
                    </a:lnTo>
                    <a:lnTo>
                      <a:pt x="115" y="51"/>
                    </a:lnTo>
                    <a:lnTo>
                      <a:pt x="117" y="45"/>
                    </a:lnTo>
                    <a:lnTo>
                      <a:pt x="118" y="41"/>
                    </a:lnTo>
                    <a:lnTo>
                      <a:pt x="118" y="18"/>
                    </a:lnTo>
                    <a:lnTo>
                      <a:pt x="116" y="8"/>
                    </a:lnTo>
                    <a:lnTo>
                      <a:pt x="111" y="0"/>
                    </a:lnTo>
                    <a:lnTo>
                      <a:pt x="15" y="10"/>
                    </a:lnTo>
                    <a:lnTo>
                      <a:pt x="0" y="39"/>
                    </a:lnTo>
                  </a:path>
                </a:pathLst>
              </a:custGeom>
              <a:solidFill>
                <a:srgbClr val="FFC98E"/>
              </a:solidFill>
              <a:ln w="9525" cap="rnd">
                <a:noFill/>
                <a:round/>
                <a:headEnd/>
                <a:tailEnd/>
              </a:ln>
            </p:spPr>
            <p:txBody>
              <a:bodyPr/>
              <a:lstStyle/>
              <a:p>
                <a:pPr algn="ctr"/>
                <a:endParaRPr lang="pt-BR" sz="2400"/>
              </a:p>
            </p:txBody>
          </p:sp>
          <p:sp>
            <p:nvSpPr>
              <p:cNvPr id="30" name="Freeform 490"/>
              <p:cNvSpPr>
                <a:spLocks/>
              </p:cNvSpPr>
              <p:nvPr/>
            </p:nvSpPr>
            <p:spPr bwMode="auto">
              <a:xfrm>
                <a:off x="1300" y="2321"/>
                <a:ext cx="28" cy="140"/>
              </a:xfrm>
              <a:custGeom>
                <a:avLst/>
                <a:gdLst>
                  <a:gd name="T0" fmla="*/ 6 w 28"/>
                  <a:gd name="T1" fmla="*/ 0 h 140"/>
                  <a:gd name="T2" fmla="*/ 2 w 28"/>
                  <a:gd name="T3" fmla="*/ 4 h 140"/>
                  <a:gd name="T4" fmla="*/ 0 w 28"/>
                  <a:gd name="T5" fmla="*/ 10 h 140"/>
                  <a:gd name="T6" fmla="*/ 1 w 28"/>
                  <a:gd name="T7" fmla="*/ 22 h 140"/>
                  <a:gd name="T8" fmla="*/ 1 w 28"/>
                  <a:gd name="T9" fmla="*/ 70 h 140"/>
                  <a:gd name="T10" fmla="*/ 2 w 28"/>
                  <a:gd name="T11" fmla="*/ 103 h 140"/>
                  <a:gd name="T12" fmla="*/ 8 w 28"/>
                  <a:gd name="T13" fmla="*/ 139 h 140"/>
                  <a:gd name="T14" fmla="*/ 14 w 28"/>
                  <a:gd name="T15" fmla="*/ 139 h 140"/>
                  <a:gd name="T16" fmla="*/ 23 w 28"/>
                  <a:gd name="T17" fmla="*/ 139 h 140"/>
                  <a:gd name="T18" fmla="*/ 27 w 28"/>
                  <a:gd name="T19" fmla="*/ 133 h 140"/>
                  <a:gd name="T20" fmla="*/ 19 w 28"/>
                  <a:gd name="T21" fmla="*/ 108 h 140"/>
                  <a:gd name="T22" fmla="*/ 15 w 28"/>
                  <a:gd name="T23" fmla="*/ 84 h 140"/>
                  <a:gd name="T24" fmla="*/ 14 w 28"/>
                  <a:gd name="T25" fmla="*/ 56 h 140"/>
                  <a:gd name="T26" fmla="*/ 11 w 28"/>
                  <a:gd name="T27" fmla="*/ 22 h 140"/>
                  <a:gd name="T28" fmla="*/ 13 w 28"/>
                  <a:gd name="T29" fmla="*/ 15 h 140"/>
                  <a:gd name="T30" fmla="*/ 11 w 28"/>
                  <a:gd name="T31" fmla="*/ 5 h 140"/>
                  <a:gd name="T32" fmla="*/ 6 w 28"/>
                  <a:gd name="T33" fmla="*/ 0 h 1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
                  <a:gd name="T52" fmla="*/ 0 h 140"/>
                  <a:gd name="T53" fmla="*/ 28 w 28"/>
                  <a:gd name="T54" fmla="*/ 140 h 1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 h="140">
                    <a:moveTo>
                      <a:pt x="6" y="0"/>
                    </a:moveTo>
                    <a:lnTo>
                      <a:pt x="2" y="4"/>
                    </a:lnTo>
                    <a:lnTo>
                      <a:pt x="0" y="10"/>
                    </a:lnTo>
                    <a:lnTo>
                      <a:pt x="1" y="22"/>
                    </a:lnTo>
                    <a:lnTo>
                      <a:pt x="1" y="70"/>
                    </a:lnTo>
                    <a:lnTo>
                      <a:pt x="2" y="103"/>
                    </a:lnTo>
                    <a:lnTo>
                      <a:pt x="8" y="139"/>
                    </a:lnTo>
                    <a:lnTo>
                      <a:pt x="14" y="139"/>
                    </a:lnTo>
                    <a:lnTo>
                      <a:pt x="23" y="139"/>
                    </a:lnTo>
                    <a:lnTo>
                      <a:pt x="27" y="133"/>
                    </a:lnTo>
                    <a:lnTo>
                      <a:pt x="19" y="108"/>
                    </a:lnTo>
                    <a:lnTo>
                      <a:pt x="15" y="84"/>
                    </a:lnTo>
                    <a:lnTo>
                      <a:pt x="14" y="56"/>
                    </a:lnTo>
                    <a:lnTo>
                      <a:pt x="11" y="22"/>
                    </a:lnTo>
                    <a:lnTo>
                      <a:pt x="13" y="15"/>
                    </a:lnTo>
                    <a:lnTo>
                      <a:pt x="11" y="5"/>
                    </a:lnTo>
                    <a:lnTo>
                      <a:pt x="6" y="0"/>
                    </a:lnTo>
                  </a:path>
                </a:pathLst>
              </a:custGeom>
              <a:solidFill>
                <a:srgbClr val="FF0000"/>
              </a:solidFill>
              <a:ln w="9525" cap="rnd">
                <a:noFill/>
                <a:round/>
                <a:headEnd/>
                <a:tailEnd/>
              </a:ln>
            </p:spPr>
            <p:txBody>
              <a:bodyPr/>
              <a:lstStyle/>
              <a:p>
                <a:pPr algn="ctr"/>
                <a:endParaRPr lang="pt-BR" sz="2400"/>
              </a:p>
            </p:txBody>
          </p:sp>
          <p:sp>
            <p:nvSpPr>
              <p:cNvPr id="31" name="Freeform 491"/>
              <p:cNvSpPr>
                <a:spLocks/>
              </p:cNvSpPr>
              <p:nvPr/>
            </p:nvSpPr>
            <p:spPr bwMode="auto">
              <a:xfrm>
                <a:off x="1313" y="2141"/>
                <a:ext cx="68" cy="69"/>
              </a:xfrm>
              <a:custGeom>
                <a:avLst/>
                <a:gdLst>
                  <a:gd name="T0" fmla="*/ 46 w 68"/>
                  <a:gd name="T1" fmla="*/ 36 h 69"/>
                  <a:gd name="T2" fmla="*/ 52 w 68"/>
                  <a:gd name="T3" fmla="*/ 43 h 69"/>
                  <a:gd name="T4" fmla="*/ 61 w 68"/>
                  <a:gd name="T5" fmla="*/ 68 h 69"/>
                  <a:gd name="T6" fmla="*/ 66 w 68"/>
                  <a:gd name="T7" fmla="*/ 62 h 69"/>
                  <a:gd name="T8" fmla="*/ 67 w 68"/>
                  <a:gd name="T9" fmla="*/ 41 h 69"/>
                  <a:gd name="T10" fmla="*/ 67 w 68"/>
                  <a:gd name="T11" fmla="*/ 37 h 69"/>
                  <a:gd name="T12" fmla="*/ 63 w 68"/>
                  <a:gd name="T13" fmla="*/ 34 h 69"/>
                  <a:gd name="T14" fmla="*/ 56 w 68"/>
                  <a:gd name="T15" fmla="*/ 28 h 69"/>
                  <a:gd name="T16" fmla="*/ 50 w 68"/>
                  <a:gd name="T17" fmla="*/ 16 h 69"/>
                  <a:gd name="T18" fmla="*/ 40 w 68"/>
                  <a:gd name="T19" fmla="*/ 5 h 69"/>
                  <a:gd name="T20" fmla="*/ 25 w 68"/>
                  <a:gd name="T21" fmla="*/ 2 h 69"/>
                  <a:gd name="T22" fmla="*/ 11 w 68"/>
                  <a:gd name="T23" fmla="*/ 0 h 69"/>
                  <a:gd name="T24" fmla="*/ 0 w 68"/>
                  <a:gd name="T25" fmla="*/ 3 h 69"/>
                  <a:gd name="T26" fmla="*/ 1 w 68"/>
                  <a:gd name="T27" fmla="*/ 42 h 69"/>
                  <a:gd name="T28" fmla="*/ 46 w 68"/>
                  <a:gd name="T29" fmla="*/ 36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8"/>
                  <a:gd name="T46" fmla="*/ 0 h 69"/>
                  <a:gd name="T47" fmla="*/ 68 w 6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8" h="69">
                    <a:moveTo>
                      <a:pt x="46" y="36"/>
                    </a:moveTo>
                    <a:lnTo>
                      <a:pt x="52" y="43"/>
                    </a:lnTo>
                    <a:lnTo>
                      <a:pt x="61" y="68"/>
                    </a:lnTo>
                    <a:lnTo>
                      <a:pt x="66" y="62"/>
                    </a:lnTo>
                    <a:lnTo>
                      <a:pt x="67" y="41"/>
                    </a:lnTo>
                    <a:lnTo>
                      <a:pt x="67" y="37"/>
                    </a:lnTo>
                    <a:lnTo>
                      <a:pt x="63" y="34"/>
                    </a:lnTo>
                    <a:lnTo>
                      <a:pt x="56" y="28"/>
                    </a:lnTo>
                    <a:lnTo>
                      <a:pt x="50" y="16"/>
                    </a:lnTo>
                    <a:lnTo>
                      <a:pt x="40" y="5"/>
                    </a:lnTo>
                    <a:lnTo>
                      <a:pt x="25" y="2"/>
                    </a:lnTo>
                    <a:lnTo>
                      <a:pt x="11" y="0"/>
                    </a:lnTo>
                    <a:lnTo>
                      <a:pt x="0" y="3"/>
                    </a:lnTo>
                    <a:lnTo>
                      <a:pt x="1" y="42"/>
                    </a:lnTo>
                    <a:lnTo>
                      <a:pt x="46" y="36"/>
                    </a:lnTo>
                  </a:path>
                </a:pathLst>
              </a:custGeom>
              <a:solidFill>
                <a:srgbClr val="70230C"/>
              </a:solidFill>
              <a:ln w="9525" cap="rnd">
                <a:noFill/>
                <a:round/>
                <a:headEnd/>
                <a:tailEnd/>
              </a:ln>
            </p:spPr>
            <p:txBody>
              <a:bodyPr/>
              <a:lstStyle/>
              <a:p>
                <a:pPr algn="ctr"/>
                <a:endParaRPr lang="pt-BR" sz="2400"/>
              </a:p>
            </p:txBody>
          </p:sp>
          <p:sp>
            <p:nvSpPr>
              <p:cNvPr id="32" name="Freeform 492"/>
              <p:cNvSpPr>
                <a:spLocks/>
              </p:cNvSpPr>
              <p:nvPr/>
            </p:nvSpPr>
            <p:spPr bwMode="auto">
              <a:xfrm>
                <a:off x="1306" y="2214"/>
                <a:ext cx="19" cy="8"/>
              </a:xfrm>
              <a:custGeom>
                <a:avLst/>
                <a:gdLst>
                  <a:gd name="T0" fmla="*/ 0 w 19"/>
                  <a:gd name="T1" fmla="*/ 5 h 8"/>
                  <a:gd name="T2" fmla="*/ 11 w 19"/>
                  <a:gd name="T3" fmla="*/ 6 h 8"/>
                  <a:gd name="T4" fmla="*/ 18 w 19"/>
                  <a:gd name="T5" fmla="*/ 7 h 8"/>
                  <a:gd name="T6" fmla="*/ 14 w 19"/>
                  <a:gd name="T7" fmla="*/ 0 h 8"/>
                  <a:gd name="T8" fmla="*/ 4 w 19"/>
                  <a:gd name="T9" fmla="*/ 0 h 8"/>
                  <a:gd name="T10" fmla="*/ 0 w 19"/>
                  <a:gd name="T11" fmla="*/ 5 h 8"/>
                  <a:gd name="T12" fmla="*/ 0 60000 65536"/>
                  <a:gd name="T13" fmla="*/ 0 60000 65536"/>
                  <a:gd name="T14" fmla="*/ 0 60000 65536"/>
                  <a:gd name="T15" fmla="*/ 0 60000 65536"/>
                  <a:gd name="T16" fmla="*/ 0 60000 65536"/>
                  <a:gd name="T17" fmla="*/ 0 60000 65536"/>
                  <a:gd name="T18" fmla="*/ 0 w 19"/>
                  <a:gd name="T19" fmla="*/ 0 h 8"/>
                  <a:gd name="T20" fmla="*/ 19 w 19"/>
                  <a:gd name="T21" fmla="*/ 8 h 8"/>
                </a:gdLst>
                <a:ahLst/>
                <a:cxnLst>
                  <a:cxn ang="T12">
                    <a:pos x="T0" y="T1"/>
                  </a:cxn>
                  <a:cxn ang="T13">
                    <a:pos x="T2" y="T3"/>
                  </a:cxn>
                  <a:cxn ang="T14">
                    <a:pos x="T4" y="T5"/>
                  </a:cxn>
                  <a:cxn ang="T15">
                    <a:pos x="T6" y="T7"/>
                  </a:cxn>
                  <a:cxn ang="T16">
                    <a:pos x="T8" y="T9"/>
                  </a:cxn>
                  <a:cxn ang="T17">
                    <a:pos x="T10" y="T11"/>
                  </a:cxn>
                </a:cxnLst>
                <a:rect l="T18" t="T19" r="T20" b="T21"/>
                <a:pathLst>
                  <a:path w="19" h="8">
                    <a:moveTo>
                      <a:pt x="0" y="5"/>
                    </a:moveTo>
                    <a:lnTo>
                      <a:pt x="11" y="6"/>
                    </a:lnTo>
                    <a:lnTo>
                      <a:pt x="18" y="7"/>
                    </a:lnTo>
                    <a:lnTo>
                      <a:pt x="14" y="0"/>
                    </a:lnTo>
                    <a:lnTo>
                      <a:pt x="4" y="0"/>
                    </a:lnTo>
                    <a:lnTo>
                      <a:pt x="0" y="5"/>
                    </a:lnTo>
                  </a:path>
                </a:pathLst>
              </a:custGeom>
              <a:solidFill>
                <a:srgbClr val="FFFFFF"/>
              </a:solidFill>
              <a:ln w="9525" cap="rnd">
                <a:noFill/>
                <a:round/>
                <a:headEnd/>
                <a:tailEnd/>
              </a:ln>
            </p:spPr>
            <p:txBody>
              <a:bodyPr/>
              <a:lstStyle/>
              <a:p>
                <a:pPr algn="ctr"/>
                <a:endParaRPr lang="pt-BR" sz="2400"/>
              </a:p>
            </p:txBody>
          </p:sp>
          <p:sp>
            <p:nvSpPr>
              <p:cNvPr id="33" name="Freeform 493"/>
              <p:cNvSpPr>
                <a:spLocks/>
              </p:cNvSpPr>
              <p:nvPr/>
            </p:nvSpPr>
            <p:spPr bwMode="auto">
              <a:xfrm>
                <a:off x="1347" y="2222"/>
                <a:ext cx="14" cy="9"/>
              </a:xfrm>
              <a:custGeom>
                <a:avLst/>
                <a:gdLst>
                  <a:gd name="T0" fmla="*/ 0 w 14"/>
                  <a:gd name="T1" fmla="*/ 4 h 9"/>
                  <a:gd name="T2" fmla="*/ 8 w 14"/>
                  <a:gd name="T3" fmla="*/ 8 h 9"/>
                  <a:gd name="T4" fmla="*/ 13 w 14"/>
                  <a:gd name="T5" fmla="*/ 7 h 9"/>
                  <a:gd name="T6" fmla="*/ 12 w 14"/>
                  <a:gd name="T7" fmla="*/ 5 h 9"/>
                  <a:gd name="T8" fmla="*/ 3 w 14"/>
                  <a:gd name="T9" fmla="*/ 0 h 9"/>
                  <a:gd name="T10" fmla="*/ 0 w 14"/>
                  <a:gd name="T11" fmla="*/ 4 h 9"/>
                  <a:gd name="T12" fmla="*/ 0 60000 65536"/>
                  <a:gd name="T13" fmla="*/ 0 60000 65536"/>
                  <a:gd name="T14" fmla="*/ 0 60000 65536"/>
                  <a:gd name="T15" fmla="*/ 0 60000 65536"/>
                  <a:gd name="T16" fmla="*/ 0 60000 65536"/>
                  <a:gd name="T17" fmla="*/ 0 60000 65536"/>
                  <a:gd name="T18" fmla="*/ 0 w 14"/>
                  <a:gd name="T19" fmla="*/ 0 h 9"/>
                  <a:gd name="T20" fmla="*/ 14 w 14"/>
                  <a:gd name="T21" fmla="*/ 9 h 9"/>
                </a:gdLst>
                <a:ahLst/>
                <a:cxnLst>
                  <a:cxn ang="T12">
                    <a:pos x="T0" y="T1"/>
                  </a:cxn>
                  <a:cxn ang="T13">
                    <a:pos x="T2" y="T3"/>
                  </a:cxn>
                  <a:cxn ang="T14">
                    <a:pos x="T4" y="T5"/>
                  </a:cxn>
                  <a:cxn ang="T15">
                    <a:pos x="T6" y="T7"/>
                  </a:cxn>
                  <a:cxn ang="T16">
                    <a:pos x="T8" y="T9"/>
                  </a:cxn>
                  <a:cxn ang="T17">
                    <a:pos x="T10" y="T11"/>
                  </a:cxn>
                </a:cxnLst>
                <a:rect l="T18" t="T19" r="T20" b="T21"/>
                <a:pathLst>
                  <a:path w="14" h="9">
                    <a:moveTo>
                      <a:pt x="0" y="4"/>
                    </a:moveTo>
                    <a:lnTo>
                      <a:pt x="8" y="8"/>
                    </a:lnTo>
                    <a:lnTo>
                      <a:pt x="13" y="7"/>
                    </a:lnTo>
                    <a:lnTo>
                      <a:pt x="12" y="5"/>
                    </a:lnTo>
                    <a:lnTo>
                      <a:pt x="3" y="0"/>
                    </a:lnTo>
                    <a:lnTo>
                      <a:pt x="0" y="4"/>
                    </a:lnTo>
                  </a:path>
                </a:pathLst>
              </a:custGeom>
              <a:solidFill>
                <a:srgbClr val="FFFFFF"/>
              </a:solidFill>
              <a:ln w="9525" cap="rnd">
                <a:noFill/>
                <a:round/>
                <a:headEnd/>
                <a:tailEnd/>
              </a:ln>
            </p:spPr>
            <p:txBody>
              <a:bodyPr/>
              <a:lstStyle/>
              <a:p>
                <a:pPr algn="ctr"/>
                <a:endParaRPr lang="pt-BR" sz="2400"/>
              </a:p>
            </p:txBody>
          </p:sp>
          <p:sp>
            <p:nvSpPr>
              <p:cNvPr id="34" name="Freeform 494"/>
              <p:cNvSpPr>
                <a:spLocks/>
              </p:cNvSpPr>
              <p:nvPr/>
            </p:nvSpPr>
            <p:spPr bwMode="auto">
              <a:xfrm>
                <a:off x="1503" y="2173"/>
                <a:ext cx="17" cy="7"/>
              </a:xfrm>
              <a:custGeom>
                <a:avLst/>
                <a:gdLst>
                  <a:gd name="T0" fmla="*/ 0 w 17"/>
                  <a:gd name="T1" fmla="*/ 0 h 7"/>
                  <a:gd name="T2" fmla="*/ 4 w 17"/>
                  <a:gd name="T3" fmla="*/ 4 h 7"/>
                  <a:gd name="T4" fmla="*/ 7 w 17"/>
                  <a:gd name="T5" fmla="*/ 6 h 7"/>
                  <a:gd name="T6" fmla="*/ 13 w 17"/>
                  <a:gd name="T7" fmla="*/ 6 h 7"/>
                  <a:gd name="T8" fmla="*/ 16 w 17"/>
                  <a:gd name="T9" fmla="*/ 4 h 7"/>
                  <a:gd name="T10" fmla="*/ 13 w 17"/>
                  <a:gd name="T11" fmla="*/ 0 h 7"/>
                  <a:gd name="T12" fmla="*/ 7 w 17"/>
                  <a:gd name="T13" fmla="*/ 0 h 7"/>
                  <a:gd name="T14" fmla="*/ 1 w 17"/>
                  <a:gd name="T15" fmla="*/ 0 h 7"/>
                  <a:gd name="T16" fmla="*/ 0 w 17"/>
                  <a:gd name="T17" fmla="*/ 0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7"/>
                  <a:gd name="T29" fmla="*/ 17 w 17"/>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7">
                    <a:moveTo>
                      <a:pt x="0" y="0"/>
                    </a:moveTo>
                    <a:lnTo>
                      <a:pt x="4" y="4"/>
                    </a:lnTo>
                    <a:lnTo>
                      <a:pt x="7" y="6"/>
                    </a:lnTo>
                    <a:lnTo>
                      <a:pt x="13" y="6"/>
                    </a:lnTo>
                    <a:lnTo>
                      <a:pt x="16" y="4"/>
                    </a:lnTo>
                    <a:lnTo>
                      <a:pt x="13" y="0"/>
                    </a:lnTo>
                    <a:lnTo>
                      <a:pt x="7" y="0"/>
                    </a:lnTo>
                    <a:lnTo>
                      <a:pt x="1" y="0"/>
                    </a:lnTo>
                    <a:lnTo>
                      <a:pt x="0" y="0"/>
                    </a:lnTo>
                  </a:path>
                </a:pathLst>
              </a:custGeom>
              <a:solidFill>
                <a:srgbClr val="FFFFFF"/>
              </a:solidFill>
              <a:ln w="9525" cap="rnd">
                <a:noFill/>
                <a:round/>
                <a:headEnd/>
                <a:tailEnd/>
              </a:ln>
            </p:spPr>
            <p:txBody>
              <a:bodyPr/>
              <a:lstStyle/>
              <a:p>
                <a:pPr algn="ctr"/>
                <a:endParaRPr lang="pt-BR" sz="2400"/>
              </a:p>
            </p:txBody>
          </p:sp>
          <p:sp>
            <p:nvSpPr>
              <p:cNvPr id="35" name="Freeform 495"/>
              <p:cNvSpPr>
                <a:spLocks/>
              </p:cNvSpPr>
              <p:nvPr/>
            </p:nvSpPr>
            <p:spPr bwMode="auto">
              <a:xfrm>
                <a:off x="1536" y="2175"/>
                <a:ext cx="17" cy="7"/>
              </a:xfrm>
              <a:custGeom>
                <a:avLst/>
                <a:gdLst>
                  <a:gd name="T0" fmla="*/ 0 w 17"/>
                  <a:gd name="T1" fmla="*/ 3 h 7"/>
                  <a:gd name="T2" fmla="*/ 4 w 17"/>
                  <a:gd name="T3" fmla="*/ 0 h 7"/>
                  <a:gd name="T4" fmla="*/ 10 w 17"/>
                  <a:gd name="T5" fmla="*/ 0 h 7"/>
                  <a:gd name="T6" fmla="*/ 16 w 17"/>
                  <a:gd name="T7" fmla="*/ 2 h 7"/>
                  <a:gd name="T8" fmla="*/ 12 w 17"/>
                  <a:gd name="T9" fmla="*/ 5 h 7"/>
                  <a:gd name="T10" fmla="*/ 9 w 17"/>
                  <a:gd name="T11" fmla="*/ 6 h 7"/>
                  <a:gd name="T12" fmla="*/ 6 w 17"/>
                  <a:gd name="T13" fmla="*/ 6 h 7"/>
                  <a:gd name="T14" fmla="*/ 2 w 17"/>
                  <a:gd name="T15" fmla="*/ 4 h 7"/>
                  <a:gd name="T16" fmla="*/ 0 w 17"/>
                  <a:gd name="T17" fmla="*/ 3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7"/>
                  <a:gd name="T29" fmla="*/ 17 w 17"/>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7">
                    <a:moveTo>
                      <a:pt x="0" y="3"/>
                    </a:moveTo>
                    <a:lnTo>
                      <a:pt x="4" y="0"/>
                    </a:lnTo>
                    <a:lnTo>
                      <a:pt x="10" y="0"/>
                    </a:lnTo>
                    <a:lnTo>
                      <a:pt x="16" y="2"/>
                    </a:lnTo>
                    <a:lnTo>
                      <a:pt x="12" y="5"/>
                    </a:lnTo>
                    <a:lnTo>
                      <a:pt x="9" y="6"/>
                    </a:lnTo>
                    <a:lnTo>
                      <a:pt x="6" y="6"/>
                    </a:lnTo>
                    <a:lnTo>
                      <a:pt x="2" y="4"/>
                    </a:lnTo>
                    <a:lnTo>
                      <a:pt x="0" y="3"/>
                    </a:lnTo>
                  </a:path>
                </a:pathLst>
              </a:custGeom>
              <a:solidFill>
                <a:srgbClr val="FFFFFF"/>
              </a:solidFill>
              <a:ln w="9525" cap="rnd">
                <a:noFill/>
                <a:round/>
                <a:headEnd/>
                <a:tailEnd/>
              </a:ln>
            </p:spPr>
            <p:txBody>
              <a:bodyPr/>
              <a:lstStyle/>
              <a:p>
                <a:pPr algn="ctr"/>
                <a:endParaRPr lang="pt-BR" sz="2400"/>
              </a:p>
            </p:txBody>
          </p:sp>
          <p:sp>
            <p:nvSpPr>
              <p:cNvPr id="36" name="Freeform 496"/>
              <p:cNvSpPr>
                <a:spLocks/>
              </p:cNvSpPr>
              <p:nvPr/>
            </p:nvSpPr>
            <p:spPr bwMode="auto">
              <a:xfrm>
                <a:off x="1513" y="2210"/>
                <a:ext cx="26" cy="6"/>
              </a:xfrm>
              <a:custGeom>
                <a:avLst/>
                <a:gdLst>
                  <a:gd name="T0" fmla="*/ 0 w 26"/>
                  <a:gd name="T1" fmla="*/ 1 h 6"/>
                  <a:gd name="T2" fmla="*/ 6 w 26"/>
                  <a:gd name="T3" fmla="*/ 4 h 6"/>
                  <a:gd name="T4" fmla="*/ 14 w 26"/>
                  <a:gd name="T5" fmla="*/ 5 h 6"/>
                  <a:gd name="T6" fmla="*/ 19 w 26"/>
                  <a:gd name="T7" fmla="*/ 5 h 6"/>
                  <a:gd name="T8" fmla="*/ 21 w 26"/>
                  <a:gd name="T9" fmla="*/ 4 h 6"/>
                  <a:gd name="T10" fmla="*/ 24 w 26"/>
                  <a:gd name="T11" fmla="*/ 2 h 6"/>
                  <a:gd name="T12" fmla="*/ 25 w 26"/>
                  <a:gd name="T13" fmla="*/ 0 h 6"/>
                  <a:gd name="T14" fmla="*/ 18 w 26"/>
                  <a:gd name="T15" fmla="*/ 1 h 6"/>
                  <a:gd name="T16" fmla="*/ 14 w 26"/>
                  <a:gd name="T17" fmla="*/ 1 h 6"/>
                  <a:gd name="T18" fmla="*/ 8 w 26"/>
                  <a:gd name="T19" fmla="*/ 1 h 6"/>
                  <a:gd name="T20" fmla="*/ 0 w 26"/>
                  <a:gd name="T21" fmla="*/ 1 h 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
                  <a:gd name="T34" fmla="*/ 0 h 6"/>
                  <a:gd name="T35" fmla="*/ 26 w 26"/>
                  <a:gd name="T36" fmla="*/ 6 h 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 h="6">
                    <a:moveTo>
                      <a:pt x="0" y="1"/>
                    </a:moveTo>
                    <a:lnTo>
                      <a:pt x="6" y="4"/>
                    </a:lnTo>
                    <a:lnTo>
                      <a:pt x="14" y="5"/>
                    </a:lnTo>
                    <a:lnTo>
                      <a:pt x="19" y="5"/>
                    </a:lnTo>
                    <a:lnTo>
                      <a:pt x="21" y="4"/>
                    </a:lnTo>
                    <a:lnTo>
                      <a:pt x="24" y="2"/>
                    </a:lnTo>
                    <a:lnTo>
                      <a:pt x="25" y="0"/>
                    </a:lnTo>
                    <a:lnTo>
                      <a:pt x="18" y="1"/>
                    </a:lnTo>
                    <a:lnTo>
                      <a:pt x="14" y="1"/>
                    </a:lnTo>
                    <a:lnTo>
                      <a:pt x="8" y="1"/>
                    </a:lnTo>
                    <a:lnTo>
                      <a:pt x="0" y="1"/>
                    </a:lnTo>
                  </a:path>
                </a:pathLst>
              </a:custGeom>
              <a:solidFill>
                <a:srgbClr val="FF0000"/>
              </a:solidFill>
              <a:ln w="9525" cap="rnd">
                <a:noFill/>
                <a:round/>
                <a:headEnd/>
                <a:tailEnd/>
              </a:ln>
            </p:spPr>
            <p:txBody>
              <a:bodyPr/>
              <a:lstStyle/>
              <a:p>
                <a:pPr algn="ctr"/>
                <a:endParaRPr lang="pt-BR" sz="2400"/>
              </a:p>
            </p:txBody>
          </p:sp>
          <p:sp>
            <p:nvSpPr>
              <p:cNvPr id="37" name="Freeform 497"/>
              <p:cNvSpPr>
                <a:spLocks/>
              </p:cNvSpPr>
              <p:nvPr/>
            </p:nvSpPr>
            <p:spPr bwMode="auto">
              <a:xfrm>
                <a:off x="1934" y="2230"/>
                <a:ext cx="343" cy="304"/>
              </a:xfrm>
              <a:custGeom>
                <a:avLst/>
                <a:gdLst>
                  <a:gd name="T0" fmla="*/ 44 w 343"/>
                  <a:gd name="T1" fmla="*/ 231 h 304"/>
                  <a:gd name="T2" fmla="*/ 102 w 343"/>
                  <a:gd name="T3" fmla="*/ 201 h 304"/>
                  <a:gd name="T4" fmla="*/ 122 w 343"/>
                  <a:gd name="T5" fmla="*/ 178 h 304"/>
                  <a:gd name="T6" fmla="*/ 139 w 343"/>
                  <a:gd name="T7" fmla="*/ 224 h 304"/>
                  <a:gd name="T8" fmla="*/ 140 w 343"/>
                  <a:gd name="T9" fmla="*/ 240 h 304"/>
                  <a:gd name="T10" fmla="*/ 133 w 343"/>
                  <a:gd name="T11" fmla="*/ 241 h 304"/>
                  <a:gd name="T12" fmla="*/ 119 w 343"/>
                  <a:gd name="T13" fmla="*/ 239 h 304"/>
                  <a:gd name="T14" fmla="*/ 108 w 343"/>
                  <a:gd name="T15" fmla="*/ 238 h 304"/>
                  <a:gd name="T16" fmla="*/ 101 w 343"/>
                  <a:gd name="T17" fmla="*/ 235 h 304"/>
                  <a:gd name="T18" fmla="*/ 88 w 343"/>
                  <a:gd name="T19" fmla="*/ 237 h 304"/>
                  <a:gd name="T20" fmla="*/ 76 w 343"/>
                  <a:gd name="T21" fmla="*/ 234 h 304"/>
                  <a:gd name="T22" fmla="*/ 61 w 343"/>
                  <a:gd name="T23" fmla="*/ 230 h 304"/>
                  <a:gd name="T24" fmla="*/ 49 w 343"/>
                  <a:gd name="T25" fmla="*/ 236 h 304"/>
                  <a:gd name="T26" fmla="*/ 39 w 343"/>
                  <a:gd name="T27" fmla="*/ 253 h 304"/>
                  <a:gd name="T28" fmla="*/ 47 w 343"/>
                  <a:gd name="T29" fmla="*/ 279 h 304"/>
                  <a:gd name="T30" fmla="*/ 78 w 343"/>
                  <a:gd name="T31" fmla="*/ 283 h 304"/>
                  <a:gd name="T32" fmla="*/ 119 w 343"/>
                  <a:gd name="T33" fmla="*/ 292 h 304"/>
                  <a:gd name="T34" fmla="*/ 146 w 343"/>
                  <a:gd name="T35" fmla="*/ 300 h 304"/>
                  <a:gd name="T36" fmla="*/ 211 w 343"/>
                  <a:gd name="T37" fmla="*/ 303 h 304"/>
                  <a:gd name="T38" fmla="*/ 236 w 343"/>
                  <a:gd name="T39" fmla="*/ 301 h 304"/>
                  <a:gd name="T40" fmla="*/ 261 w 343"/>
                  <a:gd name="T41" fmla="*/ 294 h 304"/>
                  <a:gd name="T42" fmla="*/ 337 w 343"/>
                  <a:gd name="T43" fmla="*/ 214 h 304"/>
                  <a:gd name="T44" fmla="*/ 342 w 343"/>
                  <a:gd name="T45" fmla="*/ 133 h 304"/>
                  <a:gd name="T46" fmla="*/ 331 w 343"/>
                  <a:gd name="T47" fmla="*/ 95 h 304"/>
                  <a:gd name="T48" fmla="*/ 320 w 343"/>
                  <a:gd name="T49" fmla="*/ 74 h 304"/>
                  <a:gd name="T50" fmla="*/ 299 w 343"/>
                  <a:gd name="T51" fmla="*/ 47 h 304"/>
                  <a:gd name="T52" fmla="*/ 259 w 343"/>
                  <a:gd name="T53" fmla="*/ 28 h 304"/>
                  <a:gd name="T54" fmla="*/ 250 w 343"/>
                  <a:gd name="T55" fmla="*/ 31 h 304"/>
                  <a:gd name="T56" fmla="*/ 242 w 343"/>
                  <a:gd name="T57" fmla="*/ 26 h 304"/>
                  <a:gd name="T58" fmla="*/ 235 w 343"/>
                  <a:gd name="T59" fmla="*/ 15 h 304"/>
                  <a:gd name="T60" fmla="*/ 220 w 343"/>
                  <a:gd name="T61" fmla="*/ 9 h 304"/>
                  <a:gd name="T62" fmla="*/ 208 w 343"/>
                  <a:gd name="T63" fmla="*/ 0 h 304"/>
                  <a:gd name="T64" fmla="*/ 192 w 343"/>
                  <a:gd name="T65" fmla="*/ 1 h 304"/>
                  <a:gd name="T66" fmla="*/ 124 w 343"/>
                  <a:gd name="T67" fmla="*/ 44 h 304"/>
                  <a:gd name="T68" fmla="*/ 113 w 343"/>
                  <a:gd name="T69" fmla="*/ 53 h 304"/>
                  <a:gd name="T70" fmla="*/ 106 w 343"/>
                  <a:gd name="T71" fmla="*/ 60 h 304"/>
                  <a:gd name="T72" fmla="*/ 92 w 343"/>
                  <a:gd name="T73" fmla="*/ 66 h 304"/>
                  <a:gd name="T74" fmla="*/ 78 w 343"/>
                  <a:gd name="T75" fmla="*/ 109 h 304"/>
                  <a:gd name="T76" fmla="*/ 77 w 343"/>
                  <a:gd name="T77" fmla="*/ 124 h 304"/>
                  <a:gd name="T78" fmla="*/ 72 w 343"/>
                  <a:gd name="T79" fmla="*/ 144 h 304"/>
                  <a:gd name="T80" fmla="*/ 58 w 343"/>
                  <a:gd name="T81" fmla="*/ 148 h 304"/>
                  <a:gd name="T82" fmla="*/ 52 w 343"/>
                  <a:gd name="T83" fmla="*/ 155 h 304"/>
                  <a:gd name="T84" fmla="*/ 51 w 343"/>
                  <a:gd name="T85" fmla="*/ 164 h 304"/>
                  <a:gd name="T86" fmla="*/ 42 w 343"/>
                  <a:gd name="T87" fmla="*/ 172 h 304"/>
                  <a:gd name="T88" fmla="*/ 17 w 343"/>
                  <a:gd name="T89" fmla="*/ 189 h 304"/>
                  <a:gd name="T90" fmla="*/ 0 w 343"/>
                  <a:gd name="T91" fmla="*/ 211 h 304"/>
                  <a:gd name="T92" fmla="*/ 20 w 343"/>
                  <a:gd name="T93" fmla="*/ 228 h 304"/>
                  <a:gd name="T94" fmla="*/ 44 w 343"/>
                  <a:gd name="T95" fmla="*/ 231 h 3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43"/>
                  <a:gd name="T145" fmla="*/ 0 h 304"/>
                  <a:gd name="T146" fmla="*/ 343 w 343"/>
                  <a:gd name="T147" fmla="*/ 304 h 30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43" h="304">
                    <a:moveTo>
                      <a:pt x="44" y="231"/>
                    </a:moveTo>
                    <a:lnTo>
                      <a:pt x="102" y="201"/>
                    </a:lnTo>
                    <a:lnTo>
                      <a:pt x="122" y="178"/>
                    </a:lnTo>
                    <a:lnTo>
                      <a:pt x="139" y="224"/>
                    </a:lnTo>
                    <a:lnTo>
                      <a:pt x="140" y="240"/>
                    </a:lnTo>
                    <a:lnTo>
                      <a:pt x="133" y="241"/>
                    </a:lnTo>
                    <a:lnTo>
                      <a:pt x="119" y="239"/>
                    </a:lnTo>
                    <a:lnTo>
                      <a:pt x="108" y="238"/>
                    </a:lnTo>
                    <a:lnTo>
                      <a:pt x="101" y="235"/>
                    </a:lnTo>
                    <a:lnTo>
                      <a:pt x="88" y="237"/>
                    </a:lnTo>
                    <a:lnTo>
                      <a:pt x="76" y="234"/>
                    </a:lnTo>
                    <a:lnTo>
                      <a:pt x="61" y="230"/>
                    </a:lnTo>
                    <a:lnTo>
                      <a:pt x="49" y="236"/>
                    </a:lnTo>
                    <a:lnTo>
                      <a:pt x="39" y="253"/>
                    </a:lnTo>
                    <a:lnTo>
                      <a:pt x="47" y="279"/>
                    </a:lnTo>
                    <a:lnTo>
                      <a:pt x="78" y="283"/>
                    </a:lnTo>
                    <a:lnTo>
                      <a:pt x="119" y="292"/>
                    </a:lnTo>
                    <a:lnTo>
                      <a:pt x="146" y="300"/>
                    </a:lnTo>
                    <a:lnTo>
                      <a:pt x="211" y="303"/>
                    </a:lnTo>
                    <a:lnTo>
                      <a:pt x="236" y="301"/>
                    </a:lnTo>
                    <a:lnTo>
                      <a:pt x="261" y="294"/>
                    </a:lnTo>
                    <a:lnTo>
                      <a:pt x="337" y="214"/>
                    </a:lnTo>
                    <a:lnTo>
                      <a:pt x="342" y="133"/>
                    </a:lnTo>
                    <a:lnTo>
                      <a:pt x="331" y="95"/>
                    </a:lnTo>
                    <a:lnTo>
                      <a:pt x="320" y="74"/>
                    </a:lnTo>
                    <a:lnTo>
                      <a:pt x="299" y="47"/>
                    </a:lnTo>
                    <a:lnTo>
                      <a:pt x="259" y="28"/>
                    </a:lnTo>
                    <a:lnTo>
                      <a:pt x="250" y="31"/>
                    </a:lnTo>
                    <a:lnTo>
                      <a:pt x="242" y="26"/>
                    </a:lnTo>
                    <a:lnTo>
                      <a:pt x="235" y="15"/>
                    </a:lnTo>
                    <a:lnTo>
                      <a:pt x="220" y="9"/>
                    </a:lnTo>
                    <a:lnTo>
                      <a:pt x="208" y="0"/>
                    </a:lnTo>
                    <a:lnTo>
                      <a:pt x="192" y="1"/>
                    </a:lnTo>
                    <a:lnTo>
                      <a:pt x="124" y="44"/>
                    </a:lnTo>
                    <a:lnTo>
                      <a:pt x="113" y="53"/>
                    </a:lnTo>
                    <a:lnTo>
                      <a:pt x="106" y="60"/>
                    </a:lnTo>
                    <a:lnTo>
                      <a:pt x="92" y="66"/>
                    </a:lnTo>
                    <a:lnTo>
                      <a:pt x="78" y="109"/>
                    </a:lnTo>
                    <a:lnTo>
                      <a:pt x="77" y="124"/>
                    </a:lnTo>
                    <a:lnTo>
                      <a:pt x="72" y="144"/>
                    </a:lnTo>
                    <a:lnTo>
                      <a:pt x="58" y="148"/>
                    </a:lnTo>
                    <a:lnTo>
                      <a:pt x="52" y="155"/>
                    </a:lnTo>
                    <a:lnTo>
                      <a:pt x="51" y="164"/>
                    </a:lnTo>
                    <a:lnTo>
                      <a:pt x="42" y="172"/>
                    </a:lnTo>
                    <a:lnTo>
                      <a:pt x="17" y="189"/>
                    </a:lnTo>
                    <a:lnTo>
                      <a:pt x="0" y="211"/>
                    </a:lnTo>
                    <a:lnTo>
                      <a:pt x="20" y="228"/>
                    </a:lnTo>
                    <a:lnTo>
                      <a:pt x="44" y="231"/>
                    </a:lnTo>
                  </a:path>
                </a:pathLst>
              </a:custGeom>
              <a:solidFill>
                <a:srgbClr val="FFFFFF"/>
              </a:solidFill>
              <a:ln w="9525" cap="rnd">
                <a:noFill/>
                <a:round/>
                <a:headEnd/>
                <a:tailEnd/>
              </a:ln>
            </p:spPr>
            <p:txBody>
              <a:bodyPr/>
              <a:lstStyle/>
              <a:p>
                <a:pPr algn="ctr"/>
                <a:endParaRPr lang="pt-BR" sz="2400"/>
              </a:p>
            </p:txBody>
          </p:sp>
          <p:sp>
            <p:nvSpPr>
              <p:cNvPr id="38" name="Freeform 498"/>
              <p:cNvSpPr>
                <a:spLocks/>
              </p:cNvSpPr>
              <p:nvPr/>
            </p:nvSpPr>
            <p:spPr bwMode="auto">
              <a:xfrm>
                <a:off x="1969" y="2308"/>
                <a:ext cx="101" cy="159"/>
              </a:xfrm>
              <a:custGeom>
                <a:avLst/>
                <a:gdLst>
                  <a:gd name="T0" fmla="*/ 50 w 101"/>
                  <a:gd name="T1" fmla="*/ 22 h 159"/>
                  <a:gd name="T2" fmla="*/ 49 w 101"/>
                  <a:gd name="T3" fmla="*/ 31 h 159"/>
                  <a:gd name="T4" fmla="*/ 52 w 101"/>
                  <a:gd name="T5" fmla="*/ 35 h 159"/>
                  <a:gd name="T6" fmla="*/ 58 w 101"/>
                  <a:gd name="T7" fmla="*/ 38 h 159"/>
                  <a:gd name="T8" fmla="*/ 62 w 101"/>
                  <a:gd name="T9" fmla="*/ 42 h 159"/>
                  <a:gd name="T10" fmla="*/ 62 w 101"/>
                  <a:gd name="T11" fmla="*/ 50 h 159"/>
                  <a:gd name="T12" fmla="*/ 48 w 101"/>
                  <a:gd name="T13" fmla="*/ 53 h 159"/>
                  <a:gd name="T14" fmla="*/ 44 w 101"/>
                  <a:gd name="T15" fmla="*/ 53 h 159"/>
                  <a:gd name="T16" fmla="*/ 40 w 101"/>
                  <a:gd name="T17" fmla="*/ 49 h 159"/>
                  <a:gd name="T18" fmla="*/ 37 w 101"/>
                  <a:gd name="T19" fmla="*/ 65 h 159"/>
                  <a:gd name="T20" fmla="*/ 20 w 101"/>
                  <a:gd name="T21" fmla="*/ 74 h 159"/>
                  <a:gd name="T22" fmla="*/ 48 w 101"/>
                  <a:gd name="T23" fmla="*/ 65 h 159"/>
                  <a:gd name="T24" fmla="*/ 54 w 101"/>
                  <a:gd name="T25" fmla="*/ 65 h 159"/>
                  <a:gd name="T26" fmla="*/ 52 w 101"/>
                  <a:gd name="T27" fmla="*/ 68 h 159"/>
                  <a:gd name="T28" fmla="*/ 32 w 101"/>
                  <a:gd name="T29" fmla="*/ 80 h 159"/>
                  <a:gd name="T30" fmla="*/ 53 w 101"/>
                  <a:gd name="T31" fmla="*/ 80 h 159"/>
                  <a:gd name="T32" fmla="*/ 53 w 101"/>
                  <a:gd name="T33" fmla="*/ 88 h 159"/>
                  <a:gd name="T34" fmla="*/ 10 w 101"/>
                  <a:gd name="T35" fmla="*/ 92 h 159"/>
                  <a:gd name="T36" fmla="*/ 0 w 101"/>
                  <a:gd name="T37" fmla="*/ 99 h 159"/>
                  <a:gd name="T38" fmla="*/ 12 w 101"/>
                  <a:gd name="T39" fmla="*/ 103 h 159"/>
                  <a:gd name="T40" fmla="*/ 20 w 101"/>
                  <a:gd name="T41" fmla="*/ 110 h 159"/>
                  <a:gd name="T42" fmla="*/ 20 w 101"/>
                  <a:gd name="T43" fmla="*/ 115 h 159"/>
                  <a:gd name="T44" fmla="*/ 13 w 101"/>
                  <a:gd name="T45" fmla="*/ 123 h 159"/>
                  <a:gd name="T46" fmla="*/ 13 w 101"/>
                  <a:gd name="T47" fmla="*/ 131 h 159"/>
                  <a:gd name="T48" fmla="*/ 17 w 101"/>
                  <a:gd name="T49" fmla="*/ 139 h 159"/>
                  <a:gd name="T50" fmla="*/ 6 w 101"/>
                  <a:gd name="T51" fmla="*/ 150 h 159"/>
                  <a:gd name="T52" fmla="*/ 16 w 101"/>
                  <a:gd name="T53" fmla="*/ 158 h 159"/>
                  <a:gd name="T54" fmla="*/ 27 w 101"/>
                  <a:gd name="T55" fmla="*/ 152 h 159"/>
                  <a:gd name="T56" fmla="*/ 34 w 101"/>
                  <a:gd name="T57" fmla="*/ 154 h 159"/>
                  <a:gd name="T58" fmla="*/ 49 w 101"/>
                  <a:gd name="T59" fmla="*/ 142 h 159"/>
                  <a:gd name="T60" fmla="*/ 71 w 101"/>
                  <a:gd name="T61" fmla="*/ 118 h 159"/>
                  <a:gd name="T62" fmla="*/ 88 w 101"/>
                  <a:gd name="T63" fmla="*/ 99 h 159"/>
                  <a:gd name="T64" fmla="*/ 97 w 101"/>
                  <a:gd name="T65" fmla="*/ 127 h 159"/>
                  <a:gd name="T66" fmla="*/ 100 w 101"/>
                  <a:gd name="T67" fmla="*/ 98 h 159"/>
                  <a:gd name="T68" fmla="*/ 100 w 101"/>
                  <a:gd name="T69" fmla="*/ 87 h 159"/>
                  <a:gd name="T70" fmla="*/ 90 w 101"/>
                  <a:gd name="T71" fmla="*/ 79 h 159"/>
                  <a:gd name="T72" fmla="*/ 81 w 101"/>
                  <a:gd name="T73" fmla="*/ 66 h 159"/>
                  <a:gd name="T74" fmla="*/ 73 w 101"/>
                  <a:gd name="T75" fmla="*/ 54 h 159"/>
                  <a:gd name="T76" fmla="*/ 67 w 101"/>
                  <a:gd name="T77" fmla="*/ 38 h 159"/>
                  <a:gd name="T78" fmla="*/ 60 w 101"/>
                  <a:gd name="T79" fmla="*/ 17 h 159"/>
                  <a:gd name="T80" fmla="*/ 57 w 101"/>
                  <a:gd name="T81" fmla="*/ 0 h 159"/>
                  <a:gd name="T82" fmla="*/ 51 w 101"/>
                  <a:gd name="T83" fmla="*/ 16 h 159"/>
                  <a:gd name="T84" fmla="*/ 50 w 101"/>
                  <a:gd name="T85" fmla="*/ 22 h 15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1"/>
                  <a:gd name="T130" fmla="*/ 0 h 159"/>
                  <a:gd name="T131" fmla="*/ 101 w 101"/>
                  <a:gd name="T132" fmla="*/ 159 h 15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1" h="159">
                    <a:moveTo>
                      <a:pt x="50" y="22"/>
                    </a:moveTo>
                    <a:lnTo>
                      <a:pt x="49" y="31"/>
                    </a:lnTo>
                    <a:lnTo>
                      <a:pt x="52" y="35"/>
                    </a:lnTo>
                    <a:lnTo>
                      <a:pt x="58" y="38"/>
                    </a:lnTo>
                    <a:lnTo>
                      <a:pt x="62" y="42"/>
                    </a:lnTo>
                    <a:lnTo>
                      <a:pt x="62" y="50"/>
                    </a:lnTo>
                    <a:lnTo>
                      <a:pt x="48" y="53"/>
                    </a:lnTo>
                    <a:lnTo>
                      <a:pt x="44" y="53"/>
                    </a:lnTo>
                    <a:lnTo>
                      <a:pt x="40" y="49"/>
                    </a:lnTo>
                    <a:lnTo>
                      <a:pt x="37" y="65"/>
                    </a:lnTo>
                    <a:lnTo>
                      <a:pt x="20" y="74"/>
                    </a:lnTo>
                    <a:lnTo>
                      <a:pt x="48" y="65"/>
                    </a:lnTo>
                    <a:lnTo>
                      <a:pt x="54" y="65"/>
                    </a:lnTo>
                    <a:lnTo>
                      <a:pt x="52" y="68"/>
                    </a:lnTo>
                    <a:lnTo>
                      <a:pt x="32" y="80"/>
                    </a:lnTo>
                    <a:lnTo>
                      <a:pt x="53" y="80"/>
                    </a:lnTo>
                    <a:lnTo>
                      <a:pt x="53" y="88"/>
                    </a:lnTo>
                    <a:lnTo>
                      <a:pt x="10" y="92"/>
                    </a:lnTo>
                    <a:lnTo>
                      <a:pt x="0" y="99"/>
                    </a:lnTo>
                    <a:lnTo>
                      <a:pt x="12" y="103"/>
                    </a:lnTo>
                    <a:lnTo>
                      <a:pt x="20" y="110"/>
                    </a:lnTo>
                    <a:lnTo>
                      <a:pt x="20" y="115"/>
                    </a:lnTo>
                    <a:lnTo>
                      <a:pt x="13" y="123"/>
                    </a:lnTo>
                    <a:lnTo>
                      <a:pt x="13" y="131"/>
                    </a:lnTo>
                    <a:lnTo>
                      <a:pt x="17" y="139"/>
                    </a:lnTo>
                    <a:lnTo>
                      <a:pt x="6" y="150"/>
                    </a:lnTo>
                    <a:lnTo>
                      <a:pt x="16" y="158"/>
                    </a:lnTo>
                    <a:lnTo>
                      <a:pt x="27" y="152"/>
                    </a:lnTo>
                    <a:lnTo>
                      <a:pt x="34" y="154"/>
                    </a:lnTo>
                    <a:lnTo>
                      <a:pt x="49" y="142"/>
                    </a:lnTo>
                    <a:lnTo>
                      <a:pt x="71" y="118"/>
                    </a:lnTo>
                    <a:lnTo>
                      <a:pt x="88" y="99"/>
                    </a:lnTo>
                    <a:lnTo>
                      <a:pt x="97" y="127"/>
                    </a:lnTo>
                    <a:lnTo>
                      <a:pt x="100" y="98"/>
                    </a:lnTo>
                    <a:lnTo>
                      <a:pt x="100" y="87"/>
                    </a:lnTo>
                    <a:lnTo>
                      <a:pt x="90" y="79"/>
                    </a:lnTo>
                    <a:lnTo>
                      <a:pt x="81" y="66"/>
                    </a:lnTo>
                    <a:lnTo>
                      <a:pt x="73" y="54"/>
                    </a:lnTo>
                    <a:lnTo>
                      <a:pt x="67" y="38"/>
                    </a:lnTo>
                    <a:lnTo>
                      <a:pt x="60" y="17"/>
                    </a:lnTo>
                    <a:lnTo>
                      <a:pt x="57" y="0"/>
                    </a:lnTo>
                    <a:lnTo>
                      <a:pt x="51" y="16"/>
                    </a:lnTo>
                    <a:lnTo>
                      <a:pt x="50" y="22"/>
                    </a:lnTo>
                  </a:path>
                </a:pathLst>
              </a:custGeom>
              <a:solidFill>
                <a:srgbClr val="B5B5B5"/>
              </a:solidFill>
              <a:ln w="9525" cap="rnd">
                <a:noFill/>
                <a:round/>
                <a:headEnd/>
                <a:tailEnd/>
              </a:ln>
            </p:spPr>
            <p:txBody>
              <a:bodyPr/>
              <a:lstStyle/>
              <a:p>
                <a:pPr algn="ctr"/>
                <a:endParaRPr lang="pt-BR" sz="2400"/>
              </a:p>
            </p:txBody>
          </p:sp>
          <p:sp>
            <p:nvSpPr>
              <p:cNvPr id="39" name="Freeform 499"/>
              <p:cNvSpPr>
                <a:spLocks/>
              </p:cNvSpPr>
              <p:nvPr/>
            </p:nvSpPr>
            <p:spPr bwMode="auto">
              <a:xfrm>
                <a:off x="2019" y="2310"/>
                <a:ext cx="209" cy="227"/>
              </a:xfrm>
              <a:custGeom>
                <a:avLst/>
                <a:gdLst>
                  <a:gd name="T0" fmla="*/ 71 w 209"/>
                  <a:gd name="T1" fmla="*/ 95 h 227"/>
                  <a:gd name="T2" fmla="*/ 99 w 209"/>
                  <a:gd name="T3" fmla="*/ 104 h 227"/>
                  <a:gd name="T4" fmla="*/ 123 w 209"/>
                  <a:gd name="T5" fmla="*/ 108 h 227"/>
                  <a:gd name="T6" fmla="*/ 139 w 209"/>
                  <a:gd name="T7" fmla="*/ 79 h 227"/>
                  <a:gd name="T8" fmla="*/ 138 w 209"/>
                  <a:gd name="T9" fmla="*/ 50 h 227"/>
                  <a:gd name="T10" fmla="*/ 155 w 209"/>
                  <a:gd name="T11" fmla="*/ 17 h 227"/>
                  <a:gd name="T12" fmla="*/ 191 w 209"/>
                  <a:gd name="T13" fmla="*/ 0 h 227"/>
                  <a:gd name="T14" fmla="*/ 162 w 209"/>
                  <a:gd name="T15" fmla="*/ 28 h 227"/>
                  <a:gd name="T16" fmla="*/ 153 w 209"/>
                  <a:gd name="T17" fmla="*/ 55 h 227"/>
                  <a:gd name="T18" fmla="*/ 153 w 209"/>
                  <a:gd name="T19" fmla="*/ 84 h 227"/>
                  <a:gd name="T20" fmla="*/ 171 w 209"/>
                  <a:gd name="T21" fmla="*/ 71 h 227"/>
                  <a:gd name="T22" fmla="*/ 193 w 209"/>
                  <a:gd name="T23" fmla="*/ 45 h 227"/>
                  <a:gd name="T24" fmla="*/ 208 w 209"/>
                  <a:gd name="T25" fmla="*/ 30 h 227"/>
                  <a:gd name="T26" fmla="*/ 208 w 209"/>
                  <a:gd name="T27" fmla="*/ 42 h 227"/>
                  <a:gd name="T28" fmla="*/ 191 w 209"/>
                  <a:gd name="T29" fmla="*/ 72 h 227"/>
                  <a:gd name="T30" fmla="*/ 165 w 209"/>
                  <a:gd name="T31" fmla="*/ 106 h 227"/>
                  <a:gd name="T32" fmla="*/ 144 w 209"/>
                  <a:gd name="T33" fmla="*/ 126 h 227"/>
                  <a:gd name="T34" fmla="*/ 129 w 209"/>
                  <a:gd name="T35" fmla="*/ 132 h 227"/>
                  <a:gd name="T36" fmla="*/ 129 w 209"/>
                  <a:gd name="T37" fmla="*/ 141 h 227"/>
                  <a:gd name="T38" fmla="*/ 140 w 209"/>
                  <a:gd name="T39" fmla="*/ 158 h 227"/>
                  <a:gd name="T40" fmla="*/ 150 w 209"/>
                  <a:gd name="T41" fmla="*/ 184 h 227"/>
                  <a:gd name="T42" fmla="*/ 142 w 209"/>
                  <a:gd name="T43" fmla="*/ 177 h 227"/>
                  <a:gd name="T44" fmla="*/ 133 w 209"/>
                  <a:gd name="T45" fmla="*/ 168 h 227"/>
                  <a:gd name="T46" fmla="*/ 121 w 209"/>
                  <a:gd name="T47" fmla="*/ 163 h 227"/>
                  <a:gd name="T48" fmla="*/ 110 w 209"/>
                  <a:gd name="T49" fmla="*/ 161 h 227"/>
                  <a:gd name="T50" fmla="*/ 100 w 209"/>
                  <a:gd name="T51" fmla="*/ 159 h 227"/>
                  <a:gd name="T52" fmla="*/ 106 w 209"/>
                  <a:gd name="T53" fmla="*/ 175 h 227"/>
                  <a:gd name="T54" fmla="*/ 123 w 209"/>
                  <a:gd name="T55" fmla="*/ 189 h 227"/>
                  <a:gd name="T56" fmla="*/ 136 w 209"/>
                  <a:gd name="T57" fmla="*/ 197 h 227"/>
                  <a:gd name="T58" fmla="*/ 130 w 209"/>
                  <a:gd name="T59" fmla="*/ 183 h 227"/>
                  <a:gd name="T60" fmla="*/ 144 w 209"/>
                  <a:gd name="T61" fmla="*/ 186 h 227"/>
                  <a:gd name="T62" fmla="*/ 149 w 209"/>
                  <a:gd name="T63" fmla="*/ 199 h 227"/>
                  <a:gd name="T64" fmla="*/ 147 w 209"/>
                  <a:gd name="T65" fmla="*/ 215 h 227"/>
                  <a:gd name="T66" fmla="*/ 138 w 209"/>
                  <a:gd name="T67" fmla="*/ 225 h 227"/>
                  <a:gd name="T68" fmla="*/ 121 w 209"/>
                  <a:gd name="T69" fmla="*/ 226 h 227"/>
                  <a:gd name="T70" fmla="*/ 103 w 209"/>
                  <a:gd name="T71" fmla="*/ 216 h 227"/>
                  <a:gd name="T72" fmla="*/ 95 w 209"/>
                  <a:gd name="T73" fmla="*/ 202 h 227"/>
                  <a:gd name="T74" fmla="*/ 86 w 209"/>
                  <a:gd name="T75" fmla="*/ 173 h 227"/>
                  <a:gd name="T76" fmla="*/ 71 w 209"/>
                  <a:gd name="T77" fmla="*/ 165 h 227"/>
                  <a:gd name="T78" fmla="*/ 35 w 209"/>
                  <a:gd name="T79" fmla="*/ 172 h 227"/>
                  <a:gd name="T80" fmla="*/ 13 w 209"/>
                  <a:gd name="T81" fmla="*/ 185 h 227"/>
                  <a:gd name="T82" fmla="*/ 10 w 209"/>
                  <a:gd name="T83" fmla="*/ 180 h 227"/>
                  <a:gd name="T84" fmla="*/ 16 w 209"/>
                  <a:gd name="T85" fmla="*/ 167 h 227"/>
                  <a:gd name="T86" fmla="*/ 0 w 209"/>
                  <a:gd name="T87" fmla="*/ 173 h 227"/>
                  <a:gd name="T88" fmla="*/ 6 w 209"/>
                  <a:gd name="T89" fmla="*/ 164 h 227"/>
                  <a:gd name="T90" fmla="*/ 26 w 209"/>
                  <a:gd name="T91" fmla="*/ 159 h 227"/>
                  <a:gd name="T92" fmla="*/ 40 w 209"/>
                  <a:gd name="T93" fmla="*/ 161 h 227"/>
                  <a:gd name="T94" fmla="*/ 49 w 209"/>
                  <a:gd name="T95" fmla="*/ 161 h 227"/>
                  <a:gd name="T96" fmla="*/ 69 w 209"/>
                  <a:gd name="T97" fmla="*/ 157 h 227"/>
                  <a:gd name="T98" fmla="*/ 71 w 209"/>
                  <a:gd name="T99" fmla="*/ 95 h 2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09"/>
                  <a:gd name="T151" fmla="*/ 0 h 227"/>
                  <a:gd name="T152" fmla="*/ 209 w 209"/>
                  <a:gd name="T153" fmla="*/ 227 h 227"/>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09" h="227">
                    <a:moveTo>
                      <a:pt x="71" y="95"/>
                    </a:moveTo>
                    <a:lnTo>
                      <a:pt x="99" y="104"/>
                    </a:lnTo>
                    <a:lnTo>
                      <a:pt x="123" y="108"/>
                    </a:lnTo>
                    <a:lnTo>
                      <a:pt x="139" y="79"/>
                    </a:lnTo>
                    <a:lnTo>
                      <a:pt x="138" y="50"/>
                    </a:lnTo>
                    <a:lnTo>
                      <a:pt x="155" y="17"/>
                    </a:lnTo>
                    <a:lnTo>
                      <a:pt x="191" y="0"/>
                    </a:lnTo>
                    <a:lnTo>
                      <a:pt x="162" y="28"/>
                    </a:lnTo>
                    <a:lnTo>
                      <a:pt x="153" y="55"/>
                    </a:lnTo>
                    <a:lnTo>
                      <a:pt x="153" y="84"/>
                    </a:lnTo>
                    <a:lnTo>
                      <a:pt x="171" y="71"/>
                    </a:lnTo>
                    <a:lnTo>
                      <a:pt x="193" y="45"/>
                    </a:lnTo>
                    <a:lnTo>
                      <a:pt x="208" y="30"/>
                    </a:lnTo>
                    <a:lnTo>
                      <a:pt x="208" y="42"/>
                    </a:lnTo>
                    <a:lnTo>
                      <a:pt x="191" y="72"/>
                    </a:lnTo>
                    <a:lnTo>
                      <a:pt x="165" y="106"/>
                    </a:lnTo>
                    <a:lnTo>
                      <a:pt x="144" y="126"/>
                    </a:lnTo>
                    <a:lnTo>
                      <a:pt x="129" y="132"/>
                    </a:lnTo>
                    <a:lnTo>
                      <a:pt x="129" y="141"/>
                    </a:lnTo>
                    <a:lnTo>
                      <a:pt x="140" y="158"/>
                    </a:lnTo>
                    <a:lnTo>
                      <a:pt x="150" y="184"/>
                    </a:lnTo>
                    <a:lnTo>
                      <a:pt x="142" y="177"/>
                    </a:lnTo>
                    <a:lnTo>
                      <a:pt x="133" y="168"/>
                    </a:lnTo>
                    <a:lnTo>
                      <a:pt x="121" y="163"/>
                    </a:lnTo>
                    <a:lnTo>
                      <a:pt x="110" y="161"/>
                    </a:lnTo>
                    <a:lnTo>
                      <a:pt x="100" y="159"/>
                    </a:lnTo>
                    <a:lnTo>
                      <a:pt x="106" y="175"/>
                    </a:lnTo>
                    <a:lnTo>
                      <a:pt x="123" y="189"/>
                    </a:lnTo>
                    <a:lnTo>
                      <a:pt x="136" y="197"/>
                    </a:lnTo>
                    <a:lnTo>
                      <a:pt x="130" y="183"/>
                    </a:lnTo>
                    <a:lnTo>
                      <a:pt x="144" y="186"/>
                    </a:lnTo>
                    <a:lnTo>
                      <a:pt x="149" y="199"/>
                    </a:lnTo>
                    <a:lnTo>
                      <a:pt x="147" y="215"/>
                    </a:lnTo>
                    <a:lnTo>
                      <a:pt x="138" y="225"/>
                    </a:lnTo>
                    <a:lnTo>
                      <a:pt x="121" y="226"/>
                    </a:lnTo>
                    <a:lnTo>
                      <a:pt x="103" y="216"/>
                    </a:lnTo>
                    <a:lnTo>
                      <a:pt x="95" y="202"/>
                    </a:lnTo>
                    <a:lnTo>
                      <a:pt x="86" y="173"/>
                    </a:lnTo>
                    <a:lnTo>
                      <a:pt x="71" y="165"/>
                    </a:lnTo>
                    <a:lnTo>
                      <a:pt x="35" y="172"/>
                    </a:lnTo>
                    <a:lnTo>
                      <a:pt x="13" y="185"/>
                    </a:lnTo>
                    <a:lnTo>
                      <a:pt x="10" y="180"/>
                    </a:lnTo>
                    <a:lnTo>
                      <a:pt x="16" y="167"/>
                    </a:lnTo>
                    <a:lnTo>
                      <a:pt x="0" y="173"/>
                    </a:lnTo>
                    <a:lnTo>
                      <a:pt x="6" y="164"/>
                    </a:lnTo>
                    <a:lnTo>
                      <a:pt x="26" y="159"/>
                    </a:lnTo>
                    <a:lnTo>
                      <a:pt x="40" y="161"/>
                    </a:lnTo>
                    <a:lnTo>
                      <a:pt x="49" y="161"/>
                    </a:lnTo>
                    <a:lnTo>
                      <a:pt x="69" y="157"/>
                    </a:lnTo>
                    <a:lnTo>
                      <a:pt x="71" y="95"/>
                    </a:lnTo>
                  </a:path>
                </a:pathLst>
              </a:custGeom>
              <a:solidFill>
                <a:srgbClr val="B5B5B5"/>
              </a:solidFill>
              <a:ln w="9525" cap="rnd">
                <a:noFill/>
                <a:round/>
                <a:headEnd/>
                <a:tailEnd/>
              </a:ln>
            </p:spPr>
            <p:txBody>
              <a:bodyPr/>
              <a:lstStyle/>
              <a:p>
                <a:pPr algn="ctr"/>
                <a:endParaRPr lang="pt-BR" sz="2400"/>
              </a:p>
            </p:txBody>
          </p:sp>
          <p:sp>
            <p:nvSpPr>
              <p:cNvPr id="40" name="Freeform 500"/>
              <p:cNvSpPr>
                <a:spLocks/>
              </p:cNvSpPr>
              <p:nvPr/>
            </p:nvSpPr>
            <p:spPr bwMode="auto">
              <a:xfrm>
                <a:off x="2086" y="2309"/>
                <a:ext cx="38" cy="104"/>
              </a:xfrm>
              <a:custGeom>
                <a:avLst/>
                <a:gdLst>
                  <a:gd name="T0" fmla="*/ 10 w 38"/>
                  <a:gd name="T1" fmla="*/ 101 h 104"/>
                  <a:gd name="T2" fmla="*/ 12 w 38"/>
                  <a:gd name="T3" fmla="*/ 81 h 104"/>
                  <a:gd name="T4" fmla="*/ 17 w 38"/>
                  <a:gd name="T5" fmla="*/ 56 h 104"/>
                  <a:gd name="T6" fmla="*/ 17 w 38"/>
                  <a:gd name="T7" fmla="*/ 43 h 104"/>
                  <a:gd name="T8" fmla="*/ 13 w 38"/>
                  <a:gd name="T9" fmla="*/ 32 h 104"/>
                  <a:gd name="T10" fmla="*/ 14 w 38"/>
                  <a:gd name="T11" fmla="*/ 22 h 104"/>
                  <a:gd name="T12" fmla="*/ 19 w 38"/>
                  <a:gd name="T13" fmla="*/ 9 h 104"/>
                  <a:gd name="T14" fmla="*/ 37 w 38"/>
                  <a:gd name="T15" fmla="*/ 10 h 104"/>
                  <a:gd name="T16" fmla="*/ 10 w 38"/>
                  <a:gd name="T17" fmla="*/ 0 h 104"/>
                  <a:gd name="T18" fmla="*/ 0 w 38"/>
                  <a:gd name="T19" fmla="*/ 23 h 104"/>
                  <a:gd name="T20" fmla="*/ 2 w 38"/>
                  <a:gd name="T21" fmla="*/ 103 h 104"/>
                  <a:gd name="T22" fmla="*/ 10 w 38"/>
                  <a:gd name="T23" fmla="*/ 101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4"/>
                  <a:gd name="T38" fmla="*/ 38 w 38"/>
                  <a:gd name="T39" fmla="*/ 104 h 10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4">
                    <a:moveTo>
                      <a:pt x="10" y="101"/>
                    </a:moveTo>
                    <a:lnTo>
                      <a:pt x="12" y="81"/>
                    </a:lnTo>
                    <a:lnTo>
                      <a:pt x="17" y="56"/>
                    </a:lnTo>
                    <a:lnTo>
                      <a:pt x="17" y="43"/>
                    </a:lnTo>
                    <a:lnTo>
                      <a:pt x="13" y="32"/>
                    </a:lnTo>
                    <a:lnTo>
                      <a:pt x="14" y="22"/>
                    </a:lnTo>
                    <a:lnTo>
                      <a:pt x="19" y="9"/>
                    </a:lnTo>
                    <a:lnTo>
                      <a:pt x="37" y="10"/>
                    </a:lnTo>
                    <a:lnTo>
                      <a:pt x="10" y="0"/>
                    </a:lnTo>
                    <a:lnTo>
                      <a:pt x="0" y="23"/>
                    </a:lnTo>
                    <a:lnTo>
                      <a:pt x="2" y="103"/>
                    </a:lnTo>
                    <a:lnTo>
                      <a:pt x="10" y="101"/>
                    </a:lnTo>
                  </a:path>
                </a:pathLst>
              </a:custGeom>
              <a:solidFill>
                <a:srgbClr val="B5B5B5"/>
              </a:solidFill>
              <a:ln w="9525" cap="rnd">
                <a:noFill/>
                <a:round/>
                <a:headEnd/>
                <a:tailEnd/>
              </a:ln>
            </p:spPr>
            <p:txBody>
              <a:bodyPr/>
              <a:lstStyle/>
              <a:p>
                <a:pPr algn="ctr"/>
                <a:endParaRPr lang="pt-BR" sz="2400"/>
              </a:p>
            </p:txBody>
          </p:sp>
          <p:sp>
            <p:nvSpPr>
              <p:cNvPr id="41" name="Freeform 501"/>
              <p:cNvSpPr>
                <a:spLocks/>
              </p:cNvSpPr>
              <p:nvPr/>
            </p:nvSpPr>
            <p:spPr bwMode="auto">
              <a:xfrm>
                <a:off x="2132" y="2230"/>
                <a:ext cx="145" cy="310"/>
              </a:xfrm>
              <a:custGeom>
                <a:avLst/>
                <a:gdLst>
                  <a:gd name="T0" fmla="*/ 3 w 145"/>
                  <a:gd name="T1" fmla="*/ 13 h 310"/>
                  <a:gd name="T2" fmla="*/ 13 w 145"/>
                  <a:gd name="T3" fmla="*/ 32 h 310"/>
                  <a:gd name="T4" fmla="*/ 10 w 145"/>
                  <a:gd name="T5" fmla="*/ 66 h 310"/>
                  <a:gd name="T6" fmla="*/ 23 w 145"/>
                  <a:gd name="T7" fmla="*/ 17 h 310"/>
                  <a:gd name="T8" fmla="*/ 29 w 145"/>
                  <a:gd name="T9" fmla="*/ 16 h 310"/>
                  <a:gd name="T10" fmla="*/ 35 w 145"/>
                  <a:gd name="T11" fmla="*/ 24 h 310"/>
                  <a:gd name="T12" fmla="*/ 33 w 145"/>
                  <a:gd name="T13" fmla="*/ 33 h 310"/>
                  <a:gd name="T14" fmla="*/ 26 w 145"/>
                  <a:gd name="T15" fmla="*/ 50 h 310"/>
                  <a:gd name="T16" fmla="*/ 39 w 145"/>
                  <a:gd name="T17" fmla="*/ 37 h 310"/>
                  <a:gd name="T18" fmla="*/ 44 w 145"/>
                  <a:gd name="T19" fmla="*/ 39 h 310"/>
                  <a:gd name="T20" fmla="*/ 18 w 145"/>
                  <a:gd name="T21" fmla="*/ 79 h 310"/>
                  <a:gd name="T22" fmla="*/ 65 w 145"/>
                  <a:gd name="T23" fmla="*/ 34 h 310"/>
                  <a:gd name="T24" fmla="*/ 94 w 145"/>
                  <a:gd name="T25" fmla="*/ 48 h 310"/>
                  <a:gd name="T26" fmla="*/ 100 w 145"/>
                  <a:gd name="T27" fmla="*/ 67 h 310"/>
                  <a:gd name="T28" fmla="*/ 120 w 145"/>
                  <a:gd name="T29" fmla="*/ 86 h 310"/>
                  <a:gd name="T30" fmla="*/ 122 w 145"/>
                  <a:gd name="T31" fmla="*/ 104 h 310"/>
                  <a:gd name="T32" fmla="*/ 131 w 145"/>
                  <a:gd name="T33" fmla="*/ 120 h 310"/>
                  <a:gd name="T34" fmla="*/ 126 w 145"/>
                  <a:gd name="T35" fmla="*/ 137 h 310"/>
                  <a:gd name="T36" fmla="*/ 102 w 145"/>
                  <a:gd name="T37" fmla="*/ 147 h 310"/>
                  <a:gd name="T38" fmla="*/ 103 w 145"/>
                  <a:gd name="T39" fmla="*/ 154 h 310"/>
                  <a:gd name="T40" fmla="*/ 124 w 145"/>
                  <a:gd name="T41" fmla="*/ 171 h 310"/>
                  <a:gd name="T42" fmla="*/ 108 w 145"/>
                  <a:gd name="T43" fmla="*/ 172 h 310"/>
                  <a:gd name="T44" fmla="*/ 91 w 145"/>
                  <a:gd name="T45" fmla="*/ 165 h 310"/>
                  <a:gd name="T46" fmla="*/ 127 w 145"/>
                  <a:gd name="T47" fmla="*/ 199 h 310"/>
                  <a:gd name="T48" fmla="*/ 122 w 145"/>
                  <a:gd name="T49" fmla="*/ 203 h 310"/>
                  <a:gd name="T50" fmla="*/ 97 w 145"/>
                  <a:gd name="T51" fmla="*/ 199 h 310"/>
                  <a:gd name="T52" fmla="*/ 97 w 145"/>
                  <a:gd name="T53" fmla="*/ 221 h 310"/>
                  <a:gd name="T54" fmla="*/ 86 w 145"/>
                  <a:gd name="T55" fmla="*/ 235 h 310"/>
                  <a:gd name="T56" fmla="*/ 77 w 145"/>
                  <a:gd name="T57" fmla="*/ 228 h 310"/>
                  <a:gd name="T58" fmla="*/ 58 w 145"/>
                  <a:gd name="T59" fmla="*/ 263 h 310"/>
                  <a:gd name="T60" fmla="*/ 36 w 145"/>
                  <a:gd name="T61" fmla="*/ 282 h 310"/>
                  <a:gd name="T62" fmla="*/ 27 w 145"/>
                  <a:gd name="T63" fmla="*/ 304 h 310"/>
                  <a:gd name="T64" fmla="*/ 34 w 145"/>
                  <a:gd name="T65" fmla="*/ 309 h 310"/>
                  <a:gd name="T66" fmla="*/ 93 w 145"/>
                  <a:gd name="T67" fmla="*/ 288 h 310"/>
                  <a:gd name="T68" fmla="*/ 144 w 145"/>
                  <a:gd name="T69" fmla="*/ 205 h 310"/>
                  <a:gd name="T70" fmla="*/ 144 w 145"/>
                  <a:gd name="T71" fmla="*/ 132 h 310"/>
                  <a:gd name="T72" fmla="*/ 129 w 145"/>
                  <a:gd name="T73" fmla="*/ 87 h 310"/>
                  <a:gd name="T74" fmla="*/ 120 w 145"/>
                  <a:gd name="T75" fmla="*/ 68 h 310"/>
                  <a:gd name="T76" fmla="*/ 110 w 145"/>
                  <a:gd name="T77" fmla="*/ 60 h 310"/>
                  <a:gd name="T78" fmla="*/ 100 w 145"/>
                  <a:gd name="T79" fmla="*/ 44 h 310"/>
                  <a:gd name="T80" fmla="*/ 59 w 145"/>
                  <a:gd name="T81" fmla="*/ 25 h 310"/>
                  <a:gd name="T82" fmla="*/ 50 w 145"/>
                  <a:gd name="T83" fmla="*/ 31 h 310"/>
                  <a:gd name="T84" fmla="*/ 44 w 145"/>
                  <a:gd name="T85" fmla="*/ 25 h 310"/>
                  <a:gd name="T86" fmla="*/ 42 w 145"/>
                  <a:gd name="T87" fmla="*/ 17 h 310"/>
                  <a:gd name="T88" fmla="*/ 26 w 145"/>
                  <a:gd name="T89" fmla="*/ 8 h 310"/>
                  <a:gd name="T90" fmla="*/ 18 w 145"/>
                  <a:gd name="T91" fmla="*/ 7 h 310"/>
                  <a:gd name="T92" fmla="*/ 10 w 145"/>
                  <a:gd name="T93" fmla="*/ 0 h 310"/>
                  <a:gd name="T94" fmla="*/ 0 w 145"/>
                  <a:gd name="T95" fmla="*/ 0 h 310"/>
                  <a:gd name="T96" fmla="*/ 3 w 145"/>
                  <a:gd name="T97" fmla="*/ 13 h 31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45"/>
                  <a:gd name="T148" fmla="*/ 0 h 310"/>
                  <a:gd name="T149" fmla="*/ 145 w 145"/>
                  <a:gd name="T150" fmla="*/ 310 h 31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45" h="310">
                    <a:moveTo>
                      <a:pt x="3" y="13"/>
                    </a:moveTo>
                    <a:lnTo>
                      <a:pt x="13" y="32"/>
                    </a:lnTo>
                    <a:lnTo>
                      <a:pt x="10" y="66"/>
                    </a:lnTo>
                    <a:lnTo>
                      <a:pt x="23" y="17"/>
                    </a:lnTo>
                    <a:lnTo>
                      <a:pt x="29" y="16"/>
                    </a:lnTo>
                    <a:lnTo>
                      <a:pt x="35" y="24"/>
                    </a:lnTo>
                    <a:lnTo>
                      <a:pt x="33" y="33"/>
                    </a:lnTo>
                    <a:lnTo>
                      <a:pt x="26" y="50"/>
                    </a:lnTo>
                    <a:lnTo>
                      <a:pt x="39" y="37"/>
                    </a:lnTo>
                    <a:lnTo>
                      <a:pt x="44" y="39"/>
                    </a:lnTo>
                    <a:lnTo>
                      <a:pt x="18" y="79"/>
                    </a:lnTo>
                    <a:lnTo>
                      <a:pt x="65" y="34"/>
                    </a:lnTo>
                    <a:lnTo>
                      <a:pt x="94" y="48"/>
                    </a:lnTo>
                    <a:lnTo>
                      <a:pt x="100" y="67"/>
                    </a:lnTo>
                    <a:lnTo>
                      <a:pt x="120" y="86"/>
                    </a:lnTo>
                    <a:lnTo>
                      <a:pt x="122" y="104"/>
                    </a:lnTo>
                    <a:lnTo>
                      <a:pt x="131" y="120"/>
                    </a:lnTo>
                    <a:lnTo>
                      <a:pt x="126" y="137"/>
                    </a:lnTo>
                    <a:lnTo>
                      <a:pt x="102" y="147"/>
                    </a:lnTo>
                    <a:lnTo>
                      <a:pt x="103" y="154"/>
                    </a:lnTo>
                    <a:lnTo>
                      <a:pt x="124" y="171"/>
                    </a:lnTo>
                    <a:lnTo>
                      <a:pt x="108" y="172"/>
                    </a:lnTo>
                    <a:lnTo>
                      <a:pt x="91" y="165"/>
                    </a:lnTo>
                    <a:lnTo>
                      <a:pt x="127" y="199"/>
                    </a:lnTo>
                    <a:lnTo>
                      <a:pt x="122" y="203"/>
                    </a:lnTo>
                    <a:lnTo>
                      <a:pt x="97" y="199"/>
                    </a:lnTo>
                    <a:lnTo>
                      <a:pt x="97" y="221"/>
                    </a:lnTo>
                    <a:lnTo>
                      <a:pt x="86" y="235"/>
                    </a:lnTo>
                    <a:lnTo>
                      <a:pt x="77" y="228"/>
                    </a:lnTo>
                    <a:lnTo>
                      <a:pt x="58" y="263"/>
                    </a:lnTo>
                    <a:lnTo>
                      <a:pt x="36" y="282"/>
                    </a:lnTo>
                    <a:lnTo>
                      <a:pt x="27" y="304"/>
                    </a:lnTo>
                    <a:lnTo>
                      <a:pt x="34" y="309"/>
                    </a:lnTo>
                    <a:lnTo>
                      <a:pt x="93" y="288"/>
                    </a:lnTo>
                    <a:lnTo>
                      <a:pt x="144" y="205"/>
                    </a:lnTo>
                    <a:lnTo>
                      <a:pt x="144" y="132"/>
                    </a:lnTo>
                    <a:lnTo>
                      <a:pt x="129" y="87"/>
                    </a:lnTo>
                    <a:lnTo>
                      <a:pt x="120" y="68"/>
                    </a:lnTo>
                    <a:lnTo>
                      <a:pt x="110" y="60"/>
                    </a:lnTo>
                    <a:lnTo>
                      <a:pt x="100" y="44"/>
                    </a:lnTo>
                    <a:lnTo>
                      <a:pt x="59" y="25"/>
                    </a:lnTo>
                    <a:lnTo>
                      <a:pt x="50" y="31"/>
                    </a:lnTo>
                    <a:lnTo>
                      <a:pt x="44" y="25"/>
                    </a:lnTo>
                    <a:lnTo>
                      <a:pt x="42" y="17"/>
                    </a:lnTo>
                    <a:lnTo>
                      <a:pt x="26" y="8"/>
                    </a:lnTo>
                    <a:lnTo>
                      <a:pt x="18" y="7"/>
                    </a:lnTo>
                    <a:lnTo>
                      <a:pt x="10" y="0"/>
                    </a:lnTo>
                    <a:lnTo>
                      <a:pt x="0" y="0"/>
                    </a:lnTo>
                    <a:lnTo>
                      <a:pt x="3" y="13"/>
                    </a:lnTo>
                  </a:path>
                </a:pathLst>
              </a:custGeom>
              <a:solidFill>
                <a:srgbClr val="B5B5B5"/>
              </a:solidFill>
              <a:ln w="9525" cap="rnd">
                <a:noFill/>
                <a:round/>
                <a:headEnd/>
                <a:tailEnd/>
              </a:ln>
            </p:spPr>
            <p:txBody>
              <a:bodyPr/>
              <a:lstStyle/>
              <a:p>
                <a:pPr algn="ctr"/>
                <a:endParaRPr lang="pt-BR" sz="2400"/>
              </a:p>
            </p:txBody>
          </p:sp>
          <p:sp>
            <p:nvSpPr>
              <p:cNvPr id="42" name="Freeform 502"/>
              <p:cNvSpPr>
                <a:spLocks/>
              </p:cNvSpPr>
              <p:nvPr/>
            </p:nvSpPr>
            <p:spPr bwMode="auto">
              <a:xfrm>
                <a:off x="2070" y="2292"/>
                <a:ext cx="32" cy="179"/>
              </a:xfrm>
              <a:custGeom>
                <a:avLst/>
                <a:gdLst>
                  <a:gd name="T0" fmla="*/ 20 w 32"/>
                  <a:gd name="T1" fmla="*/ 0 h 179"/>
                  <a:gd name="T2" fmla="*/ 11 w 32"/>
                  <a:gd name="T3" fmla="*/ 5 h 179"/>
                  <a:gd name="T4" fmla="*/ 7 w 32"/>
                  <a:gd name="T5" fmla="*/ 15 h 179"/>
                  <a:gd name="T6" fmla="*/ 7 w 32"/>
                  <a:gd name="T7" fmla="*/ 23 h 179"/>
                  <a:gd name="T8" fmla="*/ 7 w 32"/>
                  <a:gd name="T9" fmla="*/ 50 h 179"/>
                  <a:gd name="T10" fmla="*/ 5 w 32"/>
                  <a:gd name="T11" fmla="*/ 69 h 179"/>
                  <a:gd name="T12" fmla="*/ 3 w 32"/>
                  <a:gd name="T13" fmla="*/ 92 h 179"/>
                  <a:gd name="T14" fmla="*/ 0 w 32"/>
                  <a:gd name="T15" fmla="*/ 108 h 179"/>
                  <a:gd name="T16" fmla="*/ 0 w 32"/>
                  <a:gd name="T17" fmla="*/ 129 h 179"/>
                  <a:gd name="T18" fmla="*/ 1 w 32"/>
                  <a:gd name="T19" fmla="*/ 146 h 179"/>
                  <a:gd name="T20" fmla="*/ 10 w 32"/>
                  <a:gd name="T21" fmla="*/ 178 h 179"/>
                  <a:gd name="T22" fmla="*/ 31 w 32"/>
                  <a:gd name="T23" fmla="*/ 172 h 179"/>
                  <a:gd name="T24" fmla="*/ 22 w 32"/>
                  <a:gd name="T25" fmla="*/ 144 h 179"/>
                  <a:gd name="T26" fmla="*/ 18 w 32"/>
                  <a:gd name="T27" fmla="*/ 122 h 179"/>
                  <a:gd name="T28" fmla="*/ 20 w 32"/>
                  <a:gd name="T29" fmla="*/ 101 h 179"/>
                  <a:gd name="T30" fmla="*/ 24 w 32"/>
                  <a:gd name="T31" fmla="*/ 82 h 179"/>
                  <a:gd name="T32" fmla="*/ 29 w 32"/>
                  <a:gd name="T33" fmla="*/ 63 h 179"/>
                  <a:gd name="T34" fmla="*/ 29 w 32"/>
                  <a:gd name="T35" fmla="*/ 53 h 179"/>
                  <a:gd name="T36" fmla="*/ 26 w 32"/>
                  <a:gd name="T37" fmla="*/ 43 h 179"/>
                  <a:gd name="T38" fmla="*/ 22 w 32"/>
                  <a:gd name="T39" fmla="*/ 37 h 179"/>
                  <a:gd name="T40" fmla="*/ 23 w 32"/>
                  <a:gd name="T41" fmla="*/ 14 h 179"/>
                  <a:gd name="T42" fmla="*/ 24 w 32"/>
                  <a:gd name="T43" fmla="*/ 1 h 179"/>
                  <a:gd name="T44" fmla="*/ 20 w 32"/>
                  <a:gd name="T45" fmla="*/ 0 h 17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2"/>
                  <a:gd name="T70" fmla="*/ 0 h 179"/>
                  <a:gd name="T71" fmla="*/ 32 w 32"/>
                  <a:gd name="T72" fmla="*/ 179 h 17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2" h="179">
                    <a:moveTo>
                      <a:pt x="20" y="0"/>
                    </a:moveTo>
                    <a:lnTo>
                      <a:pt x="11" y="5"/>
                    </a:lnTo>
                    <a:lnTo>
                      <a:pt x="7" y="15"/>
                    </a:lnTo>
                    <a:lnTo>
                      <a:pt x="7" y="23"/>
                    </a:lnTo>
                    <a:lnTo>
                      <a:pt x="7" y="50"/>
                    </a:lnTo>
                    <a:lnTo>
                      <a:pt x="5" y="69"/>
                    </a:lnTo>
                    <a:lnTo>
                      <a:pt x="3" y="92"/>
                    </a:lnTo>
                    <a:lnTo>
                      <a:pt x="0" y="108"/>
                    </a:lnTo>
                    <a:lnTo>
                      <a:pt x="0" y="129"/>
                    </a:lnTo>
                    <a:lnTo>
                      <a:pt x="1" y="146"/>
                    </a:lnTo>
                    <a:lnTo>
                      <a:pt x="10" y="178"/>
                    </a:lnTo>
                    <a:lnTo>
                      <a:pt x="31" y="172"/>
                    </a:lnTo>
                    <a:lnTo>
                      <a:pt x="22" y="144"/>
                    </a:lnTo>
                    <a:lnTo>
                      <a:pt x="18" y="122"/>
                    </a:lnTo>
                    <a:lnTo>
                      <a:pt x="20" y="101"/>
                    </a:lnTo>
                    <a:lnTo>
                      <a:pt x="24" y="82"/>
                    </a:lnTo>
                    <a:lnTo>
                      <a:pt x="29" y="63"/>
                    </a:lnTo>
                    <a:lnTo>
                      <a:pt x="29" y="53"/>
                    </a:lnTo>
                    <a:lnTo>
                      <a:pt x="26" y="43"/>
                    </a:lnTo>
                    <a:lnTo>
                      <a:pt x="22" y="37"/>
                    </a:lnTo>
                    <a:lnTo>
                      <a:pt x="23" y="14"/>
                    </a:lnTo>
                    <a:lnTo>
                      <a:pt x="24" y="1"/>
                    </a:lnTo>
                    <a:lnTo>
                      <a:pt x="20" y="0"/>
                    </a:lnTo>
                  </a:path>
                </a:pathLst>
              </a:custGeom>
              <a:solidFill>
                <a:srgbClr val="FFEA00"/>
              </a:solidFill>
              <a:ln w="9525" cap="rnd">
                <a:noFill/>
                <a:round/>
                <a:headEnd/>
                <a:tailEnd/>
              </a:ln>
            </p:spPr>
            <p:txBody>
              <a:bodyPr/>
              <a:lstStyle/>
              <a:p>
                <a:pPr algn="ctr"/>
                <a:endParaRPr lang="pt-BR" sz="2400"/>
              </a:p>
            </p:txBody>
          </p:sp>
          <p:sp>
            <p:nvSpPr>
              <p:cNvPr id="43" name="Freeform 503"/>
              <p:cNvSpPr>
                <a:spLocks/>
              </p:cNvSpPr>
              <p:nvPr/>
            </p:nvSpPr>
            <p:spPr bwMode="auto">
              <a:xfrm>
                <a:off x="1889" y="2428"/>
                <a:ext cx="96" cy="79"/>
              </a:xfrm>
              <a:custGeom>
                <a:avLst/>
                <a:gdLst>
                  <a:gd name="T0" fmla="*/ 27 w 96"/>
                  <a:gd name="T1" fmla="*/ 0 h 79"/>
                  <a:gd name="T2" fmla="*/ 22 w 96"/>
                  <a:gd name="T3" fmla="*/ 3 h 79"/>
                  <a:gd name="T4" fmla="*/ 22 w 96"/>
                  <a:gd name="T5" fmla="*/ 7 h 79"/>
                  <a:gd name="T6" fmla="*/ 14 w 96"/>
                  <a:gd name="T7" fmla="*/ 10 h 79"/>
                  <a:gd name="T8" fmla="*/ 12 w 96"/>
                  <a:gd name="T9" fmla="*/ 13 h 79"/>
                  <a:gd name="T10" fmla="*/ 9 w 96"/>
                  <a:gd name="T11" fmla="*/ 24 h 79"/>
                  <a:gd name="T12" fmla="*/ 2 w 96"/>
                  <a:gd name="T13" fmla="*/ 28 h 79"/>
                  <a:gd name="T14" fmla="*/ 0 w 96"/>
                  <a:gd name="T15" fmla="*/ 44 h 79"/>
                  <a:gd name="T16" fmla="*/ 4 w 96"/>
                  <a:gd name="T17" fmla="*/ 60 h 79"/>
                  <a:gd name="T18" fmla="*/ 21 w 96"/>
                  <a:gd name="T19" fmla="*/ 67 h 79"/>
                  <a:gd name="T20" fmla="*/ 47 w 96"/>
                  <a:gd name="T21" fmla="*/ 76 h 79"/>
                  <a:gd name="T22" fmla="*/ 68 w 96"/>
                  <a:gd name="T23" fmla="*/ 77 h 79"/>
                  <a:gd name="T24" fmla="*/ 90 w 96"/>
                  <a:gd name="T25" fmla="*/ 78 h 79"/>
                  <a:gd name="T26" fmla="*/ 88 w 96"/>
                  <a:gd name="T27" fmla="*/ 67 h 79"/>
                  <a:gd name="T28" fmla="*/ 88 w 96"/>
                  <a:gd name="T29" fmla="*/ 59 h 79"/>
                  <a:gd name="T30" fmla="*/ 89 w 96"/>
                  <a:gd name="T31" fmla="*/ 50 h 79"/>
                  <a:gd name="T32" fmla="*/ 95 w 96"/>
                  <a:gd name="T33" fmla="*/ 38 h 79"/>
                  <a:gd name="T34" fmla="*/ 89 w 96"/>
                  <a:gd name="T35" fmla="*/ 35 h 79"/>
                  <a:gd name="T36" fmla="*/ 83 w 96"/>
                  <a:gd name="T37" fmla="*/ 29 h 79"/>
                  <a:gd name="T38" fmla="*/ 79 w 96"/>
                  <a:gd name="T39" fmla="*/ 22 h 79"/>
                  <a:gd name="T40" fmla="*/ 74 w 96"/>
                  <a:gd name="T41" fmla="*/ 16 h 79"/>
                  <a:gd name="T42" fmla="*/ 69 w 96"/>
                  <a:gd name="T43" fmla="*/ 12 h 79"/>
                  <a:gd name="T44" fmla="*/ 64 w 96"/>
                  <a:gd name="T45" fmla="*/ 10 h 79"/>
                  <a:gd name="T46" fmla="*/ 56 w 96"/>
                  <a:gd name="T47" fmla="*/ 12 h 79"/>
                  <a:gd name="T48" fmla="*/ 46 w 96"/>
                  <a:gd name="T49" fmla="*/ 14 h 79"/>
                  <a:gd name="T50" fmla="*/ 42 w 96"/>
                  <a:gd name="T51" fmla="*/ 12 h 79"/>
                  <a:gd name="T52" fmla="*/ 39 w 96"/>
                  <a:gd name="T53" fmla="*/ 4 h 79"/>
                  <a:gd name="T54" fmla="*/ 34 w 96"/>
                  <a:gd name="T55" fmla="*/ 2 h 79"/>
                  <a:gd name="T56" fmla="*/ 27 w 96"/>
                  <a:gd name="T57" fmla="*/ 0 h 7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6"/>
                  <a:gd name="T88" fmla="*/ 0 h 79"/>
                  <a:gd name="T89" fmla="*/ 96 w 96"/>
                  <a:gd name="T90" fmla="*/ 79 h 7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6" h="79">
                    <a:moveTo>
                      <a:pt x="27" y="0"/>
                    </a:moveTo>
                    <a:lnTo>
                      <a:pt x="22" y="3"/>
                    </a:lnTo>
                    <a:lnTo>
                      <a:pt x="22" y="7"/>
                    </a:lnTo>
                    <a:lnTo>
                      <a:pt x="14" y="10"/>
                    </a:lnTo>
                    <a:lnTo>
                      <a:pt x="12" y="13"/>
                    </a:lnTo>
                    <a:lnTo>
                      <a:pt x="9" y="24"/>
                    </a:lnTo>
                    <a:lnTo>
                      <a:pt x="2" y="28"/>
                    </a:lnTo>
                    <a:lnTo>
                      <a:pt x="0" y="44"/>
                    </a:lnTo>
                    <a:lnTo>
                      <a:pt x="4" y="60"/>
                    </a:lnTo>
                    <a:lnTo>
                      <a:pt x="21" y="67"/>
                    </a:lnTo>
                    <a:lnTo>
                      <a:pt x="47" y="76"/>
                    </a:lnTo>
                    <a:lnTo>
                      <a:pt x="68" y="77"/>
                    </a:lnTo>
                    <a:lnTo>
                      <a:pt x="90" y="78"/>
                    </a:lnTo>
                    <a:lnTo>
                      <a:pt x="88" y="67"/>
                    </a:lnTo>
                    <a:lnTo>
                      <a:pt x="88" y="59"/>
                    </a:lnTo>
                    <a:lnTo>
                      <a:pt x="89" y="50"/>
                    </a:lnTo>
                    <a:lnTo>
                      <a:pt x="95" y="38"/>
                    </a:lnTo>
                    <a:lnTo>
                      <a:pt x="89" y="35"/>
                    </a:lnTo>
                    <a:lnTo>
                      <a:pt x="83" y="29"/>
                    </a:lnTo>
                    <a:lnTo>
                      <a:pt x="79" y="22"/>
                    </a:lnTo>
                    <a:lnTo>
                      <a:pt x="74" y="16"/>
                    </a:lnTo>
                    <a:lnTo>
                      <a:pt x="69" y="12"/>
                    </a:lnTo>
                    <a:lnTo>
                      <a:pt x="64" y="10"/>
                    </a:lnTo>
                    <a:lnTo>
                      <a:pt x="56" y="12"/>
                    </a:lnTo>
                    <a:lnTo>
                      <a:pt x="46" y="14"/>
                    </a:lnTo>
                    <a:lnTo>
                      <a:pt x="42" y="12"/>
                    </a:lnTo>
                    <a:lnTo>
                      <a:pt x="39" y="4"/>
                    </a:lnTo>
                    <a:lnTo>
                      <a:pt x="34" y="2"/>
                    </a:lnTo>
                    <a:lnTo>
                      <a:pt x="27" y="0"/>
                    </a:lnTo>
                  </a:path>
                </a:pathLst>
              </a:custGeom>
              <a:solidFill>
                <a:srgbClr val="FFC98E"/>
              </a:solidFill>
              <a:ln w="9525" cap="rnd">
                <a:noFill/>
                <a:round/>
                <a:headEnd/>
                <a:tailEnd/>
              </a:ln>
            </p:spPr>
            <p:txBody>
              <a:bodyPr/>
              <a:lstStyle/>
              <a:p>
                <a:pPr algn="ctr"/>
                <a:endParaRPr lang="pt-BR" sz="2400"/>
              </a:p>
            </p:txBody>
          </p:sp>
          <p:sp>
            <p:nvSpPr>
              <p:cNvPr id="44" name="Freeform 504"/>
              <p:cNvSpPr>
                <a:spLocks/>
              </p:cNvSpPr>
              <p:nvPr/>
            </p:nvSpPr>
            <p:spPr bwMode="auto">
              <a:xfrm>
                <a:off x="2018" y="2139"/>
                <a:ext cx="133" cy="156"/>
              </a:xfrm>
              <a:custGeom>
                <a:avLst/>
                <a:gdLst>
                  <a:gd name="T0" fmla="*/ 130 w 133"/>
                  <a:gd name="T1" fmla="*/ 42 h 156"/>
                  <a:gd name="T2" fmla="*/ 132 w 133"/>
                  <a:gd name="T3" fmla="*/ 49 h 156"/>
                  <a:gd name="T4" fmla="*/ 132 w 133"/>
                  <a:gd name="T5" fmla="*/ 55 h 156"/>
                  <a:gd name="T6" fmla="*/ 129 w 133"/>
                  <a:gd name="T7" fmla="*/ 63 h 156"/>
                  <a:gd name="T8" fmla="*/ 124 w 133"/>
                  <a:gd name="T9" fmla="*/ 76 h 156"/>
                  <a:gd name="T10" fmla="*/ 114 w 133"/>
                  <a:gd name="T11" fmla="*/ 85 h 156"/>
                  <a:gd name="T12" fmla="*/ 106 w 133"/>
                  <a:gd name="T13" fmla="*/ 123 h 156"/>
                  <a:gd name="T14" fmla="*/ 94 w 133"/>
                  <a:gd name="T15" fmla="*/ 135 h 156"/>
                  <a:gd name="T16" fmla="*/ 85 w 133"/>
                  <a:gd name="T17" fmla="*/ 146 h 156"/>
                  <a:gd name="T18" fmla="*/ 79 w 133"/>
                  <a:gd name="T19" fmla="*/ 154 h 156"/>
                  <a:gd name="T20" fmla="*/ 76 w 133"/>
                  <a:gd name="T21" fmla="*/ 155 h 156"/>
                  <a:gd name="T22" fmla="*/ 60 w 133"/>
                  <a:gd name="T23" fmla="*/ 134 h 156"/>
                  <a:gd name="T24" fmla="*/ 48 w 133"/>
                  <a:gd name="T25" fmla="*/ 136 h 156"/>
                  <a:gd name="T26" fmla="*/ 42 w 133"/>
                  <a:gd name="T27" fmla="*/ 136 h 156"/>
                  <a:gd name="T28" fmla="*/ 37 w 133"/>
                  <a:gd name="T29" fmla="*/ 134 h 156"/>
                  <a:gd name="T30" fmla="*/ 35 w 133"/>
                  <a:gd name="T31" fmla="*/ 130 h 156"/>
                  <a:gd name="T32" fmla="*/ 31 w 133"/>
                  <a:gd name="T33" fmla="*/ 118 h 156"/>
                  <a:gd name="T34" fmla="*/ 22 w 133"/>
                  <a:gd name="T35" fmla="*/ 97 h 156"/>
                  <a:gd name="T36" fmla="*/ 11 w 133"/>
                  <a:gd name="T37" fmla="*/ 84 h 156"/>
                  <a:gd name="T38" fmla="*/ 8 w 133"/>
                  <a:gd name="T39" fmla="*/ 73 h 156"/>
                  <a:gd name="T40" fmla="*/ 6 w 133"/>
                  <a:gd name="T41" fmla="*/ 62 h 156"/>
                  <a:gd name="T42" fmla="*/ 2 w 133"/>
                  <a:gd name="T43" fmla="*/ 47 h 156"/>
                  <a:gd name="T44" fmla="*/ 0 w 133"/>
                  <a:gd name="T45" fmla="*/ 25 h 156"/>
                  <a:gd name="T46" fmla="*/ 2 w 133"/>
                  <a:gd name="T47" fmla="*/ 15 h 156"/>
                  <a:gd name="T48" fmla="*/ 6 w 133"/>
                  <a:gd name="T49" fmla="*/ 7 h 156"/>
                  <a:gd name="T50" fmla="*/ 96 w 133"/>
                  <a:gd name="T51" fmla="*/ 0 h 156"/>
                  <a:gd name="T52" fmla="*/ 124 w 133"/>
                  <a:gd name="T53" fmla="*/ 31 h 156"/>
                  <a:gd name="T54" fmla="*/ 130 w 133"/>
                  <a:gd name="T55" fmla="*/ 42 h 15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3"/>
                  <a:gd name="T85" fmla="*/ 0 h 156"/>
                  <a:gd name="T86" fmla="*/ 133 w 133"/>
                  <a:gd name="T87" fmla="*/ 156 h 15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3" h="156">
                    <a:moveTo>
                      <a:pt x="130" y="42"/>
                    </a:moveTo>
                    <a:lnTo>
                      <a:pt x="132" y="49"/>
                    </a:lnTo>
                    <a:lnTo>
                      <a:pt x="132" y="55"/>
                    </a:lnTo>
                    <a:lnTo>
                      <a:pt x="129" y="63"/>
                    </a:lnTo>
                    <a:lnTo>
                      <a:pt x="124" y="76"/>
                    </a:lnTo>
                    <a:lnTo>
                      <a:pt x="114" y="85"/>
                    </a:lnTo>
                    <a:lnTo>
                      <a:pt x="106" y="123"/>
                    </a:lnTo>
                    <a:lnTo>
                      <a:pt x="94" y="135"/>
                    </a:lnTo>
                    <a:lnTo>
                      <a:pt x="85" y="146"/>
                    </a:lnTo>
                    <a:lnTo>
                      <a:pt x="79" y="154"/>
                    </a:lnTo>
                    <a:lnTo>
                      <a:pt x="76" y="155"/>
                    </a:lnTo>
                    <a:lnTo>
                      <a:pt x="60" y="134"/>
                    </a:lnTo>
                    <a:lnTo>
                      <a:pt x="48" y="136"/>
                    </a:lnTo>
                    <a:lnTo>
                      <a:pt x="42" y="136"/>
                    </a:lnTo>
                    <a:lnTo>
                      <a:pt x="37" y="134"/>
                    </a:lnTo>
                    <a:lnTo>
                      <a:pt x="35" y="130"/>
                    </a:lnTo>
                    <a:lnTo>
                      <a:pt x="31" y="118"/>
                    </a:lnTo>
                    <a:lnTo>
                      <a:pt x="22" y="97"/>
                    </a:lnTo>
                    <a:lnTo>
                      <a:pt x="11" y="84"/>
                    </a:lnTo>
                    <a:lnTo>
                      <a:pt x="8" y="73"/>
                    </a:lnTo>
                    <a:lnTo>
                      <a:pt x="6" y="62"/>
                    </a:lnTo>
                    <a:lnTo>
                      <a:pt x="2" y="47"/>
                    </a:lnTo>
                    <a:lnTo>
                      <a:pt x="0" y="25"/>
                    </a:lnTo>
                    <a:lnTo>
                      <a:pt x="2" y="15"/>
                    </a:lnTo>
                    <a:lnTo>
                      <a:pt x="6" y="7"/>
                    </a:lnTo>
                    <a:lnTo>
                      <a:pt x="96" y="0"/>
                    </a:lnTo>
                    <a:lnTo>
                      <a:pt x="124" y="31"/>
                    </a:lnTo>
                    <a:lnTo>
                      <a:pt x="130" y="42"/>
                    </a:lnTo>
                  </a:path>
                </a:pathLst>
              </a:custGeom>
              <a:solidFill>
                <a:srgbClr val="FFC98E"/>
              </a:solidFill>
              <a:ln w="9525" cap="rnd">
                <a:noFill/>
                <a:round/>
                <a:headEnd/>
                <a:tailEnd/>
              </a:ln>
            </p:spPr>
            <p:txBody>
              <a:bodyPr/>
              <a:lstStyle/>
              <a:p>
                <a:pPr algn="ctr"/>
                <a:endParaRPr lang="pt-BR" sz="2400"/>
              </a:p>
            </p:txBody>
          </p:sp>
          <p:sp>
            <p:nvSpPr>
              <p:cNvPr id="45" name="Freeform 505"/>
              <p:cNvSpPr>
                <a:spLocks/>
              </p:cNvSpPr>
              <p:nvPr/>
            </p:nvSpPr>
            <p:spPr bwMode="auto">
              <a:xfrm>
                <a:off x="2031" y="2198"/>
                <a:ext cx="12" cy="9"/>
              </a:xfrm>
              <a:custGeom>
                <a:avLst/>
                <a:gdLst>
                  <a:gd name="T0" fmla="*/ 0 w 12"/>
                  <a:gd name="T1" fmla="*/ 6 h 9"/>
                  <a:gd name="T2" fmla="*/ 3 w 12"/>
                  <a:gd name="T3" fmla="*/ 8 h 9"/>
                  <a:gd name="T4" fmla="*/ 11 w 12"/>
                  <a:gd name="T5" fmla="*/ 6 h 9"/>
                  <a:gd name="T6" fmla="*/ 11 w 12"/>
                  <a:gd name="T7" fmla="*/ 0 h 9"/>
                  <a:gd name="T8" fmla="*/ 2 w 12"/>
                  <a:gd name="T9" fmla="*/ 1 h 9"/>
                  <a:gd name="T10" fmla="*/ 0 w 12"/>
                  <a:gd name="T11" fmla="*/ 6 h 9"/>
                  <a:gd name="T12" fmla="*/ 0 60000 65536"/>
                  <a:gd name="T13" fmla="*/ 0 60000 65536"/>
                  <a:gd name="T14" fmla="*/ 0 60000 65536"/>
                  <a:gd name="T15" fmla="*/ 0 60000 65536"/>
                  <a:gd name="T16" fmla="*/ 0 60000 65536"/>
                  <a:gd name="T17" fmla="*/ 0 60000 65536"/>
                  <a:gd name="T18" fmla="*/ 0 w 12"/>
                  <a:gd name="T19" fmla="*/ 0 h 9"/>
                  <a:gd name="T20" fmla="*/ 12 w 12"/>
                  <a:gd name="T21" fmla="*/ 9 h 9"/>
                </a:gdLst>
                <a:ahLst/>
                <a:cxnLst>
                  <a:cxn ang="T12">
                    <a:pos x="T0" y="T1"/>
                  </a:cxn>
                  <a:cxn ang="T13">
                    <a:pos x="T2" y="T3"/>
                  </a:cxn>
                  <a:cxn ang="T14">
                    <a:pos x="T4" y="T5"/>
                  </a:cxn>
                  <a:cxn ang="T15">
                    <a:pos x="T6" y="T7"/>
                  </a:cxn>
                  <a:cxn ang="T16">
                    <a:pos x="T8" y="T9"/>
                  </a:cxn>
                  <a:cxn ang="T17">
                    <a:pos x="T10" y="T11"/>
                  </a:cxn>
                </a:cxnLst>
                <a:rect l="T18" t="T19" r="T20" b="T21"/>
                <a:pathLst>
                  <a:path w="12" h="9">
                    <a:moveTo>
                      <a:pt x="0" y="6"/>
                    </a:moveTo>
                    <a:lnTo>
                      <a:pt x="3" y="8"/>
                    </a:lnTo>
                    <a:lnTo>
                      <a:pt x="11" y="6"/>
                    </a:lnTo>
                    <a:lnTo>
                      <a:pt x="11" y="0"/>
                    </a:lnTo>
                    <a:lnTo>
                      <a:pt x="2" y="1"/>
                    </a:lnTo>
                    <a:lnTo>
                      <a:pt x="0" y="6"/>
                    </a:lnTo>
                  </a:path>
                </a:pathLst>
              </a:custGeom>
              <a:solidFill>
                <a:srgbClr val="FFFFFF"/>
              </a:solidFill>
              <a:ln w="9525" cap="rnd">
                <a:noFill/>
                <a:round/>
                <a:headEnd/>
                <a:tailEnd/>
              </a:ln>
            </p:spPr>
            <p:txBody>
              <a:bodyPr/>
              <a:lstStyle/>
              <a:p>
                <a:pPr algn="ctr"/>
                <a:endParaRPr lang="pt-BR" sz="2400"/>
              </a:p>
            </p:txBody>
          </p:sp>
          <p:sp>
            <p:nvSpPr>
              <p:cNvPr id="46" name="Freeform 506"/>
              <p:cNvSpPr>
                <a:spLocks/>
              </p:cNvSpPr>
              <p:nvPr/>
            </p:nvSpPr>
            <p:spPr bwMode="auto">
              <a:xfrm>
                <a:off x="2071" y="2190"/>
                <a:ext cx="17" cy="7"/>
              </a:xfrm>
              <a:custGeom>
                <a:avLst/>
                <a:gdLst>
                  <a:gd name="T0" fmla="*/ 2 w 17"/>
                  <a:gd name="T1" fmla="*/ 6 h 7"/>
                  <a:gd name="T2" fmla="*/ 9 w 17"/>
                  <a:gd name="T3" fmla="*/ 5 h 7"/>
                  <a:gd name="T4" fmla="*/ 16 w 17"/>
                  <a:gd name="T5" fmla="*/ 3 h 7"/>
                  <a:gd name="T6" fmla="*/ 7 w 17"/>
                  <a:gd name="T7" fmla="*/ 0 h 7"/>
                  <a:gd name="T8" fmla="*/ 0 w 17"/>
                  <a:gd name="T9" fmla="*/ 0 h 7"/>
                  <a:gd name="T10" fmla="*/ 2 w 17"/>
                  <a:gd name="T11" fmla="*/ 6 h 7"/>
                  <a:gd name="T12" fmla="*/ 0 60000 65536"/>
                  <a:gd name="T13" fmla="*/ 0 60000 65536"/>
                  <a:gd name="T14" fmla="*/ 0 60000 65536"/>
                  <a:gd name="T15" fmla="*/ 0 60000 65536"/>
                  <a:gd name="T16" fmla="*/ 0 60000 65536"/>
                  <a:gd name="T17" fmla="*/ 0 60000 65536"/>
                  <a:gd name="T18" fmla="*/ 0 w 17"/>
                  <a:gd name="T19" fmla="*/ 0 h 7"/>
                  <a:gd name="T20" fmla="*/ 17 w 17"/>
                  <a:gd name="T21" fmla="*/ 7 h 7"/>
                </a:gdLst>
                <a:ahLst/>
                <a:cxnLst>
                  <a:cxn ang="T12">
                    <a:pos x="T0" y="T1"/>
                  </a:cxn>
                  <a:cxn ang="T13">
                    <a:pos x="T2" y="T3"/>
                  </a:cxn>
                  <a:cxn ang="T14">
                    <a:pos x="T4" y="T5"/>
                  </a:cxn>
                  <a:cxn ang="T15">
                    <a:pos x="T6" y="T7"/>
                  </a:cxn>
                  <a:cxn ang="T16">
                    <a:pos x="T8" y="T9"/>
                  </a:cxn>
                  <a:cxn ang="T17">
                    <a:pos x="T10" y="T11"/>
                  </a:cxn>
                </a:cxnLst>
                <a:rect l="T18" t="T19" r="T20" b="T21"/>
                <a:pathLst>
                  <a:path w="17" h="7">
                    <a:moveTo>
                      <a:pt x="2" y="6"/>
                    </a:moveTo>
                    <a:lnTo>
                      <a:pt x="9" y="5"/>
                    </a:lnTo>
                    <a:lnTo>
                      <a:pt x="16" y="3"/>
                    </a:lnTo>
                    <a:lnTo>
                      <a:pt x="7" y="0"/>
                    </a:lnTo>
                    <a:lnTo>
                      <a:pt x="0" y="0"/>
                    </a:lnTo>
                    <a:lnTo>
                      <a:pt x="2" y="6"/>
                    </a:lnTo>
                  </a:path>
                </a:pathLst>
              </a:custGeom>
              <a:solidFill>
                <a:srgbClr val="FFFFFF"/>
              </a:solidFill>
              <a:ln w="9525" cap="rnd">
                <a:noFill/>
                <a:round/>
                <a:headEnd/>
                <a:tailEnd/>
              </a:ln>
            </p:spPr>
            <p:txBody>
              <a:bodyPr/>
              <a:lstStyle/>
              <a:p>
                <a:pPr algn="ctr"/>
                <a:endParaRPr lang="pt-BR" sz="2400"/>
              </a:p>
            </p:txBody>
          </p:sp>
          <p:sp>
            <p:nvSpPr>
              <p:cNvPr id="47" name="Freeform 507"/>
              <p:cNvSpPr>
                <a:spLocks/>
              </p:cNvSpPr>
              <p:nvPr/>
            </p:nvSpPr>
            <p:spPr bwMode="auto">
              <a:xfrm>
                <a:off x="2019" y="2117"/>
                <a:ext cx="106" cy="34"/>
              </a:xfrm>
              <a:custGeom>
                <a:avLst/>
                <a:gdLst>
                  <a:gd name="T0" fmla="*/ 7 w 106"/>
                  <a:gd name="T1" fmla="*/ 3 h 34"/>
                  <a:gd name="T2" fmla="*/ 17 w 106"/>
                  <a:gd name="T3" fmla="*/ 0 h 34"/>
                  <a:gd name="T4" fmla="*/ 43 w 106"/>
                  <a:gd name="T5" fmla="*/ 0 h 34"/>
                  <a:gd name="T6" fmla="*/ 90 w 106"/>
                  <a:gd name="T7" fmla="*/ 12 h 34"/>
                  <a:gd name="T8" fmla="*/ 105 w 106"/>
                  <a:gd name="T9" fmla="*/ 29 h 34"/>
                  <a:gd name="T10" fmla="*/ 81 w 106"/>
                  <a:gd name="T11" fmla="*/ 23 h 34"/>
                  <a:gd name="T12" fmla="*/ 71 w 106"/>
                  <a:gd name="T13" fmla="*/ 27 h 34"/>
                  <a:gd name="T14" fmla="*/ 61 w 106"/>
                  <a:gd name="T15" fmla="*/ 31 h 34"/>
                  <a:gd name="T16" fmla="*/ 46 w 106"/>
                  <a:gd name="T17" fmla="*/ 33 h 34"/>
                  <a:gd name="T18" fmla="*/ 31 w 106"/>
                  <a:gd name="T19" fmla="*/ 33 h 34"/>
                  <a:gd name="T20" fmla="*/ 15 w 106"/>
                  <a:gd name="T21" fmla="*/ 29 h 34"/>
                  <a:gd name="T22" fmla="*/ 4 w 106"/>
                  <a:gd name="T23" fmla="*/ 23 h 34"/>
                  <a:gd name="T24" fmla="*/ 1 w 106"/>
                  <a:gd name="T25" fmla="*/ 18 h 34"/>
                  <a:gd name="T26" fmla="*/ 0 w 106"/>
                  <a:gd name="T27" fmla="*/ 14 h 34"/>
                  <a:gd name="T28" fmla="*/ 0 w 106"/>
                  <a:gd name="T29" fmla="*/ 9 h 34"/>
                  <a:gd name="T30" fmla="*/ 7 w 106"/>
                  <a:gd name="T31" fmla="*/ 3 h 3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6"/>
                  <a:gd name="T49" fmla="*/ 0 h 34"/>
                  <a:gd name="T50" fmla="*/ 106 w 106"/>
                  <a:gd name="T51" fmla="*/ 34 h 3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6" h="34">
                    <a:moveTo>
                      <a:pt x="7" y="3"/>
                    </a:moveTo>
                    <a:lnTo>
                      <a:pt x="17" y="0"/>
                    </a:lnTo>
                    <a:lnTo>
                      <a:pt x="43" y="0"/>
                    </a:lnTo>
                    <a:lnTo>
                      <a:pt x="90" y="12"/>
                    </a:lnTo>
                    <a:lnTo>
                      <a:pt x="105" y="29"/>
                    </a:lnTo>
                    <a:lnTo>
                      <a:pt x="81" y="23"/>
                    </a:lnTo>
                    <a:lnTo>
                      <a:pt x="71" y="27"/>
                    </a:lnTo>
                    <a:lnTo>
                      <a:pt x="61" y="31"/>
                    </a:lnTo>
                    <a:lnTo>
                      <a:pt x="46" y="33"/>
                    </a:lnTo>
                    <a:lnTo>
                      <a:pt x="31" y="33"/>
                    </a:lnTo>
                    <a:lnTo>
                      <a:pt x="15" y="29"/>
                    </a:lnTo>
                    <a:lnTo>
                      <a:pt x="4" y="23"/>
                    </a:lnTo>
                    <a:lnTo>
                      <a:pt x="1" y="18"/>
                    </a:lnTo>
                    <a:lnTo>
                      <a:pt x="0" y="14"/>
                    </a:lnTo>
                    <a:lnTo>
                      <a:pt x="0" y="9"/>
                    </a:lnTo>
                    <a:lnTo>
                      <a:pt x="7" y="3"/>
                    </a:lnTo>
                  </a:path>
                </a:pathLst>
              </a:custGeom>
              <a:solidFill>
                <a:srgbClr val="70230C"/>
              </a:solidFill>
              <a:ln w="9525" cap="rnd">
                <a:noFill/>
                <a:round/>
                <a:headEnd/>
                <a:tailEnd/>
              </a:ln>
            </p:spPr>
            <p:txBody>
              <a:bodyPr/>
              <a:lstStyle/>
              <a:p>
                <a:pPr algn="ctr"/>
                <a:endParaRPr lang="pt-BR" sz="2400"/>
              </a:p>
            </p:txBody>
          </p:sp>
          <p:sp>
            <p:nvSpPr>
              <p:cNvPr id="48" name="Freeform 508"/>
              <p:cNvSpPr>
                <a:spLocks/>
              </p:cNvSpPr>
              <p:nvPr/>
            </p:nvSpPr>
            <p:spPr bwMode="auto">
              <a:xfrm>
                <a:off x="2101" y="2148"/>
                <a:ext cx="52" cy="46"/>
              </a:xfrm>
              <a:custGeom>
                <a:avLst/>
                <a:gdLst>
                  <a:gd name="T0" fmla="*/ 49 w 52"/>
                  <a:gd name="T1" fmla="*/ 34 h 46"/>
                  <a:gd name="T2" fmla="*/ 40 w 52"/>
                  <a:gd name="T3" fmla="*/ 29 h 46"/>
                  <a:gd name="T4" fmla="*/ 32 w 52"/>
                  <a:gd name="T5" fmla="*/ 29 h 46"/>
                  <a:gd name="T6" fmla="*/ 29 w 52"/>
                  <a:gd name="T7" fmla="*/ 34 h 46"/>
                  <a:gd name="T8" fmla="*/ 28 w 52"/>
                  <a:gd name="T9" fmla="*/ 45 h 46"/>
                  <a:gd name="T10" fmla="*/ 13 w 52"/>
                  <a:gd name="T11" fmla="*/ 43 h 46"/>
                  <a:gd name="T12" fmla="*/ 13 w 52"/>
                  <a:gd name="T13" fmla="*/ 37 h 46"/>
                  <a:gd name="T14" fmla="*/ 10 w 52"/>
                  <a:gd name="T15" fmla="*/ 31 h 46"/>
                  <a:gd name="T16" fmla="*/ 5 w 52"/>
                  <a:gd name="T17" fmla="*/ 27 h 46"/>
                  <a:gd name="T18" fmla="*/ 3 w 52"/>
                  <a:gd name="T19" fmla="*/ 25 h 46"/>
                  <a:gd name="T20" fmla="*/ 0 w 52"/>
                  <a:gd name="T21" fmla="*/ 10 h 46"/>
                  <a:gd name="T22" fmla="*/ 21 w 52"/>
                  <a:gd name="T23" fmla="*/ 0 h 46"/>
                  <a:gd name="T24" fmla="*/ 43 w 52"/>
                  <a:gd name="T25" fmla="*/ 8 h 46"/>
                  <a:gd name="T26" fmla="*/ 46 w 52"/>
                  <a:gd name="T27" fmla="*/ 26 h 46"/>
                  <a:gd name="T28" fmla="*/ 51 w 52"/>
                  <a:gd name="T29" fmla="*/ 31 h 46"/>
                  <a:gd name="T30" fmla="*/ 49 w 52"/>
                  <a:gd name="T31" fmla="*/ 34 h 4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2"/>
                  <a:gd name="T49" fmla="*/ 0 h 46"/>
                  <a:gd name="T50" fmla="*/ 52 w 52"/>
                  <a:gd name="T51" fmla="*/ 46 h 4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2" h="46">
                    <a:moveTo>
                      <a:pt x="49" y="34"/>
                    </a:moveTo>
                    <a:lnTo>
                      <a:pt x="40" y="29"/>
                    </a:lnTo>
                    <a:lnTo>
                      <a:pt x="32" y="29"/>
                    </a:lnTo>
                    <a:lnTo>
                      <a:pt x="29" y="34"/>
                    </a:lnTo>
                    <a:lnTo>
                      <a:pt x="28" y="45"/>
                    </a:lnTo>
                    <a:lnTo>
                      <a:pt x="13" y="43"/>
                    </a:lnTo>
                    <a:lnTo>
                      <a:pt x="13" y="37"/>
                    </a:lnTo>
                    <a:lnTo>
                      <a:pt x="10" y="31"/>
                    </a:lnTo>
                    <a:lnTo>
                      <a:pt x="5" y="27"/>
                    </a:lnTo>
                    <a:lnTo>
                      <a:pt x="3" y="25"/>
                    </a:lnTo>
                    <a:lnTo>
                      <a:pt x="0" y="10"/>
                    </a:lnTo>
                    <a:lnTo>
                      <a:pt x="21" y="0"/>
                    </a:lnTo>
                    <a:lnTo>
                      <a:pt x="43" y="8"/>
                    </a:lnTo>
                    <a:lnTo>
                      <a:pt x="46" y="26"/>
                    </a:lnTo>
                    <a:lnTo>
                      <a:pt x="51" y="31"/>
                    </a:lnTo>
                    <a:lnTo>
                      <a:pt x="49" y="34"/>
                    </a:lnTo>
                  </a:path>
                </a:pathLst>
              </a:custGeom>
              <a:solidFill>
                <a:srgbClr val="FFFFFF"/>
              </a:solidFill>
              <a:ln w="9525" cap="rnd">
                <a:noFill/>
                <a:round/>
                <a:headEnd/>
                <a:tailEnd/>
              </a:ln>
            </p:spPr>
            <p:txBody>
              <a:bodyPr/>
              <a:lstStyle/>
              <a:p>
                <a:pPr algn="ctr"/>
                <a:endParaRPr lang="pt-BR" sz="2400"/>
              </a:p>
            </p:txBody>
          </p:sp>
          <p:sp>
            <p:nvSpPr>
              <p:cNvPr id="49" name="Freeform 509"/>
              <p:cNvSpPr>
                <a:spLocks/>
              </p:cNvSpPr>
              <p:nvPr/>
            </p:nvSpPr>
            <p:spPr bwMode="auto">
              <a:xfrm>
                <a:off x="2096" y="2139"/>
                <a:ext cx="57" cy="48"/>
              </a:xfrm>
              <a:custGeom>
                <a:avLst/>
                <a:gdLst>
                  <a:gd name="T0" fmla="*/ 54 w 57"/>
                  <a:gd name="T1" fmla="*/ 42 h 48"/>
                  <a:gd name="T2" fmla="*/ 51 w 57"/>
                  <a:gd name="T3" fmla="*/ 37 h 48"/>
                  <a:gd name="T4" fmla="*/ 47 w 57"/>
                  <a:gd name="T5" fmla="*/ 33 h 48"/>
                  <a:gd name="T6" fmla="*/ 44 w 57"/>
                  <a:gd name="T7" fmla="*/ 28 h 48"/>
                  <a:gd name="T8" fmla="*/ 45 w 57"/>
                  <a:gd name="T9" fmla="*/ 22 h 48"/>
                  <a:gd name="T10" fmla="*/ 42 w 57"/>
                  <a:gd name="T11" fmla="*/ 19 h 48"/>
                  <a:gd name="T12" fmla="*/ 38 w 57"/>
                  <a:gd name="T13" fmla="*/ 17 h 48"/>
                  <a:gd name="T14" fmla="*/ 36 w 57"/>
                  <a:gd name="T15" fmla="*/ 17 h 48"/>
                  <a:gd name="T16" fmla="*/ 32 w 57"/>
                  <a:gd name="T17" fmla="*/ 17 h 48"/>
                  <a:gd name="T18" fmla="*/ 36 w 57"/>
                  <a:gd name="T19" fmla="*/ 22 h 48"/>
                  <a:gd name="T20" fmla="*/ 41 w 57"/>
                  <a:gd name="T21" fmla="*/ 28 h 48"/>
                  <a:gd name="T22" fmla="*/ 32 w 57"/>
                  <a:gd name="T23" fmla="*/ 22 h 48"/>
                  <a:gd name="T24" fmla="*/ 25 w 57"/>
                  <a:gd name="T25" fmla="*/ 20 h 48"/>
                  <a:gd name="T26" fmla="*/ 18 w 57"/>
                  <a:gd name="T27" fmla="*/ 21 h 48"/>
                  <a:gd name="T28" fmla="*/ 12 w 57"/>
                  <a:gd name="T29" fmla="*/ 21 h 48"/>
                  <a:gd name="T30" fmla="*/ 8 w 57"/>
                  <a:gd name="T31" fmla="*/ 22 h 48"/>
                  <a:gd name="T32" fmla="*/ 11 w 57"/>
                  <a:gd name="T33" fmla="*/ 26 h 48"/>
                  <a:gd name="T34" fmla="*/ 24 w 57"/>
                  <a:gd name="T35" fmla="*/ 27 h 48"/>
                  <a:gd name="T36" fmla="*/ 34 w 57"/>
                  <a:gd name="T37" fmla="*/ 32 h 48"/>
                  <a:gd name="T38" fmla="*/ 25 w 57"/>
                  <a:gd name="T39" fmla="*/ 32 h 48"/>
                  <a:gd name="T40" fmla="*/ 28 w 57"/>
                  <a:gd name="T41" fmla="*/ 37 h 48"/>
                  <a:gd name="T42" fmla="*/ 30 w 57"/>
                  <a:gd name="T43" fmla="*/ 44 h 48"/>
                  <a:gd name="T44" fmla="*/ 28 w 57"/>
                  <a:gd name="T45" fmla="*/ 47 h 48"/>
                  <a:gd name="T46" fmla="*/ 20 w 57"/>
                  <a:gd name="T47" fmla="*/ 42 h 48"/>
                  <a:gd name="T48" fmla="*/ 13 w 57"/>
                  <a:gd name="T49" fmla="*/ 39 h 48"/>
                  <a:gd name="T50" fmla="*/ 12 w 57"/>
                  <a:gd name="T51" fmla="*/ 36 h 48"/>
                  <a:gd name="T52" fmla="*/ 6 w 57"/>
                  <a:gd name="T53" fmla="*/ 35 h 48"/>
                  <a:gd name="T54" fmla="*/ 4 w 57"/>
                  <a:gd name="T55" fmla="*/ 27 h 48"/>
                  <a:gd name="T56" fmla="*/ 3 w 57"/>
                  <a:gd name="T57" fmla="*/ 18 h 48"/>
                  <a:gd name="T58" fmla="*/ 1 w 57"/>
                  <a:gd name="T59" fmla="*/ 14 h 48"/>
                  <a:gd name="T60" fmla="*/ 3 w 57"/>
                  <a:gd name="T61" fmla="*/ 10 h 48"/>
                  <a:gd name="T62" fmla="*/ 0 w 57"/>
                  <a:gd name="T63" fmla="*/ 9 h 48"/>
                  <a:gd name="T64" fmla="*/ 3 w 57"/>
                  <a:gd name="T65" fmla="*/ 6 h 48"/>
                  <a:gd name="T66" fmla="*/ 13 w 57"/>
                  <a:gd name="T67" fmla="*/ 5 h 48"/>
                  <a:gd name="T68" fmla="*/ 25 w 57"/>
                  <a:gd name="T69" fmla="*/ 6 h 48"/>
                  <a:gd name="T70" fmla="*/ 37 w 57"/>
                  <a:gd name="T71" fmla="*/ 0 h 48"/>
                  <a:gd name="T72" fmla="*/ 45 w 57"/>
                  <a:gd name="T73" fmla="*/ 7 h 48"/>
                  <a:gd name="T74" fmla="*/ 49 w 57"/>
                  <a:gd name="T75" fmla="*/ 13 h 48"/>
                  <a:gd name="T76" fmla="*/ 50 w 57"/>
                  <a:gd name="T77" fmla="*/ 20 h 48"/>
                  <a:gd name="T78" fmla="*/ 51 w 57"/>
                  <a:gd name="T79" fmla="*/ 29 h 48"/>
                  <a:gd name="T80" fmla="*/ 51 w 57"/>
                  <a:gd name="T81" fmla="*/ 35 h 48"/>
                  <a:gd name="T82" fmla="*/ 56 w 57"/>
                  <a:gd name="T83" fmla="*/ 43 h 48"/>
                  <a:gd name="T84" fmla="*/ 54 w 57"/>
                  <a:gd name="T85" fmla="*/ 42 h 4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7"/>
                  <a:gd name="T130" fmla="*/ 0 h 48"/>
                  <a:gd name="T131" fmla="*/ 57 w 57"/>
                  <a:gd name="T132" fmla="*/ 48 h 4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7" h="48">
                    <a:moveTo>
                      <a:pt x="54" y="42"/>
                    </a:moveTo>
                    <a:lnTo>
                      <a:pt x="51" y="37"/>
                    </a:lnTo>
                    <a:lnTo>
                      <a:pt x="47" y="33"/>
                    </a:lnTo>
                    <a:lnTo>
                      <a:pt x="44" y="28"/>
                    </a:lnTo>
                    <a:lnTo>
                      <a:pt x="45" y="22"/>
                    </a:lnTo>
                    <a:lnTo>
                      <a:pt x="42" y="19"/>
                    </a:lnTo>
                    <a:lnTo>
                      <a:pt x="38" y="17"/>
                    </a:lnTo>
                    <a:lnTo>
                      <a:pt x="36" y="17"/>
                    </a:lnTo>
                    <a:lnTo>
                      <a:pt x="32" y="17"/>
                    </a:lnTo>
                    <a:lnTo>
                      <a:pt x="36" y="22"/>
                    </a:lnTo>
                    <a:lnTo>
                      <a:pt x="41" y="28"/>
                    </a:lnTo>
                    <a:lnTo>
                      <a:pt x="32" y="22"/>
                    </a:lnTo>
                    <a:lnTo>
                      <a:pt x="25" y="20"/>
                    </a:lnTo>
                    <a:lnTo>
                      <a:pt x="18" y="21"/>
                    </a:lnTo>
                    <a:lnTo>
                      <a:pt x="12" y="21"/>
                    </a:lnTo>
                    <a:lnTo>
                      <a:pt x="8" y="22"/>
                    </a:lnTo>
                    <a:lnTo>
                      <a:pt x="11" y="26"/>
                    </a:lnTo>
                    <a:lnTo>
                      <a:pt x="24" y="27"/>
                    </a:lnTo>
                    <a:lnTo>
                      <a:pt x="34" y="32"/>
                    </a:lnTo>
                    <a:lnTo>
                      <a:pt x="25" y="32"/>
                    </a:lnTo>
                    <a:lnTo>
                      <a:pt x="28" y="37"/>
                    </a:lnTo>
                    <a:lnTo>
                      <a:pt x="30" y="44"/>
                    </a:lnTo>
                    <a:lnTo>
                      <a:pt x="28" y="47"/>
                    </a:lnTo>
                    <a:lnTo>
                      <a:pt x="20" y="42"/>
                    </a:lnTo>
                    <a:lnTo>
                      <a:pt x="13" y="39"/>
                    </a:lnTo>
                    <a:lnTo>
                      <a:pt x="12" y="36"/>
                    </a:lnTo>
                    <a:lnTo>
                      <a:pt x="6" y="35"/>
                    </a:lnTo>
                    <a:lnTo>
                      <a:pt x="4" y="27"/>
                    </a:lnTo>
                    <a:lnTo>
                      <a:pt x="3" y="18"/>
                    </a:lnTo>
                    <a:lnTo>
                      <a:pt x="1" y="14"/>
                    </a:lnTo>
                    <a:lnTo>
                      <a:pt x="3" y="10"/>
                    </a:lnTo>
                    <a:lnTo>
                      <a:pt x="0" y="9"/>
                    </a:lnTo>
                    <a:lnTo>
                      <a:pt x="3" y="6"/>
                    </a:lnTo>
                    <a:lnTo>
                      <a:pt x="13" y="5"/>
                    </a:lnTo>
                    <a:lnTo>
                      <a:pt x="25" y="6"/>
                    </a:lnTo>
                    <a:lnTo>
                      <a:pt x="37" y="0"/>
                    </a:lnTo>
                    <a:lnTo>
                      <a:pt x="45" y="7"/>
                    </a:lnTo>
                    <a:lnTo>
                      <a:pt x="49" y="13"/>
                    </a:lnTo>
                    <a:lnTo>
                      <a:pt x="50" y="20"/>
                    </a:lnTo>
                    <a:lnTo>
                      <a:pt x="51" y="29"/>
                    </a:lnTo>
                    <a:lnTo>
                      <a:pt x="51" y="35"/>
                    </a:lnTo>
                    <a:lnTo>
                      <a:pt x="56" y="43"/>
                    </a:lnTo>
                    <a:lnTo>
                      <a:pt x="54" y="42"/>
                    </a:lnTo>
                  </a:path>
                </a:pathLst>
              </a:custGeom>
              <a:solidFill>
                <a:srgbClr val="B5B5B5"/>
              </a:solidFill>
              <a:ln w="9525" cap="rnd">
                <a:noFill/>
                <a:round/>
                <a:headEnd/>
                <a:tailEnd/>
              </a:ln>
            </p:spPr>
            <p:txBody>
              <a:bodyPr/>
              <a:lstStyle/>
              <a:p>
                <a:pPr algn="ctr"/>
                <a:endParaRPr lang="pt-BR" sz="2400"/>
              </a:p>
            </p:txBody>
          </p:sp>
          <p:sp>
            <p:nvSpPr>
              <p:cNvPr id="50" name="Freeform 510"/>
              <p:cNvSpPr>
                <a:spLocks/>
              </p:cNvSpPr>
              <p:nvPr/>
            </p:nvSpPr>
            <p:spPr bwMode="auto">
              <a:xfrm>
                <a:off x="1716" y="2199"/>
                <a:ext cx="313" cy="233"/>
              </a:xfrm>
              <a:custGeom>
                <a:avLst/>
                <a:gdLst>
                  <a:gd name="T0" fmla="*/ 295 w 313"/>
                  <a:gd name="T1" fmla="*/ 151 h 233"/>
                  <a:gd name="T2" fmla="*/ 297 w 313"/>
                  <a:gd name="T3" fmla="*/ 137 h 233"/>
                  <a:gd name="T4" fmla="*/ 305 w 313"/>
                  <a:gd name="T5" fmla="*/ 123 h 233"/>
                  <a:gd name="T6" fmla="*/ 312 w 313"/>
                  <a:gd name="T7" fmla="*/ 97 h 233"/>
                  <a:gd name="T8" fmla="*/ 307 w 313"/>
                  <a:gd name="T9" fmla="*/ 90 h 233"/>
                  <a:gd name="T10" fmla="*/ 296 w 313"/>
                  <a:gd name="T11" fmla="*/ 90 h 233"/>
                  <a:gd name="T12" fmla="*/ 289 w 313"/>
                  <a:gd name="T13" fmla="*/ 78 h 233"/>
                  <a:gd name="T14" fmla="*/ 285 w 313"/>
                  <a:gd name="T15" fmla="*/ 75 h 233"/>
                  <a:gd name="T16" fmla="*/ 283 w 313"/>
                  <a:gd name="T17" fmla="*/ 75 h 233"/>
                  <a:gd name="T18" fmla="*/ 276 w 313"/>
                  <a:gd name="T19" fmla="*/ 76 h 233"/>
                  <a:gd name="T20" fmla="*/ 254 w 313"/>
                  <a:gd name="T21" fmla="*/ 40 h 233"/>
                  <a:gd name="T22" fmla="*/ 241 w 313"/>
                  <a:gd name="T23" fmla="*/ 33 h 233"/>
                  <a:gd name="T24" fmla="*/ 224 w 313"/>
                  <a:gd name="T25" fmla="*/ 10 h 233"/>
                  <a:gd name="T26" fmla="*/ 213 w 313"/>
                  <a:gd name="T27" fmla="*/ 7 h 233"/>
                  <a:gd name="T28" fmla="*/ 205 w 313"/>
                  <a:gd name="T29" fmla="*/ 9 h 233"/>
                  <a:gd name="T30" fmla="*/ 197 w 313"/>
                  <a:gd name="T31" fmla="*/ 8 h 233"/>
                  <a:gd name="T32" fmla="*/ 190 w 313"/>
                  <a:gd name="T33" fmla="*/ 11 h 233"/>
                  <a:gd name="T34" fmla="*/ 168 w 313"/>
                  <a:gd name="T35" fmla="*/ 13 h 233"/>
                  <a:gd name="T36" fmla="*/ 162 w 313"/>
                  <a:gd name="T37" fmla="*/ 11 h 233"/>
                  <a:gd name="T38" fmla="*/ 155 w 313"/>
                  <a:gd name="T39" fmla="*/ 14 h 233"/>
                  <a:gd name="T40" fmla="*/ 149 w 313"/>
                  <a:gd name="T41" fmla="*/ 8 h 233"/>
                  <a:gd name="T42" fmla="*/ 143 w 313"/>
                  <a:gd name="T43" fmla="*/ 2 h 233"/>
                  <a:gd name="T44" fmla="*/ 139 w 313"/>
                  <a:gd name="T45" fmla="*/ 0 h 233"/>
                  <a:gd name="T46" fmla="*/ 89 w 313"/>
                  <a:gd name="T47" fmla="*/ 17 h 233"/>
                  <a:gd name="T48" fmla="*/ 84 w 313"/>
                  <a:gd name="T49" fmla="*/ 30 h 233"/>
                  <a:gd name="T50" fmla="*/ 62 w 313"/>
                  <a:gd name="T51" fmla="*/ 42 h 233"/>
                  <a:gd name="T52" fmla="*/ 46 w 313"/>
                  <a:gd name="T53" fmla="*/ 45 h 233"/>
                  <a:gd name="T54" fmla="*/ 32 w 313"/>
                  <a:gd name="T55" fmla="*/ 58 h 233"/>
                  <a:gd name="T56" fmla="*/ 30 w 313"/>
                  <a:gd name="T57" fmla="*/ 65 h 233"/>
                  <a:gd name="T58" fmla="*/ 27 w 313"/>
                  <a:gd name="T59" fmla="*/ 73 h 233"/>
                  <a:gd name="T60" fmla="*/ 19 w 313"/>
                  <a:gd name="T61" fmla="*/ 98 h 233"/>
                  <a:gd name="T62" fmla="*/ 15 w 313"/>
                  <a:gd name="T63" fmla="*/ 117 h 233"/>
                  <a:gd name="T64" fmla="*/ 19 w 313"/>
                  <a:gd name="T65" fmla="*/ 134 h 233"/>
                  <a:gd name="T66" fmla="*/ 13 w 313"/>
                  <a:gd name="T67" fmla="*/ 150 h 233"/>
                  <a:gd name="T68" fmla="*/ 7 w 313"/>
                  <a:gd name="T69" fmla="*/ 152 h 233"/>
                  <a:gd name="T70" fmla="*/ 0 w 313"/>
                  <a:gd name="T71" fmla="*/ 159 h 233"/>
                  <a:gd name="T72" fmla="*/ 14 w 313"/>
                  <a:gd name="T73" fmla="*/ 202 h 233"/>
                  <a:gd name="T74" fmla="*/ 29 w 313"/>
                  <a:gd name="T75" fmla="*/ 206 h 233"/>
                  <a:gd name="T76" fmla="*/ 55 w 313"/>
                  <a:gd name="T77" fmla="*/ 189 h 233"/>
                  <a:gd name="T78" fmla="*/ 76 w 313"/>
                  <a:gd name="T79" fmla="*/ 140 h 233"/>
                  <a:gd name="T80" fmla="*/ 87 w 313"/>
                  <a:gd name="T81" fmla="*/ 164 h 233"/>
                  <a:gd name="T82" fmla="*/ 94 w 313"/>
                  <a:gd name="T83" fmla="*/ 201 h 233"/>
                  <a:gd name="T84" fmla="*/ 89 w 313"/>
                  <a:gd name="T85" fmla="*/ 209 h 233"/>
                  <a:gd name="T86" fmla="*/ 87 w 313"/>
                  <a:gd name="T87" fmla="*/ 226 h 233"/>
                  <a:gd name="T88" fmla="*/ 91 w 313"/>
                  <a:gd name="T89" fmla="*/ 232 h 233"/>
                  <a:gd name="T90" fmla="*/ 247 w 313"/>
                  <a:gd name="T91" fmla="*/ 209 h 233"/>
                  <a:gd name="T92" fmla="*/ 243 w 313"/>
                  <a:gd name="T93" fmla="*/ 109 h 233"/>
                  <a:gd name="T94" fmla="*/ 259 w 313"/>
                  <a:gd name="T95" fmla="*/ 123 h 233"/>
                  <a:gd name="T96" fmla="*/ 269 w 313"/>
                  <a:gd name="T97" fmla="*/ 124 h 233"/>
                  <a:gd name="T98" fmla="*/ 273 w 313"/>
                  <a:gd name="T99" fmla="*/ 133 h 233"/>
                  <a:gd name="T100" fmla="*/ 285 w 313"/>
                  <a:gd name="T101" fmla="*/ 134 h 233"/>
                  <a:gd name="T102" fmla="*/ 292 w 313"/>
                  <a:gd name="T103" fmla="*/ 144 h 233"/>
                  <a:gd name="T104" fmla="*/ 295 w 313"/>
                  <a:gd name="T105" fmla="*/ 151 h 23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13"/>
                  <a:gd name="T160" fmla="*/ 0 h 233"/>
                  <a:gd name="T161" fmla="*/ 313 w 313"/>
                  <a:gd name="T162" fmla="*/ 233 h 23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13" h="233">
                    <a:moveTo>
                      <a:pt x="295" y="151"/>
                    </a:moveTo>
                    <a:lnTo>
                      <a:pt x="297" y="137"/>
                    </a:lnTo>
                    <a:lnTo>
                      <a:pt x="305" y="123"/>
                    </a:lnTo>
                    <a:lnTo>
                      <a:pt x="312" y="97"/>
                    </a:lnTo>
                    <a:lnTo>
                      <a:pt x="307" y="90"/>
                    </a:lnTo>
                    <a:lnTo>
                      <a:pt x="296" y="90"/>
                    </a:lnTo>
                    <a:lnTo>
                      <a:pt x="289" y="78"/>
                    </a:lnTo>
                    <a:lnTo>
                      <a:pt x="285" y="75"/>
                    </a:lnTo>
                    <a:lnTo>
                      <a:pt x="283" y="75"/>
                    </a:lnTo>
                    <a:lnTo>
                      <a:pt x="276" y="76"/>
                    </a:lnTo>
                    <a:lnTo>
                      <a:pt x="254" y="40"/>
                    </a:lnTo>
                    <a:lnTo>
                      <a:pt x="241" y="33"/>
                    </a:lnTo>
                    <a:lnTo>
                      <a:pt x="224" y="10"/>
                    </a:lnTo>
                    <a:lnTo>
                      <a:pt x="213" y="7"/>
                    </a:lnTo>
                    <a:lnTo>
                      <a:pt x="205" y="9"/>
                    </a:lnTo>
                    <a:lnTo>
                      <a:pt x="197" y="8"/>
                    </a:lnTo>
                    <a:lnTo>
                      <a:pt x="190" y="11"/>
                    </a:lnTo>
                    <a:lnTo>
                      <a:pt x="168" y="13"/>
                    </a:lnTo>
                    <a:lnTo>
                      <a:pt x="162" y="11"/>
                    </a:lnTo>
                    <a:lnTo>
                      <a:pt x="155" y="14"/>
                    </a:lnTo>
                    <a:lnTo>
                      <a:pt x="149" y="8"/>
                    </a:lnTo>
                    <a:lnTo>
                      <a:pt x="143" y="2"/>
                    </a:lnTo>
                    <a:lnTo>
                      <a:pt x="139" y="0"/>
                    </a:lnTo>
                    <a:lnTo>
                      <a:pt x="89" y="17"/>
                    </a:lnTo>
                    <a:lnTo>
                      <a:pt x="84" y="30"/>
                    </a:lnTo>
                    <a:lnTo>
                      <a:pt x="62" y="42"/>
                    </a:lnTo>
                    <a:lnTo>
                      <a:pt x="46" y="45"/>
                    </a:lnTo>
                    <a:lnTo>
                      <a:pt x="32" y="58"/>
                    </a:lnTo>
                    <a:lnTo>
                      <a:pt x="30" y="65"/>
                    </a:lnTo>
                    <a:lnTo>
                      <a:pt x="27" y="73"/>
                    </a:lnTo>
                    <a:lnTo>
                      <a:pt x="19" y="98"/>
                    </a:lnTo>
                    <a:lnTo>
                      <a:pt x="15" y="117"/>
                    </a:lnTo>
                    <a:lnTo>
                      <a:pt x="19" y="134"/>
                    </a:lnTo>
                    <a:lnTo>
                      <a:pt x="13" y="150"/>
                    </a:lnTo>
                    <a:lnTo>
                      <a:pt x="7" y="152"/>
                    </a:lnTo>
                    <a:lnTo>
                      <a:pt x="0" y="159"/>
                    </a:lnTo>
                    <a:lnTo>
                      <a:pt x="14" y="202"/>
                    </a:lnTo>
                    <a:lnTo>
                      <a:pt x="29" y="206"/>
                    </a:lnTo>
                    <a:lnTo>
                      <a:pt x="55" y="189"/>
                    </a:lnTo>
                    <a:lnTo>
                      <a:pt x="76" y="140"/>
                    </a:lnTo>
                    <a:lnTo>
                      <a:pt x="87" y="164"/>
                    </a:lnTo>
                    <a:lnTo>
                      <a:pt x="94" y="201"/>
                    </a:lnTo>
                    <a:lnTo>
                      <a:pt x="89" y="209"/>
                    </a:lnTo>
                    <a:lnTo>
                      <a:pt x="87" y="226"/>
                    </a:lnTo>
                    <a:lnTo>
                      <a:pt x="91" y="232"/>
                    </a:lnTo>
                    <a:lnTo>
                      <a:pt x="247" y="209"/>
                    </a:lnTo>
                    <a:lnTo>
                      <a:pt x="243" y="109"/>
                    </a:lnTo>
                    <a:lnTo>
                      <a:pt x="259" y="123"/>
                    </a:lnTo>
                    <a:lnTo>
                      <a:pt x="269" y="124"/>
                    </a:lnTo>
                    <a:lnTo>
                      <a:pt x="273" y="133"/>
                    </a:lnTo>
                    <a:lnTo>
                      <a:pt x="285" y="134"/>
                    </a:lnTo>
                    <a:lnTo>
                      <a:pt x="292" y="144"/>
                    </a:lnTo>
                    <a:lnTo>
                      <a:pt x="295" y="151"/>
                    </a:lnTo>
                  </a:path>
                </a:pathLst>
              </a:custGeom>
              <a:solidFill>
                <a:srgbClr val="FFFFFF"/>
              </a:solidFill>
              <a:ln w="9525" cap="rnd">
                <a:noFill/>
                <a:round/>
                <a:headEnd/>
                <a:tailEnd/>
              </a:ln>
            </p:spPr>
            <p:txBody>
              <a:bodyPr/>
              <a:lstStyle/>
              <a:p>
                <a:pPr algn="ctr"/>
                <a:endParaRPr lang="pt-BR" sz="2400"/>
              </a:p>
            </p:txBody>
          </p:sp>
          <p:sp>
            <p:nvSpPr>
              <p:cNvPr id="51" name="Freeform 511"/>
              <p:cNvSpPr>
                <a:spLocks/>
              </p:cNvSpPr>
              <p:nvPr/>
            </p:nvSpPr>
            <p:spPr bwMode="auto">
              <a:xfrm>
                <a:off x="1876" y="2403"/>
                <a:ext cx="30" cy="21"/>
              </a:xfrm>
              <a:custGeom>
                <a:avLst/>
                <a:gdLst>
                  <a:gd name="T0" fmla="*/ 20 w 30"/>
                  <a:gd name="T1" fmla="*/ 0 h 21"/>
                  <a:gd name="T2" fmla="*/ 10 w 30"/>
                  <a:gd name="T3" fmla="*/ 0 h 21"/>
                  <a:gd name="T4" fmla="*/ 1 w 30"/>
                  <a:gd name="T5" fmla="*/ 6 h 21"/>
                  <a:gd name="T6" fmla="*/ 0 w 30"/>
                  <a:gd name="T7" fmla="*/ 18 h 21"/>
                  <a:gd name="T8" fmla="*/ 3 w 30"/>
                  <a:gd name="T9" fmla="*/ 20 h 21"/>
                  <a:gd name="T10" fmla="*/ 28 w 30"/>
                  <a:gd name="T11" fmla="*/ 16 h 21"/>
                  <a:gd name="T12" fmla="*/ 29 w 30"/>
                  <a:gd name="T13" fmla="*/ 12 h 21"/>
                  <a:gd name="T14" fmla="*/ 25 w 30"/>
                  <a:gd name="T15" fmla="*/ 2 h 21"/>
                  <a:gd name="T16" fmla="*/ 20 w 30"/>
                  <a:gd name="T17" fmla="*/ 0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21"/>
                  <a:gd name="T29" fmla="*/ 30 w 30"/>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21">
                    <a:moveTo>
                      <a:pt x="20" y="0"/>
                    </a:moveTo>
                    <a:lnTo>
                      <a:pt x="10" y="0"/>
                    </a:lnTo>
                    <a:lnTo>
                      <a:pt x="1" y="6"/>
                    </a:lnTo>
                    <a:lnTo>
                      <a:pt x="0" y="18"/>
                    </a:lnTo>
                    <a:lnTo>
                      <a:pt x="3" y="20"/>
                    </a:lnTo>
                    <a:lnTo>
                      <a:pt x="28" y="16"/>
                    </a:lnTo>
                    <a:lnTo>
                      <a:pt x="29" y="12"/>
                    </a:lnTo>
                    <a:lnTo>
                      <a:pt x="25" y="2"/>
                    </a:lnTo>
                    <a:lnTo>
                      <a:pt x="20" y="0"/>
                    </a:lnTo>
                  </a:path>
                </a:pathLst>
              </a:custGeom>
              <a:solidFill>
                <a:srgbClr val="FFEA00"/>
              </a:solidFill>
              <a:ln w="9525" cap="rnd">
                <a:noFill/>
                <a:round/>
                <a:headEnd/>
                <a:tailEnd/>
              </a:ln>
            </p:spPr>
            <p:txBody>
              <a:bodyPr/>
              <a:lstStyle/>
              <a:p>
                <a:pPr algn="ctr"/>
                <a:endParaRPr lang="pt-BR" sz="2400"/>
              </a:p>
            </p:txBody>
          </p:sp>
          <p:sp>
            <p:nvSpPr>
              <p:cNvPr id="52" name="Freeform 512"/>
              <p:cNvSpPr>
                <a:spLocks/>
              </p:cNvSpPr>
              <p:nvPr/>
            </p:nvSpPr>
            <p:spPr bwMode="auto">
              <a:xfrm>
                <a:off x="1731" y="2268"/>
                <a:ext cx="18" cy="71"/>
              </a:xfrm>
              <a:custGeom>
                <a:avLst/>
                <a:gdLst>
                  <a:gd name="T0" fmla="*/ 14 w 18"/>
                  <a:gd name="T1" fmla="*/ 0 h 71"/>
                  <a:gd name="T2" fmla="*/ 14 w 18"/>
                  <a:gd name="T3" fmla="*/ 20 h 71"/>
                  <a:gd name="T4" fmla="*/ 17 w 18"/>
                  <a:gd name="T5" fmla="*/ 47 h 71"/>
                  <a:gd name="T6" fmla="*/ 7 w 18"/>
                  <a:gd name="T7" fmla="*/ 46 h 71"/>
                  <a:gd name="T8" fmla="*/ 16 w 18"/>
                  <a:gd name="T9" fmla="*/ 61 h 71"/>
                  <a:gd name="T10" fmla="*/ 11 w 18"/>
                  <a:gd name="T11" fmla="*/ 70 h 71"/>
                  <a:gd name="T12" fmla="*/ 0 w 18"/>
                  <a:gd name="T13" fmla="*/ 49 h 71"/>
                  <a:gd name="T14" fmla="*/ 0 w 18"/>
                  <a:gd name="T15" fmla="*/ 40 h 71"/>
                  <a:gd name="T16" fmla="*/ 10 w 18"/>
                  <a:gd name="T17" fmla="*/ 8 h 71"/>
                  <a:gd name="T18" fmla="*/ 14 w 18"/>
                  <a:gd name="T19" fmla="*/ 0 h 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71"/>
                  <a:gd name="T32" fmla="*/ 18 w 18"/>
                  <a:gd name="T33" fmla="*/ 71 h 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71">
                    <a:moveTo>
                      <a:pt x="14" y="0"/>
                    </a:moveTo>
                    <a:lnTo>
                      <a:pt x="14" y="20"/>
                    </a:lnTo>
                    <a:lnTo>
                      <a:pt x="17" y="47"/>
                    </a:lnTo>
                    <a:lnTo>
                      <a:pt x="7" y="46"/>
                    </a:lnTo>
                    <a:lnTo>
                      <a:pt x="16" y="61"/>
                    </a:lnTo>
                    <a:lnTo>
                      <a:pt x="11" y="70"/>
                    </a:lnTo>
                    <a:lnTo>
                      <a:pt x="0" y="49"/>
                    </a:lnTo>
                    <a:lnTo>
                      <a:pt x="0" y="40"/>
                    </a:lnTo>
                    <a:lnTo>
                      <a:pt x="10" y="8"/>
                    </a:lnTo>
                    <a:lnTo>
                      <a:pt x="14" y="0"/>
                    </a:lnTo>
                  </a:path>
                </a:pathLst>
              </a:custGeom>
              <a:solidFill>
                <a:srgbClr val="B5B5B5"/>
              </a:solidFill>
              <a:ln w="9525" cap="rnd">
                <a:noFill/>
                <a:round/>
                <a:headEnd/>
                <a:tailEnd/>
              </a:ln>
            </p:spPr>
            <p:txBody>
              <a:bodyPr/>
              <a:lstStyle/>
              <a:p>
                <a:pPr algn="ctr"/>
                <a:endParaRPr lang="pt-BR" sz="2400"/>
              </a:p>
            </p:txBody>
          </p:sp>
          <p:sp>
            <p:nvSpPr>
              <p:cNvPr id="53" name="Freeform 513"/>
              <p:cNvSpPr>
                <a:spLocks/>
              </p:cNvSpPr>
              <p:nvPr/>
            </p:nvSpPr>
            <p:spPr bwMode="auto">
              <a:xfrm>
                <a:off x="1719" y="2298"/>
                <a:ext cx="74" cy="108"/>
              </a:xfrm>
              <a:custGeom>
                <a:avLst/>
                <a:gdLst>
                  <a:gd name="T0" fmla="*/ 0 w 74"/>
                  <a:gd name="T1" fmla="*/ 55 h 108"/>
                  <a:gd name="T2" fmla="*/ 2 w 74"/>
                  <a:gd name="T3" fmla="*/ 60 h 108"/>
                  <a:gd name="T4" fmla="*/ 2 w 74"/>
                  <a:gd name="T5" fmla="*/ 70 h 108"/>
                  <a:gd name="T6" fmla="*/ 7 w 74"/>
                  <a:gd name="T7" fmla="*/ 83 h 108"/>
                  <a:gd name="T8" fmla="*/ 11 w 74"/>
                  <a:gd name="T9" fmla="*/ 75 h 108"/>
                  <a:gd name="T10" fmla="*/ 20 w 74"/>
                  <a:gd name="T11" fmla="*/ 93 h 108"/>
                  <a:gd name="T12" fmla="*/ 8 w 74"/>
                  <a:gd name="T13" fmla="*/ 99 h 108"/>
                  <a:gd name="T14" fmla="*/ 25 w 74"/>
                  <a:gd name="T15" fmla="*/ 107 h 108"/>
                  <a:gd name="T16" fmla="*/ 46 w 74"/>
                  <a:gd name="T17" fmla="*/ 99 h 108"/>
                  <a:gd name="T18" fmla="*/ 61 w 74"/>
                  <a:gd name="T19" fmla="*/ 76 h 108"/>
                  <a:gd name="T20" fmla="*/ 64 w 74"/>
                  <a:gd name="T21" fmla="*/ 58 h 108"/>
                  <a:gd name="T22" fmla="*/ 66 w 74"/>
                  <a:gd name="T23" fmla="*/ 42 h 108"/>
                  <a:gd name="T24" fmla="*/ 73 w 74"/>
                  <a:gd name="T25" fmla="*/ 22 h 108"/>
                  <a:gd name="T26" fmla="*/ 63 w 74"/>
                  <a:gd name="T27" fmla="*/ 2 h 108"/>
                  <a:gd name="T28" fmla="*/ 59 w 74"/>
                  <a:gd name="T29" fmla="*/ 0 h 108"/>
                  <a:gd name="T30" fmla="*/ 51 w 74"/>
                  <a:gd name="T31" fmla="*/ 19 h 108"/>
                  <a:gd name="T32" fmla="*/ 56 w 74"/>
                  <a:gd name="T33" fmla="*/ 24 h 108"/>
                  <a:gd name="T34" fmla="*/ 64 w 74"/>
                  <a:gd name="T35" fmla="*/ 28 h 108"/>
                  <a:gd name="T36" fmla="*/ 55 w 74"/>
                  <a:gd name="T37" fmla="*/ 49 h 108"/>
                  <a:gd name="T38" fmla="*/ 55 w 74"/>
                  <a:gd name="T39" fmla="*/ 61 h 108"/>
                  <a:gd name="T40" fmla="*/ 46 w 74"/>
                  <a:gd name="T41" fmla="*/ 74 h 108"/>
                  <a:gd name="T42" fmla="*/ 32 w 74"/>
                  <a:gd name="T43" fmla="*/ 76 h 108"/>
                  <a:gd name="T44" fmla="*/ 22 w 74"/>
                  <a:gd name="T45" fmla="*/ 42 h 108"/>
                  <a:gd name="T46" fmla="*/ 5 w 74"/>
                  <a:gd name="T47" fmla="*/ 52 h 108"/>
                  <a:gd name="T48" fmla="*/ 0 w 74"/>
                  <a:gd name="T49" fmla="*/ 55 h 10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108"/>
                  <a:gd name="T77" fmla="*/ 74 w 74"/>
                  <a:gd name="T78" fmla="*/ 108 h 10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108">
                    <a:moveTo>
                      <a:pt x="0" y="55"/>
                    </a:moveTo>
                    <a:lnTo>
                      <a:pt x="2" y="60"/>
                    </a:lnTo>
                    <a:lnTo>
                      <a:pt x="2" y="70"/>
                    </a:lnTo>
                    <a:lnTo>
                      <a:pt x="7" y="83"/>
                    </a:lnTo>
                    <a:lnTo>
                      <a:pt x="11" y="75"/>
                    </a:lnTo>
                    <a:lnTo>
                      <a:pt x="20" y="93"/>
                    </a:lnTo>
                    <a:lnTo>
                      <a:pt x="8" y="99"/>
                    </a:lnTo>
                    <a:lnTo>
                      <a:pt x="25" y="107"/>
                    </a:lnTo>
                    <a:lnTo>
                      <a:pt x="46" y="99"/>
                    </a:lnTo>
                    <a:lnTo>
                      <a:pt x="61" y="76"/>
                    </a:lnTo>
                    <a:lnTo>
                      <a:pt x="64" y="58"/>
                    </a:lnTo>
                    <a:lnTo>
                      <a:pt x="66" y="42"/>
                    </a:lnTo>
                    <a:lnTo>
                      <a:pt x="73" y="22"/>
                    </a:lnTo>
                    <a:lnTo>
                      <a:pt x="63" y="2"/>
                    </a:lnTo>
                    <a:lnTo>
                      <a:pt x="59" y="0"/>
                    </a:lnTo>
                    <a:lnTo>
                      <a:pt x="51" y="19"/>
                    </a:lnTo>
                    <a:lnTo>
                      <a:pt x="56" y="24"/>
                    </a:lnTo>
                    <a:lnTo>
                      <a:pt x="64" y="28"/>
                    </a:lnTo>
                    <a:lnTo>
                      <a:pt x="55" y="49"/>
                    </a:lnTo>
                    <a:lnTo>
                      <a:pt x="55" y="61"/>
                    </a:lnTo>
                    <a:lnTo>
                      <a:pt x="46" y="74"/>
                    </a:lnTo>
                    <a:lnTo>
                      <a:pt x="32" y="76"/>
                    </a:lnTo>
                    <a:lnTo>
                      <a:pt x="22" y="42"/>
                    </a:lnTo>
                    <a:lnTo>
                      <a:pt x="5" y="52"/>
                    </a:lnTo>
                    <a:lnTo>
                      <a:pt x="0" y="55"/>
                    </a:lnTo>
                  </a:path>
                </a:pathLst>
              </a:custGeom>
              <a:solidFill>
                <a:srgbClr val="B5B5B5"/>
              </a:solidFill>
              <a:ln w="9525" cap="rnd">
                <a:noFill/>
                <a:round/>
                <a:headEnd/>
                <a:tailEnd/>
              </a:ln>
            </p:spPr>
            <p:txBody>
              <a:bodyPr/>
              <a:lstStyle/>
              <a:p>
                <a:pPr algn="ctr"/>
                <a:endParaRPr lang="pt-BR" sz="2400"/>
              </a:p>
            </p:txBody>
          </p:sp>
          <p:sp>
            <p:nvSpPr>
              <p:cNvPr id="54" name="Freeform 514"/>
              <p:cNvSpPr>
                <a:spLocks/>
              </p:cNvSpPr>
              <p:nvPr/>
            </p:nvSpPr>
            <p:spPr bwMode="auto">
              <a:xfrm>
                <a:off x="1788" y="2233"/>
                <a:ext cx="171" cy="200"/>
              </a:xfrm>
              <a:custGeom>
                <a:avLst/>
                <a:gdLst>
                  <a:gd name="T0" fmla="*/ 22 w 171"/>
                  <a:gd name="T1" fmla="*/ 41 h 200"/>
                  <a:gd name="T2" fmla="*/ 30 w 171"/>
                  <a:gd name="T3" fmla="*/ 47 h 200"/>
                  <a:gd name="T4" fmla="*/ 21 w 171"/>
                  <a:gd name="T5" fmla="*/ 81 h 200"/>
                  <a:gd name="T6" fmla="*/ 21 w 171"/>
                  <a:gd name="T7" fmla="*/ 101 h 200"/>
                  <a:gd name="T8" fmla="*/ 46 w 171"/>
                  <a:gd name="T9" fmla="*/ 107 h 200"/>
                  <a:gd name="T10" fmla="*/ 44 w 171"/>
                  <a:gd name="T11" fmla="*/ 30 h 200"/>
                  <a:gd name="T12" fmla="*/ 46 w 171"/>
                  <a:gd name="T13" fmla="*/ 16 h 200"/>
                  <a:gd name="T14" fmla="*/ 36 w 171"/>
                  <a:gd name="T15" fmla="*/ 11 h 200"/>
                  <a:gd name="T16" fmla="*/ 27 w 171"/>
                  <a:gd name="T17" fmla="*/ 17 h 200"/>
                  <a:gd name="T18" fmla="*/ 26 w 171"/>
                  <a:gd name="T19" fmla="*/ 16 h 200"/>
                  <a:gd name="T20" fmla="*/ 33 w 171"/>
                  <a:gd name="T21" fmla="*/ 11 h 200"/>
                  <a:gd name="T22" fmla="*/ 36 w 171"/>
                  <a:gd name="T23" fmla="*/ 6 h 200"/>
                  <a:gd name="T24" fmla="*/ 60 w 171"/>
                  <a:gd name="T25" fmla="*/ 0 h 200"/>
                  <a:gd name="T26" fmla="*/ 72 w 171"/>
                  <a:gd name="T27" fmla="*/ 6 h 200"/>
                  <a:gd name="T28" fmla="*/ 68 w 171"/>
                  <a:gd name="T29" fmla="*/ 9 h 200"/>
                  <a:gd name="T30" fmla="*/ 60 w 171"/>
                  <a:gd name="T31" fmla="*/ 8 h 200"/>
                  <a:gd name="T32" fmla="*/ 56 w 171"/>
                  <a:gd name="T33" fmla="*/ 19 h 200"/>
                  <a:gd name="T34" fmla="*/ 79 w 171"/>
                  <a:gd name="T35" fmla="*/ 113 h 200"/>
                  <a:gd name="T36" fmla="*/ 102 w 171"/>
                  <a:gd name="T37" fmla="*/ 127 h 200"/>
                  <a:gd name="T38" fmla="*/ 142 w 171"/>
                  <a:gd name="T39" fmla="*/ 147 h 200"/>
                  <a:gd name="T40" fmla="*/ 138 w 171"/>
                  <a:gd name="T41" fmla="*/ 135 h 200"/>
                  <a:gd name="T42" fmla="*/ 160 w 171"/>
                  <a:gd name="T43" fmla="*/ 144 h 200"/>
                  <a:gd name="T44" fmla="*/ 166 w 171"/>
                  <a:gd name="T45" fmla="*/ 129 h 200"/>
                  <a:gd name="T46" fmla="*/ 169 w 171"/>
                  <a:gd name="T47" fmla="*/ 130 h 200"/>
                  <a:gd name="T48" fmla="*/ 166 w 171"/>
                  <a:gd name="T49" fmla="*/ 156 h 200"/>
                  <a:gd name="T50" fmla="*/ 170 w 171"/>
                  <a:gd name="T51" fmla="*/ 169 h 200"/>
                  <a:gd name="T52" fmla="*/ 155 w 171"/>
                  <a:gd name="T53" fmla="*/ 173 h 200"/>
                  <a:gd name="T54" fmla="*/ 116 w 171"/>
                  <a:gd name="T55" fmla="*/ 170 h 200"/>
                  <a:gd name="T56" fmla="*/ 124 w 171"/>
                  <a:gd name="T57" fmla="*/ 165 h 200"/>
                  <a:gd name="T58" fmla="*/ 119 w 171"/>
                  <a:gd name="T59" fmla="*/ 154 h 200"/>
                  <a:gd name="T60" fmla="*/ 125 w 171"/>
                  <a:gd name="T61" fmla="*/ 151 h 200"/>
                  <a:gd name="T62" fmla="*/ 109 w 171"/>
                  <a:gd name="T63" fmla="*/ 146 h 200"/>
                  <a:gd name="T64" fmla="*/ 109 w 171"/>
                  <a:gd name="T65" fmla="*/ 157 h 200"/>
                  <a:gd name="T66" fmla="*/ 104 w 171"/>
                  <a:gd name="T67" fmla="*/ 169 h 200"/>
                  <a:gd name="T68" fmla="*/ 90 w 171"/>
                  <a:gd name="T69" fmla="*/ 174 h 200"/>
                  <a:gd name="T70" fmla="*/ 92 w 171"/>
                  <a:gd name="T71" fmla="*/ 172 h 200"/>
                  <a:gd name="T72" fmla="*/ 83 w 171"/>
                  <a:gd name="T73" fmla="*/ 148 h 200"/>
                  <a:gd name="T74" fmla="*/ 62 w 171"/>
                  <a:gd name="T75" fmla="*/ 135 h 200"/>
                  <a:gd name="T76" fmla="*/ 43 w 171"/>
                  <a:gd name="T77" fmla="*/ 132 h 200"/>
                  <a:gd name="T78" fmla="*/ 48 w 171"/>
                  <a:gd name="T79" fmla="*/ 139 h 200"/>
                  <a:gd name="T80" fmla="*/ 45 w 171"/>
                  <a:gd name="T81" fmla="*/ 140 h 200"/>
                  <a:gd name="T82" fmla="*/ 56 w 171"/>
                  <a:gd name="T83" fmla="*/ 143 h 200"/>
                  <a:gd name="T84" fmla="*/ 76 w 171"/>
                  <a:gd name="T85" fmla="*/ 160 h 200"/>
                  <a:gd name="T86" fmla="*/ 85 w 171"/>
                  <a:gd name="T87" fmla="*/ 169 h 200"/>
                  <a:gd name="T88" fmla="*/ 70 w 171"/>
                  <a:gd name="T89" fmla="*/ 168 h 200"/>
                  <a:gd name="T90" fmla="*/ 53 w 171"/>
                  <a:gd name="T91" fmla="*/ 163 h 200"/>
                  <a:gd name="T92" fmla="*/ 67 w 171"/>
                  <a:gd name="T93" fmla="*/ 174 h 200"/>
                  <a:gd name="T94" fmla="*/ 53 w 171"/>
                  <a:gd name="T95" fmla="*/ 178 h 200"/>
                  <a:gd name="T96" fmla="*/ 38 w 171"/>
                  <a:gd name="T97" fmla="*/ 189 h 200"/>
                  <a:gd name="T98" fmla="*/ 61 w 171"/>
                  <a:gd name="T99" fmla="*/ 183 h 200"/>
                  <a:gd name="T100" fmla="*/ 40 w 171"/>
                  <a:gd name="T101" fmla="*/ 199 h 200"/>
                  <a:gd name="T102" fmla="*/ 18 w 171"/>
                  <a:gd name="T103" fmla="*/ 199 h 200"/>
                  <a:gd name="T104" fmla="*/ 15 w 171"/>
                  <a:gd name="T105" fmla="*/ 192 h 200"/>
                  <a:gd name="T106" fmla="*/ 22 w 171"/>
                  <a:gd name="T107" fmla="*/ 165 h 200"/>
                  <a:gd name="T108" fmla="*/ 19 w 171"/>
                  <a:gd name="T109" fmla="*/ 153 h 200"/>
                  <a:gd name="T110" fmla="*/ 0 w 171"/>
                  <a:gd name="T111" fmla="*/ 86 h 200"/>
                  <a:gd name="T112" fmla="*/ 6 w 171"/>
                  <a:gd name="T113" fmla="*/ 53 h 200"/>
                  <a:gd name="T114" fmla="*/ 22 w 171"/>
                  <a:gd name="T115" fmla="*/ 41 h 20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71"/>
                  <a:gd name="T175" fmla="*/ 0 h 200"/>
                  <a:gd name="T176" fmla="*/ 171 w 171"/>
                  <a:gd name="T177" fmla="*/ 200 h 20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71" h="200">
                    <a:moveTo>
                      <a:pt x="22" y="41"/>
                    </a:moveTo>
                    <a:lnTo>
                      <a:pt x="30" y="47"/>
                    </a:lnTo>
                    <a:lnTo>
                      <a:pt x="21" y="81"/>
                    </a:lnTo>
                    <a:lnTo>
                      <a:pt x="21" y="101"/>
                    </a:lnTo>
                    <a:lnTo>
                      <a:pt x="46" y="107"/>
                    </a:lnTo>
                    <a:lnTo>
                      <a:pt x="44" y="30"/>
                    </a:lnTo>
                    <a:lnTo>
                      <a:pt x="46" y="16"/>
                    </a:lnTo>
                    <a:lnTo>
                      <a:pt x="36" y="11"/>
                    </a:lnTo>
                    <a:lnTo>
                      <a:pt x="27" y="17"/>
                    </a:lnTo>
                    <a:lnTo>
                      <a:pt x="26" y="16"/>
                    </a:lnTo>
                    <a:lnTo>
                      <a:pt x="33" y="11"/>
                    </a:lnTo>
                    <a:lnTo>
                      <a:pt x="36" y="6"/>
                    </a:lnTo>
                    <a:lnTo>
                      <a:pt x="60" y="0"/>
                    </a:lnTo>
                    <a:lnTo>
                      <a:pt x="72" y="6"/>
                    </a:lnTo>
                    <a:lnTo>
                      <a:pt x="68" y="9"/>
                    </a:lnTo>
                    <a:lnTo>
                      <a:pt x="60" y="8"/>
                    </a:lnTo>
                    <a:lnTo>
                      <a:pt x="56" y="19"/>
                    </a:lnTo>
                    <a:lnTo>
                      <a:pt x="79" y="113"/>
                    </a:lnTo>
                    <a:lnTo>
                      <a:pt x="102" y="127"/>
                    </a:lnTo>
                    <a:lnTo>
                      <a:pt x="142" y="147"/>
                    </a:lnTo>
                    <a:lnTo>
                      <a:pt x="138" y="135"/>
                    </a:lnTo>
                    <a:lnTo>
                      <a:pt x="160" y="144"/>
                    </a:lnTo>
                    <a:lnTo>
                      <a:pt x="166" y="129"/>
                    </a:lnTo>
                    <a:lnTo>
                      <a:pt x="169" y="130"/>
                    </a:lnTo>
                    <a:lnTo>
                      <a:pt x="166" y="156"/>
                    </a:lnTo>
                    <a:lnTo>
                      <a:pt x="170" y="169"/>
                    </a:lnTo>
                    <a:lnTo>
                      <a:pt x="155" y="173"/>
                    </a:lnTo>
                    <a:lnTo>
                      <a:pt x="116" y="170"/>
                    </a:lnTo>
                    <a:lnTo>
                      <a:pt x="124" y="165"/>
                    </a:lnTo>
                    <a:lnTo>
                      <a:pt x="119" y="154"/>
                    </a:lnTo>
                    <a:lnTo>
                      <a:pt x="125" y="151"/>
                    </a:lnTo>
                    <a:lnTo>
                      <a:pt x="109" y="146"/>
                    </a:lnTo>
                    <a:lnTo>
                      <a:pt x="109" y="157"/>
                    </a:lnTo>
                    <a:lnTo>
                      <a:pt x="104" y="169"/>
                    </a:lnTo>
                    <a:lnTo>
                      <a:pt x="90" y="174"/>
                    </a:lnTo>
                    <a:lnTo>
                      <a:pt x="92" y="172"/>
                    </a:lnTo>
                    <a:lnTo>
                      <a:pt x="83" y="148"/>
                    </a:lnTo>
                    <a:lnTo>
                      <a:pt x="62" y="135"/>
                    </a:lnTo>
                    <a:lnTo>
                      <a:pt x="43" y="132"/>
                    </a:lnTo>
                    <a:lnTo>
                      <a:pt x="48" y="139"/>
                    </a:lnTo>
                    <a:lnTo>
                      <a:pt x="45" y="140"/>
                    </a:lnTo>
                    <a:lnTo>
                      <a:pt x="56" y="143"/>
                    </a:lnTo>
                    <a:lnTo>
                      <a:pt x="76" y="160"/>
                    </a:lnTo>
                    <a:lnTo>
                      <a:pt x="85" y="169"/>
                    </a:lnTo>
                    <a:lnTo>
                      <a:pt x="70" y="168"/>
                    </a:lnTo>
                    <a:lnTo>
                      <a:pt x="53" y="163"/>
                    </a:lnTo>
                    <a:lnTo>
                      <a:pt x="67" y="174"/>
                    </a:lnTo>
                    <a:lnTo>
                      <a:pt x="53" y="178"/>
                    </a:lnTo>
                    <a:lnTo>
                      <a:pt x="38" y="189"/>
                    </a:lnTo>
                    <a:lnTo>
                      <a:pt x="61" y="183"/>
                    </a:lnTo>
                    <a:lnTo>
                      <a:pt x="40" y="199"/>
                    </a:lnTo>
                    <a:lnTo>
                      <a:pt x="18" y="199"/>
                    </a:lnTo>
                    <a:lnTo>
                      <a:pt x="15" y="192"/>
                    </a:lnTo>
                    <a:lnTo>
                      <a:pt x="22" y="165"/>
                    </a:lnTo>
                    <a:lnTo>
                      <a:pt x="19" y="153"/>
                    </a:lnTo>
                    <a:lnTo>
                      <a:pt x="0" y="86"/>
                    </a:lnTo>
                    <a:lnTo>
                      <a:pt x="6" y="53"/>
                    </a:lnTo>
                    <a:lnTo>
                      <a:pt x="22" y="41"/>
                    </a:lnTo>
                  </a:path>
                </a:pathLst>
              </a:custGeom>
              <a:solidFill>
                <a:srgbClr val="B5B5B5"/>
              </a:solidFill>
              <a:ln w="9525" cap="rnd">
                <a:noFill/>
                <a:round/>
                <a:headEnd/>
                <a:tailEnd/>
              </a:ln>
            </p:spPr>
            <p:txBody>
              <a:bodyPr/>
              <a:lstStyle/>
              <a:p>
                <a:pPr algn="ctr"/>
                <a:endParaRPr lang="pt-BR" sz="2400"/>
              </a:p>
            </p:txBody>
          </p:sp>
          <p:sp>
            <p:nvSpPr>
              <p:cNvPr id="55" name="Freeform 515"/>
              <p:cNvSpPr>
                <a:spLocks/>
              </p:cNvSpPr>
              <p:nvPr/>
            </p:nvSpPr>
            <p:spPr bwMode="auto">
              <a:xfrm>
                <a:off x="1868" y="2206"/>
                <a:ext cx="63" cy="45"/>
              </a:xfrm>
              <a:custGeom>
                <a:avLst/>
                <a:gdLst>
                  <a:gd name="T0" fmla="*/ 0 w 63"/>
                  <a:gd name="T1" fmla="*/ 27 h 45"/>
                  <a:gd name="T2" fmla="*/ 6 w 63"/>
                  <a:gd name="T3" fmla="*/ 14 h 45"/>
                  <a:gd name="T4" fmla="*/ 6 w 63"/>
                  <a:gd name="T5" fmla="*/ 24 h 45"/>
                  <a:gd name="T6" fmla="*/ 22 w 63"/>
                  <a:gd name="T7" fmla="*/ 7 h 45"/>
                  <a:gd name="T8" fmla="*/ 27 w 63"/>
                  <a:gd name="T9" fmla="*/ 44 h 45"/>
                  <a:gd name="T10" fmla="*/ 30 w 63"/>
                  <a:gd name="T11" fmla="*/ 15 h 45"/>
                  <a:gd name="T12" fmla="*/ 45 w 63"/>
                  <a:gd name="T13" fmla="*/ 5 h 45"/>
                  <a:gd name="T14" fmla="*/ 54 w 63"/>
                  <a:gd name="T15" fmla="*/ 7 h 45"/>
                  <a:gd name="T16" fmla="*/ 62 w 63"/>
                  <a:gd name="T17" fmla="*/ 0 h 45"/>
                  <a:gd name="T18" fmla="*/ 53 w 63"/>
                  <a:gd name="T19" fmla="*/ 2 h 45"/>
                  <a:gd name="T20" fmla="*/ 47 w 63"/>
                  <a:gd name="T21" fmla="*/ 2 h 45"/>
                  <a:gd name="T22" fmla="*/ 45 w 63"/>
                  <a:gd name="T23" fmla="*/ 0 h 45"/>
                  <a:gd name="T24" fmla="*/ 39 w 63"/>
                  <a:gd name="T25" fmla="*/ 5 h 45"/>
                  <a:gd name="T26" fmla="*/ 28 w 63"/>
                  <a:gd name="T27" fmla="*/ 3 h 45"/>
                  <a:gd name="T28" fmla="*/ 21 w 63"/>
                  <a:gd name="T29" fmla="*/ 2 h 45"/>
                  <a:gd name="T30" fmla="*/ 9 w 63"/>
                  <a:gd name="T31" fmla="*/ 5 h 45"/>
                  <a:gd name="T32" fmla="*/ 2 w 63"/>
                  <a:gd name="T33" fmla="*/ 13 h 45"/>
                  <a:gd name="T34" fmla="*/ 0 w 63"/>
                  <a:gd name="T35" fmla="*/ 27 h 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3"/>
                  <a:gd name="T55" fmla="*/ 0 h 45"/>
                  <a:gd name="T56" fmla="*/ 63 w 63"/>
                  <a:gd name="T57" fmla="*/ 45 h 4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3" h="45">
                    <a:moveTo>
                      <a:pt x="0" y="27"/>
                    </a:moveTo>
                    <a:lnTo>
                      <a:pt x="6" y="14"/>
                    </a:lnTo>
                    <a:lnTo>
                      <a:pt x="6" y="24"/>
                    </a:lnTo>
                    <a:lnTo>
                      <a:pt x="22" y="7"/>
                    </a:lnTo>
                    <a:lnTo>
                      <a:pt x="27" y="44"/>
                    </a:lnTo>
                    <a:lnTo>
                      <a:pt x="30" y="15"/>
                    </a:lnTo>
                    <a:lnTo>
                      <a:pt x="45" y="5"/>
                    </a:lnTo>
                    <a:lnTo>
                      <a:pt x="54" y="7"/>
                    </a:lnTo>
                    <a:lnTo>
                      <a:pt x="62" y="0"/>
                    </a:lnTo>
                    <a:lnTo>
                      <a:pt x="53" y="2"/>
                    </a:lnTo>
                    <a:lnTo>
                      <a:pt x="47" y="2"/>
                    </a:lnTo>
                    <a:lnTo>
                      <a:pt x="45" y="0"/>
                    </a:lnTo>
                    <a:lnTo>
                      <a:pt x="39" y="5"/>
                    </a:lnTo>
                    <a:lnTo>
                      <a:pt x="28" y="3"/>
                    </a:lnTo>
                    <a:lnTo>
                      <a:pt x="21" y="2"/>
                    </a:lnTo>
                    <a:lnTo>
                      <a:pt x="9" y="5"/>
                    </a:lnTo>
                    <a:lnTo>
                      <a:pt x="2" y="13"/>
                    </a:lnTo>
                    <a:lnTo>
                      <a:pt x="0" y="27"/>
                    </a:lnTo>
                  </a:path>
                </a:pathLst>
              </a:custGeom>
              <a:solidFill>
                <a:srgbClr val="B5B5B5"/>
              </a:solidFill>
              <a:ln w="9525" cap="rnd">
                <a:noFill/>
                <a:round/>
                <a:headEnd/>
                <a:tailEnd/>
              </a:ln>
            </p:spPr>
            <p:txBody>
              <a:bodyPr/>
              <a:lstStyle/>
              <a:p>
                <a:pPr algn="ctr"/>
                <a:endParaRPr lang="pt-BR" sz="2400"/>
              </a:p>
            </p:txBody>
          </p:sp>
          <p:sp>
            <p:nvSpPr>
              <p:cNvPr id="56" name="Freeform 516"/>
              <p:cNvSpPr>
                <a:spLocks/>
              </p:cNvSpPr>
              <p:nvPr/>
            </p:nvSpPr>
            <p:spPr bwMode="auto">
              <a:xfrm>
                <a:off x="1935" y="2247"/>
                <a:ext cx="60" cy="115"/>
              </a:xfrm>
              <a:custGeom>
                <a:avLst/>
                <a:gdLst>
                  <a:gd name="T0" fmla="*/ 35 w 60"/>
                  <a:gd name="T1" fmla="*/ 11 h 115"/>
                  <a:gd name="T2" fmla="*/ 35 w 60"/>
                  <a:gd name="T3" fmla="*/ 30 h 115"/>
                  <a:gd name="T4" fmla="*/ 28 w 60"/>
                  <a:gd name="T5" fmla="*/ 43 h 115"/>
                  <a:gd name="T6" fmla="*/ 17 w 60"/>
                  <a:gd name="T7" fmla="*/ 30 h 115"/>
                  <a:gd name="T8" fmla="*/ 10 w 60"/>
                  <a:gd name="T9" fmla="*/ 18 h 115"/>
                  <a:gd name="T10" fmla="*/ 17 w 60"/>
                  <a:gd name="T11" fmla="*/ 61 h 115"/>
                  <a:gd name="T12" fmla="*/ 15 w 60"/>
                  <a:gd name="T13" fmla="*/ 90 h 115"/>
                  <a:gd name="T14" fmla="*/ 0 w 60"/>
                  <a:gd name="T15" fmla="*/ 112 h 115"/>
                  <a:gd name="T16" fmla="*/ 13 w 60"/>
                  <a:gd name="T17" fmla="*/ 114 h 115"/>
                  <a:gd name="T18" fmla="*/ 26 w 60"/>
                  <a:gd name="T19" fmla="*/ 107 h 115"/>
                  <a:gd name="T20" fmla="*/ 23 w 60"/>
                  <a:gd name="T21" fmla="*/ 60 h 115"/>
                  <a:gd name="T22" fmla="*/ 37 w 60"/>
                  <a:gd name="T23" fmla="*/ 75 h 115"/>
                  <a:gd name="T24" fmla="*/ 47 w 60"/>
                  <a:gd name="T25" fmla="*/ 75 h 115"/>
                  <a:gd name="T26" fmla="*/ 40 w 60"/>
                  <a:gd name="T27" fmla="*/ 67 h 115"/>
                  <a:gd name="T28" fmla="*/ 38 w 60"/>
                  <a:gd name="T29" fmla="*/ 55 h 115"/>
                  <a:gd name="T30" fmla="*/ 43 w 60"/>
                  <a:gd name="T31" fmla="*/ 43 h 115"/>
                  <a:gd name="T32" fmla="*/ 49 w 60"/>
                  <a:gd name="T33" fmla="*/ 35 h 115"/>
                  <a:gd name="T34" fmla="*/ 52 w 60"/>
                  <a:gd name="T35" fmla="*/ 28 h 115"/>
                  <a:gd name="T36" fmla="*/ 55 w 60"/>
                  <a:gd name="T37" fmla="*/ 38 h 115"/>
                  <a:gd name="T38" fmla="*/ 59 w 60"/>
                  <a:gd name="T39" fmla="*/ 28 h 115"/>
                  <a:gd name="T40" fmla="*/ 57 w 60"/>
                  <a:gd name="T41" fmla="*/ 20 h 115"/>
                  <a:gd name="T42" fmla="*/ 52 w 60"/>
                  <a:gd name="T43" fmla="*/ 10 h 115"/>
                  <a:gd name="T44" fmla="*/ 40 w 60"/>
                  <a:gd name="T45" fmla="*/ 0 h 115"/>
                  <a:gd name="T46" fmla="*/ 35 w 60"/>
                  <a:gd name="T47" fmla="*/ 11 h 11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0"/>
                  <a:gd name="T73" fmla="*/ 0 h 115"/>
                  <a:gd name="T74" fmla="*/ 60 w 60"/>
                  <a:gd name="T75" fmla="*/ 115 h 11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0" h="115">
                    <a:moveTo>
                      <a:pt x="35" y="11"/>
                    </a:moveTo>
                    <a:lnTo>
                      <a:pt x="35" y="30"/>
                    </a:lnTo>
                    <a:lnTo>
                      <a:pt x="28" y="43"/>
                    </a:lnTo>
                    <a:lnTo>
                      <a:pt x="17" y="30"/>
                    </a:lnTo>
                    <a:lnTo>
                      <a:pt x="10" y="18"/>
                    </a:lnTo>
                    <a:lnTo>
                      <a:pt x="17" y="61"/>
                    </a:lnTo>
                    <a:lnTo>
                      <a:pt x="15" y="90"/>
                    </a:lnTo>
                    <a:lnTo>
                      <a:pt x="0" y="112"/>
                    </a:lnTo>
                    <a:lnTo>
                      <a:pt x="13" y="114"/>
                    </a:lnTo>
                    <a:lnTo>
                      <a:pt x="26" y="107"/>
                    </a:lnTo>
                    <a:lnTo>
                      <a:pt x="23" y="60"/>
                    </a:lnTo>
                    <a:lnTo>
                      <a:pt x="37" y="75"/>
                    </a:lnTo>
                    <a:lnTo>
                      <a:pt x="47" y="75"/>
                    </a:lnTo>
                    <a:lnTo>
                      <a:pt x="40" y="67"/>
                    </a:lnTo>
                    <a:lnTo>
                      <a:pt x="38" y="55"/>
                    </a:lnTo>
                    <a:lnTo>
                      <a:pt x="43" y="43"/>
                    </a:lnTo>
                    <a:lnTo>
                      <a:pt x="49" y="35"/>
                    </a:lnTo>
                    <a:lnTo>
                      <a:pt x="52" y="28"/>
                    </a:lnTo>
                    <a:lnTo>
                      <a:pt x="55" y="38"/>
                    </a:lnTo>
                    <a:lnTo>
                      <a:pt x="59" y="28"/>
                    </a:lnTo>
                    <a:lnTo>
                      <a:pt x="57" y="20"/>
                    </a:lnTo>
                    <a:lnTo>
                      <a:pt x="52" y="10"/>
                    </a:lnTo>
                    <a:lnTo>
                      <a:pt x="40" y="0"/>
                    </a:lnTo>
                    <a:lnTo>
                      <a:pt x="35" y="11"/>
                    </a:lnTo>
                  </a:path>
                </a:pathLst>
              </a:custGeom>
              <a:solidFill>
                <a:srgbClr val="B5B5B5"/>
              </a:solidFill>
              <a:ln w="9525" cap="rnd">
                <a:noFill/>
                <a:round/>
                <a:headEnd/>
                <a:tailEnd/>
              </a:ln>
            </p:spPr>
            <p:txBody>
              <a:bodyPr/>
              <a:lstStyle/>
              <a:p>
                <a:pPr algn="ctr"/>
                <a:endParaRPr lang="pt-BR" sz="2400"/>
              </a:p>
            </p:txBody>
          </p:sp>
          <p:sp>
            <p:nvSpPr>
              <p:cNvPr id="57" name="Freeform 517"/>
              <p:cNvSpPr>
                <a:spLocks/>
              </p:cNvSpPr>
              <p:nvPr/>
            </p:nvSpPr>
            <p:spPr bwMode="auto">
              <a:xfrm>
                <a:off x="1989" y="2286"/>
                <a:ext cx="41" cy="45"/>
              </a:xfrm>
              <a:custGeom>
                <a:avLst/>
                <a:gdLst>
                  <a:gd name="T0" fmla="*/ 12 w 41"/>
                  <a:gd name="T1" fmla="*/ 0 h 45"/>
                  <a:gd name="T2" fmla="*/ 3 w 41"/>
                  <a:gd name="T3" fmla="*/ 12 h 45"/>
                  <a:gd name="T4" fmla="*/ 10 w 41"/>
                  <a:gd name="T5" fmla="*/ 22 h 45"/>
                  <a:gd name="T6" fmla="*/ 27 w 41"/>
                  <a:gd name="T7" fmla="*/ 10 h 45"/>
                  <a:gd name="T8" fmla="*/ 33 w 41"/>
                  <a:gd name="T9" fmla="*/ 22 h 45"/>
                  <a:gd name="T10" fmla="*/ 0 w 41"/>
                  <a:gd name="T11" fmla="*/ 44 h 45"/>
                  <a:gd name="T12" fmla="*/ 30 w 41"/>
                  <a:gd name="T13" fmla="*/ 39 h 45"/>
                  <a:gd name="T14" fmla="*/ 40 w 41"/>
                  <a:gd name="T15" fmla="*/ 10 h 45"/>
                  <a:gd name="T16" fmla="*/ 33 w 41"/>
                  <a:gd name="T17" fmla="*/ 3 h 45"/>
                  <a:gd name="T18" fmla="*/ 21 w 41"/>
                  <a:gd name="T19" fmla="*/ 5 h 45"/>
                  <a:gd name="T20" fmla="*/ 14 w 41"/>
                  <a:gd name="T21" fmla="*/ 2 h 45"/>
                  <a:gd name="T22" fmla="*/ 12 w 41"/>
                  <a:gd name="T23" fmla="*/ 0 h 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45"/>
                  <a:gd name="T38" fmla="*/ 41 w 41"/>
                  <a:gd name="T39" fmla="*/ 45 h 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45">
                    <a:moveTo>
                      <a:pt x="12" y="0"/>
                    </a:moveTo>
                    <a:lnTo>
                      <a:pt x="3" y="12"/>
                    </a:lnTo>
                    <a:lnTo>
                      <a:pt x="10" y="22"/>
                    </a:lnTo>
                    <a:lnTo>
                      <a:pt x="27" y="10"/>
                    </a:lnTo>
                    <a:lnTo>
                      <a:pt x="33" y="22"/>
                    </a:lnTo>
                    <a:lnTo>
                      <a:pt x="0" y="44"/>
                    </a:lnTo>
                    <a:lnTo>
                      <a:pt x="30" y="39"/>
                    </a:lnTo>
                    <a:lnTo>
                      <a:pt x="40" y="10"/>
                    </a:lnTo>
                    <a:lnTo>
                      <a:pt x="33" y="3"/>
                    </a:lnTo>
                    <a:lnTo>
                      <a:pt x="21" y="5"/>
                    </a:lnTo>
                    <a:lnTo>
                      <a:pt x="14" y="2"/>
                    </a:lnTo>
                    <a:lnTo>
                      <a:pt x="12" y="0"/>
                    </a:lnTo>
                  </a:path>
                </a:pathLst>
              </a:custGeom>
              <a:solidFill>
                <a:srgbClr val="B5B5B5"/>
              </a:solidFill>
              <a:ln w="9525" cap="rnd">
                <a:noFill/>
                <a:round/>
                <a:headEnd/>
                <a:tailEnd/>
              </a:ln>
            </p:spPr>
            <p:txBody>
              <a:bodyPr/>
              <a:lstStyle/>
              <a:p>
                <a:pPr algn="ctr"/>
                <a:endParaRPr lang="pt-BR" sz="2400"/>
              </a:p>
            </p:txBody>
          </p:sp>
          <p:sp>
            <p:nvSpPr>
              <p:cNvPr id="58" name="Freeform 518"/>
              <p:cNvSpPr>
                <a:spLocks/>
              </p:cNvSpPr>
              <p:nvPr/>
            </p:nvSpPr>
            <p:spPr bwMode="auto">
              <a:xfrm>
                <a:off x="1832" y="2230"/>
                <a:ext cx="61" cy="179"/>
              </a:xfrm>
              <a:custGeom>
                <a:avLst/>
                <a:gdLst>
                  <a:gd name="T0" fmla="*/ 14 w 61"/>
                  <a:gd name="T1" fmla="*/ 1 h 179"/>
                  <a:gd name="T2" fmla="*/ 14 w 61"/>
                  <a:gd name="T3" fmla="*/ 8 h 179"/>
                  <a:gd name="T4" fmla="*/ 11 w 61"/>
                  <a:gd name="T5" fmla="*/ 14 h 179"/>
                  <a:gd name="T6" fmla="*/ 9 w 61"/>
                  <a:gd name="T7" fmla="*/ 17 h 179"/>
                  <a:gd name="T8" fmla="*/ 14 w 61"/>
                  <a:gd name="T9" fmla="*/ 23 h 179"/>
                  <a:gd name="T10" fmla="*/ 22 w 61"/>
                  <a:gd name="T11" fmla="*/ 35 h 179"/>
                  <a:gd name="T12" fmla="*/ 29 w 61"/>
                  <a:gd name="T13" fmla="*/ 59 h 179"/>
                  <a:gd name="T14" fmla="*/ 38 w 61"/>
                  <a:gd name="T15" fmla="*/ 90 h 179"/>
                  <a:gd name="T16" fmla="*/ 51 w 61"/>
                  <a:gd name="T17" fmla="*/ 131 h 179"/>
                  <a:gd name="T18" fmla="*/ 60 w 61"/>
                  <a:gd name="T19" fmla="*/ 154 h 179"/>
                  <a:gd name="T20" fmla="*/ 49 w 61"/>
                  <a:gd name="T21" fmla="*/ 178 h 179"/>
                  <a:gd name="T22" fmla="*/ 25 w 61"/>
                  <a:gd name="T23" fmla="*/ 159 h 179"/>
                  <a:gd name="T24" fmla="*/ 5 w 61"/>
                  <a:gd name="T25" fmla="*/ 51 h 179"/>
                  <a:gd name="T26" fmla="*/ 4 w 61"/>
                  <a:gd name="T27" fmla="*/ 31 h 179"/>
                  <a:gd name="T28" fmla="*/ 5 w 61"/>
                  <a:gd name="T29" fmla="*/ 20 h 179"/>
                  <a:gd name="T30" fmla="*/ 5 w 61"/>
                  <a:gd name="T31" fmla="*/ 17 h 179"/>
                  <a:gd name="T32" fmla="*/ 0 w 61"/>
                  <a:gd name="T33" fmla="*/ 10 h 179"/>
                  <a:gd name="T34" fmla="*/ 1 w 61"/>
                  <a:gd name="T35" fmla="*/ 0 h 179"/>
                  <a:gd name="T36" fmla="*/ 12 w 61"/>
                  <a:gd name="T37" fmla="*/ 0 h 179"/>
                  <a:gd name="T38" fmla="*/ 14 w 61"/>
                  <a:gd name="T39" fmla="*/ 1 h 1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
                  <a:gd name="T61" fmla="*/ 0 h 179"/>
                  <a:gd name="T62" fmla="*/ 61 w 61"/>
                  <a:gd name="T63" fmla="*/ 179 h 1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 h="179">
                    <a:moveTo>
                      <a:pt x="14" y="1"/>
                    </a:moveTo>
                    <a:lnTo>
                      <a:pt x="14" y="8"/>
                    </a:lnTo>
                    <a:lnTo>
                      <a:pt x="11" y="14"/>
                    </a:lnTo>
                    <a:lnTo>
                      <a:pt x="9" y="17"/>
                    </a:lnTo>
                    <a:lnTo>
                      <a:pt x="14" y="23"/>
                    </a:lnTo>
                    <a:lnTo>
                      <a:pt x="22" y="35"/>
                    </a:lnTo>
                    <a:lnTo>
                      <a:pt x="29" y="59"/>
                    </a:lnTo>
                    <a:lnTo>
                      <a:pt x="38" y="90"/>
                    </a:lnTo>
                    <a:lnTo>
                      <a:pt x="51" y="131"/>
                    </a:lnTo>
                    <a:lnTo>
                      <a:pt x="60" y="154"/>
                    </a:lnTo>
                    <a:lnTo>
                      <a:pt x="49" y="178"/>
                    </a:lnTo>
                    <a:lnTo>
                      <a:pt x="25" y="159"/>
                    </a:lnTo>
                    <a:lnTo>
                      <a:pt x="5" y="51"/>
                    </a:lnTo>
                    <a:lnTo>
                      <a:pt x="4" y="31"/>
                    </a:lnTo>
                    <a:lnTo>
                      <a:pt x="5" y="20"/>
                    </a:lnTo>
                    <a:lnTo>
                      <a:pt x="5" y="17"/>
                    </a:lnTo>
                    <a:lnTo>
                      <a:pt x="0" y="10"/>
                    </a:lnTo>
                    <a:lnTo>
                      <a:pt x="1" y="0"/>
                    </a:lnTo>
                    <a:lnTo>
                      <a:pt x="12" y="0"/>
                    </a:lnTo>
                    <a:lnTo>
                      <a:pt x="14" y="1"/>
                    </a:lnTo>
                  </a:path>
                </a:pathLst>
              </a:custGeom>
              <a:solidFill>
                <a:srgbClr val="FF0000"/>
              </a:solidFill>
              <a:ln w="9525" cap="rnd">
                <a:noFill/>
                <a:round/>
                <a:headEnd/>
                <a:tailEnd/>
              </a:ln>
            </p:spPr>
            <p:txBody>
              <a:bodyPr/>
              <a:lstStyle/>
              <a:p>
                <a:pPr algn="ctr"/>
                <a:endParaRPr lang="pt-BR" sz="2400"/>
              </a:p>
            </p:txBody>
          </p:sp>
          <p:sp>
            <p:nvSpPr>
              <p:cNvPr id="59" name="Freeform 519"/>
              <p:cNvSpPr>
                <a:spLocks/>
              </p:cNvSpPr>
              <p:nvPr/>
            </p:nvSpPr>
            <p:spPr bwMode="auto">
              <a:xfrm>
                <a:off x="1829" y="2230"/>
                <a:ext cx="64" cy="180"/>
              </a:xfrm>
              <a:custGeom>
                <a:avLst/>
                <a:gdLst>
                  <a:gd name="T0" fmla="*/ 12 w 64"/>
                  <a:gd name="T1" fmla="*/ 0 h 180"/>
                  <a:gd name="T2" fmla="*/ 10 w 64"/>
                  <a:gd name="T3" fmla="*/ 18 h 180"/>
                  <a:gd name="T4" fmla="*/ 14 w 64"/>
                  <a:gd name="T5" fmla="*/ 48 h 180"/>
                  <a:gd name="T6" fmla="*/ 21 w 64"/>
                  <a:gd name="T7" fmla="*/ 82 h 180"/>
                  <a:gd name="T8" fmla="*/ 34 w 64"/>
                  <a:gd name="T9" fmla="*/ 135 h 180"/>
                  <a:gd name="T10" fmla="*/ 36 w 64"/>
                  <a:gd name="T11" fmla="*/ 157 h 180"/>
                  <a:gd name="T12" fmla="*/ 51 w 64"/>
                  <a:gd name="T13" fmla="*/ 172 h 180"/>
                  <a:gd name="T14" fmla="*/ 60 w 64"/>
                  <a:gd name="T15" fmla="*/ 153 h 180"/>
                  <a:gd name="T16" fmla="*/ 46 w 64"/>
                  <a:gd name="T17" fmla="*/ 122 h 180"/>
                  <a:gd name="T18" fmla="*/ 38 w 64"/>
                  <a:gd name="T19" fmla="*/ 91 h 180"/>
                  <a:gd name="T20" fmla="*/ 31 w 64"/>
                  <a:gd name="T21" fmla="*/ 63 h 180"/>
                  <a:gd name="T22" fmla="*/ 22 w 64"/>
                  <a:gd name="T23" fmla="*/ 33 h 180"/>
                  <a:gd name="T24" fmla="*/ 16 w 64"/>
                  <a:gd name="T25" fmla="*/ 23 h 180"/>
                  <a:gd name="T26" fmla="*/ 13 w 64"/>
                  <a:gd name="T27" fmla="*/ 17 h 180"/>
                  <a:gd name="T28" fmla="*/ 22 w 64"/>
                  <a:gd name="T29" fmla="*/ 27 h 180"/>
                  <a:gd name="T30" fmla="*/ 30 w 64"/>
                  <a:gd name="T31" fmla="*/ 53 h 180"/>
                  <a:gd name="T32" fmla="*/ 41 w 64"/>
                  <a:gd name="T33" fmla="*/ 86 h 180"/>
                  <a:gd name="T34" fmla="*/ 52 w 64"/>
                  <a:gd name="T35" fmla="*/ 123 h 180"/>
                  <a:gd name="T36" fmla="*/ 57 w 64"/>
                  <a:gd name="T37" fmla="*/ 140 h 180"/>
                  <a:gd name="T38" fmla="*/ 63 w 64"/>
                  <a:gd name="T39" fmla="*/ 153 h 180"/>
                  <a:gd name="T40" fmla="*/ 53 w 64"/>
                  <a:gd name="T41" fmla="*/ 179 h 180"/>
                  <a:gd name="T42" fmla="*/ 28 w 64"/>
                  <a:gd name="T43" fmla="*/ 159 h 180"/>
                  <a:gd name="T44" fmla="*/ 19 w 64"/>
                  <a:gd name="T45" fmla="*/ 109 h 180"/>
                  <a:gd name="T46" fmla="*/ 9 w 64"/>
                  <a:gd name="T47" fmla="*/ 52 h 180"/>
                  <a:gd name="T48" fmla="*/ 8 w 64"/>
                  <a:gd name="T49" fmla="*/ 31 h 180"/>
                  <a:gd name="T50" fmla="*/ 7 w 64"/>
                  <a:gd name="T51" fmla="*/ 17 h 180"/>
                  <a:gd name="T52" fmla="*/ 0 w 64"/>
                  <a:gd name="T53" fmla="*/ 8 h 180"/>
                  <a:gd name="T54" fmla="*/ 5 w 64"/>
                  <a:gd name="T55" fmla="*/ 0 h 180"/>
                  <a:gd name="T56" fmla="*/ 12 w 64"/>
                  <a:gd name="T57" fmla="*/ 0 h 18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4"/>
                  <a:gd name="T88" fmla="*/ 0 h 180"/>
                  <a:gd name="T89" fmla="*/ 64 w 64"/>
                  <a:gd name="T90" fmla="*/ 180 h 18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4" h="180">
                    <a:moveTo>
                      <a:pt x="12" y="0"/>
                    </a:moveTo>
                    <a:lnTo>
                      <a:pt x="10" y="18"/>
                    </a:lnTo>
                    <a:lnTo>
                      <a:pt x="14" y="48"/>
                    </a:lnTo>
                    <a:lnTo>
                      <a:pt x="21" y="82"/>
                    </a:lnTo>
                    <a:lnTo>
                      <a:pt x="34" y="135"/>
                    </a:lnTo>
                    <a:lnTo>
                      <a:pt x="36" y="157"/>
                    </a:lnTo>
                    <a:lnTo>
                      <a:pt x="51" y="172"/>
                    </a:lnTo>
                    <a:lnTo>
                      <a:pt x="60" y="153"/>
                    </a:lnTo>
                    <a:lnTo>
                      <a:pt x="46" y="122"/>
                    </a:lnTo>
                    <a:lnTo>
                      <a:pt x="38" y="91"/>
                    </a:lnTo>
                    <a:lnTo>
                      <a:pt x="31" y="63"/>
                    </a:lnTo>
                    <a:lnTo>
                      <a:pt x="22" y="33"/>
                    </a:lnTo>
                    <a:lnTo>
                      <a:pt x="16" y="23"/>
                    </a:lnTo>
                    <a:lnTo>
                      <a:pt x="13" y="17"/>
                    </a:lnTo>
                    <a:lnTo>
                      <a:pt x="22" y="27"/>
                    </a:lnTo>
                    <a:lnTo>
                      <a:pt x="30" y="53"/>
                    </a:lnTo>
                    <a:lnTo>
                      <a:pt x="41" y="86"/>
                    </a:lnTo>
                    <a:lnTo>
                      <a:pt x="52" y="123"/>
                    </a:lnTo>
                    <a:lnTo>
                      <a:pt x="57" y="140"/>
                    </a:lnTo>
                    <a:lnTo>
                      <a:pt x="63" y="153"/>
                    </a:lnTo>
                    <a:lnTo>
                      <a:pt x="53" y="179"/>
                    </a:lnTo>
                    <a:lnTo>
                      <a:pt x="28" y="159"/>
                    </a:lnTo>
                    <a:lnTo>
                      <a:pt x="19" y="109"/>
                    </a:lnTo>
                    <a:lnTo>
                      <a:pt x="9" y="52"/>
                    </a:lnTo>
                    <a:lnTo>
                      <a:pt x="8" y="31"/>
                    </a:lnTo>
                    <a:lnTo>
                      <a:pt x="7" y="17"/>
                    </a:lnTo>
                    <a:lnTo>
                      <a:pt x="0" y="8"/>
                    </a:lnTo>
                    <a:lnTo>
                      <a:pt x="5" y="0"/>
                    </a:lnTo>
                    <a:lnTo>
                      <a:pt x="12" y="0"/>
                    </a:lnTo>
                  </a:path>
                </a:pathLst>
              </a:custGeom>
              <a:solidFill>
                <a:srgbClr val="70230C"/>
              </a:solidFill>
              <a:ln w="9525" cap="rnd">
                <a:noFill/>
                <a:round/>
                <a:headEnd/>
                <a:tailEnd/>
              </a:ln>
            </p:spPr>
            <p:txBody>
              <a:bodyPr/>
              <a:lstStyle/>
              <a:p>
                <a:pPr algn="ctr"/>
                <a:endParaRPr lang="pt-BR" sz="2400"/>
              </a:p>
            </p:txBody>
          </p:sp>
          <p:sp>
            <p:nvSpPr>
              <p:cNvPr id="60" name="Freeform 520"/>
              <p:cNvSpPr>
                <a:spLocks/>
              </p:cNvSpPr>
              <p:nvPr/>
            </p:nvSpPr>
            <p:spPr bwMode="auto">
              <a:xfrm>
                <a:off x="1773" y="2224"/>
                <a:ext cx="43" cy="76"/>
              </a:xfrm>
              <a:custGeom>
                <a:avLst/>
                <a:gdLst>
                  <a:gd name="T0" fmla="*/ 3 w 43"/>
                  <a:gd name="T1" fmla="*/ 68 h 76"/>
                  <a:gd name="T2" fmla="*/ 3 w 43"/>
                  <a:gd name="T3" fmla="*/ 56 h 76"/>
                  <a:gd name="T4" fmla="*/ 0 w 43"/>
                  <a:gd name="T5" fmla="*/ 26 h 76"/>
                  <a:gd name="T6" fmla="*/ 3 w 43"/>
                  <a:gd name="T7" fmla="*/ 20 h 76"/>
                  <a:gd name="T8" fmla="*/ 21 w 43"/>
                  <a:gd name="T9" fmla="*/ 0 h 76"/>
                  <a:gd name="T10" fmla="*/ 38 w 43"/>
                  <a:gd name="T11" fmla="*/ 4 h 76"/>
                  <a:gd name="T12" fmla="*/ 42 w 43"/>
                  <a:gd name="T13" fmla="*/ 13 h 76"/>
                  <a:gd name="T14" fmla="*/ 38 w 43"/>
                  <a:gd name="T15" fmla="*/ 18 h 76"/>
                  <a:gd name="T16" fmla="*/ 41 w 43"/>
                  <a:gd name="T17" fmla="*/ 34 h 76"/>
                  <a:gd name="T18" fmla="*/ 35 w 43"/>
                  <a:gd name="T19" fmla="*/ 36 h 76"/>
                  <a:gd name="T20" fmla="*/ 34 w 43"/>
                  <a:gd name="T21" fmla="*/ 51 h 76"/>
                  <a:gd name="T22" fmla="*/ 29 w 43"/>
                  <a:gd name="T23" fmla="*/ 58 h 76"/>
                  <a:gd name="T24" fmla="*/ 26 w 43"/>
                  <a:gd name="T25" fmla="*/ 63 h 76"/>
                  <a:gd name="T26" fmla="*/ 22 w 43"/>
                  <a:gd name="T27" fmla="*/ 68 h 76"/>
                  <a:gd name="T28" fmla="*/ 19 w 43"/>
                  <a:gd name="T29" fmla="*/ 75 h 76"/>
                  <a:gd name="T30" fmla="*/ 7 w 43"/>
                  <a:gd name="T31" fmla="*/ 73 h 76"/>
                  <a:gd name="T32" fmla="*/ 3 w 43"/>
                  <a:gd name="T33" fmla="*/ 68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76"/>
                  <a:gd name="T53" fmla="*/ 43 w 43"/>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76">
                    <a:moveTo>
                      <a:pt x="3" y="68"/>
                    </a:moveTo>
                    <a:lnTo>
                      <a:pt x="3" y="56"/>
                    </a:lnTo>
                    <a:lnTo>
                      <a:pt x="0" y="26"/>
                    </a:lnTo>
                    <a:lnTo>
                      <a:pt x="3" y="20"/>
                    </a:lnTo>
                    <a:lnTo>
                      <a:pt x="21" y="0"/>
                    </a:lnTo>
                    <a:lnTo>
                      <a:pt x="38" y="4"/>
                    </a:lnTo>
                    <a:lnTo>
                      <a:pt x="42" y="13"/>
                    </a:lnTo>
                    <a:lnTo>
                      <a:pt x="38" y="18"/>
                    </a:lnTo>
                    <a:lnTo>
                      <a:pt x="41" y="34"/>
                    </a:lnTo>
                    <a:lnTo>
                      <a:pt x="35" y="36"/>
                    </a:lnTo>
                    <a:lnTo>
                      <a:pt x="34" y="51"/>
                    </a:lnTo>
                    <a:lnTo>
                      <a:pt x="29" y="58"/>
                    </a:lnTo>
                    <a:lnTo>
                      <a:pt x="26" y="63"/>
                    </a:lnTo>
                    <a:lnTo>
                      <a:pt x="22" y="68"/>
                    </a:lnTo>
                    <a:lnTo>
                      <a:pt x="19" y="75"/>
                    </a:lnTo>
                    <a:lnTo>
                      <a:pt x="7" y="73"/>
                    </a:lnTo>
                    <a:lnTo>
                      <a:pt x="3" y="68"/>
                    </a:lnTo>
                  </a:path>
                </a:pathLst>
              </a:custGeom>
              <a:solidFill>
                <a:srgbClr val="70230C"/>
              </a:solidFill>
              <a:ln w="9525" cap="rnd">
                <a:noFill/>
                <a:round/>
                <a:headEnd/>
                <a:tailEnd/>
              </a:ln>
            </p:spPr>
            <p:txBody>
              <a:bodyPr/>
              <a:lstStyle/>
              <a:p>
                <a:pPr algn="ctr"/>
                <a:endParaRPr lang="pt-BR" sz="2400"/>
              </a:p>
            </p:txBody>
          </p:sp>
          <p:sp>
            <p:nvSpPr>
              <p:cNvPr id="61" name="Freeform 521"/>
              <p:cNvSpPr>
                <a:spLocks/>
              </p:cNvSpPr>
              <p:nvPr/>
            </p:nvSpPr>
            <p:spPr bwMode="auto">
              <a:xfrm>
                <a:off x="1777" y="2109"/>
                <a:ext cx="94" cy="118"/>
              </a:xfrm>
              <a:custGeom>
                <a:avLst/>
                <a:gdLst>
                  <a:gd name="T0" fmla="*/ 3 w 94"/>
                  <a:gd name="T1" fmla="*/ 52 h 118"/>
                  <a:gd name="T2" fmla="*/ 0 w 94"/>
                  <a:gd name="T3" fmla="*/ 56 h 118"/>
                  <a:gd name="T4" fmla="*/ 0 w 94"/>
                  <a:gd name="T5" fmla="*/ 66 h 118"/>
                  <a:gd name="T6" fmla="*/ 5 w 94"/>
                  <a:gd name="T7" fmla="*/ 74 h 118"/>
                  <a:gd name="T8" fmla="*/ 14 w 94"/>
                  <a:gd name="T9" fmla="*/ 80 h 118"/>
                  <a:gd name="T10" fmla="*/ 16 w 94"/>
                  <a:gd name="T11" fmla="*/ 80 h 118"/>
                  <a:gd name="T12" fmla="*/ 21 w 94"/>
                  <a:gd name="T13" fmla="*/ 91 h 118"/>
                  <a:gd name="T14" fmla="*/ 25 w 94"/>
                  <a:gd name="T15" fmla="*/ 101 h 118"/>
                  <a:gd name="T16" fmla="*/ 32 w 94"/>
                  <a:gd name="T17" fmla="*/ 108 h 118"/>
                  <a:gd name="T18" fmla="*/ 40 w 94"/>
                  <a:gd name="T19" fmla="*/ 113 h 118"/>
                  <a:gd name="T20" fmla="*/ 50 w 94"/>
                  <a:gd name="T21" fmla="*/ 116 h 118"/>
                  <a:gd name="T22" fmla="*/ 62 w 94"/>
                  <a:gd name="T23" fmla="*/ 117 h 118"/>
                  <a:gd name="T24" fmla="*/ 68 w 94"/>
                  <a:gd name="T25" fmla="*/ 113 h 118"/>
                  <a:gd name="T26" fmla="*/ 74 w 94"/>
                  <a:gd name="T27" fmla="*/ 107 h 118"/>
                  <a:gd name="T28" fmla="*/ 78 w 94"/>
                  <a:gd name="T29" fmla="*/ 99 h 118"/>
                  <a:gd name="T30" fmla="*/ 80 w 94"/>
                  <a:gd name="T31" fmla="*/ 91 h 118"/>
                  <a:gd name="T32" fmla="*/ 82 w 94"/>
                  <a:gd name="T33" fmla="*/ 76 h 118"/>
                  <a:gd name="T34" fmla="*/ 86 w 94"/>
                  <a:gd name="T35" fmla="*/ 71 h 118"/>
                  <a:gd name="T36" fmla="*/ 93 w 94"/>
                  <a:gd name="T37" fmla="*/ 64 h 118"/>
                  <a:gd name="T38" fmla="*/ 93 w 94"/>
                  <a:gd name="T39" fmla="*/ 55 h 118"/>
                  <a:gd name="T40" fmla="*/ 92 w 94"/>
                  <a:gd name="T41" fmla="*/ 48 h 118"/>
                  <a:gd name="T42" fmla="*/ 91 w 94"/>
                  <a:gd name="T43" fmla="*/ 46 h 118"/>
                  <a:gd name="T44" fmla="*/ 86 w 94"/>
                  <a:gd name="T45" fmla="*/ 43 h 118"/>
                  <a:gd name="T46" fmla="*/ 80 w 94"/>
                  <a:gd name="T47" fmla="*/ 23 h 118"/>
                  <a:gd name="T48" fmla="*/ 73 w 94"/>
                  <a:gd name="T49" fmla="*/ 7 h 118"/>
                  <a:gd name="T50" fmla="*/ 49 w 94"/>
                  <a:gd name="T51" fmla="*/ 0 h 118"/>
                  <a:gd name="T52" fmla="*/ 19 w 94"/>
                  <a:gd name="T53" fmla="*/ 6 h 118"/>
                  <a:gd name="T54" fmla="*/ 5 w 94"/>
                  <a:gd name="T55" fmla="*/ 17 h 118"/>
                  <a:gd name="T56" fmla="*/ 3 w 94"/>
                  <a:gd name="T57" fmla="*/ 31 h 118"/>
                  <a:gd name="T58" fmla="*/ 3 w 94"/>
                  <a:gd name="T59" fmla="*/ 48 h 118"/>
                  <a:gd name="T60" fmla="*/ 3 w 94"/>
                  <a:gd name="T61" fmla="*/ 52 h 11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4"/>
                  <a:gd name="T94" fmla="*/ 0 h 118"/>
                  <a:gd name="T95" fmla="*/ 94 w 94"/>
                  <a:gd name="T96" fmla="*/ 118 h 11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4" h="118">
                    <a:moveTo>
                      <a:pt x="3" y="52"/>
                    </a:moveTo>
                    <a:lnTo>
                      <a:pt x="0" y="56"/>
                    </a:lnTo>
                    <a:lnTo>
                      <a:pt x="0" y="66"/>
                    </a:lnTo>
                    <a:lnTo>
                      <a:pt x="5" y="74"/>
                    </a:lnTo>
                    <a:lnTo>
                      <a:pt x="14" y="80"/>
                    </a:lnTo>
                    <a:lnTo>
                      <a:pt x="16" y="80"/>
                    </a:lnTo>
                    <a:lnTo>
                      <a:pt x="21" y="91"/>
                    </a:lnTo>
                    <a:lnTo>
                      <a:pt x="25" y="101"/>
                    </a:lnTo>
                    <a:lnTo>
                      <a:pt x="32" y="108"/>
                    </a:lnTo>
                    <a:lnTo>
                      <a:pt x="40" y="113"/>
                    </a:lnTo>
                    <a:lnTo>
                      <a:pt x="50" y="116"/>
                    </a:lnTo>
                    <a:lnTo>
                      <a:pt x="62" y="117"/>
                    </a:lnTo>
                    <a:lnTo>
                      <a:pt x="68" y="113"/>
                    </a:lnTo>
                    <a:lnTo>
                      <a:pt x="74" y="107"/>
                    </a:lnTo>
                    <a:lnTo>
                      <a:pt x="78" y="99"/>
                    </a:lnTo>
                    <a:lnTo>
                      <a:pt x="80" y="91"/>
                    </a:lnTo>
                    <a:lnTo>
                      <a:pt x="82" y="76"/>
                    </a:lnTo>
                    <a:lnTo>
                      <a:pt x="86" y="71"/>
                    </a:lnTo>
                    <a:lnTo>
                      <a:pt x="93" y="64"/>
                    </a:lnTo>
                    <a:lnTo>
                      <a:pt x="93" y="55"/>
                    </a:lnTo>
                    <a:lnTo>
                      <a:pt x="92" y="48"/>
                    </a:lnTo>
                    <a:lnTo>
                      <a:pt x="91" y="46"/>
                    </a:lnTo>
                    <a:lnTo>
                      <a:pt x="86" y="43"/>
                    </a:lnTo>
                    <a:lnTo>
                      <a:pt x="80" y="23"/>
                    </a:lnTo>
                    <a:lnTo>
                      <a:pt x="73" y="7"/>
                    </a:lnTo>
                    <a:lnTo>
                      <a:pt x="49" y="0"/>
                    </a:lnTo>
                    <a:lnTo>
                      <a:pt x="19" y="6"/>
                    </a:lnTo>
                    <a:lnTo>
                      <a:pt x="5" y="17"/>
                    </a:lnTo>
                    <a:lnTo>
                      <a:pt x="3" y="31"/>
                    </a:lnTo>
                    <a:lnTo>
                      <a:pt x="3" y="48"/>
                    </a:lnTo>
                    <a:lnTo>
                      <a:pt x="3" y="52"/>
                    </a:lnTo>
                  </a:path>
                </a:pathLst>
              </a:custGeom>
              <a:solidFill>
                <a:srgbClr val="70230C"/>
              </a:solidFill>
              <a:ln w="9525" cap="rnd">
                <a:noFill/>
                <a:round/>
                <a:headEnd/>
                <a:tailEnd/>
              </a:ln>
            </p:spPr>
            <p:txBody>
              <a:bodyPr/>
              <a:lstStyle/>
              <a:p>
                <a:pPr algn="ctr"/>
                <a:endParaRPr lang="pt-BR" sz="2400"/>
              </a:p>
            </p:txBody>
          </p:sp>
          <p:sp>
            <p:nvSpPr>
              <p:cNvPr id="62" name="Freeform 522"/>
              <p:cNvSpPr>
                <a:spLocks/>
              </p:cNvSpPr>
              <p:nvPr/>
            </p:nvSpPr>
            <p:spPr bwMode="auto">
              <a:xfrm>
                <a:off x="1798" y="2179"/>
                <a:ext cx="18" cy="10"/>
              </a:xfrm>
              <a:custGeom>
                <a:avLst/>
                <a:gdLst>
                  <a:gd name="T0" fmla="*/ 17 w 18"/>
                  <a:gd name="T1" fmla="*/ 1 h 10"/>
                  <a:gd name="T2" fmla="*/ 17 w 18"/>
                  <a:gd name="T3" fmla="*/ 3 h 10"/>
                  <a:gd name="T4" fmla="*/ 11 w 18"/>
                  <a:gd name="T5" fmla="*/ 8 h 10"/>
                  <a:gd name="T6" fmla="*/ 4 w 18"/>
                  <a:gd name="T7" fmla="*/ 9 h 10"/>
                  <a:gd name="T8" fmla="*/ 0 w 18"/>
                  <a:gd name="T9" fmla="*/ 6 h 10"/>
                  <a:gd name="T10" fmla="*/ 1 w 18"/>
                  <a:gd name="T11" fmla="*/ 0 h 10"/>
                  <a:gd name="T12" fmla="*/ 7 w 18"/>
                  <a:gd name="T13" fmla="*/ 2 h 10"/>
                  <a:gd name="T14" fmla="*/ 11 w 18"/>
                  <a:gd name="T15" fmla="*/ 3 h 10"/>
                  <a:gd name="T16" fmla="*/ 17 w 18"/>
                  <a:gd name="T17" fmla="*/ 1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10"/>
                  <a:gd name="T29" fmla="*/ 18 w 1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10">
                    <a:moveTo>
                      <a:pt x="17" y="1"/>
                    </a:moveTo>
                    <a:lnTo>
                      <a:pt x="17" y="3"/>
                    </a:lnTo>
                    <a:lnTo>
                      <a:pt x="11" y="8"/>
                    </a:lnTo>
                    <a:lnTo>
                      <a:pt x="4" y="9"/>
                    </a:lnTo>
                    <a:lnTo>
                      <a:pt x="0" y="6"/>
                    </a:lnTo>
                    <a:lnTo>
                      <a:pt x="1" y="0"/>
                    </a:lnTo>
                    <a:lnTo>
                      <a:pt x="7" y="2"/>
                    </a:lnTo>
                    <a:lnTo>
                      <a:pt x="11" y="3"/>
                    </a:lnTo>
                    <a:lnTo>
                      <a:pt x="17" y="1"/>
                    </a:lnTo>
                  </a:path>
                </a:pathLst>
              </a:custGeom>
              <a:solidFill>
                <a:srgbClr val="FFC98E"/>
              </a:solidFill>
              <a:ln w="9525" cap="rnd">
                <a:noFill/>
                <a:round/>
                <a:headEnd/>
                <a:tailEnd/>
              </a:ln>
            </p:spPr>
            <p:txBody>
              <a:bodyPr/>
              <a:lstStyle/>
              <a:p>
                <a:pPr algn="ctr"/>
                <a:endParaRPr lang="pt-BR" sz="2400"/>
              </a:p>
            </p:txBody>
          </p:sp>
          <p:sp>
            <p:nvSpPr>
              <p:cNvPr id="63" name="Freeform 523"/>
              <p:cNvSpPr>
                <a:spLocks/>
              </p:cNvSpPr>
              <p:nvPr/>
            </p:nvSpPr>
            <p:spPr bwMode="auto">
              <a:xfrm>
                <a:off x="1836" y="2171"/>
                <a:ext cx="19" cy="12"/>
              </a:xfrm>
              <a:custGeom>
                <a:avLst/>
                <a:gdLst>
                  <a:gd name="T0" fmla="*/ 0 w 19"/>
                  <a:gd name="T1" fmla="*/ 7 h 12"/>
                  <a:gd name="T2" fmla="*/ 1 w 19"/>
                  <a:gd name="T3" fmla="*/ 9 h 12"/>
                  <a:gd name="T4" fmla="*/ 8 w 19"/>
                  <a:gd name="T5" fmla="*/ 11 h 12"/>
                  <a:gd name="T6" fmla="*/ 15 w 19"/>
                  <a:gd name="T7" fmla="*/ 10 h 12"/>
                  <a:gd name="T8" fmla="*/ 18 w 19"/>
                  <a:gd name="T9" fmla="*/ 6 h 12"/>
                  <a:gd name="T10" fmla="*/ 17 w 19"/>
                  <a:gd name="T11" fmla="*/ 0 h 12"/>
                  <a:gd name="T12" fmla="*/ 13 w 19"/>
                  <a:gd name="T13" fmla="*/ 4 h 12"/>
                  <a:gd name="T14" fmla="*/ 10 w 19"/>
                  <a:gd name="T15" fmla="*/ 6 h 12"/>
                  <a:gd name="T16" fmla="*/ 6 w 19"/>
                  <a:gd name="T17" fmla="*/ 7 h 12"/>
                  <a:gd name="T18" fmla="*/ 0 w 19"/>
                  <a:gd name="T19" fmla="*/ 7 h 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12"/>
                  <a:gd name="T32" fmla="*/ 19 w 19"/>
                  <a:gd name="T33" fmla="*/ 12 h 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12">
                    <a:moveTo>
                      <a:pt x="0" y="7"/>
                    </a:moveTo>
                    <a:lnTo>
                      <a:pt x="1" y="9"/>
                    </a:lnTo>
                    <a:lnTo>
                      <a:pt x="8" y="11"/>
                    </a:lnTo>
                    <a:lnTo>
                      <a:pt x="15" y="10"/>
                    </a:lnTo>
                    <a:lnTo>
                      <a:pt x="18" y="6"/>
                    </a:lnTo>
                    <a:lnTo>
                      <a:pt x="17" y="0"/>
                    </a:lnTo>
                    <a:lnTo>
                      <a:pt x="13" y="4"/>
                    </a:lnTo>
                    <a:lnTo>
                      <a:pt x="10" y="6"/>
                    </a:lnTo>
                    <a:lnTo>
                      <a:pt x="6" y="7"/>
                    </a:lnTo>
                    <a:lnTo>
                      <a:pt x="0" y="7"/>
                    </a:lnTo>
                  </a:path>
                </a:pathLst>
              </a:custGeom>
              <a:solidFill>
                <a:srgbClr val="FFC98E"/>
              </a:solidFill>
              <a:ln w="9525" cap="rnd">
                <a:noFill/>
                <a:round/>
                <a:headEnd/>
                <a:tailEnd/>
              </a:ln>
            </p:spPr>
            <p:txBody>
              <a:bodyPr/>
              <a:lstStyle/>
              <a:p>
                <a:pPr algn="ctr"/>
                <a:endParaRPr lang="pt-BR" sz="2400"/>
              </a:p>
            </p:txBody>
          </p:sp>
          <p:sp>
            <p:nvSpPr>
              <p:cNvPr id="64" name="Freeform 524"/>
              <p:cNvSpPr>
                <a:spLocks/>
              </p:cNvSpPr>
              <p:nvPr/>
            </p:nvSpPr>
            <p:spPr bwMode="auto">
              <a:xfrm>
                <a:off x="1824" y="2175"/>
                <a:ext cx="9" cy="18"/>
              </a:xfrm>
              <a:custGeom>
                <a:avLst/>
                <a:gdLst>
                  <a:gd name="T0" fmla="*/ 4 w 9"/>
                  <a:gd name="T1" fmla="*/ 3 h 18"/>
                  <a:gd name="T2" fmla="*/ 3 w 9"/>
                  <a:gd name="T3" fmla="*/ 0 h 18"/>
                  <a:gd name="T4" fmla="*/ 1 w 9"/>
                  <a:gd name="T5" fmla="*/ 1 h 18"/>
                  <a:gd name="T6" fmla="*/ 2 w 9"/>
                  <a:gd name="T7" fmla="*/ 10 h 18"/>
                  <a:gd name="T8" fmla="*/ 0 w 9"/>
                  <a:gd name="T9" fmla="*/ 12 h 18"/>
                  <a:gd name="T10" fmla="*/ 1 w 9"/>
                  <a:gd name="T11" fmla="*/ 15 h 18"/>
                  <a:gd name="T12" fmla="*/ 4 w 9"/>
                  <a:gd name="T13" fmla="*/ 17 h 18"/>
                  <a:gd name="T14" fmla="*/ 7 w 9"/>
                  <a:gd name="T15" fmla="*/ 15 h 18"/>
                  <a:gd name="T16" fmla="*/ 8 w 9"/>
                  <a:gd name="T17" fmla="*/ 12 h 18"/>
                  <a:gd name="T18" fmla="*/ 7 w 9"/>
                  <a:gd name="T19" fmla="*/ 10 h 18"/>
                  <a:gd name="T20" fmla="*/ 5 w 9"/>
                  <a:gd name="T21" fmla="*/ 8 h 18"/>
                  <a:gd name="T22" fmla="*/ 4 w 9"/>
                  <a:gd name="T23" fmla="*/ 3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
                  <a:gd name="T37" fmla="*/ 0 h 18"/>
                  <a:gd name="T38" fmla="*/ 9 w 9"/>
                  <a:gd name="T39" fmla="*/ 18 h 1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 h="18">
                    <a:moveTo>
                      <a:pt x="4" y="3"/>
                    </a:moveTo>
                    <a:lnTo>
                      <a:pt x="3" y="0"/>
                    </a:lnTo>
                    <a:lnTo>
                      <a:pt x="1" y="1"/>
                    </a:lnTo>
                    <a:lnTo>
                      <a:pt x="2" y="10"/>
                    </a:lnTo>
                    <a:lnTo>
                      <a:pt x="0" y="12"/>
                    </a:lnTo>
                    <a:lnTo>
                      <a:pt x="1" y="15"/>
                    </a:lnTo>
                    <a:lnTo>
                      <a:pt x="4" y="17"/>
                    </a:lnTo>
                    <a:lnTo>
                      <a:pt x="7" y="15"/>
                    </a:lnTo>
                    <a:lnTo>
                      <a:pt x="8" y="12"/>
                    </a:lnTo>
                    <a:lnTo>
                      <a:pt x="7" y="10"/>
                    </a:lnTo>
                    <a:lnTo>
                      <a:pt x="5" y="8"/>
                    </a:lnTo>
                    <a:lnTo>
                      <a:pt x="4" y="3"/>
                    </a:lnTo>
                  </a:path>
                </a:pathLst>
              </a:custGeom>
              <a:solidFill>
                <a:srgbClr val="FFC98E"/>
              </a:solidFill>
              <a:ln w="9525" cap="rnd">
                <a:noFill/>
                <a:round/>
                <a:headEnd/>
                <a:tailEnd/>
              </a:ln>
            </p:spPr>
            <p:txBody>
              <a:bodyPr/>
              <a:lstStyle/>
              <a:p>
                <a:pPr algn="ctr"/>
                <a:endParaRPr lang="pt-BR" sz="2400"/>
              </a:p>
            </p:txBody>
          </p:sp>
          <p:sp>
            <p:nvSpPr>
              <p:cNvPr id="65" name="Freeform 525"/>
              <p:cNvSpPr>
                <a:spLocks/>
              </p:cNvSpPr>
              <p:nvPr/>
            </p:nvSpPr>
            <p:spPr bwMode="auto">
              <a:xfrm>
                <a:off x="1817" y="2186"/>
                <a:ext cx="4" cy="4"/>
              </a:xfrm>
              <a:custGeom>
                <a:avLst/>
                <a:gdLst>
                  <a:gd name="T0" fmla="*/ 1 w 4"/>
                  <a:gd name="T1" fmla="*/ 0 h 4"/>
                  <a:gd name="T2" fmla="*/ 0 w 4"/>
                  <a:gd name="T3" fmla="*/ 1 h 4"/>
                  <a:gd name="T4" fmla="*/ 1 w 4"/>
                  <a:gd name="T5" fmla="*/ 3 h 4"/>
                  <a:gd name="T6" fmla="*/ 3 w 4"/>
                  <a:gd name="T7" fmla="*/ 0 h 4"/>
                  <a:gd name="T8" fmla="*/ 1 w 4"/>
                  <a:gd name="T9" fmla="*/ 0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1" y="0"/>
                    </a:moveTo>
                    <a:lnTo>
                      <a:pt x="0" y="1"/>
                    </a:lnTo>
                    <a:lnTo>
                      <a:pt x="1" y="3"/>
                    </a:lnTo>
                    <a:lnTo>
                      <a:pt x="3" y="0"/>
                    </a:lnTo>
                    <a:lnTo>
                      <a:pt x="1" y="0"/>
                    </a:lnTo>
                  </a:path>
                </a:pathLst>
              </a:custGeom>
              <a:solidFill>
                <a:srgbClr val="FFC98E"/>
              </a:solidFill>
              <a:ln w="9525" cap="rnd">
                <a:noFill/>
                <a:round/>
                <a:headEnd/>
                <a:tailEnd/>
              </a:ln>
            </p:spPr>
            <p:txBody>
              <a:bodyPr/>
              <a:lstStyle/>
              <a:p>
                <a:pPr algn="ctr"/>
                <a:endParaRPr lang="pt-BR" sz="2400"/>
              </a:p>
            </p:txBody>
          </p:sp>
          <p:sp>
            <p:nvSpPr>
              <p:cNvPr id="66" name="Freeform 526"/>
              <p:cNvSpPr>
                <a:spLocks/>
              </p:cNvSpPr>
              <p:nvPr/>
            </p:nvSpPr>
            <p:spPr bwMode="auto">
              <a:xfrm>
                <a:off x="1834" y="2184"/>
                <a:ext cx="4" cy="4"/>
              </a:xfrm>
              <a:custGeom>
                <a:avLst/>
                <a:gdLst>
                  <a:gd name="T0" fmla="*/ 0 w 4"/>
                  <a:gd name="T1" fmla="*/ 1 h 4"/>
                  <a:gd name="T2" fmla="*/ 1 w 4"/>
                  <a:gd name="T3" fmla="*/ 3 h 4"/>
                  <a:gd name="T4" fmla="*/ 3 w 4"/>
                  <a:gd name="T5" fmla="*/ 1 h 4"/>
                  <a:gd name="T6" fmla="*/ 2 w 4"/>
                  <a:gd name="T7" fmla="*/ 0 h 4"/>
                  <a:gd name="T8" fmla="*/ 0 w 4"/>
                  <a:gd name="T9" fmla="*/ 1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0" y="1"/>
                    </a:moveTo>
                    <a:lnTo>
                      <a:pt x="1" y="3"/>
                    </a:lnTo>
                    <a:lnTo>
                      <a:pt x="3" y="1"/>
                    </a:lnTo>
                    <a:lnTo>
                      <a:pt x="2" y="0"/>
                    </a:lnTo>
                    <a:lnTo>
                      <a:pt x="0" y="1"/>
                    </a:lnTo>
                  </a:path>
                </a:pathLst>
              </a:custGeom>
              <a:solidFill>
                <a:srgbClr val="FFC98E"/>
              </a:solidFill>
              <a:ln w="9525" cap="rnd">
                <a:noFill/>
                <a:round/>
                <a:headEnd/>
                <a:tailEnd/>
              </a:ln>
            </p:spPr>
            <p:txBody>
              <a:bodyPr/>
              <a:lstStyle/>
              <a:p>
                <a:pPr algn="ctr"/>
                <a:endParaRPr lang="pt-BR" sz="2400"/>
              </a:p>
            </p:txBody>
          </p:sp>
          <p:sp>
            <p:nvSpPr>
              <p:cNvPr id="67" name="Freeform 527"/>
              <p:cNvSpPr>
                <a:spLocks/>
              </p:cNvSpPr>
              <p:nvPr/>
            </p:nvSpPr>
            <p:spPr bwMode="auto">
              <a:xfrm>
                <a:off x="1819" y="2202"/>
                <a:ext cx="25" cy="7"/>
              </a:xfrm>
              <a:custGeom>
                <a:avLst/>
                <a:gdLst>
                  <a:gd name="T0" fmla="*/ 0 w 25"/>
                  <a:gd name="T1" fmla="*/ 4 h 7"/>
                  <a:gd name="T2" fmla="*/ 9 w 25"/>
                  <a:gd name="T3" fmla="*/ 6 h 7"/>
                  <a:gd name="T4" fmla="*/ 17 w 25"/>
                  <a:gd name="T5" fmla="*/ 5 h 7"/>
                  <a:gd name="T6" fmla="*/ 23 w 25"/>
                  <a:gd name="T7" fmla="*/ 2 h 7"/>
                  <a:gd name="T8" fmla="*/ 24 w 25"/>
                  <a:gd name="T9" fmla="*/ 1 h 7"/>
                  <a:gd name="T10" fmla="*/ 21 w 25"/>
                  <a:gd name="T11" fmla="*/ 0 h 7"/>
                  <a:gd name="T12" fmla="*/ 16 w 25"/>
                  <a:gd name="T13" fmla="*/ 2 h 7"/>
                  <a:gd name="T14" fmla="*/ 10 w 25"/>
                  <a:gd name="T15" fmla="*/ 2 h 7"/>
                  <a:gd name="T16" fmla="*/ 1 w 25"/>
                  <a:gd name="T17" fmla="*/ 2 h 7"/>
                  <a:gd name="T18" fmla="*/ 0 w 25"/>
                  <a:gd name="T19" fmla="*/ 4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7"/>
                  <a:gd name="T32" fmla="*/ 25 w 25"/>
                  <a:gd name="T33" fmla="*/ 7 h 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7">
                    <a:moveTo>
                      <a:pt x="0" y="4"/>
                    </a:moveTo>
                    <a:lnTo>
                      <a:pt x="9" y="6"/>
                    </a:lnTo>
                    <a:lnTo>
                      <a:pt x="17" y="5"/>
                    </a:lnTo>
                    <a:lnTo>
                      <a:pt x="23" y="2"/>
                    </a:lnTo>
                    <a:lnTo>
                      <a:pt x="24" y="1"/>
                    </a:lnTo>
                    <a:lnTo>
                      <a:pt x="21" y="0"/>
                    </a:lnTo>
                    <a:lnTo>
                      <a:pt x="16" y="2"/>
                    </a:lnTo>
                    <a:lnTo>
                      <a:pt x="10" y="2"/>
                    </a:lnTo>
                    <a:lnTo>
                      <a:pt x="1" y="2"/>
                    </a:lnTo>
                    <a:lnTo>
                      <a:pt x="0" y="4"/>
                    </a:lnTo>
                  </a:path>
                </a:pathLst>
              </a:custGeom>
              <a:solidFill>
                <a:srgbClr val="FFC98E"/>
              </a:solidFill>
              <a:ln w="9525" cap="rnd">
                <a:noFill/>
                <a:round/>
                <a:headEnd/>
                <a:tailEnd/>
              </a:ln>
            </p:spPr>
            <p:txBody>
              <a:bodyPr/>
              <a:lstStyle/>
              <a:p>
                <a:pPr algn="ctr"/>
                <a:endParaRPr lang="pt-BR" sz="2400"/>
              </a:p>
            </p:txBody>
          </p:sp>
          <p:sp>
            <p:nvSpPr>
              <p:cNvPr id="68" name="Freeform 528"/>
              <p:cNvSpPr>
                <a:spLocks/>
              </p:cNvSpPr>
              <p:nvPr/>
            </p:nvSpPr>
            <p:spPr bwMode="auto">
              <a:xfrm>
                <a:off x="1788" y="2131"/>
                <a:ext cx="27" cy="32"/>
              </a:xfrm>
              <a:custGeom>
                <a:avLst/>
                <a:gdLst>
                  <a:gd name="T0" fmla="*/ 16 w 27"/>
                  <a:gd name="T1" fmla="*/ 3 h 32"/>
                  <a:gd name="T2" fmla="*/ 12 w 27"/>
                  <a:gd name="T3" fmla="*/ 8 h 32"/>
                  <a:gd name="T4" fmla="*/ 9 w 27"/>
                  <a:gd name="T5" fmla="*/ 13 h 32"/>
                  <a:gd name="T6" fmla="*/ 9 w 27"/>
                  <a:gd name="T7" fmla="*/ 19 h 32"/>
                  <a:gd name="T8" fmla="*/ 11 w 27"/>
                  <a:gd name="T9" fmla="*/ 24 h 32"/>
                  <a:gd name="T10" fmla="*/ 26 w 27"/>
                  <a:gd name="T11" fmla="*/ 28 h 32"/>
                  <a:gd name="T12" fmla="*/ 13 w 27"/>
                  <a:gd name="T13" fmla="*/ 28 h 32"/>
                  <a:gd name="T14" fmla="*/ 5 w 27"/>
                  <a:gd name="T15" fmla="*/ 31 h 32"/>
                  <a:gd name="T16" fmla="*/ 6 w 27"/>
                  <a:gd name="T17" fmla="*/ 27 h 32"/>
                  <a:gd name="T18" fmla="*/ 2 w 27"/>
                  <a:gd name="T19" fmla="*/ 23 h 32"/>
                  <a:gd name="T20" fmla="*/ 0 w 27"/>
                  <a:gd name="T21" fmla="*/ 16 h 32"/>
                  <a:gd name="T22" fmla="*/ 0 w 27"/>
                  <a:gd name="T23" fmla="*/ 10 h 32"/>
                  <a:gd name="T24" fmla="*/ 2 w 27"/>
                  <a:gd name="T25" fmla="*/ 5 h 32"/>
                  <a:gd name="T26" fmla="*/ 5 w 27"/>
                  <a:gd name="T27" fmla="*/ 1 h 32"/>
                  <a:gd name="T28" fmla="*/ 10 w 27"/>
                  <a:gd name="T29" fmla="*/ 0 h 32"/>
                  <a:gd name="T30" fmla="*/ 13 w 27"/>
                  <a:gd name="T31" fmla="*/ 1 h 32"/>
                  <a:gd name="T32" fmla="*/ 16 w 27"/>
                  <a:gd name="T33" fmla="*/ 3 h 3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
                  <a:gd name="T52" fmla="*/ 0 h 32"/>
                  <a:gd name="T53" fmla="*/ 27 w 27"/>
                  <a:gd name="T54" fmla="*/ 32 h 3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 h="32">
                    <a:moveTo>
                      <a:pt x="16" y="3"/>
                    </a:moveTo>
                    <a:lnTo>
                      <a:pt x="12" y="8"/>
                    </a:lnTo>
                    <a:lnTo>
                      <a:pt x="9" y="13"/>
                    </a:lnTo>
                    <a:lnTo>
                      <a:pt x="9" y="19"/>
                    </a:lnTo>
                    <a:lnTo>
                      <a:pt x="11" y="24"/>
                    </a:lnTo>
                    <a:lnTo>
                      <a:pt x="26" y="28"/>
                    </a:lnTo>
                    <a:lnTo>
                      <a:pt x="13" y="28"/>
                    </a:lnTo>
                    <a:lnTo>
                      <a:pt x="5" y="31"/>
                    </a:lnTo>
                    <a:lnTo>
                      <a:pt x="6" y="27"/>
                    </a:lnTo>
                    <a:lnTo>
                      <a:pt x="2" y="23"/>
                    </a:lnTo>
                    <a:lnTo>
                      <a:pt x="0" y="16"/>
                    </a:lnTo>
                    <a:lnTo>
                      <a:pt x="0" y="10"/>
                    </a:lnTo>
                    <a:lnTo>
                      <a:pt x="2" y="5"/>
                    </a:lnTo>
                    <a:lnTo>
                      <a:pt x="5" y="1"/>
                    </a:lnTo>
                    <a:lnTo>
                      <a:pt x="10" y="0"/>
                    </a:lnTo>
                    <a:lnTo>
                      <a:pt x="13" y="1"/>
                    </a:lnTo>
                    <a:lnTo>
                      <a:pt x="16" y="3"/>
                    </a:lnTo>
                  </a:path>
                </a:pathLst>
              </a:custGeom>
              <a:solidFill>
                <a:srgbClr val="FFC98E"/>
              </a:solidFill>
              <a:ln w="9525" cap="rnd">
                <a:noFill/>
                <a:round/>
                <a:headEnd/>
                <a:tailEnd/>
              </a:ln>
            </p:spPr>
            <p:txBody>
              <a:bodyPr/>
              <a:lstStyle/>
              <a:p>
                <a:pPr algn="ctr"/>
                <a:endParaRPr lang="pt-BR" sz="2400"/>
              </a:p>
            </p:txBody>
          </p:sp>
          <p:sp>
            <p:nvSpPr>
              <p:cNvPr id="69" name="Freeform 529"/>
              <p:cNvSpPr>
                <a:spLocks/>
              </p:cNvSpPr>
              <p:nvPr/>
            </p:nvSpPr>
            <p:spPr bwMode="auto">
              <a:xfrm>
                <a:off x="1828" y="2147"/>
                <a:ext cx="23" cy="12"/>
              </a:xfrm>
              <a:custGeom>
                <a:avLst/>
                <a:gdLst>
                  <a:gd name="T0" fmla="*/ 5 w 23"/>
                  <a:gd name="T1" fmla="*/ 8 h 12"/>
                  <a:gd name="T2" fmla="*/ 16 w 23"/>
                  <a:gd name="T3" fmla="*/ 3 h 12"/>
                  <a:gd name="T4" fmla="*/ 22 w 23"/>
                  <a:gd name="T5" fmla="*/ 2 h 12"/>
                  <a:gd name="T6" fmla="*/ 17 w 23"/>
                  <a:gd name="T7" fmla="*/ 0 h 12"/>
                  <a:gd name="T8" fmla="*/ 12 w 23"/>
                  <a:gd name="T9" fmla="*/ 2 h 12"/>
                  <a:gd name="T10" fmla="*/ 0 w 23"/>
                  <a:gd name="T11" fmla="*/ 11 h 12"/>
                  <a:gd name="T12" fmla="*/ 5 w 23"/>
                  <a:gd name="T13" fmla="*/ 8 h 12"/>
                  <a:gd name="T14" fmla="*/ 0 60000 65536"/>
                  <a:gd name="T15" fmla="*/ 0 60000 65536"/>
                  <a:gd name="T16" fmla="*/ 0 60000 65536"/>
                  <a:gd name="T17" fmla="*/ 0 60000 65536"/>
                  <a:gd name="T18" fmla="*/ 0 60000 65536"/>
                  <a:gd name="T19" fmla="*/ 0 60000 65536"/>
                  <a:gd name="T20" fmla="*/ 0 60000 65536"/>
                  <a:gd name="T21" fmla="*/ 0 w 23"/>
                  <a:gd name="T22" fmla="*/ 0 h 12"/>
                  <a:gd name="T23" fmla="*/ 23 w 23"/>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12">
                    <a:moveTo>
                      <a:pt x="5" y="8"/>
                    </a:moveTo>
                    <a:lnTo>
                      <a:pt x="16" y="3"/>
                    </a:lnTo>
                    <a:lnTo>
                      <a:pt x="22" y="2"/>
                    </a:lnTo>
                    <a:lnTo>
                      <a:pt x="17" y="0"/>
                    </a:lnTo>
                    <a:lnTo>
                      <a:pt x="12" y="2"/>
                    </a:lnTo>
                    <a:lnTo>
                      <a:pt x="0" y="11"/>
                    </a:lnTo>
                    <a:lnTo>
                      <a:pt x="5" y="8"/>
                    </a:lnTo>
                  </a:path>
                </a:pathLst>
              </a:custGeom>
              <a:solidFill>
                <a:srgbClr val="FFC98E"/>
              </a:solidFill>
              <a:ln w="9525" cap="rnd">
                <a:noFill/>
                <a:round/>
                <a:headEnd/>
                <a:tailEnd/>
              </a:ln>
            </p:spPr>
            <p:txBody>
              <a:bodyPr/>
              <a:lstStyle/>
              <a:p>
                <a:pPr algn="ctr"/>
                <a:endParaRPr lang="pt-BR" sz="2400"/>
              </a:p>
            </p:txBody>
          </p:sp>
          <p:sp>
            <p:nvSpPr>
              <p:cNvPr id="70" name="Freeform 530"/>
              <p:cNvSpPr>
                <a:spLocks/>
              </p:cNvSpPr>
              <p:nvPr/>
            </p:nvSpPr>
            <p:spPr bwMode="auto">
              <a:xfrm>
                <a:off x="1780" y="2166"/>
                <a:ext cx="9" cy="5"/>
              </a:xfrm>
              <a:custGeom>
                <a:avLst/>
                <a:gdLst>
                  <a:gd name="T0" fmla="*/ 0 w 9"/>
                  <a:gd name="T1" fmla="*/ 3 h 5"/>
                  <a:gd name="T2" fmla="*/ 7 w 9"/>
                  <a:gd name="T3" fmla="*/ 4 h 5"/>
                  <a:gd name="T4" fmla="*/ 8 w 9"/>
                  <a:gd name="T5" fmla="*/ 2 h 5"/>
                  <a:gd name="T6" fmla="*/ 3 w 9"/>
                  <a:gd name="T7" fmla="*/ 0 h 5"/>
                  <a:gd name="T8" fmla="*/ 0 w 9"/>
                  <a:gd name="T9" fmla="*/ 0 h 5"/>
                  <a:gd name="T10" fmla="*/ 0 w 9"/>
                  <a:gd name="T11" fmla="*/ 3 h 5"/>
                  <a:gd name="T12" fmla="*/ 0 60000 65536"/>
                  <a:gd name="T13" fmla="*/ 0 60000 65536"/>
                  <a:gd name="T14" fmla="*/ 0 60000 65536"/>
                  <a:gd name="T15" fmla="*/ 0 60000 65536"/>
                  <a:gd name="T16" fmla="*/ 0 60000 65536"/>
                  <a:gd name="T17" fmla="*/ 0 60000 65536"/>
                  <a:gd name="T18" fmla="*/ 0 w 9"/>
                  <a:gd name="T19" fmla="*/ 0 h 5"/>
                  <a:gd name="T20" fmla="*/ 9 w 9"/>
                  <a:gd name="T21" fmla="*/ 5 h 5"/>
                </a:gdLst>
                <a:ahLst/>
                <a:cxnLst>
                  <a:cxn ang="T12">
                    <a:pos x="T0" y="T1"/>
                  </a:cxn>
                  <a:cxn ang="T13">
                    <a:pos x="T2" y="T3"/>
                  </a:cxn>
                  <a:cxn ang="T14">
                    <a:pos x="T4" y="T5"/>
                  </a:cxn>
                  <a:cxn ang="T15">
                    <a:pos x="T6" y="T7"/>
                  </a:cxn>
                  <a:cxn ang="T16">
                    <a:pos x="T8" y="T9"/>
                  </a:cxn>
                  <a:cxn ang="T17">
                    <a:pos x="T10" y="T11"/>
                  </a:cxn>
                </a:cxnLst>
                <a:rect l="T18" t="T19" r="T20" b="T21"/>
                <a:pathLst>
                  <a:path w="9" h="5">
                    <a:moveTo>
                      <a:pt x="0" y="3"/>
                    </a:moveTo>
                    <a:lnTo>
                      <a:pt x="7" y="4"/>
                    </a:lnTo>
                    <a:lnTo>
                      <a:pt x="8" y="2"/>
                    </a:lnTo>
                    <a:lnTo>
                      <a:pt x="3" y="0"/>
                    </a:lnTo>
                    <a:lnTo>
                      <a:pt x="0" y="0"/>
                    </a:lnTo>
                    <a:lnTo>
                      <a:pt x="0" y="3"/>
                    </a:lnTo>
                  </a:path>
                </a:pathLst>
              </a:custGeom>
              <a:solidFill>
                <a:srgbClr val="FFC98E"/>
              </a:solidFill>
              <a:ln w="9525" cap="rnd">
                <a:noFill/>
                <a:round/>
                <a:headEnd/>
                <a:tailEnd/>
              </a:ln>
            </p:spPr>
            <p:txBody>
              <a:bodyPr/>
              <a:lstStyle/>
              <a:p>
                <a:pPr algn="ctr"/>
                <a:endParaRPr lang="pt-BR" sz="2400"/>
              </a:p>
            </p:txBody>
          </p:sp>
          <p:sp>
            <p:nvSpPr>
              <p:cNvPr id="71" name="Freeform 531"/>
              <p:cNvSpPr>
                <a:spLocks/>
              </p:cNvSpPr>
              <p:nvPr/>
            </p:nvSpPr>
            <p:spPr bwMode="auto">
              <a:xfrm>
                <a:off x="1859" y="2155"/>
                <a:ext cx="7" cy="9"/>
              </a:xfrm>
              <a:custGeom>
                <a:avLst/>
                <a:gdLst>
                  <a:gd name="T0" fmla="*/ 0 w 7"/>
                  <a:gd name="T1" fmla="*/ 8 h 9"/>
                  <a:gd name="T2" fmla="*/ 1 w 7"/>
                  <a:gd name="T3" fmla="*/ 8 h 9"/>
                  <a:gd name="T4" fmla="*/ 6 w 7"/>
                  <a:gd name="T5" fmla="*/ 2 h 9"/>
                  <a:gd name="T6" fmla="*/ 5 w 7"/>
                  <a:gd name="T7" fmla="*/ 0 h 9"/>
                  <a:gd name="T8" fmla="*/ 3 w 7"/>
                  <a:gd name="T9" fmla="*/ 0 h 9"/>
                  <a:gd name="T10" fmla="*/ 0 w 7"/>
                  <a:gd name="T11" fmla="*/ 3 h 9"/>
                  <a:gd name="T12" fmla="*/ 0 w 7"/>
                  <a:gd name="T13" fmla="*/ 8 h 9"/>
                  <a:gd name="T14" fmla="*/ 0 60000 65536"/>
                  <a:gd name="T15" fmla="*/ 0 60000 65536"/>
                  <a:gd name="T16" fmla="*/ 0 60000 65536"/>
                  <a:gd name="T17" fmla="*/ 0 60000 65536"/>
                  <a:gd name="T18" fmla="*/ 0 60000 65536"/>
                  <a:gd name="T19" fmla="*/ 0 60000 65536"/>
                  <a:gd name="T20" fmla="*/ 0 60000 65536"/>
                  <a:gd name="T21" fmla="*/ 0 w 7"/>
                  <a:gd name="T22" fmla="*/ 0 h 9"/>
                  <a:gd name="T23" fmla="*/ 7 w 7"/>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9">
                    <a:moveTo>
                      <a:pt x="0" y="8"/>
                    </a:moveTo>
                    <a:lnTo>
                      <a:pt x="1" y="8"/>
                    </a:lnTo>
                    <a:lnTo>
                      <a:pt x="6" y="2"/>
                    </a:lnTo>
                    <a:lnTo>
                      <a:pt x="5" y="0"/>
                    </a:lnTo>
                    <a:lnTo>
                      <a:pt x="3" y="0"/>
                    </a:lnTo>
                    <a:lnTo>
                      <a:pt x="0" y="3"/>
                    </a:lnTo>
                    <a:lnTo>
                      <a:pt x="0" y="8"/>
                    </a:lnTo>
                  </a:path>
                </a:pathLst>
              </a:custGeom>
              <a:solidFill>
                <a:srgbClr val="FFC98E"/>
              </a:solidFill>
              <a:ln w="9525" cap="rnd">
                <a:noFill/>
                <a:round/>
                <a:headEnd/>
                <a:tailEnd/>
              </a:ln>
            </p:spPr>
            <p:txBody>
              <a:bodyPr/>
              <a:lstStyle/>
              <a:p>
                <a:pPr algn="ctr"/>
                <a:endParaRPr lang="pt-BR" sz="2400"/>
              </a:p>
            </p:txBody>
          </p:sp>
          <p:sp>
            <p:nvSpPr>
              <p:cNvPr id="72" name="Freeform 532"/>
              <p:cNvSpPr>
                <a:spLocks/>
              </p:cNvSpPr>
              <p:nvPr/>
            </p:nvSpPr>
            <p:spPr bwMode="auto">
              <a:xfrm>
                <a:off x="1827" y="2216"/>
                <a:ext cx="11" cy="7"/>
              </a:xfrm>
              <a:custGeom>
                <a:avLst/>
                <a:gdLst>
                  <a:gd name="T0" fmla="*/ 2 w 11"/>
                  <a:gd name="T1" fmla="*/ 0 h 7"/>
                  <a:gd name="T2" fmla="*/ 0 w 11"/>
                  <a:gd name="T3" fmla="*/ 3 h 7"/>
                  <a:gd name="T4" fmla="*/ 2 w 11"/>
                  <a:gd name="T5" fmla="*/ 6 h 7"/>
                  <a:gd name="T6" fmla="*/ 10 w 11"/>
                  <a:gd name="T7" fmla="*/ 5 h 7"/>
                  <a:gd name="T8" fmla="*/ 10 w 11"/>
                  <a:gd name="T9" fmla="*/ 1 h 7"/>
                  <a:gd name="T10" fmla="*/ 9 w 11"/>
                  <a:gd name="T11" fmla="*/ 0 h 7"/>
                  <a:gd name="T12" fmla="*/ 2 w 11"/>
                  <a:gd name="T13" fmla="*/ 0 h 7"/>
                  <a:gd name="T14" fmla="*/ 0 60000 65536"/>
                  <a:gd name="T15" fmla="*/ 0 60000 65536"/>
                  <a:gd name="T16" fmla="*/ 0 60000 65536"/>
                  <a:gd name="T17" fmla="*/ 0 60000 65536"/>
                  <a:gd name="T18" fmla="*/ 0 60000 65536"/>
                  <a:gd name="T19" fmla="*/ 0 60000 65536"/>
                  <a:gd name="T20" fmla="*/ 0 60000 65536"/>
                  <a:gd name="T21" fmla="*/ 0 w 11"/>
                  <a:gd name="T22" fmla="*/ 0 h 7"/>
                  <a:gd name="T23" fmla="*/ 11 w 1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 h="7">
                    <a:moveTo>
                      <a:pt x="2" y="0"/>
                    </a:moveTo>
                    <a:lnTo>
                      <a:pt x="0" y="3"/>
                    </a:lnTo>
                    <a:lnTo>
                      <a:pt x="2" y="6"/>
                    </a:lnTo>
                    <a:lnTo>
                      <a:pt x="10" y="5"/>
                    </a:lnTo>
                    <a:lnTo>
                      <a:pt x="10" y="1"/>
                    </a:lnTo>
                    <a:lnTo>
                      <a:pt x="9" y="0"/>
                    </a:lnTo>
                    <a:lnTo>
                      <a:pt x="2" y="0"/>
                    </a:lnTo>
                  </a:path>
                </a:pathLst>
              </a:custGeom>
              <a:solidFill>
                <a:srgbClr val="FFC98E"/>
              </a:solidFill>
              <a:ln w="9525" cap="rnd">
                <a:noFill/>
                <a:round/>
                <a:headEnd/>
                <a:tailEnd/>
              </a:ln>
            </p:spPr>
            <p:txBody>
              <a:bodyPr/>
              <a:lstStyle/>
              <a:p>
                <a:pPr algn="ctr"/>
                <a:endParaRPr lang="pt-BR" sz="2400"/>
              </a:p>
            </p:txBody>
          </p:sp>
          <p:sp>
            <p:nvSpPr>
              <p:cNvPr id="73" name="Freeform 533"/>
              <p:cNvSpPr>
                <a:spLocks/>
              </p:cNvSpPr>
              <p:nvPr/>
            </p:nvSpPr>
            <p:spPr bwMode="auto">
              <a:xfrm>
                <a:off x="1779" y="2259"/>
                <a:ext cx="13" cy="25"/>
              </a:xfrm>
              <a:custGeom>
                <a:avLst/>
                <a:gdLst>
                  <a:gd name="T0" fmla="*/ 0 w 13"/>
                  <a:gd name="T1" fmla="*/ 3 h 25"/>
                  <a:gd name="T2" fmla="*/ 3 w 13"/>
                  <a:gd name="T3" fmla="*/ 14 h 25"/>
                  <a:gd name="T4" fmla="*/ 5 w 13"/>
                  <a:gd name="T5" fmla="*/ 24 h 25"/>
                  <a:gd name="T6" fmla="*/ 11 w 13"/>
                  <a:gd name="T7" fmla="*/ 24 h 25"/>
                  <a:gd name="T8" fmla="*/ 12 w 13"/>
                  <a:gd name="T9" fmla="*/ 19 h 25"/>
                  <a:gd name="T10" fmla="*/ 7 w 13"/>
                  <a:gd name="T11" fmla="*/ 16 h 25"/>
                  <a:gd name="T12" fmla="*/ 5 w 13"/>
                  <a:gd name="T13" fmla="*/ 11 h 25"/>
                  <a:gd name="T14" fmla="*/ 5 w 13"/>
                  <a:gd name="T15" fmla="*/ 5 h 25"/>
                  <a:gd name="T16" fmla="*/ 0 w 13"/>
                  <a:gd name="T17" fmla="*/ 0 h 25"/>
                  <a:gd name="T18" fmla="*/ 0 w 13"/>
                  <a:gd name="T19" fmla="*/ 3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25"/>
                  <a:gd name="T32" fmla="*/ 13 w 13"/>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25">
                    <a:moveTo>
                      <a:pt x="0" y="3"/>
                    </a:moveTo>
                    <a:lnTo>
                      <a:pt x="3" y="14"/>
                    </a:lnTo>
                    <a:lnTo>
                      <a:pt x="5" y="24"/>
                    </a:lnTo>
                    <a:lnTo>
                      <a:pt x="11" y="24"/>
                    </a:lnTo>
                    <a:lnTo>
                      <a:pt x="12" y="19"/>
                    </a:lnTo>
                    <a:lnTo>
                      <a:pt x="7" y="16"/>
                    </a:lnTo>
                    <a:lnTo>
                      <a:pt x="5" y="11"/>
                    </a:lnTo>
                    <a:lnTo>
                      <a:pt x="5" y="5"/>
                    </a:lnTo>
                    <a:lnTo>
                      <a:pt x="0" y="0"/>
                    </a:lnTo>
                    <a:lnTo>
                      <a:pt x="0" y="3"/>
                    </a:lnTo>
                  </a:path>
                </a:pathLst>
              </a:custGeom>
              <a:solidFill>
                <a:srgbClr val="FFC98E"/>
              </a:solidFill>
              <a:ln w="9525" cap="rnd">
                <a:noFill/>
                <a:round/>
                <a:headEnd/>
                <a:tailEnd/>
              </a:ln>
            </p:spPr>
            <p:txBody>
              <a:bodyPr/>
              <a:lstStyle/>
              <a:p>
                <a:pPr algn="ctr"/>
                <a:endParaRPr lang="pt-BR" sz="2400"/>
              </a:p>
            </p:txBody>
          </p:sp>
          <p:sp>
            <p:nvSpPr>
              <p:cNvPr id="74" name="Freeform 534"/>
              <p:cNvSpPr>
                <a:spLocks/>
              </p:cNvSpPr>
              <p:nvPr/>
            </p:nvSpPr>
            <p:spPr bwMode="auto">
              <a:xfrm>
                <a:off x="1779" y="2242"/>
                <a:ext cx="20" cy="10"/>
              </a:xfrm>
              <a:custGeom>
                <a:avLst/>
                <a:gdLst>
                  <a:gd name="T0" fmla="*/ 0 w 20"/>
                  <a:gd name="T1" fmla="*/ 8 h 10"/>
                  <a:gd name="T2" fmla="*/ 1 w 20"/>
                  <a:gd name="T3" fmla="*/ 9 h 10"/>
                  <a:gd name="T4" fmla="*/ 3 w 20"/>
                  <a:gd name="T5" fmla="*/ 6 h 10"/>
                  <a:gd name="T6" fmla="*/ 8 w 20"/>
                  <a:gd name="T7" fmla="*/ 7 h 10"/>
                  <a:gd name="T8" fmla="*/ 10 w 20"/>
                  <a:gd name="T9" fmla="*/ 4 h 10"/>
                  <a:gd name="T10" fmla="*/ 19 w 20"/>
                  <a:gd name="T11" fmla="*/ 8 h 10"/>
                  <a:gd name="T12" fmla="*/ 8 w 20"/>
                  <a:gd name="T13" fmla="*/ 0 h 10"/>
                  <a:gd name="T14" fmla="*/ 7 w 20"/>
                  <a:gd name="T15" fmla="*/ 1 h 10"/>
                  <a:gd name="T16" fmla="*/ 2 w 20"/>
                  <a:gd name="T17" fmla="*/ 5 h 10"/>
                  <a:gd name="T18" fmla="*/ 0 w 20"/>
                  <a:gd name="T19" fmla="*/ 8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
                  <a:gd name="T31" fmla="*/ 0 h 10"/>
                  <a:gd name="T32" fmla="*/ 20 w 20"/>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 h="10">
                    <a:moveTo>
                      <a:pt x="0" y="8"/>
                    </a:moveTo>
                    <a:lnTo>
                      <a:pt x="1" y="9"/>
                    </a:lnTo>
                    <a:lnTo>
                      <a:pt x="3" y="6"/>
                    </a:lnTo>
                    <a:lnTo>
                      <a:pt x="8" y="7"/>
                    </a:lnTo>
                    <a:lnTo>
                      <a:pt x="10" y="4"/>
                    </a:lnTo>
                    <a:lnTo>
                      <a:pt x="19" y="8"/>
                    </a:lnTo>
                    <a:lnTo>
                      <a:pt x="8" y="0"/>
                    </a:lnTo>
                    <a:lnTo>
                      <a:pt x="7" y="1"/>
                    </a:lnTo>
                    <a:lnTo>
                      <a:pt x="2" y="5"/>
                    </a:lnTo>
                    <a:lnTo>
                      <a:pt x="0" y="8"/>
                    </a:lnTo>
                  </a:path>
                </a:pathLst>
              </a:custGeom>
              <a:solidFill>
                <a:srgbClr val="FFC98E"/>
              </a:solidFill>
              <a:ln w="9525" cap="rnd">
                <a:noFill/>
                <a:round/>
                <a:headEnd/>
                <a:tailEnd/>
              </a:ln>
            </p:spPr>
            <p:txBody>
              <a:bodyPr/>
              <a:lstStyle/>
              <a:p>
                <a:pPr algn="ctr"/>
                <a:endParaRPr lang="pt-BR" sz="2400"/>
              </a:p>
            </p:txBody>
          </p:sp>
          <p:sp>
            <p:nvSpPr>
              <p:cNvPr id="75" name="Freeform 535"/>
              <p:cNvSpPr>
                <a:spLocks/>
              </p:cNvSpPr>
              <p:nvPr/>
            </p:nvSpPr>
            <p:spPr bwMode="auto">
              <a:xfrm>
                <a:off x="1793" y="2270"/>
                <a:ext cx="9" cy="12"/>
              </a:xfrm>
              <a:custGeom>
                <a:avLst/>
                <a:gdLst>
                  <a:gd name="T0" fmla="*/ 0 w 9"/>
                  <a:gd name="T1" fmla="*/ 3 h 12"/>
                  <a:gd name="T2" fmla="*/ 3 w 9"/>
                  <a:gd name="T3" fmla="*/ 6 h 12"/>
                  <a:gd name="T4" fmla="*/ 5 w 9"/>
                  <a:gd name="T5" fmla="*/ 11 h 12"/>
                  <a:gd name="T6" fmla="*/ 8 w 9"/>
                  <a:gd name="T7" fmla="*/ 7 h 12"/>
                  <a:gd name="T8" fmla="*/ 8 w 9"/>
                  <a:gd name="T9" fmla="*/ 3 h 12"/>
                  <a:gd name="T10" fmla="*/ 5 w 9"/>
                  <a:gd name="T11" fmla="*/ 1 h 12"/>
                  <a:gd name="T12" fmla="*/ 1 w 9"/>
                  <a:gd name="T13" fmla="*/ 0 h 12"/>
                  <a:gd name="T14" fmla="*/ 0 w 9"/>
                  <a:gd name="T15" fmla="*/ 3 h 12"/>
                  <a:gd name="T16" fmla="*/ 0 60000 65536"/>
                  <a:gd name="T17" fmla="*/ 0 60000 65536"/>
                  <a:gd name="T18" fmla="*/ 0 60000 65536"/>
                  <a:gd name="T19" fmla="*/ 0 60000 65536"/>
                  <a:gd name="T20" fmla="*/ 0 60000 65536"/>
                  <a:gd name="T21" fmla="*/ 0 60000 65536"/>
                  <a:gd name="T22" fmla="*/ 0 60000 65536"/>
                  <a:gd name="T23" fmla="*/ 0 60000 65536"/>
                  <a:gd name="T24" fmla="*/ 0 w 9"/>
                  <a:gd name="T25" fmla="*/ 0 h 12"/>
                  <a:gd name="T26" fmla="*/ 9 w 9"/>
                  <a:gd name="T27" fmla="*/ 12 h 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 h="12">
                    <a:moveTo>
                      <a:pt x="0" y="3"/>
                    </a:moveTo>
                    <a:lnTo>
                      <a:pt x="3" y="6"/>
                    </a:lnTo>
                    <a:lnTo>
                      <a:pt x="5" y="11"/>
                    </a:lnTo>
                    <a:lnTo>
                      <a:pt x="8" y="7"/>
                    </a:lnTo>
                    <a:lnTo>
                      <a:pt x="8" y="3"/>
                    </a:lnTo>
                    <a:lnTo>
                      <a:pt x="5" y="1"/>
                    </a:lnTo>
                    <a:lnTo>
                      <a:pt x="1" y="0"/>
                    </a:lnTo>
                    <a:lnTo>
                      <a:pt x="0" y="3"/>
                    </a:lnTo>
                  </a:path>
                </a:pathLst>
              </a:custGeom>
              <a:solidFill>
                <a:srgbClr val="FFC98E"/>
              </a:solidFill>
              <a:ln w="9525" cap="rnd">
                <a:noFill/>
                <a:round/>
                <a:headEnd/>
                <a:tailEnd/>
              </a:ln>
            </p:spPr>
            <p:txBody>
              <a:bodyPr/>
              <a:lstStyle/>
              <a:p>
                <a:pPr algn="ctr"/>
                <a:endParaRPr lang="pt-BR" sz="2400"/>
              </a:p>
            </p:txBody>
          </p:sp>
          <p:sp>
            <p:nvSpPr>
              <p:cNvPr id="76" name="Freeform 536"/>
              <p:cNvSpPr>
                <a:spLocks/>
              </p:cNvSpPr>
              <p:nvPr/>
            </p:nvSpPr>
            <p:spPr bwMode="auto">
              <a:xfrm>
                <a:off x="1801" y="2169"/>
                <a:ext cx="20" cy="8"/>
              </a:xfrm>
              <a:custGeom>
                <a:avLst/>
                <a:gdLst>
                  <a:gd name="T0" fmla="*/ 0 w 20"/>
                  <a:gd name="T1" fmla="*/ 2 h 8"/>
                  <a:gd name="T2" fmla="*/ 4 w 20"/>
                  <a:gd name="T3" fmla="*/ 6 h 8"/>
                  <a:gd name="T4" fmla="*/ 7 w 20"/>
                  <a:gd name="T5" fmla="*/ 7 h 8"/>
                  <a:gd name="T6" fmla="*/ 9 w 20"/>
                  <a:gd name="T7" fmla="*/ 7 h 8"/>
                  <a:gd name="T8" fmla="*/ 13 w 20"/>
                  <a:gd name="T9" fmla="*/ 7 h 8"/>
                  <a:gd name="T10" fmla="*/ 19 w 20"/>
                  <a:gd name="T11" fmla="*/ 3 h 8"/>
                  <a:gd name="T12" fmla="*/ 16 w 20"/>
                  <a:gd name="T13" fmla="*/ 0 h 8"/>
                  <a:gd name="T14" fmla="*/ 10 w 20"/>
                  <a:gd name="T15" fmla="*/ 0 h 8"/>
                  <a:gd name="T16" fmla="*/ 4 w 20"/>
                  <a:gd name="T17" fmla="*/ 2 h 8"/>
                  <a:gd name="T18" fmla="*/ 0 w 20"/>
                  <a:gd name="T19" fmla="*/ 2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
                  <a:gd name="T31" fmla="*/ 0 h 8"/>
                  <a:gd name="T32" fmla="*/ 20 w 20"/>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 h="8">
                    <a:moveTo>
                      <a:pt x="0" y="2"/>
                    </a:moveTo>
                    <a:lnTo>
                      <a:pt x="4" y="6"/>
                    </a:lnTo>
                    <a:lnTo>
                      <a:pt x="7" y="7"/>
                    </a:lnTo>
                    <a:lnTo>
                      <a:pt x="9" y="7"/>
                    </a:lnTo>
                    <a:lnTo>
                      <a:pt x="13" y="7"/>
                    </a:lnTo>
                    <a:lnTo>
                      <a:pt x="19" y="3"/>
                    </a:lnTo>
                    <a:lnTo>
                      <a:pt x="16" y="0"/>
                    </a:lnTo>
                    <a:lnTo>
                      <a:pt x="10" y="0"/>
                    </a:lnTo>
                    <a:lnTo>
                      <a:pt x="4" y="2"/>
                    </a:lnTo>
                    <a:lnTo>
                      <a:pt x="0" y="2"/>
                    </a:lnTo>
                  </a:path>
                </a:pathLst>
              </a:custGeom>
              <a:solidFill>
                <a:srgbClr val="FFFFFF"/>
              </a:solidFill>
              <a:ln w="9525" cap="rnd">
                <a:noFill/>
                <a:round/>
                <a:headEnd/>
                <a:tailEnd/>
              </a:ln>
            </p:spPr>
            <p:txBody>
              <a:bodyPr/>
              <a:lstStyle/>
              <a:p>
                <a:pPr algn="ctr"/>
                <a:endParaRPr lang="pt-BR" sz="2400"/>
              </a:p>
            </p:txBody>
          </p:sp>
          <p:sp>
            <p:nvSpPr>
              <p:cNvPr id="77" name="Freeform 537"/>
              <p:cNvSpPr>
                <a:spLocks/>
              </p:cNvSpPr>
              <p:nvPr/>
            </p:nvSpPr>
            <p:spPr bwMode="auto">
              <a:xfrm>
                <a:off x="1833" y="2165"/>
                <a:ext cx="17" cy="8"/>
              </a:xfrm>
              <a:custGeom>
                <a:avLst/>
                <a:gdLst>
                  <a:gd name="T0" fmla="*/ 0 w 17"/>
                  <a:gd name="T1" fmla="*/ 6 h 8"/>
                  <a:gd name="T2" fmla="*/ 3 w 17"/>
                  <a:gd name="T3" fmla="*/ 1 h 8"/>
                  <a:gd name="T4" fmla="*/ 9 w 17"/>
                  <a:gd name="T5" fmla="*/ 0 h 8"/>
                  <a:gd name="T6" fmla="*/ 16 w 17"/>
                  <a:gd name="T7" fmla="*/ 1 h 8"/>
                  <a:gd name="T8" fmla="*/ 16 w 17"/>
                  <a:gd name="T9" fmla="*/ 2 h 8"/>
                  <a:gd name="T10" fmla="*/ 13 w 17"/>
                  <a:gd name="T11" fmla="*/ 5 h 8"/>
                  <a:gd name="T12" fmla="*/ 8 w 17"/>
                  <a:gd name="T13" fmla="*/ 7 h 8"/>
                  <a:gd name="T14" fmla="*/ 4 w 17"/>
                  <a:gd name="T15" fmla="*/ 7 h 8"/>
                  <a:gd name="T16" fmla="*/ 0 w 17"/>
                  <a:gd name="T17" fmla="*/ 7 h 8"/>
                  <a:gd name="T18" fmla="*/ 0 w 17"/>
                  <a:gd name="T19" fmla="*/ 6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8"/>
                  <a:gd name="T32" fmla="*/ 17 w 17"/>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8">
                    <a:moveTo>
                      <a:pt x="0" y="6"/>
                    </a:moveTo>
                    <a:lnTo>
                      <a:pt x="3" y="1"/>
                    </a:lnTo>
                    <a:lnTo>
                      <a:pt x="9" y="0"/>
                    </a:lnTo>
                    <a:lnTo>
                      <a:pt x="16" y="1"/>
                    </a:lnTo>
                    <a:lnTo>
                      <a:pt x="16" y="2"/>
                    </a:lnTo>
                    <a:lnTo>
                      <a:pt x="13" y="5"/>
                    </a:lnTo>
                    <a:lnTo>
                      <a:pt x="8" y="7"/>
                    </a:lnTo>
                    <a:lnTo>
                      <a:pt x="4" y="7"/>
                    </a:lnTo>
                    <a:lnTo>
                      <a:pt x="0" y="7"/>
                    </a:lnTo>
                    <a:lnTo>
                      <a:pt x="0" y="6"/>
                    </a:lnTo>
                  </a:path>
                </a:pathLst>
              </a:custGeom>
              <a:solidFill>
                <a:srgbClr val="FFFFFF"/>
              </a:solidFill>
              <a:ln w="9525" cap="rnd">
                <a:noFill/>
                <a:round/>
                <a:headEnd/>
                <a:tailEnd/>
              </a:ln>
            </p:spPr>
            <p:txBody>
              <a:bodyPr/>
              <a:lstStyle/>
              <a:p>
                <a:pPr algn="ctr"/>
                <a:endParaRPr lang="pt-BR" sz="2400"/>
              </a:p>
            </p:txBody>
          </p:sp>
          <p:sp>
            <p:nvSpPr>
              <p:cNvPr id="78" name="Freeform 538"/>
              <p:cNvSpPr>
                <a:spLocks/>
              </p:cNvSpPr>
              <p:nvPr/>
            </p:nvSpPr>
            <p:spPr bwMode="auto">
              <a:xfrm>
                <a:off x="1296" y="2201"/>
                <a:ext cx="41" cy="26"/>
              </a:xfrm>
              <a:custGeom>
                <a:avLst/>
                <a:gdLst>
                  <a:gd name="T0" fmla="*/ 4 w 41"/>
                  <a:gd name="T1" fmla="*/ 15 h 26"/>
                  <a:gd name="T2" fmla="*/ 8 w 41"/>
                  <a:gd name="T3" fmla="*/ 12 h 26"/>
                  <a:gd name="T4" fmla="*/ 11 w 41"/>
                  <a:gd name="T5" fmla="*/ 11 h 26"/>
                  <a:gd name="T6" fmla="*/ 22 w 41"/>
                  <a:gd name="T7" fmla="*/ 11 h 26"/>
                  <a:gd name="T8" fmla="*/ 28 w 41"/>
                  <a:gd name="T9" fmla="*/ 12 h 26"/>
                  <a:gd name="T10" fmla="*/ 13 w 41"/>
                  <a:gd name="T11" fmla="*/ 7 h 26"/>
                  <a:gd name="T12" fmla="*/ 5 w 41"/>
                  <a:gd name="T13" fmla="*/ 7 h 26"/>
                  <a:gd name="T14" fmla="*/ 1 w 41"/>
                  <a:gd name="T15" fmla="*/ 6 h 26"/>
                  <a:gd name="T16" fmla="*/ 0 w 41"/>
                  <a:gd name="T17" fmla="*/ 5 h 26"/>
                  <a:gd name="T18" fmla="*/ 10 w 41"/>
                  <a:gd name="T19" fmla="*/ 0 h 26"/>
                  <a:gd name="T20" fmla="*/ 16 w 41"/>
                  <a:gd name="T21" fmla="*/ 0 h 26"/>
                  <a:gd name="T22" fmla="*/ 22 w 41"/>
                  <a:gd name="T23" fmla="*/ 4 h 26"/>
                  <a:gd name="T24" fmla="*/ 30 w 41"/>
                  <a:gd name="T25" fmla="*/ 7 h 26"/>
                  <a:gd name="T26" fmla="*/ 36 w 41"/>
                  <a:gd name="T27" fmla="*/ 9 h 26"/>
                  <a:gd name="T28" fmla="*/ 40 w 41"/>
                  <a:gd name="T29" fmla="*/ 14 h 26"/>
                  <a:gd name="T30" fmla="*/ 38 w 41"/>
                  <a:gd name="T31" fmla="*/ 17 h 26"/>
                  <a:gd name="T32" fmla="*/ 35 w 41"/>
                  <a:gd name="T33" fmla="*/ 17 h 26"/>
                  <a:gd name="T34" fmla="*/ 31 w 41"/>
                  <a:gd name="T35" fmla="*/ 22 h 26"/>
                  <a:gd name="T36" fmla="*/ 27 w 41"/>
                  <a:gd name="T37" fmla="*/ 23 h 26"/>
                  <a:gd name="T38" fmla="*/ 20 w 41"/>
                  <a:gd name="T39" fmla="*/ 25 h 26"/>
                  <a:gd name="T40" fmla="*/ 26 w 41"/>
                  <a:gd name="T41" fmla="*/ 19 h 26"/>
                  <a:gd name="T42" fmla="*/ 29 w 41"/>
                  <a:gd name="T43" fmla="*/ 16 h 26"/>
                  <a:gd name="T44" fmla="*/ 29 w 41"/>
                  <a:gd name="T45" fmla="*/ 15 h 26"/>
                  <a:gd name="T46" fmla="*/ 26 w 41"/>
                  <a:gd name="T47" fmla="*/ 15 h 26"/>
                  <a:gd name="T48" fmla="*/ 22 w 41"/>
                  <a:gd name="T49" fmla="*/ 14 h 26"/>
                  <a:gd name="T50" fmla="*/ 20 w 41"/>
                  <a:gd name="T51" fmla="*/ 16 h 26"/>
                  <a:gd name="T52" fmla="*/ 20 w 41"/>
                  <a:gd name="T53" fmla="*/ 15 h 26"/>
                  <a:gd name="T54" fmla="*/ 18 w 41"/>
                  <a:gd name="T55" fmla="*/ 15 h 26"/>
                  <a:gd name="T56" fmla="*/ 18 w 41"/>
                  <a:gd name="T57" fmla="*/ 15 h 26"/>
                  <a:gd name="T58" fmla="*/ 20 w 41"/>
                  <a:gd name="T59" fmla="*/ 17 h 26"/>
                  <a:gd name="T60" fmla="*/ 19 w 41"/>
                  <a:gd name="T61" fmla="*/ 18 h 26"/>
                  <a:gd name="T62" fmla="*/ 5 w 41"/>
                  <a:gd name="T63" fmla="*/ 17 h 26"/>
                  <a:gd name="T64" fmla="*/ 4 w 41"/>
                  <a:gd name="T65" fmla="*/ 15 h 2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
                  <a:gd name="T100" fmla="*/ 0 h 26"/>
                  <a:gd name="T101" fmla="*/ 41 w 41"/>
                  <a:gd name="T102" fmla="*/ 26 h 2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 h="26">
                    <a:moveTo>
                      <a:pt x="4" y="15"/>
                    </a:moveTo>
                    <a:lnTo>
                      <a:pt x="8" y="12"/>
                    </a:lnTo>
                    <a:lnTo>
                      <a:pt x="11" y="11"/>
                    </a:lnTo>
                    <a:lnTo>
                      <a:pt x="22" y="11"/>
                    </a:lnTo>
                    <a:lnTo>
                      <a:pt x="28" y="12"/>
                    </a:lnTo>
                    <a:lnTo>
                      <a:pt x="13" y="7"/>
                    </a:lnTo>
                    <a:lnTo>
                      <a:pt x="5" y="7"/>
                    </a:lnTo>
                    <a:lnTo>
                      <a:pt x="1" y="6"/>
                    </a:lnTo>
                    <a:lnTo>
                      <a:pt x="0" y="5"/>
                    </a:lnTo>
                    <a:lnTo>
                      <a:pt x="10" y="0"/>
                    </a:lnTo>
                    <a:lnTo>
                      <a:pt x="16" y="0"/>
                    </a:lnTo>
                    <a:lnTo>
                      <a:pt x="22" y="4"/>
                    </a:lnTo>
                    <a:lnTo>
                      <a:pt x="30" y="7"/>
                    </a:lnTo>
                    <a:lnTo>
                      <a:pt x="36" y="9"/>
                    </a:lnTo>
                    <a:lnTo>
                      <a:pt x="40" y="14"/>
                    </a:lnTo>
                    <a:lnTo>
                      <a:pt x="38" y="17"/>
                    </a:lnTo>
                    <a:lnTo>
                      <a:pt x="35" y="17"/>
                    </a:lnTo>
                    <a:lnTo>
                      <a:pt x="31" y="22"/>
                    </a:lnTo>
                    <a:lnTo>
                      <a:pt x="27" y="23"/>
                    </a:lnTo>
                    <a:lnTo>
                      <a:pt x="20" y="25"/>
                    </a:lnTo>
                    <a:lnTo>
                      <a:pt x="26" y="19"/>
                    </a:lnTo>
                    <a:lnTo>
                      <a:pt x="29" y="16"/>
                    </a:lnTo>
                    <a:lnTo>
                      <a:pt x="29" y="15"/>
                    </a:lnTo>
                    <a:lnTo>
                      <a:pt x="26" y="15"/>
                    </a:lnTo>
                    <a:lnTo>
                      <a:pt x="22" y="14"/>
                    </a:lnTo>
                    <a:lnTo>
                      <a:pt x="20" y="16"/>
                    </a:lnTo>
                    <a:lnTo>
                      <a:pt x="20" y="15"/>
                    </a:lnTo>
                    <a:lnTo>
                      <a:pt x="18" y="15"/>
                    </a:lnTo>
                    <a:lnTo>
                      <a:pt x="20" y="17"/>
                    </a:lnTo>
                    <a:lnTo>
                      <a:pt x="19" y="18"/>
                    </a:lnTo>
                    <a:lnTo>
                      <a:pt x="5" y="17"/>
                    </a:lnTo>
                    <a:lnTo>
                      <a:pt x="4" y="15"/>
                    </a:lnTo>
                  </a:path>
                </a:pathLst>
              </a:custGeom>
              <a:solidFill>
                <a:srgbClr val="000000"/>
              </a:solidFill>
              <a:ln w="9525" cap="rnd">
                <a:noFill/>
                <a:round/>
                <a:headEnd/>
                <a:tailEnd/>
              </a:ln>
            </p:spPr>
            <p:txBody>
              <a:bodyPr/>
              <a:lstStyle/>
              <a:p>
                <a:pPr algn="ctr"/>
                <a:endParaRPr lang="pt-BR" sz="2400"/>
              </a:p>
            </p:txBody>
          </p:sp>
          <p:sp>
            <p:nvSpPr>
              <p:cNvPr id="79" name="Freeform 539"/>
              <p:cNvSpPr>
                <a:spLocks/>
              </p:cNvSpPr>
              <p:nvPr/>
            </p:nvSpPr>
            <p:spPr bwMode="auto">
              <a:xfrm>
                <a:off x="1303" y="2221"/>
                <a:ext cx="17" cy="5"/>
              </a:xfrm>
              <a:custGeom>
                <a:avLst/>
                <a:gdLst>
                  <a:gd name="T0" fmla="*/ 0 w 17"/>
                  <a:gd name="T1" fmla="*/ 0 h 5"/>
                  <a:gd name="T2" fmla="*/ 3 w 17"/>
                  <a:gd name="T3" fmla="*/ 3 h 5"/>
                  <a:gd name="T4" fmla="*/ 10 w 17"/>
                  <a:gd name="T5" fmla="*/ 4 h 5"/>
                  <a:gd name="T6" fmla="*/ 16 w 17"/>
                  <a:gd name="T7" fmla="*/ 1 h 5"/>
                  <a:gd name="T8" fmla="*/ 9 w 17"/>
                  <a:gd name="T9" fmla="*/ 1 h 5"/>
                  <a:gd name="T10" fmla="*/ 0 w 17"/>
                  <a:gd name="T11" fmla="*/ 0 h 5"/>
                  <a:gd name="T12" fmla="*/ 0 60000 65536"/>
                  <a:gd name="T13" fmla="*/ 0 60000 65536"/>
                  <a:gd name="T14" fmla="*/ 0 60000 65536"/>
                  <a:gd name="T15" fmla="*/ 0 60000 65536"/>
                  <a:gd name="T16" fmla="*/ 0 60000 65536"/>
                  <a:gd name="T17" fmla="*/ 0 60000 65536"/>
                  <a:gd name="T18" fmla="*/ 0 w 17"/>
                  <a:gd name="T19" fmla="*/ 0 h 5"/>
                  <a:gd name="T20" fmla="*/ 17 w 17"/>
                  <a:gd name="T21" fmla="*/ 5 h 5"/>
                </a:gdLst>
                <a:ahLst/>
                <a:cxnLst>
                  <a:cxn ang="T12">
                    <a:pos x="T0" y="T1"/>
                  </a:cxn>
                  <a:cxn ang="T13">
                    <a:pos x="T2" y="T3"/>
                  </a:cxn>
                  <a:cxn ang="T14">
                    <a:pos x="T4" y="T5"/>
                  </a:cxn>
                  <a:cxn ang="T15">
                    <a:pos x="T6" y="T7"/>
                  </a:cxn>
                  <a:cxn ang="T16">
                    <a:pos x="T8" y="T9"/>
                  </a:cxn>
                  <a:cxn ang="T17">
                    <a:pos x="T10" y="T11"/>
                  </a:cxn>
                </a:cxnLst>
                <a:rect l="T18" t="T19" r="T20" b="T21"/>
                <a:pathLst>
                  <a:path w="17" h="5">
                    <a:moveTo>
                      <a:pt x="0" y="0"/>
                    </a:moveTo>
                    <a:lnTo>
                      <a:pt x="3" y="3"/>
                    </a:lnTo>
                    <a:lnTo>
                      <a:pt x="10" y="4"/>
                    </a:lnTo>
                    <a:lnTo>
                      <a:pt x="16" y="1"/>
                    </a:lnTo>
                    <a:lnTo>
                      <a:pt x="9" y="1"/>
                    </a:lnTo>
                    <a:lnTo>
                      <a:pt x="0" y="0"/>
                    </a:lnTo>
                  </a:path>
                </a:pathLst>
              </a:custGeom>
              <a:solidFill>
                <a:srgbClr val="000000"/>
              </a:solidFill>
              <a:ln w="9525" cap="rnd">
                <a:noFill/>
                <a:round/>
                <a:headEnd/>
                <a:tailEnd/>
              </a:ln>
            </p:spPr>
            <p:txBody>
              <a:bodyPr/>
              <a:lstStyle/>
              <a:p>
                <a:pPr algn="ctr"/>
                <a:endParaRPr lang="pt-BR" sz="2400"/>
              </a:p>
            </p:txBody>
          </p:sp>
          <p:sp>
            <p:nvSpPr>
              <p:cNvPr id="80" name="Freeform 540"/>
              <p:cNvSpPr>
                <a:spLocks/>
              </p:cNvSpPr>
              <p:nvPr/>
            </p:nvSpPr>
            <p:spPr bwMode="auto">
              <a:xfrm>
                <a:off x="1319" y="2214"/>
                <a:ext cx="6" cy="9"/>
              </a:xfrm>
              <a:custGeom>
                <a:avLst/>
                <a:gdLst>
                  <a:gd name="T0" fmla="*/ 0 w 6"/>
                  <a:gd name="T1" fmla="*/ 0 h 9"/>
                  <a:gd name="T2" fmla="*/ 4 w 6"/>
                  <a:gd name="T3" fmla="*/ 8 h 9"/>
                  <a:gd name="T4" fmla="*/ 5 w 6"/>
                  <a:gd name="T5" fmla="*/ 6 h 9"/>
                  <a:gd name="T6" fmla="*/ 3 w 6"/>
                  <a:gd name="T7" fmla="*/ 2 h 9"/>
                  <a:gd name="T8" fmla="*/ 0 w 6"/>
                  <a:gd name="T9" fmla="*/ 0 h 9"/>
                  <a:gd name="T10" fmla="*/ 0 60000 65536"/>
                  <a:gd name="T11" fmla="*/ 0 60000 65536"/>
                  <a:gd name="T12" fmla="*/ 0 60000 65536"/>
                  <a:gd name="T13" fmla="*/ 0 60000 65536"/>
                  <a:gd name="T14" fmla="*/ 0 60000 65536"/>
                  <a:gd name="T15" fmla="*/ 0 w 6"/>
                  <a:gd name="T16" fmla="*/ 0 h 9"/>
                  <a:gd name="T17" fmla="*/ 6 w 6"/>
                  <a:gd name="T18" fmla="*/ 9 h 9"/>
                </a:gdLst>
                <a:ahLst/>
                <a:cxnLst>
                  <a:cxn ang="T10">
                    <a:pos x="T0" y="T1"/>
                  </a:cxn>
                  <a:cxn ang="T11">
                    <a:pos x="T2" y="T3"/>
                  </a:cxn>
                  <a:cxn ang="T12">
                    <a:pos x="T4" y="T5"/>
                  </a:cxn>
                  <a:cxn ang="T13">
                    <a:pos x="T6" y="T7"/>
                  </a:cxn>
                  <a:cxn ang="T14">
                    <a:pos x="T8" y="T9"/>
                  </a:cxn>
                </a:cxnLst>
                <a:rect l="T15" t="T16" r="T17" b="T18"/>
                <a:pathLst>
                  <a:path w="6" h="9">
                    <a:moveTo>
                      <a:pt x="0" y="0"/>
                    </a:moveTo>
                    <a:lnTo>
                      <a:pt x="4" y="8"/>
                    </a:lnTo>
                    <a:lnTo>
                      <a:pt x="5" y="6"/>
                    </a:lnTo>
                    <a:lnTo>
                      <a:pt x="3" y="2"/>
                    </a:lnTo>
                    <a:lnTo>
                      <a:pt x="0" y="0"/>
                    </a:lnTo>
                  </a:path>
                </a:pathLst>
              </a:custGeom>
              <a:solidFill>
                <a:srgbClr val="000000"/>
              </a:solidFill>
              <a:ln w="9525" cap="rnd">
                <a:noFill/>
                <a:round/>
                <a:headEnd/>
                <a:tailEnd/>
              </a:ln>
            </p:spPr>
            <p:txBody>
              <a:bodyPr/>
              <a:lstStyle/>
              <a:p>
                <a:pPr algn="ctr"/>
                <a:endParaRPr lang="pt-BR" sz="2400"/>
              </a:p>
            </p:txBody>
          </p:sp>
          <p:sp>
            <p:nvSpPr>
              <p:cNvPr id="81" name="Freeform 541"/>
              <p:cNvSpPr>
                <a:spLocks/>
              </p:cNvSpPr>
              <p:nvPr/>
            </p:nvSpPr>
            <p:spPr bwMode="auto">
              <a:xfrm>
                <a:off x="1339" y="2214"/>
                <a:ext cx="30" cy="38"/>
              </a:xfrm>
              <a:custGeom>
                <a:avLst/>
                <a:gdLst>
                  <a:gd name="T0" fmla="*/ 0 w 30"/>
                  <a:gd name="T1" fmla="*/ 1 h 38"/>
                  <a:gd name="T2" fmla="*/ 0 w 30"/>
                  <a:gd name="T3" fmla="*/ 4 h 38"/>
                  <a:gd name="T4" fmla="*/ 2 w 30"/>
                  <a:gd name="T5" fmla="*/ 6 h 38"/>
                  <a:gd name="T6" fmla="*/ 1 w 30"/>
                  <a:gd name="T7" fmla="*/ 28 h 38"/>
                  <a:gd name="T8" fmla="*/ 3 w 30"/>
                  <a:gd name="T9" fmla="*/ 37 h 38"/>
                  <a:gd name="T10" fmla="*/ 2 w 30"/>
                  <a:gd name="T11" fmla="*/ 27 h 38"/>
                  <a:gd name="T12" fmla="*/ 3 w 30"/>
                  <a:gd name="T13" fmla="*/ 15 h 38"/>
                  <a:gd name="T14" fmla="*/ 11 w 30"/>
                  <a:gd name="T15" fmla="*/ 20 h 38"/>
                  <a:gd name="T16" fmla="*/ 8 w 30"/>
                  <a:gd name="T17" fmla="*/ 14 h 38"/>
                  <a:gd name="T18" fmla="*/ 15 w 30"/>
                  <a:gd name="T19" fmla="*/ 16 h 38"/>
                  <a:gd name="T20" fmla="*/ 19 w 30"/>
                  <a:gd name="T21" fmla="*/ 15 h 38"/>
                  <a:gd name="T22" fmla="*/ 15 w 30"/>
                  <a:gd name="T23" fmla="*/ 14 h 38"/>
                  <a:gd name="T24" fmla="*/ 15 w 30"/>
                  <a:gd name="T25" fmla="*/ 12 h 38"/>
                  <a:gd name="T26" fmla="*/ 17 w 30"/>
                  <a:gd name="T27" fmla="*/ 11 h 38"/>
                  <a:gd name="T28" fmla="*/ 21 w 30"/>
                  <a:gd name="T29" fmla="*/ 14 h 38"/>
                  <a:gd name="T30" fmla="*/ 23 w 30"/>
                  <a:gd name="T31" fmla="*/ 13 h 38"/>
                  <a:gd name="T32" fmla="*/ 18 w 30"/>
                  <a:gd name="T33" fmla="*/ 7 h 38"/>
                  <a:gd name="T34" fmla="*/ 15 w 30"/>
                  <a:gd name="T35" fmla="*/ 5 h 38"/>
                  <a:gd name="T36" fmla="*/ 15 w 30"/>
                  <a:gd name="T37" fmla="*/ 4 h 38"/>
                  <a:gd name="T38" fmla="*/ 23 w 30"/>
                  <a:gd name="T39" fmla="*/ 6 h 38"/>
                  <a:gd name="T40" fmla="*/ 26 w 30"/>
                  <a:gd name="T41" fmla="*/ 9 h 38"/>
                  <a:gd name="T42" fmla="*/ 25 w 30"/>
                  <a:gd name="T43" fmla="*/ 11 h 38"/>
                  <a:gd name="T44" fmla="*/ 29 w 30"/>
                  <a:gd name="T45" fmla="*/ 9 h 38"/>
                  <a:gd name="T46" fmla="*/ 29 w 30"/>
                  <a:gd name="T47" fmla="*/ 3 h 38"/>
                  <a:gd name="T48" fmla="*/ 26 w 30"/>
                  <a:gd name="T49" fmla="*/ 1 h 38"/>
                  <a:gd name="T50" fmla="*/ 19 w 30"/>
                  <a:gd name="T51" fmla="*/ 1 h 38"/>
                  <a:gd name="T52" fmla="*/ 6 w 30"/>
                  <a:gd name="T53" fmla="*/ 0 h 38"/>
                  <a:gd name="T54" fmla="*/ 3 w 30"/>
                  <a:gd name="T55" fmla="*/ 1 h 38"/>
                  <a:gd name="T56" fmla="*/ 0 w 30"/>
                  <a:gd name="T57" fmla="*/ 1 h 3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0"/>
                  <a:gd name="T88" fmla="*/ 0 h 38"/>
                  <a:gd name="T89" fmla="*/ 30 w 30"/>
                  <a:gd name="T90" fmla="*/ 38 h 3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0" h="38">
                    <a:moveTo>
                      <a:pt x="0" y="1"/>
                    </a:moveTo>
                    <a:lnTo>
                      <a:pt x="0" y="4"/>
                    </a:lnTo>
                    <a:lnTo>
                      <a:pt x="2" y="6"/>
                    </a:lnTo>
                    <a:lnTo>
                      <a:pt x="1" y="28"/>
                    </a:lnTo>
                    <a:lnTo>
                      <a:pt x="3" y="37"/>
                    </a:lnTo>
                    <a:lnTo>
                      <a:pt x="2" y="27"/>
                    </a:lnTo>
                    <a:lnTo>
                      <a:pt x="3" y="15"/>
                    </a:lnTo>
                    <a:lnTo>
                      <a:pt x="11" y="20"/>
                    </a:lnTo>
                    <a:lnTo>
                      <a:pt x="8" y="14"/>
                    </a:lnTo>
                    <a:lnTo>
                      <a:pt x="15" y="16"/>
                    </a:lnTo>
                    <a:lnTo>
                      <a:pt x="19" y="15"/>
                    </a:lnTo>
                    <a:lnTo>
                      <a:pt x="15" y="14"/>
                    </a:lnTo>
                    <a:lnTo>
                      <a:pt x="15" y="12"/>
                    </a:lnTo>
                    <a:lnTo>
                      <a:pt x="17" y="11"/>
                    </a:lnTo>
                    <a:lnTo>
                      <a:pt x="21" y="14"/>
                    </a:lnTo>
                    <a:lnTo>
                      <a:pt x="23" y="13"/>
                    </a:lnTo>
                    <a:lnTo>
                      <a:pt x="18" y="7"/>
                    </a:lnTo>
                    <a:lnTo>
                      <a:pt x="15" y="5"/>
                    </a:lnTo>
                    <a:lnTo>
                      <a:pt x="15" y="4"/>
                    </a:lnTo>
                    <a:lnTo>
                      <a:pt x="23" y="6"/>
                    </a:lnTo>
                    <a:lnTo>
                      <a:pt x="26" y="9"/>
                    </a:lnTo>
                    <a:lnTo>
                      <a:pt x="25" y="11"/>
                    </a:lnTo>
                    <a:lnTo>
                      <a:pt x="29" y="9"/>
                    </a:lnTo>
                    <a:lnTo>
                      <a:pt x="29" y="3"/>
                    </a:lnTo>
                    <a:lnTo>
                      <a:pt x="26" y="1"/>
                    </a:lnTo>
                    <a:lnTo>
                      <a:pt x="19" y="1"/>
                    </a:lnTo>
                    <a:lnTo>
                      <a:pt x="6" y="0"/>
                    </a:lnTo>
                    <a:lnTo>
                      <a:pt x="3" y="1"/>
                    </a:lnTo>
                    <a:lnTo>
                      <a:pt x="0" y="1"/>
                    </a:lnTo>
                  </a:path>
                </a:pathLst>
              </a:custGeom>
              <a:solidFill>
                <a:srgbClr val="000000"/>
              </a:solidFill>
              <a:ln w="9525" cap="rnd">
                <a:noFill/>
                <a:round/>
                <a:headEnd/>
                <a:tailEnd/>
              </a:ln>
            </p:spPr>
            <p:txBody>
              <a:bodyPr/>
              <a:lstStyle/>
              <a:p>
                <a:pPr algn="ctr"/>
                <a:endParaRPr lang="pt-BR" sz="2400"/>
              </a:p>
            </p:txBody>
          </p:sp>
          <p:sp>
            <p:nvSpPr>
              <p:cNvPr id="82" name="Freeform 542"/>
              <p:cNvSpPr>
                <a:spLocks/>
              </p:cNvSpPr>
              <p:nvPr/>
            </p:nvSpPr>
            <p:spPr bwMode="auto">
              <a:xfrm>
                <a:off x="1338" y="2254"/>
                <a:ext cx="4" cy="5"/>
              </a:xfrm>
              <a:custGeom>
                <a:avLst/>
                <a:gdLst>
                  <a:gd name="T0" fmla="*/ 0 w 4"/>
                  <a:gd name="T1" fmla="*/ 3 h 5"/>
                  <a:gd name="T2" fmla="*/ 2 w 4"/>
                  <a:gd name="T3" fmla="*/ 4 h 5"/>
                  <a:gd name="T4" fmla="*/ 3 w 4"/>
                  <a:gd name="T5" fmla="*/ 3 h 5"/>
                  <a:gd name="T6" fmla="*/ 3 w 4"/>
                  <a:gd name="T7" fmla="*/ 0 h 5"/>
                  <a:gd name="T8" fmla="*/ 0 w 4"/>
                  <a:gd name="T9" fmla="*/ 3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0" y="3"/>
                    </a:moveTo>
                    <a:lnTo>
                      <a:pt x="2" y="4"/>
                    </a:lnTo>
                    <a:lnTo>
                      <a:pt x="3" y="3"/>
                    </a:lnTo>
                    <a:lnTo>
                      <a:pt x="3" y="0"/>
                    </a:lnTo>
                    <a:lnTo>
                      <a:pt x="0" y="3"/>
                    </a:lnTo>
                  </a:path>
                </a:pathLst>
              </a:custGeom>
              <a:solidFill>
                <a:srgbClr val="000000"/>
              </a:solidFill>
              <a:ln w="9525" cap="rnd">
                <a:noFill/>
                <a:round/>
                <a:headEnd/>
                <a:tailEnd/>
              </a:ln>
            </p:spPr>
            <p:txBody>
              <a:bodyPr/>
              <a:lstStyle/>
              <a:p>
                <a:pPr algn="ctr"/>
                <a:endParaRPr lang="pt-BR" sz="2400"/>
              </a:p>
            </p:txBody>
          </p:sp>
          <p:sp>
            <p:nvSpPr>
              <p:cNvPr id="83" name="Freeform 543"/>
              <p:cNvSpPr>
                <a:spLocks/>
              </p:cNvSpPr>
              <p:nvPr/>
            </p:nvSpPr>
            <p:spPr bwMode="auto">
              <a:xfrm>
                <a:off x="1299" y="2249"/>
                <a:ext cx="48" cy="26"/>
              </a:xfrm>
              <a:custGeom>
                <a:avLst/>
                <a:gdLst>
                  <a:gd name="T0" fmla="*/ 37 w 48"/>
                  <a:gd name="T1" fmla="*/ 7 h 26"/>
                  <a:gd name="T2" fmla="*/ 33 w 48"/>
                  <a:gd name="T3" fmla="*/ 7 h 26"/>
                  <a:gd name="T4" fmla="*/ 27 w 48"/>
                  <a:gd name="T5" fmla="*/ 2 h 26"/>
                  <a:gd name="T6" fmla="*/ 22 w 48"/>
                  <a:gd name="T7" fmla="*/ 0 h 26"/>
                  <a:gd name="T8" fmla="*/ 16 w 48"/>
                  <a:gd name="T9" fmla="*/ 2 h 26"/>
                  <a:gd name="T10" fmla="*/ 16 w 48"/>
                  <a:gd name="T11" fmla="*/ 4 h 26"/>
                  <a:gd name="T12" fmla="*/ 19 w 48"/>
                  <a:gd name="T13" fmla="*/ 5 h 26"/>
                  <a:gd name="T14" fmla="*/ 9 w 48"/>
                  <a:gd name="T15" fmla="*/ 7 h 26"/>
                  <a:gd name="T16" fmla="*/ 0 w 48"/>
                  <a:gd name="T17" fmla="*/ 12 h 26"/>
                  <a:gd name="T18" fmla="*/ 2 w 48"/>
                  <a:gd name="T19" fmla="*/ 15 h 26"/>
                  <a:gd name="T20" fmla="*/ 7 w 48"/>
                  <a:gd name="T21" fmla="*/ 15 h 26"/>
                  <a:gd name="T22" fmla="*/ 11 w 48"/>
                  <a:gd name="T23" fmla="*/ 16 h 26"/>
                  <a:gd name="T24" fmla="*/ 18 w 48"/>
                  <a:gd name="T25" fmla="*/ 13 h 26"/>
                  <a:gd name="T26" fmla="*/ 25 w 48"/>
                  <a:gd name="T27" fmla="*/ 15 h 26"/>
                  <a:gd name="T28" fmla="*/ 33 w 48"/>
                  <a:gd name="T29" fmla="*/ 14 h 26"/>
                  <a:gd name="T30" fmla="*/ 38 w 48"/>
                  <a:gd name="T31" fmla="*/ 18 h 26"/>
                  <a:gd name="T32" fmla="*/ 41 w 48"/>
                  <a:gd name="T33" fmla="*/ 20 h 26"/>
                  <a:gd name="T34" fmla="*/ 45 w 48"/>
                  <a:gd name="T35" fmla="*/ 25 h 26"/>
                  <a:gd name="T36" fmla="*/ 47 w 48"/>
                  <a:gd name="T37" fmla="*/ 24 h 26"/>
                  <a:gd name="T38" fmla="*/ 47 w 48"/>
                  <a:gd name="T39" fmla="*/ 15 h 26"/>
                  <a:gd name="T40" fmla="*/ 41 w 48"/>
                  <a:gd name="T41" fmla="*/ 7 h 26"/>
                  <a:gd name="T42" fmla="*/ 37 w 48"/>
                  <a:gd name="T43" fmla="*/ 7 h 2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8"/>
                  <a:gd name="T67" fmla="*/ 0 h 26"/>
                  <a:gd name="T68" fmla="*/ 48 w 48"/>
                  <a:gd name="T69" fmla="*/ 26 h 2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8" h="26">
                    <a:moveTo>
                      <a:pt x="37" y="7"/>
                    </a:moveTo>
                    <a:lnTo>
                      <a:pt x="33" y="7"/>
                    </a:lnTo>
                    <a:lnTo>
                      <a:pt x="27" y="2"/>
                    </a:lnTo>
                    <a:lnTo>
                      <a:pt x="22" y="0"/>
                    </a:lnTo>
                    <a:lnTo>
                      <a:pt x="16" y="2"/>
                    </a:lnTo>
                    <a:lnTo>
                      <a:pt x="16" y="4"/>
                    </a:lnTo>
                    <a:lnTo>
                      <a:pt x="19" y="5"/>
                    </a:lnTo>
                    <a:lnTo>
                      <a:pt x="9" y="7"/>
                    </a:lnTo>
                    <a:lnTo>
                      <a:pt x="0" y="12"/>
                    </a:lnTo>
                    <a:lnTo>
                      <a:pt x="2" y="15"/>
                    </a:lnTo>
                    <a:lnTo>
                      <a:pt x="7" y="15"/>
                    </a:lnTo>
                    <a:lnTo>
                      <a:pt x="11" y="16"/>
                    </a:lnTo>
                    <a:lnTo>
                      <a:pt x="18" y="13"/>
                    </a:lnTo>
                    <a:lnTo>
                      <a:pt x="25" y="15"/>
                    </a:lnTo>
                    <a:lnTo>
                      <a:pt x="33" y="14"/>
                    </a:lnTo>
                    <a:lnTo>
                      <a:pt x="38" y="18"/>
                    </a:lnTo>
                    <a:lnTo>
                      <a:pt x="41" y="20"/>
                    </a:lnTo>
                    <a:lnTo>
                      <a:pt x="45" y="25"/>
                    </a:lnTo>
                    <a:lnTo>
                      <a:pt x="47" y="24"/>
                    </a:lnTo>
                    <a:lnTo>
                      <a:pt x="47" y="15"/>
                    </a:lnTo>
                    <a:lnTo>
                      <a:pt x="41" y="7"/>
                    </a:lnTo>
                    <a:lnTo>
                      <a:pt x="37" y="7"/>
                    </a:lnTo>
                  </a:path>
                </a:pathLst>
              </a:custGeom>
              <a:solidFill>
                <a:srgbClr val="000000"/>
              </a:solidFill>
              <a:ln w="9525" cap="rnd">
                <a:noFill/>
                <a:round/>
                <a:headEnd/>
                <a:tailEnd/>
              </a:ln>
            </p:spPr>
            <p:txBody>
              <a:bodyPr/>
              <a:lstStyle/>
              <a:p>
                <a:pPr algn="ctr"/>
                <a:endParaRPr lang="pt-BR" sz="2400"/>
              </a:p>
            </p:txBody>
          </p:sp>
          <p:sp>
            <p:nvSpPr>
              <p:cNvPr id="84" name="Freeform 544"/>
              <p:cNvSpPr>
                <a:spLocks/>
              </p:cNvSpPr>
              <p:nvPr/>
            </p:nvSpPr>
            <p:spPr bwMode="auto">
              <a:xfrm>
                <a:off x="1324" y="2237"/>
                <a:ext cx="7" cy="7"/>
              </a:xfrm>
              <a:custGeom>
                <a:avLst/>
                <a:gdLst>
                  <a:gd name="T0" fmla="*/ 0 w 7"/>
                  <a:gd name="T1" fmla="*/ 4 h 7"/>
                  <a:gd name="T2" fmla="*/ 3 w 7"/>
                  <a:gd name="T3" fmla="*/ 6 h 7"/>
                  <a:gd name="T4" fmla="*/ 6 w 7"/>
                  <a:gd name="T5" fmla="*/ 2 h 7"/>
                  <a:gd name="T6" fmla="*/ 5 w 7"/>
                  <a:gd name="T7" fmla="*/ 0 h 7"/>
                  <a:gd name="T8" fmla="*/ 0 w 7"/>
                  <a:gd name="T9" fmla="*/ 4 h 7"/>
                  <a:gd name="T10" fmla="*/ 0 60000 65536"/>
                  <a:gd name="T11" fmla="*/ 0 60000 65536"/>
                  <a:gd name="T12" fmla="*/ 0 60000 65536"/>
                  <a:gd name="T13" fmla="*/ 0 60000 65536"/>
                  <a:gd name="T14" fmla="*/ 0 60000 65536"/>
                  <a:gd name="T15" fmla="*/ 0 w 7"/>
                  <a:gd name="T16" fmla="*/ 0 h 7"/>
                  <a:gd name="T17" fmla="*/ 7 w 7"/>
                  <a:gd name="T18" fmla="*/ 7 h 7"/>
                </a:gdLst>
                <a:ahLst/>
                <a:cxnLst>
                  <a:cxn ang="T10">
                    <a:pos x="T0" y="T1"/>
                  </a:cxn>
                  <a:cxn ang="T11">
                    <a:pos x="T2" y="T3"/>
                  </a:cxn>
                  <a:cxn ang="T12">
                    <a:pos x="T4" y="T5"/>
                  </a:cxn>
                  <a:cxn ang="T13">
                    <a:pos x="T6" y="T7"/>
                  </a:cxn>
                  <a:cxn ang="T14">
                    <a:pos x="T8" y="T9"/>
                  </a:cxn>
                </a:cxnLst>
                <a:rect l="T15" t="T16" r="T17" b="T18"/>
                <a:pathLst>
                  <a:path w="7" h="7">
                    <a:moveTo>
                      <a:pt x="0" y="4"/>
                    </a:moveTo>
                    <a:lnTo>
                      <a:pt x="3" y="6"/>
                    </a:lnTo>
                    <a:lnTo>
                      <a:pt x="6" y="2"/>
                    </a:lnTo>
                    <a:lnTo>
                      <a:pt x="5" y="0"/>
                    </a:lnTo>
                    <a:lnTo>
                      <a:pt x="0" y="4"/>
                    </a:lnTo>
                  </a:path>
                </a:pathLst>
              </a:custGeom>
              <a:solidFill>
                <a:srgbClr val="000000"/>
              </a:solidFill>
              <a:ln w="9525" cap="rnd">
                <a:noFill/>
                <a:round/>
                <a:headEnd/>
                <a:tailEnd/>
              </a:ln>
            </p:spPr>
            <p:txBody>
              <a:bodyPr/>
              <a:lstStyle/>
              <a:p>
                <a:pPr algn="ctr"/>
                <a:endParaRPr lang="pt-BR" sz="2400"/>
              </a:p>
            </p:txBody>
          </p:sp>
          <p:sp>
            <p:nvSpPr>
              <p:cNvPr id="85" name="Freeform 545"/>
              <p:cNvSpPr>
                <a:spLocks/>
              </p:cNvSpPr>
              <p:nvPr/>
            </p:nvSpPr>
            <p:spPr bwMode="auto">
              <a:xfrm>
                <a:off x="1314" y="2268"/>
                <a:ext cx="24" cy="11"/>
              </a:xfrm>
              <a:custGeom>
                <a:avLst/>
                <a:gdLst>
                  <a:gd name="T0" fmla="*/ 0 w 24"/>
                  <a:gd name="T1" fmla="*/ 2 h 11"/>
                  <a:gd name="T2" fmla="*/ 4 w 24"/>
                  <a:gd name="T3" fmla="*/ 0 h 11"/>
                  <a:gd name="T4" fmla="*/ 23 w 24"/>
                  <a:gd name="T5" fmla="*/ 3 h 11"/>
                  <a:gd name="T6" fmla="*/ 21 w 24"/>
                  <a:gd name="T7" fmla="*/ 10 h 11"/>
                  <a:gd name="T8" fmla="*/ 17 w 24"/>
                  <a:gd name="T9" fmla="*/ 7 h 11"/>
                  <a:gd name="T10" fmla="*/ 2 w 24"/>
                  <a:gd name="T11" fmla="*/ 7 h 11"/>
                  <a:gd name="T12" fmla="*/ 0 w 24"/>
                  <a:gd name="T13" fmla="*/ 2 h 11"/>
                  <a:gd name="T14" fmla="*/ 0 60000 65536"/>
                  <a:gd name="T15" fmla="*/ 0 60000 65536"/>
                  <a:gd name="T16" fmla="*/ 0 60000 65536"/>
                  <a:gd name="T17" fmla="*/ 0 60000 65536"/>
                  <a:gd name="T18" fmla="*/ 0 60000 65536"/>
                  <a:gd name="T19" fmla="*/ 0 60000 65536"/>
                  <a:gd name="T20" fmla="*/ 0 60000 65536"/>
                  <a:gd name="T21" fmla="*/ 0 w 24"/>
                  <a:gd name="T22" fmla="*/ 0 h 11"/>
                  <a:gd name="T23" fmla="*/ 24 w 24"/>
                  <a:gd name="T24" fmla="*/ 11 h 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11">
                    <a:moveTo>
                      <a:pt x="0" y="2"/>
                    </a:moveTo>
                    <a:lnTo>
                      <a:pt x="4" y="0"/>
                    </a:lnTo>
                    <a:lnTo>
                      <a:pt x="23" y="3"/>
                    </a:lnTo>
                    <a:lnTo>
                      <a:pt x="21" y="10"/>
                    </a:lnTo>
                    <a:lnTo>
                      <a:pt x="17" y="7"/>
                    </a:lnTo>
                    <a:lnTo>
                      <a:pt x="2" y="7"/>
                    </a:lnTo>
                    <a:lnTo>
                      <a:pt x="0" y="2"/>
                    </a:lnTo>
                  </a:path>
                </a:pathLst>
              </a:custGeom>
              <a:solidFill>
                <a:srgbClr val="000000"/>
              </a:solidFill>
              <a:ln w="9525" cap="rnd">
                <a:noFill/>
                <a:round/>
                <a:headEnd/>
                <a:tailEnd/>
              </a:ln>
            </p:spPr>
            <p:txBody>
              <a:bodyPr/>
              <a:lstStyle/>
              <a:p>
                <a:pPr algn="ctr"/>
                <a:endParaRPr lang="pt-BR" sz="2400"/>
              </a:p>
            </p:txBody>
          </p:sp>
          <p:sp>
            <p:nvSpPr>
              <p:cNvPr id="86" name="Freeform 546"/>
              <p:cNvSpPr>
                <a:spLocks/>
              </p:cNvSpPr>
              <p:nvPr/>
            </p:nvSpPr>
            <p:spPr bwMode="auto">
              <a:xfrm>
                <a:off x="1278" y="2140"/>
                <a:ext cx="94" cy="50"/>
              </a:xfrm>
              <a:custGeom>
                <a:avLst/>
                <a:gdLst>
                  <a:gd name="T0" fmla="*/ 68 w 94"/>
                  <a:gd name="T1" fmla="*/ 12 h 50"/>
                  <a:gd name="T2" fmla="*/ 76 w 94"/>
                  <a:gd name="T3" fmla="*/ 11 h 50"/>
                  <a:gd name="T4" fmla="*/ 76 w 94"/>
                  <a:gd name="T5" fmla="*/ 10 h 50"/>
                  <a:gd name="T6" fmla="*/ 71 w 94"/>
                  <a:gd name="T7" fmla="*/ 6 h 50"/>
                  <a:gd name="T8" fmla="*/ 60 w 94"/>
                  <a:gd name="T9" fmla="*/ 3 h 50"/>
                  <a:gd name="T10" fmla="*/ 54 w 94"/>
                  <a:gd name="T11" fmla="*/ 2 h 50"/>
                  <a:gd name="T12" fmla="*/ 31 w 94"/>
                  <a:gd name="T13" fmla="*/ 1 h 50"/>
                  <a:gd name="T14" fmla="*/ 48 w 94"/>
                  <a:gd name="T15" fmla="*/ 0 h 50"/>
                  <a:gd name="T16" fmla="*/ 63 w 94"/>
                  <a:gd name="T17" fmla="*/ 2 h 50"/>
                  <a:gd name="T18" fmla="*/ 76 w 94"/>
                  <a:gd name="T19" fmla="*/ 5 h 50"/>
                  <a:gd name="T20" fmla="*/ 84 w 94"/>
                  <a:gd name="T21" fmla="*/ 11 h 50"/>
                  <a:gd name="T22" fmla="*/ 91 w 94"/>
                  <a:gd name="T23" fmla="*/ 18 h 50"/>
                  <a:gd name="T24" fmla="*/ 93 w 94"/>
                  <a:gd name="T25" fmla="*/ 24 h 50"/>
                  <a:gd name="T26" fmla="*/ 93 w 94"/>
                  <a:gd name="T27" fmla="*/ 28 h 50"/>
                  <a:gd name="T28" fmla="*/ 89 w 94"/>
                  <a:gd name="T29" fmla="*/ 33 h 50"/>
                  <a:gd name="T30" fmla="*/ 80 w 94"/>
                  <a:gd name="T31" fmla="*/ 39 h 50"/>
                  <a:gd name="T32" fmla="*/ 69 w 94"/>
                  <a:gd name="T33" fmla="*/ 41 h 50"/>
                  <a:gd name="T34" fmla="*/ 54 w 94"/>
                  <a:gd name="T35" fmla="*/ 45 h 50"/>
                  <a:gd name="T36" fmla="*/ 23 w 94"/>
                  <a:gd name="T37" fmla="*/ 48 h 50"/>
                  <a:gd name="T38" fmla="*/ 0 w 94"/>
                  <a:gd name="T39" fmla="*/ 49 h 50"/>
                  <a:gd name="T40" fmla="*/ 52 w 94"/>
                  <a:gd name="T41" fmla="*/ 37 h 50"/>
                  <a:gd name="T42" fmla="*/ 63 w 94"/>
                  <a:gd name="T43" fmla="*/ 33 h 50"/>
                  <a:gd name="T44" fmla="*/ 69 w 94"/>
                  <a:gd name="T45" fmla="*/ 30 h 50"/>
                  <a:gd name="T46" fmla="*/ 71 w 94"/>
                  <a:gd name="T47" fmla="*/ 28 h 50"/>
                  <a:gd name="T48" fmla="*/ 71 w 94"/>
                  <a:gd name="T49" fmla="*/ 27 h 50"/>
                  <a:gd name="T50" fmla="*/ 67 w 94"/>
                  <a:gd name="T51" fmla="*/ 27 h 50"/>
                  <a:gd name="T52" fmla="*/ 78 w 94"/>
                  <a:gd name="T53" fmla="*/ 24 h 50"/>
                  <a:gd name="T54" fmla="*/ 79 w 94"/>
                  <a:gd name="T55" fmla="*/ 22 h 50"/>
                  <a:gd name="T56" fmla="*/ 84 w 94"/>
                  <a:gd name="T57" fmla="*/ 22 h 50"/>
                  <a:gd name="T58" fmla="*/ 85 w 94"/>
                  <a:gd name="T59" fmla="*/ 21 h 50"/>
                  <a:gd name="T60" fmla="*/ 83 w 94"/>
                  <a:gd name="T61" fmla="*/ 20 h 50"/>
                  <a:gd name="T62" fmla="*/ 74 w 94"/>
                  <a:gd name="T63" fmla="*/ 17 h 50"/>
                  <a:gd name="T64" fmla="*/ 82 w 94"/>
                  <a:gd name="T65" fmla="*/ 17 h 50"/>
                  <a:gd name="T66" fmla="*/ 82 w 94"/>
                  <a:gd name="T67" fmla="*/ 15 h 50"/>
                  <a:gd name="T68" fmla="*/ 76 w 94"/>
                  <a:gd name="T69" fmla="*/ 13 h 50"/>
                  <a:gd name="T70" fmla="*/ 68 w 94"/>
                  <a:gd name="T71" fmla="*/ 12 h 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4"/>
                  <a:gd name="T109" fmla="*/ 0 h 50"/>
                  <a:gd name="T110" fmla="*/ 94 w 94"/>
                  <a:gd name="T111" fmla="*/ 50 h 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4" h="50">
                    <a:moveTo>
                      <a:pt x="68" y="12"/>
                    </a:moveTo>
                    <a:lnTo>
                      <a:pt x="76" y="11"/>
                    </a:lnTo>
                    <a:lnTo>
                      <a:pt x="76" y="10"/>
                    </a:lnTo>
                    <a:lnTo>
                      <a:pt x="71" y="6"/>
                    </a:lnTo>
                    <a:lnTo>
                      <a:pt x="60" y="3"/>
                    </a:lnTo>
                    <a:lnTo>
                      <a:pt x="54" y="2"/>
                    </a:lnTo>
                    <a:lnTo>
                      <a:pt x="31" y="1"/>
                    </a:lnTo>
                    <a:lnTo>
                      <a:pt x="48" y="0"/>
                    </a:lnTo>
                    <a:lnTo>
                      <a:pt x="63" y="2"/>
                    </a:lnTo>
                    <a:lnTo>
                      <a:pt x="76" y="5"/>
                    </a:lnTo>
                    <a:lnTo>
                      <a:pt x="84" y="11"/>
                    </a:lnTo>
                    <a:lnTo>
                      <a:pt x="91" y="18"/>
                    </a:lnTo>
                    <a:lnTo>
                      <a:pt x="93" y="24"/>
                    </a:lnTo>
                    <a:lnTo>
                      <a:pt x="93" y="28"/>
                    </a:lnTo>
                    <a:lnTo>
                      <a:pt x="89" y="33"/>
                    </a:lnTo>
                    <a:lnTo>
                      <a:pt x="80" y="39"/>
                    </a:lnTo>
                    <a:lnTo>
                      <a:pt x="69" y="41"/>
                    </a:lnTo>
                    <a:lnTo>
                      <a:pt x="54" y="45"/>
                    </a:lnTo>
                    <a:lnTo>
                      <a:pt x="23" y="48"/>
                    </a:lnTo>
                    <a:lnTo>
                      <a:pt x="0" y="49"/>
                    </a:lnTo>
                    <a:lnTo>
                      <a:pt x="52" y="37"/>
                    </a:lnTo>
                    <a:lnTo>
                      <a:pt x="63" y="33"/>
                    </a:lnTo>
                    <a:lnTo>
                      <a:pt x="69" y="30"/>
                    </a:lnTo>
                    <a:lnTo>
                      <a:pt x="71" y="28"/>
                    </a:lnTo>
                    <a:lnTo>
                      <a:pt x="71" y="27"/>
                    </a:lnTo>
                    <a:lnTo>
                      <a:pt x="67" y="27"/>
                    </a:lnTo>
                    <a:lnTo>
                      <a:pt x="78" y="24"/>
                    </a:lnTo>
                    <a:lnTo>
                      <a:pt x="79" y="22"/>
                    </a:lnTo>
                    <a:lnTo>
                      <a:pt x="84" y="22"/>
                    </a:lnTo>
                    <a:lnTo>
                      <a:pt x="85" y="21"/>
                    </a:lnTo>
                    <a:lnTo>
                      <a:pt x="83" y="20"/>
                    </a:lnTo>
                    <a:lnTo>
                      <a:pt x="74" y="17"/>
                    </a:lnTo>
                    <a:lnTo>
                      <a:pt x="82" y="17"/>
                    </a:lnTo>
                    <a:lnTo>
                      <a:pt x="82" y="15"/>
                    </a:lnTo>
                    <a:lnTo>
                      <a:pt x="76" y="13"/>
                    </a:lnTo>
                    <a:lnTo>
                      <a:pt x="68" y="12"/>
                    </a:lnTo>
                  </a:path>
                </a:pathLst>
              </a:custGeom>
              <a:solidFill>
                <a:srgbClr val="000000"/>
              </a:solidFill>
              <a:ln w="9525" cap="rnd">
                <a:noFill/>
                <a:round/>
                <a:headEnd/>
                <a:tailEnd/>
              </a:ln>
            </p:spPr>
            <p:txBody>
              <a:bodyPr/>
              <a:lstStyle/>
              <a:p>
                <a:pPr algn="ctr"/>
                <a:endParaRPr lang="pt-BR" sz="2400"/>
              </a:p>
            </p:txBody>
          </p:sp>
          <p:sp>
            <p:nvSpPr>
              <p:cNvPr id="87" name="Freeform 547"/>
              <p:cNvSpPr>
                <a:spLocks/>
              </p:cNvSpPr>
              <p:nvPr/>
            </p:nvSpPr>
            <p:spPr bwMode="auto">
              <a:xfrm>
                <a:off x="1245" y="2140"/>
                <a:ext cx="104" cy="99"/>
              </a:xfrm>
              <a:custGeom>
                <a:avLst/>
                <a:gdLst>
                  <a:gd name="T0" fmla="*/ 43 w 104"/>
                  <a:gd name="T1" fmla="*/ 48 h 99"/>
                  <a:gd name="T2" fmla="*/ 36 w 104"/>
                  <a:gd name="T3" fmla="*/ 59 h 99"/>
                  <a:gd name="T4" fmla="*/ 34 w 104"/>
                  <a:gd name="T5" fmla="*/ 64 h 99"/>
                  <a:gd name="T6" fmla="*/ 30 w 104"/>
                  <a:gd name="T7" fmla="*/ 69 h 99"/>
                  <a:gd name="T8" fmla="*/ 26 w 104"/>
                  <a:gd name="T9" fmla="*/ 81 h 99"/>
                  <a:gd name="T10" fmla="*/ 20 w 104"/>
                  <a:gd name="T11" fmla="*/ 81 h 99"/>
                  <a:gd name="T12" fmla="*/ 18 w 104"/>
                  <a:gd name="T13" fmla="*/ 73 h 99"/>
                  <a:gd name="T14" fmla="*/ 13 w 104"/>
                  <a:gd name="T15" fmla="*/ 71 h 99"/>
                  <a:gd name="T16" fmla="*/ 9 w 104"/>
                  <a:gd name="T17" fmla="*/ 72 h 99"/>
                  <a:gd name="T18" fmla="*/ 5 w 104"/>
                  <a:gd name="T19" fmla="*/ 76 h 99"/>
                  <a:gd name="T20" fmla="*/ 8 w 104"/>
                  <a:gd name="T21" fmla="*/ 98 h 99"/>
                  <a:gd name="T22" fmla="*/ 4 w 104"/>
                  <a:gd name="T23" fmla="*/ 91 h 99"/>
                  <a:gd name="T24" fmla="*/ 0 w 104"/>
                  <a:gd name="T25" fmla="*/ 53 h 99"/>
                  <a:gd name="T26" fmla="*/ 3 w 104"/>
                  <a:gd name="T27" fmla="*/ 45 h 99"/>
                  <a:gd name="T28" fmla="*/ 9 w 104"/>
                  <a:gd name="T29" fmla="*/ 32 h 99"/>
                  <a:gd name="T30" fmla="*/ 20 w 104"/>
                  <a:gd name="T31" fmla="*/ 17 h 99"/>
                  <a:gd name="T32" fmla="*/ 36 w 104"/>
                  <a:gd name="T33" fmla="*/ 5 h 99"/>
                  <a:gd name="T34" fmla="*/ 56 w 104"/>
                  <a:gd name="T35" fmla="*/ 1 h 99"/>
                  <a:gd name="T36" fmla="*/ 72 w 104"/>
                  <a:gd name="T37" fmla="*/ 0 h 99"/>
                  <a:gd name="T38" fmla="*/ 80 w 104"/>
                  <a:gd name="T39" fmla="*/ 4 h 99"/>
                  <a:gd name="T40" fmla="*/ 85 w 104"/>
                  <a:gd name="T41" fmla="*/ 9 h 99"/>
                  <a:gd name="T42" fmla="*/ 94 w 104"/>
                  <a:gd name="T43" fmla="*/ 12 h 99"/>
                  <a:gd name="T44" fmla="*/ 91 w 104"/>
                  <a:gd name="T45" fmla="*/ 12 h 99"/>
                  <a:gd name="T46" fmla="*/ 91 w 104"/>
                  <a:gd name="T47" fmla="*/ 13 h 99"/>
                  <a:gd name="T48" fmla="*/ 98 w 104"/>
                  <a:gd name="T49" fmla="*/ 16 h 99"/>
                  <a:gd name="T50" fmla="*/ 93 w 104"/>
                  <a:gd name="T51" fmla="*/ 18 h 99"/>
                  <a:gd name="T52" fmla="*/ 93 w 104"/>
                  <a:gd name="T53" fmla="*/ 20 h 99"/>
                  <a:gd name="T54" fmla="*/ 96 w 104"/>
                  <a:gd name="T55" fmla="*/ 21 h 99"/>
                  <a:gd name="T56" fmla="*/ 90 w 104"/>
                  <a:gd name="T57" fmla="*/ 23 h 99"/>
                  <a:gd name="T58" fmla="*/ 93 w 104"/>
                  <a:gd name="T59" fmla="*/ 27 h 99"/>
                  <a:gd name="T60" fmla="*/ 82 w 104"/>
                  <a:gd name="T61" fmla="*/ 29 h 99"/>
                  <a:gd name="T62" fmla="*/ 82 w 104"/>
                  <a:gd name="T63" fmla="*/ 30 h 99"/>
                  <a:gd name="T64" fmla="*/ 93 w 104"/>
                  <a:gd name="T65" fmla="*/ 31 h 99"/>
                  <a:gd name="T66" fmla="*/ 82 w 104"/>
                  <a:gd name="T67" fmla="*/ 34 h 99"/>
                  <a:gd name="T68" fmla="*/ 103 w 104"/>
                  <a:gd name="T69" fmla="*/ 32 h 99"/>
                  <a:gd name="T70" fmla="*/ 101 w 104"/>
                  <a:gd name="T71" fmla="*/ 39 h 99"/>
                  <a:gd name="T72" fmla="*/ 64 w 104"/>
                  <a:gd name="T73" fmla="*/ 45 h 99"/>
                  <a:gd name="T74" fmla="*/ 43 w 104"/>
                  <a:gd name="T75" fmla="*/ 48 h 9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4"/>
                  <a:gd name="T115" fmla="*/ 0 h 99"/>
                  <a:gd name="T116" fmla="*/ 104 w 104"/>
                  <a:gd name="T117" fmla="*/ 99 h 9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4" h="99">
                    <a:moveTo>
                      <a:pt x="43" y="48"/>
                    </a:moveTo>
                    <a:lnTo>
                      <a:pt x="36" y="59"/>
                    </a:lnTo>
                    <a:lnTo>
                      <a:pt x="34" y="64"/>
                    </a:lnTo>
                    <a:lnTo>
                      <a:pt x="30" y="69"/>
                    </a:lnTo>
                    <a:lnTo>
                      <a:pt x="26" y="81"/>
                    </a:lnTo>
                    <a:lnTo>
                      <a:pt x="20" y="81"/>
                    </a:lnTo>
                    <a:lnTo>
                      <a:pt x="18" y="73"/>
                    </a:lnTo>
                    <a:lnTo>
                      <a:pt x="13" y="71"/>
                    </a:lnTo>
                    <a:lnTo>
                      <a:pt x="9" y="72"/>
                    </a:lnTo>
                    <a:lnTo>
                      <a:pt x="5" y="76"/>
                    </a:lnTo>
                    <a:lnTo>
                      <a:pt x="8" y="98"/>
                    </a:lnTo>
                    <a:lnTo>
                      <a:pt x="4" y="91"/>
                    </a:lnTo>
                    <a:lnTo>
                      <a:pt x="0" y="53"/>
                    </a:lnTo>
                    <a:lnTo>
                      <a:pt x="3" y="45"/>
                    </a:lnTo>
                    <a:lnTo>
                      <a:pt x="9" y="32"/>
                    </a:lnTo>
                    <a:lnTo>
                      <a:pt x="20" y="17"/>
                    </a:lnTo>
                    <a:lnTo>
                      <a:pt x="36" y="5"/>
                    </a:lnTo>
                    <a:lnTo>
                      <a:pt x="56" y="1"/>
                    </a:lnTo>
                    <a:lnTo>
                      <a:pt x="72" y="0"/>
                    </a:lnTo>
                    <a:lnTo>
                      <a:pt x="80" y="4"/>
                    </a:lnTo>
                    <a:lnTo>
                      <a:pt x="85" y="9"/>
                    </a:lnTo>
                    <a:lnTo>
                      <a:pt x="94" y="12"/>
                    </a:lnTo>
                    <a:lnTo>
                      <a:pt x="91" y="12"/>
                    </a:lnTo>
                    <a:lnTo>
                      <a:pt x="91" y="13"/>
                    </a:lnTo>
                    <a:lnTo>
                      <a:pt x="98" y="16"/>
                    </a:lnTo>
                    <a:lnTo>
                      <a:pt x="93" y="18"/>
                    </a:lnTo>
                    <a:lnTo>
                      <a:pt x="93" y="20"/>
                    </a:lnTo>
                    <a:lnTo>
                      <a:pt x="96" y="21"/>
                    </a:lnTo>
                    <a:lnTo>
                      <a:pt x="90" y="23"/>
                    </a:lnTo>
                    <a:lnTo>
                      <a:pt x="93" y="27"/>
                    </a:lnTo>
                    <a:lnTo>
                      <a:pt x="82" y="29"/>
                    </a:lnTo>
                    <a:lnTo>
                      <a:pt x="82" y="30"/>
                    </a:lnTo>
                    <a:lnTo>
                      <a:pt x="93" y="31"/>
                    </a:lnTo>
                    <a:lnTo>
                      <a:pt x="82" y="34"/>
                    </a:lnTo>
                    <a:lnTo>
                      <a:pt x="103" y="32"/>
                    </a:lnTo>
                    <a:lnTo>
                      <a:pt x="101" y="39"/>
                    </a:lnTo>
                    <a:lnTo>
                      <a:pt x="64" y="45"/>
                    </a:lnTo>
                    <a:lnTo>
                      <a:pt x="43" y="48"/>
                    </a:lnTo>
                  </a:path>
                </a:pathLst>
              </a:custGeom>
              <a:solidFill>
                <a:srgbClr val="000000"/>
              </a:solidFill>
              <a:ln w="9525" cap="rnd">
                <a:noFill/>
                <a:round/>
                <a:headEnd/>
                <a:tailEnd/>
              </a:ln>
            </p:spPr>
            <p:txBody>
              <a:bodyPr/>
              <a:lstStyle/>
              <a:p>
                <a:pPr algn="ctr"/>
                <a:endParaRPr lang="pt-BR" sz="2400"/>
              </a:p>
            </p:txBody>
          </p:sp>
          <p:sp>
            <p:nvSpPr>
              <p:cNvPr id="88" name="Freeform 548"/>
              <p:cNvSpPr>
                <a:spLocks/>
              </p:cNvSpPr>
              <p:nvPr/>
            </p:nvSpPr>
            <p:spPr bwMode="auto">
              <a:xfrm>
                <a:off x="1341" y="2173"/>
                <a:ext cx="42" cy="115"/>
              </a:xfrm>
              <a:custGeom>
                <a:avLst/>
                <a:gdLst>
                  <a:gd name="T0" fmla="*/ 23 w 42"/>
                  <a:gd name="T1" fmla="*/ 10 h 115"/>
                  <a:gd name="T2" fmla="*/ 26 w 42"/>
                  <a:gd name="T3" fmla="*/ 17 h 115"/>
                  <a:gd name="T4" fmla="*/ 26 w 42"/>
                  <a:gd name="T5" fmla="*/ 45 h 115"/>
                  <a:gd name="T6" fmla="*/ 21 w 42"/>
                  <a:gd name="T7" fmla="*/ 54 h 115"/>
                  <a:gd name="T8" fmla="*/ 21 w 42"/>
                  <a:gd name="T9" fmla="*/ 65 h 115"/>
                  <a:gd name="T10" fmla="*/ 17 w 42"/>
                  <a:gd name="T11" fmla="*/ 81 h 115"/>
                  <a:gd name="T12" fmla="*/ 11 w 42"/>
                  <a:gd name="T13" fmla="*/ 90 h 115"/>
                  <a:gd name="T14" fmla="*/ 0 w 42"/>
                  <a:gd name="T15" fmla="*/ 114 h 115"/>
                  <a:gd name="T16" fmla="*/ 7 w 42"/>
                  <a:gd name="T17" fmla="*/ 106 h 115"/>
                  <a:gd name="T18" fmla="*/ 15 w 42"/>
                  <a:gd name="T19" fmla="*/ 86 h 115"/>
                  <a:gd name="T20" fmla="*/ 19 w 42"/>
                  <a:gd name="T21" fmla="*/ 80 h 115"/>
                  <a:gd name="T22" fmla="*/ 24 w 42"/>
                  <a:gd name="T23" fmla="*/ 67 h 115"/>
                  <a:gd name="T24" fmla="*/ 24 w 42"/>
                  <a:gd name="T25" fmla="*/ 56 h 115"/>
                  <a:gd name="T26" fmla="*/ 35 w 42"/>
                  <a:gd name="T27" fmla="*/ 50 h 115"/>
                  <a:gd name="T28" fmla="*/ 41 w 42"/>
                  <a:gd name="T29" fmla="*/ 32 h 115"/>
                  <a:gd name="T30" fmla="*/ 41 w 42"/>
                  <a:gd name="T31" fmla="*/ 18 h 115"/>
                  <a:gd name="T32" fmla="*/ 40 w 42"/>
                  <a:gd name="T33" fmla="*/ 7 h 115"/>
                  <a:gd name="T34" fmla="*/ 38 w 42"/>
                  <a:gd name="T35" fmla="*/ 3 h 115"/>
                  <a:gd name="T36" fmla="*/ 34 w 42"/>
                  <a:gd name="T37" fmla="*/ 0 h 115"/>
                  <a:gd name="T38" fmla="*/ 38 w 42"/>
                  <a:gd name="T39" fmla="*/ 4 h 115"/>
                  <a:gd name="T40" fmla="*/ 38 w 42"/>
                  <a:gd name="T41" fmla="*/ 7 h 115"/>
                  <a:gd name="T42" fmla="*/ 38 w 42"/>
                  <a:gd name="T43" fmla="*/ 9 h 115"/>
                  <a:gd name="T44" fmla="*/ 32 w 42"/>
                  <a:gd name="T45" fmla="*/ 6 h 115"/>
                  <a:gd name="T46" fmla="*/ 31 w 42"/>
                  <a:gd name="T47" fmla="*/ 6 h 115"/>
                  <a:gd name="T48" fmla="*/ 35 w 42"/>
                  <a:gd name="T49" fmla="*/ 12 h 115"/>
                  <a:gd name="T50" fmla="*/ 36 w 42"/>
                  <a:gd name="T51" fmla="*/ 21 h 115"/>
                  <a:gd name="T52" fmla="*/ 36 w 42"/>
                  <a:gd name="T53" fmla="*/ 30 h 115"/>
                  <a:gd name="T54" fmla="*/ 34 w 42"/>
                  <a:gd name="T55" fmla="*/ 19 h 115"/>
                  <a:gd name="T56" fmla="*/ 24 w 42"/>
                  <a:gd name="T57" fmla="*/ 7 h 115"/>
                  <a:gd name="T58" fmla="*/ 23 w 42"/>
                  <a:gd name="T59" fmla="*/ 10 h 11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2"/>
                  <a:gd name="T91" fmla="*/ 0 h 115"/>
                  <a:gd name="T92" fmla="*/ 42 w 42"/>
                  <a:gd name="T93" fmla="*/ 115 h 11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2" h="115">
                    <a:moveTo>
                      <a:pt x="23" y="10"/>
                    </a:moveTo>
                    <a:lnTo>
                      <a:pt x="26" y="17"/>
                    </a:lnTo>
                    <a:lnTo>
                      <a:pt x="26" y="45"/>
                    </a:lnTo>
                    <a:lnTo>
                      <a:pt x="21" y="54"/>
                    </a:lnTo>
                    <a:lnTo>
                      <a:pt x="21" y="65"/>
                    </a:lnTo>
                    <a:lnTo>
                      <a:pt x="17" y="81"/>
                    </a:lnTo>
                    <a:lnTo>
                      <a:pt x="11" y="90"/>
                    </a:lnTo>
                    <a:lnTo>
                      <a:pt x="0" y="114"/>
                    </a:lnTo>
                    <a:lnTo>
                      <a:pt x="7" y="106"/>
                    </a:lnTo>
                    <a:lnTo>
                      <a:pt x="15" y="86"/>
                    </a:lnTo>
                    <a:lnTo>
                      <a:pt x="19" y="80"/>
                    </a:lnTo>
                    <a:lnTo>
                      <a:pt x="24" y="67"/>
                    </a:lnTo>
                    <a:lnTo>
                      <a:pt x="24" y="56"/>
                    </a:lnTo>
                    <a:lnTo>
                      <a:pt x="35" y="50"/>
                    </a:lnTo>
                    <a:lnTo>
                      <a:pt x="41" y="32"/>
                    </a:lnTo>
                    <a:lnTo>
                      <a:pt x="41" y="18"/>
                    </a:lnTo>
                    <a:lnTo>
                      <a:pt x="40" y="7"/>
                    </a:lnTo>
                    <a:lnTo>
                      <a:pt x="38" y="3"/>
                    </a:lnTo>
                    <a:lnTo>
                      <a:pt x="34" y="0"/>
                    </a:lnTo>
                    <a:lnTo>
                      <a:pt x="38" y="4"/>
                    </a:lnTo>
                    <a:lnTo>
                      <a:pt x="38" y="7"/>
                    </a:lnTo>
                    <a:lnTo>
                      <a:pt x="38" y="9"/>
                    </a:lnTo>
                    <a:lnTo>
                      <a:pt x="32" y="6"/>
                    </a:lnTo>
                    <a:lnTo>
                      <a:pt x="31" y="6"/>
                    </a:lnTo>
                    <a:lnTo>
                      <a:pt x="35" y="12"/>
                    </a:lnTo>
                    <a:lnTo>
                      <a:pt x="36" y="21"/>
                    </a:lnTo>
                    <a:lnTo>
                      <a:pt x="36" y="30"/>
                    </a:lnTo>
                    <a:lnTo>
                      <a:pt x="34" y="19"/>
                    </a:lnTo>
                    <a:lnTo>
                      <a:pt x="24" y="7"/>
                    </a:lnTo>
                    <a:lnTo>
                      <a:pt x="23" y="10"/>
                    </a:lnTo>
                  </a:path>
                </a:pathLst>
              </a:custGeom>
              <a:solidFill>
                <a:srgbClr val="000000"/>
              </a:solidFill>
              <a:ln w="9525" cap="rnd">
                <a:noFill/>
                <a:round/>
                <a:headEnd/>
                <a:tailEnd/>
              </a:ln>
            </p:spPr>
            <p:txBody>
              <a:bodyPr/>
              <a:lstStyle/>
              <a:p>
                <a:pPr algn="ctr"/>
                <a:endParaRPr lang="pt-BR" sz="2400"/>
              </a:p>
            </p:txBody>
          </p:sp>
          <p:sp>
            <p:nvSpPr>
              <p:cNvPr id="89" name="Freeform 549"/>
              <p:cNvSpPr>
                <a:spLocks/>
              </p:cNvSpPr>
              <p:nvPr/>
            </p:nvSpPr>
            <p:spPr bwMode="auto">
              <a:xfrm>
                <a:off x="1261" y="2238"/>
                <a:ext cx="78" cy="77"/>
              </a:xfrm>
              <a:custGeom>
                <a:avLst/>
                <a:gdLst>
                  <a:gd name="T0" fmla="*/ 6 w 78"/>
                  <a:gd name="T1" fmla="*/ 0 h 77"/>
                  <a:gd name="T2" fmla="*/ 4 w 78"/>
                  <a:gd name="T3" fmla="*/ 15 h 77"/>
                  <a:gd name="T4" fmla="*/ 4 w 78"/>
                  <a:gd name="T5" fmla="*/ 20 h 77"/>
                  <a:gd name="T6" fmla="*/ 7 w 78"/>
                  <a:gd name="T7" fmla="*/ 26 h 77"/>
                  <a:gd name="T8" fmla="*/ 11 w 78"/>
                  <a:gd name="T9" fmla="*/ 31 h 77"/>
                  <a:gd name="T10" fmla="*/ 18 w 78"/>
                  <a:gd name="T11" fmla="*/ 37 h 77"/>
                  <a:gd name="T12" fmla="*/ 40 w 78"/>
                  <a:gd name="T13" fmla="*/ 47 h 77"/>
                  <a:gd name="T14" fmla="*/ 61 w 78"/>
                  <a:gd name="T15" fmla="*/ 54 h 77"/>
                  <a:gd name="T16" fmla="*/ 67 w 78"/>
                  <a:gd name="T17" fmla="*/ 55 h 77"/>
                  <a:gd name="T18" fmla="*/ 72 w 78"/>
                  <a:gd name="T19" fmla="*/ 54 h 77"/>
                  <a:gd name="T20" fmla="*/ 77 w 78"/>
                  <a:gd name="T21" fmla="*/ 53 h 77"/>
                  <a:gd name="T22" fmla="*/ 73 w 78"/>
                  <a:gd name="T23" fmla="*/ 55 h 77"/>
                  <a:gd name="T24" fmla="*/ 68 w 78"/>
                  <a:gd name="T25" fmla="*/ 56 h 77"/>
                  <a:gd name="T26" fmla="*/ 62 w 78"/>
                  <a:gd name="T27" fmla="*/ 56 h 77"/>
                  <a:gd name="T28" fmla="*/ 54 w 78"/>
                  <a:gd name="T29" fmla="*/ 55 h 77"/>
                  <a:gd name="T30" fmla="*/ 54 w 78"/>
                  <a:gd name="T31" fmla="*/ 59 h 77"/>
                  <a:gd name="T32" fmla="*/ 53 w 78"/>
                  <a:gd name="T33" fmla="*/ 64 h 77"/>
                  <a:gd name="T34" fmla="*/ 47 w 78"/>
                  <a:gd name="T35" fmla="*/ 73 h 77"/>
                  <a:gd name="T36" fmla="*/ 50 w 78"/>
                  <a:gd name="T37" fmla="*/ 65 h 77"/>
                  <a:gd name="T38" fmla="*/ 51 w 78"/>
                  <a:gd name="T39" fmla="*/ 59 h 77"/>
                  <a:gd name="T40" fmla="*/ 44 w 78"/>
                  <a:gd name="T41" fmla="*/ 62 h 77"/>
                  <a:gd name="T42" fmla="*/ 44 w 78"/>
                  <a:gd name="T43" fmla="*/ 71 h 77"/>
                  <a:gd name="T44" fmla="*/ 42 w 78"/>
                  <a:gd name="T45" fmla="*/ 73 h 77"/>
                  <a:gd name="T46" fmla="*/ 44 w 78"/>
                  <a:gd name="T47" fmla="*/ 76 h 77"/>
                  <a:gd name="T48" fmla="*/ 42 w 78"/>
                  <a:gd name="T49" fmla="*/ 76 h 77"/>
                  <a:gd name="T50" fmla="*/ 37 w 78"/>
                  <a:gd name="T51" fmla="*/ 73 h 77"/>
                  <a:gd name="T52" fmla="*/ 23 w 78"/>
                  <a:gd name="T53" fmla="*/ 61 h 77"/>
                  <a:gd name="T54" fmla="*/ 15 w 78"/>
                  <a:gd name="T55" fmla="*/ 53 h 77"/>
                  <a:gd name="T56" fmla="*/ 6 w 78"/>
                  <a:gd name="T57" fmla="*/ 41 h 77"/>
                  <a:gd name="T58" fmla="*/ 0 w 78"/>
                  <a:gd name="T59" fmla="*/ 26 h 77"/>
                  <a:gd name="T60" fmla="*/ 7 w 78"/>
                  <a:gd name="T61" fmla="*/ 39 h 77"/>
                  <a:gd name="T62" fmla="*/ 14 w 78"/>
                  <a:gd name="T63" fmla="*/ 46 h 77"/>
                  <a:gd name="T64" fmla="*/ 5 w 78"/>
                  <a:gd name="T65" fmla="*/ 30 h 77"/>
                  <a:gd name="T66" fmla="*/ 3 w 78"/>
                  <a:gd name="T67" fmla="*/ 20 h 77"/>
                  <a:gd name="T68" fmla="*/ 3 w 78"/>
                  <a:gd name="T69" fmla="*/ 16 h 77"/>
                  <a:gd name="T70" fmla="*/ 4 w 78"/>
                  <a:gd name="T71" fmla="*/ 7 h 77"/>
                  <a:gd name="T72" fmla="*/ 6 w 78"/>
                  <a:gd name="T73" fmla="*/ 0 h 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
                  <a:gd name="T112" fmla="*/ 0 h 77"/>
                  <a:gd name="T113" fmla="*/ 78 w 78"/>
                  <a:gd name="T114" fmla="*/ 77 h 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 h="77">
                    <a:moveTo>
                      <a:pt x="6" y="0"/>
                    </a:moveTo>
                    <a:lnTo>
                      <a:pt x="4" y="15"/>
                    </a:lnTo>
                    <a:lnTo>
                      <a:pt x="4" y="20"/>
                    </a:lnTo>
                    <a:lnTo>
                      <a:pt x="7" y="26"/>
                    </a:lnTo>
                    <a:lnTo>
                      <a:pt x="11" y="31"/>
                    </a:lnTo>
                    <a:lnTo>
                      <a:pt x="18" y="37"/>
                    </a:lnTo>
                    <a:lnTo>
                      <a:pt x="40" y="47"/>
                    </a:lnTo>
                    <a:lnTo>
                      <a:pt x="61" y="54"/>
                    </a:lnTo>
                    <a:lnTo>
                      <a:pt x="67" y="55"/>
                    </a:lnTo>
                    <a:lnTo>
                      <a:pt x="72" y="54"/>
                    </a:lnTo>
                    <a:lnTo>
                      <a:pt x="77" y="53"/>
                    </a:lnTo>
                    <a:lnTo>
                      <a:pt x="73" y="55"/>
                    </a:lnTo>
                    <a:lnTo>
                      <a:pt x="68" y="56"/>
                    </a:lnTo>
                    <a:lnTo>
                      <a:pt x="62" y="56"/>
                    </a:lnTo>
                    <a:lnTo>
                      <a:pt x="54" y="55"/>
                    </a:lnTo>
                    <a:lnTo>
                      <a:pt x="54" y="59"/>
                    </a:lnTo>
                    <a:lnTo>
                      <a:pt x="53" y="64"/>
                    </a:lnTo>
                    <a:lnTo>
                      <a:pt x="47" y="73"/>
                    </a:lnTo>
                    <a:lnTo>
                      <a:pt x="50" y="65"/>
                    </a:lnTo>
                    <a:lnTo>
                      <a:pt x="51" y="59"/>
                    </a:lnTo>
                    <a:lnTo>
                      <a:pt x="44" y="62"/>
                    </a:lnTo>
                    <a:lnTo>
                      <a:pt x="44" y="71"/>
                    </a:lnTo>
                    <a:lnTo>
                      <a:pt x="42" y="73"/>
                    </a:lnTo>
                    <a:lnTo>
                      <a:pt x="44" y="76"/>
                    </a:lnTo>
                    <a:lnTo>
                      <a:pt x="42" y="76"/>
                    </a:lnTo>
                    <a:lnTo>
                      <a:pt x="37" y="73"/>
                    </a:lnTo>
                    <a:lnTo>
                      <a:pt x="23" y="61"/>
                    </a:lnTo>
                    <a:lnTo>
                      <a:pt x="15" y="53"/>
                    </a:lnTo>
                    <a:lnTo>
                      <a:pt x="6" y="41"/>
                    </a:lnTo>
                    <a:lnTo>
                      <a:pt x="0" y="26"/>
                    </a:lnTo>
                    <a:lnTo>
                      <a:pt x="7" y="39"/>
                    </a:lnTo>
                    <a:lnTo>
                      <a:pt x="14" y="46"/>
                    </a:lnTo>
                    <a:lnTo>
                      <a:pt x="5" y="30"/>
                    </a:lnTo>
                    <a:lnTo>
                      <a:pt x="3" y="20"/>
                    </a:lnTo>
                    <a:lnTo>
                      <a:pt x="3" y="16"/>
                    </a:lnTo>
                    <a:lnTo>
                      <a:pt x="4" y="7"/>
                    </a:lnTo>
                    <a:lnTo>
                      <a:pt x="6" y="0"/>
                    </a:lnTo>
                  </a:path>
                </a:pathLst>
              </a:custGeom>
              <a:solidFill>
                <a:srgbClr val="000000"/>
              </a:solidFill>
              <a:ln w="9525" cap="rnd">
                <a:noFill/>
                <a:round/>
                <a:headEnd/>
                <a:tailEnd/>
              </a:ln>
            </p:spPr>
            <p:txBody>
              <a:bodyPr/>
              <a:lstStyle/>
              <a:p>
                <a:pPr algn="ctr"/>
                <a:endParaRPr lang="pt-BR" sz="2400"/>
              </a:p>
            </p:txBody>
          </p:sp>
          <p:sp>
            <p:nvSpPr>
              <p:cNvPr id="90" name="Freeform 550"/>
              <p:cNvSpPr>
                <a:spLocks/>
              </p:cNvSpPr>
              <p:nvPr/>
            </p:nvSpPr>
            <p:spPr bwMode="auto">
              <a:xfrm>
                <a:off x="1254" y="2217"/>
                <a:ext cx="14" cy="23"/>
              </a:xfrm>
              <a:custGeom>
                <a:avLst/>
                <a:gdLst>
                  <a:gd name="T0" fmla="*/ 3 w 14"/>
                  <a:gd name="T1" fmla="*/ 0 h 23"/>
                  <a:gd name="T2" fmla="*/ 7 w 14"/>
                  <a:gd name="T3" fmla="*/ 0 h 23"/>
                  <a:gd name="T4" fmla="*/ 13 w 14"/>
                  <a:gd name="T5" fmla="*/ 4 h 23"/>
                  <a:gd name="T6" fmla="*/ 13 w 14"/>
                  <a:gd name="T7" fmla="*/ 12 h 23"/>
                  <a:gd name="T8" fmla="*/ 11 w 14"/>
                  <a:gd name="T9" fmla="*/ 11 h 23"/>
                  <a:gd name="T10" fmla="*/ 10 w 14"/>
                  <a:gd name="T11" fmla="*/ 10 h 23"/>
                  <a:gd name="T12" fmla="*/ 7 w 14"/>
                  <a:gd name="T13" fmla="*/ 12 h 23"/>
                  <a:gd name="T14" fmla="*/ 7 w 14"/>
                  <a:gd name="T15" fmla="*/ 13 h 23"/>
                  <a:gd name="T16" fmla="*/ 9 w 14"/>
                  <a:gd name="T17" fmla="*/ 15 h 23"/>
                  <a:gd name="T18" fmla="*/ 12 w 14"/>
                  <a:gd name="T19" fmla="*/ 21 h 23"/>
                  <a:gd name="T20" fmla="*/ 10 w 14"/>
                  <a:gd name="T21" fmla="*/ 22 h 23"/>
                  <a:gd name="T22" fmla="*/ 7 w 14"/>
                  <a:gd name="T23" fmla="*/ 19 h 23"/>
                  <a:gd name="T24" fmla="*/ 1 w 14"/>
                  <a:gd name="T25" fmla="*/ 17 h 23"/>
                  <a:gd name="T26" fmla="*/ 0 w 14"/>
                  <a:gd name="T27" fmla="*/ 8 h 23"/>
                  <a:gd name="T28" fmla="*/ 1 w 14"/>
                  <a:gd name="T29" fmla="*/ 7 h 23"/>
                  <a:gd name="T30" fmla="*/ 8 w 14"/>
                  <a:gd name="T31" fmla="*/ 4 h 23"/>
                  <a:gd name="T32" fmla="*/ 6 w 14"/>
                  <a:gd name="T33" fmla="*/ 2 h 23"/>
                  <a:gd name="T34" fmla="*/ 3 w 14"/>
                  <a:gd name="T35" fmla="*/ 0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
                  <a:gd name="T55" fmla="*/ 0 h 23"/>
                  <a:gd name="T56" fmla="*/ 14 w 14"/>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 h="23">
                    <a:moveTo>
                      <a:pt x="3" y="0"/>
                    </a:moveTo>
                    <a:lnTo>
                      <a:pt x="7" y="0"/>
                    </a:lnTo>
                    <a:lnTo>
                      <a:pt x="13" y="4"/>
                    </a:lnTo>
                    <a:lnTo>
                      <a:pt x="13" y="12"/>
                    </a:lnTo>
                    <a:lnTo>
                      <a:pt x="11" y="11"/>
                    </a:lnTo>
                    <a:lnTo>
                      <a:pt x="10" y="10"/>
                    </a:lnTo>
                    <a:lnTo>
                      <a:pt x="7" y="12"/>
                    </a:lnTo>
                    <a:lnTo>
                      <a:pt x="7" y="13"/>
                    </a:lnTo>
                    <a:lnTo>
                      <a:pt x="9" y="15"/>
                    </a:lnTo>
                    <a:lnTo>
                      <a:pt x="12" y="21"/>
                    </a:lnTo>
                    <a:lnTo>
                      <a:pt x="10" y="22"/>
                    </a:lnTo>
                    <a:lnTo>
                      <a:pt x="7" y="19"/>
                    </a:lnTo>
                    <a:lnTo>
                      <a:pt x="1" y="17"/>
                    </a:lnTo>
                    <a:lnTo>
                      <a:pt x="0" y="8"/>
                    </a:lnTo>
                    <a:lnTo>
                      <a:pt x="1" y="7"/>
                    </a:lnTo>
                    <a:lnTo>
                      <a:pt x="8" y="4"/>
                    </a:lnTo>
                    <a:lnTo>
                      <a:pt x="6" y="2"/>
                    </a:lnTo>
                    <a:lnTo>
                      <a:pt x="3" y="0"/>
                    </a:lnTo>
                  </a:path>
                </a:pathLst>
              </a:custGeom>
              <a:solidFill>
                <a:srgbClr val="000000"/>
              </a:solidFill>
              <a:ln w="9525" cap="rnd">
                <a:noFill/>
                <a:round/>
                <a:headEnd/>
                <a:tailEnd/>
              </a:ln>
            </p:spPr>
            <p:txBody>
              <a:bodyPr/>
              <a:lstStyle/>
              <a:p>
                <a:pPr algn="ctr"/>
                <a:endParaRPr lang="pt-BR" sz="2400"/>
              </a:p>
            </p:txBody>
          </p:sp>
          <p:sp>
            <p:nvSpPr>
              <p:cNvPr id="91" name="Freeform 551"/>
              <p:cNvSpPr>
                <a:spLocks/>
              </p:cNvSpPr>
              <p:nvPr/>
            </p:nvSpPr>
            <p:spPr bwMode="auto">
              <a:xfrm>
                <a:off x="1255" y="2238"/>
                <a:ext cx="7" cy="2"/>
              </a:xfrm>
              <a:custGeom>
                <a:avLst/>
                <a:gdLst>
                  <a:gd name="T0" fmla="*/ 0 w 7"/>
                  <a:gd name="T1" fmla="*/ 0 h 2"/>
                  <a:gd name="T2" fmla="*/ 6 w 7"/>
                  <a:gd name="T3" fmla="*/ 1 h 2"/>
                  <a:gd name="T4" fmla="*/ 1 w 7"/>
                  <a:gd name="T5" fmla="*/ 1 h 2"/>
                  <a:gd name="T6" fmla="*/ 0 w 7"/>
                  <a:gd name="T7" fmla="*/ 0 h 2"/>
                  <a:gd name="T8" fmla="*/ 0 60000 65536"/>
                  <a:gd name="T9" fmla="*/ 0 60000 65536"/>
                  <a:gd name="T10" fmla="*/ 0 60000 65536"/>
                  <a:gd name="T11" fmla="*/ 0 60000 65536"/>
                  <a:gd name="T12" fmla="*/ 0 w 7"/>
                  <a:gd name="T13" fmla="*/ 0 h 2"/>
                  <a:gd name="T14" fmla="*/ 7 w 7"/>
                  <a:gd name="T15" fmla="*/ 2 h 2"/>
                </a:gdLst>
                <a:ahLst/>
                <a:cxnLst>
                  <a:cxn ang="T8">
                    <a:pos x="T0" y="T1"/>
                  </a:cxn>
                  <a:cxn ang="T9">
                    <a:pos x="T2" y="T3"/>
                  </a:cxn>
                  <a:cxn ang="T10">
                    <a:pos x="T4" y="T5"/>
                  </a:cxn>
                  <a:cxn ang="T11">
                    <a:pos x="T6" y="T7"/>
                  </a:cxn>
                </a:cxnLst>
                <a:rect l="T12" t="T13" r="T14" b="T15"/>
                <a:pathLst>
                  <a:path w="7" h="2">
                    <a:moveTo>
                      <a:pt x="0" y="0"/>
                    </a:moveTo>
                    <a:lnTo>
                      <a:pt x="6" y="1"/>
                    </a:lnTo>
                    <a:lnTo>
                      <a:pt x="1" y="1"/>
                    </a:lnTo>
                    <a:lnTo>
                      <a:pt x="0" y="0"/>
                    </a:lnTo>
                  </a:path>
                </a:pathLst>
              </a:custGeom>
              <a:solidFill>
                <a:srgbClr val="000000"/>
              </a:solidFill>
              <a:ln w="9525" cap="rnd">
                <a:noFill/>
                <a:round/>
                <a:headEnd/>
                <a:tailEnd/>
              </a:ln>
            </p:spPr>
            <p:txBody>
              <a:bodyPr/>
              <a:lstStyle/>
              <a:p>
                <a:pPr algn="ctr"/>
                <a:endParaRPr lang="pt-BR" sz="2400"/>
              </a:p>
            </p:txBody>
          </p:sp>
          <p:sp>
            <p:nvSpPr>
              <p:cNvPr id="92" name="Freeform 552"/>
              <p:cNvSpPr>
                <a:spLocks/>
              </p:cNvSpPr>
              <p:nvPr/>
            </p:nvSpPr>
            <p:spPr bwMode="auto">
              <a:xfrm>
                <a:off x="1254" y="2243"/>
                <a:ext cx="12" cy="16"/>
              </a:xfrm>
              <a:custGeom>
                <a:avLst/>
                <a:gdLst>
                  <a:gd name="T0" fmla="*/ 0 w 12"/>
                  <a:gd name="T1" fmla="*/ 0 h 16"/>
                  <a:gd name="T2" fmla="*/ 2 w 12"/>
                  <a:gd name="T3" fmla="*/ 2 h 16"/>
                  <a:gd name="T4" fmla="*/ 5 w 12"/>
                  <a:gd name="T5" fmla="*/ 3 h 16"/>
                  <a:gd name="T6" fmla="*/ 11 w 12"/>
                  <a:gd name="T7" fmla="*/ 2 h 16"/>
                  <a:gd name="T8" fmla="*/ 8 w 12"/>
                  <a:gd name="T9" fmla="*/ 7 h 16"/>
                  <a:gd name="T10" fmla="*/ 5 w 12"/>
                  <a:gd name="T11" fmla="*/ 8 h 16"/>
                  <a:gd name="T12" fmla="*/ 2 w 12"/>
                  <a:gd name="T13" fmla="*/ 15 h 16"/>
                  <a:gd name="T14" fmla="*/ 0 w 12"/>
                  <a:gd name="T15" fmla="*/ 11 h 16"/>
                  <a:gd name="T16" fmla="*/ 0 w 12"/>
                  <a:gd name="T17" fmla="*/ 9 h 16"/>
                  <a:gd name="T18" fmla="*/ 2 w 12"/>
                  <a:gd name="T19" fmla="*/ 7 h 16"/>
                  <a:gd name="T20" fmla="*/ 1 w 12"/>
                  <a:gd name="T21" fmla="*/ 4 h 16"/>
                  <a:gd name="T22" fmla="*/ 0 w 12"/>
                  <a:gd name="T23" fmla="*/ 0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
                  <a:gd name="T37" fmla="*/ 0 h 16"/>
                  <a:gd name="T38" fmla="*/ 12 w 12"/>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 h="16">
                    <a:moveTo>
                      <a:pt x="0" y="0"/>
                    </a:moveTo>
                    <a:lnTo>
                      <a:pt x="2" y="2"/>
                    </a:lnTo>
                    <a:lnTo>
                      <a:pt x="5" y="3"/>
                    </a:lnTo>
                    <a:lnTo>
                      <a:pt x="11" y="2"/>
                    </a:lnTo>
                    <a:lnTo>
                      <a:pt x="8" y="7"/>
                    </a:lnTo>
                    <a:lnTo>
                      <a:pt x="5" y="8"/>
                    </a:lnTo>
                    <a:lnTo>
                      <a:pt x="2" y="15"/>
                    </a:lnTo>
                    <a:lnTo>
                      <a:pt x="0" y="11"/>
                    </a:lnTo>
                    <a:lnTo>
                      <a:pt x="0" y="9"/>
                    </a:lnTo>
                    <a:lnTo>
                      <a:pt x="2" y="7"/>
                    </a:lnTo>
                    <a:lnTo>
                      <a:pt x="1" y="4"/>
                    </a:lnTo>
                    <a:lnTo>
                      <a:pt x="0" y="0"/>
                    </a:lnTo>
                  </a:path>
                </a:pathLst>
              </a:custGeom>
              <a:solidFill>
                <a:srgbClr val="000000"/>
              </a:solidFill>
              <a:ln w="9525" cap="rnd">
                <a:noFill/>
                <a:round/>
                <a:headEnd/>
                <a:tailEnd/>
              </a:ln>
            </p:spPr>
            <p:txBody>
              <a:bodyPr/>
              <a:lstStyle/>
              <a:p>
                <a:pPr algn="ctr"/>
                <a:endParaRPr lang="pt-BR" sz="2400"/>
              </a:p>
            </p:txBody>
          </p:sp>
          <p:sp>
            <p:nvSpPr>
              <p:cNvPr id="93" name="Line 553"/>
              <p:cNvSpPr>
                <a:spLocks noChangeShapeType="1"/>
              </p:cNvSpPr>
              <p:nvPr/>
            </p:nvSpPr>
            <p:spPr bwMode="auto">
              <a:xfrm>
                <a:off x="1273" y="2220"/>
                <a:ext cx="3" cy="14"/>
              </a:xfrm>
              <a:prstGeom prst="line">
                <a:avLst/>
              </a:prstGeom>
              <a:noFill/>
              <a:ln w="9525">
                <a:noFill/>
                <a:round/>
                <a:headEnd type="none" w="sm" len="sm"/>
                <a:tailEnd type="none" w="sm" len="sm"/>
              </a:ln>
            </p:spPr>
            <p:txBody>
              <a:bodyPr wrap="none" anchor="ctr"/>
              <a:lstStyle/>
              <a:p>
                <a:endParaRPr lang="pt-BR" sz="2400"/>
              </a:p>
            </p:txBody>
          </p:sp>
          <p:sp>
            <p:nvSpPr>
              <p:cNvPr id="94" name="Line 554"/>
              <p:cNvSpPr>
                <a:spLocks noChangeShapeType="1"/>
              </p:cNvSpPr>
              <p:nvPr/>
            </p:nvSpPr>
            <p:spPr bwMode="auto">
              <a:xfrm>
                <a:off x="1274" y="2216"/>
                <a:ext cx="6" cy="23"/>
              </a:xfrm>
              <a:prstGeom prst="line">
                <a:avLst/>
              </a:prstGeom>
              <a:noFill/>
              <a:ln w="9525">
                <a:noFill/>
                <a:round/>
                <a:headEnd type="none" w="sm" len="sm"/>
                <a:tailEnd type="none" w="sm" len="sm"/>
              </a:ln>
            </p:spPr>
            <p:txBody>
              <a:bodyPr wrap="none" anchor="ctr"/>
              <a:lstStyle/>
              <a:p>
                <a:endParaRPr lang="pt-BR" sz="2400"/>
              </a:p>
            </p:txBody>
          </p:sp>
          <p:sp>
            <p:nvSpPr>
              <p:cNvPr id="95" name="Line 555"/>
              <p:cNvSpPr>
                <a:spLocks noChangeShapeType="1"/>
              </p:cNvSpPr>
              <p:nvPr/>
            </p:nvSpPr>
            <p:spPr bwMode="auto">
              <a:xfrm>
                <a:off x="1278" y="2223"/>
                <a:ext cx="6" cy="18"/>
              </a:xfrm>
              <a:prstGeom prst="line">
                <a:avLst/>
              </a:prstGeom>
              <a:noFill/>
              <a:ln w="9525">
                <a:noFill/>
                <a:round/>
                <a:headEnd type="none" w="sm" len="sm"/>
                <a:tailEnd type="none" w="sm" len="sm"/>
              </a:ln>
            </p:spPr>
            <p:txBody>
              <a:bodyPr wrap="none" anchor="ctr"/>
              <a:lstStyle/>
              <a:p>
                <a:endParaRPr lang="pt-BR" sz="2400"/>
              </a:p>
            </p:txBody>
          </p:sp>
          <p:sp>
            <p:nvSpPr>
              <p:cNvPr id="96" name="Freeform 556"/>
              <p:cNvSpPr>
                <a:spLocks/>
              </p:cNvSpPr>
              <p:nvPr/>
            </p:nvSpPr>
            <p:spPr bwMode="auto">
              <a:xfrm>
                <a:off x="1309" y="2189"/>
                <a:ext cx="54" cy="12"/>
              </a:xfrm>
              <a:custGeom>
                <a:avLst/>
                <a:gdLst>
                  <a:gd name="T0" fmla="*/ 0 w 54"/>
                  <a:gd name="T1" fmla="*/ 0 h 12"/>
                  <a:gd name="T2" fmla="*/ 8 w 54"/>
                  <a:gd name="T3" fmla="*/ 1 h 12"/>
                  <a:gd name="T4" fmla="*/ 25 w 54"/>
                  <a:gd name="T5" fmla="*/ 7 h 12"/>
                  <a:gd name="T6" fmla="*/ 37 w 54"/>
                  <a:gd name="T7" fmla="*/ 9 h 12"/>
                  <a:gd name="T8" fmla="*/ 53 w 54"/>
                  <a:gd name="T9" fmla="*/ 11 h 12"/>
                  <a:gd name="T10" fmla="*/ 0 60000 65536"/>
                  <a:gd name="T11" fmla="*/ 0 60000 65536"/>
                  <a:gd name="T12" fmla="*/ 0 60000 65536"/>
                  <a:gd name="T13" fmla="*/ 0 60000 65536"/>
                  <a:gd name="T14" fmla="*/ 0 60000 65536"/>
                  <a:gd name="T15" fmla="*/ 0 w 54"/>
                  <a:gd name="T16" fmla="*/ 0 h 12"/>
                  <a:gd name="T17" fmla="*/ 54 w 54"/>
                  <a:gd name="T18" fmla="*/ 12 h 12"/>
                </a:gdLst>
                <a:ahLst/>
                <a:cxnLst>
                  <a:cxn ang="T10">
                    <a:pos x="T0" y="T1"/>
                  </a:cxn>
                  <a:cxn ang="T11">
                    <a:pos x="T2" y="T3"/>
                  </a:cxn>
                  <a:cxn ang="T12">
                    <a:pos x="T4" y="T5"/>
                  </a:cxn>
                  <a:cxn ang="T13">
                    <a:pos x="T6" y="T7"/>
                  </a:cxn>
                  <a:cxn ang="T14">
                    <a:pos x="T8" y="T9"/>
                  </a:cxn>
                </a:cxnLst>
                <a:rect l="T15" t="T16" r="T17" b="T18"/>
                <a:pathLst>
                  <a:path w="54" h="12">
                    <a:moveTo>
                      <a:pt x="0" y="0"/>
                    </a:moveTo>
                    <a:lnTo>
                      <a:pt x="8" y="1"/>
                    </a:lnTo>
                    <a:lnTo>
                      <a:pt x="25" y="7"/>
                    </a:lnTo>
                    <a:lnTo>
                      <a:pt x="37" y="9"/>
                    </a:lnTo>
                    <a:lnTo>
                      <a:pt x="53" y="11"/>
                    </a:lnTo>
                  </a:path>
                </a:pathLst>
              </a:custGeom>
              <a:noFill/>
              <a:ln w="9525" cap="rnd">
                <a:noFill/>
                <a:round/>
                <a:headEnd type="none" w="sm" len="sm"/>
                <a:tailEnd type="none" w="sm" len="sm"/>
              </a:ln>
            </p:spPr>
            <p:txBody>
              <a:bodyPr/>
              <a:lstStyle/>
              <a:p>
                <a:pPr algn="ctr"/>
                <a:endParaRPr lang="pt-BR" sz="2400"/>
              </a:p>
            </p:txBody>
          </p:sp>
          <p:sp>
            <p:nvSpPr>
              <p:cNvPr id="97" name="Freeform 557"/>
              <p:cNvSpPr>
                <a:spLocks/>
              </p:cNvSpPr>
              <p:nvPr/>
            </p:nvSpPr>
            <p:spPr bwMode="auto">
              <a:xfrm>
                <a:off x="1319" y="2187"/>
                <a:ext cx="37" cy="10"/>
              </a:xfrm>
              <a:custGeom>
                <a:avLst/>
                <a:gdLst>
                  <a:gd name="T0" fmla="*/ 0 w 37"/>
                  <a:gd name="T1" fmla="*/ 0 h 10"/>
                  <a:gd name="T2" fmla="*/ 5 w 37"/>
                  <a:gd name="T3" fmla="*/ 2 h 10"/>
                  <a:gd name="T4" fmla="*/ 18 w 37"/>
                  <a:gd name="T5" fmla="*/ 6 h 10"/>
                  <a:gd name="T6" fmla="*/ 36 w 37"/>
                  <a:gd name="T7" fmla="*/ 9 h 10"/>
                  <a:gd name="T8" fmla="*/ 0 60000 65536"/>
                  <a:gd name="T9" fmla="*/ 0 60000 65536"/>
                  <a:gd name="T10" fmla="*/ 0 60000 65536"/>
                  <a:gd name="T11" fmla="*/ 0 60000 65536"/>
                  <a:gd name="T12" fmla="*/ 0 w 37"/>
                  <a:gd name="T13" fmla="*/ 0 h 10"/>
                  <a:gd name="T14" fmla="*/ 37 w 37"/>
                  <a:gd name="T15" fmla="*/ 10 h 10"/>
                </a:gdLst>
                <a:ahLst/>
                <a:cxnLst>
                  <a:cxn ang="T8">
                    <a:pos x="T0" y="T1"/>
                  </a:cxn>
                  <a:cxn ang="T9">
                    <a:pos x="T2" y="T3"/>
                  </a:cxn>
                  <a:cxn ang="T10">
                    <a:pos x="T4" y="T5"/>
                  </a:cxn>
                  <a:cxn ang="T11">
                    <a:pos x="T6" y="T7"/>
                  </a:cxn>
                </a:cxnLst>
                <a:rect l="T12" t="T13" r="T14" b="T15"/>
                <a:pathLst>
                  <a:path w="37" h="10">
                    <a:moveTo>
                      <a:pt x="0" y="0"/>
                    </a:moveTo>
                    <a:lnTo>
                      <a:pt x="5" y="2"/>
                    </a:lnTo>
                    <a:lnTo>
                      <a:pt x="18" y="6"/>
                    </a:lnTo>
                    <a:lnTo>
                      <a:pt x="36" y="9"/>
                    </a:lnTo>
                  </a:path>
                </a:pathLst>
              </a:custGeom>
              <a:noFill/>
              <a:ln w="9525" cap="rnd">
                <a:noFill/>
                <a:round/>
                <a:headEnd type="none" w="sm" len="sm"/>
                <a:tailEnd type="none" w="sm" len="sm"/>
              </a:ln>
            </p:spPr>
            <p:txBody>
              <a:bodyPr/>
              <a:lstStyle/>
              <a:p>
                <a:pPr algn="ctr"/>
                <a:endParaRPr lang="pt-BR" sz="2400"/>
              </a:p>
            </p:txBody>
          </p:sp>
          <p:sp>
            <p:nvSpPr>
              <p:cNvPr id="98" name="Freeform 558"/>
              <p:cNvSpPr>
                <a:spLocks/>
              </p:cNvSpPr>
              <p:nvPr/>
            </p:nvSpPr>
            <p:spPr bwMode="auto">
              <a:xfrm>
                <a:off x="1225" y="2258"/>
                <a:ext cx="27" cy="43"/>
              </a:xfrm>
              <a:custGeom>
                <a:avLst/>
                <a:gdLst>
                  <a:gd name="T0" fmla="*/ 26 w 27"/>
                  <a:gd name="T1" fmla="*/ 0 h 43"/>
                  <a:gd name="T2" fmla="*/ 20 w 27"/>
                  <a:gd name="T3" fmla="*/ 10 h 43"/>
                  <a:gd name="T4" fmla="*/ 20 w 27"/>
                  <a:gd name="T5" fmla="*/ 19 h 43"/>
                  <a:gd name="T6" fmla="*/ 25 w 27"/>
                  <a:gd name="T7" fmla="*/ 42 h 43"/>
                  <a:gd name="T8" fmla="*/ 16 w 27"/>
                  <a:gd name="T9" fmla="*/ 21 h 43"/>
                  <a:gd name="T10" fmla="*/ 16 w 27"/>
                  <a:gd name="T11" fmla="*/ 15 h 43"/>
                  <a:gd name="T12" fmla="*/ 0 w 27"/>
                  <a:gd name="T13" fmla="*/ 15 h 43"/>
                  <a:gd name="T14" fmla="*/ 13 w 27"/>
                  <a:gd name="T15" fmla="*/ 6 h 43"/>
                  <a:gd name="T16" fmla="*/ 20 w 27"/>
                  <a:gd name="T17" fmla="*/ 6 h 43"/>
                  <a:gd name="T18" fmla="*/ 26 w 27"/>
                  <a:gd name="T19" fmla="*/ 0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43"/>
                  <a:gd name="T32" fmla="*/ 27 w 27"/>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43">
                    <a:moveTo>
                      <a:pt x="26" y="0"/>
                    </a:moveTo>
                    <a:lnTo>
                      <a:pt x="20" y="10"/>
                    </a:lnTo>
                    <a:lnTo>
                      <a:pt x="20" y="19"/>
                    </a:lnTo>
                    <a:lnTo>
                      <a:pt x="25" y="42"/>
                    </a:lnTo>
                    <a:lnTo>
                      <a:pt x="16" y="21"/>
                    </a:lnTo>
                    <a:lnTo>
                      <a:pt x="16" y="15"/>
                    </a:lnTo>
                    <a:lnTo>
                      <a:pt x="0" y="15"/>
                    </a:lnTo>
                    <a:lnTo>
                      <a:pt x="13" y="6"/>
                    </a:lnTo>
                    <a:lnTo>
                      <a:pt x="20" y="6"/>
                    </a:lnTo>
                    <a:lnTo>
                      <a:pt x="26" y="0"/>
                    </a:lnTo>
                  </a:path>
                </a:pathLst>
              </a:custGeom>
              <a:solidFill>
                <a:srgbClr val="000000"/>
              </a:solidFill>
              <a:ln w="9525" cap="rnd">
                <a:noFill/>
                <a:round/>
                <a:headEnd/>
                <a:tailEnd/>
              </a:ln>
            </p:spPr>
            <p:txBody>
              <a:bodyPr/>
              <a:lstStyle/>
              <a:p>
                <a:pPr algn="ctr"/>
                <a:endParaRPr lang="pt-BR" sz="2400"/>
              </a:p>
            </p:txBody>
          </p:sp>
          <p:sp>
            <p:nvSpPr>
              <p:cNvPr id="99" name="Freeform 559"/>
              <p:cNvSpPr>
                <a:spLocks/>
              </p:cNvSpPr>
              <p:nvPr/>
            </p:nvSpPr>
            <p:spPr bwMode="auto">
              <a:xfrm>
                <a:off x="1121" y="2285"/>
                <a:ext cx="305" cy="288"/>
              </a:xfrm>
              <a:custGeom>
                <a:avLst/>
                <a:gdLst>
                  <a:gd name="T0" fmla="*/ 65 w 305"/>
                  <a:gd name="T1" fmla="*/ 18 h 288"/>
                  <a:gd name="T2" fmla="*/ 53 w 305"/>
                  <a:gd name="T3" fmla="*/ 51 h 288"/>
                  <a:gd name="T4" fmla="*/ 66 w 305"/>
                  <a:gd name="T5" fmla="*/ 54 h 288"/>
                  <a:gd name="T6" fmla="*/ 88 w 305"/>
                  <a:gd name="T7" fmla="*/ 115 h 288"/>
                  <a:gd name="T8" fmla="*/ 78 w 305"/>
                  <a:gd name="T9" fmla="*/ 117 h 288"/>
                  <a:gd name="T10" fmla="*/ 85 w 305"/>
                  <a:gd name="T11" fmla="*/ 142 h 288"/>
                  <a:gd name="T12" fmla="*/ 135 w 305"/>
                  <a:gd name="T13" fmla="*/ 209 h 288"/>
                  <a:gd name="T14" fmla="*/ 147 w 305"/>
                  <a:gd name="T15" fmla="*/ 226 h 288"/>
                  <a:gd name="T16" fmla="*/ 140 w 305"/>
                  <a:gd name="T17" fmla="*/ 244 h 288"/>
                  <a:gd name="T18" fmla="*/ 155 w 305"/>
                  <a:gd name="T19" fmla="*/ 238 h 288"/>
                  <a:gd name="T20" fmla="*/ 152 w 305"/>
                  <a:gd name="T21" fmla="*/ 230 h 288"/>
                  <a:gd name="T22" fmla="*/ 176 w 305"/>
                  <a:gd name="T23" fmla="*/ 233 h 288"/>
                  <a:gd name="T24" fmla="*/ 196 w 305"/>
                  <a:gd name="T25" fmla="*/ 222 h 288"/>
                  <a:gd name="T26" fmla="*/ 198 w 305"/>
                  <a:gd name="T27" fmla="*/ 223 h 288"/>
                  <a:gd name="T28" fmla="*/ 210 w 305"/>
                  <a:gd name="T29" fmla="*/ 230 h 288"/>
                  <a:gd name="T30" fmla="*/ 243 w 305"/>
                  <a:gd name="T31" fmla="*/ 228 h 288"/>
                  <a:gd name="T32" fmla="*/ 251 w 305"/>
                  <a:gd name="T33" fmla="*/ 206 h 288"/>
                  <a:gd name="T34" fmla="*/ 254 w 305"/>
                  <a:gd name="T35" fmla="*/ 216 h 288"/>
                  <a:gd name="T36" fmla="*/ 304 w 305"/>
                  <a:gd name="T37" fmla="*/ 220 h 288"/>
                  <a:gd name="T38" fmla="*/ 304 w 305"/>
                  <a:gd name="T39" fmla="*/ 229 h 288"/>
                  <a:gd name="T40" fmla="*/ 291 w 305"/>
                  <a:gd name="T41" fmla="*/ 236 h 288"/>
                  <a:gd name="T42" fmla="*/ 266 w 305"/>
                  <a:gd name="T43" fmla="*/ 245 h 288"/>
                  <a:gd name="T44" fmla="*/ 237 w 305"/>
                  <a:gd name="T45" fmla="*/ 249 h 288"/>
                  <a:gd name="T46" fmla="*/ 206 w 305"/>
                  <a:gd name="T47" fmla="*/ 253 h 288"/>
                  <a:gd name="T48" fmla="*/ 168 w 305"/>
                  <a:gd name="T49" fmla="*/ 252 h 288"/>
                  <a:gd name="T50" fmla="*/ 144 w 305"/>
                  <a:gd name="T51" fmla="*/ 262 h 288"/>
                  <a:gd name="T52" fmla="*/ 50 w 305"/>
                  <a:gd name="T53" fmla="*/ 287 h 288"/>
                  <a:gd name="T54" fmla="*/ 13 w 305"/>
                  <a:gd name="T55" fmla="*/ 124 h 288"/>
                  <a:gd name="T56" fmla="*/ 19 w 305"/>
                  <a:gd name="T57" fmla="*/ 113 h 288"/>
                  <a:gd name="T58" fmla="*/ 30 w 305"/>
                  <a:gd name="T59" fmla="*/ 181 h 288"/>
                  <a:gd name="T60" fmla="*/ 50 w 305"/>
                  <a:gd name="T61" fmla="*/ 215 h 288"/>
                  <a:gd name="T62" fmla="*/ 44 w 305"/>
                  <a:gd name="T63" fmla="*/ 136 h 288"/>
                  <a:gd name="T64" fmla="*/ 38 w 305"/>
                  <a:gd name="T65" fmla="*/ 108 h 288"/>
                  <a:gd name="T66" fmla="*/ 50 w 305"/>
                  <a:gd name="T67" fmla="*/ 56 h 288"/>
                  <a:gd name="T68" fmla="*/ 42 w 305"/>
                  <a:gd name="T69" fmla="*/ 48 h 288"/>
                  <a:gd name="T70" fmla="*/ 32 w 305"/>
                  <a:gd name="T71" fmla="*/ 65 h 288"/>
                  <a:gd name="T72" fmla="*/ 43 w 305"/>
                  <a:gd name="T73" fmla="*/ 37 h 288"/>
                  <a:gd name="T74" fmla="*/ 68 w 305"/>
                  <a:gd name="T75" fmla="*/ 9 h 28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5"/>
                  <a:gd name="T115" fmla="*/ 0 h 288"/>
                  <a:gd name="T116" fmla="*/ 305 w 305"/>
                  <a:gd name="T117" fmla="*/ 288 h 28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5" h="288">
                    <a:moveTo>
                      <a:pt x="84" y="0"/>
                    </a:moveTo>
                    <a:lnTo>
                      <a:pt x="65" y="18"/>
                    </a:lnTo>
                    <a:lnTo>
                      <a:pt x="53" y="34"/>
                    </a:lnTo>
                    <a:lnTo>
                      <a:pt x="53" y="51"/>
                    </a:lnTo>
                    <a:lnTo>
                      <a:pt x="66" y="43"/>
                    </a:lnTo>
                    <a:lnTo>
                      <a:pt x="66" y="54"/>
                    </a:lnTo>
                    <a:lnTo>
                      <a:pt x="95" y="121"/>
                    </a:lnTo>
                    <a:lnTo>
                      <a:pt x="88" y="115"/>
                    </a:lnTo>
                    <a:lnTo>
                      <a:pt x="82" y="115"/>
                    </a:lnTo>
                    <a:lnTo>
                      <a:pt x="78" y="117"/>
                    </a:lnTo>
                    <a:lnTo>
                      <a:pt x="75" y="118"/>
                    </a:lnTo>
                    <a:lnTo>
                      <a:pt x="85" y="142"/>
                    </a:lnTo>
                    <a:lnTo>
                      <a:pt x="105" y="177"/>
                    </a:lnTo>
                    <a:lnTo>
                      <a:pt x="135" y="209"/>
                    </a:lnTo>
                    <a:lnTo>
                      <a:pt x="147" y="219"/>
                    </a:lnTo>
                    <a:lnTo>
                      <a:pt x="147" y="226"/>
                    </a:lnTo>
                    <a:lnTo>
                      <a:pt x="140" y="234"/>
                    </a:lnTo>
                    <a:lnTo>
                      <a:pt x="140" y="244"/>
                    </a:lnTo>
                    <a:lnTo>
                      <a:pt x="153" y="241"/>
                    </a:lnTo>
                    <a:lnTo>
                      <a:pt x="155" y="238"/>
                    </a:lnTo>
                    <a:lnTo>
                      <a:pt x="155" y="233"/>
                    </a:lnTo>
                    <a:lnTo>
                      <a:pt x="152" y="230"/>
                    </a:lnTo>
                    <a:lnTo>
                      <a:pt x="166" y="234"/>
                    </a:lnTo>
                    <a:lnTo>
                      <a:pt x="176" y="233"/>
                    </a:lnTo>
                    <a:lnTo>
                      <a:pt x="186" y="229"/>
                    </a:lnTo>
                    <a:lnTo>
                      <a:pt x="196" y="222"/>
                    </a:lnTo>
                    <a:lnTo>
                      <a:pt x="203" y="215"/>
                    </a:lnTo>
                    <a:lnTo>
                      <a:pt x="198" y="223"/>
                    </a:lnTo>
                    <a:lnTo>
                      <a:pt x="195" y="229"/>
                    </a:lnTo>
                    <a:lnTo>
                      <a:pt x="210" y="230"/>
                    </a:lnTo>
                    <a:lnTo>
                      <a:pt x="228" y="231"/>
                    </a:lnTo>
                    <a:lnTo>
                      <a:pt x="243" y="228"/>
                    </a:lnTo>
                    <a:lnTo>
                      <a:pt x="248" y="206"/>
                    </a:lnTo>
                    <a:lnTo>
                      <a:pt x="251" y="206"/>
                    </a:lnTo>
                    <a:lnTo>
                      <a:pt x="253" y="209"/>
                    </a:lnTo>
                    <a:lnTo>
                      <a:pt x="254" y="216"/>
                    </a:lnTo>
                    <a:lnTo>
                      <a:pt x="255" y="223"/>
                    </a:lnTo>
                    <a:lnTo>
                      <a:pt x="304" y="220"/>
                    </a:lnTo>
                    <a:lnTo>
                      <a:pt x="304" y="226"/>
                    </a:lnTo>
                    <a:lnTo>
                      <a:pt x="304" y="229"/>
                    </a:lnTo>
                    <a:lnTo>
                      <a:pt x="302" y="235"/>
                    </a:lnTo>
                    <a:lnTo>
                      <a:pt x="291" y="236"/>
                    </a:lnTo>
                    <a:lnTo>
                      <a:pt x="283" y="241"/>
                    </a:lnTo>
                    <a:lnTo>
                      <a:pt x="266" y="245"/>
                    </a:lnTo>
                    <a:lnTo>
                      <a:pt x="252" y="244"/>
                    </a:lnTo>
                    <a:lnTo>
                      <a:pt x="237" y="249"/>
                    </a:lnTo>
                    <a:lnTo>
                      <a:pt x="224" y="252"/>
                    </a:lnTo>
                    <a:lnTo>
                      <a:pt x="206" y="253"/>
                    </a:lnTo>
                    <a:lnTo>
                      <a:pt x="183" y="250"/>
                    </a:lnTo>
                    <a:lnTo>
                      <a:pt x="168" y="252"/>
                    </a:lnTo>
                    <a:lnTo>
                      <a:pt x="153" y="256"/>
                    </a:lnTo>
                    <a:lnTo>
                      <a:pt x="144" y="262"/>
                    </a:lnTo>
                    <a:lnTo>
                      <a:pt x="117" y="254"/>
                    </a:lnTo>
                    <a:lnTo>
                      <a:pt x="50" y="287"/>
                    </a:lnTo>
                    <a:lnTo>
                      <a:pt x="0" y="287"/>
                    </a:lnTo>
                    <a:lnTo>
                      <a:pt x="13" y="124"/>
                    </a:lnTo>
                    <a:lnTo>
                      <a:pt x="23" y="89"/>
                    </a:lnTo>
                    <a:lnTo>
                      <a:pt x="19" y="113"/>
                    </a:lnTo>
                    <a:lnTo>
                      <a:pt x="30" y="149"/>
                    </a:lnTo>
                    <a:lnTo>
                      <a:pt x="30" y="181"/>
                    </a:lnTo>
                    <a:lnTo>
                      <a:pt x="43" y="215"/>
                    </a:lnTo>
                    <a:lnTo>
                      <a:pt x="50" y="215"/>
                    </a:lnTo>
                    <a:lnTo>
                      <a:pt x="66" y="180"/>
                    </a:lnTo>
                    <a:lnTo>
                      <a:pt x="44" y="136"/>
                    </a:lnTo>
                    <a:lnTo>
                      <a:pt x="40" y="122"/>
                    </a:lnTo>
                    <a:lnTo>
                      <a:pt x="38" y="108"/>
                    </a:lnTo>
                    <a:lnTo>
                      <a:pt x="40" y="92"/>
                    </a:lnTo>
                    <a:lnTo>
                      <a:pt x="50" y="56"/>
                    </a:lnTo>
                    <a:lnTo>
                      <a:pt x="45" y="52"/>
                    </a:lnTo>
                    <a:lnTo>
                      <a:pt x="42" y="48"/>
                    </a:lnTo>
                    <a:lnTo>
                      <a:pt x="41" y="44"/>
                    </a:lnTo>
                    <a:lnTo>
                      <a:pt x="32" y="65"/>
                    </a:lnTo>
                    <a:lnTo>
                      <a:pt x="39" y="43"/>
                    </a:lnTo>
                    <a:lnTo>
                      <a:pt x="43" y="37"/>
                    </a:lnTo>
                    <a:lnTo>
                      <a:pt x="55" y="23"/>
                    </a:lnTo>
                    <a:lnTo>
                      <a:pt x="68" y="9"/>
                    </a:lnTo>
                    <a:lnTo>
                      <a:pt x="84" y="0"/>
                    </a:lnTo>
                  </a:path>
                </a:pathLst>
              </a:custGeom>
              <a:solidFill>
                <a:srgbClr val="000000"/>
              </a:solidFill>
              <a:ln w="9525" cap="rnd">
                <a:noFill/>
                <a:round/>
                <a:headEnd/>
                <a:tailEnd/>
              </a:ln>
            </p:spPr>
            <p:txBody>
              <a:bodyPr/>
              <a:lstStyle/>
              <a:p>
                <a:pPr algn="ctr"/>
                <a:endParaRPr lang="pt-BR" sz="2400"/>
              </a:p>
            </p:txBody>
          </p:sp>
          <p:sp>
            <p:nvSpPr>
              <p:cNvPr id="100" name="Freeform 560"/>
              <p:cNvSpPr>
                <a:spLocks/>
              </p:cNvSpPr>
              <p:nvPr/>
            </p:nvSpPr>
            <p:spPr bwMode="auto">
              <a:xfrm>
                <a:off x="1219" y="2320"/>
                <a:ext cx="95" cy="155"/>
              </a:xfrm>
              <a:custGeom>
                <a:avLst/>
                <a:gdLst>
                  <a:gd name="T0" fmla="*/ 0 w 95"/>
                  <a:gd name="T1" fmla="*/ 10 h 155"/>
                  <a:gd name="T2" fmla="*/ 27 w 95"/>
                  <a:gd name="T3" fmla="*/ 28 h 155"/>
                  <a:gd name="T4" fmla="*/ 46 w 95"/>
                  <a:gd name="T5" fmla="*/ 60 h 155"/>
                  <a:gd name="T6" fmla="*/ 46 w 95"/>
                  <a:gd name="T7" fmla="*/ 74 h 155"/>
                  <a:gd name="T8" fmla="*/ 71 w 95"/>
                  <a:gd name="T9" fmla="*/ 95 h 155"/>
                  <a:gd name="T10" fmla="*/ 81 w 95"/>
                  <a:gd name="T11" fmla="*/ 113 h 155"/>
                  <a:gd name="T12" fmla="*/ 79 w 95"/>
                  <a:gd name="T13" fmla="*/ 70 h 155"/>
                  <a:gd name="T14" fmla="*/ 79 w 95"/>
                  <a:gd name="T15" fmla="*/ 43 h 155"/>
                  <a:gd name="T16" fmla="*/ 81 w 95"/>
                  <a:gd name="T17" fmla="*/ 24 h 155"/>
                  <a:gd name="T18" fmla="*/ 78 w 95"/>
                  <a:gd name="T19" fmla="*/ 19 h 155"/>
                  <a:gd name="T20" fmla="*/ 71 w 95"/>
                  <a:gd name="T21" fmla="*/ 28 h 155"/>
                  <a:gd name="T22" fmla="*/ 66 w 95"/>
                  <a:gd name="T23" fmla="*/ 31 h 155"/>
                  <a:gd name="T24" fmla="*/ 73 w 95"/>
                  <a:gd name="T25" fmla="*/ 24 h 155"/>
                  <a:gd name="T26" fmla="*/ 78 w 95"/>
                  <a:gd name="T27" fmla="*/ 12 h 155"/>
                  <a:gd name="T28" fmla="*/ 84 w 95"/>
                  <a:gd name="T29" fmla="*/ 2 h 155"/>
                  <a:gd name="T30" fmla="*/ 88 w 95"/>
                  <a:gd name="T31" fmla="*/ 0 h 155"/>
                  <a:gd name="T32" fmla="*/ 84 w 95"/>
                  <a:gd name="T33" fmla="*/ 6 h 155"/>
                  <a:gd name="T34" fmla="*/ 88 w 95"/>
                  <a:gd name="T35" fmla="*/ 22 h 155"/>
                  <a:gd name="T36" fmla="*/ 84 w 95"/>
                  <a:gd name="T37" fmla="*/ 22 h 155"/>
                  <a:gd name="T38" fmla="*/ 83 w 95"/>
                  <a:gd name="T39" fmla="*/ 38 h 155"/>
                  <a:gd name="T40" fmla="*/ 85 w 95"/>
                  <a:gd name="T41" fmla="*/ 82 h 155"/>
                  <a:gd name="T42" fmla="*/ 90 w 95"/>
                  <a:gd name="T43" fmla="*/ 125 h 155"/>
                  <a:gd name="T44" fmla="*/ 94 w 95"/>
                  <a:gd name="T45" fmla="*/ 138 h 155"/>
                  <a:gd name="T46" fmla="*/ 75 w 95"/>
                  <a:gd name="T47" fmla="*/ 149 h 155"/>
                  <a:gd name="T48" fmla="*/ 83 w 95"/>
                  <a:gd name="T49" fmla="*/ 142 h 155"/>
                  <a:gd name="T50" fmla="*/ 80 w 95"/>
                  <a:gd name="T51" fmla="*/ 136 h 155"/>
                  <a:gd name="T52" fmla="*/ 71 w 95"/>
                  <a:gd name="T53" fmla="*/ 138 h 155"/>
                  <a:gd name="T54" fmla="*/ 50 w 95"/>
                  <a:gd name="T55" fmla="*/ 152 h 155"/>
                  <a:gd name="T56" fmla="*/ 44 w 95"/>
                  <a:gd name="T57" fmla="*/ 154 h 155"/>
                  <a:gd name="T58" fmla="*/ 43 w 95"/>
                  <a:gd name="T59" fmla="*/ 151 h 155"/>
                  <a:gd name="T60" fmla="*/ 55 w 95"/>
                  <a:gd name="T61" fmla="*/ 140 h 155"/>
                  <a:gd name="T62" fmla="*/ 80 w 95"/>
                  <a:gd name="T63" fmla="*/ 132 h 155"/>
                  <a:gd name="T64" fmla="*/ 76 w 95"/>
                  <a:gd name="T65" fmla="*/ 122 h 155"/>
                  <a:gd name="T66" fmla="*/ 76 w 95"/>
                  <a:gd name="T67" fmla="*/ 112 h 155"/>
                  <a:gd name="T68" fmla="*/ 73 w 95"/>
                  <a:gd name="T69" fmla="*/ 107 h 155"/>
                  <a:gd name="T70" fmla="*/ 44 w 95"/>
                  <a:gd name="T71" fmla="*/ 84 h 155"/>
                  <a:gd name="T72" fmla="*/ 10 w 95"/>
                  <a:gd name="T73" fmla="*/ 61 h 155"/>
                  <a:gd name="T74" fmla="*/ 47 w 95"/>
                  <a:gd name="T75" fmla="*/ 83 h 155"/>
                  <a:gd name="T76" fmla="*/ 28 w 95"/>
                  <a:gd name="T77" fmla="*/ 34 h 155"/>
                  <a:gd name="T78" fmla="*/ 0 w 95"/>
                  <a:gd name="T79" fmla="*/ 1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95"/>
                  <a:gd name="T121" fmla="*/ 0 h 155"/>
                  <a:gd name="T122" fmla="*/ 95 w 95"/>
                  <a:gd name="T123" fmla="*/ 155 h 15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95" h="155">
                    <a:moveTo>
                      <a:pt x="0" y="10"/>
                    </a:moveTo>
                    <a:lnTo>
                      <a:pt x="27" y="28"/>
                    </a:lnTo>
                    <a:lnTo>
                      <a:pt x="46" y="60"/>
                    </a:lnTo>
                    <a:lnTo>
                      <a:pt x="46" y="74"/>
                    </a:lnTo>
                    <a:lnTo>
                      <a:pt x="71" y="95"/>
                    </a:lnTo>
                    <a:lnTo>
                      <a:pt x="81" y="113"/>
                    </a:lnTo>
                    <a:lnTo>
                      <a:pt x="79" y="70"/>
                    </a:lnTo>
                    <a:lnTo>
                      <a:pt x="79" y="43"/>
                    </a:lnTo>
                    <a:lnTo>
                      <a:pt x="81" y="24"/>
                    </a:lnTo>
                    <a:lnTo>
                      <a:pt x="78" y="19"/>
                    </a:lnTo>
                    <a:lnTo>
                      <a:pt x="71" y="28"/>
                    </a:lnTo>
                    <a:lnTo>
                      <a:pt x="66" y="31"/>
                    </a:lnTo>
                    <a:lnTo>
                      <a:pt x="73" y="24"/>
                    </a:lnTo>
                    <a:lnTo>
                      <a:pt x="78" y="12"/>
                    </a:lnTo>
                    <a:lnTo>
                      <a:pt x="84" y="2"/>
                    </a:lnTo>
                    <a:lnTo>
                      <a:pt x="88" y="0"/>
                    </a:lnTo>
                    <a:lnTo>
                      <a:pt x="84" y="6"/>
                    </a:lnTo>
                    <a:lnTo>
                      <a:pt x="88" y="22"/>
                    </a:lnTo>
                    <a:lnTo>
                      <a:pt x="84" y="22"/>
                    </a:lnTo>
                    <a:lnTo>
                      <a:pt x="83" y="38"/>
                    </a:lnTo>
                    <a:lnTo>
                      <a:pt x="85" y="82"/>
                    </a:lnTo>
                    <a:lnTo>
                      <a:pt x="90" y="125"/>
                    </a:lnTo>
                    <a:lnTo>
                      <a:pt x="94" y="138"/>
                    </a:lnTo>
                    <a:lnTo>
                      <a:pt x="75" y="149"/>
                    </a:lnTo>
                    <a:lnTo>
                      <a:pt x="83" y="142"/>
                    </a:lnTo>
                    <a:lnTo>
                      <a:pt x="80" y="136"/>
                    </a:lnTo>
                    <a:lnTo>
                      <a:pt x="71" y="138"/>
                    </a:lnTo>
                    <a:lnTo>
                      <a:pt x="50" y="152"/>
                    </a:lnTo>
                    <a:lnTo>
                      <a:pt x="44" y="154"/>
                    </a:lnTo>
                    <a:lnTo>
                      <a:pt x="43" y="151"/>
                    </a:lnTo>
                    <a:lnTo>
                      <a:pt x="55" y="140"/>
                    </a:lnTo>
                    <a:lnTo>
                      <a:pt x="80" y="132"/>
                    </a:lnTo>
                    <a:lnTo>
                      <a:pt x="76" y="122"/>
                    </a:lnTo>
                    <a:lnTo>
                      <a:pt x="76" y="112"/>
                    </a:lnTo>
                    <a:lnTo>
                      <a:pt x="73" y="107"/>
                    </a:lnTo>
                    <a:lnTo>
                      <a:pt x="44" y="84"/>
                    </a:lnTo>
                    <a:lnTo>
                      <a:pt x="10" y="61"/>
                    </a:lnTo>
                    <a:lnTo>
                      <a:pt x="47" y="83"/>
                    </a:lnTo>
                    <a:lnTo>
                      <a:pt x="28" y="34"/>
                    </a:lnTo>
                    <a:lnTo>
                      <a:pt x="0" y="10"/>
                    </a:lnTo>
                  </a:path>
                </a:pathLst>
              </a:custGeom>
              <a:solidFill>
                <a:srgbClr val="000000"/>
              </a:solidFill>
              <a:ln w="9525" cap="rnd">
                <a:noFill/>
                <a:round/>
                <a:headEnd/>
                <a:tailEnd/>
              </a:ln>
            </p:spPr>
            <p:txBody>
              <a:bodyPr/>
              <a:lstStyle/>
              <a:p>
                <a:pPr algn="ctr"/>
                <a:endParaRPr lang="pt-BR" sz="2400"/>
              </a:p>
            </p:txBody>
          </p:sp>
          <p:sp>
            <p:nvSpPr>
              <p:cNvPr id="101" name="Freeform 561"/>
              <p:cNvSpPr>
                <a:spLocks/>
              </p:cNvSpPr>
              <p:nvPr/>
            </p:nvSpPr>
            <p:spPr bwMode="auto">
              <a:xfrm>
                <a:off x="1276" y="2473"/>
                <a:ext cx="17" cy="35"/>
              </a:xfrm>
              <a:custGeom>
                <a:avLst/>
                <a:gdLst>
                  <a:gd name="T0" fmla="*/ 16 w 17"/>
                  <a:gd name="T1" fmla="*/ 0 h 35"/>
                  <a:gd name="T2" fmla="*/ 9 w 17"/>
                  <a:gd name="T3" fmla="*/ 4 h 35"/>
                  <a:gd name="T4" fmla="*/ 0 w 17"/>
                  <a:gd name="T5" fmla="*/ 29 h 35"/>
                  <a:gd name="T6" fmla="*/ 8 w 17"/>
                  <a:gd name="T7" fmla="*/ 34 h 35"/>
                  <a:gd name="T8" fmla="*/ 16 w 17"/>
                  <a:gd name="T9" fmla="*/ 27 h 35"/>
                  <a:gd name="T10" fmla="*/ 16 w 17"/>
                  <a:gd name="T11" fmla="*/ 9 h 35"/>
                  <a:gd name="T12" fmla="*/ 12 w 17"/>
                  <a:gd name="T13" fmla="*/ 9 h 35"/>
                  <a:gd name="T14" fmla="*/ 12 w 17"/>
                  <a:gd name="T15" fmla="*/ 5 h 35"/>
                  <a:gd name="T16" fmla="*/ 16 w 17"/>
                  <a:gd name="T17" fmla="*/ 0 h 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35"/>
                  <a:gd name="T29" fmla="*/ 17 w 17"/>
                  <a:gd name="T30" fmla="*/ 35 h 3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35">
                    <a:moveTo>
                      <a:pt x="16" y="0"/>
                    </a:moveTo>
                    <a:lnTo>
                      <a:pt x="9" y="4"/>
                    </a:lnTo>
                    <a:lnTo>
                      <a:pt x="0" y="29"/>
                    </a:lnTo>
                    <a:lnTo>
                      <a:pt x="8" y="34"/>
                    </a:lnTo>
                    <a:lnTo>
                      <a:pt x="16" y="27"/>
                    </a:lnTo>
                    <a:lnTo>
                      <a:pt x="16" y="9"/>
                    </a:lnTo>
                    <a:lnTo>
                      <a:pt x="12" y="9"/>
                    </a:lnTo>
                    <a:lnTo>
                      <a:pt x="12" y="5"/>
                    </a:lnTo>
                    <a:lnTo>
                      <a:pt x="16" y="0"/>
                    </a:lnTo>
                  </a:path>
                </a:pathLst>
              </a:custGeom>
              <a:solidFill>
                <a:srgbClr val="000000"/>
              </a:solidFill>
              <a:ln w="9525" cap="rnd">
                <a:noFill/>
                <a:round/>
                <a:headEnd/>
                <a:tailEnd/>
              </a:ln>
            </p:spPr>
            <p:txBody>
              <a:bodyPr/>
              <a:lstStyle/>
              <a:p>
                <a:pPr algn="ctr"/>
                <a:endParaRPr lang="pt-BR" sz="2400"/>
              </a:p>
            </p:txBody>
          </p:sp>
          <p:sp>
            <p:nvSpPr>
              <p:cNvPr id="102" name="Freeform 562"/>
              <p:cNvSpPr>
                <a:spLocks/>
              </p:cNvSpPr>
              <p:nvPr/>
            </p:nvSpPr>
            <p:spPr bwMode="auto">
              <a:xfrm>
                <a:off x="1292" y="2464"/>
                <a:ext cx="38" cy="45"/>
              </a:xfrm>
              <a:custGeom>
                <a:avLst/>
                <a:gdLst>
                  <a:gd name="T0" fmla="*/ 10 w 38"/>
                  <a:gd name="T1" fmla="*/ 12 h 45"/>
                  <a:gd name="T2" fmla="*/ 23 w 38"/>
                  <a:gd name="T3" fmla="*/ 0 h 45"/>
                  <a:gd name="T4" fmla="*/ 37 w 38"/>
                  <a:gd name="T5" fmla="*/ 5 h 45"/>
                  <a:gd name="T6" fmla="*/ 37 w 38"/>
                  <a:gd name="T7" fmla="*/ 13 h 45"/>
                  <a:gd name="T8" fmla="*/ 28 w 38"/>
                  <a:gd name="T9" fmla="*/ 23 h 45"/>
                  <a:gd name="T10" fmla="*/ 0 w 38"/>
                  <a:gd name="T11" fmla="*/ 44 h 45"/>
                  <a:gd name="T12" fmla="*/ 20 w 38"/>
                  <a:gd name="T13" fmla="*/ 26 h 45"/>
                  <a:gd name="T14" fmla="*/ 23 w 38"/>
                  <a:gd name="T15" fmla="*/ 19 h 45"/>
                  <a:gd name="T16" fmla="*/ 24 w 38"/>
                  <a:gd name="T17" fmla="*/ 14 h 45"/>
                  <a:gd name="T18" fmla="*/ 23 w 38"/>
                  <a:gd name="T19" fmla="*/ 10 h 45"/>
                  <a:gd name="T20" fmla="*/ 20 w 38"/>
                  <a:gd name="T21" fmla="*/ 8 h 45"/>
                  <a:gd name="T22" fmla="*/ 17 w 38"/>
                  <a:gd name="T23" fmla="*/ 8 h 45"/>
                  <a:gd name="T24" fmla="*/ 10 w 38"/>
                  <a:gd name="T25" fmla="*/ 12 h 4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45"/>
                  <a:gd name="T41" fmla="*/ 38 w 38"/>
                  <a:gd name="T42" fmla="*/ 45 h 4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45">
                    <a:moveTo>
                      <a:pt x="10" y="12"/>
                    </a:moveTo>
                    <a:lnTo>
                      <a:pt x="23" y="0"/>
                    </a:lnTo>
                    <a:lnTo>
                      <a:pt x="37" y="5"/>
                    </a:lnTo>
                    <a:lnTo>
                      <a:pt x="37" y="13"/>
                    </a:lnTo>
                    <a:lnTo>
                      <a:pt x="28" y="23"/>
                    </a:lnTo>
                    <a:lnTo>
                      <a:pt x="0" y="44"/>
                    </a:lnTo>
                    <a:lnTo>
                      <a:pt x="20" y="26"/>
                    </a:lnTo>
                    <a:lnTo>
                      <a:pt x="23" y="19"/>
                    </a:lnTo>
                    <a:lnTo>
                      <a:pt x="24" y="14"/>
                    </a:lnTo>
                    <a:lnTo>
                      <a:pt x="23" y="10"/>
                    </a:lnTo>
                    <a:lnTo>
                      <a:pt x="20" y="8"/>
                    </a:lnTo>
                    <a:lnTo>
                      <a:pt x="17" y="8"/>
                    </a:lnTo>
                    <a:lnTo>
                      <a:pt x="10" y="12"/>
                    </a:lnTo>
                  </a:path>
                </a:pathLst>
              </a:custGeom>
              <a:solidFill>
                <a:srgbClr val="000000"/>
              </a:solidFill>
              <a:ln w="9525" cap="rnd">
                <a:noFill/>
                <a:round/>
                <a:headEnd/>
                <a:tailEnd/>
              </a:ln>
            </p:spPr>
            <p:txBody>
              <a:bodyPr/>
              <a:lstStyle/>
              <a:p>
                <a:pPr algn="ctr"/>
                <a:endParaRPr lang="pt-BR" sz="2400"/>
              </a:p>
            </p:txBody>
          </p:sp>
          <p:sp>
            <p:nvSpPr>
              <p:cNvPr id="103" name="Freeform 563"/>
              <p:cNvSpPr>
                <a:spLocks/>
              </p:cNvSpPr>
              <p:nvPr/>
            </p:nvSpPr>
            <p:spPr bwMode="auto">
              <a:xfrm>
                <a:off x="1336" y="2449"/>
                <a:ext cx="226" cy="73"/>
              </a:xfrm>
              <a:custGeom>
                <a:avLst/>
                <a:gdLst>
                  <a:gd name="T0" fmla="*/ 0 w 226"/>
                  <a:gd name="T1" fmla="*/ 15 h 73"/>
                  <a:gd name="T2" fmla="*/ 31 w 226"/>
                  <a:gd name="T3" fmla="*/ 27 h 73"/>
                  <a:gd name="T4" fmla="*/ 39 w 226"/>
                  <a:gd name="T5" fmla="*/ 19 h 73"/>
                  <a:gd name="T6" fmla="*/ 56 w 226"/>
                  <a:gd name="T7" fmla="*/ 19 h 73"/>
                  <a:gd name="T8" fmla="*/ 64 w 226"/>
                  <a:gd name="T9" fmla="*/ 26 h 73"/>
                  <a:gd name="T10" fmla="*/ 73 w 226"/>
                  <a:gd name="T11" fmla="*/ 23 h 73"/>
                  <a:gd name="T12" fmla="*/ 116 w 226"/>
                  <a:gd name="T13" fmla="*/ 22 h 73"/>
                  <a:gd name="T14" fmla="*/ 145 w 226"/>
                  <a:gd name="T15" fmla="*/ 16 h 73"/>
                  <a:gd name="T16" fmla="*/ 187 w 226"/>
                  <a:gd name="T17" fmla="*/ 0 h 73"/>
                  <a:gd name="T18" fmla="*/ 192 w 226"/>
                  <a:gd name="T19" fmla="*/ 4 h 73"/>
                  <a:gd name="T20" fmla="*/ 194 w 226"/>
                  <a:gd name="T21" fmla="*/ 8 h 73"/>
                  <a:gd name="T22" fmla="*/ 189 w 226"/>
                  <a:gd name="T23" fmla="*/ 11 h 73"/>
                  <a:gd name="T24" fmla="*/ 194 w 226"/>
                  <a:gd name="T25" fmla="*/ 17 h 73"/>
                  <a:gd name="T26" fmla="*/ 196 w 226"/>
                  <a:gd name="T27" fmla="*/ 22 h 73"/>
                  <a:gd name="T28" fmla="*/ 194 w 226"/>
                  <a:gd name="T29" fmla="*/ 27 h 73"/>
                  <a:gd name="T30" fmla="*/ 223 w 226"/>
                  <a:gd name="T31" fmla="*/ 30 h 73"/>
                  <a:gd name="T32" fmla="*/ 225 w 226"/>
                  <a:gd name="T33" fmla="*/ 32 h 73"/>
                  <a:gd name="T34" fmla="*/ 194 w 226"/>
                  <a:gd name="T35" fmla="*/ 33 h 73"/>
                  <a:gd name="T36" fmla="*/ 194 w 226"/>
                  <a:gd name="T37" fmla="*/ 36 h 73"/>
                  <a:gd name="T38" fmla="*/ 196 w 226"/>
                  <a:gd name="T39" fmla="*/ 39 h 73"/>
                  <a:gd name="T40" fmla="*/ 222 w 226"/>
                  <a:gd name="T41" fmla="*/ 40 h 73"/>
                  <a:gd name="T42" fmla="*/ 220 w 226"/>
                  <a:gd name="T43" fmla="*/ 44 h 73"/>
                  <a:gd name="T44" fmla="*/ 198 w 226"/>
                  <a:gd name="T45" fmla="*/ 48 h 73"/>
                  <a:gd name="T46" fmla="*/ 198 w 226"/>
                  <a:gd name="T47" fmla="*/ 51 h 73"/>
                  <a:gd name="T48" fmla="*/ 213 w 226"/>
                  <a:gd name="T49" fmla="*/ 51 h 73"/>
                  <a:gd name="T50" fmla="*/ 215 w 226"/>
                  <a:gd name="T51" fmla="*/ 49 h 73"/>
                  <a:gd name="T52" fmla="*/ 214 w 226"/>
                  <a:gd name="T53" fmla="*/ 53 h 73"/>
                  <a:gd name="T54" fmla="*/ 187 w 226"/>
                  <a:gd name="T55" fmla="*/ 57 h 73"/>
                  <a:gd name="T56" fmla="*/ 156 w 226"/>
                  <a:gd name="T57" fmla="*/ 59 h 73"/>
                  <a:gd name="T58" fmla="*/ 144 w 226"/>
                  <a:gd name="T59" fmla="*/ 59 h 73"/>
                  <a:gd name="T60" fmla="*/ 127 w 226"/>
                  <a:gd name="T61" fmla="*/ 62 h 73"/>
                  <a:gd name="T62" fmla="*/ 121 w 226"/>
                  <a:gd name="T63" fmla="*/ 72 h 73"/>
                  <a:gd name="T64" fmla="*/ 95 w 226"/>
                  <a:gd name="T65" fmla="*/ 72 h 73"/>
                  <a:gd name="T66" fmla="*/ 119 w 226"/>
                  <a:gd name="T67" fmla="*/ 69 h 73"/>
                  <a:gd name="T68" fmla="*/ 122 w 226"/>
                  <a:gd name="T69" fmla="*/ 63 h 73"/>
                  <a:gd name="T70" fmla="*/ 124 w 226"/>
                  <a:gd name="T71" fmla="*/ 54 h 73"/>
                  <a:gd name="T72" fmla="*/ 124 w 226"/>
                  <a:gd name="T73" fmla="*/ 47 h 73"/>
                  <a:gd name="T74" fmla="*/ 121 w 226"/>
                  <a:gd name="T75" fmla="*/ 35 h 73"/>
                  <a:gd name="T76" fmla="*/ 118 w 226"/>
                  <a:gd name="T77" fmla="*/ 26 h 73"/>
                  <a:gd name="T78" fmla="*/ 73 w 226"/>
                  <a:gd name="T79" fmla="*/ 27 h 73"/>
                  <a:gd name="T80" fmla="*/ 63 w 226"/>
                  <a:gd name="T81" fmla="*/ 29 h 73"/>
                  <a:gd name="T82" fmla="*/ 48 w 226"/>
                  <a:gd name="T83" fmla="*/ 22 h 73"/>
                  <a:gd name="T84" fmla="*/ 33 w 226"/>
                  <a:gd name="T85" fmla="*/ 34 h 73"/>
                  <a:gd name="T86" fmla="*/ 29 w 226"/>
                  <a:gd name="T87" fmla="*/ 29 h 73"/>
                  <a:gd name="T88" fmla="*/ 0 w 226"/>
                  <a:gd name="T89" fmla="*/ 15 h 7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26"/>
                  <a:gd name="T136" fmla="*/ 0 h 73"/>
                  <a:gd name="T137" fmla="*/ 226 w 226"/>
                  <a:gd name="T138" fmla="*/ 73 h 7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26" h="73">
                    <a:moveTo>
                      <a:pt x="0" y="15"/>
                    </a:moveTo>
                    <a:lnTo>
                      <a:pt x="31" y="27"/>
                    </a:lnTo>
                    <a:lnTo>
                      <a:pt x="39" y="19"/>
                    </a:lnTo>
                    <a:lnTo>
                      <a:pt x="56" y="19"/>
                    </a:lnTo>
                    <a:lnTo>
                      <a:pt x="64" y="26"/>
                    </a:lnTo>
                    <a:lnTo>
                      <a:pt x="73" y="23"/>
                    </a:lnTo>
                    <a:lnTo>
                      <a:pt x="116" y="22"/>
                    </a:lnTo>
                    <a:lnTo>
                      <a:pt x="145" y="16"/>
                    </a:lnTo>
                    <a:lnTo>
                      <a:pt x="187" y="0"/>
                    </a:lnTo>
                    <a:lnTo>
                      <a:pt x="192" y="4"/>
                    </a:lnTo>
                    <a:lnTo>
                      <a:pt x="194" y="8"/>
                    </a:lnTo>
                    <a:lnTo>
                      <a:pt x="189" y="11"/>
                    </a:lnTo>
                    <a:lnTo>
                      <a:pt x="194" y="17"/>
                    </a:lnTo>
                    <a:lnTo>
                      <a:pt x="196" y="22"/>
                    </a:lnTo>
                    <a:lnTo>
                      <a:pt x="194" y="27"/>
                    </a:lnTo>
                    <a:lnTo>
                      <a:pt x="223" y="30"/>
                    </a:lnTo>
                    <a:lnTo>
                      <a:pt x="225" y="32"/>
                    </a:lnTo>
                    <a:lnTo>
                      <a:pt x="194" y="33"/>
                    </a:lnTo>
                    <a:lnTo>
                      <a:pt x="194" y="36"/>
                    </a:lnTo>
                    <a:lnTo>
                      <a:pt x="196" y="39"/>
                    </a:lnTo>
                    <a:lnTo>
                      <a:pt x="222" y="40"/>
                    </a:lnTo>
                    <a:lnTo>
                      <a:pt x="220" y="44"/>
                    </a:lnTo>
                    <a:lnTo>
                      <a:pt x="198" y="48"/>
                    </a:lnTo>
                    <a:lnTo>
                      <a:pt x="198" y="51"/>
                    </a:lnTo>
                    <a:lnTo>
                      <a:pt x="213" y="51"/>
                    </a:lnTo>
                    <a:lnTo>
                      <a:pt x="215" y="49"/>
                    </a:lnTo>
                    <a:lnTo>
                      <a:pt x="214" y="53"/>
                    </a:lnTo>
                    <a:lnTo>
                      <a:pt x="187" y="57"/>
                    </a:lnTo>
                    <a:lnTo>
                      <a:pt x="156" y="59"/>
                    </a:lnTo>
                    <a:lnTo>
                      <a:pt x="144" y="59"/>
                    </a:lnTo>
                    <a:lnTo>
                      <a:pt x="127" y="62"/>
                    </a:lnTo>
                    <a:lnTo>
                      <a:pt x="121" y="72"/>
                    </a:lnTo>
                    <a:lnTo>
                      <a:pt x="95" y="72"/>
                    </a:lnTo>
                    <a:lnTo>
                      <a:pt x="119" y="69"/>
                    </a:lnTo>
                    <a:lnTo>
                      <a:pt x="122" y="63"/>
                    </a:lnTo>
                    <a:lnTo>
                      <a:pt x="124" y="54"/>
                    </a:lnTo>
                    <a:lnTo>
                      <a:pt x="124" y="47"/>
                    </a:lnTo>
                    <a:lnTo>
                      <a:pt x="121" y="35"/>
                    </a:lnTo>
                    <a:lnTo>
                      <a:pt x="118" y="26"/>
                    </a:lnTo>
                    <a:lnTo>
                      <a:pt x="73" y="27"/>
                    </a:lnTo>
                    <a:lnTo>
                      <a:pt x="63" y="29"/>
                    </a:lnTo>
                    <a:lnTo>
                      <a:pt x="48" y="22"/>
                    </a:lnTo>
                    <a:lnTo>
                      <a:pt x="33" y="34"/>
                    </a:lnTo>
                    <a:lnTo>
                      <a:pt x="29" y="29"/>
                    </a:lnTo>
                    <a:lnTo>
                      <a:pt x="0" y="15"/>
                    </a:lnTo>
                  </a:path>
                </a:pathLst>
              </a:custGeom>
              <a:solidFill>
                <a:srgbClr val="000000"/>
              </a:solidFill>
              <a:ln w="9525" cap="rnd">
                <a:noFill/>
                <a:round/>
                <a:headEnd/>
                <a:tailEnd/>
              </a:ln>
            </p:spPr>
            <p:txBody>
              <a:bodyPr/>
              <a:lstStyle/>
              <a:p>
                <a:pPr algn="ctr"/>
                <a:endParaRPr lang="pt-BR" sz="2400"/>
              </a:p>
            </p:txBody>
          </p:sp>
          <p:sp>
            <p:nvSpPr>
              <p:cNvPr id="104" name="Freeform 564"/>
              <p:cNvSpPr>
                <a:spLocks/>
              </p:cNvSpPr>
              <p:nvPr/>
            </p:nvSpPr>
            <p:spPr bwMode="auto">
              <a:xfrm>
                <a:off x="1397" y="2485"/>
                <a:ext cx="27" cy="11"/>
              </a:xfrm>
              <a:custGeom>
                <a:avLst/>
                <a:gdLst>
                  <a:gd name="T0" fmla="*/ 26 w 27"/>
                  <a:gd name="T1" fmla="*/ 8 h 11"/>
                  <a:gd name="T2" fmla="*/ 15 w 27"/>
                  <a:gd name="T3" fmla="*/ 0 h 11"/>
                  <a:gd name="T4" fmla="*/ 0 w 27"/>
                  <a:gd name="T5" fmla="*/ 3 h 11"/>
                  <a:gd name="T6" fmla="*/ 3 w 27"/>
                  <a:gd name="T7" fmla="*/ 6 h 11"/>
                  <a:gd name="T8" fmla="*/ 22 w 27"/>
                  <a:gd name="T9" fmla="*/ 10 h 11"/>
                  <a:gd name="T10" fmla="*/ 26 w 27"/>
                  <a:gd name="T11" fmla="*/ 8 h 11"/>
                  <a:gd name="T12" fmla="*/ 0 60000 65536"/>
                  <a:gd name="T13" fmla="*/ 0 60000 65536"/>
                  <a:gd name="T14" fmla="*/ 0 60000 65536"/>
                  <a:gd name="T15" fmla="*/ 0 60000 65536"/>
                  <a:gd name="T16" fmla="*/ 0 60000 65536"/>
                  <a:gd name="T17" fmla="*/ 0 60000 65536"/>
                  <a:gd name="T18" fmla="*/ 0 w 27"/>
                  <a:gd name="T19" fmla="*/ 0 h 11"/>
                  <a:gd name="T20" fmla="*/ 27 w 2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27" h="11">
                    <a:moveTo>
                      <a:pt x="26" y="8"/>
                    </a:moveTo>
                    <a:lnTo>
                      <a:pt x="15" y="0"/>
                    </a:lnTo>
                    <a:lnTo>
                      <a:pt x="0" y="3"/>
                    </a:lnTo>
                    <a:lnTo>
                      <a:pt x="3" y="6"/>
                    </a:lnTo>
                    <a:lnTo>
                      <a:pt x="22" y="10"/>
                    </a:lnTo>
                    <a:lnTo>
                      <a:pt x="26" y="8"/>
                    </a:lnTo>
                  </a:path>
                </a:pathLst>
              </a:custGeom>
              <a:solidFill>
                <a:srgbClr val="000000"/>
              </a:solidFill>
              <a:ln w="9525" cap="rnd">
                <a:noFill/>
                <a:round/>
                <a:headEnd/>
                <a:tailEnd/>
              </a:ln>
            </p:spPr>
            <p:txBody>
              <a:bodyPr/>
              <a:lstStyle/>
              <a:p>
                <a:pPr algn="ctr"/>
                <a:endParaRPr lang="pt-BR" sz="2400"/>
              </a:p>
            </p:txBody>
          </p:sp>
          <p:sp>
            <p:nvSpPr>
              <p:cNvPr id="105" name="Freeform 565"/>
              <p:cNvSpPr>
                <a:spLocks/>
              </p:cNvSpPr>
              <p:nvPr/>
            </p:nvSpPr>
            <p:spPr bwMode="auto">
              <a:xfrm>
                <a:off x="1310" y="2305"/>
                <a:ext cx="23" cy="159"/>
              </a:xfrm>
              <a:custGeom>
                <a:avLst/>
                <a:gdLst>
                  <a:gd name="T0" fmla="*/ 11 w 23"/>
                  <a:gd name="T1" fmla="*/ 154 h 159"/>
                  <a:gd name="T2" fmla="*/ 14 w 23"/>
                  <a:gd name="T3" fmla="*/ 151 h 159"/>
                  <a:gd name="T4" fmla="*/ 14 w 23"/>
                  <a:gd name="T5" fmla="*/ 141 h 159"/>
                  <a:gd name="T6" fmla="*/ 9 w 23"/>
                  <a:gd name="T7" fmla="*/ 118 h 159"/>
                  <a:gd name="T8" fmla="*/ 4 w 23"/>
                  <a:gd name="T9" fmla="*/ 85 h 159"/>
                  <a:gd name="T10" fmla="*/ 3 w 23"/>
                  <a:gd name="T11" fmla="*/ 58 h 159"/>
                  <a:gd name="T12" fmla="*/ 1 w 23"/>
                  <a:gd name="T13" fmla="*/ 39 h 159"/>
                  <a:gd name="T14" fmla="*/ 3 w 23"/>
                  <a:gd name="T15" fmla="*/ 33 h 159"/>
                  <a:gd name="T16" fmla="*/ 3 w 23"/>
                  <a:gd name="T17" fmla="*/ 23 h 159"/>
                  <a:gd name="T18" fmla="*/ 0 w 23"/>
                  <a:gd name="T19" fmla="*/ 15 h 159"/>
                  <a:gd name="T20" fmla="*/ 5 w 23"/>
                  <a:gd name="T21" fmla="*/ 20 h 159"/>
                  <a:gd name="T22" fmla="*/ 7 w 23"/>
                  <a:gd name="T23" fmla="*/ 15 h 159"/>
                  <a:gd name="T24" fmla="*/ 8 w 23"/>
                  <a:gd name="T25" fmla="*/ 9 h 159"/>
                  <a:gd name="T26" fmla="*/ 8 w 23"/>
                  <a:gd name="T27" fmla="*/ 0 h 159"/>
                  <a:gd name="T28" fmla="*/ 9 w 23"/>
                  <a:gd name="T29" fmla="*/ 7 h 159"/>
                  <a:gd name="T30" fmla="*/ 10 w 23"/>
                  <a:gd name="T31" fmla="*/ 15 h 159"/>
                  <a:gd name="T32" fmla="*/ 8 w 23"/>
                  <a:gd name="T33" fmla="*/ 24 h 159"/>
                  <a:gd name="T34" fmla="*/ 5 w 23"/>
                  <a:gd name="T35" fmla="*/ 33 h 159"/>
                  <a:gd name="T36" fmla="*/ 3 w 23"/>
                  <a:gd name="T37" fmla="*/ 40 h 159"/>
                  <a:gd name="T38" fmla="*/ 8 w 23"/>
                  <a:gd name="T39" fmla="*/ 94 h 159"/>
                  <a:gd name="T40" fmla="*/ 12 w 23"/>
                  <a:gd name="T41" fmla="*/ 125 h 159"/>
                  <a:gd name="T42" fmla="*/ 18 w 23"/>
                  <a:gd name="T43" fmla="*/ 141 h 159"/>
                  <a:gd name="T44" fmla="*/ 22 w 23"/>
                  <a:gd name="T45" fmla="*/ 158 h 159"/>
                  <a:gd name="T46" fmla="*/ 11 w 23"/>
                  <a:gd name="T47" fmla="*/ 154 h 1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3"/>
                  <a:gd name="T73" fmla="*/ 0 h 159"/>
                  <a:gd name="T74" fmla="*/ 23 w 23"/>
                  <a:gd name="T75" fmla="*/ 159 h 1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3" h="159">
                    <a:moveTo>
                      <a:pt x="11" y="154"/>
                    </a:moveTo>
                    <a:lnTo>
                      <a:pt x="14" y="151"/>
                    </a:lnTo>
                    <a:lnTo>
                      <a:pt x="14" y="141"/>
                    </a:lnTo>
                    <a:lnTo>
                      <a:pt x="9" y="118"/>
                    </a:lnTo>
                    <a:lnTo>
                      <a:pt x="4" y="85"/>
                    </a:lnTo>
                    <a:lnTo>
                      <a:pt x="3" y="58"/>
                    </a:lnTo>
                    <a:lnTo>
                      <a:pt x="1" y="39"/>
                    </a:lnTo>
                    <a:lnTo>
                      <a:pt x="3" y="33"/>
                    </a:lnTo>
                    <a:lnTo>
                      <a:pt x="3" y="23"/>
                    </a:lnTo>
                    <a:lnTo>
                      <a:pt x="0" y="15"/>
                    </a:lnTo>
                    <a:lnTo>
                      <a:pt x="5" y="20"/>
                    </a:lnTo>
                    <a:lnTo>
                      <a:pt x="7" y="15"/>
                    </a:lnTo>
                    <a:lnTo>
                      <a:pt x="8" y="9"/>
                    </a:lnTo>
                    <a:lnTo>
                      <a:pt x="8" y="0"/>
                    </a:lnTo>
                    <a:lnTo>
                      <a:pt x="9" y="7"/>
                    </a:lnTo>
                    <a:lnTo>
                      <a:pt x="10" y="15"/>
                    </a:lnTo>
                    <a:lnTo>
                      <a:pt x="8" y="24"/>
                    </a:lnTo>
                    <a:lnTo>
                      <a:pt x="5" y="33"/>
                    </a:lnTo>
                    <a:lnTo>
                      <a:pt x="3" y="40"/>
                    </a:lnTo>
                    <a:lnTo>
                      <a:pt x="8" y="94"/>
                    </a:lnTo>
                    <a:lnTo>
                      <a:pt x="12" y="125"/>
                    </a:lnTo>
                    <a:lnTo>
                      <a:pt x="18" y="141"/>
                    </a:lnTo>
                    <a:lnTo>
                      <a:pt x="22" y="158"/>
                    </a:lnTo>
                    <a:lnTo>
                      <a:pt x="11" y="154"/>
                    </a:lnTo>
                  </a:path>
                </a:pathLst>
              </a:custGeom>
              <a:solidFill>
                <a:srgbClr val="000000"/>
              </a:solidFill>
              <a:ln w="9525" cap="rnd">
                <a:noFill/>
                <a:round/>
                <a:headEnd/>
                <a:tailEnd/>
              </a:ln>
            </p:spPr>
            <p:txBody>
              <a:bodyPr/>
              <a:lstStyle/>
              <a:p>
                <a:pPr algn="ctr"/>
                <a:endParaRPr lang="pt-BR" sz="2400"/>
              </a:p>
            </p:txBody>
          </p:sp>
          <p:sp>
            <p:nvSpPr>
              <p:cNvPr id="106" name="Freeform 566"/>
              <p:cNvSpPr>
                <a:spLocks/>
              </p:cNvSpPr>
              <p:nvPr/>
            </p:nvSpPr>
            <p:spPr bwMode="auto">
              <a:xfrm>
                <a:off x="1333" y="2294"/>
                <a:ext cx="126" cy="178"/>
              </a:xfrm>
              <a:custGeom>
                <a:avLst/>
                <a:gdLst>
                  <a:gd name="T0" fmla="*/ 11 w 126"/>
                  <a:gd name="T1" fmla="*/ 0 h 178"/>
                  <a:gd name="T2" fmla="*/ 27 w 126"/>
                  <a:gd name="T3" fmla="*/ 15 h 178"/>
                  <a:gd name="T4" fmla="*/ 31 w 126"/>
                  <a:gd name="T5" fmla="*/ 26 h 178"/>
                  <a:gd name="T6" fmla="*/ 34 w 126"/>
                  <a:gd name="T7" fmla="*/ 39 h 178"/>
                  <a:gd name="T8" fmla="*/ 34 w 126"/>
                  <a:gd name="T9" fmla="*/ 57 h 178"/>
                  <a:gd name="T10" fmla="*/ 26 w 126"/>
                  <a:gd name="T11" fmla="*/ 119 h 178"/>
                  <a:gd name="T12" fmla="*/ 19 w 126"/>
                  <a:gd name="T13" fmla="*/ 126 h 178"/>
                  <a:gd name="T14" fmla="*/ 0 w 126"/>
                  <a:gd name="T15" fmla="*/ 128 h 178"/>
                  <a:gd name="T16" fmla="*/ 26 w 126"/>
                  <a:gd name="T17" fmla="*/ 127 h 178"/>
                  <a:gd name="T18" fmla="*/ 19 w 126"/>
                  <a:gd name="T19" fmla="*/ 177 h 178"/>
                  <a:gd name="T20" fmla="*/ 20 w 126"/>
                  <a:gd name="T21" fmla="*/ 177 h 178"/>
                  <a:gd name="T22" fmla="*/ 29 w 126"/>
                  <a:gd name="T23" fmla="*/ 135 h 178"/>
                  <a:gd name="T24" fmla="*/ 63 w 126"/>
                  <a:gd name="T25" fmla="*/ 164 h 178"/>
                  <a:gd name="T26" fmla="*/ 72 w 126"/>
                  <a:gd name="T27" fmla="*/ 164 h 178"/>
                  <a:gd name="T28" fmla="*/ 85 w 126"/>
                  <a:gd name="T29" fmla="*/ 158 h 178"/>
                  <a:gd name="T30" fmla="*/ 98 w 126"/>
                  <a:gd name="T31" fmla="*/ 147 h 178"/>
                  <a:gd name="T32" fmla="*/ 108 w 126"/>
                  <a:gd name="T33" fmla="*/ 136 h 178"/>
                  <a:gd name="T34" fmla="*/ 116 w 126"/>
                  <a:gd name="T35" fmla="*/ 127 h 178"/>
                  <a:gd name="T36" fmla="*/ 105 w 126"/>
                  <a:gd name="T37" fmla="*/ 135 h 178"/>
                  <a:gd name="T38" fmla="*/ 98 w 126"/>
                  <a:gd name="T39" fmla="*/ 130 h 178"/>
                  <a:gd name="T40" fmla="*/ 107 w 126"/>
                  <a:gd name="T41" fmla="*/ 125 h 178"/>
                  <a:gd name="T42" fmla="*/ 90 w 126"/>
                  <a:gd name="T43" fmla="*/ 130 h 178"/>
                  <a:gd name="T44" fmla="*/ 68 w 126"/>
                  <a:gd name="T45" fmla="*/ 133 h 178"/>
                  <a:gd name="T46" fmla="*/ 48 w 126"/>
                  <a:gd name="T47" fmla="*/ 133 h 178"/>
                  <a:gd name="T48" fmla="*/ 40 w 126"/>
                  <a:gd name="T49" fmla="*/ 133 h 178"/>
                  <a:gd name="T50" fmla="*/ 34 w 126"/>
                  <a:gd name="T51" fmla="*/ 128 h 178"/>
                  <a:gd name="T52" fmla="*/ 47 w 126"/>
                  <a:gd name="T53" fmla="*/ 123 h 178"/>
                  <a:gd name="T54" fmla="*/ 73 w 126"/>
                  <a:gd name="T55" fmla="*/ 123 h 178"/>
                  <a:gd name="T56" fmla="*/ 94 w 126"/>
                  <a:gd name="T57" fmla="*/ 111 h 178"/>
                  <a:gd name="T58" fmla="*/ 73 w 126"/>
                  <a:gd name="T59" fmla="*/ 118 h 178"/>
                  <a:gd name="T60" fmla="*/ 47 w 126"/>
                  <a:gd name="T61" fmla="*/ 118 h 178"/>
                  <a:gd name="T62" fmla="*/ 31 w 126"/>
                  <a:gd name="T63" fmla="*/ 122 h 178"/>
                  <a:gd name="T64" fmla="*/ 31 w 126"/>
                  <a:gd name="T65" fmla="*/ 108 h 178"/>
                  <a:gd name="T66" fmla="*/ 71 w 126"/>
                  <a:gd name="T67" fmla="*/ 101 h 178"/>
                  <a:gd name="T68" fmla="*/ 57 w 126"/>
                  <a:gd name="T69" fmla="*/ 64 h 178"/>
                  <a:gd name="T70" fmla="*/ 40 w 126"/>
                  <a:gd name="T71" fmla="*/ 43 h 178"/>
                  <a:gd name="T72" fmla="*/ 40 w 126"/>
                  <a:gd name="T73" fmla="*/ 29 h 178"/>
                  <a:gd name="T74" fmla="*/ 113 w 126"/>
                  <a:gd name="T75" fmla="*/ 104 h 178"/>
                  <a:gd name="T76" fmla="*/ 125 w 126"/>
                  <a:gd name="T77" fmla="*/ 109 h 178"/>
                  <a:gd name="T78" fmla="*/ 119 w 126"/>
                  <a:gd name="T79" fmla="*/ 96 h 178"/>
                  <a:gd name="T80" fmla="*/ 53 w 126"/>
                  <a:gd name="T81" fmla="*/ 34 h 178"/>
                  <a:gd name="T82" fmla="*/ 45 w 126"/>
                  <a:gd name="T83" fmla="*/ 18 h 178"/>
                  <a:gd name="T84" fmla="*/ 22 w 126"/>
                  <a:gd name="T85" fmla="*/ 3 h 178"/>
                  <a:gd name="T86" fmla="*/ 11 w 126"/>
                  <a:gd name="T87" fmla="*/ 0 h 1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6"/>
                  <a:gd name="T133" fmla="*/ 0 h 178"/>
                  <a:gd name="T134" fmla="*/ 126 w 126"/>
                  <a:gd name="T135" fmla="*/ 178 h 1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6" h="178">
                    <a:moveTo>
                      <a:pt x="11" y="0"/>
                    </a:moveTo>
                    <a:lnTo>
                      <a:pt x="27" y="15"/>
                    </a:lnTo>
                    <a:lnTo>
                      <a:pt x="31" y="26"/>
                    </a:lnTo>
                    <a:lnTo>
                      <a:pt x="34" y="39"/>
                    </a:lnTo>
                    <a:lnTo>
                      <a:pt x="34" y="57"/>
                    </a:lnTo>
                    <a:lnTo>
                      <a:pt x="26" y="119"/>
                    </a:lnTo>
                    <a:lnTo>
                      <a:pt x="19" y="126"/>
                    </a:lnTo>
                    <a:lnTo>
                      <a:pt x="0" y="128"/>
                    </a:lnTo>
                    <a:lnTo>
                      <a:pt x="26" y="127"/>
                    </a:lnTo>
                    <a:lnTo>
                      <a:pt x="19" y="177"/>
                    </a:lnTo>
                    <a:lnTo>
                      <a:pt x="20" y="177"/>
                    </a:lnTo>
                    <a:lnTo>
                      <a:pt x="29" y="135"/>
                    </a:lnTo>
                    <a:lnTo>
                      <a:pt x="63" y="164"/>
                    </a:lnTo>
                    <a:lnTo>
                      <a:pt x="72" y="164"/>
                    </a:lnTo>
                    <a:lnTo>
                      <a:pt x="85" y="158"/>
                    </a:lnTo>
                    <a:lnTo>
                      <a:pt x="98" y="147"/>
                    </a:lnTo>
                    <a:lnTo>
                      <a:pt x="108" y="136"/>
                    </a:lnTo>
                    <a:lnTo>
                      <a:pt x="116" y="127"/>
                    </a:lnTo>
                    <a:lnTo>
                      <a:pt x="105" y="135"/>
                    </a:lnTo>
                    <a:lnTo>
                      <a:pt x="98" y="130"/>
                    </a:lnTo>
                    <a:lnTo>
                      <a:pt x="107" y="125"/>
                    </a:lnTo>
                    <a:lnTo>
                      <a:pt x="90" y="130"/>
                    </a:lnTo>
                    <a:lnTo>
                      <a:pt x="68" y="133"/>
                    </a:lnTo>
                    <a:lnTo>
                      <a:pt x="48" y="133"/>
                    </a:lnTo>
                    <a:lnTo>
                      <a:pt x="40" y="133"/>
                    </a:lnTo>
                    <a:lnTo>
                      <a:pt x="34" y="128"/>
                    </a:lnTo>
                    <a:lnTo>
                      <a:pt x="47" y="123"/>
                    </a:lnTo>
                    <a:lnTo>
                      <a:pt x="73" y="123"/>
                    </a:lnTo>
                    <a:lnTo>
                      <a:pt x="94" y="111"/>
                    </a:lnTo>
                    <a:lnTo>
                      <a:pt x="73" y="118"/>
                    </a:lnTo>
                    <a:lnTo>
                      <a:pt x="47" y="118"/>
                    </a:lnTo>
                    <a:lnTo>
                      <a:pt x="31" y="122"/>
                    </a:lnTo>
                    <a:lnTo>
                      <a:pt x="31" y="108"/>
                    </a:lnTo>
                    <a:lnTo>
                      <a:pt x="71" y="101"/>
                    </a:lnTo>
                    <a:lnTo>
                      <a:pt x="57" y="64"/>
                    </a:lnTo>
                    <a:lnTo>
                      <a:pt x="40" y="43"/>
                    </a:lnTo>
                    <a:lnTo>
                      <a:pt x="40" y="29"/>
                    </a:lnTo>
                    <a:lnTo>
                      <a:pt x="113" y="104"/>
                    </a:lnTo>
                    <a:lnTo>
                      <a:pt x="125" y="109"/>
                    </a:lnTo>
                    <a:lnTo>
                      <a:pt x="119" y="96"/>
                    </a:lnTo>
                    <a:lnTo>
                      <a:pt x="53" y="34"/>
                    </a:lnTo>
                    <a:lnTo>
                      <a:pt x="45" y="18"/>
                    </a:lnTo>
                    <a:lnTo>
                      <a:pt x="22" y="3"/>
                    </a:lnTo>
                    <a:lnTo>
                      <a:pt x="11" y="0"/>
                    </a:lnTo>
                  </a:path>
                </a:pathLst>
              </a:custGeom>
              <a:solidFill>
                <a:srgbClr val="000000"/>
              </a:solidFill>
              <a:ln w="9525" cap="rnd">
                <a:noFill/>
                <a:round/>
                <a:headEnd/>
                <a:tailEnd/>
              </a:ln>
            </p:spPr>
            <p:txBody>
              <a:bodyPr/>
              <a:lstStyle/>
              <a:p>
                <a:pPr algn="ctr"/>
                <a:endParaRPr lang="pt-BR" sz="2400"/>
              </a:p>
            </p:txBody>
          </p:sp>
          <p:sp>
            <p:nvSpPr>
              <p:cNvPr id="107" name="Freeform 567"/>
              <p:cNvSpPr>
                <a:spLocks/>
              </p:cNvSpPr>
              <p:nvPr/>
            </p:nvSpPr>
            <p:spPr bwMode="auto">
              <a:xfrm>
                <a:off x="1408" y="2430"/>
                <a:ext cx="57" cy="43"/>
              </a:xfrm>
              <a:custGeom>
                <a:avLst/>
                <a:gdLst>
                  <a:gd name="T0" fmla="*/ 0 w 57"/>
                  <a:gd name="T1" fmla="*/ 32 h 43"/>
                  <a:gd name="T2" fmla="*/ 22 w 57"/>
                  <a:gd name="T3" fmla="*/ 27 h 43"/>
                  <a:gd name="T4" fmla="*/ 48 w 57"/>
                  <a:gd name="T5" fmla="*/ 42 h 43"/>
                  <a:gd name="T6" fmla="*/ 56 w 57"/>
                  <a:gd name="T7" fmla="*/ 39 h 43"/>
                  <a:gd name="T8" fmla="*/ 36 w 57"/>
                  <a:gd name="T9" fmla="*/ 27 h 43"/>
                  <a:gd name="T10" fmla="*/ 44 w 57"/>
                  <a:gd name="T11" fmla="*/ 12 h 43"/>
                  <a:gd name="T12" fmla="*/ 44 w 57"/>
                  <a:gd name="T13" fmla="*/ 0 h 43"/>
                  <a:gd name="T14" fmla="*/ 29 w 57"/>
                  <a:gd name="T15" fmla="*/ 19 h 43"/>
                  <a:gd name="T16" fmla="*/ 15 w 57"/>
                  <a:gd name="T17" fmla="*/ 26 h 43"/>
                  <a:gd name="T18" fmla="*/ 0 w 57"/>
                  <a:gd name="T19" fmla="*/ 32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43"/>
                  <a:gd name="T32" fmla="*/ 57 w 57"/>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43">
                    <a:moveTo>
                      <a:pt x="0" y="32"/>
                    </a:moveTo>
                    <a:lnTo>
                      <a:pt x="22" y="27"/>
                    </a:lnTo>
                    <a:lnTo>
                      <a:pt x="48" y="42"/>
                    </a:lnTo>
                    <a:lnTo>
                      <a:pt x="56" y="39"/>
                    </a:lnTo>
                    <a:lnTo>
                      <a:pt x="36" y="27"/>
                    </a:lnTo>
                    <a:lnTo>
                      <a:pt x="44" y="12"/>
                    </a:lnTo>
                    <a:lnTo>
                      <a:pt x="44" y="0"/>
                    </a:lnTo>
                    <a:lnTo>
                      <a:pt x="29" y="19"/>
                    </a:lnTo>
                    <a:lnTo>
                      <a:pt x="15" y="26"/>
                    </a:lnTo>
                    <a:lnTo>
                      <a:pt x="0" y="32"/>
                    </a:lnTo>
                  </a:path>
                </a:pathLst>
              </a:custGeom>
              <a:solidFill>
                <a:srgbClr val="000000"/>
              </a:solidFill>
              <a:ln w="9525" cap="rnd">
                <a:noFill/>
                <a:round/>
                <a:headEnd/>
                <a:tailEnd/>
              </a:ln>
            </p:spPr>
            <p:txBody>
              <a:bodyPr/>
              <a:lstStyle/>
              <a:p>
                <a:pPr algn="ctr"/>
                <a:endParaRPr lang="pt-BR" sz="2400"/>
              </a:p>
            </p:txBody>
          </p:sp>
          <p:sp>
            <p:nvSpPr>
              <p:cNvPr id="108" name="Freeform 568"/>
              <p:cNvSpPr>
                <a:spLocks/>
              </p:cNvSpPr>
              <p:nvPr/>
            </p:nvSpPr>
            <p:spPr bwMode="auto">
              <a:xfrm>
                <a:off x="1449" y="2401"/>
                <a:ext cx="72" cy="51"/>
              </a:xfrm>
              <a:custGeom>
                <a:avLst/>
                <a:gdLst>
                  <a:gd name="T0" fmla="*/ 13 w 72"/>
                  <a:gd name="T1" fmla="*/ 22 h 51"/>
                  <a:gd name="T2" fmla="*/ 26 w 72"/>
                  <a:gd name="T3" fmla="*/ 14 h 51"/>
                  <a:gd name="T4" fmla="*/ 53 w 72"/>
                  <a:gd name="T5" fmla="*/ 26 h 51"/>
                  <a:gd name="T6" fmla="*/ 53 w 72"/>
                  <a:gd name="T7" fmla="*/ 36 h 51"/>
                  <a:gd name="T8" fmla="*/ 32 w 72"/>
                  <a:gd name="T9" fmla="*/ 41 h 51"/>
                  <a:gd name="T10" fmla="*/ 58 w 72"/>
                  <a:gd name="T11" fmla="*/ 40 h 51"/>
                  <a:gd name="T12" fmla="*/ 71 w 72"/>
                  <a:gd name="T13" fmla="*/ 50 h 51"/>
                  <a:gd name="T14" fmla="*/ 63 w 72"/>
                  <a:gd name="T15" fmla="*/ 32 h 51"/>
                  <a:gd name="T16" fmla="*/ 50 w 72"/>
                  <a:gd name="T17" fmla="*/ 18 h 51"/>
                  <a:gd name="T18" fmla="*/ 24 w 72"/>
                  <a:gd name="T19" fmla="*/ 11 h 51"/>
                  <a:gd name="T20" fmla="*/ 14 w 72"/>
                  <a:gd name="T21" fmla="*/ 0 h 51"/>
                  <a:gd name="T22" fmla="*/ 0 w 72"/>
                  <a:gd name="T23" fmla="*/ 11 h 51"/>
                  <a:gd name="T24" fmla="*/ 12 w 72"/>
                  <a:gd name="T25" fmla="*/ 3 h 51"/>
                  <a:gd name="T26" fmla="*/ 17 w 72"/>
                  <a:gd name="T27" fmla="*/ 10 h 51"/>
                  <a:gd name="T28" fmla="*/ 13 w 72"/>
                  <a:gd name="T29" fmla="*/ 22 h 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
                  <a:gd name="T46" fmla="*/ 0 h 51"/>
                  <a:gd name="T47" fmla="*/ 72 w 72"/>
                  <a:gd name="T48" fmla="*/ 51 h 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 h="51">
                    <a:moveTo>
                      <a:pt x="13" y="22"/>
                    </a:moveTo>
                    <a:lnTo>
                      <a:pt x="26" y="14"/>
                    </a:lnTo>
                    <a:lnTo>
                      <a:pt x="53" y="26"/>
                    </a:lnTo>
                    <a:lnTo>
                      <a:pt x="53" y="36"/>
                    </a:lnTo>
                    <a:lnTo>
                      <a:pt x="32" y="41"/>
                    </a:lnTo>
                    <a:lnTo>
                      <a:pt x="58" y="40"/>
                    </a:lnTo>
                    <a:lnTo>
                      <a:pt x="71" y="50"/>
                    </a:lnTo>
                    <a:lnTo>
                      <a:pt x="63" y="32"/>
                    </a:lnTo>
                    <a:lnTo>
                      <a:pt x="50" y="18"/>
                    </a:lnTo>
                    <a:lnTo>
                      <a:pt x="24" y="11"/>
                    </a:lnTo>
                    <a:lnTo>
                      <a:pt x="14" y="0"/>
                    </a:lnTo>
                    <a:lnTo>
                      <a:pt x="0" y="11"/>
                    </a:lnTo>
                    <a:lnTo>
                      <a:pt x="12" y="3"/>
                    </a:lnTo>
                    <a:lnTo>
                      <a:pt x="17" y="10"/>
                    </a:lnTo>
                    <a:lnTo>
                      <a:pt x="13" y="22"/>
                    </a:lnTo>
                  </a:path>
                </a:pathLst>
              </a:custGeom>
              <a:solidFill>
                <a:srgbClr val="000000"/>
              </a:solidFill>
              <a:ln w="9525" cap="rnd">
                <a:noFill/>
                <a:round/>
                <a:headEnd/>
                <a:tailEnd/>
              </a:ln>
            </p:spPr>
            <p:txBody>
              <a:bodyPr/>
              <a:lstStyle/>
              <a:p>
                <a:pPr algn="ctr"/>
                <a:endParaRPr lang="pt-BR" sz="2400"/>
              </a:p>
            </p:txBody>
          </p:sp>
          <p:sp>
            <p:nvSpPr>
              <p:cNvPr id="109" name="Freeform 569"/>
              <p:cNvSpPr>
                <a:spLocks/>
              </p:cNvSpPr>
              <p:nvPr/>
            </p:nvSpPr>
            <p:spPr bwMode="auto">
              <a:xfrm>
                <a:off x="1525" y="2448"/>
                <a:ext cx="43" cy="31"/>
              </a:xfrm>
              <a:custGeom>
                <a:avLst/>
                <a:gdLst>
                  <a:gd name="T0" fmla="*/ 1 w 43"/>
                  <a:gd name="T1" fmla="*/ 0 h 31"/>
                  <a:gd name="T2" fmla="*/ 33 w 43"/>
                  <a:gd name="T3" fmla="*/ 3 h 31"/>
                  <a:gd name="T4" fmla="*/ 42 w 43"/>
                  <a:gd name="T5" fmla="*/ 17 h 31"/>
                  <a:gd name="T6" fmla="*/ 42 w 43"/>
                  <a:gd name="T7" fmla="*/ 20 h 31"/>
                  <a:gd name="T8" fmla="*/ 36 w 43"/>
                  <a:gd name="T9" fmla="*/ 23 h 31"/>
                  <a:gd name="T10" fmla="*/ 26 w 43"/>
                  <a:gd name="T11" fmla="*/ 17 h 31"/>
                  <a:gd name="T12" fmla="*/ 14 w 43"/>
                  <a:gd name="T13" fmla="*/ 17 h 31"/>
                  <a:gd name="T14" fmla="*/ 34 w 43"/>
                  <a:gd name="T15" fmla="*/ 25 h 31"/>
                  <a:gd name="T16" fmla="*/ 36 w 43"/>
                  <a:gd name="T17" fmla="*/ 30 h 31"/>
                  <a:gd name="T18" fmla="*/ 33 w 43"/>
                  <a:gd name="T19" fmla="*/ 26 h 31"/>
                  <a:gd name="T20" fmla="*/ 1 w 43"/>
                  <a:gd name="T21" fmla="*/ 16 h 31"/>
                  <a:gd name="T22" fmla="*/ 0 w 43"/>
                  <a:gd name="T23" fmla="*/ 13 h 31"/>
                  <a:gd name="T24" fmla="*/ 33 w 43"/>
                  <a:gd name="T25" fmla="*/ 12 h 31"/>
                  <a:gd name="T26" fmla="*/ 33 w 43"/>
                  <a:gd name="T27" fmla="*/ 6 h 31"/>
                  <a:gd name="T28" fmla="*/ 1 w 43"/>
                  <a:gd name="T29" fmla="*/ 0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
                  <a:gd name="T46" fmla="*/ 0 h 31"/>
                  <a:gd name="T47" fmla="*/ 43 w 43"/>
                  <a:gd name="T48" fmla="*/ 31 h 3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 h="31">
                    <a:moveTo>
                      <a:pt x="1" y="0"/>
                    </a:moveTo>
                    <a:lnTo>
                      <a:pt x="33" y="3"/>
                    </a:lnTo>
                    <a:lnTo>
                      <a:pt x="42" y="17"/>
                    </a:lnTo>
                    <a:lnTo>
                      <a:pt x="42" y="20"/>
                    </a:lnTo>
                    <a:lnTo>
                      <a:pt x="36" y="23"/>
                    </a:lnTo>
                    <a:lnTo>
                      <a:pt x="26" y="17"/>
                    </a:lnTo>
                    <a:lnTo>
                      <a:pt x="14" y="17"/>
                    </a:lnTo>
                    <a:lnTo>
                      <a:pt x="34" y="25"/>
                    </a:lnTo>
                    <a:lnTo>
                      <a:pt x="36" y="30"/>
                    </a:lnTo>
                    <a:lnTo>
                      <a:pt x="33" y="26"/>
                    </a:lnTo>
                    <a:lnTo>
                      <a:pt x="1" y="16"/>
                    </a:lnTo>
                    <a:lnTo>
                      <a:pt x="0" y="13"/>
                    </a:lnTo>
                    <a:lnTo>
                      <a:pt x="33" y="12"/>
                    </a:lnTo>
                    <a:lnTo>
                      <a:pt x="33" y="6"/>
                    </a:lnTo>
                    <a:lnTo>
                      <a:pt x="1" y="0"/>
                    </a:lnTo>
                  </a:path>
                </a:pathLst>
              </a:custGeom>
              <a:solidFill>
                <a:srgbClr val="000000"/>
              </a:solidFill>
              <a:ln w="9525" cap="rnd">
                <a:noFill/>
                <a:round/>
                <a:headEnd/>
                <a:tailEnd/>
              </a:ln>
            </p:spPr>
            <p:txBody>
              <a:bodyPr/>
              <a:lstStyle/>
              <a:p>
                <a:pPr algn="ctr"/>
                <a:endParaRPr lang="pt-BR" sz="2400"/>
              </a:p>
            </p:txBody>
          </p:sp>
          <p:sp>
            <p:nvSpPr>
              <p:cNvPr id="110" name="Freeform 570"/>
              <p:cNvSpPr>
                <a:spLocks/>
              </p:cNvSpPr>
              <p:nvPr/>
            </p:nvSpPr>
            <p:spPr bwMode="auto">
              <a:xfrm>
                <a:off x="1545" y="2474"/>
                <a:ext cx="19" cy="27"/>
              </a:xfrm>
              <a:custGeom>
                <a:avLst/>
                <a:gdLst>
                  <a:gd name="T0" fmla="*/ 14 w 19"/>
                  <a:gd name="T1" fmla="*/ 7 h 27"/>
                  <a:gd name="T2" fmla="*/ 14 w 19"/>
                  <a:gd name="T3" fmla="*/ 11 h 27"/>
                  <a:gd name="T4" fmla="*/ 8 w 19"/>
                  <a:gd name="T5" fmla="*/ 15 h 27"/>
                  <a:gd name="T6" fmla="*/ 0 w 19"/>
                  <a:gd name="T7" fmla="*/ 20 h 27"/>
                  <a:gd name="T8" fmla="*/ 6 w 19"/>
                  <a:gd name="T9" fmla="*/ 26 h 27"/>
                  <a:gd name="T10" fmla="*/ 10 w 19"/>
                  <a:gd name="T11" fmla="*/ 18 h 27"/>
                  <a:gd name="T12" fmla="*/ 18 w 19"/>
                  <a:gd name="T13" fmla="*/ 13 h 27"/>
                  <a:gd name="T14" fmla="*/ 18 w 19"/>
                  <a:gd name="T15" fmla="*/ 5 h 27"/>
                  <a:gd name="T16" fmla="*/ 14 w 19"/>
                  <a:gd name="T17" fmla="*/ 0 h 27"/>
                  <a:gd name="T18" fmla="*/ 14 w 19"/>
                  <a:gd name="T19" fmla="*/ 7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27"/>
                  <a:gd name="T32" fmla="*/ 19 w 19"/>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27">
                    <a:moveTo>
                      <a:pt x="14" y="7"/>
                    </a:moveTo>
                    <a:lnTo>
                      <a:pt x="14" y="11"/>
                    </a:lnTo>
                    <a:lnTo>
                      <a:pt x="8" y="15"/>
                    </a:lnTo>
                    <a:lnTo>
                      <a:pt x="0" y="20"/>
                    </a:lnTo>
                    <a:lnTo>
                      <a:pt x="6" y="26"/>
                    </a:lnTo>
                    <a:lnTo>
                      <a:pt x="10" y="18"/>
                    </a:lnTo>
                    <a:lnTo>
                      <a:pt x="18" y="13"/>
                    </a:lnTo>
                    <a:lnTo>
                      <a:pt x="18" y="5"/>
                    </a:lnTo>
                    <a:lnTo>
                      <a:pt x="14" y="0"/>
                    </a:lnTo>
                    <a:lnTo>
                      <a:pt x="14" y="7"/>
                    </a:lnTo>
                  </a:path>
                </a:pathLst>
              </a:custGeom>
              <a:solidFill>
                <a:srgbClr val="000000"/>
              </a:solidFill>
              <a:ln w="9525" cap="rnd">
                <a:noFill/>
                <a:round/>
                <a:headEnd/>
                <a:tailEnd/>
              </a:ln>
            </p:spPr>
            <p:txBody>
              <a:bodyPr/>
              <a:lstStyle/>
              <a:p>
                <a:pPr algn="ctr"/>
                <a:endParaRPr lang="pt-BR" sz="2400"/>
              </a:p>
            </p:txBody>
          </p:sp>
          <p:sp>
            <p:nvSpPr>
              <p:cNvPr id="111" name="Freeform 571"/>
              <p:cNvSpPr>
                <a:spLocks/>
              </p:cNvSpPr>
              <p:nvPr/>
            </p:nvSpPr>
            <p:spPr bwMode="auto">
              <a:xfrm>
                <a:off x="1551" y="2463"/>
                <a:ext cx="27" cy="38"/>
              </a:xfrm>
              <a:custGeom>
                <a:avLst/>
                <a:gdLst>
                  <a:gd name="T0" fmla="*/ 9 w 27"/>
                  <a:gd name="T1" fmla="*/ 5 h 38"/>
                  <a:gd name="T2" fmla="*/ 23 w 27"/>
                  <a:gd name="T3" fmla="*/ 29 h 38"/>
                  <a:gd name="T4" fmla="*/ 26 w 27"/>
                  <a:gd name="T5" fmla="*/ 37 h 38"/>
                  <a:gd name="T6" fmla="*/ 19 w 27"/>
                  <a:gd name="T7" fmla="*/ 31 h 38"/>
                  <a:gd name="T8" fmla="*/ 0 w 27"/>
                  <a:gd name="T9" fmla="*/ 0 h 38"/>
                  <a:gd name="T10" fmla="*/ 0 60000 65536"/>
                  <a:gd name="T11" fmla="*/ 0 60000 65536"/>
                  <a:gd name="T12" fmla="*/ 0 60000 65536"/>
                  <a:gd name="T13" fmla="*/ 0 60000 65536"/>
                  <a:gd name="T14" fmla="*/ 0 60000 65536"/>
                  <a:gd name="T15" fmla="*/ 0 w 27"/>
                  <a:gd name="T16" fmla="*/ 0 h 38"/>
                  <a:gd name="T17" fmla="*/ 27 w 27"/>
                  <a:gd name="T18" fmla="*/ 38 h 38"/>
                </a:gdLst>
                <a:ahLst/>
                <a:cxnLst>
                  <a:cxn ang="T10">
                    <a:pos x="T0" y="T1"/>
                  </a:cxn>
                  <a:cxn ang="T11">
                    <a:pos x="T2" y="T3"/>
                  </a:cxn>
                  <a:cxn ang="T12">
                    <a:pos x="T4" y="T5"/>
                  </a:cxn>
                  <a:cxn ang="T13">
                    <a:pos x="T6" y="T7"/>
                  </a:cxn>
                  <a:cxn ang="T14">
                    <a:pos x="T8" y="T9"/>
                  </a:cxn>
                </a:cxnLst>
                <a:rect l="T15" t="T16" r="T17" b="T18"/>
                <a:pathLst>
                  <a:path w="27" h="38">
                    <a:moveTo>
                      <a:pt x="9" y="5"/>
                    </a:moveTo>
                    <a:lnTo>
                      <a:pt x="23" y="29"/>
                    </a:lnTo>
                    <a:lnTo>
                      <a:pt x="26" y="37"/>
                    </a:lnTo>
                    <a:lnTo>
                      <a:pt x="19" y="31"/>
                    </a:lnTo>
                    <a:lnTo>
                      <a:pt x="0" y="0"/>
                    </a:lnTo>
                  </a:path>
                </a:pathLst>
              </a:custGeom>
              <a:noFill/>
              <a:ln w="9525" cap="rnd">
                <a:noFill/>
                <a:round/>
                <a:headEnd type="none" w="sm" len="sm"/>
                <a:tailEnd type="none" w="sm" len="sm"/>
              </a:ln>
            </p:spPr>
            <p:txBody>
              <a:bodyPr/>
              <a:lstStyle/>
              <a:p>
                <a:pPr algn="ctr"/>
                <a:endParaRPr lang="pt-BR" sz="2400"/>
              </a:p>
            </p:txBody>
          </p:sp>
          <p:sp>
            <p:nvSpPr>
              <p:cNvPr id="112" name="Freeform 572"/>
              <p:cNvSpPr>
                <a:spLocks/>
              </p:cNvSpPr>
              <p:nvPr/>
            </p:nvSpPr>
            <p:spPr bwMode="auto">
              <a:xfrm>
                <a:off x="1519" y="2410"/>
                <a:ext cx="31" cy="41"/>
              </a:xfrm>
              <a:custGeom>
                <a:avLst/>
                <a:gdLst>
                  <a:gd name="T0" fmla="*/ 23 w 31"/>
                  <a:gd name="T1" fmla="*/ 39 h 41"/>
                  <a:gd name="T2" fmla="*/ 0 w 31"/>
                  <a:gd name="T3" fmla="*/ 3 h 41"/>
                  <a:gd name="T4" fmla="*/ 0 w 31"/>
                  <a:gd name="T5" fmla="*/ 1 h 41"/>
                  <a:gd name="T6" fmla="*/ 2 w 31"/>
                  <a:gd name="T7" fmla="*/ 0 h 41"/>
                  <a:gd name="T8" fmla="*/ 3 w 31"/>
                  <a:gd name="T9" fmla="*/ 0 h 41"/>
                  <a:gd name="T10" fmla="*/ 4 w 31"/>
                  <a:gd name="T11" fmla="*/ 0 h 41"/>
                  <a:gd name="T12" fmla="*/ 30 w 31"/>
                  <a:gd name="T13" fmla="*/ 40 h 41"/>
                  <a:gd name="T14" fmla="*/ 0 60000 65536"/>
                  <a:gd name="T15" fmla="*/ 0 60000 65536"/>
                  <a:gd name="T16" fmla="*/ 0 60000 65536"/>
                  <a:gd name="T17" fmla="*/ 0 60000 65536"/>
                  <a:gd name="T18" fmla="*/ 0 60000 65536"/>
                  <a:gd name="T19" fmla="*/ 0 60000 65536"/>
                  <a:gd name="T20" fmla="*/ 0 60000 65536"/>
                  <a:gd name="T21" fmla="*/ 0 w 31"/>
                  <a:gd name="T22" fmla="*/ 0 h 41"/>
                  <a:gd name="T23" fmla="*/ 31 w 31"/>
                  <a:gd name="T24" fmla="*/ 41 h 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41">
                    <a:moveTo>
                      <a:pt x="23" y="39"/>
                    </a:moveTo>
                    <a:lnTo>
                      <a:pt x="0" y="3"/>
                    </a:lnTo>
                    <a:lnTo>
                      <a:pt x="0" y="1"/>
                    </a:lnTo>
                    <a:lnTo>
                      <a:pt x="2" y="0"/>
                    </a:lnTo>
                    <a:lnTo>
                      <a:pt x="3" y="0"/>
                    </a:lnTo>
                    <a:lnTo>
                      <a:pt x="4" y="0"/>
                    </a:lnTo>
                    <a:lnTo>
                      <a:pt x="30" y="40"/>
                    </a:lnTo>
                  </a:path>
                </a:pathLst>
              </a:custGeom>
              <a:noFill/>
              <a:ln w="9525" cap="rnd">
                <a:noFill/>
                <a:round/>
                <a:headEnd type="none" w="sm" len="sm"/>
                <a:tailEnd type="none" w="sm" len="sm"/>
              </a:ln>
            </p:spPr>
            <p:txBody>
              <a:bodyPr/>
              <a:lstStyle/>
              <a:p>
                <a:pPr algn="ctr"/>
                <a:endParaRPr lang="pt-BR" sz="2400"/>
              </a:p>
            </p:txBody>
          </p:sp>
          <p:sp>
            <p:nvSpPr>
              <p:cNvPr id="113" name="Freeform 573"/>
              <p:cNvSpPr>
                <a:spLocks/>
              </p:cNvSpPr>
              <p:nvPr/>
            </p:nvSpPr>
            <p:spPr bwMode="auto">
              <a:xfrm>
                <a:off x="1474" y="2452"/>
                <a:ext cx="35" cy="19"/>
              </a:xfrm>
              <a:custGeom>
                <a:avLst/>
                <a:gdLst>
                  <a:gd name="T0" fmla="*/ 5 w 35"/>
                  <a:gd name="T1" fmla="*/ 13 h 19"/>
                  <a:gd name="T2" fmla="*/ 7 w 35"/>
                  <a:gd name="T3" fmla="*/ 6 h 19"/>
                  <a:gd name="T4" fmla="*/ 12 w 35"/>
                  <a:gd name="T5" fmla="*/ 2 h 19"/>
                  <a:gd name="T6" fmla="*/ 19 w 35"/>
                  <a:gd name="T7" fmla="*/ 2 h 19"/>
                  <a:gd name="T8" fmla="*/ 30 w 35"/>
                  <a:gd name="T9" fmla="*/ 4 h 19"/>
                  <a:gd name="T10" fmla="*/ 34 w 35"/>
                  <a:gd name="T11" fmla="*/ 2 h 19"/>
                  <a:gd name="T12" fmla="*/ 22 w 35"/>
                  <a:gd name="T13" fmla="*/ 0 h 19"/>
                  <a:gd name="T14" fmla="*/ 13 w 35"/>
                  <a:gd name="T15" fmla="*/ 0 h 19"/>
                  <a:gd name="T16" fmla="*/ 7 w 35"/>
                  <a:gd name="T17" fmla="*/ 2 h 19"/>
                  <a:gd name="T18" fmla="*/ 3 w 35"/>
                  <a:gd name="T19" fmla="*/ 7 h 19"/>
                  <a:gd name="T20" fmla="*/ 0 w 35"/>
                  <a:gd name="T21" fmla="*/ 18 h 19"/>
                  <a:gd name="T22" fmla="*/ 5 w 35"/>
                  <a:gd name="T23" fmla="*/ 13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19"/>
                  <a:gd name="T38" fmla="*/ 35 w 35"/>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19">
                    <a:moveTo>
                      <a:pt x="5" y="13"/>
                    </a:moveTo>
                    <a:lnTo>
                      <a:pt x="7" y="6"/>
                    </a:lnTo>
                    <a:lnTo>
                      <a:pt x="12" y="2"/>
                    </a:lnTo>
                    <a:lnTo>
                      <a:pt x="19" y="2"/>
                    </a:lnTo>
                    <a:lnTo>
                      <a:pt x="30" y="4"/>
                    </a:lnTo>
                    <a:lnTo>
                      <a:pt x="34" y="2"/>
                    </a:lnTo>
                    <a:lnTo>
                      <a:pt x="22" y="0"/>
                    </a:lnTo>
                    <a:lnTo>
                      <a:pt x="13" y="0"/>
                    </a:lnTo>
                    <a:lnTo>
                      <a:pt x="7" y="2"/>
                    </a:lnTo>
                    <a:lnTo>
                      <a:pt x="3" y="7"/>
                    </a:lnTo>
                    <a:lnTo>
                      <a:pt x="0" y="18"/>
                    </a:lnTo>
                    <a:lnTo>
                      <a:pt x="5" y="13"/>
                    </a:lnTo>
                  </a:path>
                </a:pathLst>
              </a:custGeom>
              <a:solidFill>
                <a:srgbClr val="000000"/>
              </a:solidFill>
              <a:ln w="9525" cap="rnd">
                <a:noFill/>
                <a:round/>
                <a:headEnd/>
                <a:tailEnd/>
              </a:ln>
            </p:spPr>
            <p:txBody>
              <a:bodyPr/>
              <a:lstStyle/>
              <a:p>
                <a:pPr algn="ctr"/>
                <a:endParaRPr lang="pt-BR" sz="2400"/>
              </a:p>
            </p:txBody>
          </p:sp>
          <p:sp>
            <p:nvSpPr>
              <p:cNvPr id="114" name="Freeform 574"/>
              <p:cNvSpPr>
                <a:spLocks/>
              </p:cNvSpPr>
              <p:nvPr/>
            </p:nvSpPr>
            <p:spPr bwMode="auto">
              <a:xfrm>
                <a:off x="1447" y="2111"/>
                <a:ext cx="118" cy="143"/>
              </a:xfrm>
              <a:custGeom>
                <a:avLst/>
                <a:gdLst>
                  <a:gd name="T0" fmla="*/ 117 w 118"/>
                  <a:gd name="T1" fmla="*/ 50 h 143"/>
                  <a:gd name="T2" fmla="*/ 114 w 118"/>
                  <a:gd name="T3" fmla="*/ 25 h 143"/>
                  <a:gd name="T4" fmla="*/ 102 w 118"/>
                  <a:gd name="T5" fmla="*/ 9 h 143"/>
                  <a:gd name="T6" fmla="*/ 71 w 118"/>
                  <a:gd name="T7" fmla="*/ 0 h 143"/>
                  <a:gd name="T8" fmla="*/ 41 w 118"/>
                  <a:gd name="T9" fmla="*/ 13 h 143"/>
                  <a:gd name="T10" fmla="*/ 29 w 118"/>
                  <a:gd name="T11" fmla="*/ 45 h 143"/>
                  <a:gd name="T12" fmla="*/ 26 w 118"/>
                  <a:gd name="T13" fmla="*/ 65 h 143"/>
                  <a:gd name="T14" fmla="*/ 28 w 118"/>
                  <a:gd name="T15" fmla="*/ 79 h 143"/>
                  <a:gd name="T16" fmla="*/ 13 w 118"/>
                  <a:gd name="T17" fmla="*/ 91 h 143"/>
                  <a:gd name="T18" fmla="*/ 8 w 118"/>
                  <a:gd name="T19" fmla="*/ 107 h 143"/>
                  <a:gd name="T20" fmla="*/ 10 w 118"/>
                  <a:gd name="T21" fmla="*/ 115 h 143"/>
                  <a:gd name="T22" fmla="*/ 0 w 118"/>
                  <a:gd name="T23" fmla="*/ 126 h 143"/>
                  <a:gd name="T24" fmla="*/ 25 w 118"/>
                  <a:gd name="T25" fmla="*/ 120 h 143"/>
                  <a:gd name="T26" fmla="*/ 35 w 118"/>
                  <a:gd name="T27" fmla="*/ 142 h 143"/>
                  <a:gd name="T28" fmla="*/ 33 w 118"/>
                  <a:gd name="T29" fmla="*/ 129 h 143"/>
                  <a:gd name="T30" fmla="*/ 37 w 118"/>
                  <a:gd name="T31" fmla="*/ 126 h 143"/>
                  <a:gd name="T32" fmla="*/ 46 w 118"/>
                  <a:gd name="T33" fmla="*/ 131 h 143"/>
                  <a:gd name="T34" fmla="*/ 47 w 118"/>
                  <a:gd name="T35" fmla="*/ 126 h 143"/>
                  <a:gd name="T36" fmla="*/ 44 w 118"/>
                  <a:gd name="T37" fmla="*/ 109 h 143"/>
                  <a:gd name="T38" fmla="*/ 49 w 118"/>
                  <a:gd name="T39" fmla="*/ 109 h 143"/>
                  <a:gd name="T40" fmla="*/ 63 w 118"/>
                  <a:gd name="T41" fmla="*/ 120 h 143"/>
                  <a:gd name="T42" fmla="*/ 64 w 118"/>
                  <a:gd name="T43" fmla="*/ 120 h 143"/>
                  <a:gd name="T44" fmla="*/ 52 w 118"/>
                  <a:gd name="T45" fmla="*/ 111 h 143"/>
                  <a:gd name="T46" fmla="*/ 46 w 118"/>
                  <a:gd name="T47" fmla="*/ 101 h 143"/>
                  <a:gd name="T48" fmla="*/ 45 w 118"/>
                  <a:gd name="T49" fmla="*/ 90 h 143"/>
                  <a:gd name="T50" fmla="*/ 43 w 118"/>
                  <a:gd name="T51" fmla="*/ 75 h 143"/>
                  <a:gd name="T52" fmla="*/ 41 w 118"/>
                  <a:gd name="T53" fmla="*/ 90 h 143"/>
                  <a:gd name="T54" fmla="*/ 36 w 118"/>
                  <a:gd name="T55" fmla="*/ 90 h 143"/>
                  <a:gd name="T56" fmla="*/ 35 w 118"/>
                  <a:gd name="T57" fmla="*/ 84 h 143"/>
                  <a:gd name="T58" fmla="*/ 38 w 118"/>
                  <a:gd name="T59" fmla="*/ 77 h 143"/>
                  <a:gd name="T60" fmla="*/ 31 w 118"/>
                  <a:gd name="T61" fmla="*/ 69 h 143"/>
                  <a:gd name="T62" fmla="*/ 29 w 118"/>
                  <a:gd name="T63" fmla="*/ 61 h 143"/>
                  <a:gd name="T64" fmla="*/ 32 w 118"/>
                  <a:gd name="T65" fmla="*/ 55 h 143"/>
                  <a:gd name="T66" fmla="*/ 35 w 118"/>
                  <a:gd name="T67" fmla="*/ 53 h 143"/>
                  <a:gd name="T68" fmla="*/ 39 w 118"/>
                  <a:gd name="T69" fmla="*/ 57 h 143"/>
                  <a:gd name="T70" fmla="*/ 42 w 118"/>
                  <a:gd name="T71" fmla="*/ 56 h 143"/>
                  <a:gd name="T72" fmla="*/ 51 w 118"/>
                  <a:gd name="T73" fmla="*/ 39 h 143"/>
                  <a:gd name="T74" fmla="*/ 58 w 118"/>
                  <a:gd name="T75" fmla="*/ 25 h 143"/>
                  <a:gd name="T76" fmla="*/ 75 w 118"/>
                  <a:gd name="T77" fmla="*/ 20 h 143"/>
                  <a:gd name="T78" fmla="*/ 101 w 118"/>
                  <a:gd name="T79" fmla="*/ 24 h 143"/>
                  <a:gd name="T80" fmla="*/ 110 w 118"/>
                  <a:gd name="T81" fmla="*/ 37 h 143"/>
                  <a:gd name="T82" fmla="*/ 114 w 118"/>
                  <a:gd name="T83" fmla="*/ 63 h 14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8"/>
                  <a:gd name="T127" fmla="*/ 0 h 143"/>
                  <a:gd name="T128" fmla="*/ 118 w 118"/>
                  <a:gd name="T129" fmla="*/ 143 h 14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8" h="143">
                    <a:moveTo>
                      <a:pt x="114" y="59"/>
                    </a:moveTo>
                    <a:lnTo>
                      <a:pt x="117" y="50"/>
                    </a:lnTo>
                    <a:lnTo>
                      <a:pt x="117" y="37"/>
                    </a:lnTo>
                    <a:lnTo>
                      <a:pt x="114" y="25"/>
                    </a:lnTo>
                    <a:lnTo>
                      <a:pt x="109" y="16"/>
                    </a:lnTo>
                    <a:lnTo>
                      <a:pt x="102" y="9"/>
                    </a:lnTo>
                    <a:lnTo>
                      <a:pt x="93" y="3"/>
                    </a:lnTo>
                    <a:lnTo>
                      <a:pt x="71" y="0"/>
                    </a:lnTo>
                    <a:lnTo>
                      <a:pt x="52" y="5"/>
                    </a:lnTo>
                    <a:lnTo>
                      <a:pt x="41" y="13"/>
                    </a:lnTo>
                    <a:lnTo>
                      <a:pt x="32" y="30"/>
                    </a:lnTo>
                    <a:lnTo>
                      <a:pt x="29" y="45"/>
                    </a:lnTo>
                    <a:lnTo>
                      <a:pt x="25" y="58"/>
                    </a:lnTo>
                    <a:lnTo>
                      <a:pt x="26" y="65"/>
                    </a:lnTo>
                    <a:lnTo>
                      <a:pt x="29" y="74"/>
                    </a:lnTo>
                    <a:lnTo>
                      <a:pt x="28" y="79"/>
                    </a:lnTo>
                    <a:lnTo>
                      <a:pt x="20" y="86"/>
                    </a:lnTo>
                    <a:lnTo>
                      <a:pt x="13" y="91"/>
                    </a:lnTo>
                    <a:lnTo>
                      <a:pt x="8" y="101"/>
                    </a:lnTo>
                    <a:lnTo>
                      <a:pt x="8" y="107"/>
                    </a:lnTo>
                    <a:lnTo>
                      <a:pt x="9" y="112"/>
                    </a:lnTo>
                    <a:lnTo>
                      <a:pt x="10" y="115"/>
                    </a:lnTo>
                    <a:lnTo>
                      <a:pt x="8" y="119"/>
                    </a:lnTo>
                    <a:lnTo>
                      <a:pt x="0" y="126"/>
                    </a:lnTo>
                    <a:lnTo>
                      <a:pt x="12" y="124"/>
                    </a:lnTo>
                    <a:lnTo>
                      <a:pt x="25" y="120"/>
                    </a:lnTo>
                    <a:lnTo>
                      <a:pt x="30" y="134"/>
                    </a:lnTo>
                    <a:lnTo>
                      <a:pt x="35" y="142"/>
                    </a:lnTo>
                    <a:lnTo>
                      <a:pt x="33" y="135"/>
                    </a:lnTo>
                    <a:lnTo>
                      <a:pt x="33" y="129"/>
                    </a:lnTo>
                    <a:lnTo>
                      <a:pt x="34" y="126"/>
                    </a:lnTo>
                    <a:lnTo>
                      <a:pt x="37" y="126"/>
                    </a:lnTo>
                    <a:lnTo>
                      <a:pt x="41" y="127"/>
                    </a:lnTo>
                    <a:lnTo>
                      <a:pt x="46" y="131"/>
                    </a:lnTo>
                    <a:lnTo>
                      <a:pt x="50" y="137"/>
                    </a:lnTo>
                    <a:lnTo>
                      <a:pt x="47" y="126"/>
                    </a:lnTo>
                    <a:lnTo>
                      <a:pt x="45" y="119"/>
                    </a:lnTo>
                    <a:lnTo>
                      <a:pt x="44" y="109"/>
                    </a:lnTo>
                    <a:lnTo>
                      <a:pt x="45" y="101"/>
                    </a:lnTo>
                    <a:lnTo>
                      <a:pt x="49" y="109"/>
                    </a:lnTo>
                    <a:lnTo>
                      <a:pt x="56" y="115"/>
                    </a:lnTo>
                    <a:lnTo>
                      <a:pt x="63" y="120"/>
                    </a:lnTo>
                    <a:lnTo>
                      <a:pt x="71" y="123"/>
                    </a:lnTo>
                    <a:lnTo>
                      <a:pt x="64" y="120"/>
                    </a:lnTo>
                    <a:lnTo>
                      <a:pt x="58" y="117"/>
                    </a:lnTo>
                    <a:lnTo>
                      <a:pt x="52" y="111"/>
                    </a:lnTo>
                    <a:lnTo>
                      <a:pt x="49" y="106"/>
                    </a:lnTo>
                    <a:lnTo>
                      <a:pt x="46" y="101"/>
                    </a:lnTo>
                    <a:lnTo>
                      <a:pt x="45" y="96"/>
                    </a:lnTo>
                    <a:lnTo>
                      <a:pt x="45" y="90"/>
                    </a:lnTo>
                    <a:lnTo>
                      <a:pt x="44" y="85"/>
                    </a:lnTo>
                    <a:lnTo>
                      <a:pt x="43" y="75"/>
                    </a:lnTo>
                    <a:lnTo>
                      <a:pt x="43" y="89"/>
                    </a:lnTo>
                    <a:lnTo>
                      <a:pt x="41" y="90"/>
                    </a:lnTo>
                    <a:lnTo>
                      <a:pt x="39" y="91"/>
                    </a:lnTo>
                    <a:lnTo>
                      <a:pt x="36" y="90"/>
                    </a:lnTo>
                    <a:lnTo>
                      <a:pt x="35" y="87"/>
                    </a:lnTo>
                    <a:lnTo>
                      <a:pt x="35" y="84"/>
                    </a:lnTo>
                    <a:lnTo>
                      <a:pt x="36" y="80"/>
                    </a:lnTo>
                    <a:lnTo>
                      <a:pt x="38" y="77"/>
                    </a:lnTo>
                    <a:lnTo>
                      <a:pt x="35" y="79"/>
                    </a:lnTo>
                    <a:lnTo>
                      <a:pt x="31" y="69"/>
                    </a:lnTo>
                    <a:lnTo>
                      <a:pt x="30" y="65"/>
                    </a:lnTo>
                    <a:lnTo>
                      <a:pt x="29" y="61"/>
                    </a:lnTo>
                    <a:lnTo>
                      <a:pt x="30" y="57"/>
                    </a:lnTo>
                    <a:lnTo>
                      <a:pt x="32" y="55"/>
                    </a:lnTo>
                    <a:lnTo>
                      <a:pt x="33" y="53"/>
                    </a:lnTo>
                    <a:lnTo>
                      <a:pt x="35" y="53"/>
                    </a:lnTo>
                    <a:lnTo>
                      <a:pt x="37" y="55"/>
                    </a:lnTo>
                    <a:lnTo>
                      <a:pt x="39" y="57"/>
                    </a:lnTo>
                    <a:lnTo>
                      <a:pt x="41" y="64"/>
                    </a:lnTo>
                    <a:lnTo>
                      <a:pt x="42" y="56"/>
                    </a:lnTo>
                    <a:lnTo>
                      <a:pt x="45" y="50"/>
                    </a:lnTo>
                    <a:lnTo>
                      <a:pt x="51" y="39"/>
                    </a:lnTo>
                    <a:lnTo>
                      <a:pt x="54" y="31"/>
                    </a:lnTo>
                    <a:lnTo>
                      <a:pt x="58" y="25"/>
                    </a:lnTo>
                    <a:lnTo>
                      <a:pt x="64" y="21"/>
                    </a:lnTo>
                    <a:lnTo>
                      <a:pt x="75" y="20"/>
                    </a:lnTo>
                    <a:lnTo>
                      <a:pt x="87" y="21"/>
                    </a:lnTo>
                    <a:lnTo>
                      <a:pt x="101" y="24"/>
                    </a:lnTo>
                    <a:lnTo>
                      <a:pt x="107" y="29"/>
                    </a:lnTo>
                    <a:lnTo>
                      <a:pt x="110" y="37"/>
                    </a:lnTo>
                    <a:lnTo>
                      <a:pt x="112" y="46"/>
                    </a:lnTo>
                    <a:lnTo>
                      <a:pt x="114" y="63"/>
                    </a:lnTo>
                    <a:lnTo>
                      <a:pt x="114" y="59"/>
                    </a:lnTo>
                  </a:path>
                </a:pathLst>
              </a:custGeom>
              <a:solidFill>
                <a:srgbClr val="000000"/>
              </a:solidFill>
              <a:ln w="9525" cap="rnd">
                <a:noFill/>
                <a:round/>
                <a:headEnd/>
                <a:tailEnd/>
              </a:ln>
            </p:spPr>
            <p:txBody>
              <a:bodyPr/>
              <a:lstStyle/>
              <a:p>
                <a:pPr algn="ctr"/>
                <a:endParaRPr lang="pt-BR" sz="2400"/>
              </a:p>
            </p:txBody>
          </p:sp>
          <p:sp>
            <p:nvSpPr>
              <p:cNvPr id="115" name="Freeform 575"/>
              <p:cNvSpPr>
                <a:spLocks/>
              </p:cNvSpPr>
              <p:nvPr/>
            </p:nvSpPr>
            <p:spPr bwMode="auto">
              <a:xfrm>
                <a:off x="1501" y="2181"/>
                <a:ext cx="61" cy="86"/>
              </a:xfrm>
              <a:custGeom>
                <a:avLst/>
                <a:gdLst>
                  <a:gd name="T0" fmla="*/ 60 w 61"/>
                  <a:gd name="T1" fmla="*/ 0 h 86"/>
                  <a:gd name="T2" fmla="*/ 58 w 61"/>
                  <a:gd name="T3" fmla="*/ 8 h 86"/>
                  <a:gd name="T4" fmla="*/ 53 w 61"/>
                  <a:gd name="T5" fmla="*/ 26 h 86"/>
                  <a:gd name="T6" fmla="*/ 46 w 61"/>
                  <a:gd name="T7" fmla="*/ 38 h 86"/>
                  <a:gd name="T8" fmla="*/ 41 w 61"/>
                  <a:gd name="T9" fmla="*/ 44 h 86"/>
                  <a:gd name="T10" fmla="*/ 36 w 61"/>
                  <a:gd name="T11" fmla="*/ 51 h 86"/>
                  <a:gd name="T12" fmla="*/ 31 w 61"/>
                  <a:gd name="T13" fmla="*/ 52 h 86"/>
                  <a:gd name="T14" fmla="*/ 22 w 61"/>
                  <a:gd name="T15" fmla="*/ 53 h 86"/>
                  <a:gd name="T16" fmla="*/ 14 w 61"/>
                  <a:gd name="T17" fmla="*/ 51 h 86"/>
                  <a:gd name="T18" fmla="*/ 7 w 61"/>
                  <a:gd name="T19" fmla="*/ 48 h 86"/>
                  <a:gd name="T20" fmla="*/ 0 w 61"/>
                  <a:gd name="T21" fmla="*/ 43 h 86"/>
                  <a:gd name="T22" fmla="*/ 4 w 61"/>
                  <a:gd name="T23" fmla="*/ 50 h 86"/>
                  <a:gd name="T24" fmla="*/ 10 w 61"/>
                  <a:gd name="T25" fmla="*/ 55 h 86"/>
                  <a:gd name="T26" fmla="*/ 15 w 61"/>
                  <a:gd name="T27" fmla="*/ 58 h 86"/>
                  <a:gd name="T28" fmla="*/ 22 w 61"/>
                  <a:gd name="T29" fmla="*/ 60 h 86"/>
                  <a:gd name="T30" fmla="*/ 27 w 61"/>
                  <a:gd name="T31" fmla="*/ 60 h 86"/>
                  <a:gd name="T32" fmla="*/ 24 w 61"/>
                  <a:gd name="T33" fmla="*/ 85 h 86"/>
                  <a:gd name="T34" fmla="*/ 27 w 61"/>
                  <a:gd name="T35" fmla="*/ 76 h 86"/>
                  <a:gd name="T36" fmla="*/ 33 w 61"/>
                  <a:gd name="T37" fmla="*/ 58 h 86"/>
                  <a:gd name="T38" fmla="*/ 36 w 61"/>
                  <a:gd name="T39" fmla="*/ 54 h 86"/>
                  <a:gd name="T40" fmla="*/ 39 w 61"/>
                  <a:gd name="T41" fmla="*/ 59 h 86"/>
                  <a:gd name="T42" fmla="*/ 42 w 61"/>
                  <a:gd name="T43" fmla="*/ 68 h 86"/>
                  <a:gd name="T44" fmla="*/ 41 w 61"/>
                  <a:gd name="T45" fmla="*/ 58 h 86"/>
                  <a:gd name="T46" fmla="*/ 38 w 61"/>
                  <a:gd name="T47" fmla="*/ 51 h 86"/>
                  <a:gd name="T48" fmla="*/ 42 w 61"/>
                  <a:gd name="T49" fmla="*/ 44 h 86"/>
                  <a:gd name="T50" fmla="*/ 49 w 61"/>
                  <a:gd name="T51" fmla="*/ 36 h 86"/>
                  <a:gd name="T52" fmla="*/ 53 w 61"/>
                  <a:gd name="T53" fmla="*/ 27 h 86"/>
                  <a:gd name="T54" fmla="*/ 55 w 61"/>
                  <a:gd name="T55" fmla="*/ 21 h 86"/>
                  <a:gd name="T56" fmla="*/ 58 w 61"/>
                  <a:gd name="T57" fmla="*/ 9 h 86"/>
                  <a:gd name="T58" fmla="*/ 60 w 61"/>
                  <a:gd name="T59" fmla="*/ 0 h 8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1"/>
                  <a:gd name="T91" fmla="*/ 0 h 86"/>
                  <a:gd name="T92" fmla="*/ 61 w 61"/>
                  <a:gd name="T93" fmla="*/ 86 h 8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1" h="86">
                    <a:moveTo>
                      <a:pt x="60" y="0"/>
                    </a:moveTo>
                    <a:lnTo>
                      <a:pt x="58" y="8"/>
                    </a:lnTo>
                    <a:lnTo>
                      <a:pt x="53" y="26"/>
                    </a:lnTo>
                    <a:lnTo>
                      <a:pt x="46" y="38"/>
                    </a:lnTo>
                    <a:lnTo>
                      <a:pt x="41" y="44"/>
                    </a:lnTo>
                    <a:lnTo>
                      <a:pt x="36" y="51"/>
                    </a:lnTo>
                    <a:lnTo>
                      <a:pt x="31" y="52"/>
                    </a:lnTo>
                    <a:lnTo>
                      <a:pt x="22" y="53"/>
                    </a:lnTo>
                    <a:lnTo>
                      <a:pt x="14" y="51"/>
                    </a:lnTo>
                    <a:lnTo>
                      <a:pt x="7" y="48"/>
                    </a:lnTo>
                    <a:lnTo>
                      <a:pt x="0" y="43"/>
                    </a:lnTo>
                    <a:lnTo>
                      <a:pt x="4" y="50"/>
                    </a:lnTo>
                    <a:lnTo>
                      <a:pt x="10" y="55"/>
                    </a:lnTo>
                    <a:lnTo>
                      <a:pt x="15" y="58"/>
                    </a:lnTo>
                    <a:lnTo>
                      <a:pt x="22" y="60"/>
                    </a:lnTo>
                    <a:lnTo>
                      <a:pt x="27" y="60"/>
                    </a:lnTo>
                    <a:lnTo>
                      <a:pt x="24" y="85"/>
                    </a:lnTo>
                    <a:lnTo>
                      <a:pt x="27" y="76"/>
                    </a:lnTo>
                    <a:lnTo>
                      <a:pt x="33" y="58"/>
                    </a:lnTo>
                    <a:lnTo>
                      <a:pt x="36" y="54"/>
                    </a:lnTo>
                    <a:lnTo>
                      <a:pt x="39" y="59"/>
                    </a:lnTo>
                    <a:lnTo>
                      <a:pt x="42" y="68"/>
                    </a:lnTo>
                    <a:lnTo>
                      <a:pt x="41" y="58"/>
                    </a:lnTo>
                    <a:lnTo>
                      <a:pt x="38" y="51"/>
                    </a:lnTo>
                    <a:lnTo>
                      <a:pt x="42" y="44"/>
                    </a:lnTo>
                    <a:lnTo>
                      <a:pt x="49" y="36"/>
                    </a:lnTo>
                    <a:lnTo>
                      <a:pt x="53" y="27"/>
                    </a:lnTo>
                    <a:lnTo>
                      <a:pt x="55" y="21"/>
                    </a:lnTo>
                    <a:lnTo>
                      <a:pt x="58" y="9"/>
                    </a:lnTo>
                    <a:lnTo>
                      <a:pt x="60" y="0"/>
                    </a:lnTo>
                  </a:path>
                </a:pathLst>
              </a:custGeom>
              <a:solidFill>
                <a:srgbClr val="000000"/>
              </a:solidFill>
              <a:ln w="9525" cap="rnd">
                <a:noFill/>
                <a:round/>
                <a:headEnd/>
                <a:tailEnd/>
              </a:ln>
            </p:spPr>
            <p:txBody>
              <a:bodyPr/>
              <a:lstStyle/>
              <a:p>
                <a:pPr algn="ctr"/>
                <a:endParaRPr lang="pt-BR" sz="2400"/>
              </a:p>
            </p:txBody>
          </p:sp>
          <p:sp>
            <p:nvSpPr>
              <p:cNvPr id="116" name="Freeform 576"/>
              <p:cNvSpPr>
                <a:spLocks/>
              </p:cNvSpPr>
              <p:nvPr/>
            </p:nvSpPr>
            <p:spPr bwMode="auto">
              <a:xfrm>
                <a:off x="1479" y="2169"/>
                <a:ext cx="8" cy="17"/>
              </a:xfrm>
              <a:custGeom>
                <a:avLst/>
                <a:gdLst>
                  <a:gd name="T0" fmla="*/ 1 w 8"/>
                  <a:gd name="T1" fmla="*/ 0 h 17"/>
                  <a:gd name="T2" fmla="*/ 3 w 8"/>
                  <a:gd name="T3" fmla="*/ 0 h 17"/>
                  <a:gd name="T4" fmla="*/ 7 w 8"/>
                  <a:gd name="T5" fmla="*/ 4 h 17"/>
                  <a:gd name="T6" fmla="*/ 7 w 8"/>
                  <a:gd name="T7" fmla="*/ 8 h 17"/>
                  <a:gd name="T8" fmla="*/ 7 w 8"/>
                  <a:gd name="T9" fmla="*/ 11 h 17"/>
                  <a:gd name="T10" fmla="*/ 4 w 8"/>
                  <a:gd name="T11" fmla="*/ 12 h 17"/>
                  <a:gd name="T12" fmla="*/ 4 w 8"/>
                  <a:gd name="T13" fmla="*/ 13 h 17"/>
                  <a:gd name="T14" fmla="*/ 5 w 8"/>
                  <a:gd name="T15" fmla="*/ 16 h 17"/>
                  <a:gd name="T16" fmla="*/ 1 w 8"/>
                  <a:gd name="T17" fmla="*/ 12 h 17"/>
                  <a:gd name="T18" fmla="*/ 1 w 8"/>
                  <a:gd name="T19" fmla="*/ 11 h 17"/>
                  <a:gd name="T20" fmla="*/ 2 w 8"/>
                  <a:gd name="T21" fmla="*/ 9 h 17"/>
                  <a:gd name="T22" fmla="*/ 4 w 8"/>
                  <a:gd name="T23" fmla="*/ 8 h 17"/>
                  <a:gd name="T24" fmla="*/ 6 w 8"/>
                  <a:gd name="T25" fmla="*/ 7 h 17"/>
                  <a:gd name="T26" fmla="*/ 5 w 8"/>
                  <a:gd name="T27" fmla="*/ 5 h 17"/>
                  <a:gd name="T28" fmla="*/ 4 w 8"/>
                  <a:gd name="T29" fmla="*/ 3 h 17"/>
                  <a:gd name="T30" fmla="*/ 2 w 8"/>
                  <a:gd name="T31" fmla="*/ 2 h 17"/>
                  <a:gd name="T32" fmla="*/ 1 w 8"/>
                  <a:gd name="T33" fmla="*/ 4 h 17"/>
                  <a:gd name="T34" fmla="*/ 1 w 8"/>
                  <a:gd name="T35" fmla="*/ 6 h 17"/>
                  <a:gd name="T36" fmla="*/ 0 w 8"/>
                  <a:gd name="T37" fmla="*/ 4 h 17"/>
                  <a:gd name="T38" fmla="*/ 0 w 8"/>
                  <a:gd name="T39" fmla="*/ 1 h 17"/>
                  <a:gd name="T40" fmla="*/ 1 w 8"/>
                  <a:gd name="T41" fmla="*/ 0 h 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
                  <a:gd name="T64" fmla="*/ 0 h 17"/>
                  <a:gd name="T65" fmla="*/ 8 w 8"/>
                  <a:gd name="T66" fmla="*/ 17 h 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 h="17">
                    <a:moveTo>
                      <a:pt x="1" y="0"/>
                    </a:moveTo>
                    <a:lnTo>
                      <a:pt x="3" y="0"/>
                    </a:lnTo>
                    <a:lnTo>
                      <a:pt x="7" y="4"/>
                    </a:lnTo>
                    <a:lnTo>
                      <a:pt x="7" y="8"/>
                    </a:lnTo>
                    <a:lnTo>
                      <a:pt x="7" y="11"/>
                    </a:lnTo>
                    <a:lnTo>
                      <a:pt x="4" y="12"/>
                    </a:lnTo>
                    <a:lnTo>
                      <a:pt x="4" y="13"/>
                    </a:lnTo>
                    <a:lnTo>
                      <a:pt x="5" y="16"/>
                    </a:lnTo>
                    <a:lnTo>
                      <a:pt x="1" y="12"/>
                    </a:lnTo>
                    <a:lnTo>
                      <a:pt x="1" y="11"/>
                    </a:lnTo>
                    <a:lnTo>
                      <a:pt x="2" y="9"/>
                    </a:lnTo>
                    <a:lnTo>
                      <a:pt x="4" y="8"/>
                    </a:lnTo>
                    <a:lnTo>
                      <a:pt x="6" y="7"/>
                    </a:lnTo>
                    <a:lnTo>
                      <a:pt x="5" y="5"/>
                    </a:lnTo>
                    <a:lnTo>
                      <a:pt x="4" y="3"/>
                    </a:lnTo>
                    <a:lnTo>
                      <a:pt x="2" y="2"/>
                    </a:lnTo>
                    <a:lnTo>
                      <a:pt x="1" y="4"/>
                    </a:lnTo>
                    <a:lnTo>
                      <a:pt x="1" y="6"/>
                    </a:lnTo>
                    <a:lnTo>
                      <a:pt x="0" y="4"/>
                    </a:lnTo>
                    <a:lnTo>
                      <a:pt x="0" y="1"/>
                    </a:lnTo>
                    <a:lnTo>
                      <a:pt x="1" y="0"/>
                    </a:lnTo>
                  </a:path>
                </a:pathLst>
              </a:custGeom>
              <a:solidFill>
                <a:srgbClr val="000000"/>
              </a:solidFill>
              <a:ln w="9525" cap="rnd">
                <a:noFill/>
                <a:round/>
                <a:headEnd/>
                <a:tailEnd/>
              </a:ln>
            </p:spPr>
            <p:txBody>
              <a:bodyPr/>
              <a:lstStyle/>
              <a:p>
                <a:pPr algn="ctr"/>
                <a:endParaRPr lang="pt-BR" sz="2400"/>
              </a:p>
            </p:txBody>
          </p:sp>
          <p:sp>
            <p:nvSpPr>
              <p:cNvPr id="117" name="Line 577"/>
              <p:cNvSpPr>
                <a:spLocks noChangeShapeType="1"/>
              </p:cNvSpPr>
              <p:nvPr/>
            </p:nvSpPr>
            <p:spPr bwMode="auto">
              <a:xfrm>
                <a:off x="1491" y="2179"/>
                <a:ext cx="4" cy="16"/>
              </a:xfrm>
              <a:prstGeom prst="line">
                <a:avLst/>
              </a:prstGeom>
              <a:noFill/>
              <a:ln w="9525">
                <a:noFill/>
                <a:round/>
                <a:headEnd type="none" w="sm" len="sm"/>
                <a:tailEnd type="none" w="sm" len="sm"/>
              </a:ln>
            </p:spPr>
            <p:txBody>
              <a:bodyPr wrap="none" anchor="ctr"/>
              <a:lstStyle/>
              <a:p>
                <a:endParaRPr lang="pt-BR" sz="2400"/>
              </a:p>
            </p:txBody>
          </p:sp>
          <p:sp>
            <p:nvSpPr>
              <p:cNvPr id="118" name="Freeform 578"/>
              <p:cNvSpPr>
                <a:spLocks/>
              </p:cNvSpPr>
              <p:nvPr/>
            </p:nvSpPr>
            <p:spPr bwMode="auto">
              <a:xfrm>
                <a:off x="1482" y="2189"/>
                <a:ext cx="7" cy="13"/>
              </a:xfrm>
              <a:custGeom>
                <a:avLst/>
                <a:gdLst>
                  <a:gd name="T0" fmla="*/ 2 w 7"/>
                  <a:gd name="T1" fmla="*/ 0 h 13"/>
                  <a:gd name="T2" fmla="*/ 4 w 7"/>
                  <a:gd name="T3" fmla="*/ 2 h 13"/>
                  <a:gd name="T4" fmla="*/ 5 w 7"/>
                  <a:gd name="T5" fmla="*/ 4 h 13"/>
                  <a:gd name="T6" fmla="*/ 6 w 7"/>
                  <a:gd name="T7" fmla="*/ 8 h 13"/>
                  <a:gd name="T8" fmla="*/ 5 w 7"/>
                  <a:gd name="T9" fmla="*/ 11 h 13"/>
                  <a:gd name="T10" fmla="*/ 4 w 7"/>
                  <a:gd name="T11" fmla="*/ 12 h 13"/>
                  <a:gd name="T12" fmla="*/ 2 w 7"/>
                  <a:gd name="T13" fmla="*/ 12 h 13"/>
                  <a:gd name="T14" fmla="*/ 0 w 7"/>
                  <a:gd name="T15" fmla="*/ 12 h 13"/>
                  <a:gd name="T16" fmla="*/ 0 w 7"/>
                  <a:gd name="T17" fmla="*/ 8 h 13"/>
                  <a:gd name="T18" fmla="*/ 3 w 7"/>
                  <a:gd name="T19" fmla="*/ 9 h 13"/>
                  <a:gd name="T20" fmla="*/ 4 w 7"/>
                  <a:gd name="T21" fmla="*/ 6 h 13"/>
                  <a:gd name="T22" fmla="*/ 4 w 7"/>
                  <a:gd name="T23" fmla="*/ 4 h 13"/>
                  <a:gd name="T24" fmla="*/ 4 w 7"/>
                  <a:gd name="T25" fmla="*/ 3 h 13"/>
                  <a:gd name="T26" fmla="*/ 2 w 7"/>
                  <a:gd name="T27" fmla="*/ 0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
                  <a:gd name="T43" fmla="*/ 0 h 13"/>
                  <a:gd name="T44" fmla="*/ 7 w 7"/>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 h="13">
                    <a:moveTo>
                      <a:pt x="2" y="0"/>
                    </a:moveTo>
                    <a:lnTo>
                      <a:pt x="4" y="2"/>
                    </a:lnTo>
                    <a:lnTo>
                      <a:pt x="5" y="4"/>
                    </a:lnTo>
                    <a:lnTo>
                      <a:pt x="6" y="8"/>
                    </a:lnTo>
                    <a:lnTo>
                      <a:pt x="5" y="11"/>
                    </a:lnTo>
                    <a:lnTo>
                      <a:pt x="4" y="12"/>
                    </a:lnTo>
                    <a:lnTo>
                      <a:pt x="2" y="12"/>
                    </a:lnTo>
                    <a:lnTo>
                      <a:pt x="0" y="12"/>
                    </a:lnTo>
                    <a:lnTo>
                      <a:pt x="0" y="8"/>
                    </a:lnTo>
                    <a:lnTo>
                      <a:pt x="3" y="9"/>
                    </a:lnTo>
                    <a:lnTo>
                      <a:pt x="4" y="6"/>
                    </a:lnTo>
                    <a:lnTo>
                      <a:pt x="4" y="4"/>
                    </a:lnTo>
                    <a:lnTo>
                      <a:pt x="4" y="3"/>
                    </a:lnTo>
                    <a:lnTo>
                      <a:pt x="2" y="0"/>
                    </a:lnTo>
                  </a:path>
                </a:pathLst>
              </a:custGeom>
              <a:solidFill>
                <a:srgbClr val="000000"/>
              </a:solidFill>
              <a:ln w="9525" cap="rnd">
                <a:noFill/>
                <a:round/>
                <a:headEnd/>
                <a:tailEnd/>
              </a:ln>
            </p:spPr>
            <p:txBody>
              <a:bodyPr/>
              <a:lstStyle/>
              <a:p>
                <a:pPr algn="ctr"/>
                <a:endParaRPr lang="pt-BR" sz="2400"/>
              </a:p>
            </p:txBody>
          </p:sp>
          <p:sp>
            <p:nvSpPr>
              <p:cNvPr id="119" name="Freeform 579"/>
              <p:cNvSpPr>
                <a:spLocks/>
              </p:cNvSpPr>
              <p:nvPr/>
            </p:nvSpPr>
            <p:spPr bwMode="auto">
              <a:xfrm>
                <a:off x="1402" y="2226"/>
                <a:ext cx="207" cy="111"/>
              </a:xfrm>
              <a:custGeom>
                <a:avLst/>
                <a:gdLst>
                  <a:gd name="T0" fmla="*/ 77 w 207"/>
                  <a:gd name="T1" fmla="*/ 18 h 111"/>
                  <a:gd name="T2" fmla="*/ 82 w 207"/>
                  <a:gd name="T3" fmla="*/ 28 h 111"/>
                  <a:gd name="T4" fmla="*/ 88 w 207"/>
                  <a:gd name="T5" fmla="*/ 32 h 111"/>
                  <a:gd name="T6" fmla="*/ 99 w 207"/>
                  <a:gd name="T7" fmla="*/ 38 h 111"/>
                  <a:gd name="T8" fmla="*/ 113 w 207"/>
                  <a:gd name="T9" fmla="*/ 41 h 111"/>
                  <a:gd name="T10" fmla="*/ 129 w 207"/>
                  <a:gd name="T11" fmla="*/ 44 h 111"/>
                  <a:gd name="T12" fmla="*/ 137 w 207"/>
                  <a:gd name="T13" fmla="*/ 42 h 111"/>
                  <a:gd name="T14" fmla="*/ 140 w 207"/>
                  <a:gd name="T15" fmla="*/ 37 h 111"/>
                  <a:gd name="T16" fmla="*/ 142 w 207"/>
                  <a:gd name="T17" fmla="*/ 30 h 111"/>
                  <a:gd name="T18" fmla="*/ 142 w 207"/>
                  <a:gd name="T19" fmla="*/ 26 h 111"/>
                  <a:gd name="T20" fmla="*/ 139 w 207"/>
                  <a:gd name="T21" fmla="*/ 18 h 111"/>
                  <a:gd name="T22" fmla="*/ 136 w 207"/>
                  <a:gd name="T23" fmla="*/ 13 h 111"/>
                  <a:gd name="T24" fmla="*/ 132 w 207"/>
                  <a:gd name="T25" fmla="*/ 9 h 111"/>
                  <a:gd name="T26" fmla="*/ 137 w 207"/>
                  <a:gd name="T27" fmla="*/ 3 h 111"/>
                  <a:gd name="T28" fmla="*/ 140 w 207"/>
                  <a:gd name="T29" fmla="*/ 0 h 111"/>
                  <a:gd name="T30" fmla="*/ 156 w 207"/>
                  <a:gd name="T31" fmla="*/ 9 h 111"/>
                  <a:gd name="T32" fmla="*/ 173 w 207"/>
                  <a:gd name="T33" fmla="*/ 12 h 111"/>
                  <a:gd name="T34" fmla="*/ 190 w 207"/>
                  <a:gd name="T35" fmla="*/ 19 h 111"/>
                  <a:gd name="T36" fmla="*/ 206 w 207"/>
                  <a:gd name="T37" fmla="*/ 28 h 111"/>
                  <a:gd name="T38" fmla="*/ 185 w 207"/>
                  <a:gd name="T39" fmla="*/ 19 h 111"/>
                  <a:gd name="T40" fmla="*/ 169 w 207"/>
                  <a:gd name="T41" fmla="*/ 14 h 111"/>
                  <a:gd name="T42" fmla="*/ 158 w 207"/>
                  <a:gd name="T43" fmla="*/ 13 h 111"/>
                  <a:gd name="T44" fmla="*/ 148 w 207"/>
                  <a:gd name="T45" fmla="*/ 13 h 111"/>
                  <a:gd name="T46" fmla="*/ 143 w 207"/>
                  <a:gd name="T47" fmla="*/ 16 h 111"/>
                  <a:gd name="T48" fmla="*/ 145 w 207"/>
                  <a:gd name="T49" fmla="*/ 28 h 111"/>
                  <a:gd name="T50" fmla="*/ 143 w 207"/>
                  <a:gd name="T51" fmla="*/ 35 h 111"/>
                  <a:gd name="T52" fmla="*/ 141 w 207"/>
                  <a:gd name="T53" fmla="*/ 43 h 111"/>
                  <a:gd name="T54" fmla="*/ 137 w 207"/>
                  <a:gd name="T55" fmla="*/ 48 h 111"/>
                  <a:gd name="T56" fmla="*/ 129 w 207"/>
                  <a:gd name="T57" fmla="*/ 56 h 111"/>
                  <a:gd name="T58" fmla="*/ 129 w 207"/>
                  <a:gd name="T59" fmla="*/ 52 h 111"/>
                  <a:gd name="T60" fmla="*/ 126 w 207"/>
                  <a:gd name="T61" fmla="*/ 49 h 111"/>
                  <a:gd name="T62" fmla="*/ 123 w 207"/>
                  <a:gd name="T63" fmla="*/ 50 h 111"/>
                  <a:gd name="T64" fmla="*/ 122 w 207"/>
                  <a:gd name="T65" fmla="*/ 54 h 111"/>
                  <a:gd name="T66" fmla="*/ 124 w 207"/>
                  <a:gd name="T67" fmla="*/ 56 h 111"/>
                  <a:gd name="T68" fmla="*/ 126 w 207"/>
                  <a:gd name="T69" fmla="*/ 57 h 111"/>
                  <a:gd name="T70" fmla="*/ 125 w 207"/>
                  <a:gd name="T71" fmla="*/ 60 h 111"/>
                  <a:gd name="T72" fmla="*/ 121 w 207"/>
                  <a:gd name="T73" fmla="*/ 59 h 111"/>
                  <a:gd name="T74" fmla="*/ 119 w 207"/>
                  <a:gd name="T75" fmla="*/ 56 h 111"/>
                  <a:gd name="T76" fmla="*/ 120 w 207"/>
                  <a:gd name="T77" fmla="*/ 52 h 111"/>
                  <a:gd name="T78" fmla="*/ 121 w 207"/>
                  <a:gd name="T79" fmla="*/ 49 h 111"/>
                  <a:gd name="T80" fmla="*/ 124 w 207"/>
                  <a:gd name="T81" fmla="*/ 47 h 111"/>
                  <a:gd name="T82" fmla="*/ 128 w 207"/>
                  <a:gd name="T83" fmla="*/ 45 h 111"/>
                  <a:gd name="T84" fmla="*/ 103 w 207"/>
                  <a:gd name="T85" fmla="*/ 41 h 111"/>
                  <a:gd name="T86" fmla="*/ 89 w 207"/>
                  <a:gd name="T87" fmla="*/ 36 h 111"/>
                  <a:gd name="T88" fmla="*/ 97 w 207"/>
                  <a:gd name="T89" fmla="*/ 58 h 111"/>
                  <a:gd name="T90" fmla="*/ 112 w 207"/>
                  <a:gd name="T91" fmla="*/ 94 h 111"/>
                  <a:gd name="T92" fmla="*/ 119 w 207"/>
                  <a:gd name="T93" fmla="*/ 110 h 111"/>
                  <a:gd name="T94" fmla="*/ 98 w 207"/>
                  <a:gd name="T95" fmla="*/ 66 h 111"/>
                  <a:gd name="T96" fmla="*/ 86 w 207"/>
                  <a:gd name="T97" fmla="*/ 42 h 111"/>
                  <a:gd name="T98" fmla="*/ 75 w 207"/>
                  <a:gd name="T99" fmla="*/ 28 h 111"/>
                  <a:gd name="T100" fmla="*/ 64 w 207"/>
                  <a:gd name="T101" fmla="*/ 18 h 111"/>
                  <a:gd name="T102" fmla="*/ 55 w 207"/>
                  <a:gd name="T103" fmla="*/ 12 h 111"/>
                  <a:gd name="T104" fmla="*/ 47 w 207"/>
                  <a:gd name="T105" fmla="*/ 11 h 111"/>
                  <a:gd name="T106" fmla="*/ 38 w 207"/>
                  <a:gd name="T107" fmla="*/ 12 h 111"/>
                  <a:gd name="T108" fmla="*/ 8 w 207"/>
                  <a:gd name="T109" fmla="*/ 20 h 111"/>
                  <a:gd name="T110" fmla="*/ 0 w 207"/>
                  <a:gd name="T111" fmla="*/ 26 h 111"/>
                  <a:gd name="T112" fmla="*/ 8 w 207"/>
                  <a:gd name="T113" fmla="*/ 18 h 111"/>
                  <a:gd name="T114" fmla="*/ 35 w 207"/>
                  <a:gd name="T115" fmla="*/ 7 h 111"/>
                  <a:gd name="T116" fmla="*/ 54 w 207"/>
                  <a:gd name="T117" fmla="*/ 7 h 111"/>
                  <a:gd name="T118" fmla="*/ 72 w 207"/>
                  <a:gd name="T119" fmla="*/ 1 h 111"/>
                  <a:gd name="T120" fmla="*/ 77 w 207"/>
                  <a:gd name="T121" fmla="*/ 18 h 11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07"/>
                  <a:gd name="T184" fmla="*/ 0 h 111"/>
                  <a:gd name="T185" fmla="*/ 207 w 207"/>
                  <a:gd name="T186" fmla="*/ 111 h 11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07" h="111">
                    <a:moveTo>
                      <a:pt x="77" y="18"/>
                    </a:moveTo>
                    <a:lnTo>
                      <a:pt x="82" y="28"/>
                    </a:lnTo>
                    <a:lnTo>
                      <a:pt x="88" y="32"/>
                    </a:lnTo>
                    <a:lnTo>
                      <a:pt x="99" y="38"/>
                    </a:lnTo>
                    <a:lnTo>
                      <a:pt x="113" y="41"/>
                    </a:lnTo>
                    <a:lnTo>
                      <a:pt x="129" y="44"/>
                    </a:lnTo>
                    <a:lnTo>
                      <a:pt x="137" y="42"/>
                    </a:lnTo>
                    <a:lnTo>
                      <a:pt x="140" y="37"/>
                    </a:lnTo>
                    <a:lnTo>
                      <a:pt x="142" y="30"/>
                    </a:lnTo>
                    <a:lnTo>
                      <a:pt x="142" y="26"/>
                    </a:lnTo>
                    <a:lnTo>
                      <a:pt x="139" y="18"/>
                    </a:lnTo>
                    <a:lnTo>
                      <a:pt x="136" y="13"/>
                    </a:lnTo>
                    <a:lnTo>
                      <a:pt x="132" y="9"/>
                    </a:lnTo>
                    <a:lnTo>
                      <a:pt x="137" y="3"/>
                    </a:lnTo>
                    <a:lnTo>
                      <a:pt x="140" y="0"/>
                    </a:lnTo>
                    <a:lnTo>
                      <a:pt x="156" y="9"/>
                    </a:lnTo>
                    <a:lnTo>
                      <a:pt x="173" y="12"/>
                    </a:lnTo>
                    <a:lnTo>
                      <a:pt x="190" y="19"/>
                    </a:lnTo>
                    <a:lnTo>
                      <a:pt x="206" y="28"/>
                    </a:lnTo>
                    <a:lnTo>
                      <a:pt x="185" y="19"/>
                    </a:lnTo>
                    <a:lnTo>
                      <a:pt x="169" y="14"/>
                    </a:lnTo>
                    <a:lnTo>
                      <a:pt x="158" y="13"/>
                    </a:lnTo>
                    <a:lnTo>
                      <a:pt x="148" y="13"/>
                    </a:lnTo>
                    <a:lnTo>
                      <a:pt x="143" y="16"/>
                    </a:lnTo>
                    <a:lnTo>
                      <a:pt x="145" y="28"/>
                    </a:lnTo>
                    <a:lnTo>
                      <a:pt x="143" y="35"/>
                    </a:lnTo>
                    <a:lnTo>
                      <a:pt x="141" y="43"/>
                    </a:lnTo>
                    <a:lnTo>
                      <a:pt x="137" y="48"/>
                    </a:lnTo>
                    <a:lnTo>
                      <a:pt x="129" y="56"/>
                    </a:lnTo>
                    <a:lnTo>
                      <a:pt x="129" y="52"/>
                    </a:lnTo>
                    <a:lnTo>
                      <a:pt x="126" y="49"/>
                    </a:lnTo>
                    <a:lnTo>
                      <a:pt x="123" y="50"/>
                    </a:lnTo>
                    <a:lnTo>
                      <a:pt x="122" y="54"/>
                    </a:lnTo>
                    <a:lnTo>
                      <a:pt x="124" y="56"/>
                    </a:lnTo>
                    <a:lnTo>
                      <a:pt x="126" y="57"/>
                    </a:lnTo>
                    <a:lnTo>
                      <a:pt x="125" y="60"/>
                    </a:lnTo>
                    <a:lnTo>
                      <a:pt x="121" y="59"/>
                    </a:lnTo>
                    <a:lnTo>
                      <a:pt x="119" y="56"/>
                    </a:lnTo>
                    <a:lnTo>
                      <a:pt x="120" y="52"/>
                    </a:lnTo>
                    <a:lnTo>
                      <a:pt x="121" y="49"/>
                    </a:lnTo>
                    <a:lnTo>
                      <a:pt x="124" y="47"/>
                    </a:lnTo>
                    <a:lnTo>
                      <a:pt x="128" y="45"/>
                    </a:lnTo>
                    <a:lnTo>
                      <a:pt x="103" y="41"/>
                    </a:lnTo>
                    <a:lnTo>
                      <a:pt x="89" y="36"/>
                    </a:lnTo>
                    <a:lnTo>
                      <a:pt x="97" y="58"/>
                    </a:lnTo>
                    <a:lnTo>
                      <a:pt x="112" y="94"/>
                    </a:lnTo>
                    <a:lnTo>
                      <a:pt x="119" y="110"/>
                    </a:lnTo>
                    <a:lnTo>
                      <a:pt x="98" y="66"/>
                    </a:lnTo>
                    <a:lnTo>
                      <a:pt x="86" y="42"/>
                    </a:lnTo>
                    <a:lnTo>
                      <a:pt x="75" y="28"/>
                    </a:lnTo>
                    <a:lnTo>
                      <a:pt x="64" y="18"/>
                    </a:lnTo>
                    <a:lnTo>
                      <a:pt x="55" y="12"/>
                    </a:lnTo>
                    <a:lnTo>
                      <a:pt x="47" y="11"/>
                    </a:lnTo>
                    <a:lnTo>
                      <a:pt x="38" y="12"/>
                    </a:lnTo>
                    <a:lnTo>
                      <a:pt x="8" y="20"/>
                    </a:lnTo>
                    <a:lnTo>
                      <a:pt x="0" y="26"/>
                    </a:lnTo>
                    <a:lnTo>
                      <a:pt x="8" y="18"/>
                    </a:lnTo>
                    <a:lnTo>
                      <a:pt x="35" y="7"/>
                    </a:lnTo>
                    <a:lnTo>
                      <a:pt x="54" y="7"/>
                    </a:lnTo>
                    <a:lnTo>
                      <a:pt x="72" y="1"/>
                    </a:lnTo>
                    <a:lnTo>
                      <a:pt x="77" y="18"/>
                    </a:lnTo>
                  </a:path>
                </a:pathLst>
              </a:custGeom>
              <a:solidFill>
                <a:srgbClr val="000000"/>
              </a:solidFill>
              <a:ln w="9525" cap="rnd">
                <a:noFill/>
                <a:round/>
                <a:headEnd/>
                <a:tailEnd/>
              </a:ln>
            </p:spPr>
            <p:txBody>
              <a:bodyPr/>
              <a:lstStyle/>
              <a:p>
                <a:pPr algn="ctr"/>
                <a:endParaRPr lang="pt-BR" sz="2400"/>
              </a:p>
            </p:txBody>
          </p:sp>
          <p:sp>
            <p:nvSpPr>
              <p:cNvPr id="120" name="Freeform 580"/>
              <p:cNvSpPr>
                <a:spLocks/>
              </p:cNvSpPr>
              <p:nvPr/>
            </p:nvSpPr>
            <p:spPr bwMode="auto">
              <a:xfrm>
                <a:off x="1388" y="2257"/>
                <a:ext cx="83" cy="125"/>
              </a:xfrm>
              <a:custGeom>
                <a:avLst/>
                <a:gdLst>
                  <a:gd name="T0" fmla="*/ 12 w 83"/>
                  <a:gd name="T1" fmla="*/ 0 h 125"/>
                  <a:gd name="T2" fmla="*/ 20 w 83"/>
                  <a:gd name="T3" fmla="*/ 3 h 125"/>
                  <a:gd name="T4" fmla="*/ 26 w 83"/>
                  <a:gd name="T5" fmla="*/ 9 h 125"/>
                  <a:gd name="T6" fmla="*/ 32 w 83"/>
                  <a:gd name="T7" fmla="*/ 16 h 125"/>
                  <a:gd name="T8" fmla="*/ 38 w 83"/>
                  <a:gd name="T9" fmla="*/ 27 h 125"/>
                  <a:gd name="T10" fmla="*/ 41 w 83"/>
                  <a:gd name="T11" fmla="*/ 35 h 125"/>
                  <a:gd name="T12" fmla="*/ 44 w 83"/>
                  <a:gd name="T13" fmla="*/ 43 h 125"/>
                  <a:gd name="T14" fmla="*/ 35 w 83"/>
                  <a:gd name="T15" fmla="*/ 30 h 125"/>
                  <a:gd name="T16" fmla="*/ 28 w 83"/>
                  <a:gd name="T17" fmla="*/ 21 h 125"/>
                  <a:gd name="T18" fmla="*/ 20 w 83"/>
                  <a:gd name="T19" fmla="*/ 15 h 125"/>
                  <a:gd name="T20" fmla="*/ 12 w 83"/>
                  <a:gd name="T21" fmla="*/ 12 h 125"/>
                  <a:gd name="T22" fmla="*/ 12 w 83"/>
                  <a:gd name="T23" fmla="*/ 23 h 125"/>
                  <a:gd name="T24" fmla="*/ 17 w 83"/>
                  <a:gd name="T25" fmla="*/ 36 h 125"/>
                  <a:gd name="T26" fmla="*/ 23 w 83"/>
                  <a:gd name="T27" fmla="*/ 47 h 125"/>
                  <a:gd name="T28" fmla="*/ 30 w 83"/>
                  <a:gd name="T29" fmla="*/ 54 h 125"/>
                  <a:gd name="T30" fmla="*/ 43 w 83"/>
                  <a:gd name="T31" fmla="*/ 64 h 125"/>
                  <a:gd name="T32" fmla="*/ 56 w 83"/>
                  <a:gd name="T33" fmla="*/ 71 h 125"/>
                  <a:gd name="T34" fmla="*/ 62 w 83"/>
                  <a:gd name="T35" fmla="*/ 75 h 125"/>
                  <a:gd name="T36" fmla="*/ 60 w 83"/>
                  <a:gd name="T37" fmla="*/ 67 h 125"/>
                  <a:gd name="T38" fmla="*/ 67 w 83"/>
                  <a:gd name="T39" fmla="*/ 81 h 125"/>
                  <a:gd name="T40" fmla="*/ 71 w 83"/>
                  <a:gd name="T41" fmla="*/ 94 h 125"/>
                  <a:gd name="T42" fmla="*/ 73 w 83"/>
                  <a:gd name="T43" fmla="*/ 108 h 125"/>
                  <a:gd name="T44" fmla="*/ 78 w 83"/>
                  <a:gd name="T45" fmla="*/ 117 h 125"/>
                  <a:gd name="T46" fmla="*/ 82 w 83"/>
                  <a:gd name="T47" fmla="*/ 124 h 125"/>
                  <a:gd name="T48" fmla="*/ 69 w 83"/>
                  <a:gd name="T49" fmla="*/ 112 h 125"/>
                  <a:gd name="T50" fmla="*/ 69 w 83"/>
                  <a:gd name="T51" fmla="*/ 118 h 125"/>
                  <a:gd name="T52" fmla="*/ 63 w 83"/>
                  <a:gd name="T53" fmla="*/ 120 h 125"/>
                  <a:gd name="T54" fmla="*/ 66 w 83"/>
                  <a:gd name="T55" fmla="*/ 116 h 125"/>
                  <a:gd name="T56" fmla="*/ 66 w 83"/>
                  <a:gd name="T57" fmla="*/ 110 h 125"/>
                  <a:gd name="T58" fmla="*/ 51 w 83"/>
                  <a:gd name="T59" fmla="*/ 102 h 125"/>
                  <a:gd name="T60" fmla="*/ 63 w 83"/>
                  <a:gd name="T61" fmla="*/ 102 h 125"/>
                  <a:gd name="T62" fmla="*/ 54 w 83"/>
                  <a:gd name="T63" fmla="*/ 87 h 125"/>
                  <a:gd name="T64" fmla="*/ 61 w 83"/>
                  <a:gd name="T65" fmla="*/ 86 h 125"/>
                  <a:gd name="T66" fmla="*/ 63 w 83"/>
                  <a:gd name="T67" fmla="*/ 83 h 125"/>
                  <a:gd name="T68" fmla="*/ 51 w 83"/>
                  <a:gd name="T69" fmla="*/ 82 h 125"/>
                  <a:gd name="T70" fmla="*/ 36 w 83"/>
                  <a:gd name="T71" fmla="*/ 77 h 125"/>
                  <a:gd name="T72" fmla="*/ 19 w 83"/>
                  <a:gd name="T73" fmla="*/ 70 h 125"/>
                  <a:gd name="T74" fmla="*/ 7 w 83"/>
                  <a:gd name="T75" fmla="*/ 62 h 125"/>
                  <a:gd name="T76" fmla="*/ 6 w 83"/>
                  <a:gd name="T77" fmla="*/ 64 h 125"/>
                  <a:gd name="T78" fmla="*/ 11 w 83"/>
                  <a:gd name="T79" fmla="*/ 71 h 125"/>
                  <a:gd name="T80" fmla="*/ 18 w 83"/>
                  <a:gd name="T81" fmla="*/ 77 h 125"/>
                  <a:gd name="T82" fmla="*/ 24 w 83"/>
                  <a:gd name="T83" fmla="*/ 81 h 125"/>
                  <a:gd name="T84" fmla="*/ 30 w 83"/>
                  <a:gd name="T85" fmla="*/ 97 h 125"/>
                  <a:gd name="T86" fmla="*/ 47 w 83"/>
                  <a:gd name="T87" fmla="*/ 102 h 125"/>
                  <a:gd name="T88" fmla="*/ 35 w 83"/>
                  <a:gd name="T89" fmla="*/ 100 h 125"/>
                  <a:gd name="T90" fmla="*/ 40 w 83"/>
                  <a:gd name="T91" fmla="*/ 106 h 125"/>
                  <a:gd name="T92" fmla="*/ 56 w 83"/>
                  <a:gd name="T93" fmla="*/ 108 h 125"/>
                  <a:gd name="T94" fmla="*/ 61 w 83"/>
                  <a:gd name="T95" fmla="*/ 114 h 125"/>
                  <a:gd name="T96" fmla="*/ 60 w 83"/>
                  <a:gd name="T97" fmla="*/ 117 h 125"/>
                  <a:gd name="T98" fmla="*/ 51 w 83"/>
                  <a:gd name="T99" fmla="*/ 115 h 125"/>
                  <a:gd name="T100" fmla="*/ 43 w 83"/>
                  <a:gd name="T101" fmla="*/ 115 h 125"/>
                  <a:gd name="T102" fmla="*/ 4 w 83"/>
                  <a:gd name="T103" fmla="*/ 80 h 125"/>
                  <a:gd name="T104" fmla="*/ 2 w 83"/>
                  <a:gd name="T105" fmla="*/ 68 h 125"/>
                  <a:gd name="T106" fmla="*/ 1 w 83"/>
                  <a:gd name="T107" fmla="*/ 60 h 125"/>
                  <a:gd name="T108" fmla="*/ 4 w 83"/>
                  <a:gd name="T109" fmla="*/ 56 h 125"/>
                  <a:gd name="T110" fmla="*/ 2 w 83"/>
                  <a:gd name="T111" fmla="*/ 47 h 125"/>
                  <a:gd name="T112" fmla="*/ 0 w 83"/>
                  <a:gd name="T113" fmla="*/ 32 h 125"/>
                  <a:gd name="T114" fmla="*/ 2 w 83"/>
                  <a:gd name="T115" fmla="*/ 20 h 125"/>
                  <a:gd name="T116" fmla="*/ 6 w 83"/>
                  <a:gd name="T117" fmla="*/ 10 h 125"/>
                  <a:gd name="T118" fmla="*/ 12 w 83"/>
                  <a:gd name="T119" fmla="*/ 0 h 12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3"/>
                  <a:gd name="T181" fmla="*/ 0 h 125"/>
                  <a:gd name="T182" fmla="*/ 83 w 83"/>
                  <a:gd name="T183" fmla="*/ 125 h 125"/>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3" h="125">
                    <a:moveTo>
                      <a:pt x="12" y="0"/>
                    </a:moveTo>
                    <a:lnTo>
                      <a:pt x="20" y="3"/>
                    </a:lnTo>
                    <a:lnTo>
                      <a:pt x="26" y="9"/>
                    </a:lnTo>
                    <a:lnTo>
                      <a:pt x="32" y="16"/>
                    </a:lnTo>
                    <a:lnTo>
                      <a:pt x="38" y="27"/>
                    </a:lnTo>
                    <a:lnTo>
                      <a:pt x="41" y="35"/>
                    </a:lnTo>
                    <a:lnTo>
                      <a:pt x="44" y="43"/>
                    </a:lnTo>
                    <a:lnTo>
                      <a:pt x="35" y="30"/>
                    </a:lnTo>
                    <a:lnTo>
                      <a:pt x="28" y="21"/>
                    </a:lnTo>
                    <a:lnTo>
                      <a:pt x="20" y="15"/>
                    </a:lnTo>
                    <a:lnTo>
                      <a:pt x="12" y="12"/>
                    </a:lnTo>
                    <a:lnTo>
                      <a:pt x="12" y="23"/>
                    </a:lnTo>
                    <a:lnTo>
                      <a:pt x="17" y="36"/>
                    </a:lnTo>
                    <a:lnTo>
                      <a:pt x="23" y="47"/>
                    </a:lnTo>
                    <a:lnTo>
                      <a:pt x="30" y="54"/>
                    </a:lnTo>
                    <a:lnTo>
                      <a:pt x="43" y="64"/>
                    </a:lnTo>
                    <a:lnTo>
                      <a:pt x="56" y="71"/>
                    </a:lnTo>
                    <a:lnTo>
                      <a:pt x="62" y="75"/>
                    </a:lnTo>
                    <a:lnTo>
                      <a:pt x="60" y="67"/>
                    </a:lnTo>
                    <a:lnTo>
                      <a:pt x="67" y="81"/>
                    </a:lnTo>
                    <a:lnTo>
                      <a:pt x="71" y="94"/>
                    </a:lnTo>
                    <a:lnTo>
                      <a:pt x="73" y="108"/>
                    </a:lnTo>
                    <a:lnTo>
                      <a:pt x="78" y="117"/>
                    </a:lnTo>
                    <a:lnTo>
                      <a:pt x="82" y="124"/>
                    </a:lnTo>
                    <a:lnTo>
                      <a:pt x="69" y="112"/>
                    </a:lnTo>
                    <a:lnTo>
                      <a:pt x="69" y="118"/>
                    </a:lnTo>
                    <a:lnTo>
                      <a:pt x="63" y="120"/>
                    </a:lnTo>
                    <a:lnTo>
                      <a:pt x="66" y="116"/>
                    </a:lnTo>
                    <a:lnTo>
                      <a:pt x="66" y="110"/>
                    </a:lnTo>
                    <a:lnTo>
                      <a:pt x="51" y="102"/>
                    </a:lnTo>
                    <a:lnTo>
                      <a:pt x="63" y="102"/>
                    </a:lnTo>
                    <a:lnTo>
                      <a:pt x="54" y="87"/>
                    </a:lnTo>
                    <a:lnTo>
                      <a:pt x="61" y="86"/>
                    </a:lnTo>
                    <a:lnTo>
                      <a:pt x="63" y="83"/>
                    </a:lnTo>
                    <a:lnTo>
                      <a:pt x="51" y="82"/>
                    </a:lnTo>
                    <a:lnTo>
                      <a:pt x="36" y="77"/>
                    </a:lnTo>
                    <a:lnTo>
                      <a:pt x="19" y="70"/>
                    </a:lnTo>
                    <a:lnTo>
                      <a:pt x="7" y="62"/>
                    </a:lnTo>
                    <a:lnTo>
                      <a:pt x="6" y="64"/>
                    </a:lnTo>
                    <a:lnTo>
                      <a:pt x="11" y="71"/>
                    </a:lnTo>
                    <a:lnTo>
                      <a:pt x="18" y="77"/>
                    </a:lnTo>
                    <a:lnTo>
                      <a:pt x="24" y="81"/>
                    </a:lnTo>
                    <a:lnTo>
                      <a:pt x="30" y="97"/>
                    </a:lnTo>
                    <a:lnTo>
                      <a:pt x="47" y="102"/>
                    </a:lnTo>
                    <a:lnTo>
                      <a:pt x="35" y="100"/>
                    </a:lnTo>
                    <a:lnTo>
                      <a:pt x="40" y="106"/>
                    </a:lnTo>
                    <a:lnTo>
                      <a:pt x="56" y="108"/>
                    </a:lnTo>
                    <a:lnTo>
                      <a:pt x="61" y="114"/>
                    </a:lnTo>
                    <a:lnTo>
                      <a:pt x="60" y="117"/>
                    </a:lnTo>
                    <a:lnTo>
                      <a:pt x="51" y="115"/>
                    </a:lnTo>
                    <a:lnTo>
                      <a:pt x="43" y="115"/>
                    </a:lnTo>
                    <a:lnTo>
                      <a:pt x="4" y="80"/>
                    </a:lnTo>
                    <a:lnTo>
                      <a:pt x="2" y="68"/>
                    </a:lnTo>
                    <a:lnTo>
                      <a:pt x="1" y="60"/>
                    </a:lnTo>
                    <a:lnTo>
                      <a:pt x="4" y="56"/>
                    </a:lnTo>
                    <a:lnTo>
                      <a:pt x="2" y="47"/>
                    </a:lnTo>
                    <a:lnTo>
                      <a:pt x="0" y="32"/>
                    </a:lnTo>
                    <a:lnTo>
                      <a:pt x="2" y="20"/>
                    </a:lnTo>
                    <a:lnTo>
                      <a:pt x="6" y="10"/>
                    </a:lnTo>
                    <a:lnTo>
                      <a:pt x="12" y="0"/>
                    </a:lnTo>
                  </a:path>
                </a:pathLst>
              </a:custGeom>
              <a:solidFill>
                <a:srgbClr val="000000"/>
              </a:solidFill>
              <a:ln w="9525" cap="rnd">
                <a:noFill/>
                <a:round/>
                <a:headEnd/>
                <a:tailEnd/>
              </a:ln>
            </p:spPr>
            <p:txBody>
              <a:bodyPr/>
              <a:lstStyle/>
              <a:p>
                <a:pPr algn="ctr"/>
                <a:endParaRPr lang="pt-BR" sz="2400"/>
              </a:p>
            </p:txBody>
          </p:sp>
          <p:sp>
            <p:nvSpPr>
              <p:cNvPr id="121" name="Freeform 581"/>
              <p:cNvSpPr>
                <a:spLocks/>
              </p:cNvSpPr>
              <p:nvPr/>
            </p:nvSpPr>
            <p:spPr bwMode="auto">
              <a:xfrm>
                <a:off x="1446" y="2375"/>
                <a:ext cx="24" cy="31"/>
              </a:xfrm>
              <a:custGeom>
                <a:avLst/>
                <a:gdLst>
                  <a:gd name="T0" fmla="*/ 0 w 24"/>
                  <a:gd name="T1" fmla="*/ 11 h 31"/>
                  <a:gd name="T2" fmla="*/ 6 w 24"/>
                  <a:gd name="T3" fmla="*/ 2 h 31"/>
                  <a:gd name="T4" fmla="*/ 12 w 24"/>
                  <a:gd name="T5" fmla="*/ 0 h 31"/>
                  <a:gd name="T6" fmla="*/ 16 w 24"/>
                  <a:gd name="T7" fmla="*/ 6 h 31"/>
                  <a:gd name="T8" fmla="*/ 16 w 24"/>
                  <a:gd name="T9" fmla="*/ 25 h 31"/>
                  <a:gd name="T10" fmla="*/ 20 w 24"/>
                  <a:gd name="T11" fmla="*/ 8 h 31"/>
                  <a:gd name="T12" fmla="*/ 23 w 24"/>
                  <a:gd name="T13" fmla="*/ 15 h 31"/>
                  <a:gd name="T14" fmla="*/ 23 w 24"/>
                  <a:gd name="T15" fmla="*/ 22 h 31"/>
                  <a:gd name="T16" fmla="*/ 17 w 24"/>
                  <a:gd name="T17" fmla="*/ 30 h 31"/>
                  <a:gd name="T18" fmla="*/ 13 w 24"/>
                  <a:gd name="T19" fmla="*/ 30 h 31"/>
                  <a:gd name="T20" fmla="*/ 3 w 24"/>
                  <a:gd name="T21" fmla="*/ 20 h 31"/>
                  <a:gd name="T22" fmla="*/ 0 w 24"/>
                  <a:gd name="T23" fmla="*/ 1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1"/>
                  <a:gd name="T38" fmla="*/ 24 w 24"/>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1">
                    <a:moveTo>
                      <a:pt x="0" y="11"/>
                    </a:moveTo>
                    <a:lnTo>
                      <a:pt x="6" y="2"/>
                    </a:lnTo>
                    <a:lnTo>
                      <a:pt x="12" y="0"/>
                    </a:lnTo>
                    <a:lnTo>
                      <a:pt x="16" y="6"/>
                    </a:lnTo>
                    <a:lnTo>
                      <a:pt x="16" y="25"/>
                    </a:lnTo>
                    <a:lnTo>
                      <a:pt x="20" y="8"/>
                    </a:lnTo>
                    <a:lnTo>
                      <a:pt x="23" y="15"/>
                    </a:lnTo>
                    <a:lnTo>
                      <a:pt x="23" y="22"/>
                    </a:lnTo>
                    <a:lnTo>
                      <a:pt x="17" y="30"/>
                    </a:lnTo>
                    <a:lnTo>
                      <a:pt x="13" y="30"/>
                    </a:lnTo>
                    <a:lnTo>
                      <a:pt x="3" y="20"/>
                    </a:lnTo>
                    <a:lnTo>
                      <a:pt x="0" y="11"/>
                    </a:lnTo>
                  </a:path>
                </a:pathLst>
              </a:custGeom>
              <a:solidFill>
                <a:srgbClr val="000000"/>
              </a:solidFill>
              <a:ln w="9525" cap="rnd">
                <a:noFill/>
                <a:round/>
                <a:headEnd/>
                <a:tailEnd/>
              </a:ln>
            </p:spPr>
            <p:txBody>
              <a:bodyPr/>
              <a:lstStyle/>
              <a:p>
                <a:pPr algn="ctr"/>
                <a:endParaRPr lang="pt-BR" sz="2400"/>
              </a:p>
            </p:txBody>
          </p:sp>
          <p:sp>
            <p:nvSpPr>
              <p:cNvPr id="122" name="Freeform 582"/>
              <p:cNvSpPr>
                <a:spLocks/>
              </p:cNvSpPr>
              <p:nvPr/>
            </p:nvSpPr>
            <p:spPr bwMode="auto">
              <a:xfrm>
                <a:off x="1466" y="2264"/>
                <a:ext cx="171" cy="157"/>
              </a:xfrm>
              <a:custGeom>
                <a:avLst/>
                <a:gdLst>
                  <a:gd name="T0" fmla="*/ 8 w 171"/>
                  <a:gd name="T1" fmla="*/ 123 h 157"/>
                  <a:gd name="T2" fmla="*/ 0 w 171"/>
                  <a:gd name="T3" fmla="*/ 141 h 157"/>
                  <a:gd name="T4" fmla="*/ 13 w 171"/>
                  <a:gd name="T5" fmla="*/ 141 h 157"/>
                  <a:gd name="T6" fmla="*/ 53 w 171"/>
                  <a:gd name="T7" fmla="*/ 147 h 157"/>
                  <a:gd name="T8" fmla="*/ 55 w 171"/>
                  <a:gd name="T9" fmla="*/ 145 h 157"/>
                  <a:gd name="T10" fmla="*/ 58 w 171"/>
                  <a:gd name="T11" fmla="*/ 147 h 157"/>
                  <a:gd name="T12" fmla="*/ 64 w 171"/>
                  <a:gd name="T13" fmla="*/ 150 h 157"/>
                  <a:gd name="T14" fmla="*/ 68 w 171"/>
                  <a:gd name="T15" fmla="*/ 150 h 157"/>
                  <a:gd name="T16" fmla="*/ 108 w 171"/>
                  <a:gd name="T17" fmla="*/ 133 h 157"/>
                  <a:gd name="T18" fmla="*/ 136 w 171"/>
                  <a:gd name="T19" fmla="*/ 149 h 157"/>
                  <a:gd name="T20" fmla="*/ 137 w 171"/>
                  <a:gd name="T21" fmla="*/ 156 h 157"/>
                  <a:gd name="T22" fmla="*/ 133 w 171"/>
                  <a:gd name="T23" fmla="*/ 138 h 157"/>
                  <a:gd name="T24" fmla="*/ 126 w 171"/>
                  <a:gd name="T25" fmla="*/ 124 h 157"/>
                  <a:gd name="T26" fmla="*/ 146 w 171"/>
                  <a:gd name="T27" fmla="*/ 119 h 157"/>
                  <a:gd name="T28" fmla="*/ 161 w 171"/>
                  <a:gd name="T29" fmla="*/ 123 h 157"/>
                  <a:gd name="T30" fmla="*/ 166 w 171"/>
                  <a:gd name="T31" fmla="*/ 136 h 157"/>
                  <a:gd name="T32" fmla="*/ 168 w 171"/>
                  <a:gd name="T33" fmla="*/ 123 h 157"/>
                  <a:gd name="T34" fmla="*/ 152 w 171"/>
                  <a:gd name="T35" fmla="*/ 109 h 157"/>
                  <a:gd name="T36" fmla="*/ 140 w 171"/>
                  <a:gd name="T37" fmla="*/ 104 h 157"/>
                  <a:gd name="T38" fmla="*/ 134 w 171"/>
                  <a:gd name="T39" fmla="*/ 111 h 157"/>
                  <a:gd name="T40" fmla="*/ 140 w 171"/>
                  <a:gd name="T41" fmla="*/ 97 h 157"/>
                  <a:gd name="T42" fmla="*/ 162 w 171"/>
                  <a:gd name="T43" fmla="*/ 84 h 157"/>
                  <a:gd name="T44" fmla="*/ 157 w 171"/>
                  <a:gd name="T45" fmla="*/ 82 h 157"/>
                  <a:gd name="T46" fmla="*/ 143 w 171"/>
                  <a:gd name="T47" fmla="*/ 89 h 157"/>
                  <a:gd name="T48" fmla="*/ 135 w 171"/>
                  <a:gd name="T49" fmla="*/ 87 h 157"/>
                  <a:gd name="T50" fmla="*/ 149 w 171"/>
                  <a:gd name="T51" fmla="*/ 77 h 157"/>
                  <a:gd name="T52" fmla="*/ 159 w 171"/>
                  <a:gd name="T53" fmla="*/ 73 h 157"/>
                  <a:gd name="T54" fmla="*/ 158 w 171"/>
                  <a:gd name="T55" fmla="*/ 52 h 157"/>
                  <a:gd name="T56" fmla="*/ 158 w 171"/>
                  <a:gd name="T57" fmla="*/ 24 h 157"/>
                  <a:gd name="T58" fmla="*/ 153 w 171"/>
                  <a:gd name="T59" fmla="*/ 0 h 157"/>
                  <a:gd name="T60" fmla="*/ 155 w 171"/>
                  <a:gd name="T61" fmla="*/ 29 h 157"/>
                  <a:gd name="T62" fmla="*/ 144 w 171"/>
                  <a:gd name="T63" fmla="*/ 63 h 157"/>
                  <a:gd name="T64" fmla="*/ 154 w 171"/>
                  <a:gd name="T65" fmla="*/ 55 h 157"/>
                  <a:gd name="T66" fmla="*/ 154 w 171"/>
                  <a:gd name="T67" fmla="*/ 68 h 157"/>
                  <a:gd name="T68" fmla="*/ 136 w 171"/>
                  <a:gd name="T69" fmla="*/ 82 h 157"/>
                  <a:gd name="T70" fmla="*/ 121 w 171"/>
                  <a:gd name="T71" fmla="*/ 92 h 157"/>
                  <a:gd name="T72" fmla="*/ 85 w 171"/>
                  <a:gd name="T73" fmla="*/ 115 h 157"/>
                  <a:gd name="T74" fmla="*/ 45 w 171"/>
                  <a:gd name="T75" fmla="*/ 116 h 157"/>
                  <a:gd name="T76" fmla="*/ 14 w 171"/>
                  <a:gd name="T77" fmla="*/ 118 h 15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1"/>
                  <a:gd name="T118" fmla="*/ 0 h 157"/>
                  <a:gd name="T119" fmla="*/ 171 w 171"/>
                  <a:gd name="T120" fmla="*/ 157 h 157"/>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1" h="157">
                    <a:moveTo>
                      <a:pt x="6" y="118"/>
                    </a:moveTo>
                    <a:lnTo>
                      <a:pt x="8" y="123"/>
                    </a:lnTo>
                    <a:lnTo>
                      <a:pt x="9" y="137"/>
                    </a:lnTo>
                    <a:lnTo>
                      <a:pt x="0" y="141"/>
                    </a:lnTo>
                    <a:lnTo>
                      <a:pt x="3" y="143"/>
                    </a:lnTo>
                    <a:lnTo>
                      <a:pt x="13" y="141"/>
                    </a:lnTo>
                    <a:lnTo>
                      <a:pt x="54" y="150"/>
                    </a:lnTo>
                    <a:lnTo>
                      <a:pt x="53" y="147"/>
                    </a:lnTo>
                    <a:lnTo>
                      <a:pt x="53" y="146"/>
                    </a:lnTo>
                    <a:lnTo>
                      <a:pt x="55" y="145"/>
                    </a:lnTo>
                    <a:lnTo>
                      <a:pt x="57" y="145"/>
                    </a:lnTo>
                    <a:lnTo>
                      <a:pt x="58" y="147"/>
                    </a:lnTo>
                    <a:lnTo>
                      <a:pt x="60" y="149"/>
                    </a:lnTo>
                    <a:lnTo>
                      <a:pt x="64" y="150"/>
                    </a:lnTo>
                    <a:lnTo>
                      <a:pt x="69" y="154"/>
                    </a:lnTo>
                    <a:lnTo>
                      <a:pt x="68" y="150"/>
                    </a:lnTo>
                    <a:lnTo>
                      <a:pt x="86" y="146"/>
                    </a:lnTo>
                    <a:lnTo>
                      <a:pt x="108" y="133"/>
                    </a:lnTo>
                    <a:lnTo>
                      <a:pt x="131" y="140"/>
                    </a:lnTo>
                    <a:lnTo>
                      <a:pt x="136" y="149"/>
                    </a:lnTo>
                    <a:lnTo>
                      <a:pt x="136" y="155"/>
                    </a:lnTo>
                    <a:lnTo>
                      <a:pt x="137" y="156"/>
                    </a:lnTo>
                    <a:lnTo>
                      <a:pt x="138" y="149"/>
                    </a:lnTo>
                    <a:lnTo>
                      <a:pt x="133" y="138"/>
                    </a:lnTo>
                    <a:lnTo>
                      <a:pt x="121" y="131"/>
                    </a:lnTo>
                    <a:lnTo>
                      <a:pt x="126" y="124"/>
                    </a:lnTo>
                    <a:lnTo>
                      <a:pt x="135" y="120"/>
                    </a:lnTo>
                    <a:lnTo>
                      <a:pt x="146" y="119"/>
                    </a:lnTo>
                    <a:lnTo>
                      <a:pt x="159" y="121"/>
                    </a:lnTo>
                    <a:lnTo>
                      <a:pt x="161" y="123"/>
                    </a:lnTo>
                    <a:lnTo>
                      <a:pt x="162" y="130"/>
                    </a:lnTo>
                    <a:lnTo>
                      <a:pt x="166" y="136"/>
                    </a:lnTo>
                    <a:lnTo>
                      <a:pt x="170" y="128"/>
                    </a:lnTo>
                    <a:lnTo>
                      <a:pt x="168" y="123"/>
                    </a:lnTo>
                    <a:lnTo>
                      <a:pt x="161" y="117"/>
                    </a:lnTo>
                    <a:lnTo>
                      <a:pt x="152" y="109"/>
                    </a:lnTo>
                    <a:lnTo>
                      <a:pt x="146" y="101"/>
                    </a:lnTo>
                    <a:lnTo>
                      <a:pt x="140" y="104"/>
                    </a:lnTo>
                    <a:lnTo>
                      <a:pt x="137" y="113"/>
                    </a:lnTo>
                    <a:lnTo>
                      <a:pt x="134" y="111"/>
                    </a:lnTo>
                    <a:lnTo>
                      <a:pt x="137" y="103"/>
                    </a:lnTo>
                    <a:lnTo>
                      <a:pt x="140" y="97"/>
                    </a:lnTo>
                    <a:lnTo>
                      <a:pt x="155" y="90"/>
                    </a:lnTo>
                    <a:lnTo>
                      <a:pt x="162" y="84"/>
                    </a:lnTo>
                    <a:lnTo>
                      <a:pt x="159" y="76"/>
                    </a:lnTo>
                    <a:lnTo>
                      <a:pt x="157" y="82"/>
                    </a:lnTo>
                    <a:lnTo>
                      <a:pt x="150" y="87"/>
                    </a:lnTo>
                    <a:lnTo>
                      <a:pt x="143" y="89"/>
                    </a:lnTo>
                    <a:lnTo>
                      <a:pt x="137" y="89"/>
                    </a:lnTo>
                    <a:lnTo>
                      <a:pt x="135" y="87"/>
                    </a:lnTo>
                    <a:lnTo>
                      <a:pt x="136" y="85"/>
                    </a:lnTo>
                    <a:lnTo>
                      <a:pt x="149" y="77"/>
                    </a:lnTo>
                    <a:lnTo>
                      <a:pt x="157" y="68"/>
                    </a:lnTo>
                    <a:lnTo>
                      <a:pt x="159" y="73"/>
                    </a:lnTo>
                    <a:lnTo>
                      <a:pt x="160" y="63"/>
                    </a:lnTo>
                    <a:lnTo>
                      <a:pt x="158" y="52"/>
                    </a:lnTo>
                    <a:lnTo>
                      <a:pt x="157" y="41"/>
                    </a:lnTo>
                    <a:lnTo>
                      <a:pt x="158" y="24"/>
                    </a:lnTo>
                    <a:lnTo>
                      <a:pt x="156" y="8"/>
                    </a:lnTo>
                    <a:lnTo>
                      <a:pt x="153" y="0"/>
                    </a:lnTo>
                    <a:lnTo>
                      <a:pt x="155" y="13"/>
                    </a:lnTo>
                    <a:lnTo>
                      <a:pt x="155" y="29"/>
                    </a:lnTo>
                    <a:lnTo>
                      <a:pt x="153" y="42"/>
                    </a:lnTo>
                    <a:lnTo>
                      <a:pt x="144" y="63"/>
                    </a:lnTo>
                    <a:lnTo>
                      <a:pt x="151" y="51"/>
                    </a:lnTo>
                    <a:lnTo>
                      <a:pt x="154" y="55"/>
                    </a:lnTo>
                    <a:lnTo>
                      <a:pt x="155" y="62"/>
                    </a:lnTo>
                    <a:lnTo>
                      <a:pt x="154" y="68"/>
                    </a:lnTo>
                    <a:lnTo>
                      <a:pt x="146" y="76"/>
                    </a:lnTo>
                    <a:lnTo>
                      <a:pt x="136" y="82"/>
                    </a:lnTo>
                    <a:lnTo>
                      <a:pt x="136" y="76"/>
                    </a:lnTo>
                    <a:lnTo>
                      <a:pt x="121" y="92"/>
                    </a:lnTo>
                    <a:lnTo>
                      <a:pt x="102" y="107"/>
                    </a:lnTo>
                    <a:lnTo>
                      <a:pt x="85" y="115"/>
                    </a:lnTo>
                    <a:lnTo>
                      <a:pt x="70" y="118"/>
                    </a:lnTo>
                    <a:lnTo>
                      <a:pt x="45" y="116"/>
                    </a:lnTo>
                    <a:lnTo>
                      <a:pt x="30" y="117"/>
                    </a:lnTo>
                    <a:lnTo>
                      <a:pt x="14" y="118"/>
                    </a:lnTo>
                    <a:lnTo>
                      <a:pt x="6" y="118"/>
                    </a:lnTo>
                  </a:path>
                </a:pathLst>
              </a:custGeom>
              <a:solidFill>
                <a:srgbClr val="000000"/>
              </a:solidFill>
              <a:ln w="9525" cap="rnd">
                <a:noFill/>
                <a:round/>
                <a:headEnd/>
                <a:tailEnd/>
              </a:ln>
            </p:spPr>
            <p:txBody>
              <a:bodyPr/>
              <a:lstStyle/>
              <a:p>
                <a:pPr algn="ctr"/>
                <a:endParaRPr lang="pt-BR" sz="2400"/>
              </a:p>
            </p:txBody>
          </p:sp>
          <p:sp>
            <p:nvSpPr>
              <p:cNvPr id="123" name="Freeform 583"/>
              <p:cNvSpPr>
                <a:spLocks/>
              </p:cNvSpPr>
              <p:nvPr/>
            </p:nvSpPr>
            <p:spPr bwMode="auto">
              <a:xfrm>
                <a:off x="1555" y="2258"/>
                <a:ext cx="14" cy="103"/>
              </a:xfrm>
              <a:custGeom>
                <a:avLst/>
                <a:gdLst>
                  <a:gd name="T0" fmla="*/ 0 w 14"/>
                  <a:gd name="T1" fmla="*/ 3 h 103"/>
                  <a:gd name="T2" fmla="*/ 7 w 14"/>
                  <a:gd name="T3" fmla="*/ 19 h 103"/>
                  <a:gd name="T4" fmla="*/ 9 w 14"/>
                  <a:gd name="T5" fmla="*/ 35 h 103"/>
                  <a:gd name="T6" fmla="*/ 9 w 14"/>
                  <a:gd name="T7" fmla="*/ 58 h 103"/>
                  <a:gd name="T8" fmla="*/ 6 w 14"/>
                  <a:gd name="T9" fmla="*/ 78 h 103"/>
                  <a:gd name="T10" fmla="*/ 0 w 14"/>
                  <a:gd name="T11" fmla="*/ 102 h 103"/>
                  <a:gd name="T12" fmla="*/ 6 w 14"/>
                  <a:gd name="T13" fmla="*/ 101 h 103"/>
                  <a:gd name="T14" fmla="*/ 10 w 14"/>
                  <a:gd name="T15" fmla="*/ 94 h 103"/>
                  <a:gd name="T16" fmla="*/ 13 w 14"/>
                  <a:gd name="T17" fmla="*/ 83 h 103"/>
                  <a:gd name="T18" fmla="*/ 13 w 14"/>
                  <a:gd name="T19" fmla="*/ 64 h 103"/>
                  <a:gd name="T20" fmla="*/ 13 w 14"/>
                  <a:gd name="T21" fmla="*/ 41 h 103"/>
                  <a:gd name="T22" fmla="*/ 11 w 14"/>
                  <a:gd name="T23" fmla="*/ 25 h 103"/>
                  <a:gd name="T24" fmla="*/ 8 w 14"/>
                  <a:gd name="T25" fmla="*/ 14 h 103"/>
                  <a:gd name="T26" fmla="*/ 3 w 14"/>
                  <a:gd name="T27" fmla="*/ 2 h 103"/>
                  <a:gd name="T28" fmla="*/ 0 w 14"/>
                  <a:gd name="T29" fmla="*/ 0 h 103"/>
                  <a:gd name="T30" fmla="*/ 0 w 14"/>
                  <a:gd name="T31" fmla="*/ 3 h 10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
                  <a:gd name="T49" fmla="*/ 0 h 103"/>
                  <a:gd name="T50" fmla="*/ 14 w 14"/>
                  <a:gd name="T51" fmla="*/ 103 h 10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 h="103">
                    <a:moveTo>
                      <a:pt x="0" y="3"/>
                    </a:moveTo>
                    <a:lnTo>
                      <a:pt x="7" y="19"/>
                    </a:lnTo>
                    <a:lnTo>
                      <a:pt x="9" y="35"/>
                    </a:lnTo>
                    <a:lnTo>
                      <a:pt x="9" y="58"/>
                    </a:lnTo>
                    <a:lnTo>
                      <a:pt x="6" y="78"/>
                    </a:lnTo>
                    <a:lnTo>
                      <a:pt x="0" y="102"/>
                    </a:lnTo>
                    <a:lnTo>
                      <a:pt x="6" y="101"/>
                    </a:lnTo>
                    <a:lnTo>
                      <a:pt x="10" y="94"/>
                    </a:lnTo>
                    <a:lnTo>
                      <a:pt x="13" y="83"/>
                    </a:lnTo>
                    <a:lnTo>
                      <a:pt x="13" y="64"/>
                    </a:lnTo>
                    <a:lnTo>
                      <a:pt x="13" y="41"/>
                    </a:lnTo>
                    <a:lnTo>
                      <a:pt x="11" y="25"/>
                    </a:lnTo>
                    <a:lnTo>
                      <a:pt x="8" y="14"/>
                    </a:lnTo>
                    <a:lnTo>
                      <a:pt x="3" y="2"/>
                    </a:lnTo>
                    <a:lnTo>
                      <a:pt x="0" y="0"/>
                    </a:lnTo>
                    <a:lnTo>
                      <a:pt x="0" y="3"/>
                    </a:lnTo>
                  </a:path>
                </a:pathLst>
              </a:custGeom>
              <a:solidFill>
                <a:srgbClr val="000000"/>
              </a:solidFill>
              <a:ln w="9525" cap="rnd">
                <a:noFill/>
                <a:round/>
                <a:headEnd/>
                <a:tailEnd/>
              </a:ln>
            </p:spPr>
            <p:txBody>
              <a:bodyPr/>
              <a:lstStyle/>
              <a:p>
                <a:pPr algn="ctr"/>
                <a:endParaRPr lang="pt-BR" sz="2400"/>
              </a:p>
            </p:txBody>
          </p:sp>
          <p:sp>
            <p:nvSpPr>
              <p:cNvPr id="124" name="Freeform 584"/>
              <p:cNvSpPr>
                <a:spLocks/>
              </p:cNvSpPr>
              <p:nvPr/>
            </p:nvSpPr>
            <p:spPr bwMode="auto">
              <a:xfrm>
                <a:off x="1528" y="2325"/>
                <a:ext cx="11" cy="11"/>
              </a:xfrm>
              <a:custGeom>
                <a:avLst/>
                <a:gdLst>
                  <a:gd name="T0" fmla="*/ 6 w 11"/>
                  <a:gd name="T1" fmla="*/ 0 h 11"/>
                  <a:gd name="T2" fmla="*/ 5 w 11"/>
                  <a:gd name="T3" fmla="*/ 0 h 11"/>
                  <a:gd name="T4" fmla="*/ 3 w 11"/>
                  <a:gd name="T5" fmla="*/ 2 h 11"/>
                  <a:gd name="T6" fmla="*/ 4 w 11"/>
                  <a:gd name="T7" fmla="*/ 4 h 11"/>
                  <a:gd name="T8" fmla="*/ 5 w 11"/>
                  <a:gd name="T9" fmla="*/ 6 h 11"/>
                  <a:gd name="T10" fmla="*/ 7 w 11"/>
                  <a:gd name="T11" fmla="*/ 5 h 11"/>
                  <a:gd name="T12" fmla="*/ 8 w 11"/>
                  <a:gd name="T13" fmla="*/ 3 h 11"/>
                  <a:gd name="T14" fmla="*/ 8 w 11"/>
                  <a:gd name="T15" fmla="*/ 2 h 11"/>
                  <a:gd name="T16" fmla="*/ 10 w 11"/>
                  <a:gd name="T17" fmla="*/ 4 h 11"/>
                  <a:gd name="T18" fmla="*/ 8 w 11"/>
                  <a:gd name="T19" fmla="*/ 8 h 11"/>
                  <a:gd name="T20" fmla="*/ 5 w 11"/>
                  <a:gd name="T21" fmla="*/ 10 h 11"/>
                  <a:gd name="T22" fmla="*/ 1 w 11"/>
                  <a:gd name="T23" fmla="*/ 8 h 11"/>
                  <a:gd name="T24" fmla="*/ 0 w 11"/>
                  <a:gd name="T25" fmla="*/ 3 h 11"/>
                  <a:gd name="T26" fmla="*/ 3 w 11"/>
                  <a:gd name="T27" fmla="*/ 0 h 11"/>
                  <a:gd name="T28" fmla="*/ 5 w 11"/>
                  <a:gd name="T29" fmla="*/ 0 h 11"/>
                  <a:gd name="T30" fmla="*/ 6 w 11"/>
                  <a:gd name="T31" fmla="*/ 0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1"/>
                  <a:gd name="T49" fmla="*/ 0 h 11"/>
                  <a:gd name="T50" fmla="*/ 11 w 11"/>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1" h="11">
                    <a:moveTo>
                      <a:pt x="6" y="0"/>
                    </a:moveTo>
                    <a:lnTo>
                      <a:pt x="5" y="0"/>
                    </a:lnTo>
                    <a:lnTo>
                      <a:pt x="3" y="2"/>
                    </a:lnTo>
                    <a:lnTo>
                      <a:pt x="4" y="4"/>
                    </a:lnTo>
                    <a:lnTo>
                      <a:pt x="5" y="6"/>
                    </a:lnTo>
                    <a:lnTo>
                      <a:pt x="7" y="5"/>
                    </a:lnTo>
                    <a:lnTo>
                      <a:pt x="8" y="3"/>
                    </a:lnTo>
                    <a:lnTo>
                      <a:pt x="8" y="2"/>
                    </a:lnTo>
                    <a:lnTo>
                      <a:pt x="10" y="4"/>
                    </a:lnTo>
                    <a:lnTo>
                      <a:pt x="8" y="8"/>
                    </a:lnTo>
                    <a:lnTo>
                      <a:pt x="5" y="10"/>
                    </a:lnTo>
                    <a:lnTo>
                      <a:pt x="1" y="8"/>
                    </a:lnTo>
                    <a:lnTo>
                      <a:pt x="0" y="3"/>
                    </a:lnTo>
                    <a:lnTo>
                      <a:pt x="3" y="0"/>
                    </a:lnTo>
                    <a:lnTo>
                      <a:pt x="5" y="0"/>
                    </a:lnTo>
                    <a:lnTo>
                      <a:pt x="6" y="0"/>
                    </a:lnTo>
                  </a:path>
                </a:pathLst>
              </a:custGeom>
              <a:solidFill>
                <a:srgbClr val="000000"/>
              </a:solidFill>
              <a:ln w="9525" cap="rnd">
                <a:noFill/>
                <a:round/>
                <a:headEnd/>
                <a:tailEnd/>
              </a:ln>
            </p:spPr>
            <p:txBody>
              <a:bodyPr/>
              <a:lstStyle/>
              <a:p>
                <a:pPr algn="ctr"/>
                <a:endParaRPr lang="pt-BR" sz="2400"/>
              </a:p>
            </p:txBody>
          </p:sp>
          <p:sp>
            <p:nvSpPr>
              <p:cNvPr id="125" name="Freeform 585"/>
              <p:cNvSpPr>
                <a:spLocks/>
              </p:cNvSpPr>
              <p:nvPr/>
            </p:nvSpPr>
            <p:spPr bwMode="auto">
              <a:xfrm>
                <a:off x="1616" y="2351"/>
                <a:ext cx="21" cy="38"/>
              </a:xfrm>
              <a:custGeom>
                <a:avLst/>
                <a:gdLst>
                  <a:gd name="T0" fmla="*/ 16 w 21"/>
                  <a:gd name="T1" fmla="*/ 0 h 38"/>
                  <a:gd name="T2" fmla="*/ 16 w 21"/>
                  <a:gd name="T3" fmla="*/ 5 h 38"/>
                  <a:gd name="T4" fmla="*/ 0 w 21"/>
                  <a:gd name="T5" fmla="*/ 14 h 38"/>
                  <a:gd name="T6" fmla="*/ 10 w 21"/>
                  <a:gd name="T7" fmla="*/ 11 h 38"/>
                  <a:gd name="T8" fmla="*/ 10 w 21"/>
                  <a:gd name="T9" fmla="*/ 20 h 38"/>
                  <a:gd name="T10" fmla="*/ 4 w 21"/>
                  <a:gd name="T11" fmla="*/ 18 h 38"/>
                  <a:gd name="T12" fmla="*/ 18 w 21"/>
                  <a:gd name="T13" fmla="*/ 31 h 38"/>
                  <a:gd name="T14" fmla="*/ 20 w 21"/>
                  <a:gd name="T15" fmla="*/ 37 h 38"/>
                  <a:gd name="T16" fmla="*/ 19 w 21"/>
                  <a:gd name="T17" fmla="*/ 29 h 38"/>
                  <a:gd name="T18" fmla="*/ 13 w 21"/>
                  <a:gd name="T19" fmla="*/ 22 h 38"/>
                  <a:gd name="T20" fmla="*/ 13 w 21"/>
                  <a:gd name="T21" fmla="*/ 11 h 38"/>
                  <a:gd name="T22" fmla="*/ 17 w 21"/>
                  <a:gd name="T23" fmla="*/ 7 h 38"/>
                  <a:gd name="T24" fmla="*/ 17 w 21"/>
                  <a:gd name="T25" fmla="*/ 4 h 38"/>
                  <a:gd name="T26" fmla="*/ 16 w 21"/>
                  <a:gd name="T27" fmla="*/ 0 h 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38"/>
                  <a:gd name="T44" fmla="*/ 21 w 21"/>
                  <a:gd name="T45" fmla="*/ 38 h 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38">
                    <a:moveTo>
                      <a:pt x="16" y="0"/>
                    </a:moveTo>
                    <a:lnTo>
                      <a:pt x="16" y="5"/>
                    </a:lnTo>
                    <a:lnTo>
                      <a:pt x="0" y="14"/>
                    </a:lnTo>
                    <a:lnTo>
                      <a:pt x="10" y="11"/>
                    </a:lnTo>
                    <a:lnTo>
                      <a:pt x="10" y="20"/>
                    </a:lnTo>
                    <a:lnTo>
                      <a:pt x="4" y="18"/>
                    </a:lnTo>
                    <a:lnTo>
                      <a:pt x="18" y="31"/>
                    </a:lnTo>
                    <a:lnTo>
                      <a:pt x="20" y="37"/>
                    </a:lnTo>
                    <a:lnTo>
                      <a:pt x="19" y="29"/>
                    </a:lnTo>
                    <a:lnTo>
                      <a:pt x="13" y="22"/>
                    </a:lnTo>
                    <a:lnTo>
                      <a:pt x="13" y="11"/>
                    </a:lnTo>
                    <a:lnTo>
                      <a:pt x="17" y="7"/>
                    </a:lnTo>
                    <a:lnTo>
                      <a:pt x="17" y="4"/>
                    </a:lnTo>
                    <a:lnTo>
                      <a:pt x="16" y="0"/>
                    </a:lnTo>
                  </a:path>
                </a:pathLst>
              </a:custGeom>
              <a:solidFill>
                <a:srgbClr val="000000"/>
              </a:solidFill>
              <a:ln w="9525" cap="rnd">
                <a:noFill/>
                <a:round/>
                <a:headEnd/>
                <a:tailEnd/>
              </a:ln>
            </p:spPr>
            <p:txBody>
              <a:bodyPr/>
              <a:lstStyle/>
              <a:p>
                <a:pPr algn="ctr"/>
                <a:endParaRPr lang="pt-BR" sz="2400"/>
              </a:p>
            </p:txBody>
          </p:sp>
          <p:sp>
            <p:nvSpPr>
              <p:cNvPr id="126" name="Freeform 586"/>
              <p:cNvSpPr>
                <a:spLocks/>
              </p:cNvSpPr>
              <p:nvPr/>
            </p:nvSpPr>
            <p:spPr bwMode="auto">
              <a:xfrm>
                <a:off x="1594" y="2391"/>
                <a:ext cx="68" cy="40"/>
              </a:xfrm>
              <a:custGeom>
                <a:avLst/>
                <a:gdLst>
                  <a:gd name="T0" fmla="*/ 39 w 68"/>
                  <a:gd name="T1" fmla="*/ 13 h 40"/>
                  <a:gd name="T2" fmla="*/ 38 w 68"/>
                  <a:gd name="T3" fmla="*/ 15 h 40"/>
                  <a:gd name="T4" fmla="*/ 34 w 68"/>
                  <a:gd name="T5" fmla="*/ 15 h 40"/>
                  <a:gd name="T6" fmla="*/ 27 w 68"/>
                  <a:gd name="T7" fmla="*/ 4 h 40"/>
                  <a:gd name="T8" fmla="*/ 15 w 68"/>
                  <a:gd name="T9" fmla="*/ 0 h 40"/>
                  <a:gd name="T10" fmla="*/ 3 w 68"/>
                  <a:gd name="T11" fmla="*/ 4 h 40"/>
                  <a:gd name="T12" fmla="*/ 0 w 68"/>
                  <a:gd name="T13" fmla="*/ 9 h 40"/>
                  <a:gd name="T14" fmla="*/ 4 w 68"/>
                  <a:gd name="T15" fmla="*/ 13 h 40"/>
                  <a:gd name="T16" fmla="*/ 8 w 68"/>
                  <a:gd name="T17" fmla="*/ 21 h 40"/>
                  <a:gd name="T18" fmla="*/ 17 w 68"/>
                  <a:gd name="T19" fmla="*/ 12 h 40"/>
                  <a:gd name="T20" fmla="*/ 27 w 68"/>
                  <a:gd name="T21" fmla="*/ 14 h 40"/>
                  <a:gd name="T22" fmla="*/ 39 w 68"/>
                  <a:gd name="T23" fmla="*/ 20 h 40"/>
                  <a:gd name="T24" fmla="*/ 44 w 68"/>
                  <a:gd name="T25" fmla="*/ 23 h 40"/>
                  <a:gd name="T26" fmla="*/ 44 w 68"/>
                  <a:gd name="T27" fmla="*/ 30 h 40"/>
                  <a:gd name="T28" fmla="*/ 39 w 68"/>
                  <a:gd name="T29" fmla="*/ 34 h 40"/>
                  <a:gd name="T30" fmla="*/ 44 w 68"/>
                  <a:gd name="T31" fmla="*/ 39 h 40"/>
                  <a:gd name="T32" fmla="*/ 67 w 68"/>
                  <a:gd name="T33" fmla="*/ 39 h 40"/>
                  <a:gd name="T34" fmla="*/ 57 w 68"/>
                  <a:gd name="T35" fmla="*/ 31 h 40"/>
                  <a:gd name="T36" fmla="*/ 52 w 68"/>
                  <a:gd name="T37" fmla="*/ 31 h 40"/>
                  <a:gd name="T38" fmla="*/ 47 w 68"/>
                  <a:gd name="T39" fmla="*/ 18 h 40"/>
                  <a:gd name="T40" fmla="*/ 41 w 68"/>
                  <a:gd name="T41" fmla="*/ 14 h 40"/>
                  <a:gd name="T42" fmla="*/ 39 w 68"/>
                  <a:gd name="T43" fmla="*/ 13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8"/>
                  <a:gd name="T67" fmla="*/ 0 h 40"/>
                  <a:gd name="T68" fmla="*/ 68 w 68"/>
                  <a:gd name="T69" fmla="*/ 40 h 4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8" h="40">
                    <a:moveTo>
                      <a:pt x="39" y="13"/>
                    </a:moveTo>
                    <a:lnTo>
                      <a:pt x="38" y="15"/>
                    </a:lnTo>
                    <a:lnTo>
                      <a:pt x="34" y="15"/>
                    </a:lnTo>
                    <a:lnTo>
                      <a:pt x="27" y="4"/>
                    </a:lnTo>
                    <a:lnTo>
                      <a:pt x="15" y="0"/>
                    </a:lnTo>
                    <a:lnTo>
                      <a:pt x="3" y="4"/>
                    </a:lnTo>
                    <a:lnTo>
                      <a:pt x="0" y="9"/>
                    </a:lnTo>
                    <a:lnTo>
                      <a:pt x="4" y="13"/>
                    </a:lnTo>
                    <a:lnTo>
                      <a:pt x="8" y="21"/>
                    </a:lnTo>
                    <a:lnTo>
                      <a:pt x="17" y="12"/>
                    </a:lnTo>
                    <a:lnTo>
                      <a:pt x="27" y="14"/>
                    </a:lnTo>
                    <a:lnTo>
                      <a:pt x="39" y="20"/>
                    </a:lnTo>
                    <a:lnTo>
                      <a:pt x="44" y="23"/>
                    </a:lnTo>
                    <a:lnTo>
                      <a:pt x="44" y="30"/>
                    </a:lnTo>
                    <a:lnTo>
                      <a:pt x="39" y="34"/>
                    </a:lnTo>
                    <a:lnTo>
                      <a:pt x="44" y="39"/>
                    </a:lnTo>
                    <a:lnTo>
                      <a:pt x="67" y="39"/>
                    </a:lnTo>
                    <a:lnTo>
                      <a:pt x="57" y="31"/>
                    </a:lnTo>
                    <a:lnTo>
                      <a:pt x="52" y="31"/>
                    </a:lnTo>
                    <a:lnTo>
                      <a:pt x="47" y="18"/>
                    </a:lnTo>
                    <a:lnTo>
                      <a:pt x="41" y="14"/>
                    </a:lnTo>
                    <a:lnTo>
                      <a:pt x="39" y="13"/>
                    </a:lnTo>
                  </a:path>
                </a:pathLst>
              </a:custGeom>
              <a:solidFill>
                <a:srgbClr val="000000"/>
              </a:solidFill>
              <a:ln w="9525" cap="rnd">
                <a:noFill/>
                <a:round/>
                <a:headEnd/>
                <a:tailEnd/>
              </a:ln>
            </p:spPr>
            <p:txBody>
              <a:bodyPr/>
              <a:lstStyle/>
              <a:p>
                <a:pPr algn="ctr"/>
                <a:endParaRPr lang="pt-BR" sz="2400"/>
              </a:p>
            </p:txBody>
          </p:sp>
          <p:sp>
            <p:nvSpPr>
              <p:cNvPr id="127" name="Freeform 587"/>
              <p:cNvSpPr>
                <a:spLocks/>
              </p:cNvSpPr>
              <p:nvPr/>
            </p:nvSpPr>
            <p:spPr bwMode="auto">
              <a:xfrm>
                <a:off x="1539" y="2410"/>
                <a:ext cx="96" cy="34"/>
              </a:xfrm>
              <a:custGeom>
                <a:avLst/>
                <a:gdLst>
                  <a:gd name="T0" fmla="*/ 91 w 96"/>
                  <a:gd name="T1" fmla="*/ 12 h 34"/>
                  <a:gd name="T2" fmla="*/ 86 w 96"/>
                  <a:gd name="T3" fmla="*/ 9 h 34"/>
                  <a:gd name="T4" fmla="*/ 84 w 96"/>
                  <a:gd name="T5" fmla="*/ 4 h 34"/>
                  <a:gd name="T6" fmla="*/ 78 w 96"/>
                  <a:gd name="T7" fmla="*/ 5 h 34"/>
                  <a:gd name="T8" fmla="*/ 76 w 96"/>
                  <a:gd name="T9" fmla="*/ 17 h 34"/>
                  <a:gd name="T10" fmla="*/ 79 w 96"/>
                  <a:gd name="T11" fmla="*/ 20 h 34"/>
                  <a:gd name="T12" fmla="*/ 70 w 96"/>
                  <a:gd name="T13" fmla="*/ 20 h 34"/>
                  <a:gd name="T14" fmla="*/ 61 w 96"/>
                  <a:gd name="T15" fmla="*/ 24 h 34"/>
                  <a:gd name="T16" fmla="*/ 36 w 96"/>
                  <a:gd name="T17" fmla="*/ 31 h 34"/>
                  <a:gd name="T18" fmla="*/ 22 w 96"/>
                  <a:gd name="T19" fmla="*/ 33 h 34"/>
                  <a:gd name="T20" fmla="*/ 11 w 96"/>
                  <a:gd name="T21" fmla="*/ 33 h 34"/>
                  <a:gd name="T22" fmla="*/ 4 w 96"/>
                  <a:gd name="T23" fmla="*/ 31 h 34"/>
                  <a:gd name="T24" fmla="*/ 0 w 96"/>
                  <a:gd name="T25" fmla="*/ 25 h 34"/>
                  <a:gd name="T26" fmla="*/ 4 w 96"/>
                  <a:gd name="T27" fmla="*/ 25 h 34"/>
                  <a:gd name="T28" fmla="*/ 15 w 96"/>
                  <a:gd name="T29" fmla="*/ 29 h 34"/>
                  <a:gd name="T30" fmla="*/ 25 w 96"/>
                  <a:gd name="T31" fmla="*/ 30 h 34"/>
                  <a:gd name="T32" fmla="*/ 40 w 96"/>
                  <a:gd name="T33" fmla="*/ 28 h 34"/>
                  <a:gd name="T34" fmla="*/ 56 w 96"/>
                  <a:gd name="T35" fmla="*/ 22 h 34"/>
                  <a:gd name="T36" fmla="*/ 61 w 96"/>
                  <a:gd name="T37" fmla="*/ 20 h 34"/>
                  <a:gd name="T38" fmla="*/ 56 w 96"/>
                  <a:gd name="T39" fmla="*/ 12 h 34"/>
                  <a:gd name="T40" fmla="*/ 51 w 96"/>
                  <a:gd name="T41" fmla="*/ 8 h 34"/>
                  <a:gd name="T42" fmla="*/ 44 w 96"/>
                  <a:gd name="T43" fmla="*/ 1 h 34"/>
                  <a:gd name="T44" fmla="*/ 56 w 96"/>
                  <a:gd name="T45" fmla="*/ 3 h 34"/>
                  <a:gd name="T46" fmla="*/ 60 w 96"/>
                  <a:gd name="T47" fmla="*/ 8 h 34"/>
                  <a:gd name="T48" fmla="*/ 64 w 96"/>
                  <a:gd name="T49" fmla="*/ 4 h 34"/>
                  <a:gd name="T50" fmla="*/ 64 w 96"/>
                  <a:gd name="T51" fmla="*/ 9 h 34"/>
                  <a:gd name="T52" fmla="*/ 76 w 96"/>
                  <a:gd name="T53" fmla="*/ 0 h 34"/>
                  <a:gd name="T54" fmla="*/ 92 w 96"/>
                  <a:gd name="T55" fmla="*/ 3 h 34"/>
                  <a:gd name="T56" fmla="*/ 95 w 96"/>
                  <a:gd name="T57" fmla="*/ 10 h 34"/>
                  <a:gd name="T58" fmla="*/ 91 w 96"/>
                  <a:gd name="T59" fmla="*/ 12 h 3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6"/>
                  <a:gd name="T91" fmla="*/ 0 h 34"/>
                  <a:gd name="T92" fmla="*/ 96 w 96"/>
                  <a:gd name="T93" fmla="*/ 34 h 3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6" h="34">
                    <a:moveTo>
                      <a:pt x="91" y="12"/>
                    </a:moveTo>
                    <a:lnTo>
                      <a:pt x="86" y="9"/>
                    </a:lnTo>
                    <a:lnTo>
                      <a:pt x="84" y="4"/>
                    </a:lnTo>
                    <a:lnTo>
                      <a:pt x="78" y="5"/>
                    </a:lnTo>
                    <a:lnTo>
                      <a:pt x="76" y="17"/>
                    </a:lnTo>
                    <a:lnTo>
                      <a:pt x="79" y="20"/>
                    </a:lnTo>
                    <a:lnTo>
                      <a:pt x="70" y="20"/>
                    </a:lnTo>
                    <a:lnTo>
                      <a:pt x="61" y="24"/>
                    </a:lnTo>
                    <a:lnTo>
                      <a:pt x="36" y="31"/>
                    </a:lnTo>
                    <a:lnTo>
                      <a:pt x="22" y="33"/>
                    </a:lnTo>
                    <a:lnTo>
                      <a:pt x="11" y="33"/>
                    </a:lnTo>
                    <a:lnTo>
                      <a:pt x="4" y="31"/>
                    </a:lnTo>
                    <a:lnTo>
                      <a:pt x="0" y="25"/>
                    </a:lnTo>
                    <a:lnTo>
                      <a:pt x="4" y="25"/>
                    </a:lnTo>
                    <a:lnTo>
                      <a:pt x="15" y="29"/>
                    </a:lnTo>
                    <a:lnTo>
                      <a:pt x="25" y="30"/>
                    </a:lnTo>
                    <a:lnTo>
                      <a:pt x="40" y="28"/>
                    </a:lnTo>
                    <a:lnTo>
                      <a:pt x="56" y="22"/>
                    </a:lnTo>
                    <a:lnTo>
                      <a:pt x="61" y="20"/>
                    </a:lnTo>
                    <a:lnTo>
                      <a:pt x="56" y="12"/>
                    </a:lnTo>
                    <a:lnTo>
                      <a:pt x="51" y="8"/>
                    </a:lnTo>
                    <a:lnTo>
                      <a:pt x="44" y="1"/>
                    </a:lnTo>
                    <a:lnTo>
                      <a:pt x="56" y="3"/>
                    </a:lnTo>
                    <a:lnTo>
                      <a:pt x="60" y="8"/>
                    </a:lnTo>
                    <a:lnTo>
                      <a:pt x="64" y="4"/>
                    </a:lnTo>
                    <a:lnTo>
                      <a:pt x="64" y="9"/>
                    </a:lnTo>
                    <a:lnTo>
                      <a:pt x="76" y="0"/>
                    </a:lnTo>
                    <a:lnTo>
                      <a:pt x="92" y="3"/>
                    </a:lnTo>
                    <a:lnTo>
                      <a:pt x="95" y="10"/>
                    </a:lnTo>
                    <a:lnTo>
                      <a:pt x="91" y="12"/>
                    </a:lnTo>
                  </a:path>
                </a:pathLst>
              </a:custGeom>
              <a:solidFill>
                <a:srgbClr val="000000"/>
              </a:solidFill>
              <a:ln w="9525" cap="rnd">
                <a:noFill/>
                <a:round/>
                <a:headEnd/>
                <a:tailEnd/>
              </a:ln>
            </p:spPr>
            <p:txBody>
              <a:bodyPr/>
              <a:lstStyle/>
              <a:p>
                <a:pPr algn="ctr"/>
                <a:endParaRPr lang="pt-BR" sz="2400"/>
              </a:p>
            </p:txBody>
          </p:sp>
          <p:sp>
            <p:nvSpPr>
              <p:cNvPr id="128" name="Freeform 588"/>
              <p:cNvSpPr>
                <a:spLocks/>
              </p:cNvSpPr>
              <p:nvPr/>
            </p:nvSpPr>
            <p:spPr bwMode="auto">
              <a:xfrm>
                <a:off x="1556" y="2193"/>
                <a:ext cx="5" cy="10"/>
              </a:xfrm>
              <a:custGeom>
                <a:avLst/>
                <a:gdLst>
                  <a:gd name="T0" fmla="*/ 3 w 5"/>
                  <a:gd name="T1" fmla="*/ 0 h 10"/>
                  <a:gd name="T2" fmla="*/ 4 w 5"/>
                  <a:gd name="T3" fmla="*/ 3 h 10"/>
                  <a:gd name="T4" fmla="*/ 4 w 5"/>
                  <a:gd name="T5" fmla="*/ 6 h 10"/>
                  <a:gd name="T6" fmla="*/ 3 w 5"/>
                  <a:gd name="T7" fmla="*/ 8 h 10"/>
                  <a:gd name="T8" fmla="*/ 1 w 5"/>
                  <a:gd name="T9" fmla="*/ 9 h 10"/>
                  <a:gd name="T10" fmla="*/ 0 w 5"/>
                  <a:gd name="T11" fmla="*/ 9 h 10"/>
                  <a:gd name="T12" fmla="*/ 0 w 5"/>
                  <a:gd name="T13" fmla="*/ 8 h 10"/>
                  <a:gd name="T14" fmla="*/ 2 w 5"/>
                  <a:gd name="T15" fmla="*/ 8 h 10"/>
                  <a:gd name="T16" fmla="*/ 3 w 5"/>
                  <a:gd name="T17" fmla="*/ 6 h 10"/>
                  <a:gd name="T18" fmla="*/ 3 w 5"/>
                  <a:gd name="T19" fmla="*/ 3 h 10"/>
                  <a:gd name="T20" fmla="*/ 2 w 5"/>
                  <a:gd name="T21" fmla="*/ 0 h 10"/>
                  <a:gd name="T22" fmla="*/ 3 w 5"/>
                  <a:gd name="T23" fmla="*/ 0 h 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
                  <a:gd name="T37" fmla="*/ 0 h 10"/>
                  <a:gd name="T38" fmla="*/ 5 w 5"/>
                  <a:gd name="T39" fmla="*/ 10 h 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 h="10">
                    <a:moveTo>
                      <a:pt x="3" y="0"/>
                    </a:moveTo>
                    <a:lnTo>
                      <a:pt x="4" y="3"/>
                    </a:lnTo>
                    <a:lnTo>
                      <a:pt x="4" y="6"/>
                    </a:lnTo>
                    <a:lnTo>
                      <a:pt x="3" y="8"/>
                    </a:lnTo>
                    <a:lnTo>
                      <a:pt x="1" y="9"/>
                    </a:lnTo>
                    <a:lnTo>
                      <a:pt x="0" y="9"/>
                    </a:lnTo>
                    <a:lnTo>
                      <a:pt x="0" y="8"/>
                    </a:lnTo>
                    <a:lnTo>
                      <a:pt x="2" y="8"/>
                    </a:lnTo>
                    <a:lnTo>
                      <a:pt x="3" y="6"/>
                    </a:lnTo>
                    <a:lnTo>
                      <a:pt x="3" y="3"/>
                    </a:lnTo>
                    <a:lnTo>
                      <a:pt x="2" y="0"/>
                    </a:lnTo>
                    <a:lnTo>
                      <a:pt x="3" y="0"/>
                    </a:lnTo>
                  </a:path>
                </a:pathLst>
              </a:custGeom>
              <a:solidFill>
                <a:srgbClr val="000000"/>
              </a:solidFill>
              <a:ln w="9525" cap="rnd">
                <a:noFill/>
                <a:round/>
                <a:headEnd/>
                <a:tailEnd/>
              </a:ln>
            </p:spPr>
            <p:txBody>
              <a:bodyPr/>
              <a:lstStyle/>
              <a:p>
                <a:pPr algn="ctr"/>
                <a:endParaRPr lang="pt-BR" sz="2400"/>
              </a:p>
            </p:txBody>
          </p:sp>
          <p:sp>
            <p:nvSpPr>
              <p:cNvPr id="129" name="Freeform 589"/>
              <p:cNvSpPr>
                <a:spLocks/>
              </p:cNvSpPr>
              <p:nvPr/>
            </p:nvSpPr>
            <p:spPr bwMode="auto">
              <a:xfrm>
                <a:off x="1499" y="2170"/>
                <a:ext cx="24" cy="12"/>
              </a:xfrm>
              <a:custGeom>
                <a:avLst/>
                <a:gdLst>
                  <a:gd name="T0" fmla="*/ 0 w 24"/>
                  <a:gd name="T1" fmla="*/ 4 h 12"/>
                  <a:gd name="T2" fmla="*/ 3 w 24"/>
                  <a:gd name="T3" fmla="*/ 3 h 12"/>
                  <a:gd name="T4" fmla="*/ 1 w 24"/>
                  <a:gd name="T5" fmla="*/ 2 h 12"/>
                  <a:gd name="T6" fmla="*/ 4 w 24"/>
                  <a:gd name="T7" fmla="*/ 0 h 12"/>
                  <a:gd name="T8" fmla="*/ 8 w 24"/>
                  <a:gd name="T9" fmla="*/ 0 h 12"/>
                  <a:gd name="T10" fmla="*/ 13 w 24"/>
                  <a:gd name="T11" fmla="*/ 0 h 12"/>
                  <a:gd name="T12" fmla="*/ 19 w 24"/>
                  <a:gd name="T13" fmla="*/ 3 h 12"/>
                  <a:gd name="T14" fmla="*/ 16 w 24"/>
                  <a:gd name="T15" fmla="*/ 3 h 12"/>
                  <a:gd name="T16" fmla="*/ 19 w 24"/>
                  <a:gd name="T17" fmla="*/ 6 h 12"/>
                  <a:gd name="T18" fmla="*/ 20 w 24"/>
                  <a:gd name="T19" fmla="*/ 4 h 12"/>
                  <a:gd name="T20" fmla="*/ 23 w 24"/>
                  <a:gd name="T21" fmla="*/ 8 h 12"/>
                  <a:gd name="T22" fmla="*/ 20 w 24"/>
                  <a:gd name="T23" fmla="*/ 11 h 12"/>
                  <a:gd name="T24" fmla="*/ 20 w 24"/>
                  <a:gd name="T25" fmla="*/ 8 h 12"/>
                  <a:gd name="T26" fmla="*/ 16 w 24"/>
                  <a:gd name="T27" fmla="*/ 9 h 12"/>
                  <a:gd name="T28" fmla="*/ 13 w 24"/>
                  <a:gd name="T29" fmla="*/ 9 h 12"/>
                  <a:gd name="T30" fmla="*/ 17 w 24"/>
                  <a:gd name="T31" fmla="*/ 8 h 12"/>
                  <a:gd name="T32" fmla="*/ 18 w 24"/>
                  <a:gd name="T33" fmla="*/ 7 h 12"/>
                  <a:gd name="T34" fmla="*/ 17 w 24"/>
                  <a:gd name="T35" fmla="*/ 5 h 12"/>
                  <a:gd name="T36" fmla="*/ 14 w 24"/>
                  <a:gd name="T37" fmla="*/ 3 h 12"/>
                  <a:gd name="T38" fmla="*/ 11 w 24"/>
                  <a:gd name="T39" fmla="*/ 3 h 12"/>
                  <a:gd name="T40" fmla="*/ 7 w 24"/>
                  <a:gd name="T41" fmla="*/ 3 h 12"/>
                  <a:gd name="T42" fmla="*/ 4 w 24"/>
                  <a:gd name="T43" fmla="*/ 3 h 12"/>
                  <a:gd name="T44" fmla="*/ 7 w 24"/>
                  <a:gd name="T45" fmla="*/ 6 h 12"/>
                  <a:gd name="T46" fmla="*/ 10 w 24"/>
                  <a:gd name="T47" fmla="*/ 8 h 12"/>
                  <a:gd name="T48" fmla="*/ 9 w 24"/>
                  <a:gd name="T49" fmla="*/ 9 h 12"/>
                  <a:gd name="T50" fmla="*/ 7 w 24"/>
                  <a:gd name="T51" fmla="*/ 8 h 12"/>
                  <a:gd name="T52" fmla="*/ 5 w 24"/>
                  <a:gd name="T53" fmla="*/ 8 h 12"/>
                  <a:gd name="T54" fmla="*/ 4 w 24"/>
                  <a:gd name="T55" fmla="*/ 6 h 12"/>
                  <a:gd name="T56" fmla="*/ 2 w 24"/>
                  <a:gd name="T57" fmla="*/ 6 h 12"/>
                  <a:gd name="T58" fmla="*/ 3 w 24"/>
                  <a:gd name="T59" fmla="*/ 5 h 12"/>
                  <a:gd name="T60" fmla="*/ 0 w 24"/>
                  <a:gd name="T61" fmla="*/ 4 h 1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4"/>
                  <a:gd name="T94" fmla="*/ 0 h 12"/>
                  <a:gd name="T95" fmla="*/ 24 w 24"/>
                  <a:gd name="T96" fmla="*/ 12 h 1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4" h="12">
                    <a:moveTo>
                      <a:pt x="0" y="4"/>
                    </a:moveTo>
                    <a:lnTo>
                      <a:pt x="3" y="3"/>
                    </a:lnTo>
                    <a:lnTo>
                      <a:pt x="1" y="2"/>
                    </a:lnTo>
                    <a:lnTo>
                      <a:pt x="4" y="0"/>
                    </a:lnTo>
                    <a:lnTo>
                      <a:pt x="8" y="0"/>
                    </a:lnTo>
                    <a:lnTo>
                      <a:pt x="13" y="0"/>
                    </a:lnTo>
                    <a:lnTo>
                      <a:pt x="19" y="3"/>
                    </a:lnTo>
                    <a:lnTo>
                      <a:pt x="16" y="3"/>
                    </a:lnTo>
                    <a:lnTo>
                      <a:pt x="19" y="6"/>
                    </a:lnTo>
                    <a:lnTo>
                      <a:pt x="20" y="4"/>
                    </a:lnTo>
                    <a:lnTo>
                      <a:pt x="23" y="8"/>
                    </a:lnTo>
                    <a:lnTo>
                      <a:pt x="20" y="11"/>
                    </a:lnTo>
                    <a:lnTo>
                      <a:pt x="20" y="8"/>
                    </a:lnTo>
                    <a:lnTo>
                      <a:pt x="16" y="9"/>
                    </a:lnTo>
                    <a:lnTo>
                      <a:pt x="13" y="9"/>
                    </a:lnTo>
                    <a:lnTo>
                      <a:pt x="17" y="8"/>
                    </a:lnTo>
                    <a:lnTo>
                      <a:pt x="18" y="7"/>
                    </a:lnTo>
                    <a:lnTo>
                      <a:pt x="17" y="5"/>
                    </a:lnTo>
                    <a:lnTo>
                      <a:pt x="14" y="3"/>
                    </a:lnTo>
                    <a:lnTo>
                      <a:pt x="11" y="3"/>
                    </a:lnTo>
                    <a:lnTo>
                      <a:pt x="7" y="3"/>
                    </a:lnTo>
                    <a:lnTo>
                      <a:pt x="4" y="3"/>
                    </a:lnTo>
                    <a:lnTo>
                      <a:pt x="7" y="6"/>
                    </a:lnTo>
                    <a:lnTo>
                      <a:pt x="10" y="8"/>
                    </a:lnTo>
                    <a:lnTo>
                      <a:pt x="9" y="9"/>
                    </a:lnTo>
                    <a:lnTo>
                      <a:pt x="7" y="8"/>
                    </a:lnTo>
                    <a:lnTo>
                      <a:pt x="5" y="8"/>
                    </a:lnTo>
                    <a:lnTo>
                      <a:pt x="4" y="6"/>
                    </a:lnTo>
                    <a:lnTo>
                      <a:pt x="2" y="6"/>
                    </a:lnTo>
                    <a:lnTo>
                      <a:pt x="3" y="5"/>
                    </a:lnTo>
                    <a:lnTo>
                      <a:pt x="0" y="4"/>
                    </a:lnTo>
                  </a:path>
                </a:pathLst>
              </a:custGeom>
              <a:solidFill>
                <a:srgbClr val="000000"/>
              </a:solidFill>
              <a:ln w="9525" cap="rnd">
                <a:noFill/>
                <a:round/>
                <a:headEnd/>
                <a:tailEnd/>
              </a:ln>
            </p:spPr>
            <p:txBody>
              <a:bodyPr/>
              <a:lstStyle/>
              <a:p>
                <a:pPr algn="ctr"/>
                <a:endParaRPr lang="pt-BR" sz="2400"/>
              </a:p>
            </p:txBody>
          </p:sp>
          <p:sp>
            <p:nvSpPr>
              <p:cNvPr id="130" name="Freeform 590"/>
              <p:cNvSpPr>
                <a:spLocks/>
              </p:cNvSpPr>
              <p:nvPr/>
            </p:nvSpPr>
            <p:spPr bwMode="auto">
              <a:xfrm>
                <a:off x="1536" y="2173"/>
                <a:ext cx="20" cy="9"/>
              </a:xfrm>
              <a:custGeom>
                <a:avLst/>
                <a:gdLst>
                  <a:gd name="T0" fmla="*/ 0 w 20"/>
                  <a:gd name="T1" fmla="*/ 5 h 9"/>
                  <a:gd name="T2" fmla="*/ 2 w 20"/>
                  <a:gd name="T3" fmla="*/ 2 h 9"/>
                  <a:gd name="T4" fmla="*/ 6 w 20"/>
                  <a:gd name="T5" fmla="*/ 0 h 9"/>
                  <a:gd name="T6" fmla="*/ 9 w 20"/>
                  <a:gd name="T7" fmla="*/ 0 h 9"/>
                  <a:gd name="T8" fmla="*/ 8 w 20"/>
                  <a:gd name="T9" fmla="*/ 1 h 9"/>
                  <a:gd name="T10" fmla="*/ 10 w 20"/>
                  <a:gd name="T11" fmla="*/ 1 h 9"/>
                  <a:gd name="T12" fmla="*/ 11 w 20"/>
                  <a:gd name="T13" fmla="*/ 0 h 9"/>
                  <a:gd name="T14" fmla="*/ 13 w 20"/>
                  <a:gd name="T15" fmla="*/ 1 h 9"/>
                  <a:gd name="T16" fmla="*/ 15 w 20"/>
                  <a:gd name="T17" fmla="*/ 0 h 9"/>
                  <a:gd name="T18" fmla="*/ 16 w 20"/>
                  <a:gd name="T19" fmla="*/ 2 h 9"/>
                  <a:gd name="T20" fmla="*/ 19 w 20"/>
                  <a:gd name="T21" fmla="*/ 1 h 9"/>
                  <a:gd name="T22" fmla="*/ 16 w 20"/>
                  <a:gd name="T23" fmla="*/ 4 h 9"/>
                  <a:gd name="T24" fmla="*/ 19 w 20"/>
                  <a:gd name="T25" fmla="*/ 5 h 9"/>
                  <a:gd name="T26" fmla="*/ 15 w 20"/>
                  <a:gd name="T27" fmla="*/ 6 h 9"/>
                  <a:gd name="T28" fmla="*/ 15 w 20"/>
                  <a:gd name="T29" fmla="*/ 7 h 9"/>
                  <a:gd name="T30" fmla="*/ 13 w 20"/>
                  <a:gd name="T31" fmla="*/ 7 h 9"/>
                  <a:gd name="T32" fmla="*/ 11 w 20"/>
                  <a:gd name="T33" fmla="*/ 8 h 9"/>
                  <a:gd name="T34" fmla="*/ 9 w 20"/>
                  <a:gd name="T35" fmla="*/ 8 h 9"/>
                  <a:gd name="T36" fmla="*/ 7 w 20"/>
                  <a:gd name="T37" fmla="*/ 8 h 9"/>
                  <a:gd name="T38" fmla="*/ 11 w 20"/>
                  <a:gd name="T39" fmla="*/ 7 h 9"/>
                  <a:gd name="T40" fmla="*/ 13 w 20"/>
                  <a:gd name="T41" fmla="*/ 5 h 9"/>
                  <a:gd name="T42" fmla="*/ 15 w 20"/>
                  <a:gd name="T43" fmla="*/ 5 h 9"/>
                  <a:gd name="T44" fmla="*/ 12 w 20"/>
                  <a:gd name="T45" fmla="*/ 3 h 9"/>
                  <a:gd name="T46" fmla="*/ 9 w 20"/>
                  <a:gd name="T47" fmla="*/ 2 h 9"/>
                  <a:gd name="T48" fmla="*/ 6 w 20"/>
                  <a:gd name="T49" fmla="*/ 2 h 9"/>
                  <a:gd name="T50" fmla="*/ 2 w 20"/>
                  <a:gd name="T51" fmla="*/ 4 h 9"/>
                  <a:gd name="T52" fmla="*/ 0 w 20"/>
                  <a:gd name="T53" fmla="*/ 5 h 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0"/>
                  <a:gd name="T82" fmla="*/ 0 h 9"/>
                  <a:gd name="T83" fmla="*/ 20 w 20"/>
                  <a:gd name="T84" fmla="*/ 9 h 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0" h="9">
                    <a:moveTo>
                      <a:pt x="0" y="5"/>
                    </a:moveTo>
                    <a:lnTo>
                      <a:pt x="2" y="2"/>
                    </a:lnTo>
                    <a:lnTo>
                      <a:pt x="6" y="0"/>
                    </a:lnTo>
                    <a:lnTo>
                      <a:pt x="9" y="0"/>
                    </a:lnTo>
                    <a:lnTo>
                      <a:pt x="8" y="1"/>
                    </a:lnTo>
                    <a:lnTo>
                      <a:pt x="10" y="1"/>
                    </a:lnTo>
                    <a:lnTo>
                      <a:pt x="11" y="0"/>
                    </a:lnTo>
                    <a:lnTo>
                      <a:pt x="13" y="1"/>
                    </a:lnTo>
                    <a:lnTo>
                      <a:pt x="15" y="0"/>
                    </a:lnTo>
                    <a:lnTo>
                      <a:pt x="16" y="2"/>
                    </a:lnTo>
                    <a:lnTo>
                      <a:pt x="19" y="1"/>
                    </a:lnTo>
                    <a:lnTo>
                      <a:pt x="16" y="4"/>
                    </a:lnTo>
                    <a:lnTo>
                      <a:pt x="19" y="5"/>
                    </a:lnTo>
                    <a:lnTo>
                      <a:pt x="15" y="6"/>
                    </a:lnTo>
                    <a:lnTo>
                      <a:pt x="15" y="7"/>
                    </a:lnTo>
                    <a:lnTo>
                      <a:pt x="13" y="7"/>
                    </a:lnTo>
                    <a:lnTo>
                      <a:pt x="11" y="8"/>
                    </a:lnTo>
                    <a:lnTo>
                      <a:pt x="9" y="8"/>
                    </a:lnTo>
                    <a:lnTo>
                      <a:pt x="7" y="8"/>
                    </a:lnTo>
                    <a:lnTo>
                      <a:pt x="11" y="7"/>
                    </a:lnTo>
                    <a:lnTo>
                      <a:pt x="13" y="5"/>
                    </a:lnTo>
                    <a:lnTo>
                      <a:pt x="15" y="5"/>
                    </a:lnTo>
                    <a:lnTo>
                      <a:pt x="12" y="3"/>
                    </a:lnTo>
                    <a:lnTo>
                      <a:pt x="9" y="2"/>
                    </a:lnTo>
                    <a:lnTo>
                      <a:pt x="6" y="2"/>
                    </a:lnTo>
                    <a:lnTo>
                      <a:pt x="2" y="4"/>
                    </a:lnTo>
                    <a:lnTo>
                      <a:pt x="0" y="5"/>
                    </a:lnTo>
                  </a:path>
                </a:pathLst>
              </a:custGeom>
              <a:solidFill>
                <a:srgbClr val="000000"/>
              </a:solidFill>
              <a:ln w="9525" cap="rnd">
                <a:noFill/>
                <a:round/>
                <a:headEnd/>
                <a:tailEnd/>
              </a:ln>
            </p:spPr>
            <p:txBody>
              <a:bodyPr/>
              <a:lstStyle/>
              <a:p>
                <a:pPr algn="ctr"/>
                <a:endParaRPr lang="pt-BR" sz="2400"/>
              </a:p>
            </p:txBody>
          </p:sp>
          <p:sp>
            <p:nvSpPr>
              <p:cNvPr id="131" name="Freeform 591"/>
              <p:cNvSpPr>
                <a:spLocks/>
              </p:cNvSpPr>
              <p:nvPr/>
            </p:nvSpPr>
            <p:spPr bwMode="auto">
              <a:xfrm>
                <a:off x="1537" y="2179"/>
                <a:ext cx="5" cy="3"/>
              </a:xfrm>
              <a:custGeom>
                <a:avLst/>
                <a:gdLst>
                  <a:gd name="T0" fmla="*/ 1 w 5"/>
                  <a:gd name="T1" fmla="*/ 0 h 3"/>
                  <a:gd name="T2" fmla="*/ 4 w 5"/>
                  <a:gd name="T3" fmla="*/ 2 h 3"/>
                  <a:gd name="T4" fmla="*/ 0 w 5"/>
                  <a:gd name="T5" fmla="*/ 1 h 3"/>
                  <a:gd name="T6" fmla="*/ 1 w 5"/>
                  <a:gd name="T7" fmla="*/ 0 h 3"/>
                  <a:gd name="T8" fmla="*/ 0 60000 65536"/>
                  <a:gd name="T9" fmla="*/ 0 60000 65536"/>
                  <a:gd name="T10" fmla="*/ 0 60000 65536"/>
                  <a:gd name="T11" fmla="*/ 0 60000 65536"/>
                  <a:gd name="T12" fmla="*/ 0 w 5"/>
                  <a:gd name="T13" fmla="*/ 0 h 3"/>
                  <a:gd name="T14" fmla="*/ 5 w 5"/>
                  <a:gd name="T15" fmla="*/ 3 h 3"/>
                </a:gdLst>
                <a:ahLst/>
                <a:cxnLst>
                  <a:cxn ang="T8">
                    <a:pos x="T0" y="T1"/>
                  </a:cxn>
                  <a:cxn ang="T9">
                    <a:pos x="T2" y="T3"/>
                  </a:cxn>
                  <a:cxn ang="T10">
                    <a:pos x="T4" y="T5"/>
                  </a:cxn>
                  <a:cxn ang="T11">
                    <a:pos x="T6" y="T7"/>
                  </a:cxn>
                </a:cxnLst>
                <a:rect l="T12" t="T13" r="T14" b="T15"/>
                <a:pathLst>
                  <a:path w="5" h="3">
                    <a:moveTo>
                      <a:pt x="1" y="0"/>
                    </a:moveTo>
                    <a:lnTo>
                      <a:pt x="4" y="2"/>
                    </a:lnTo>
                    <a:lnTo>
                      <a:pt x="0" y="1"/>
                    </a:lnTo>
                    <a:lnTo>
                      <a:pt x="1" y="0"/>
                    </a:lnTo>
                  </a:path>
                </a:pathLst>
              </a:custGeom>
              <a:solidFill>
                <a:srgbClr val="000000"/>
              </a:solidFill>
              <a:ln w="9525" cap="rnd">
                <a:noFill/>
                <a:round/>
                <a:headEnd/>
                <a:tailEnd/>
              </a:ln>
            </p:spPr>
            <p:txBody>
              <a:bodyPr/>
              <a:lstStyle/>
              <a:p>
                <a:pPr algn="ctr"/>
                <a:endParaRPr lang="pt-BR" sz="2400"/>
              </a:p>
            </p:txBody>
          </p:sp>
          <p:sp>
            <p:nvSpPr>
              <p:cNvPr id="132" name="Freeform 592"/>
              <p:cNvSpPr>
                <a:spLocks/>
              </p:cNvSpPr>
              <p:nvPr/>
            </p:nvSpPr>
            <p:spPr bwMode="auto">
              <a:xfrm>
                <a:off x="1501" y="2162"/>
                <a:ext cx="24" cy="12"/>
              </a:xfrm>
              <a:custGeom>
                <a:avLst/>
                <a:gdLst>
                  <a:gd name="T0" fmla="*/ 0 w 24"/>
                  <a:gd name="T1" fmla="*/ 2 h 12"/>
                  <a:gd name="T2" fmla="*/ 7 w 24"/>
                  <a:gd name="T3" fmla="*/ 0 h 12"/>
                  <a:gd name="T4" fmla="*/ 17 w 24"/>
                  <a:gd name="T5" fmla="*/ 4 h 12"/>
                  <a:gd name="T6" fmla="*/ 23 w 24"/>
                  <a:gd name="T7" fmla="*/ 11 h 12"/>
                  <a:gd name="T8" fmla="*/ 18 w 24"/>
                  <a:gd name="T9" fmla="*/ 6 h 12"/>
                  <a:gd name="T10" fmla="*/ 11 w 24"/>
                  <a:gd name="T11" fmla="*/ 2 h 12"/>
                  <a:gd name="T12" fmla="*/ 6 w 24"/>
                  <a:gd name="T13" fmla="*/ 2 h 12"/>
                  <a:gd name="T14" fmla="*/ 0 w 24"/>
                  <a:gd name="T15" fmla="*/ 2 h 12"/>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12"/>
                  <a:gd name="T26" fmla="*/ 24 w 24"/>
                  <a:gd name="T27" fmla="*/ 12 h 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12">
                    <a:moveTo>
                      <a:pt x="0" y="2"/>
                    </a:moveTo>
                    <a:lnTo>
                      <a:pt x="7" y="0"/>
                    </a:lnTo>
                    <a:lnTo>
                      <a:pt x="17" y="4"/>
                    </a:lnTo>
                    <a:lnTo>
                      <a:pt x="23" y="11"/>
                    </a:lnTo>
                    <a:lnTo>
                      <a:pt x="18" y="6"/>
                    </a:lnTo>
                    <a:lnTo>
                      <a:pt x="11" y="2"/>
                    </a:lnTo>
                    <a:lnTo>
                      <a:pt x="6" y="2"/>
                    </a:lnTo>
                    <a:lnTo>
                      <a:pt x="0" y="2"/>
                    </a:lnTo>
                  </a:path>
                </a:pathLst>
              </a:custGeom>
              <a:solidFill>
                <a:srgbClr val="000000"/>
              </a:solidFill>
              <a:ln w="9525" cap="rnd">
                <a:noFill/>
                <a:round/>
                <a:headEnd/>
                <a:tailEnd/>
              </a:ln>
            </p:spPr>
            <p:txBody>
              <a:bodyPr/>
              <a:lstStyle/>
              <a:p>
                <a:pPr algn="ctr"/>
                <a:endParaRPr lang="pt-BR" sz="2400"/>
              </a:p>
            </p:txBody>
          </p:sp>
          <p:sp>
            <p:nvSpPr>
              <p:cNvPr id="133" name="Freeform 593"/>
              <p:cNvSpPr>
                <a:spLocks/>
              </p:cNvSpPr>
              <p:nvPr/>
            </p:nvSpPr>
            <p:spPr bwMode="auto">
              <a:xfrm>
                <a:off x="1537" y="2165"/>
                <a:ext cx="19" cy="6"/>
              </a:xfrm>
              <a:custGeom>
                <a:avLst/>
                <a:gdLst>
                  <a:gd name="T0" fmla="*/ 0 w 19"/>
                  <a:gd name="T1" fmla="*/ 5 h 6"/>
                  <a:gd name="T2" fmla="*/ 7 w 19"/>
                  <a:gd name="T3" fmla="*/ 2 h 6"/>
                  <a:gd name="T4" fmla="*/ 12 w 19"/>
                  <a:gd name="T5" fmla="*/ 1 h 6"/>
                  <a:gd name="T6" fmla="*/ 17 w 19"/>
                  <a:gd name="T7" fmla="*/ 1 h 6"/>
                  <a:gd name="T8" fmla="*/ 18 w 19"/>
                  <a:gd name="T9" fmla="*/ 3 h 6"/>
                  <a:gd name="T10" fmla="*/ 17 w 19"/>
                  <a:gd name="T11" fmla="*/ 0 h 6"/>
                  <a:gd name="T12" fmla="*/ 13 w 19"/>
                  <a:gd name="T13" fmla="*/ 0 h 6"/>
                  <a:gd name="T14" fmla="*/ 5 w 19"/>
                  <a:gd name="T15" fmla="*/ 1 h 6"/>
                  <a:gd name="T16" fmla="*/ 0 w 19"/>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6"/>
                  <a:gd name="T29" fmla="*/ 19 w 19"/>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6">
                    <a:moveTo>
                      <a:pt x="0" y="5"/>
                    </a:moveTo>
                    <a:lnTo>
                      <a:pt x="7" y="2"/>
                    </a:lnTo>
                    <a:lnTo>
                      <a:pt x="12" y="1"/>
                    </a:lnTo>
                    <a:lnTo>
                      <a:pt x="17" y="1"/>
                    </a:lnTo>
                    <a:lnTo>
                      <a:pt x="18" y="3"/>
                    </a:lnTo>
                    <a:lnTo>
                      <a:pt x="17" y="0"/>
                    </a:lnTo>
                    <a:lnTo>
                      <a:pt x="13" y="0"/>
                    </a:lnTo>
                    <a:lnTo>
                      <a:pt x="5" y="1"/>
                    </a:lnTo>
                    <a:lnTo>
                      <a:pt x="0" y="5"/>
                    </a:lnTo>
                  </a:path>
                </a:pathLst>
              </a:custGeom>
              <a:solidFill>
                <a:srgbClr val="000000"/>
              </a:solidFill>
              <a:ln w="9525" cap="rnd">
                <a:noFill/>
                <a:round/>
                <a:headEnd/>
                <a:tailEnd/>
              </a:ln>
            </p:spPr>
            <p:txBody>
              <a:bodyPr/>
              <a:lstStyle/>
              <a:p>
                <a:pPr algn="ctr"/>
                <a:endParaRPr lang="pt-BR" sz="2400"/>
              </a:p>
            </p:txBody>
          </p:sp>
          <p:sp>
            <p:nvSpPr>
              <p:cNvPr id="134" name="Freeform 594"/>
              <p:cNvSpPr>
                <a:spLocks/>
              </p:cNvSpPr>
              <p:nvPr/>
            </p:nvSpPr>
            <p:spPr bwMode="auto">
              <a:xfrm>
                <a:off x="1518" y="2197"/>
                <a:ext cx="15" cy="9"/>
              </a:xfrm>
              <a:custGeom>
                <a:avLst/>
                <a:gdLst>
                  <a:gd name="T0" fmla="*/ 14 w 15"/>
                  <a:gd name="T1" fmla="*/ 3 h 9"/>
                  <a:gd name="T2" fmla="*/ 10 w 15"/>
                  <a:gd name="T3" fmla="*/ 5 h 9"/>
                  <a:gd name="T4" fmla="*/ 9 w 15"/>
                  <a:gd name="T5" fmla="*/ 5 h 9"/>
                  <a:gd name="T6" fmla="*/ 7 w 15"/>
                  <a:gd name="T7" fmla="*/ 3 h 9"/>
                  <a:gd name="T8" fmla="*/ 4 w 15"/>
                  <a:gd name="T9" fmla="*/ 2 h 9"/>
                  <a:gd name="T10" fmla="*/ 1 w 15"/>
                  <a:gd name="T11" fmla="*/ 2 h 9"/>
                  <a:gd name="T12" fmla="*/ 1 w 15"/>
                  <a:gd name="T13" fmla="*/ 0 h 9"/>
                  <a:gd name="T14" fmla="*/ 0 w 15"/>
                  <a:gd name="T15" fmla="*/ 2 h 9"/>
                  <a:gd name="T16" fmla="*/ 1 w 15"/>
                  <a:gd name="T17" fmla="*/ 3 h 9"/>
                  <a:gd name="T18" fmla="*/ 5 w 15"/>
                  <a:gd name="T19" fmla="*/ 4 h 9"/>
                  <a:gd name="T20" fmla="*/ 8 w 15"/>
                  <a:gd name="T21" fmla="*/ 8 h 9"/>
                  <a:gd name="T22" fmla="*/ 10 w 15"/>
                  <a:gd name="T23" fmla="*/ 8 h 9"/>
                  <a:gd name="T24" fmla="*/ 14 w 15"/>
                  <a:gd name="T25" fmla="*/ 5 h 9"/>
                  <a:gd name="T26" fmla="*/ 14 w 15"/>
                  <a:gd name="T27" fmla="*/ 3 h 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
                  <a:gd name="T43" fmla="*/ 0 h 9"/>
                  <a:gd name="T44" fmla="*/ 15 w 15"/>
                  <a:gd name="T45" fmla="*/ 9 h 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 h="9">
                    <a:moveTo>
                      <a:pt x="14" y="3"/>
                    </a:moveTo>
                    <a:lnTo>
                      <a:pt x="10" y="5"/>
                    </a:lnTo>
                    <a:lnTo>
                      <a:pt x="9" y="5"/>
                    </a:lnTo>
                    <a:lnTo>
                      <a:pt x="7" y="3"/>
                    </a:lnTo>
                    <a:lnTo>
                      <a:pt x="4" y="2"/>
                    </a:lnTo>
                    <a:lnTo>
                      <a:pt x="1" y="2"/>
                    </a:lnTo>
                    <a:lnTo>
                      <a:pt x="1" y="0"/>
                    </a:lnTo>
                    <a:lnTo>
                      <a:pt x="0" y="2"/>
                    </a:lnTo>
                    <a:lnTo>
                      <a:pt x="1" y="3"/>
                    </a:lnTo>
                    <a:lnTo>
                      <a:pt x="5" y="4"/>
                    </a:lnTo>
                    <a:lnTo>
                      <a:pt x="8" y="8"/>
                    </a:lnTo>
                    <a:lnTo>
                      <a:pt x="10" y="8"/>
                    </a:lnTo>
                    <a:lnTo>
                      <a:pt x="14" y="5"/>
                    </a:lnTo>
                    <a:lnTo>
                      <a:pt x="14" y="3"/>
                    </a:lnTo>
                  </a:path>
                </a:pathLst>
              </a:custGeom>
              <a:solidFill>
                <a:srgbClr val="000000"/>
              </a:solidFill>
              <a:ln w="9525" cap="rnd">
                <a:noFill/>
                <a:round/>
                <a:headEnd/>
                <a:tailEnd/>
              </a:ln>
            </p:spPr>
            <p:txBody>
              <a:bodyPr/>
              <a:lstStyle/>
              <a:p>
                <a:pPr algn="ctr"/>
                <a:endParaRPr lang="pt-BR" sz="2400"/>
              </a:p>
            </p:txBody>
          </p:sp>
          <p:sp>
            <p:nvSpPr>
              <p:cNvPr id="135" name="Freeform 595"/>
              <p:cNvSpPr>
                <a:spLocks/>
              </p:cNvSpPr>
              <p:nvPr/>
            </p:nvSpPr>
            <p:spPr bwMode="auto">
              <a:xfrm>
                <a:off x="1532" y="2171"/>
                <a:ext cx="5" cy="14"/>
              </a:xfrm>
              <a:custGeom>
                <a:avLst/>
                <a:gdLst>
                  <a:gd name="T0" fmla="*/ 4 w 5"/>
                  <a:gd name="T1" fmla="*/ 0 h 14"/>
                  <a:gd name="T2" fmla="*/ 1 w 5"/>
                  <a:gd name="T3" fmla="*/ 4 h 14"/>
                  <a:gd name="T4" fmla="*/ 0 w 5"/>
                  <a:gd name="T5" fmla="*/ 8 h 14"/>
                  <a:gd name="T6" fmla="*/ 0 w 5"/>
                  <a:gd name="T7" fmla="*/ 10 h 14"/>
                  <a:gd name="T8" fmla="*/ 2 w 5"/>
                  <a:gd name="T9" fmla="*/ 13 h 14"/>
                  <a:gd name="T10" fmla="*/ 1 w 5"/>
                  <a:gd name="T11" fmla="*/ 10 h 14"/>
                  <a:gd name="T12" fmla="*/ 1 w 5"/>
                  <a:gd name="T13" fmla="*/ 7 h 14"/>
                  <a:gd name="T14" fmla="*/ 2 w 5"/>
                  <a:gd name="T15" fmla="*/ 4 h 14"/>
                  <a:gd name="T16" fmla="*/ 4 w 5"/>
                  <a:gd name="T17" fmla="*/ 0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14"/>
                  <a:gd name="T29" fmla="*/ 5 w 5"/>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14">
                    <a:moveTo>
                      <a:pt x="4" y="0"/>
                    </a:moveTo>
                    <a:lnTo>
                      <a:pt x="1" y="4"/>
                    </a:lnTo>
                    <a:lnTo>
                      <a:pt x="0" y="8"/>
                    </a:lnTo>
                    <a:lnTo>
                      <a:pt x="0" y="10"/>
                    </a:lnTo>
                    <a:lnTo>
                      <a:pt x="2" y="13"/>
                    </a:lnTo>
                    <a:lnTo>
                      <a:pt x="1" y="10"/>
                    </a:lnTo>
                    <a:lnTo>
                      <a:pt x="1" y="7"/>
                    </a:lnTo>
                    <a:lnTo>
                      <a:pt x="2" y="4"/>
                    </a:lnTo>
                    <a:lnTo>
                      <a:pt x="4" y="0"/>
                    </a:lnTo>
                  </a:path>
                </a:pathLst>
              </a:custGeom>
              <a:solidFill>
                <a:srgbClr val="000000"/>
              </a:solidFill>
              <a:ln w="9525" cap="rnd">
                <a:noFill/>
                <a:round/>
                <a:headEnd/>
                <a:tailEnd/>
              </a:ln>
            </p:spPr>
            <p:txBody>
              <a:bodyPr/>
              <a:lstStyle/>
              <a:p>
                <a:pPr algn="ctr"/>
                <a:endParaRPr lang="pt-BR" sz="2400"/>
              </a:p>
            </p:txBody>
          </p:sp>
          <p:sp>
            <p:nvSpPr>
              <p:cNvPr id="136" name="Freeform 596"/>
              <p:cNvSpPr>
                <a:spLocks/>
              </p:cNvSpPr>
              <p:nvPr/>
            </p:nvSpPr>
            <p:spPr bwMode="auto">
              <a:xfrm>
                <a:off x="1508" y="2173"/>
                <a:ext cx="7" cy="6"/>
              </a:xfrm>
              <a:custGeom>
                <a:avLst/>
                <a:gdLst>
                  <a:gd name="T0" fmla="*/ 0 w 7"/>
                  <a:gd name="T1" fmla="*/ 0 h 6"/>
                  <a:gd name="T2" fmla="*/ 0 w 7"/>
                  <a:gd name="T3" fmla="*/ 4 h 6"/>
                  <a:gd name="T4" fmla="*/ 2 w 7"/>
                  <a:gd name="T5" fmla="*/ 5 h 6"/>
                  <a:gd name="T6" fmla="*/ 4 w 7"/>
                  <a:gd name="T7" fmla="*/ 5 h 6"/>
                  <a:gd name="T8" fmla="*/ 5 w 7"/>
                  <a:gd name="T9" fmla="*/ 3 h 6"/>
                  <a:gd name="T10" fmla="*/ 6 w 7"/>
                  <a:gd name="T11" fmla="*/ 1 h 6"/>
                  <a:gd name="T12" fmla="*/ 4 w 7"/>
                  <a:gd name="T13" fmla="*/ 2 h 6"/>
                  <a:gd name="T14" fmla="*/ 2 w 7"/>
                  <a:gd name="T15" fmla="*/ 3 h 6"/>
                  <a:gd name="T16" fmla="*/ 2 w 7"/>
                  <a:gd name="T17" fmla="*/ 0 h 6"/>
                  <a:gd name="T18" fmla="*/ 0 w 7"/>
                  <a:gd name="T19" fmla="*/ 0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6"/>
                  <a:gd name="T32" fmla="*/ 7 w 7"/>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6">
                    <a:moveTo>
                      <a:pt x="0" y="0"/>
                    </a:moveTo>
                    <a:lnTo>
                      <a:pt x="0" y="4"/>
                    </a:lnTo>
                    <a:lnTo>
                      <a:pt x="2" y="5"/>
                    </a:lnTo>
                    <a:lnTo>
                      <a:pt x="4" y="5"/>
                    </a:lnTo>
                    <a:lnTo>
                      <a:pt x="5" y="3"/>
                    </a:lnTo>
                    <a:lnTo>
                      <a:pt x="6" y="1"/>
                    </a:lnTo>
                    <a:lnTo>
                      <a:pt x="4" y="2"/>
                    </a:lnTo>
                    <a:lnTo>
                      <a:pt x="2" y="3"/>
                    </a:lnTo>
                    <a:lnTo>
                      <a:pt x="2" y="0"/>
                    </a:lnTo>
                    <a:lnTo>
                      <a:pt x="0" y="0"/>
                    </a:lnTo>
                  </a:path>
                </a:pathLst>
              </a:custGeom>
              <a:solidFill>
                <a:srgbClr val="000000"/>
              </a:solidFill>
              <a:ln w="9525" cap="rnd">
                <a:noFill/>
                <a:round/>
                <a:headEnd/>
                <a:tailEnd/>
              </a:ln>
            </p:spPr>
            <p:txBody>
              <a:bodyPr/>
              <a:lstStyle/>
              <a:p>
                <a:pPr algn="ctr"/>
                <a:endParaRPr lang="pt-BR" sz="2400"/>
              </a:p>
            </p:txBody>
          </p:sp>
          <p:sp>
            <p:nvSpPr>
              <p:cNvPr id="137" name="Freeform 597"/>
              <p:cNvSpPr>
                <a:spLocks/>
              </p:cNvSpPr>
              <p:nvPr/>
            </p:nvSpPr>
            <p:spPr bwMode="auto">
              <a:xfrm>
                <a:off x="1540" y="2175"/>
                <a:ext cx="8" cy="6"/>
              </a:xfrm>
              <a:custGeom>
                <a:avLst/>
                <a:gdLst>
                  <a:gd name="T0" fmla="*/ 0 w 8"/>
                  <a:gd name="T1" fmla="*/ 1 h 6"/>
                  <a:gd name="T2" fmla="*/ 0 w 8"/>
                  <a:gd name="T3" fmla="*/ 5 h 6"/>
                  <a:gd name="T4" fmla="*/ 5 w 8"/>
                  <a:gd name="T5" fmla="*/ 5 h 6"/>
                  <a:gd name="T6" fmla="*/ 6 w 8"/>
                  <a:gd name="T7" fmla="*/ 3 h 6"/>
                  <a:gd name="T8" fmla="*/ 7 w 8"/>
                  <a:gd name="T9" fmla="*/ 0 h 6"/>
                  <a:gd name="T10" fmla="*/ 4 w 8"/>
                  <a:gd name="T11" fmla="*/ 0 h 6"/>
                  <a:gd name="T12" fmla="*/ 5 w 8"/>
                  <a:gd name="T13" fmla="*/ 2 h 6"/>
                  <a:gd name="T14" fmla="*/ 3 w 8"/>
                  <a:gd name="T15" fmla="*/ 3 h 6"/>
                  <a:gd name="T16" fmla="*/ 2 w 8"/>
                  <a:gd name="T17" fmla="*/ 0 h 6"/>
                  <a:gd name="T18" fmla="*/ 0 w 8"/>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6"/>
                  <a:gd name="T32" fmla="*/ 8 w 8"/>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6">
                    <a:moveTo>
                      <a:pt x="0" y="1"/>
                    </a:moveTo>
                    <a:lnTo>
                      <a:pt x="0" y="5"/>
                    </a:lnTo>
                    <a:lnTo>
                      <a:pt x="5" y="5"/>
                    </a:lnTo>
                    <a:lnTo>
                      <a:pt x="6" y="3"/>
                    </a:lnTo>
                    <a:lnTo>
                      <a:pt x="7" y="0"/>
                    </a:lnTo>
                    <a:lnTo>
                      <a:pt x="4" y="0"/>
                    </a:lnTo>
                    <a:lnTo>
                      <a:pt x="5" y="2"/>
                    </a:lnTo>
                    <a:lnTo>
                      <a:pt x="3" y="3"/>
                    </a:lnTo>
                    <a:lnTo>
                      <a:pt x="2" y="0"/>
                    </a:lnTo>
                    <a:lnTo>
                      <a:pt x="0" y="1"/>
                    </a:lnTo>
                  </a:path>
                </a:pathLst>
              </a:custGeom>
              <a:solidFill>
                <a:srgbClr val="000000"/>
              </a:solidFill>
              <a:ln w="9525" cap="rnd">
                <a:noFill/>
                <a:round/>
                <a:headEnd/>
                <a:tailEnd/>
              </a:ln>
            </p:spPr>
            <p:txBody>
              <a:bodyPr/>
              <a:lstStyle/>
              <a:p>
                <a:pPr algn="ctr"/>
                <a:endParaRPr lang="pt-BR" sz="2400"/>
              </a:p>
            </p:txBody>
          </p:sp>
          <p:sp>
            <p:nvSpPr>
              <p:cNvPr id="138" name="Freeform 598"/>
              <p:cNvSpPr>
                <a:spLocks/>
              </p:cNvSpPr>
              <p:nvPr/>
            </p:nvSpPr>
            <p:spPr bwMode="auto">
              <a:xfrm>
                <a:off x="1513" y="2210"/>
                <a:ext cx="26" cy="3"/>
              </a:xfrm>
              <a:custGeom>
                <a:avLst/>
                <a:gdLst>
                  <a:gd name="T0" fmla="*/ 0 w 26"/>
                  <a:gd name="T1" fmla="*/ 0 h 3"/>
                  <a:gd name="T2" fmla="*/ 8 w 26"/>
                  <a:gd name="T3" fmla="*/ 0 h 3"/>
                  <a:gd name="T4" fmla="*/ 14 w 26"/>
                  <a:gd name="T5" fmla="*/ 0 h 3"/>
                  <a:gd name="T6" fmla="*/ 18 w 26"/>
                  <a:gd name="T7" fmla="*/ 0 h 3"/>
                  <a:gd name="T8" fmla="*/ 25 w 26"/>
                  <a:gd name="T9" fmla="*/ 0 h 3"/>
                  <a:gd name="T10" fmla="*/ 19 w 26"/>
                  <a:gd name="T11" fmla="*/ 1 h 3"/>
                  <a:gd name="T12" fmla="*/ 14 w 26"/>
                  <a:gd name="T13" fmla="*/ 2 h 3"/>
                  <a:gd name="T14" fmla="*/ 3 w 26"/>
                  <a:gd name="T15" fmla="*/ 1 h 3"/>
                  <a:gd name="T16" fmla="*/ 0 w 26"/>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3"/>
                  <a:gd name="T29" fmla="*/ 26 w 26"/>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3">
                    <a:moveTo>
                      <a:pt x="0" y="0"/>
                    </a:moveTo>
                    <a:lnTo>
                      <a:pt x="8" y="0"/>
                    </a:lnTo>
                    <a:lnTo>
                      <a:pt x="14" y="0"/>
                    </a:lnTo>
                    <a:lnTo>
                      <a:pt x="18" y="0"/>
                    </a:lnTo>
                    <a:lnTo>
                      <a:pt x="25" y="0"/>
                    </a:lnTo>
                    <a:lnTo>
                      <a:pt x="19" y="1"/>
                    </a:lnTo>
                    <a:lnTo>
                      <a:pt x="14" y="2"/>
                    </a:lnTo>
                    <a:lnTo>
                      <a:pt x="3" y="1"/>
                    </a:lnTo>
                    <a:lnTo>
                      <a:pt x="0" y="0"/>
                    </a:lnTo>
                  </a:path>
                </a:pathLst>
              </a:custGeom>
              <a:solidFill>
                <a:srgbClr val="000000"/>
              </a:solidFill>
              <a:ln w="9525" cap="rnd">
                <a:noFill/>
                <a:round/>
                <a:headEnd/>
                <a:tailEnd/>
              </a:ln>
            </p:spPr>
            <p:txBody>
              <a:bodyPr/>
              <a:lstStyle/>
              <a:p>
                <a:pPr algn="ctr"/>
                <a:endParaRPr lang="pt-BR" sz="2400"/>
              </a:p>
            </p:txBody>
          </p:sp>
          <p:sp>
            <p:nvSpPr>
              <p:cNvPr id="139" name="Freeform 599"/>
              <p:cNvSpPr>
                <a:spLocks/>
              </p:cNvSpPr>
              <p:nvPr/>
            </p:nvSpPr>
            <p:spPr bwMode="auto">
              <a:xfrm>
                <a:off x="1518" y="2213"/>
                <a:ext cx="17" cy="5"/>
              </a:xfrm>
              <a:custGeom>
                <a:avLst/>
                <a:gdLst>
                  <a:gd name="T0" fmla="*/ 0 w 17"/>
                  <a:gd name="T1" fmla="*/ 0 h 5"/>
                  <a:gd name="T2" fmla="*/ 4 w 17"/>
                  <a:gd name="T3" fmla="*/ 3 h 5"/>
                  <a:gd name="T4" fmla="*/ 10 w 17"/>
                  <a:gd name="T5" fmla="*/ 4 h 5"/>
                  <a:gd name="T6" fmla="*/ 16 w 17"/>
                  <a:gd name="T7" fmla="*/ 1 h 5"/>
                  <a:gd name="T8" fmla="*/ 11 w 17"/>
                  <a:gd name="T9" fmla="*/ 2 h 5"/>
                  <a:gd name="T10" fmla="*/ 5 w 17"/>
                  <a:gd name="T11" fmla="*/ 2 h 5"/>
                  <a:gd name="T12" fmla="*/ 0 w 17"/>
                  <a:gd name="T13" fmla="*/ 0 h 5"/>
                  <a:gd name="T14" fmla="*/ 0 60000 65536"/>
                  <a:gd name="T15" fmla="*/ 0 60000 65536"/>
                  <a:gd name="T16" fmla="*/ 0 60000 65536"/>
                  <a:gd name="T17" fmla="*/ 0 60000 65536"/>
                  <a:gd name="T18" fmla="*/ 0 60000 65536"/>
                  <a:gd name="T19" fmla="*/ 0 60000 65536"/>
                  <a:gd name="T20" fmla="*/ 0 60000 65536"/>
                  <a:gd name="T21" fmla="*/ 0 w 17"/>
                  <a:gd name="T22" fmla="*/ 0 h 5"/>
                  <a:gd name="T23" fmla="*/ 17 w 17"/>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
                    <a:moveTo>
                      <a:pt x="0" y="0"/>
                    </a:moveTo>
                    <a:lnTo>
                      <a:pt x="4" y="3"/>
                    </a:lnTo>
                    <a:lnTo>
                      <a:pt x="10" y="4"/>
                    </a:lnTo>
                    <a:lnTo>
                      <a:pt x="16" y="1"/>
                    </a:lnTo>
                    <a:lnTo>
                      <a:pt x="11" y="2"/>
                    </a:lnTo>
                    <a:lnTo>
                      <a:pt x="5" y="2"/>
                    </a:lnTo>
                    <a:lnTo>
                      <a:pt x="0" y="0"/>
                    </a:lnTo>
                  </a:path>
                </a:pathLst>
              </a:custGeom>
              <a:solidFill>
                <a:srgbClr val="000000"/>
              </a:solidFill>
              <a:ln w="9525" cap="rnd">
                <a:noFill/>
                <a:round/>
                <a:headEnd/>
                <a:tailEnd/>
              </a:ln>
            </p:spPr>
            <p:txBody>
              <a:bodyPr/>
              <a:lstStyle/>
              <a:p>
                <a:pPr algn="ctr"/>
                <a:endParaRPr lang="pt-BR" sz="2400"/>
              </a:p>
            </p:txBody>
          </p:sp>
          <p:sp>
            <p:nvSpPr>
              <p:cNvPr id="140" name="Freeform 600"/>
              <p:cNvSpPr>
                <a:spLocks/>
              </p:cNvSpPr>
              <p:nvPr/>
            </p:nvSpPr>
            <p:spPr bwMode="auto">
              <a:xfrm>
                <a:off x="1774" y="2223"/>
                <a:ext cx="44" cy="38"/>
              </a:xfrm>
              <a:custGeom>
                <a:avLst/>
                <a:gdLst>
                  <a:gd name="T0" fmla="*/ 7 w 44"/>
                  <a:gd name="T1" fmla="*/ 15 h 38"/>
                  <a:gd name="T2" fmla="*/ 8 w 44"/>
                  <a:gd name="T3" fmla="*/ 9 h 38"/>
                  <a:gd name="T4" fmla="*/ 22 w 44"/>
                  <a:gd name="T5" fmla="*/ 0 h 38"/>
                  <a:gd name="T6" fmla="*/ 36 w 44"/>
                  <a:gd name="T7" fmla="*/ 5 h 38"/>
                  <a:gd name="T8" fmla="*/ 28 w 44"/>
                  <a:gd name="T9" fmla="*/ 5 h 38"/>
                  <a:gd name="T10" fmla="*/ 37 w 44"/>
                  <a:gd name="T11" fmla="*/ 15 h 38"/>
                  <a:gd name="T12" fmla="*/ 41 w 44"/>
                  <a:gd name="T13" fmla="*/ 13 h 38"/>
                  <a:gd name="T14" fmla="*/ 38 w 44"/>
                  <a:gd name="T15" fmla="*/ 7 h 38"/>
                  <a:gd name="T16" fmla="*/ 43 w 44"/>
                  <a:gd name="T17" fmla="*/ 15 h 38"/>
                  <a:gd name="T18" fmla="*/ 40 w 44"/>
                  <a:gd name="T19" fmla="*/ 18 h 38"/>
                  <a:gd name="T20" fmla="*/ 43 w 44"/>
                  <a:gd name="T21" fmla="*/ 36 h 38"/>
                  <a:gd name="T22" fmla="*/ 39 w 44"/>
                  <a:gd name="T23" fmla="*/ 37 h 38"/>
                  <a:gd name="T24" fmla="*/ 33 w 44"/>
                  <a:gd name="T25" fmla="*/ 36 h 38"/>
                  <a:gd name="T26" fmla="*/ 39 w 44"/>
                  <a:gd name="T27" fmla="*/ 35 h 38"/>
                  <a:gd name="T28" fmla="*/ 34 w 44"/>
                  <a:gd name="T29" fmla="*/ 24 h 38"/>
                  <a:gd name="T30" fmla="*/ 25 w 44"/>
                  <a:gd name="T31" fmla="*/ 14 h 38"/>
                  <a:gd name="T32" fmla="*/ 35 w 44"/>
                  <a:gd name="T33" fmla="*/ 22 h 38"/>
                  <a:gd name="T34" fmla="*/ 39 w 44"/>
                  <a:gd name="T35" fmla="*/ 31 h 38"/>
                  <a:gd name="T36" fmla="*/ 37 w 44"/>
                  <a:gd name="T37" fmla="*/ 17 h 38"/>
                  <a:gd name="T38" fmla="*/ 22 w 44"/>
                  <a:gd name="T39" fmla="*/ 3 h 38"/>
                  <a:gd name="T40" fmla="*/ 18 w 44"/>
                  <a:gd name="T41" fmla="*/ 9 h 38"/>
                  <a:gd name="T42" fmla="*/ 22 w 44"/>
                  <a:gd name="T43" fmla="*/ 13 h 38"/>
                  <a:gd name="T44" fmla="*/ 16 w 44"/>
                  <a:gd name="T45" fmla="*/ 13 h 38"/>
                  <a:gd name="T46" fmla="*/ 23 w 44"/>
                  <a:gd name="T47" fmla="*/ 22 h 38"/>
                  <a:gd name="T48" fmla="*/ 13 w 44"/>
                  <a:gd name="T49" fmla="*/ 15 h 38"/>
                  <a:gd name="T50" fmla="*/ 0 w 44"/>
                  <a:gd name="T51" fmla="*/ 27 h 38"/>
                  <a:gd name="T52" fmla="*/ 1 w 44"/>
                  <a:gd name="T53" fmla="*/ 18 h 38"/>
                  <a:gd name="T54" fmla="*/ 7 w 44"/>
                  <a:gd name="T55" fmla="*/ 15 h 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4"/>
                  <a:gd name="T85" fmla="*/ 0 h 38"/>
                  <a:gd name="T86" fmla="*/ 44 w 44"/>
                  <a:gd name="T87" fmla="*/ 38 h 3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4" h="38">
                    <a:moveTo>
                      <a:pt x="7" y="15"/>
                    </a:moveTo>
                    <a:lnTo>
                      <a:pt x="8" y="9"/>
                    </a:lnTo>
                    <a:lnTo>
                      <a:pt x="22" y="0"/>
                    </a:lnTo>
                    <a:lnTo>
                      <a:pt x="36" y="5"/>
                    </a:lnTo>
                    <a:lnTo>
                      <a:pt x="28" y="5"/>
                    </a:lnTo>
                    <a:lnTo>
                      <a:pt x="37" y="15"/>
                    </a:lnTo>
                    <a:lnTo>
                      <a:pt x="41" y="13"/>
                    </a:lnTo>
                    <a:lnTo>
                      <a:pt x="38" y="7"/>
                    </a:lnTo>
                    <a:lnTo>
                      <a:pt x="43" y="15"/>
                    </a:lnTo>
                    <a:lnTo>
                      <a:pt x="40" y="18"/>
                    </a:lnTo>
                    <a:lnTo>
                      <a:pt x="43" y="36"/>
                    </a:lnTo>
                    <a:lnTo>
                      <a:pt x="39" y="37"/>
                    </a:lnTo>
                    <a:lnTo>
                      <a:pt x="33" y="36"/>
                    </a:lnTo>
                    <a:lnTo>
                      <a:pt x="39" y="35"/>
                    </a:lnTo>
                    <a:lnTo>
                      <a:pt x="34" y="24"/>
                    </a:lnTo>
                    <a:lnTo>
                      <a:pt x="25" y="14"/>
                    </a:lnTo>
                    <a:lnTo>
                      <a:pt x="35" y="22"/>
                    </a:lnTo>
                    <a:lnTo>
                      <a:pt x="39" y="31"/>
                    </a:lnTo>
                    <a:lnTo>
                      <a:pt x="37" y="17"/>
                    </a:lnTo>
                    <a:lnTo>
                      <a:pt x="22" y="3"/>
                    </a:lnTo>
                    <a:lnTo>
                      <a:pt x="18" y="9"/>
                    </a:lnTo>
                    <a:lnTo>
                      <a:pt x="22" y="13"/>
                    </a:lnTo>
                    <a:lnTo>
                      <a:pt x="16" y="13"/>
                    </a:lnTo>
                    <a:lnTo>
                      <a:pt x="23" y="22"/>
                    </a:lnTo>
                    <a:lnTo>
                      <a:pt x="13" y="15"/>
                    </a:lnTo>
                    <a:lnTo>
                      <a:pt x="0" y="27"/>
                    </a:lnTo>
                    <a:lnTo>
                      <a:pt x="1" y="18"/>
                    </a:lnTo>
                    <a:lnTo>
                      <a:pt x="7" y="15"/>
                    </a:lnTo>
                  </a:path>
                </a:pathLst>
              </a:custGeom>
              <a:solidFill>
                <a:srgbClr val="000000"/>
              </a:solidFill>
              <a:ln w="9525" cap="rnd">
                <a:noFill/>
                <a:round/>
                <a:headEnd/>
                <a:tailEnd/>
              </a:ln>
            </p:spPr>
            <p:txBody>
              <a:bodyPr/>
              <a:lstStyle/>
              <a:p>
                <a:pPr algn="ctr"/>
                <a:endParaRPr lang="pt-BR" sz="2400"/>
              </a:p>
            </p:txBody>
          </p:sp>
          <p:sp>
            <p:nvSpPr>
              <p:cNvPr id="141" name="Freeform 601"/>
              <p:cNvSpPr>
                <a:spLocks/>
              </p:cNvSpPr>
              <p:nvPr/>
            </p:nvSpPr>
            <p:spPr bwMode="auto">
              <a:xfrm>
                <a:off x="1781" y="2247"/>
                <a:ext cx="31" cy="40"/>
              </a:xfrm>
              <a:custGeom>
                <a:avLst/>
                <a:gdLst>
                  <a:gd name="T0" fmla="*/ 25 w 31"/>
                  <a:gd name="T1" fmla="*/ 14 h 40"/>
                  <a:gd name="T2" fmla="*/ 22 w 31"/>
                  <a:gd name="T3" fmla="*/ 13 h 40"/>
                  <a:gd name="T4" fmla="*/ 18 w 31"/>
                  <a:gd name="T5" fmla="*/ 8 h 40"/>
                  <a:gd name="T6" fmla="*/ 15 w 31"/>
                  <a:gd name="T7" fmla="*/ 8 h 40"/>
                  <a:gd name="T8" fmla="*/ 10 w 31"/>
                  <a:gd name="T9" fmla="*/ 5 h 40"/>
                  <a:gd name="T10" fmla="*/ 10 w 31"/>
                  <a:gd name="T11" fmla="*/ 7 h 40"/>
                  <a:gd name="T12" fmla="*/ 6 w 31"/>
                  <a:gd name="T13" fmla="*/ 8 h 40"/>
                  <a:gd name="T14" fmla="*/ 2 w 31"/>
                  <a:gd name="T15" fmla="*/ 4 h 40"/>
                  <a:gd name="T16" fmla="*/ 4 w 31"/>
                  <a:gd name="T17" fmla="*/ 9 h 40"/>
                  <a:gd name="T18" fmla="*/ 0 w 31"/>
                  <a:gd name="T19" fmla="*/ 9 h 40"/>
                  <a:gd name="T20" fmla="*/ 6 w 31"/>
                  <a:gd name="T21" fmla="*/ 13 h 40"/>
                  <a:gd name="T22" fmla="*/ 5 w 31"/>
                  <a:gd name="T23" fmla="*/ 19 h 40"/>
                  <a:gd name="T24" fmla="*/ 9 w 31"/>
                  <a:gd name="T25" fmla="*/ 28 h 40"/>
                  <a:gd name="T26" fmla="*/ 9 w 31"/>
                  <a:gd name="T27" fmla="*/ 22 h 40"/>
                  <a:gd name="T28" fmla="*/ 11 w 31"/>
                  <a:gd name="T29" fmla="*/ 20 h 40"/>
                  <a:gd name="T30" fmla="*/ 13 w 31"/>
                  <a:gd name="T31" fmla="*/ 23 h 40"/>
                  <a:gd name="T32" fmla="*/ 15 w 31"/>
                  <a:gd name="T33" fmla="*/ 21 h 40"/>
                  <a:gd name="T34" fmla="*/ 19 w 31"/>
                  <a:gd name="T35" fmla="*/ 21 h 40"/>
                  <a:gd name="T36" fmla="*/ 24 w 31"/>
                  <a:gd name="T37" fmla="*/ 25 h 40"/>
                  <a:gd name="T38" fmla="*/ 24 w 31"/>
                  <a:gd name="T39" fmla="*/ 32 h 40"/>
                  <a:gd name="T40" fmla="*/ 21 w 31"/>
                  <a:gd name="T41" fmla="*/ 39 h 40"/>
                  <a:gd name="T42" fmla="*/ 28 w 31"/>
                  <a:gd name="T43" fmla="*/ 28 h 40"/>
                  <a:gd name="T44" fmla="*/ 30 w 31"/>
                  <a:gd name="T45" fmla="*/ 21 h 40"/>
                  <a:gd name="T46" fmla="*/ 30 w 31"/>
                  <a:gd name="T47" fmla="*/ 11 h 40"/>
                  <a:gd name="T48" fmla="*/ 28 w 31"/>
                  <a:gd name="T49" fmla="*/ 11 h 40"/>
                  <a:gd name="T50" fmla="*/ 23 w 31"/>
                  <a:gd name="T51" fmla="*/ 3 h 40"/>
                  <a:gd name="T52" fmla="*/ 18 w 31"/>
                  <a:gd name="T53" fmla="*/ 0 h 40"/>
                  <a:gd name="T54" fmla="*/ 22 w 31"/>
                  <a:gd name="T55" fmla="*/ 6 h 40"/>
                  <a:gd name="T56" fmla="*/ 25 w 31"/>
                  <a:gd name="T57" fmla="*/ 10 h 40"/>
                  <a:gd name="T58" fmla="*/ 25 w 31"/>
                  <a:gd name="T59" fmla="*/ 14 h 4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1"/>
                  <a:gd name="T91" fmla="*/ 0 h 40"/>
                  <a:gd name="T92" fmla="*/ 31 w 31"/>
                  <a:gd name="T93" fmla="*/ 40 h 4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1" h="40">
                    <a:moveTo>
                      <a:pt x="25" y="14"/>
                    </a:moveTo>
                    <a:lnTo>
                      <a:pt x="22" y="13"/>
                    </a:lnTo>
                    <a:lnTo>
                      <a:pt x="18" y="8"/>
                    </a:lnTo>
                    <a:lnTo>
                      <a:pt x="15" y="8"/>
                    </a:lnTo>
                    <a:lnTo>
                      <a:pt x="10" y="5"/>
                    </a:lnTo>
                    <a:lnTo>
                      <a:pt x="10" y="7"/>
                    </a:lnTo>
                    <a:lnTo>
                      <a:pt x="6" y="8"/>
                    </a:lnTo>
                    <a:lnTo>
                      <a:pt x="2" y="4"/>
                    </a:lnTo>
                    <a:lnTo>
                      <a:pt x="4" y="9"/>
                    </a:lnTo>
                    <a:lnTo>
                      <a:pt x="0" y="9"/>
                    </a:lnTo>
                    <a:lnTo>
                      <a:pt x="6" y="13"/>
                    </a:lnTo>
                    <a:lnTo>
                      <a:pt x="5" y="19"/>
                    </a:lnTo>
                    <a:lnTo>
                      <a:pt x="9" y="28"/>
                    </a:lnTo>
                    <a:lnTo>
                      <a:pt x="9" y="22"/>
                    </a:lnTo>
                    <a:lnTo>
                      <a:pt x="11" y="20"/>
                    </a:lnTo>
                    <a:lnTo>
                      <a:pt x="13" y="23"/>
                    </a:lnTo>
                    <a:lnTo>
                      <a:pt x="15" y="21"/>
                    </a:lnTo>
                    <a:lnTo>
                      <a:pt x="19" y="21"/>
                    </a:lnTo>
                    <a:lnTo>
                      <a:pt x="24" y="25"/>
                    </a:lnTo>
                    <a:lnTo>
                      <a:pt x="24" y="32"/>
                    </a:lnTo>
                    <a:lnTo>
                      <a:pt x="21" y="39"/>
                    </a:lnTo>
                    <a:lnTo>
                      <a:pt x="28" y="28"/>
                    </a:lnTo>
                    <a:lnTo>
                      <a:pt x="30" y="21"/>
                    </a:lnTo>
                    <a:lnTo>
                      <a:pt x="30" y="11"/>
                    </a:lnTo>
                    <a:lnTo>
                      <a:pt x="28" y="11"/>
                    </a:lnTo>
                    <a:lnTo>
                      <a:pt x="23" y="3"/>
                    </a:lnTo>
                    <a:lnTo>
                      <a:pt x="18" y="0"/>
                    </a:lnTo>
                    <a:lnTo>
                      <a:pt x="22" y="6"/>
                    </a:lnTo>
                    <a:lnTo>
                      <a:pt x="25" y="10"/>
                    </a:lnTo>
                    <a:lnTo>
                      <a:pt x="25" y="14"/>
                    </a:lnTo>
                  </a:path>
                </a:pathLst>
              </a:custGeom>
              <a:solidFill>
                <a:srgbClr val="000000"/>
              </a:solidFill>
              <a:ln w="9525" cap="rnd">
                <a:noFill/>
                <a:round/>
                <a:headEnd/>
                <a:tailEnd/>
              </a:ln>
            </p:spPr>
            <p:txBody>
              <a:bodyPr/>
              <a:lstStyle/>
              <a:p>
                <a:pPr algn="ctr"/>
                <a:endParaRPr lang="pt-BR" sz="2400"/>
              </a:p>
            </p:txBody>
          </p:sp>
          <p:sp>
            <p:nvSpPr>
              <p:cNvPr id="142" name="Freeform 602"/>
              <p:cNvSpPr>
                <a:spLocks/>
              </p:cNvSpPr>
              <p:nvPr/>
            </p:nvSpPr>
            <p:spPr bwMode="auto">
              <a:xfrm>
                <a:off x="1744" y="2252"/>
                <a:ext cx="124" cy="178"/>
              </a:xfrm>
              <a:custGeom>
                <a:avLst/>
                <a:gdLst>
                  <a:gd name="T0" fmla="*/ 36 w 124"/>
                  <a:gd name="T1" fmla="*/ 31 h 178"/>
                  <a:gd name="T2" fmla="*/ 39 w 124"/>
                  <a:gd name="T3" fmla="*/ 34 h 178"/>
                  <a:gd name="T4" fmla="*/ 35 w 124"/>
                  <a:gd name="T5" fmla="*/ 35 h 178"/>
                  <a:gd name="T6" fmla="*/ 36 w 124"/>
                  <a:gd name="T7" fmla="*/ 43 h 178"/>
                  <a:gd name="T8" fmla="*/ 41 w 124"/>
                  <a:gd name="T9" fmla="*/ 43 h 178"/>
                  <a:gd name="T10" fmla="*/ 47 w 124"/>
                  <a:gd name="T11" fmla="*/ 35 h 178"/>
                  <a:gd name="T12" fmla="*/ 53 w 124"/>
                  <a:gd name="T13" fmla="*/ 29 h 178"/>
                  <a:gd name="T14" fmla="*/ 55 w 124"/>
                  <a:gd name="T15" fmla="*/ 33 h 178"/>
                  <a:gd name="T16" fmla="*/ 57 w 124"/>
                  <a:gd name="T17" fmla="*/ 34 h 178"/>
                  <a:gd name="T18" fmla="*/ 50 w 124"/>
                  <a:gd name="T19" fmla="*/ 47 h 178"/>
                  <a:gd name="T20" fmla="*/ 68 w 124"/>
                  <a:gd name="T21" fmla="*/ 32 h 178"/>
                  <a:gd name="T22" fmla="*/ 59 w 124"/>
                  <a:gd name="T23" fmla="*/ 91 h 178"/>
                  <a:gd name="T24" fmla="*/ 96 w 124"/>
                  <a:gd name="T25" fmla="*/ 99 h 178"/>
                  <a:gd name="T26" fmla="*/ 105 w 124"/>
                  <a:gd name="T27" fmla="*/ 105 h 178"/>
                  <a:gd name="T28" fmla="*/ 69 w 124"/>
                  <a:gd name="T29" fmla="*/ 95 h 178"/>
                  <a:gd name="T30" fmla="*/ 69 w 124"/>
                  <a:gd name="T31" fmla="*/ 100 h 178"/>
                  <a:gd name="T32" fmla="*/ 65 w 124"/>
                  <a:gd name="T33" fmla="*/ 106 h 178"/>
                  <a:gd name="T34" fmla="*/ 70 w 124"/>
                  <a:gd name="T35" fmla="*/ 108 h 178"/>
                  <a:gd name="T36" fmla="*/ 82 w 124"/>
                  <a:gd name="T37" fmla="*/ 118 h 178"/>
                  <a:gd name="T38" fmla="*/ 66 w 124"/>
                  <a:gd name="T39" fmla="*/ 118 h 178"/>
                  <a:gd name="T40" fmla="*/ 117 w 124"/>
                  <a:gd name="T41" fmla="*/ 139 h 178"/>
                  <a:gd name="T42" fmla="*/ 85 w 124"/>
                  <a:gd name="T43" fmla="*/ 128 h 178"/>
                  <a:gd name="T44" fmla="*/ 76 w 124"/>
                  <a:gd name="T45" fmla="*/ 132 h 178"/>
                  <a:gd name="T46" fmla="*/ 76 w 124"/>
                  <a:gd name="T47" fmla="*/ 135 h 178"/>
                  <a:gd name="T48" fmla="*/ 64 w 124"/>
                  <a:gd name="T49" fmla="*/ 131 h 178"/>
                  <a:gd name="T50" fmla="*/ 95 w 124"/>
                  <a:gd name="T51" fmla="*/ 147 h 178"/>
                  <a:gd name="T52" fmla="*/ 90 w 124"/>
                  <a:gd name="T53" fmla="*/ 151 h 178"/>
                  <a:gd name="T54" fmla="*/ 67 w 124"/>
                  <a:gd name="T55" fmla="*/ 144 h 178"/>
                  <a:gd name="T56" fmla="*/ 74 w 124"/>
                  <a:gd name="T57" fmla="*/ 156 h 178"/>
                  <a:gd name="T58" fmla="*/ 74 w 124"/>
                  <a:gd name="T59" fmla="*/ 168 h 178"/>
                  <a:gd name="T60" fmla="*/ 65 w 124"/>
                  <a:gd name="T61" fmla="*/ 150 h 178"/>
                  <a:gd name="T62" fmla="*/ 61 w 124"/>
                  <a:gd name="T63" fmla="*/ 177 h 178"/>
                  <a:gd name="T64" fmla="*/ 64 w 124"/>
                  <a:gd name="T65" fmla="*/ 146 h 178"/>
                  <a:gd name="T66" fmla="*/ 59 w 124"/>
                  <a:gd name="T67" fmla="*/ 128 h 178"/>
                  <a:gd name="T68" fmla="*/ 48 w 124"/>
                  <a:gd name="T69" fmla="*/ 94 h 178"/>
                  <a:gd name="T70" fmla="*/ 39 w 124"/>
                  <a:gd name="T71" fmla="*/ 126 h 178"/>
                  <a:gd name="T72" fmla="*/ 0 w 124"/>
                  <a:gd name="T73" fmla="*/ 155 h 178"/>
                  <a:gd name="T74" fmla="*/ 15 w 124"/>
                  <a:gd name="T75" fmla="*/ 130 h 178"/>
                  <a:gd name="T76" fmla="*/ 37 w 124"/>
                  <a:gd name="T77" fmla="*/ 104 h 178"/>
                  <a:gd name="T78" fmla="*/ 43 w 124"/>
                  <a:gd name="T79" fmla="*/ 75 h 178"/>
                  <a:gd name="T80" fmla="*/ 30 w 124"/>
                  <a:gd name="T81" fmla="*/ 68 h 178"/>
                  <a:gd name="T82" fmla="*/ 34 w 124"/>
                  <a:gd name="T83" fmla="*/ 45 h 178"/>
                  <a:gd name="T84" fmla="*/ 32 w 124"/>
                  <a:gd name="T85" fmla="*/ 32 h 178"/>
                  <a:gd name="T86" fmla="*/ 30 w 124"/>
                  <a:gd name="T87" fmla="*/ 0 h 1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4"/>
                  <a:gd name="T133" fmla="*/ 0 h 178"/>
                  <a:gd name="T134" fmla="*/ 124 w 124"/>
                  <a:gd name="T135" fmla="*/ 178 h 1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4" h="178">
                    <a:moveTo>
                      <a:pt x="30" y="0"/>
                    </a:moveTo>
                    <a:lnTo>
                      <a:pt x="36" y="31"/>
                    </a:lnTo>
                    <a:lnTo>
                      <a:pt x="37" y="33"/>
                    </a:lnTo>
                    <a:lnTo>
                      <a:pt x="39" y="34"/>
                    </a:lnTo>
                    <a:lnTo>
                      <a:pt x="37" y="36"/>
                    </a:lnTo>
                    <a:lnTo>
                      <a:pt x="35" y="35"/>
                    </a:lnTo>
                    <a:lnTo>
                      <a:pt x="34" y="39"/>
                    </a:lnTo>
                    <a:lnTo>
                      <a:pt x="36" y="43"/>
                    </a:lnTo>
                    <a:lnTo>
                      <a:pt x="38" y="44"/>
                    </a:lnTo>
                    <a:lnTo>
                      <a:pt x="41" y="43"/>
                    </a:lnTo>
                    <a:lnTo>
                      <a:pt x="43" y="35"/>
                    </a:lnTo>
                    <a:lnTo>
                      <a:pt x="47" y="35"/>
                    </a:lnTo>
                    <a:lnTo>
                      <a:pt x="51" y="33"/>
                    </a:lnTo>
                    <a:lnTo>
                      <a:pt x="53" y="29"/>
                    </a:lnTo>
                    <a:lnTo>
                      <a:pt x="53" y="34"/>
                    </a:lnTo>
                    <a:lnTo>
                      <a:pt x="55" y="33"/>
                    </a:lnTo>
                    <a:lnTo>
                      <a:pt x="59" y="31"/>
                    </a:lnTo>
                    <a:lnTo>
                      <a:pt x="57" y="34"/>
                    </a:lnTo>
                    <a:lnTo>
                      <a:pt x="53" y="39"/>
                    </a:lnTo>
                    <a:lnTo>
                      <a:pt x="50" y="47"/>
                    </a:lnTo>
                    <a:lnTo>
                      <a:pt x="65" y="30"/>
                    </a:lnTo>
                    <a:lnTo>
                      <a:pt x="68" y="32"/>
                    </a:lnTo>
                    <a:lnTo>
                      <a:pt x="58" y="58"/>
                    </a:lnTo>
                    <a:lnTo>
                      <a:pt x="59" y="91"/>
                    </a:lnTo>
                    <a:lnTo>
                      <a:pt x="84" y="94"/>
                    </a:lnTo>
                    <a:lnTo>
                      <a:pt x="96" y="99"/>
                    </a:lnTo>
                    <a:lnTo>
                      <a:pt x="102" y="99"/>
                    </a:lnTo>
                    <a:lnTo>
                      <a:pt x="105" y="105"/>
                    </a:lnTo>
                    <a:lnTo>
                      <a:pt x="84" y="96"/>
                    </a:lnTo>
                    <a:lnTo>
                      <a:pt x="69" y="95"/>
                    </a:lnTo>
                    <a:lnTo>
                      <a:pt x="75" y="100"/>
                    </a:lnTo>
                    <a:lnTo>
                      <a:pt x="69" y="100"/>
                    </a:lnTo>
                    <a:lnTo>
                      <a:pt x="57" y="99"/>
                    </a:lnTo>
                    <a:lnTo>
                      <a:pt x="65" y="106"/>
                    </a:lnTo>
                    <a:lnTo>
                      <a:pt x="93" y="111"/>
                    </a:lnTo>
                    <a:lnTo>
                      <a:pt x="70" y="108"/>
                    </a:lnTo>
                    <a:lnTo>
                      <a:pt x="84" y="116"/>
                    </a:lnTo>
                    <a:lnTo>
                      <a:pt x="82" y="118"/>
                    </a:lnTo>
                    <a:lnTo>
                      <a:pt x="63" y="109"/>
                    </a:lnTo>
                    <a:lnTo>
                      <a:pt x="66" y="118"/>
                    </a:lnTo>
                    <a:lnTo>
                      <a:pt x="97" y="126"/>
                    </a:lnTo>
                    <a:lnTo>
                      <a:pt x="117" y="139"/>
                    </a:lnTo>
                    <a:lnTo>
                      <a:pt x="97" y="135"/>
                    </a:lnTo>
                    <a:lnTo>
                      <a:pt x="85" y="128"/>
                    </a:lnTo>
                    <a:lnTo>
                      <a:pt x="69" y="123"/>
                    </a:lnTo>
                    <a:lnTo>
                      <a:pt x="76" y="132"/>
                    </a:lnTo>
                    <a:lnTo>
                      <a:pt x="123" y="149"/>
                    </a:lnTo>
                    <a:lnTo>
                      <a:pt x="76" y="135"/>
                    </a:lnTo>
                    <a:lnTo>
                      <a:pt x="63" y="125"/>
                    </a:lnTo>
                    <a:lnTo>
                      <a:pt x="64" y="131"/>
                    </a:lnTo>
                    <a:lnTo>
                      <a:pt x="76" y="143"/>
                    </a:lnTo>
                    <a:lnTo>
                      <a:pt x="95" y="147"/>
                    </a:lnTo>
                    <a:lnTo>
                      <a:pt x="105" y="153"/>
                    </a:lnTo>
                    <a:lnTo>
                      <a:pt x="90" y="151"/>
                    </a:lnTo>
                    <a:lnTo>
                      <a:pt x="73" y="143"/>
                    </a:lnTo>
                    <a:lnTo>
                      <a:pt x="67" y="144"/>
                    </a:lnTo>
                    <a:lnTo>
                      <a:pt x="70" y="152"/>
                    </a:lnTo>
                    <a:lnTo>
                      <a:pt x="74" y="156"/>
                    </a:lnTo>
                    <a:lnTo>
                      <a:pt x="97" y="157"/>
                    </a:lnTo>
                    <a:lnTo>
                      <a:pt x="74" y="168"/>
                    </a:lnTo>
                    <a:lnTo>
                      <a:pt x="70" y="167"/>
                    </a:lnTo>
                    <a:lnTo>
                      <a:pt x="65" y="150"/>
                    </a:lnTo>
                    <a:lnTo>
                      <a:pt x="59" y="169"/>
                    </a:lnTo>
                    <a:lnTo>
                      <a:pt x="61" y="177"/>
                    </a:lnTo>
                    <a:lnTo>
                      <a:pt x="54" y="170"/>
                    </a:lnTo>
                    <a:lnTo>
                      <a:pt x="64" y="146"/>
                    </a:lnTo>
                    <a:lnTo>
                      <a:pt x="63" y="139"/>
                    </a:lnTo>
                    <a:lnTo>
                      <a:pt x="59" y="128"/>
                    </a:lnTo>
                    <a:lnTo>
                      <a:pt x="55" y="113"/>
                    </a:lnTo>
                    <a:lnTo>
                      <a:pt x="48" y="94"/>
                    </a:lnTo>
                    <a:lnTo>
                      <a:pt x="39" y="111"/>
                    </a:lnTo>
                    <a:lnTo>
                      <a:pt x="39" y="126"/>
                    </a:lnTo>
                    <a:lnTo>
                      <a:pt x="22" y="148"/>
                    </a:lnTo>
                    <a:lnTo>
                      <a:pt x="0" y="155"/>
                    </a:lnTo>
                    <a:lnTo>
                      <a:pt x="1" y="143"/>
                    </a:lnTo>
                    <a:lnTo>
                      <a:pt x="15" y="130"/>
                    </a:lnTo>
                    <a:lnTo>
                      <a:pt x="31" y="122"/>
                    </a:lnTo>
                    <a:lnTo>
                      <a:pt x="37" y="104"/>
                    </a:lnTo>
                    <a:lnTo>
                      <a:pt x="37" y="95"/>
                    </a:lnTo>
                    <a:lnTo>
                      <a:pt x="43" y="75"/>
                    </a:lnTo>
                    <a:lnTo>
                      <a:pt x="37" y="73"/>
                    </a:lnTo>
                    <a:lnTo>
                      <a:pt x="30" y="68"/>
                    </a:lnTo>
                    <a:lnTo>
                      <a:pt x="37" y="47"/>
                    </a:lnTo>
                    <a:lnTo>
                      <a:pt x="34" y="45"/>
                    </a:lnTo>
                    <a:lnTo>
                      <a:pt x="32" y="39"/>
                    </a:lnTo>
                    <a:lnTo>
                      <a:pt x="32" y="32"/>
                    </a:lnTo>
                    <a:lnTo>
                      <a:pt x="30" y="3"/>
                    </a:lnTo>
                    <a:lnTo>
                      <a:pt x="30" y="0"/>
                    </a:lnTo>
                  </a:path>
                </a:pathLst>
              </a:custGeom>
              <a:solidFill>
                <a:srgbClr val="000000"/>
              </a:solidFill>
              <a:ln w="9525" cap="rnd">
                <a:noFill/>
                <a:round/>
                <a:headEnd/>
                <a:tailEnd/>
              </a:ln>
            </p:spPr>
            <p:txBody>
              <a:bodyPr/>
              <a:lstStyle/>
              <a:p>
                <a:pPr algn="ctr"/>
                <a:endParaRPr lang="pt-BR" sz="2400"/>
              </a:p>
            </p:txBody>
          </p:sp>
          <p:sp>
            <p:nvSpPr>
              <p:cNvPr id="143" name="Freeform 603"/>
              <p:cNvSpPr>
                <a:spLocks/>
              </p:cNvSpPr>
              <p:nvPr/>
            </p:nvSpPr>
            <p:spPr bwMode="auto">
              <a:xfrm>
                <a:off x="1717" y="2267"/>
                <a:ext cx="50" cy="128"/>
              </a:xfrm>
              <a:custGeom>
                <a:avLst/>
                <a:gdLst>
                  <a:gd name="T0" fmla="*/ 49 w 50"/>
                  <a:gd name="T1" fmla="*/ 23 h 128"/>
                  <a:gd name="T2" fmla="*/ 42 w 50"/>
                  <a:gd name="T3" fmla="*/ 41 h 128"/>
                  <a:gd name="T4" fmla="*/ 37 w 50"/>
                  <a:gd name="T5" fmla="*/ 53 h 128"/>
                  <a:gd name="T6" fmla="*/ 28 w 50"/>
                  <a:gd name="T7" fmla="*/ 71 h 128"/>
                  <a:gd name="T8" fmla="*/ 24 w 50"/>
                  <a:gd name="T9" fmla="*/ 74 h 128"/>
                  <a:gd name="T10" fmla="*/ 25 w 50"/>
                  <a:gd name="T11" fmla="*/ 90 h 128"/>
                  <a:gd name="T12" fmla="*/ 29 w 50"/>
                  <a:gd name="T13" fmla="*/ 110 h 128"/>
                  <a:gd name="T14" fmla="*/ 34 w 50"/>
                  <a:gd name="T15" fmla="*/ 127 h 128"/>
                  <a:gd name="T16" fmla="*/ 28 w 50"/>
                  <a:gd name="T17" fmla="*/ 107 h 128"/>
                  <a:gd name="T18" fmla="*/ 24 w 50"/>
                  <a:gd name="T19" fmla="*/ 90 h 128"/>
                  <a:gd name="T20" fmla="*/ 17 w 50"/>
                  <a:gd name="T21" fmla="*/ 85 h 128"/>
                  <a:gd name="T22" fmla="*/ 18 w 50"/>
                  <a:gd name="T23" fmla="*/ 97 h 128"/>
                  <a:gd name="T24" fmla="*/ 25 w 50"/>
                  <a:gd name="T25" fmla="*/ 115 h 128"/>
                  <a:gd name="T26" fmla="*/ 17 w 50"/>
                  <a:gd name="T27" fmla="*/ 98 h 128"/>
                  <a:gd name="T28" fmla="*/ 13 w 50"/>
                  <a:gd name="T29" fmla="*/ 84 h 128"/>
                  <a:gd name="T30" fmla="*/ 6 w 50"/>
                  <a:gd name="T31" fmla="*/ 84 h 128"/>
                  <a:gd name="T32" fmla="*/ 0 w 50"/>
                  <a:gd name="T33" fmla="*/ 89 h 128"/>
                  <a:gd name="T34" fmla="*/ 6 w 50"/>
                  <a:gd name="T35" fmla="*/ 83 h 128"/>
                  <a:gd name="T36" fmla="*/ 10 w 50"/>
                  <a:gd name="T37" fmla="*/ 81 h 128"/>
                  <a:gd name="T38" fmla="*/ 15 w 50"/>
                  <a:gd name="T39" fmla="*/ 64 h 128"/>
                  <a:gd name="T40" fmla="*/ 15 w 50"/>
                  <a:gd name="T41" fmla="*/ 57 h 128"/>
                  <a:gd name="T42" fmla="*/ 12 w 50"/>
                  <a:gd name="T43" fmla="*/ 53 h 128"/>
                  <a:gd name="T44" fmla="*/ 12 w 50"/>
                  <a:gd name="T45" fmla="*/ 47 h 128"/>
                  <a:gd name="T46" fmla="*/ 19 w 50"/>
                  <a:gd name="T47" fmla="*/ 17 h 128"/>
                  <a:gd name="T48" fmla="*/ 28 w 50"/>
                  <a:gd name="T49" fmla="*/ 0 h 128"/>
                  <a:gd name="T50" fmla="*/ 22 w 50"/>
                  <a:gd name="T51" fmla="*/ 24 h 128"/>
                  <a:gd name="T52" fmla="*/ 15 w 50"/>
                  <a:gd name="T53" fmla="*/ 50 h 128"/>
                  <a:gd name="T54" fmla="*/ 22 w 50"/>
                  <a:gd name="T55" fmla="*/ 58 h 128"/>
                  <a:gd name="T56" fmla="*/ 26 w 50"/>
                  <a:gd name="T57" fmla="*/ 66 h 128"/>
                  <a:gd name="T58" fmla="*/ 44 w 50"/>
                  <a:gd name="T59" fmla="*/ 33 h 128"/>
                  <a:gd name="T60" fmla="*/ 49 w 50"/>
                  <a:gd name="T61" fmla="*/ 23 h 12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0"/>
                  <a:gd name="T94" fmla="*/ 0 h 128"/>
                  <a:gd name="T95" fmla="*/ 50 w 50"/>
                  <a:gd name="T96" fmla="*/ 128 h 12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0" h="128">
                    <a:moveTo>
                      <a:pt x="49" y="23"/>
                    </a:moveTo>
                    <a:lnTo>
                      <a:pt x="42" y="41"/>
                    </a:lnTo>
                    <a:lnTo>
                      <a:pt x="37" y="53"/>
                    </a:lnTo>
                    <a:lnTo>
                      <a:pt x="28" y="71"/>
                    </a:lnTo>
                    <a:lnTo>
                      <a:pt x="24" y="74"/>
                    </a:lnTo>
                    <a:lnTo>
                      <a:pt x="25" y="90"/>
                    </a:lnTo>
                    <a:lnTo>
                      <a:pt x="29" y="110"/>
                    </a:lnTo>
                    <a:lnTo>
                      <a:pt x="34" y="127"/>
                    </a:lnTo>
                    <a:lnTo>
                      <a:pt x="28" y="107"/>
                    </a:lnTo>
                    <a:lnTo>
                      <a:pt x="24" y="90"/>
                    </a:lnTo>
                    <a:lnTo>
                      <a:pt x="17" y="85"/>
                    </a:lnTo>
                    <a:lnTo>
                      <a:pt x="18" y="97"/>
                    </a:lnTo>
                    <a:lnTo>
                      <a:pt x="25" y="115"/>
                    </a:lnTo>
                    <a:lnTo>
                      <a:pt x="17" y="98"/>
                    </a:lnTo>
                    <a:lnTo>
                      <a:pt x="13" y="84"/>
                    </a:lnTo>
                    <a:lnTo>
                      <a:pt x="6" y="84"/>
                    </a:lnTo>
                    <a:lnTo>
                      <a:pt x="0" y="89"/>
                    </a:lnTo>
                    <a:lnTo>
                      <a:pt x="6" y="83"/>
                    </a:lnTo>
                    <a:lnTo>
                      <a:pt x="10" y="81"/>
                    </a:lnTo>
                    <a:lnTo>
                      <a:pt x="15" y="64"/>
                    </a:lnTo>
                    <a:lnTo>
                      <a:pt x="15" y="57"/>
                    </a:lnTo>
                    <a:lnTo>
                      <a:pt x="12" y="53"/>
                    </a:lnTo>
                    <a:lnTo>
                      <a:pt x="12" y="47"/>
                    </a:lnTo>
                    <a:lnTo>
                      <a:pt x="19" y="17"/>
                    </a:lnTo>
                    <a:lnTo>
                      <a:pt x="28" y="0"/>
                    </a:lnTo>
                    <a:lnTo>
                      <a:pt x="22" y="24"/>
                    </a:lnTo>
                    <a:lnTo>
                      <a:pt x="15" y="50"/>
                    </a:lnTo>
                    <a:lnTo>
                      <a:pt x="22" y="58"/>
                    </a:lnTo>
                    <a:lnTo>
                      <a:pt x="26" y="66"/>
                    </a:lnTo>
                    <a:lnTo>
                      <a:pt x="44" y="33"/>
                    </a:lnTo>
                    <a:lnTo>
                      <a:pt x="49" y="23"/>
                    </a:lnTo>
                  </a:path>
                </a:pathLst>
              </a:custGeom>
              <a:solidFill>
                <a:srgbClr val="000000"/>
              </a:solidFill>
              <a:ln w="9525" cap="rnd">
                <a:noFill/>
                <a:round/>
                <a:headEnd/>
                <a:tailEnd/>
              </a:ln>
            </p:spPr>
            <p:txBody>
              <a:bodyPr/>
              <a:lstStyle/>
              <a:p>
                <a:pPr algn="ctr"/>
                <a:endParaRPr lang="pt-BR" sz="2400"/>
              </a:p>
            </p:txBody>
          </p:sp>
          <p:sp>
            <p:nvSpPr>
              <p:cNvPr id="144" name="Freeform 604"/>
              <p:cNvSpPr>
                <a:spLocks/>
              </p:cNvSpPr>
              <p:nvPr/>
            </p:nvSpPr>
            <p:spPr bwMode="auto">
              <a:xfrm>
                <a:off x="1754" y="2332"/>
                <a:ext cx="6" cy="32"/>
              </a:xfrm>
              <a:custGeom>
                <a:avLst/>
                <a:gdLst>
                  <a:gd name="T0" fmla="*/ 0 w 6"/>
                  <a:gd name="T1" fmla="*/ 0 h 32"/>
                  <a:gd name="T2" fmla="*/ 2 w 6"/>
                  <a:gd name="T3" fmla="*/ 7 h 32"/>
                  <a:gd name="T4" fmla="*/ 2 w 6"/>
                  <a:gd name="T5" fmla="*/ 21 h 32"/>
                  <a:gd name="T6" fmla="*/ 5 w 6"/>
                  <a:gd name="T7" fmla="*/ 27 h 32"/>
                  <a:gd name="T8" fmla="*/ 2 w 6"/>
                  <a:gd name="T9" fmla="*/ 31 h 32"/>
                  <a:gd name="T10" fmla="*/ 1 w 6"/>
                  <a:gd name="T11" fmla="*/ 15 h 32"/>
                  <a:gd name="T12" fmla="*/ 0 w 6"/>
                  <a:gd name="T13" fmla="*/ 0 h 32"/>
                  <a:gd name="T14" fmla="*/ 0 60000 65536"/>
                  <a:gd name="T15" fmla="*/ 0 60000 65536"/>
                  <a:gd name="T16" fmla="*/ 0 60000 65536"/>
                  <a:gd name="T17" fmla="*/ 0 60000 65536"/>
                  <a:gd name="T18" fmla="*/ 0 60000 65536"/>
                  <a:gd name="T19" fmla="*/ 0 60000 65536"/>
                  <a:gd name="T20" fmla="*/ 0 60000 65536"/>
                  <a:gd name="T21" fmla="*/ 0 w 6"/>
                  <a:gd name="T22" fmla="*/ 0 h 32"/>
                  <a:gd name="T23" fmla="*/ 6 w 6"/>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32">
                    <a:moveTo>
                      <a:pt x="0" y="0"/>
                    </a:moveTo>
                    <a:lnTo>
                      <a:pt x="2" y="7"/>
                    </a:lnTo>
                    <a:lnTo>
                      <a:pt x="2" y="21"/>
                    </a:lnTo>
                    <a:lnTo>
                      <a:pt x="5" y="27"/>
                    </a:lnTo>
                    <a:lnTo>
                      <a:pt x="2" y="31"/>
                    </a:lnTo>
                    <a:lnTo>
                      <a:pt x="1" y="15"/>
                    </a:lnTo>
                    <a:lnTo>
                      <a:pt x="0" y="0"/>
                    </a:lnTo>
                  </a:path>
                </a:pathLst>
              </a:custGeom>
              <a:solidFill>
                <a:srgbClr val="000000"/>
              </a:solidFill>
              <a:ln w="9525" cap="rnd">
                <a:noFill/>
                <a:round/>
                <a:headEnd/>
                <a:tailEnd/>
              </a:ln>
            </p:spPr>
            <p:txBody>
              <a:bodyPr/>
              <a:lstStyle/>
              <a:p>
                <a:pPr algn="ctr"/>
                <a:endParaRPr lang="pt-BR" sz="2400"/>
              </a:p>
            </p:txBody>
          </p:sp>
          <p:sp>
            <p:nvSpPr>
              <p:cNvPr id="145" name="Freeform 605"/>
              <p:cNvSpPr>
                <a:spLocks/>
              </p:cNvSpPr>
              <p:nvPr/>
            </p:nvSpPr>
            <p:spPr bwMode="auto">
              <a:xfrm>
                <a:off x="1717" y="2359"/>
                <a:ext cx="32" cy="50"/>
              </a:xfrm>
              <a:custGeom>
                <a:avLst/>
                <a:gdLst>
                  <a:gd name="T0" fmla="*/ 0 w 32"/>
                  <a:gd name="T1" fmla="*/ 0 h 50"/>
                  <a:gd name="T2" fmla="*/ 12 w 32"/>
                  <a:gd name="T3" fmla="*/ 38 h 50"/>
                  <a:gd name="T4" fmla="*/ 22 w 32"/>
                  <a:gd name="T5" fmla="*/ 39 h 50"/>
                  <a:gd name="T6" fmla="*/ 31 w 32"/>
                  <a:gd name="T7" fmla="*/ 45 h 50"/>
                  <a:gd name="T8" fmla="*/ 26 w 32"/>
                  <a:gd name="T9" fmla="*/ 49 h 50"/>
                  <a:gd name="T10" fmla="*/ 12 w 32"/>
                  <a:gd name="T11" fmla="*/ 44 h 50"/>
                  <a:gd name="T12" fmla="*/ 6 w 32"/>
                  <a:gd name="T13" fmla="*/ 24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50"/>
                  <a:gd name="T26" fmla="*/ 32 w 32"/>
                  <a:gd name="T27" fmla="*/ 50 h 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50">
                    <a:moveTo>
                      <a:pt x="0" y="0"/>
                    </a:moveTo>
                    <a:lnTo>
                      <a:pt x="12" y="38"/>
                    </a:lnTo>
                    <a:lnTo>
                      <a:pt x="22" y="39"/>
                    </a:lnTo>
                    <a:lnTo>
                      <a:pt x="31" y="45"/>
                    </a:lnTo>
                    <a:lnTo>
                      <a:pt x="26" y="49"/>
                    </a:lnTo>
                    <a:lnTo>
                      <a:pt x="12" y="44"/>
                    </a:lnTo>
                    <a:lnTo>
                      <a:pt x="6" y="24"/>
                    </a:lnTo>
                    <a:lnTo>
                      <a:pt x="0" y="0"/>
                    </a:lnTo>
                  </a:path>
                </a:pathLst>
              </a:custGeom>
              <a:solidFill>
                <a:srgbClr val="000000"/>
              </a:solidFill>
              <a:ln w="9525" cap="rnd">
                <a:noFill/>
                <a:round/>
                <a:headEnd/>
                <a:tailEnd/>
              </a:ln>
            </p:spPr>
            <p:txBody>
              <a:bodyPr/>
              <a:lstStyle/>
              <a:p>
                <a:pPr algn="ctr"/>
                <a:endParaRPr lang="pt-BR" sz="2400"/>
              </a:p>
            </p:txBody>
          </p:sp>
          <p:sp>
            <p:nvSpPr>
              <p:cNvPr id="146" name="Freeform 606"/>
              <p:cNvSpPr>
                <a:spLocks/>
              </p:cNvSpPr>
              <p:nvPr/>
            </p:nvSpPr>
            <p:spPr bwMode="auto">
              <a:xfrm>
                <a:off x="1721" y="2350"/>
                <a:ext cx="11" cy="25"/>
              </a:xfrm>
              <a:custGeom>
                <a:avLst/>
                <a:gdLst>
                  <a:gd name="T0" fmla="*/ 10 w 11"/>
                  <a:gd name="T1" fmla="*/ 1 h 25"/>
                  <a:gd name="T2" fmla="*/ 3 w 11"/>
                  <a:gd name="T3" fmla="*/ 24 h 25"/>
                  <a:gd name="T4" fmla="*/ 0 w 11"/>
                  <a:gd name="T5" fmla="*/ 16 h 25"/>
                  <a:gd name="T6" fmla="*/ 8 w 11"/>
                  <a:gd name="T7" fmla="*/ 0 h 25"/>
                  <a:gd name="T8" fmla="*/ 10 w 11"/>
                  <a:gd name="T9" fmla="*/ 1 h 25"/>
                  <a:gd name="T10" fmla="*/ 0 60000 65536"/>
                  <a:gd name="T11" fmla="*/ 0 60000 65536"/>
                  <a:gd name="T12" fmla="*/ 0 60000 65536"/>
                  <a:gd name="T13" fmla="*/ 0 60000 65536"/>
                  <a:gd name="T14" fmla="*/ 0 60000 65536"/>
                  <a:gd name="T15" fmla="*/ 0 w 11"/>
                  <a:gd name="T16" fmla="*/ 0 h 25"/>
                  <a:gd name="T17" fmla="*/ 11 w 11"/>
                  <a:gd name="T18" fmla="*/ 25 h 25"/>
                </a:gdLst>
                <a:ahLst/>
                <a:cxnLst>
                  <a:cxn ang="T10">
                    <a:pos x="T0" y="T1"/>
                  </a:cxn>
                  <a:cxn ang="T11">
                    <a:pos x="T2" y="T3"/>
                  </a:cxn>
                  <a:cxn ang="T12">
                    <a:pos x="T4" y="T5"/>
                  </a:cxn>
                  <a:cxn ang="T13">
                    <a:pos x="T6" y="T7"/>
                  </a:cxn>
                  <a:cxn ang="T14">
                    <a:pos x="T8" y="T9"/>
                  </a:cxn>
                </a:cxnLst>
                <a:rect l="T15" t="T16" r="T17" b="T18"/>
                <a:pathLst>
                  <a:path w="11" h="25">
                    <a:moveTo>
                      <a:pt x="10" y="1"/>
                    </a:moveTo>
                    <a:lnTo>
                      <a:pt x="3" y="24"/>
                    </a:lnTo>
                    <a:lnTo>
                      <a:pt x="0" y="16"/>
                    </a:lnTo>
                    <a:lnTo>
                      <a:pt x="8" y="0"/>
                    </a:lnTo>
                    <a:lnTo>
                      <a:pt x="10" y="1"/>
                    </a:lnTo>
                  </a:path>
                </a:pathLst>
              </a:custGeom>
              <a:solidFill>
                <a:srgbClr val="000000"/>
              </a:solidFill>
              <a:ln w="9525" cap="rnd">
                <a:noFill/>
                <a:round/>
                <a:headEnd/>
                <a:tailEnd/>
              </a:ln>
            </p:spPr>
            <p:txBody>
              <a:bodyPr/>
              <a:lstStyle/>
              <a:p>
                <a:pPr algn="ctr"/>
                <a:endParaRPr lang="pt-BR" sz="2400"/>
              </a:p>
            </p:txBody>
          </p:sp>
          <p:sp>
            <p:nvSpPr>
              <p:cNvPr id="147" name="Freeform 607"/>
              <p:cNvSpPr>
                <a:spLocks/>
              </p:cNvSpPr>
              <p:nvPr/>
            </p:nvSpPr>
            <p:spPr bwMode="auto">
              <a:xfrm>
                <a:off x="1735" y="2287"/>
                <a:ext cx="9" cy="24"/>
              </a:xfrm>
              <a:custGeom>
                <a:avLst/>
                <a:gdLst>
                  <a:gd name="T0" fmla="*/ 6 w 9"/>
                  <a:gd name="T1" fmla="*/ 0 h 24"/>
                  <a:gd name="T2" fmla="*/ 6 w 9"/>
                  <a:gd name="T3" fmla="*/ 12 h 24"/>
                  <a:gd name="T4" fmla="*/ 8 w 9"/>
                  <a:gd name="T5" fmla="*/ 23 h 24"/>
                  <a:gd name="T6" fmla="*/ 0 w 9"/>
                  <a:gd name="T7" fmla="*/ 15 h 24"/>
                  <a:gd name="T8" fmla="*/ 6 w 9"/>
                  <a:gd name="T9" fmla="*/ 0 h 24"/>
                  <a:gd name="T10" fmla="*/ 0 60000 65536"/>
                  <a:gd name="T11" fmla="*/ 0 60000 65536"/>
                  <a:gd name="T12" fmla="*/ 0 60000 65536"/>
                  <a:gd name="T13" fmla="*/ 0 60000 65536"/>
                  <a:gd name="T14" fmla="*/ 0 60000 65536"/>
                  <a:gd name="T15" fmla="*/ 0 w 9"/>
                  <a:gd name="T16" fmla="*/ 0 h 24"/>
                  <a:gd name="T17" fmla="*/ 9 w 9"/>
                  <a:gd name="T18" fmla="*/ 24 h 24"/>
                </a:gdLst>
                <a:ahLst/>
                <a:cxnLst>
                  <a:cxn ang="T10">
                    <a:pos x="T0" y="T1"/>
                  </a:cxn>
                  <a:cxn ang="T11">
                    <a:pos x="T2" y="T3"/>
                  </a:cxn>
                  <a:cxn ang="T12">
                    <a:pos x="T4" y="T5"/>
                  </a:cxn>
                  <a:cxn ang="T13">
                    <a:pos x="T6" y="T7"/>
                  </a:cxn>
                  <a:cxn ang="T14">
                    <a:pos x="T8" y="T9"/>
                  </a:cxn>
                </a:cxnLst>
                <a:rect l="T15" t="T16" r="T17" b="T18"/>
                <a:pathLst>
                  <a:path w="9" h="24">
                    <a:moveTo>
                      <a:pt x="6" y="0"/>
                    </a:moveTo>
                    <a:lnTo>
                      <a:pt x="6" y="12"/>
                    </a:lnTo>
                    <a:lnTo>
                      <a:pt x="8" y="23"/>
                    </a:lnTo>
                    <a:lnTo>
                      <a:pt x="0" y="15"/>
                    </a:lnTo>
                    <a:lnTo>
                      <a:pt x="6" y="0"/>
                    </a:lnTo>
                  </a:path>
                </a:pathLst>
              </a:custGeom>
              <a:solidFill>
                <a:srgbClr val="000000"/>
              </a:solidFill>
              <a:ln w="9525" cap="rnd">
                <a:noFill/>
                <a:round/>
                <a:headEnd/>
                <a:tailEnd/>
              </a:ln>
            </p:spPr>
            <p:txBody>
              <a:bodyPr/>
              <a:lstStyle/>
              <a:p>
                <a:pPr algn="ctr"/>
                <a:endParaRPr lang="pt-BR" sz="2400"/>
              </a:p>
            </p:txBody>
          </p:sp>
          <p:sp>
            <p:nvSpPr>
              <p:cNvPr id="148" name="Freeform 608"/>
              <p:cNvSpPr>
                <a:spLocks/>
              </p:cNvSpPr>
              <p:nvPr/>
            </p:nvSpPr>
            <p:spPr bwMode="auto">
              <a:xfrm>
                <a:off x="1746" y="2234"/>
                <a:ext cx="39" cy="53"/>
              </a:xfrm>
              <a:custGeom>
                <a:avLst/>
                <a:gdLst>
                  <a:gd name="T0" fmla="*/ 0 w 39"/>
                  <a:gd name="T1" fmla="*/ 29 h 53"/>
                  <a:gd name="T2" fmla="*/ 4 w 39"/>
                  <a:gd name="T3" fmla="*/ 29 h 53"/>
                  <a:gd name="T4" fmla="*/ 13 w 39"/>
                  <a:gd name="T5" fmla="*/ 38 h 53"/>
                  <a:gd name="T6" fmla="*/ 18 w 39"/>
                  <a:gd name="T7" fmla="*/ 52 h 53"/>
                  <a:gd name="T8" fmla="*/ 14 w 39"/>
                  <a:gd name="T9" fmla="*/ 37 h 53"/>
                  <a:gd name="T10" fmla="*/ 7 w 39"/>
                  <a:gd name="T11" fmla="*/ 24 h 53"/>
                  <a:gd name="T12" fmla="*/ 4 w 39"/>
                  <a:gd name="T13" fmla="*/ 22 h 53"/>
                  <a:gd name="T14" fmla="*/ 17 w 39"/>
                  <a:gd name="T15" fmla="*/ 13 h 53"/>
                  <a:gd name="T16" fmla="*/ 30 w 39"/>
                  <a:gd name="T17" fmla="*/ 11 h 53"/>
                  <a:gd name="T18" fmla="*/ 38 w 39"/>
                  <a:gd name="T19" fmla="*/ 0 h 53"/>
                  <a:gd name="T20" fmla="*/ 21 w 39"/>
                  <a:gd name="T21" fmla="*/ 3 h 53"/>
                  <a:gd name="T22" fmla="*/ 14 w 39"/>
                  <a:gd name="T23" fmla="*/ 12 h 53"/>
                  <a:gd name="T24" fmla="*/ 1 w 39"/>
                  <a:gd name="T25" fmla="*/ 22 h 53"/>
                  <a:gd name="T26" fmla="*/ 0 w 39"/>
                  <a:gd name="T27" fmla="*/ 2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
                  <a:gd name="T43" fmla="*/ 0 h 53"/>
                  <a:gd name="T44" fmla="*/ 39 w 39"/>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 h="53">
                    <a:moveTo>
                      <a:pt x="0" y="29"/>
                    </a:moveTo>
                    <a:lnTo>
                      <a:pt x="4" y="29"/>
                    </a:lnTo>
                    <a:lnTo>
                      <a:pt x="13" y="38"/>
                    </a:lnTo>
                    <a:lnTo>
                      <a:pt x="18" y="52"/>
                    </a:lnTo>
                    <a:lnTo>
                      <a:pt x="14" y="37"/>
                    </a:lnTo>
                    <a:lnTo>
                      <a:pt x="7" y="24"/>
                    </a:lnTo>
                    <a:lnTo>
                      <a:pt x="4" y="22"/>
                    </a:lnTo>
                    <a:lnTo>
                      <a:pt x="17" y="13"/>
                    </a:lnTo>
                    <a:lnTo>
                      <a:pt x="30" y="11"/>
                    </a:lnTo>
                    <a:lnTo>
                      <a:pt x="38" y="0"/>
                    </a:lnTo>
                    <a:lnTo>
                      <a:pt x="21" y="3"/>
                    </a:lnTo>
                    <a:lnTo>
                      <a:pt x="14" y="12"/>
                    </a:lnTo>
                    <a:lnTo>
                      <a:pt x="1" y="22"/>
                    </a:lnTo>
                    <a:lnTo>
                      <a:pt x="0" y="29"/>
                    </a:lnTo>
                  </a:path>
                </a:pathLst>
              </a:custGeom>
              <a:solidFill>
                <a:srgbClr val="000000"/>
              </a:solidFill>
              <a:ln w="9525" cap="rnd">
                <a:noFill/>
                <a:round/>
                <a:headEnd/>
                <a:tailEnd/>
              </a:ln>
            </p:spPr>
            <p:txBody>
              <a:bodyPr/>
              <a:lstStyle/>
              <a:p>
                <a:pPr algn="ctr"/>
                <a:endParaRPr lang="pt-BR" sz="2400"/>
              </a:p>
            </p:txBody>
          </p:sp>
          <p:sp>
            <p:nvSpPr>
              <p:cNvPr id="149" name="Freeform 609"/>
              <p:cNvSpPr>
                <a:spLocks/>
              </p:cNvSpPr>
              <p:nvPr/>
            </p:nvSpPr>
            <p:spPr bwMode="auto">
              <a:xfrm>
                <a:off x="1800" y="2214"/>
                <a:ext cx="10" cy="13"/>
              </a:xfrm>
              <a:custGeom>
                <a:avLst/>
                <a:gdLst>
                  <a:gd name="T0" fmla="*/ 5 w 10"/>
                  <a:gd name="T1" fmla="*/ 0 h 13"/>
                  <a:gd name="T2" fmla="*/ 0 w 10"/>
                  <a:gd name="T3" fmla="*/ 12 h 13"/>
                  <a:gd name="T4" fmla="*/ 2 w 10"/>
                  <a:gd name="T5" fmla="*/ 12 h 13"/>
                  <a:gd name="T6" fmla="*/ 9 w 10"/>
                  <a:gd name="T7" fmla="*/ 3 h 13"/>
                  <a:gd name="T8" fmla="*/ 5 w 10"/>
                  <a:gd name="T9" fmla="*/ 0 h 13"/>
                  <a:gd name="T10" fmla="*/ 0 60000 65536"/>
                  <a:gd name="T11" fmla="*/ 0 60000 65536"/>
                  <a:gd name="T12" fmla="*/ 0 60000 65536"/>
                  <a:gd name="T13" fmla="*/ 0 60000 65536"/>
                  <a:gd name="T14" fmla="*/ 0 60000 65536"/>
                  <a:gd name="T15" fmla="*/ 0 w 10"/>
                  <a:gd name="T16" fmla="*/ 0 h 13"/>
                  <a:gd name="T17" fmla="*/ 10 w 10"/>
                  <a:gd name="T18" fmla="*/ 13 h 13"/>
                </a:gdLst>
                <a:ahLst/>
                <a:cxnLst>
                  <a:cxn ang="T10">
                    <a:pos x="T0" y="T1"/>
                  </a:cxn>
                  <a:cxn ang="T11">
                    <a:pos x="T2" y="T3"/>
                  </a:cxn>
                  <a:cxn ang="T12">
                    <a:pos x="T4" y="T5"/>
                  </a:cxn>
                  <a:cxn ang="T13">
                    <a:pos x="T6" y="T7"/>
                  </a:cxn>
                  <a:cxn ang="T14">
                    <a:pos x="T8" y="T9"/>
                  </a:cxn>
                </a:cxnLst>
                <a:rect l="T15" t="T16" r="T17" b="T18"/>
                <a:pathLst>
                  <a:path w="10" h="13">
                    <a:moveTo>
                      <a:pt x="5" y="0"/>
                    </a:moveTo>
                    <a:lnTo>
                      <a:pt x="0" y="12"/>
                    </a:lnTo>
                    <a:lnTo>
                      <a:pt x="2" y="12"/>
                    </a:lnTo>
                    <a:lnTo>
                      <a:pt x="9" y="3"/>
                    </a:lnTo>
                    <a:lnTo>
                      <a:pt x="5" y="0"/>
                    </a:lnTo>
                  </a:path>
                </a:pathLst>
              </a:custGeom>
              <a:solidFill>
                <a:srgbClr val="000000"/>
              </a:solidFill>
              <a:ln w="9525" cap="rnd">
                <a:noFill/>
                <a:round/>
                <a:headEnd/>
                <a:tailEnd/>
              </a:ln>
            </p:spPr>
            <p:txBody>
              <a:bodyPr/>
              <a:lstStyle/>
              <a:p>
                <a:pPr algn="ctr"/>
                <a:endParaRPr lang="pt-BR" sz="2400"/>
              </a:p>
            </p:txBody>
          </p:sp>
          <p:sp>
            <p:nvSpPr>
              <p:cNvPr id="150" name="Freeform 610"/>
              <p:cNvSpPr>
                <a:spLocks/>
              </p:cNvSpPr>
              <p:nvPr/>
            </p:nvSpPr>
            <p:spPr bwMode="auto">
              <a:xfrm>
                <a:off x="1811" y="2246"/>
                <a:ext cx="72" cy="45"/>
              </a:xfrm>
              <a:custGeom>
                <a:avLst/>
                <a:gdLst>
                  <a:gd name="T0" fmla="*/ 4 w 72"/>
                  <a:gd name="T1" fmla="*/ 13 h 45"/>
                  <a:gd name="T2" fmla="*/ 7 w 72"/>
                  <a:gd name="T3" fmla="*/ 18 h 45"/>
                  <a:gd name="T4" fmla="*/ 13 w 72"/>
                  <a:gd name="T5" fmla="*/ 24 h 45"/>
                  <a:gd name="T6" fmla="*/ 14 w 72"/>
                  <a:gd name="T7" fmla="*/ 25 h 45"/>
                  <a:gd name="T8" fmla="*/ 18 w 72"/>
                  <a:gd name="T9" fmla="*/ 24 h 45"/>
                  <a:gd name="T10" fmla="*/ 18 w 72"/>
                  <a:gd name="T11" fmla="*/ 27 h 45"/>
                  <a:gd name="T12" fmla="*/ 21 w 72"/>
                  <a:gd name="T13" fmla="*/ 30 h 45"/>
                  <a:gd name="T14" fmla="*/ 30 w 72"/>
                  <a:gd name="T15" fmla="*/ 34 h 45"/>
                  <a:gd name="T16" fmla="*/ 35 w 72"/>
                  <a:gd name="T17" fmla="*/ 36 h 45"/>
                  <a:gd name="T18" fmla="*/ 39 w 72"/>
                  <a:gd name="T19" fmla="*/ 39 h 45"/>
                  <a:gd name="T20" fmla="*/ 42 w 72"/>
                  <a:gd name="T21" fmla="*/ 42 h 45"/>
                  <a:gd name="T22" fmla="*/ 65 w 72"/>
                  <a:gd name="T23" fmla="*/ 1 h 45"/>
                  <a:gd name="T24" fmla="*/ 68 w 72"/>
                  <a:gd name="T25" fmla="*/ 0 h 45"/>
                  <a:gd name="T26" fmla="*/ 71 w 72"/>
                  <a:gd name="T27" fmla="*/ 0 h 45"/>
                  <a:gd name="T28" fmla="*/ 71 w 72"/>
                  <a:gd name="T29" fmla="*/ 1 h 45"/>
                  <a:gd name="T30" fmla="*/ 70 w 72"/>
                  <a:gd name="T31" fmla="*/ 2 h 45"/>
                  <a:gd name="T32" fmla="*/ 68 w 72"/>
                  <a:gd name="T33" fmla="*/ 2 h 45"/>
                  <a:gd name="T34" fmla="*/ 65 w 72"/>
                  <a:gd name="T35" fmla="*/ 3 h 45"/>
                  <a:gd name="T36" fmla="*/ 62 w 72"/>
                  <a:gd name="T37" fmla="*/ 6 h 45"/>
                  <a:gd name="T38" fmla="*/ 42 w 72"/>
                  <a:gd name="T39" fmla="*/ 44 h 45"/>
                  <a:gd name="T40" fmla="*/ 33 w 72"/>
                  <a:gd name="T41" fmla="*/ 41 h 45"/>
                  <a:gd name="T42" fmla="*/ 39 w 72"/>
                  <a:gd name="T43" fmla="*/ 42 h 45"/>
                  <a:gd name="T44" fmla="*/ 35 w 72"/>
                  <a:gd name="T45" fmla="*/ 38 h 45"/>
                  <a:gd name="T46" fmla="*/ 29 w 72"/>
                  <a:gd name="T47" fmla="*/ 35 h 45"/>
                  <a:gd name="T48" fmla="*/ 23 w 72"/>
                  <a:gd name="T49" fmla="*/ 33 h 45"/>
                  <a:gd name="T50" fmla="*/ 21 w 72"/>
                  <a:gd name="T51" fmla="*/ 32 h 45"/>
                  <a:gd name="T52" fmla="*/ 26 w 72"/>
                  <a:gd name="T53" fmla="*/ 37 h 45"/>
                  <a:gd name="T54" fmla="*/ 21 w 72"/>
                  <a:gd name="T55" fmla="*/ 34 h 45"/>
                  <a:gd name="T56" fmla="*/ 18 w 72"/>
                  <a:gd name="T57" fmla="*/ 31 h 45"/>
                  <a:gd name="T58" fmla="*/ 14 w 72"/>
                  <a:gd name="T59" fmla="*/ 27 h 45"/>
                  <a:gd name="T60" fmla="*/ 9 w 72"/>
                  <a:gd name="T61" fmla="*/ 22 h 45"/>
                  <a:gd name="T62" fmla="*/ 6 w 72"/>
                  <a:gd name="T63" fmla="*/ 19 h 45"/>
                  <a:gd name="T64" fmla="*/ 2 w 72"/>
                  <a:gd name="T65" fmla="*/ 15 h 45"/>
                  <a:gd name="T66" fmla="*/ 0 w 72"/>
                  <a:gd name="T67" fmla="*/ 12 h 45"/>
                  <a:gd name="T68" fmla="*/ 4 w 72"/>
                  <a:gd name="T69" fmla="*/ 13 h 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
                  <a:gd name="T106" fmla="*/ 0 h 45"/>
                  <a:gd name="T107" fmla="*/ 72 w 72"/>
                  <a:gd name="T108" fmla="*/ 45 h 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 h="45">
                    <a:moveTo>
                      <a:pt x="4" y="13"/>
                    </a:moveTo>
                    <a:lnTo>
                      <a:pt x="7" y="18"/>
                    </a:lnTo>
                    <a:lnTo>
                      <a:pt x="13" y="24"/>
                    </a:lnTo>
                    <a:lnTo>
                      <a:pt x="14" y="25"/>
                    </a:lnTo>
                    <a:lnTo>
                      <a:pt x="18" y="24"/>
                    </a:lnTo>
                    <a:lnTo>
                      <a:pt x="18" y="27"/>
                    </a:lnTo>
                    <a:lnTo>
                      <a:pt x="21" y="30"/>
                    </a:lnTo>
                    <a:lnTo>
                      <a:pt x="30" y="34"/>
                    </a:lnTo>
                    <a:lnTo>
                      <a:pt x="35" y="36"/>
                    </a:lnTo>
                    <a:lnTo>
                      <a:pt x="39" y="39"/>
                    </a:lnTo>
                    <a:lnTo>
                      <a:pt x="42" y="42"/>
                    </a:lnTo>
                    <a:lnTo>
                      <a:pt x="65" y="1"/>
                    </a:lnTo>
                    <a:lnTo>
                      <a:pt x="68" y="0"/>
                    </a:lnTo>
                    <a:lnTo>
                      <a:pt x="71" y="0"/>
                    </a:lnTo>
                    <a:lnTo>
                      <a:pt x="71" y="1"/>
                    </a:lnTo>
                    <a:lnTo>
                      <a:pt x="70" y="2"/>
                    </a:lnTo>
                    <a:lnTo>
                      <a:pt x="68" y="2"/>
                    </a:lnTo>
                    <a:lnTo>
                      <a:pt x="65" y="3"/>
                    </a:lnTo>
                    <a:lnTo>
                      <a:pt x="62" y="6"/>
                    </a:lnTo>
                    <a:lnTo>
                      <a:pt x="42" y="44"/>
                    </a:lnTo>
                    <a:lnTo>
                      <a:pt x="33" y="41"/>
                    </a:lnTo>
                    <a:lnTo>
                      <a:pt x="39" y="42"/>
                    </a:lnTo>
                    <a:lnTo>
                      <a:pt x="35" y="38"/>
                    </a:lnTo>
                    <a:lnTo>
                      <a:pt x="29" y="35"/>
                    </a:lnTo>
                    <a:lnTo>
                      <a:pt x="23" y="33"/>
                    </a:lnTo>
                    <a:lnTo>
                      <a:pt x="21" y="32"/>
                    </a:lnTo>
                    <a:lnTo>
                      <a:pt x="26" y="37"/>
                    </a:lnTo>
                    <a:lnTo>
                      <a:pt x="21" y="34"/>
                    </a:lnTo>
                    <a:lnTo>
                      <a:pt x="18" y="31"/>
                    </a:lnTo>
                    <a:lnTo>
                      <a:pt x="14" y="27"/>
                    </a:lnTo>
                    <a:lnTo>
                      <a:pt x="9" y="22"/>
                    </a:lnTo>
                    <a:lnTo>
                      <a:pt x="6" y="19"/>
                    </a:lnTo>
                    <a:lnTo>
                      <a:pt x="2" y="15"/>
                    </a:lnTo>
                    <a:lnTo>
                      <a:pt x="0" y="12"/>
                    </a:lnTo>
                    <a:lnTo>
                      <a:pt x="4" y="13"/>
                    </a:lnTo>
                  </a:path>
                </a:pathLst>
              </a:custGeom>
              <a:solidFill>
                <a:srgbClr val="000000"/>
              </a:solidFill>
              <a:ln w="9525" cap="rnd">
                <a:noFill/>
                <a:round/>
                <a:headEnd/>
                <a:tailEnd/>
              </a:ln>
            </p:spPr>
            <p:txBody>
              <a:bodyPr/>
              <a:lstStyle/>
              <a:p>
                <a:pPr algn="ctr"/>
                <a:endParaRPr lang="pt-BR" sz="2400"/>
              </a:p>
            </p:txBody>
          </p:sp>
          <p:sp>
            <p:nvSpPr>
              <p:cNvPr id="151" name="Freeform 611"/>
              <p:cNvSpPr>
                <a:spLocks/>
              </p:cNvSpPr>
              <p:nvPr/>
            </p:nvSpPr>
            <p:spPr bwMode="auto">
              <a:xfrm>
                <a:off x="1812" y="2203"/>
                <a:ext cx="20" cy="27"/>
              </a:xfrm>
              <a:custGeom>
                <a:avLst/>
                <a:gdLst>
                  <a:gd name="T0" fmla="*/ 0 w 20"/>
                  <a:gd name="T1" fmla="*/ 25 h 27"/>
                  <a:gd name="T2" fmla="*/ 13 w 20"/>
                  <a:gd name="T3" fmla="*/ 4 h 27"/>
                  <a:gd name="T4" fmla="*/ 16 w 20"/>
                  <a:gd name="T5" fmla="*/ 2 h 27"/>
                  <a:gd name="T6" fmla="*/ 18 w 20"/>
                  <a:gd name="T7" fmla="*/ 0 h 27"/>
                  <a:gd name="T8" fmla="*/ 19 w 20"/>
                  <a:gd name="T9" fmla="*/ 1 h 27"/>
                  <a:gd name="T10" fmla="*/ 17 w 20"/>
                  <a:gd name="T11" fmla="*/ 2 h 27"/>
                  <a:gd name="T12" fmla="*/ 14 w 20"/>
                  <a:gd name="T13" fmla="*/ 5 h 27"/>
                  <a:gd name="T14" fmla="*/ 0 w 20"/>
                  <a:gd name="T15" fmla="*/ 26 h 27"/>
                  <a:gd name="T16" fmla="*/ 0 w 20"/>
                  <a:gd name="T17" fmla="*/ 25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27"/>
                  <a:gd name="T29" fmla="*/ 20 w 20"/>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27">
                    <a:moveTo>
                      <a:pt x="0" y="25"/>
                    </a:moveTo>
                    <a:lnTo>
                      <a:pt x="13" y="4"/>
                    </a:lnTo>
                    <a:lnTo>
                      <a:pt x="16" y="2"/>
                    </a:lnTo>
                    <a:lnTo>
                      <a:pt x="18" y="0"/>
                    </a:lnTo>
                    <a:lnTo>
                      <a:pt x="19" y="1"/>
                    </a:lnTo>
                    <a:lnTo>
                      <a:pt x="17" y="2"/>
                    </a:lnTo>
                    <a:lnTo>
                      <a:pt x="14" y="5"/>
                    </a:lnTo>
                    <a:lnTo>
                      <a:pt x="0" y="26"/>
                    </a:lnTo>
                    <a:lnTo>
                      <a:pt x="0" y="25"/>
                    </a:lnTo>
                  </a:path>
                </a:pathLst>
              </a:custGeom>
              <a:solidFill>
                <a:srgbClr val="000000"/>
              </a:solidFill>
              <a:ln w="9525" cap="rnd">
                <a:noFill/>
                <a:round/>
                <a:headEnd/>
                <a:tailEnd/>
              </a:ln>
            </p:spPr>
            <p:txBody>
              <a:bodyPr/>
              <a:lstStyle/>
              <a:p>
                <a:pPr algn="ctr"/>
                <a:endParaRPr lang="pt-BR" sz="2400"/>
              </a:p>
            </p:txBody>
          </p:sp>
          <p:sp>
            <p:nvSpPr>
              <p:cNvPr id="152" name="Freeform 612"/>
              <p:cNvSpPr>
                <a:spLocks/>
              </p:cNvSpPr>
              <p:nvPr/>
            </p:nvSpPr>
            <p:spPr bwMode="auto">
              <a:xfrm>
                <a:off x="1814" y="2229"/>
                <a:ext cx="51" cy="19"/>
              </a:xfrm>
              <a:custGeom>
                <a:avLst/>
                <a:gdLst>
                  <a:gd name="T0" fmla="*/ 0 w 51"/>
                  <a:gd name="T1" fmla="*/ 18 h 19"/>
                  <a:gd name="T2" fmla="*/ 3 w 51"/>
                  <a:gd name="T3" fmla="*/ 16 h 19"/>
                  <a:gd name="T4" fmla="*/ 5 w 51"/>
                  <a:gd name="T5" fmla="*/ 14 h 19"/>
                  <a:gd name="T6" fmla="*/ 9 w 51"/>
                  <a:gd name="T7" fmla="*/ 8 h 19"/>
                  <a:gd name="T8" fmla="*/ 11 w 51"/>
                  <a:gd name="T9" fmla="*/ 5 h 19"/>
                  <a:gd name="T10" fmla="*/ 12 w 51"/>
                  <a:gd name="T11" fmla="*/ 4 h 19"/>
                  <a:gd name="T12" fmla="*/ 15 w 51"/>
                  <a:gd name="T13" fmla="*/ 3 h 19"/>
                  <a:gd name="T14" fmla="*/ 17 w 51"/>
                  <a:gd name="T15" fmla="*/ 2 h 19"/>
                  <a:gd name="T16" fmla="*/ 26 w 51"/>
                  <a:gd name="T17" fmla="*/ 0 h 19"/>
                  <a:gd name="T18" fmla="*/ 32 w 51"/>
                  <a:gd name="T19" fmla="*/ 0 h 19"/>
                  <a:gd name="T20" fmla="*/ 38 w 51"/>
                  <a:gd name="T21" fmla="*/ 3 h 19"/>
                  <a:gd name="T22" fmla="*/ 42 w 51"/>
                  <a:gd name="T23" fmla="*/ 7 h 19"/>
                  <a:gd name="T24" fmla="*/ 50 w 51"/>
                  <a:gd name="T25" fmla="*/ 10 h 19"/>
                  <a:gd name="T26" fmla="*/ 44 w 51"/>
                  <a:gd name="T27" fmla="*/ 10 h 19"/>
                  <a:gd name="T28" fmla="*/ 41 w 51"/>
                  <a:gd name="T29" fmla="*/ 8 h 19"/>
                  <a:gd name="T30" fmla="*/ 38 w 51"/>
                  <a:gd name="T31" fmla="*/ 7 h 19"/>
                  <a:gd name="T32" fmla="*/ 35 w 51"/>
                  <a:gd name="T33" fmla="*/ 6 h 19"/>
                  <a:gd name="T34" fmla="*/ 33 w 51"/>
                  <a:gd name="T35" fmla="*/ 6 h 19"/>
                  <a:gd name="T36" fmla="*/ 31 w 51"/>
                  <a:gd name="T37" fmla="*/ 11 h 19"/>
                  <a:gd name="T38" fmla="*/ 28 w 51"/>
                  <a:gd name="T39" fmla="*/ 16 h 19"/>
                  <a:gd name="T40" fmla="*/ 30 w 51"/>
                  <a:gd name="T41" fmla="*/ 12 h 19"/>
                  <a:gd name="T42" fmla="*/ 32 w 51"/>
                  <a:gd name="T43" fmla="*/ 5 h 19"/>
                  <a:gd name="T44" fmla="*/ 32 w 51"/>
                  <a:gd name="T45" fmla="*/ 4 h 19"/>
                  <a:gd name="T46" fmla="*/ 31 w 51"/>
                  <a:gd name="T47" fmla="*/ 2 h 19"/>
                  <a:gd name="T48" fmla="*/ 28 w 51"/>
                  <a:gd name="T49" fmla="*/ 1 h 19"/>
                  <a:gd name="T50" fmla="*/ 23 w 51"/>
                  <a:gd name="T51" fmla="*/ 2 h 19"/>
                  <a:gd name="T52" fmla="*/ 22 w 51"/>
                  <a:gd name="T53" fmla="*/ 4 h 19"/>
                  <a:gd name="T54" fmla="*/ 25 w 51"/>
                  <a:gd name="T55" fmla="*/ 17 h 19"/>
                  <a:gd name="T56" fmla="*/ 23 w 51"/>
                  <a:gd name="T57" fmla="*/ 17 h 19"/>
                  <a:gd name="T58" fmla="*/ 18 w 51"/>
                  <a:gd name="T59" fmla="*/ 15 h 19"/>
                  <a:gd name="T60" fmla="*/ 14 w 51"/>
                  <a:gd name="T61" fmla="*/ 13 h 19"/>
                  <a:gd name="T62" fmla="*/ 11 w 51"/>
                  <a:gd name="T63" fmla="*/ 11 h 19"/>
                  <a:gd name="T64" fmla="*/ 10 w 51"/>
                  <a:gd name="T65" fmla="*/ 10 h 19"/>
                  <a:gd name="T66" fmla="*/ 7 w 51"/>
                  <a:gd name="T67" fmla="*/ 13 h 19"/>
                  <a:gd name="T68" fmla="*/ 4 w 51"/>
                  <a:gd name="T69" fmla="*/ 16 h 19"/>
                  <a:gd name="T70" fmla="*/ 2 w 51"/>
                  <a:gd name="T71" fmla="*/ 17 h 19"/>
                  <a:gd name="T72" fmla="*/ 0 w 51"/>
                  <a:gd name="T73" fmla="*/ 18 h 1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1"/>
                  <a:gd name="T112" fmla="*/ 0 h 19"/>
                  <a:gd name="T113" fmla="*/ 51 w 51"/>
                  <a:gd name="T114" fmla="*/ 19 h 1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1" h="19">
                    <a:moveTo>
                      <a:pt x="0" y="18"/>
                    </a:moveTo>
                    <a:lnTo>
                      <a:pt x="3" y="16"/>
                    </a:lnTo>
                    <a:lnTo>
                      <a:pt x="5" y="14"/>
                    </a:lnTo>
                    <a:lnTo>
                      <a:pt x="9" y="8"/>
                    </a:lnTo>
                    <a:lnTo>
                      <a:pt x="11" y="5"/>
                    </a:lnTo>
                    <a:lnTo>
                      <a:pt x="12" y="4"/>
                    </a:lnTo>
                    <a:lnTo>
                      <a:pt x="15" y="3"/>
                    </a:lnTo>
                    <a:lnTo>
                      <a:pt x="17" y="2"/>
                    </a:lnTo>
                    <a:lnTo>
                      <a:pt x="26" y="0"/>
                    </a:lnTo>
                    <a:lnTo>
                      <a:pt x="32" y="0"/>
                    </a:lnTo>
                    <a:lnTo>
                      <a:pt x="38" y="3"/>
                    </a:lnTo>
                    <a:lnTo>
                      <a:pt x="42" y="7"/>
                    </a:lnTo>
                    <a:lnTo>
                      <a:pt x="50" y="10"/>
                    </a:lnTo>
                    <a:lnTo>
                      <a:pt x="44" y="10"/>
                    </a:lnTo>
                    <a:lnTo>
                      <a:pt x="41" y="8"/>
                    </a:lnTo>
                    <a:lnTo>
                      <a:pt x="38" y="7"/>
                    </a:lnTo>
                    <a:lnTo>
                      <a:pt x="35" y="6"/>
                    </a:lnTo>
                    <a:lnTo>
                      <a:pt x="33" y="6"/>
                    </a:lnTo>
                    <a:lnTo>
                      <a:pt x="31" y="11"/>
                    </a:lnTo>
                    <a:lnTo>
                      <a:pt x="28" y="16"/>
                    </a:lnTo>
                    <a:lnTo>
                      <a:pt x="30" y="12"/>
                    </a:lnTo>
                    <a:lnTo>
                      <a:pt x="32" y="5"/>
                    </a:lnTo>
                    <a:lnTo>
                      <a:pt x="32" y="4"/>
                    </a:lnTo>
                    <a:lnTo>
                      <a:pt x="31" y="2"/>
                    </a:lnTo>
                    <a:lnTo>
                      <a:pt x="28" y="1"/>
                    </a:lnTo>
                    <a:lnTo>
                      <a:pt x="23" y="2"/>
                    </a:lnTo>
                    <a:lnTo>
                      <a:pt x="22" y="4"/>
                    </a:lnTo>
                    <a:lnTo>
                      <a:pt x="25" y="17"/>
                    </a:lnTo>
                    <a:lnTo>
                      <a:pt x="23" y="17"/>
                    </a:lnTo>
                    <a:lnTo>
                      <a:pt x="18" y="15"/>
                    </a:lnTo>
                    <a:lnTo>
                      <a:pt x="14" y="13"/>
                    </a:lnTo>
                    <a:lnTo>
                      <a:pt x="11" y="11"/>
                    </a:lnTo>
                    <a:lnTo>
                      <a:pt x="10" y="10"/>
                    </a:lnTo>
                    <a:lnTo>
                      <a:pt x="7" y="13"/>
                    </a:lnTo>
                    <a:lnTo>
                      <a:pt x="4" y="16"/>
                    </a:lnTo>
                    <a:lnTo>
                      <a:pt x="2" y="17"/>
                    </a:lnTo>
                    <a:lnTo>
                      <a:pt x="0" y="18"/>
                    </a:lnTo>
                  </a:path>
                </a:pathLst>
              </a:custGeom>
              <a:solidFill>
                <a:srgbClr val="000000"/>
              </a:solidFill>
              <a:ln w="9525" cap="rnd">
                <a:noFill/>
                <a:round/>
                <a:headEnd/>
                <a:tailEnd/>
              </a:ln>
            </p:spPr>
            <p:txBody>
              <a:bodyPr/>
              <a:lstStyle/>
              <a:p>
                <a:pPr algn="ctr"/>
                <a:endParaRPr lang="pt-BR" sz="2400"/>
              </a:p>
            </p:txBody>
          </p:sp>
          <p:sp>
            <p:nvSpPr>
              <p:cNvPr id="153" name="Freeform 613"/>
              <p:cNvSpPr>
                <a:spLocks/>
              </p:cNvSpPr>
              <p:nvPr/>
            </p:nvSpPr>
            <p:spPr bwMode="auto">
              <a:xfrm>
                <a:off x="1862" y="2203"/>
                <a:ext cx="29" cy="33"/>
              </a:xfrm>
              <a:custGeom>
                <a:avLst/>
                <a:gdLst>
                  <a:gd name="T0" fmla="*/ 0 w 29"/>
                  <a:gd name="T1" fmla="*/ 0 h 33"/>
                  <a:gd name="T2" fmla="*/ 3 w 29"/>
                  <a:gd name="T3" fmla="*/ 4 h 33"/>
                  <a:gd name="T4" fmla="*/ 5 w 29"/>
                  <a:gd name="T5" fmla="*/ 8 h 33"/>
                  <a:gd name="T6" fmla="*/ 7 w 29"/>
                  <a:gd name="T7" fmla="*/ 18 h 33"/>
                  <a:gd name="T8" fmla="*/ 6 w 29"/>
                  <a:gd name="T9" fmla="*/ 32 h 33"/>
                  <a:gd name="T10" fmla="*/ 9 w 29"/>
                  <a:gd name="T11" fmla="*/ 20 h 33"/>
                  <a:gd name="T12" fmla="*/ 11 w 29"/>
                  <a:gd name="T13" fmla="*/ 13 h 33"/>
                  <a:gd name="T14" fmla="*/ 15 w 29"/>
                  <a:gd name="T15" fmla="*/ 8 h 33"/>
                  <a:gd name="T16" fmla="*/ 17 w 29"/>
                  <a:gd name="T17" fmla="*/ 8 h 33"/>
                  <a:gd name="T18" fmla="*/ 15 w 29"/>
                  <a:gd name="T19" fmla="*/ 18 h 33"/>
                  <a:gd name="T20" fmla="*/ 15 w 29"/>
                  <a:gd name="T21" fmla="*/ 21 h 33"/>
                  <a:gd name="T22" fmla="*/ 28 w 29"/>
                  <a:gd name="T23" fmla="*/ 6 h 33"/>
                  <a:gd name="T24" fmla="*/ 22 w 29"/>
                  <a:gd name="T25" fmla="*/ 2 h 33"/>
                  <a:gd name="T26" fmla="*/ 18 w 29"/>
                  <a:gd name="T27" fmla="*/ 5 h 33"/>
                  <a:gd name="T28" fmla="*/ 15 w 29"/>
                  <a:gd name="T29" fmla="*/ 5 h 33"/>
                  <a:gd name="T30" fmla="*/ 9 w 29"/>
                  <a:gd name="T31" fmla="*/ 6 h 33"/>
                  <a:gd name="T32" fmla="*/ 6 w 29"/>
                  <a:gd name="T33" fmla="*/ 6 h 33"/>
                  <a:gd name="T34" fmla="*/ 3 w 29"/>
                  <a:gd name="T35" fmla="*/ 2 h 33"/>
                  <a:gd name="T36" fmla="*/ 0 w 29"/>
                  <a:gd name="T37" fmla="*/ 0 h 3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9"/>
                  <a:gd name="T58" fmla="*/ 0 h 33"/>
                  <a:gd name="T59" fmla="*/ 29 w 29"/>
                  <a:gd name="T60" fmla="*/ 33 h 3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9" h="33">
                    <a:moveTo>
                      <a:pt x="0" y="0"/>
                    </a:moveTo>
                    <a:lnTo>
                      <a:pt x="3" y="4"/>
                    </a:lnTo>
                    <a:lnTo>
                      <a:pt x="5" y="8"/>
                    </a:lnTo>
                    <a:lnTo>
                      <a:pt x="7" y="18"/>
                    </a:lnTo>
                    <a:lnTo>
                      <a:pt x="6" y="32"/>
                    </a:lnTo>
                    <a:lnTo>
                      <a:pt x="9" y="20"/>
                    </a:lnTo>
                    <a:lnTo>
                      <a:pt x="11" y="13"/>
                    </a:lnTo>
                    <a:lnTo>
                      <a:pt x="15" y="8"/>
                    </a:lnTo>
                    <a:lnTo>
                      <a:pt x="17" y="8"/>
                    </a:lnTo>
                    <a:lnTo>
                      <a:pt x="15" y="18"/>
                    </a:lnTo>
                    <a:lnTo>
                      <a:pt x="15" y="21"/>
                    </a:lnTo>
                    <a:lnTo>
                      <a:pt x="28" y="6"/>
                    </a:lnTo>
                    <a:lnTo>
                      <a:pt x="22" y="2"/>
                    </a:lnTo>
                    <a:lnTo>
                      <a:pt x="18" y="5"/>
                    </a:lnTo>
                    <a:lnTo>
                      <a:pt x="15" y="5"/>
                    </a:lnTo>
                    <a:lnTo>
                      <a:pt x="9" y="6"/>
                    </a:lnTo>
                    <a:lnTo>
                      <a:pt x="6" y="6"/>
                    </a:lnTo>
                    <a:lnTo>
                      <a:pt x="3" y="2"/>
                    </a:lnTo>
                    <a:lnTo>
                      <a:pt x="0" y="0"/>
                    </a:lnTo>
                  </a:path>
                </a:pathLst>
              </a:custGeom>
              <a:solidFill>
                <a:srgbClr val="000000"/>
              </a:solidFill>
              <a:ln w="9525" cap="rnd">
                <a:noFill/>
                <a:round/>
                <a:headEnd/>
                <a:tailEnd/>
              </a:ln>
            </p:spPr>
            <p:txBody>
              <a:bodyPr/>
              <a:lstStyle/>
              <a:p>
                <a:pPr algn="ctr"/>
                <a:endParaRPr lang="pt-BR" sz="2400"/>
              </a:p>
            </p:txBody>
          </p:sp>
          <p:sp>
            <p:nvSpPr>
              <p:cNvPr id="154" name="Freeform 614"/>
              <p:cNvSpPr>
                <a:spLocks/>
              </p:cNvSpPr>
              <p:nvPr/>
            </p:nvSpPr>
            <p:spPr bwMode="auto">
              <a:xfrm>
                <a:off x="1834" y="2243"/>
                <a:ext cx="61" cy="170"/>
              </a:xfrm>
              <a:custGeom>
                <a:avLst/>
                <a:gdLst>
                  <a:gd name="T0" fmla="*/ 8 w 61"/>
                  <a:gd name="T1" fmla="*/ 2 h 170"/>
                  <a:gd name="T2" fmla="*/ 15 w 61"/>
                  <a:gd name="T3" fmla="*/ 11 h 170"/>
                  <a:gd name="T4" fmla="*/ 21 w 61"/>
                  <a:gd name="T5" fmla="*/ 25 h 170"/>
                  <a:gd name="T6" fmla="*/ 32 w 61"/>
                  <a:gd name="T7" fmla="*/ 53 h 170"/>
                  <a:gd name="T8" fmla="*/ 42 w 61"/>
                  <a:gd name="T9" fmla="*/ 92 h 170"/>
                  <a:gd name="T10" fmla="*/ 52 w 61"/>
                  <a:gd name="T11" fmla="*/ 122 h 170"/>
                  <a:gd name="T12" fmla="*/ 60 w 61"/>
                  <a:gd name="T13" fmla="*/ 140 h 170"/>
                  <a:gd name="T14" fmla="*/ 48 w 61"/>
                  <a:gd name="T15" fmla="*/ 169 h 170"/>
                  <a:gd name="T16" fmla="*/ 39 w 61"/>
                  <a:gd name="T17" fmla="*/ 159 h 170"/>
                  <a:gd name="T18" fmla="*/ 19 w 61"/>
                  <a:gd name="T19" fmla="*/ 145 h 170"/>
                  <a:gd name="T20" fmla="*/ 3 w 61"/>
                  <a:gd name="T21" fmla="*/ 40 h 170"/>
                  <a:gd name="T22" fmla="*/ 0 w 61"/>
                  <a:gd name="T23" fmla="*/ 21 h 170"/>
                  <a:gd name="T24" fmla="*/ 2 w 61"/>
                  <a:gd name="T25" fmla="*/ 8 h 170"/>
                  <a:gd name="T26" fmla="*/ 3 w 61"/>
                  <a:gd name="T27" fmla="*/ 4 h 170"/>
                  <a:gd name="T28" fmla="*/ 3 w 61"/>
                  <a:gd name="T29" fmla="*/ 0 h 170"/>
                  <a:gd name="T30" fmla="*/ 5 w 61"/>
                  <a:gd name="T31" fmla="*/ 4 h 170"/>
                  <a:gd name="T32" fmla="*/ 4 w 61"/>
                  <a:gd name="T33" fmla="*/ 10 h 170"/>
                  <a:gd name="T34" fmla="*/ 5 w 61"/>
                  <a:gd name="T35" fmla="*/ 22 h 170"/>
                  <a:gd name="T36" fmla="*/ 6 w 61"/>
                  <a:gd name="T37" fmla="*/ 34 h 170"/>
                  <a:gd name="T38" fmla="*/ 9 w 61"/>
                  <a:gd name="T39" fmla="*/ 52 h 170"/>
                  <a:gd name="T40" fmla="*/ 21 w 61"/>
                  <a:gd name="T41" fmla="*/ 108 h 170"/>
                  <a:gd name="T42" fmla="*/ 25 w 61"/>
                  <a:gd name="T43" fmla="*/ 142 h 170"/>
                  <a:gd name="T44" fmla="*/ 26 w 61"/>
                  <a:gd name="T45" fmla="*/ 146 h 170"/>
                  <a:gd name="T46" fmla="*/ 38 w 61"/>
                  <a:gd name="T47" fmla="*/ 156 h 170"/>
                  <a:gd name="T48" fmla="*/ 47 w 61"/>
                  <a:gd name="T49" fmla="*/ 164 h 170"/>
                  <a:gd name="T50" fmla="*/ 54 w 61"/>
                  <a:gd name="T51" fmla="*/ 147 h 170"/>
                  <a:gd name="T52" fmla="*/ 57 w 61"/>
                  <a:gd name="T53" fmla="*/ 140 h 170"/>
                  <a:gd name="T54" fmla="*/ 48 w 61"/>
                  <a:gd name="T55" fmla="*/ 117 h 170"/>
                  <a:gd name="T56" fmla="*/ 41 w 61"/>
                  <a:gd name="T57" fmla="*/ 95 h 170"/>
                  <a:gd name="T58" fmla="*/ 32 w 61"/>
                  <a:gd name="T59" fmla="*/ 64 h 170"/>
                  <a:gd name="T60" fmla="*/ 25 w 61"/>
                  <a:gd name="T61" fmla="*/ 41 h 170"/>
                  <a:gd name="T62" fmla="*/ 18 w 61"/>
                  <a:gd name="T63" fmla="*/ 18 h 170"/>
                  <a:gd name="T64" fmla="*/ 12 w 61"/>
                  <a:gd name="T65" fmla="*/ 9 h 170"/>
                  <a:gd name="T66" fmla="*/ 8 w 61"/>
                  <a:gd name="T67" fmla="*/ 2 h 17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1"/>
                  <a:gd name="T103" fmla="*/ 0 h 170"/>
                  <a:gd name="T104" fmla="*/ 61 w 61"/>
                  <a:gd name="T105" fmla="*/ 170 h 17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1" h="170">
                    <a:moveTo>
                      <a:pt x="8" y="2"/>
                    </a:moveTo>
                    <a:lnTo>
                      <a:pt x="15" y="11"/>
                    </a:lnTo>
                    <a:lnTo>
                      <a:pt x="21" y="25"/>
                    </a:lnTo>
                    <a:lnTo>
                      <a:pt x="32" y="53"/>
                    </a:lnTo>
                    <a:lnTo>
                      <a:pt x="42" y="92"/>
                    </a:lnTo>
                    <a:lnTo>
                      <a:pt x="52" y="122"/>
                    </a:lnTo>
                    <a:lnTo>
                      <a:pt x="60" y="140"/>
                    </a:lnTo>
                    <a:lnTo>
                      <a:pt x="48" y="169"/>
                    </a:lnTo>
                    <a:lnTo>
                      <a:pt x="39" y="159"/>
                    </a:lnTo>
                    <a:lnTo>
                      <a:pt x="19" y="145"/>
                    </a:lnTo>
                    <a:lnTo>
                      <a:pt x="3" y="40"/>
                    </a:lnTo>
                    <a:lnTo>
                      <a:pt x="0" y="21"/>
                    </a:lnTo>
                    <a:lnTo>
                      <a:pt x="2" y="8"/>
                    </a:lnTo>
                    <a:lnTo>
                      <a:pt x="3" y="4"/>
                    </a:lnTo>
                    <a:lnTo>
                      <a:pt x="3" y="0"/>
                    </a:lnTo>
                    <a:lnTo>
                      <a:pt x="5" y="4"/>
                    </a:lnTo>
                    <a:lnTo>
                      <a:pt x="4" y="10"/>
                    </a:lnTo>
                    <a:lnTo>
                      <a:pt x="5" y="22"/>
                    </a:lnTo>
                    <a:lnTo>
                      <a:pt x="6" y="34"/>
                    </a:lnTo>
                    <a:lnTo>
                      <a:pt x="9" y="52"/>
                    </a:lnTo>
                    <a:lnTo>
                      <a:pt x="21" y="108"/>
                    </a:lnTo>
                    <a:lnTo>
                      <a:pt x="25" y="142"/>
                    </a:lnTo>
                    <a:lnTo>
                      <a:pt x="26" y="146"/>
                    </a:lnTo>
                    <a:lnTo>
                      <a:pt x="38" y="156"/>
                    </a:lnTo>
                    <a:lnTo>
                      <a:pt x="47" y="164"/>
                    </a:lnTo>
                    <a:lnTo>
                      <a:pt x="54" y="147"/>
                    </a:lnTo>
                    <a:lnTo>
                      <a:pt x="57" y="140"/>
                    </a:lnTo>
                    <a:lnTo>
                      <a:pt x="48" y="117"/>
                    </a:lnTo>
                    <a:lnTo>
                      <a:pt x="41" y="95"/>
                    </a:lnTo>
                    <a:lnTo>
                      <a:pt x="32" y="64"/>
                    </a:lnTo>
                    <a:lnTo>
                      <a:pt x="25" y="41"/>
                    </a:lnTo>
                    <a:lnTo>
                      <a:pt x="18" y="18"/>
                    </a:lnTo>
                    <a:lnTo>
                      <a:pt x="12" y="9"/>
                    </a:lnTo>
                    <a:lnTo>
                      <a:pt x="8" y="2"/>
                    </a:lnTo>
                  </a:path>
                </a:pathLst>
              </a:custGeom>
              <a:solidFill>
                <a:srgbClr val="000000"/>
              </a:solidFill>
              <a:ln w="9525" cap="rnd">
                <a:noFill/>
                <a:round/>
                <a:headEnd/>
                <a:tailEnd/>
              </a:ln>
            </p:spPr>
            <p:txBody>
              <a:bodyPr/>
              <a:lstStyle/>
              <a:p>
                <a:pPr algn="ctr"/>
                <a:endParaRPr lang="pt-BR" sz="2400"/>
              </a:p>
            </p:txBody>
          </p:sp>
          <p:sp>
            <p:nvSpPr>
              <p:cNvPr id="155" name="Freeform 615"/>
              <p:cNvSpPr>
                <a:spLocks/>
              </p:cNvSpPr>
              <p:nvPr/>
            </p:nvSpPr>
            <p:spPr bwMode="auto">
              <a:xfrm>
                <a:off x="1818" y="2297"/>
                <a:ext cx="164" cy="135"/>
              </a:xfrm>
              <a:custGeom>
                <a:avLst/>
                <a:gdLst>
                  <a:gd name="T0" fmla="*/ 87 w 164"/>
                  <a:gd name="T1" fmla="*/ 76 h 135"/>
                  <a:gd name="T2" fmla="*/ 117 w 164"/>
                  <a:gd name="T3" fmla="*/ 89 h 135"/>
                  <a:gd name="T4" fmla="*/ 139 w 164"/>
                  <a:gd name="T5" fmla="*/ 103 h 135"/>
                  <a:gd name="T6" fmla="*/ 127 w 164"/>
                  <a:gd name="T7" fmla="*/ 86 h 135"/>
                  <a:gd name="T8" fmla="*/ 134 w 164"/>
                  <a:gd name="T9" fmla="*/ 86 h 135"/>
                  <a:gd name="T10" fmla="*/ 131 w 164"/>
                  <a:gd name="T11" fmla="*/ 66 h 135"/>
                  <a:gd name="T12" fmla="*/ 119 w 164"/>
                  <a:gd name="T13" fmla="*/ 61 h 135"/>
                  <a:gd name="T14" fmla="*/ 131 w 164"/>
                  <a:gd name="T15" fmla="*/ 55 h 135"/>
                  <a:gd name="T16" fmla="*/ 137 w 164"/>
                  <a:gd name="T17" fmla="*/ 36 h 135"/>
                  <a:gd name="T18" fmla="*/ 135 w 164"/>
                  <a:gd name="T19" fmla="*/ 0 h 135"/>
                  <a:gd name="T20" fmla="*/ 153 w 164"/>
                  <a:gd name="T21" fmla="*/ 22 h 135"/>
                  <a:gd name="T22" fmla="*/ 144 w 164"/>
                  <a:gd name="T23" fmla="*/ 17 h 135"/>
                  <a:gd name="T24" fmla="*/ 156 w 164"/>
                  <a:gd name="T25" fmla="*/ 60 h 135"/>
                  <a:gd name="T26" fmla="*/ 155 w 164"/>
                  <a:gd name="T27" fmla="*/ 78 h 135"/>
                  <a:gd name="T28" fmla="*/ 163 w 164"/>
                  <a:gd name="T29" fmla="*/ 97 h 135"/>
                  <a:gd name="T30" fmla="*/ 160 w 164"/>
                  <a:gd name="T31" fmla="*/ 105 h 135"/>
                  <a:gd name="T32" fmla="*/ 137 w 164"/>
                  <a:gd name="T33" fmla="*/ 122 h 135"/>
                  <a:gd name="T34" fmla="*/ 108 w 164"/>
                  <a:gd name="T35" fmla="*/ 134 h 135"/>
                  <a:gd name="T36" fmla="*/ 98 w 164"/>
                  <a:gd name="T37" fmla="*/ 131 h 135"/>
                  <a:gd name="T38" fmla="*/ 0 w 164"/>
                  <a:gd name="T39" fmla="*/ 134 h 135"/>
                  <a:gd name="T40" fmla="*/ 24 w 164"/>
                  <a:gd name="T41" fmla="*/ 120 h 135"/>
                  <a:gd name="T42" fmla="*/ 53 w 164"/>
                  <a:gd name="T43" fmla="*/ 109 h 135"/>
                  <a:gd name="T44" fmla="*/ 62 w 164"/>
                  <a:gd name="T45" fmla="*/ 112 h 135"/>
                  <a:gd name="T46" fmla="*/ 63 w 164"/>
                  <a:gd name="T47" fmla="*/ 124 h 135"/>
                  <a:gd name="T48" fmla="*/ 85 w 164"/>
                  <a:gd name="T49" fmla="*/ 120 h 135"/>
                  <a:gd name="T50" fmla="*/ 68 w 164"/>
                  <a:gd name="T51" fmla="*/ 120 h 135"/>
                  <a:gd name="T52" fmla="*/ 65 w 164"/>
                  <a:gd name="T53" fmla="*/ 112 h 135"/>
                  <a:gd name="T54" fmla="*/ 72 w 164"/>
                  <a:gd name="T55" fmla="*/ 111 h 135"/>
                  <a:gd name="T56" fmla="*/ 79 w 164"/>
                  <a:gd name="T57" fmla="*/ 115 h 135"/>
                  <a:gd name="T58" fmla="*/ 74 w 164"/>
                  <a:gd name="T59" fmla="*/ 107 h 135"/>
                  <a:gd name="T60" fmla="*/ 83 w 164"/>
                  <a:gd name="T61" fmla="*/ 105 h 135"/>
                  <a:gd name="T62" fmla="*/ 113 w 164"/>
                  <a:gd name="T63" fmla="*/ 105 h 135"/>
                  <a:gd name="T64" fmla="*/ 96 w 164"/>
                  <a:gd name="T65" fmla="*/ 95 h 135"/>
                  <a:gd name="T66" fmla="*/ 123 w 164"/>
                  <a:gd name="T67" fmla="*/ 105 h 135"/>
                  <a:gd name="T68" fmla="*/ 111 w 164"/>
                  <a:gd name="T69" fmla="*/ 90 h 135"/>
                  <a:gd name="T70" fmla="*/ 78 w 164"/>
                  <a:gd name="T71" fmla="*/ 77 h 135"/>
                  <a:gd name="T72" fmla="*/ 68 w 164"/>
                  <a:gd name="T73" fmla="*/ 69 h 13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4"/>
                  <a:gd name="T112" fmla="*/ 0 h 135"/>
                  <a:gd name="T113" fmla="*/ 164 w 164"/>
                  <a:gd name="T114" fmla="*/ 135 h 135"/>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4" h="135">
                    <a:moveTo>
                      <a:pt x="68" y="69"/>
                    </a:moveTo>
                    <a:lnTo>
                      <a:pt x="87" y="76"/>
                    </a:lnTo>
                    <a:lnTo>
                      <a:pt x="105" y="86"/>
                    </a:lnTo>
                    <a:lnTo>
                      <a:pt x="117" y="89"/>
                    </a:lnTo>
                    <a:lnTo>
                      <a:pt x="126" y="98"/>
                    </a:lnTo>
                    <a:lnTo>
                      <a:pt x="139" y="103"/>
                    </a:lnTo>
                    <a:lnTo>
                      <a:pt x="138" y="97"/>
                    </a:lnTo>
                    <a:lnTo>
                      <a:pt x="127" y="86"/>
                    </a:lnTo>
                    <a:lnTo>
                      <a:pt x="113" y="76"/>
                    </a:lnTo>
                    <a:lnTo>
                      <a:pt x="134" y="86"/>
                    </a:lnTo>
                    <a:lnTo>
                      <a:pt x="137" y="65"/>
                    </a:lnTo>
                    <a:lnTo>
                      <a:pt x="131" y="66"/>
                    </a:lnTo>
                    <a:lnTo>
                      <a:pt x="126" y="65"/>
                    </a:lnTo>
                    <a:lnTo>
                      <a:pt x="119" y="61"/>
                    </a:lnTo>
                    <a:lnTo>
                      <a:pt x="125" y="60"/>
                    </a:lnTo>
                    <a:lnTo>
                      <a:pt x="131" y="55"/>
                    </a:lnTo>
                    <a:lnTo>
                      <a:pt x="134" y="49"/>
                    </a:lnTo>
                    <a:lnTo>
                      <a:pt x="137" y="36"/>
                    </a:lnTo>
                    <a:lnTo>
                      <a:pt x="138" y="19"/>
                    </a:lnTo>
                    <a:lnTo>
                      <a:pt x="135" y="0"/>
                    </a:lnTo>
                    <a:lnTo>
                      <a:pt x="148" y="12"/>
                    </a:lnTo>
                    <a:lnTo>
                      <a:pt x="153" y="22"/>
                    </a:lnTo>
                    <a:lnTo>
                      <a:pt x="152" y="23"/>
                    </a:lnTo>
                    <a:lnTo>
                      <a:pt x="144" y="17"/>
                    </a:lnTo>
                    <a:lnTo>
                      <a:pt x="145" y="39"/>
                    </a:lnTo>
                    <a:lnTo>
                      <a:pt x="156" y="60"/>
                    </a:lnTo>
                    <a:lnTo>
                      <a:pt x="159" y="73"/>
                    </a:lnTo>
                    <a:lnTo>
                      <a:pt x="155" y="78"/>
                    </a:lnTo>
                    <a:lnTo>
                      <a:pt x="155" y="86"/>
                    </a:lnTo>
                    <a:lnTo>
                      <a:pt x="163" y="97"/>
                    </a:lnTo>
                    <a:lnTo>
                      <a:pt x="163" y="101"/>
                    </a:lnTo>
                    <a:lnTo>
                      <a:pt x="160" y="105"/>
                    </a:lnTo>
                    <a:lnTo>
                      <a:pt x="145" y="115"/>
                    </a:lnTo>
                    <a:lnTo>
                      <a:pt x="137" y="122"/>
                    </a:lnTo>
                    <a:lnTo>
                      <a:pt x="125" y="134"/>
                    </a:lnTo>
                    <a:lnTo>
                      <a:pt x="108" y="134"/>
                    </a:lnTo>
                    <a:lnTo>
                      <a:pt x="104" y="132"/>
                    </a:lnTo>
                    <a:lnTo>
                      <a:pt x="98" y="131"/>
                    </a:lnTo>
                    <a:lnTo>
                      <a:pt x="94" y="134"/>
                    </a:lnTo>
                    <a:lnTo>
                      <a:pt x="0" y="134"/>
                    </a:lnTo>
                    <a:lnTo>
                      <a:pt x="11" y="126"/>
                    </a:lnTo>
                    <a:lnTo>
                      <a:pt x="24" y="120"/>
                    </a:lnTo>
                    <a:lnTo>
                      <a:pt x="38" y="114"/>
                    </a:lnTo>
                    <a:lnTo>
                      <a:pt x="53" y="109"/>
                    </a:lnTo>
                    <a:lnTo>
                      <a:pt x="59" y="108"/>
                    </a:lnTo>
                    <a:lnTo>
                      <a:pt x="62" y="112"/>
                    </a:lnTo>
                    <a:lnTo>
                      <a:pt x="60" y="121"/>
                    </a:lnTo>
                    <a:lnTo>
                      <a:pt x="63" y="124"/>
                    </a:lnTo>
                    <a:lnTo>
                      <a:pt x="84" y="122"/>
                    </a:lnTo>
                    <a:lnTo>
                      <a:pt x="85" y="120"/>
                    </a:lnTo>
                    <a:lnTo>
                      <a:pt x="84" y="118"/>
                    </a:lnTo>
                    <a:lnTo>
                      <a:pt x="68" y="120"/>
                    </a:lnTo>
                    <a:lnTo>
                      <a:pt x="66" y="118"/>
                    </a:lnTo>
                    <a:lnTo>
                      <a:pt x="65" y="112"/>
                    </a:lnTo>
                    <a:lnTo>
                      <a:pt x="70" y="108"/>
                    </a:lnTo>
                    <a:lnTo>
                      <a:pt x="72" y="111"/>
                    </a:lnTo>
                    <a:lnTo>
                      <a:pt x="74" y="115"/>
                    </a:lnTo>
                    <a:lnTo>
                      <a:pt x="79" y="115"/>
                    </a:lnTo>
                    <a:lnTo>
                      <a:pt x="81" y="110"/>
                    </a:lnTo>
                    <a:lnTo>
                      <a:pt x="74" y="107"/>
                    </a:lnTo>
                    <a:lnTo>
                      <a:pt x="70" y="106"/>
                    </a:lnTo>
                    <a:lnTo>
                      <a:pt x="83" y="105"/>
                    </a:lnTo>
                    <a:lnTo>
                      <a:pt x="103" y="105"/>
                    </a:lnTo>
                    <a:lnTo>
                      <a:pt x="113" y="105"/>
                    </a:lnTo>
                    <a:lnTo>
                      <a:pt x="102" y="101"/>
                    </a:lnTo>
                    <a:lnTo>
                      <a:pt x="96" y="95"/>
                    </a:lnTo>
                    <a:lnTo>
                      <a:pt x="104" y="97"/>
                    </a:lnTo>
                    <a:lnTo>
                      <a:pt x="123" y="105"/>
                    </a:lnTo>
                    <a:lnTo>
                      <a:pt x="133" y="107"/>
                    </a:lnTo>
                    <a:lnTo>
                      <a:pt x="111" y="90"/>
                    </a:lnTo>
                    <a:lnTo>
                      <a:pt x="91" y="80"/>
                    </a:lnTo>
                    <a:lnTo>
                      <a:pt x="78" y="77"/>
                    </a:lnTo>
                    <a:lnTo>
                      <a:pt x="74" y="72"/>
                    </a:lnTo>
                    <a:lnTo>
                      <a:pt x="68" y="69"/>
                    </a:lnTo>
                  </a:path>
                </a:pathLst>
              </a:custGeom>
              <a:solidFill>
                <a:srgbClr val="000000"/>
              </a:solidFill>
              <a:ln w="9525" cap="rnd">
                <a:noFill/>
                <a:round/>
                <a:headEnd/>
                <a:tailEnd/>
              </a:ln>
            </p:spPr>
            <p:txBody>
              <a:bodyPr/>
              <a:lstStyle/>
              <a:p>
                <a:pPr algn="ctr"/>
                <a:endParaRPr lang="pt-BR" sz="2400"/>
              </a:p>
            </p:txBody>
          </p:sp>
          <p:sp>
            <p:nvSpPr>
              <p:cNvPr id="156" name="Freeform 616"/>
              <p:cNvSpPr>
                <a:spLocks/>
              </p:cNvSpPr>
              <p:nvPr/>
            </p:nvSpPr>
            <p:spPr bwMode="auto">
              <a:xfrm>
                <a:off x="1897" y="2204"/>
                <a:ext cx="33" cy="16"/>
              </a:xfrm>
              <a:custGeom>
                <a:avLst/>
                <a:gdLst>
                  <a:gd name="T0" fmla="*/ 0 w 33"/>
                  <a:gd name="T1" fmla="*/ 5 h 16"/>
                  <a:gd name="T2" fmla="*/ 0 w 33"/>
                  <a:gd name="T3" fmla="*/ 15 h 16"/>
                  <a:gd name="T4" fmla="*/ 17 w 33"/>
                  <a:gd name="T5" fmla="*/ 3 h 16"/>
                  <a:gd name="T6" fmla="*/ 19 w 33"/>
                  <a:gd name="T7" fmla="*/ 5 h 16"/>
                  <a:gd name="T8" fmla="*/ 25 w 33"/>
                  <a:gd name="T9" fmla="*/ 6 h 16"/>
                  <a:gd name="T10" fmla="*/ 32 w 33"/>
                  <a:gd name="T11" fmla="*/ 1 h 16"/>
                  <a:gd name="T12" fmla="*/ 25 w 33"/>
                  <a:gd name="T13" fmla="*/ 4 h 16"/>
                  <a:gd name="T14" fmla="*/ 20 w 33"/>
                  <a:gd name="T15" fmla="*/ 3 h 16"/>
                  <a:gd name="T16" fmla="*/ 17 w 33"/>
                  <a:gd name="T17" fmla="*/ 0 h 16"/>
                  <a:gd name="T18" fmla="*/ 10 w 33"/>
                  <a:gd name="T19" fmla="*/ 5 h 16"/>
                  <a:gd name="T20" fmla="*/ 0 w 33"/>
                  <a:gd name="T21" fmla="*/ 5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
                  <a:gd name="T35" fmla="*/ 33 w 33"/>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
                    <a:moveTo>
                      <a:pt x="0" y="5"/>
                    </a:moveTo>
                    <a:lnTo>
                      <a:pt x="0" y="15"/>
                    </a:lnTo>
                    <a:lnTo>
                      <a:pt x="17" y="3"/>
                    </a:lnTo>
                    <a:lnTo>
                      <a:pt x="19" y="5"/>
                    </a:lnTo>
                    <a:lnTo>
                      <a:pt x="25" y="6"/>
                    </a:lnTo>
                    <a:lnTo>
                      <a:pt x="32" y="1"/>
                    </a:lnTo>
                    <a:lnTo>
                      <a:pt x="25" y="4"/>
                    </a:lnTo>
                    <a:lnTo>
                      <a:pt x="20" y="3"/>
                    </a:lnTo>
                    <a:lnTo>
                      <a:pt x="17" y="0"/>
                    </a:lnTo>
                    <a:lnTo>
                      <a:pt x="10" y="5"/>
                    </a:lnTo>
                    <a:lnTo>
                      <a:pt x="0" y="5"/>
                    </a:lnTo>
                  </a:path>
                </a:pathLst>
              </a:custGeom>
              <a:solidFill>
                <a:srgbClr val="000000"/>
              </a:solidFill>
              <a:ln w="9525" cap="rnd">
                <a:noFill/>
                <a:round/>
                <a:headEnd/>
                <a:tailEnd/>
              </a:ln>
            </p:spPr>
            <p:txBody>
              <a:bodyPr/>
              <a:lstStyle/>
              <a:p>
                <a:pPr algn="ctr"/>
                <a:endParaRPr lang="pt-BR" sz="2400"/>
              </a:p>
            </p:txBody>
          </p:sp>
          <p:sp>
            <p:nvSpPr>
              <p:cNvPr id="157" name="Freeform 617"/>
              <p:cNvSpPr>
                <a:spLocks/>
              </p:cNvSpPr>
              <p:nvPr/>
            </p:nvSpPr>
            <p:spPr bwMode="auto">
              <a:xfrm>
                <a:off x="1938" y="2209"/>
                <a:ext cx="52" cy="79"/>
              </a:xfrm>
              <a:custGeom>
                <a:avLst/>
                <a:gdLst>
                  <a:gd name="T0" fmla="*/ 0 w 52"/>
                  <a:gd name="T1" fmla="*/ 0 h 79"/>
                  <a:gd name="T2" fmla="*/ 21 w 52"/>
                  <a:gd name="T3" fmla="*/ 27 h 79"/>
                  <a:gd name="T4" fmla="*/ 31 w 52"/>
                  <a:gd name="T5" fmla="*/ 31 h 79"/>
                  <a:gd name="T6" fmla="*/ 32 w 52"/>
                  <a:gd name="T7" fmla="*/ 49 h 79"/>
                  <a:gd name="T8" fmla="*/ 38 w 52"/>
                  <a:gd name="T9" fmla="*/ 59 h 79"/>
                  <a:gd name="T10" fmla="*/ 38 w 52"/>
                  <a:gd name="T11" fmla="*/ 78 h 79"/>
                  <a:gd name="T12" fmla="*/ 40 w 52"/>
                  <a:gd name="T13" fmla="*/ 75 h 79"/>
                  <a:gd name="T14" fmla="*/ 40 w 52"/>
                  <a:gd name="T15" fmla="*/ 48 h 79"/>
                  <a:gd name="T16" fmla="*/ 48 w 52"/>
                  <a:gd name="T17" fmla="*/ 53 h 79"/>
                  <a:gd name="T18" fmla="*/ 50 w 52"/>
                  <a:gd name="T19" fmla="*/ 62 h 79"/>
                  <a:gd name="T20" fmla="*/ 51 w 52"/>
                  <a:gd name="T21" fmla="*/ 54 h 79"/>
                  <a:gd name="T22" fmla="*/ 46 w 52"/>
                  <a:gd name="T23" fmla="*/ 42 h 79"/>
                  <a:gd name="T24" fmla="*/ 27 w 52"/>
                  <a:gd name="T25" fmla="*/ 22 h 79"/>
                  <a:gd name="T26" fmla="*/ 19 w 52"/>
                  <a:gd name="T27" fmla="*/ 20 h 79"/>
                  <a:gd name="T28" fmla="*/ 0 w 52"/>
                  <a:gd name="T29" fmla="*/ 0 h 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2"/>
                  <a:gd name="T46" fmla="*/ 0 h 79"/>
                  <a:gd name="T47" fmla="*/ 52 w 52"/>
                  <a:gd name="T48" fmla="*/ 79 h 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2" h="79">
                    <a:moveTo>
                      <a:pt x="0" y="0"/>
                    </a:moveTo>
                    <a:lnTo>
                      <a:pt x="21" y="27"/>
                    </a:lnTo>
                    <a:lnTo>
                      <a:pt x="31" y="31"/>
                    </a:lnTo>
                    <a:lnTo>
                      <a:pt x="32" y="49"/>
                    </a:lnTo>
                    <a:lnTo>
                      <a:pt x="38" y="59"/>
                    </a:lnTo>
                    <a:lnTo>
                      <a:pt x="38" y="78"/>
                    </a:lnTo>
                    <a:lnTo>
                      <a:pt x="40" y="75"/>
                    </a:lnTo>
                    <a:lnTo>
                      <a:pt x="40" y="48"/>
                    </a:lnTo>
                    <a:lnTo>
                      <a:pt x="48" y="53"/>
                    </a:lnTo>
                    <a:lnTo>
                      <a:pt x="50" y="62"/>
                    </a:lnTo>
                    <a:lnTo>
                      <a:pt x="51" y="54"/>
                    </a:lnTo>
                    <a:lnTo>
                      <a:pt x="46" y="42"/>
                    </a:lnTo>
                    <a:lnTo>
                      <a:pt x="27" y="22"/>
                    </a:lnTo>
                    <a:lnTo>
                      <a:pt x="19" y="20"/>
                    </a:lnTo>
                    <a:lnTo>
                      <a:pt x="0" y="0"/>
                    </a:lnTo>
                  </a:path>
                </a:pathLst>
              </a:custGeom>
              <a:solidFill>
                <a:srgbClr val="000000"/>
              </a:solidFill>
              <a:ln w="9525" cap="rnd">
                <a:noFill/>
                <a:round/>
                <a:headEnd/>
                <a:tailEnd/>
              </a:ln>
            </p:spPr>
            <p:txBody>
              <a:bodyPr/>
              <a:lstStyle/>
              <a:p>
                <a:pPr algn="ctr"/>
                <a:endParaRPr lang="pt-BR" sz="2400"/>
              </a:p>
            </p:txBody>
          </p:sp>
          <p:sp>
            <p:nvSpPr>
              <p:cNvPr id="158" name="Freeform 618"/>
              <p:cNvSpPr>
                <a:spLocks/>
              </p:cNvSpPr>
              <p:nvPr/>
            </p:nvSpPr>
            <p:spPr bwMode="auto">
              <a:xfrm>
                <a:off x="1912" y="2241"/>
                <a:ext cx="28" cy="40"/>
              </a:xfrm>
              <a:custGeom>
                <a:avLst/>
                <a:gdLst>
                  <a:gd name="T0" fmla="*/ 0 w 28"/>
                  <a:gd name="T1" fmla="*/ 18 h 40"/>
                  <a:gd name="T2" fmla="*/ 5 w 28"/>
                  <a:gd name="T3" fmla="*/ 8 h 40"/>
                  <a:gd name="T4" fmla="*/ 11 w 28"/>
                  <a:gd name="T5" fmla="*/ 7 h 40"/>
                  <a:gd name="T6" fmla="*/ 17 w 28"/>
                  <a:gd name="T7" fmla="*/ 9 h 40"/>
                  <a:gd name="T8" fmla="*/ 18 w 28"/>
                  <a:gd name="T9" fmla="*/ 0 h 40"/>
                  <a:gd name="T10" fmla="*/ 27 w 28"/>
                  <a:gd name="T11" fmla="*/ 39 h 40"/>
                  <a:gd name="T12" fmla="*/ 17 w 28"/>
                  <a:gd name="T13" fmla="*/ 19 h 40"/>
                  <a:gd name="T14" fmla="*/ 13 w 28"/>
                  <a:gd name="T15" fmla="*/ 16 h 40"/>
                  <a:gd name="T16" fmla="*/ 7 w 28"/>
                  <a:gd name="T17" fmla="*/ 15 h 40"/>
                  <a:gd name="T18" fmla="*/ 0 w 28"/>
                  <a:gd name="T19" fmla="*/ 18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0"/>
                  <a:gd name="T32" fmla="*/ 28 w 28"/>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0">
                    <a:moveTo>
                      <a:pt x="0" y="18"/>
                    </a:moveTo>
                    <a:lnTo>
                      <a:pt x="5" y="8"/>
                    </a:lnTo>
                    <a:lnTo>
                      <a:pt x="11" y="7"/>
                    </a:lnTo>
                    <a:lnTo>
                      <a:pt x="17" y="9"/>
                    </a:lnTo>
                    <a:lnTo>
                      <a:pt x="18" y="0"/>
                    </a:lnTo>
                    <a:lnTo>
                      <a:pt x="27" y="39"/>
                    </a:lnTo>
                    <a:lnTo>
                      <a:pt x="17" y="19"/>
                    </a:lnTo>
                    <a:lnTo>
                      <a:pt x="13" y="16"/>
                    </a:lnTo>
                    <a:lnTo>
                      <a:pt x="7" y="15"/>
                    </a:lnTo>
                    <a:lnTo>
                      <a:pt x="0" y="18"/>
                    </a:lnTo>
                  </a:path>
                </a:pathLst>
              </a:custGeom>
              <a:solidFill>
                <a:srgbClr val="000000"/>
              </a:solidFill>
              <a:ln w="9525" cap="rnd">
                <a:noFill/>
                <a:round/>
                <a:headEnd/>
                <a:tailEnd/>
              </a:ln>
            </p:spPr>
            <p:txBody>
              <a:bodyPr/>
              <a:lstStyle/>
              <a:p>
                <a:pPr algn="ctr"/>
                <a:endParaRPr lang="pt-BR" sz="2400"/>
              </a:p>
            </p:txBody>
          </p:sp>
          <p:sp>
            <p:nvSpPr>
              <p:cNvPr id="159" name="Freeform 619"/>
              <p:cNvSpPr>
                <a:spLocks/>
              </p:cNvSpPr>
              <p:nvPr/>
            </p:nvSpPr>
            <p:spPr bwMode="auto">
              <a:xfrm>
                <a:off x="1975" y="2268"/>
                <a:ext cx="53" cy="86"/>
              </a:xfrm>
              <a:custGeom>
                <a:avLst/>
                <a:gdLst>
                  <a:gd name="T0" fmla="*/ 19 w 53"/>
                  <a:gd name="T1" fmla="*/ 0 h 86"/>
                  <a:gd name="T2" fmla="*/ 18 w 53"/>
                  <a:gd name="T3" fmla="*/ 8 h 86"/>
                  <a:gd name="T4" fmla="*/ 12 w 53"/>
                  <a:gd name="T5" fmla="*/ 18 h 86"/>
                  <a:gd name="T6" fmla="*/ 6 w 53"/>
                  <a:gd name="T7" fmla="*/ 28 h 86"/>
                  <a:gd name="T8" fmla="*/ 3 w 53"/>
                  <a:gd name="T9" fmla="*/ 37 h 86"/>
                  <a:gd name="T10" fmla="*/ 3 w 53"/>
                  <a:gd name="T11" fmla="*/ 42 h 86"/>
                  <a:gd name="T12" fmla="*/ 5 w 53"/>
                  <a:gd name="T13" fmla="*/ 48 h 86"/>
                  <a:gd name="T14" fmla="*/ 7 w 53"/>
                  <a:gd name="T15" fmla="*/ 53 h 86"/>
                  <a:gd name="T16" fmla="*/ 0 w 53"/>
                  <a:gd name="T17" fmla="*/ 53 h 86"/>
                  <a:gd name="T18" fmla="*/ 10 w 53"/>
                  <a:gd name="T19" fmla="*/ 56 h 86"/>
                  <a:gd name="T20" fmla="*/ 12 w 53"/>
                  <a:gd name="T21" fmla="*/ 64 h 86"/>
                  <a:gd name="T22" fmla="*/ 23 w 53"/>
                  <a:gd name="T23" fmla="*/ 64 h 86"/>
                  <a:gd name="T24" fmla="*/ 36 w 53"/>
                  <a:gd name="T25" fmla="*/ 85 h 86"/>
                  <a:gd name="T26" fmla="*/ 39 w 53"/>
                  <a:gd name="T27" fmla="*/ 79 h 86"/>
                  <a:gd name="T28" fmla="*/ 39 w 53"/>
                  <a:gd name="T29" fmla="*/ 70 h 86"/>
                  <a:gd name="T30" fmla="*/ 47 w 53"/>
                  <a:gd name="T31" fmla="*/ 57 h 86"/>
                  <a:gd name="T32" fmla="*/ 52 w 53"/>
                  <a:gd name="T33" fmla="*/ 34 h 86"/>
                  <a:gd name="T34" fmla="*/ 45 w 53"/>
                  <a:gd name="T35" fmla="*/ 56 h 86"/>
                  <a:gd name="T36" fmla="*/ 41 w 53"/>
                  <a:gd name="T37" fmla="*/ 54 h 86"/>
                  <a:gd name="T38" fmla="*/ 43 w 53"/>
                  <a:gd name="T39" fmla="*/ 49 h 86"/>
                  <a:gd name="T40" fmla="*/ 15 w 53"/>
                  <a:gd name="T41" fmla="*/ 61 h 86"/>
                  <a:gd name="T42" fmla="*/ 15 w 53"/>
                  <a:gd name="T43" fmla="*/ 56 h 86"/>
                  <a:gd name="T44" fmla="*/ 10 w 53"/>
                  <a:gd name="T45" fmla="*/ 52 h 86"/>
                  <a:gd name="T46" fmla="*/ 24 w 53"/>
                  <a:gd name="T47" fmla="*/ 38 h 86"/>
                  <a:gd name="T48" fmla="*/ 13 w 53"/>
                  <a:gd name="T49" fmla="*/ 45 h 86"/>
                  <a:gd name="T50" fmla="*/ 11 w 53"/>
                  <a:gd name="T51" fmla="*/ 38 h 86"/>
                  <a:gd name="T52" fmla="*/ 11 w 53"/>
                  <a:gd name="T53" fmla="*/ 31 h 86"/>
                  <a:gd name="T54" fmla="*/ 14 w 53"/>
                  <a:gd name="T55" fmla="*/ 25 h 86"/>
                  <a:gd name="T56" fmla="*/ 25 w 53"/>
                  <a:gd name="T57" fmla="*/ 13 h 86"/>
                  <a:gd name="T58" fmla="*/ 26 w 53"/>
                  <a:gd name="T59" fmla="*/ 8 h 86"/>
                  <a:gd name="T60" fmla="*/ 25 w 53"/>
                  <a:gd name="T61" fmla="*/ 5 h 86"/>
                  <a:gd name="T62" fmla="*/ 21 w 53"/>
                  <a:gd name="T63" fmla="*/ 5 h 86"/>
                  <a:gd name="T64" fmla="*/ 19 w 53"/>
                  <a:gd name="T65" fmla="*/ 0 h 8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3"/>
                  <a:gd name="T100" fmla="*/ 0 h 86"/>
                  <a:gd name="T101" fmla="*/ 53 w 53"/>
                  <a:gd name="T102" fmla="*/ 86 h 8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3" h="86">
                    <a:moveTo>
                      <a:pt x="19" y="0"/>
                    </a:moveTo>
                    <a:lnTo>
                      <a:pt x="18" y="8"/>
                    </a:lnTo>
                    <a:lnTo>
                      <a:pt x="12" y="18"/>
                    </a:lnTo>
                    <a:lnTo>
                      <a:pt x="6" y="28"/>
                    </a:lnTo>
                    <a:lnTo>
                      <a:pt x="3" y="37"/>
                    </a:lnTo>
                    <a:lnTo>
                      <a:pt x="3" y="42"/>
                    </a:lnTo>
                    <a:lnTo>
                      <a:pt x="5" y="48"/>
                    </a:lnTo>
                    <a:lnTo>
                      <a:pt x="7" y="53"/>
                    </a:lnTo>
                    <a:lnTo>
                      <a:pt x="0" y="53"/>
                    </a:lnTo>
                    <a:lnTo>
                      <a:pt x="10" y="56"/>
                    </a:lnTo>
                    <a:lnTo>
                      <a:pt x="12" y="64"/>
                    </a:lnTo>
                    <a:lnTo>
                      <a:pt x="23" y="64"/>
                    </a:lnTo>
                    <a:lnTo>
                      <a:pt x="36" y="85"/>
                    </a:lnTo>
                    <a:lnTo>
                      <a:pt x="39" y="79"/>
                    </a:lnTo>
                    <a:lnTo>
                      <a:pt x="39" y="70"/>
                    </a:lnTo>
                    <a:lnTo>
                      <a:pt x="47" y="57"/>
                    </a:lnTo>
                    <a:lnTo>
                      <a:pt x="52" y="34"/>
                    </a:lnTo>
                    <a:lnTo>
                      <a:pt x="45" y="56"/>
                    </a:lnTo>
                    <a:lnTo>
                      <a:pt x="41" y="54"/>
                    </a:lnTo>
                    <a:lnTo>
                      <a:pt x="43" y="49"/>
                    </a:lnTo>
                    <a:lnTo>
                      <a:pt x="15" y="61"/>
                    </a:lnTo>
                    <a:lnTo>
                      <a:pt x="15" y="56"/>
                    </a:lnTo>
                    <a:lnTo>
                      <a:pt x="10" y="52"/>
                    </a:lnTo>
                    <a:lnTo>
                      <a:pt x="24" y="38"/>
                    </a:lnTo>
                    <a:lnTo>
                      <a:pt x="13" y="45"/>
                    </a:lnTo>
                    <a:lnTo>
                      <a:pt x="11" y="38"/>
                    </a:lnTo>
                    <a:lnTo>
                      <a:pt x="11" y="31"/>
                    </a:lnTo>
                    <a:lnTo>
                      <a:pt x="14" y="25"/>
                    </a:lnTo>
                    <a:lnTo>
                      <a:pt x="25" y="13"/>
                    </a:lnTo>
                    <a:lnTo>
                      <a:pt x="26" y="8"/>
                    </a:lnTo>
                    <a:lnTo>
                      <a:pt x="25" y="5"/>
                    </a:lnTo>
                    <a:lnTo>
                      <a:pt x="21" y="5"/>
                    </a:lnTo>
                    <a:lnTo>
                      <a:pt x="19" y="0"/>
                    </a:lnTo>
                  </a:path>
                </a:pathLst>
              </a:custGeom>
              <a:solidFill>
                <a:srgbClr val="000000"/>
              </a:solidFill>
              <a:ln w="9525" cap="rnd">
                <a:noFill/>
                <a:round/>
                <a:headEnd/>
                <a:tailEnd/>
              </a:ln>
            </p:spPr>
            <p:txBody>
              <a:bodyPr/>
              <a:lstStyle/>
              <a:p>
                <a:pPr algn="ctr"/>
                <a:endParaRPr lang="pt-BR" sz="2400"/>
              </a:p>
            </p:txBody>
          </p:sp>
          <p:sp>
            <p:nvSpPr>
              <p:cNvPr id="160" name="Freeform 620"/>
              <p:cNvSpPr>
                <a:spLocks/>
              </p:cNvSpPr>
              <p:nvPr/>
            </p:nvSpPr>
            <p:spPr bwMode="auto">
              <a:xfrm>
                <a:off x="1985" y="2356"/>
                <a:ext cx="57" cy="38"/>
              </a:xfrm>
              <a:custGeom>
                <a:avLst/>
                <a:gdLst>
                  <a:gd name="T0" fmla="*/ 0 w 57"/>
                  <a:gd name="T1" fmla="*/ 37 h 38"/>
                  <a:gd name="T2" fmla="*/ 6 w 57"/>
                  <a:gd name="T3" fmla="*/ 25 h 38"/>
                  <a:gd name="T4" fmla="*/ 35 w 57"/>
                  <a:gd name="T5" fmla="*/ 12 h 38"/>
                  <a:gd name="T6" fmla="*/ 48 w 57"/>
                  <a:gd name="T7" fmla="*/ 12 h 38"/>
                  <a:gd name="T8" fmla="*/ 56 w 57"/>
                  <a:gd name="T9" fmla="*/ 9 h 38"/>
                  <a:gd name="T10" fmla="*/ 39 w 57"/>
                  <a:gd name="T11" fmla="*/ 9 h 38"/>
                  <a:gd name="T12" fmla="*/ 29 w 57"/>
                  <a:gd name="T13" fmla="*/ 11 h 38"/>
                  <a:gd name="T14" fmla="*/ 24 w 57"/>
                  <a:gd name="T15" fmla="*/ 9 h 38"/>
                  <a:gd name="T16" fmla="*/ 25 w 57"/>
                  <a:gd name="T17" fmla="*/ 0 h 38"/>
                  <a:gd name="T18" fmla="*/ 19 w 57"/>
                  <a:gd name="T19" fmla="*/ 1 h 38"/>
                  <a:gd name="T20" fmla="*/ 19 w 57"/>
                  <a:gd name="T21" fmla="*/ 11 h 38"/>
                  <a:gd name="T22" fmla="*/ 14 w 57"/>
                  <a:gd name="T23" fmla="*/ 17 h 38"/>
                  <a:gd name="T24" fmla="*/ 7 w 57"/>
                  <a:gd name="T25" fmla="*/ 18 h 38"/>
                  <a:gd name="T26" fmla="*/ 0 w 57"/>
                  <a:gd name="T27" fmla="*/ 28 h 38"/>
                  <a:gd name="T28" fmla="*/ 0 w 57"/>
                  <a:gd name="T29" fmla="*/ 37 h 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7"/>
                  <a:gd name="T46" fmla="*/ 0 h 38"/>
                  <a:gd name="T47" fmla="*/ 57 w 57"/>
                  <a:gd name="T48" fmla="*/ 38 h 3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7" h="38">
                    <a:moveTo>
                      <a:pt x="0" y="37"/>
                    </a:moveTo>
                    <a:lnTo>
                      <a:pt x="6" y="25"/>
                    </a:lnTo>
                    <a:lnTo>
                      <a:pt x="35" y="12"/>
                    </a:lnTo>
                    <a:lnTo>
                      <a:pt x="48" y="12"/>
                    </a:lnTo>
                    <a:lnTo>
                      <a:pt x="56" y="9"/>
                    </a:lnTo>
                    <a:lnTo>
                      <a:pt x="39" y="9"/>
                    </a:lnTo>
                    <a:lnTo>
                      <a:pt x="29" y="11"/>
                    </a:lnTo>
                    <a:lnTo>
                      <a:pt x="24" y="9"/>
                    </a:lnTo>
                    <a:lnTo>
                      <a:pt x="25" y="0"/>
                    </a:lnTo>
                    <a:lnTo>
                      <a:pt x="19" y="1"/>
                    </a:lnTo>
                    <a:lnTo>
                      <a:pt x="19" y="11"/>
                    </a:lnTo>
                    <a:lnTo>
                      <a:pt x="14" y="17"/>
                    </a:lnTo>
                    <a:lnTo>
                      <a:pt x="7" y="18"/>
                    </a:lnTo>
                    <a:lnTo>
                      <a:pt x="0" y="28"/>
                    </a:lnTo>
                    <a:lnTo>
                      <a:pt x="0" y="37"/>
                    </a:lnTo>
                  </a:path>
                </a:pathLst>
              </a:custGeom>
              <a:solidFill>
                <a:srgbClr val="000000"/>
              </a:solidFill>
              <a:ln w="9525" cap="rnd">
                <a:noFill/>
                <a:round/>
                <a:headEnd/>
                <a:tailEnd/>
              </a:ln>
            </p:spPr>
            <p:txBody>
              <a:bodyPr/>
              <a:lstStyle/>
              <a:p>
                <a:pPr algn="ctr"/>
                <a:endParaRPr lang="pt-BR" sz="2400"/>
              </a:p>
            </p:txBody>
          </p:sp>
          <p:sp>
            <p:nvSpPr>
              <p:cNvPr id="161" name="Freeform 621"/>
              <p:cNvSpPr>
                <a:spLocks/>
              </p:cNvSpPr>
              <p:nvPr/>
            </p:nvSpPr>
            <p:spPr bwMode="auto">
              <a:xfrm>
                <a:off x="1989" y="2459"/>
                <a:ext cx="88" cy="33"/>
              </a:xfrm>
              <a:custGeom>
                <a:avLst/>
                <a:gdLst>
                  <a:gd name="T0" fmla="*/ 87 w 88"/>
                  <a:gd name="T1" fmla="*/ 13 h 33"/>
                  <a:gd name="T2" fmla="*/ 61 w 88"/>
                  <a:gd name="T3" fmla="*/ 20 h 33"/>
                  <a:gd name="T4" fmla="*/ 46 w 88"/>
                  <a:gd name="T5" fmla="*/ 32 h 33"/>
                  <a:gd name="T6" fmla="*/ 44 w 88"/>
                  <a:gd name="T7" fmla="*/ 26 h 33"/>
                  <a:gd name="T8" fmla="*/ 66 w 88"/>
                  <a:gd name="T9" fmla="*/ 13 h 33"/>
                  <a:gd name="T10" fmla="*/ 63 w 88"/>
                  <a:gd name="T11" fmla="*/ 10 h 33"/>
                  <a:gd name="T12" fmla="*/ 51 w 88"/>
                  <a:gd name="T13" fmla="*/ 11 h 33"/>
                  <a:gd name="T14" fmla="*/ 36 w 88"/>
                  <a:gd name="T15" fmla="*/ 16 h 33"/>
                  <a:gd name="T16" fmla="*/ 37 w 88"/>
                  <a:gd name="T17" fmla="*/ 8 h 33"/>
                  <a:gd name="T18" fmla="*/ 22 w 88"/>
                  <a:gd name="T19" fmla="*/ 7 h 33"/>
                  <a:gd name="T20" fmla="*/ 14 w 88"/>
                  <a:gd name="T21" fmla="*/ 4 h 33"/>
                  <a:gd name="T22" fmla="*/ 5 w 88"/>
                  <a:gd name="T23" fmla="*/ 1 h 33"/>
                  <a:gd name="T24" fmla="*/ 0 w 88"/>
                  <a:gd name="T25" fmla="*/ 4 h 33"/>
                  <a:gd name="T26" fmla="*/ 6 w 88"/>
                  <a:gd name="T27" fmla="*/ 0 h 33"/>
                  <a:gd name="T28" fmla="*/ 18 w 88"/>
                  <a:gd name="T29" fmla="*/ 3 h 33"/>
                  <a:gd name="T30" fmla="*/ 30 w 88"/>
                  <a:gd name="T31" fmla="*/ 5 h 33"/>
                  <a:gd name="T32" fmla="*/ 39 w 88"/>
                  <a:gd name="T33" fmla="*/ 5 h 33"/>
                  <a:gd name="T34" fmla="*/ 48 w 88"/>
                  <a:gd name="T35" fmla="*/ 4 h 33"/>
                  <a:gd name="T36" fmla="*/ 54 w 88"/>
                  <a:gd name="T37" fmla="*/ 8 h 33"/>
                  <a:gd name="T38" fmla="*/ 75 w 88"/>
                  <a:gd name="T39" fmla="*/ 7 h 33"/>
                  <a:gd name="T40" fmla="*/ 85 w 88"/>
                  <a:gd name="T41" fmla="*/ 11 h 33"/>
                  <a:gd name="T42" fmla="*/ 87 w 88"/>
                  <a:gd name="T43" fmla="*/ 13 h 3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8"/>
                  <a:gd name="T67" fmla="*/ 0 h 33"/>
                  <a:gd name="T68" fmla="*/ 88 w 88"/>
                  <a:gd name="T69" fmla="*/ 33 h 3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8" h="33">
                    <a:moveTo>
                      <a:pt x="87" y="13"/>
                    </a:moveTo>
                    <a:lnTo>
                      <a:pt x="61" y="20"/>
                    </a:lnTo>
                    <a:lnTo>
                      <a:pt x="46" y="32"/>
                    </a:lnTo>
                    <a:lnTo>
                      <a:pt x="44" y="26"/>
                    </a:lnTo>
                    <a:lnTo>
                      <a:pt x="66" y="13"/>
                    </a:lnTo>
                    <a:lnTo>
                      <a:pt x="63" y="10"/>
                    </a:lnTo>
                    <a:lnTo>
                      <a:pt x="51" y="11"/>
                    </a:lnTo>
                    <a:lnTo>
                      <a:pt x="36" y="16"/>
                    </a:lnTo>
                    <a:lnTo>
                      <a:pt x="37" y="8"/>
                    </a:lnTo>
                    <a:lnTo>
                      <a:pt x="22" y="7"/>
                    </a:lnTo>
                    <a:lnTo>
                      <a:pt x="14" y="4"/>
                    </a:lnTo>
                    <a:lnTo>
                      <a:pt x="5" y="1"/>
                    </a:lnTo>
                    <a:lnTo>
                      <a:pt x="0" y="4"/>
                    </a:lnTo>
                    <a:lnTo>
                      <a:pt x="6" y="0"/>
                    </a:lnTo>
                    <a:lnTo>
                      <a:pt x="18" y="3"/>
                    </a:lnTo>
                    <a:lnTo>
                      <a:pt x="30" y="5"/>
                    </a:lnTo>
                    <a:lnTo>
                      <a:pt x="39" y="5"/>
                    </a:lnTo>
                    <a:lnTo>
                      <a:pt x="48" y="4"/>
                    </a:lnTo>
                    <a:lnTo>
                      <a:pt x="54" y="8"/>
                    </a:lnTo>
                    <a:lnTo>
                      <a:pt x="75" y="7"/>
                    </a:lnTo>
                    <a:lnTo>
                      <a:pt x="85" y="11"/>
                    </a:lnTo>
                    <a:lnTo>
                      <a:pt x="87" y="13"/>
                    </a:lnTo>
                  </a:path>
                </a:pathLst>
              </a:custGeom>
              <a:solidFill>
                <a:srgbClr val="000000"/>
              </a:solidFill>
              <a:ln w="9525" cap="rnd">
                <a:noFill/>
                <a:round/>
                <a:headEnd/>
                <a:tailEnd/>
              </a:ln>
            </p:spPr>
            <p:txBody>
              <a:bodyPr/>
              <a:lstStyle/>
              <a:p>
                <a:pPr algn="ctr"/>
                <a:endParaRPr lang="pt-BR" sz="2400"/>
              </a:p>
            </p:txBody>
          </p:sp>
          <p:sp>
            <p:nvSpPr>
              <p:cNvPr id="162" name="Freeform 622"/>
              <p:cNvSpPr>
                <a:spLocks/>
              </p:cNvSpPr>
              <p:nvPr/>
            </p:nvSpPr>
            <p:spPr bwMode="auto">
              <a:xfrm>
                <a:off x="1887" y="2427"/>
                <a:ext cx="127" cy="90"/>
              </a:xfrm>
              <a:custGeom>
                <a:avLst/>
                <a:gdLst>
                  <a:gd name="T0" fmla="*/ 90 w 127"/>
                  <a:gd name="T1" fmla="*/ 60 h 90"/>
                  <a:gd name="T2" fmla="*/ 93 w 127"/>
                  <a:gd name="T3" fmla="*/ 75 h 90"/>
                  <a:gd name="T4" fmla="*/ 126 w 127"/>
                  <a:gd name="T5" fmla="*/ 89 h 90"/>
                  <a:gd name="T6" fmla="*/ 90 w 127"/>
                  <a:gd name="T7" fmla="*/ 80 h 90"/>
                  <a:gd name="T8" fmla="*/ 42 w 127"/>
                  <a:gd name="T9" fmla="*/ 75 h 90"/>
                  <a:gd name="T10" fmla="*/ 6 w 127"/>
                  <a:gd name="T11" fmla="*/ 63 h 90"/>
                  <a:gd name="T12" fmla="*/ 4 w 127"/>
                  <a:gd name="T13" fmla="*/ 55 h 90"/>
                  <a:gd name="T14" fmla="*/ 1 w 127"/>
                  <a:gd name="T15" fmla="*/ 45 h 90"/>
                  <a:gd name="T16" fmla="*/ 2 w 127"/>
                  <a:gd name="T17" fmla="*/ 33 h 90"/>
                  <a:gd name="T18" fmla="*/ 5 w 127"/>
                  <a:gd name="T19" fmla="*/ 28 h 90"/>
                  <a:gd name="T20" fmla="*/ 4 w 127"/>
                  <a:gd name="T21" fmla="*/ 40 h 90"/>
                  <a:gd name="T22" fmla="*/ 16 w 127"/>
                  <a:gd name="T23" fmla="*/ 55 h 90"/>
                  <a:gd name="T24" fmla="*/ 19 w 127"/>
                  <a:gd name="T25" fmla="*/ 49 h 90"/>
                  <a:gd name="T26" fmla="*/ 9 w 127"/>
                  <a:gd name="T27" fmla="*/ 26 h 90"/>
                  <a:gd name="T28" fmla="*/ 14 w 127"/>
                  <a:gd name="T29" fmla="*/ 32 h 90"/>
                  <a:gd name="T30" fmla="*/ 31 w 127"/>
                  <a:gd name="T31" fmla="*/ 59 h 90"/>
                  <a:gd name="T32" fmla="*/ 34 w 127"/>
                  <a:gd name="T33" fmla="*/ 50 h 90"/>
                  <a:gd name="T34" fmla="*/ 23 w 127"/>
                  <a:gd name="T35" fmla="*/ 12 h 90"/>
                  <a:gd name="T36" fmla="*/ 26 w 127"/>
                  <a:gd name="T37" fmla="*/ 0 h 90"/>
                  <a:gd name="T38" fmla="*/ 25 w 127"/>
                  <a:gd name="T39" fmla="*/ 20 h 90"/>
                  <a:gd name="T40" fmla="*/ 35 w 127"/>
                  <a:gd name="T41" fmla="*/ 41 h 90"/>
                  <a:gd name="T42" fmla="*/ 40 w 127"/>
                  <a:gd name="T43" fmla="*/ 34 h 90"/>
                  <a:gd name="T44" fmla="*/ 38 w 127"/>
                  <a:gd name="T45" fmla="*/ 16 h 90"/>
                  <a:gd name="T46" fmla="*/ 42 w 127"/>
                  <a:gd name="T47" fmla="*/ 33 h 90"/>
                  <a:gd name="T48" fmla="*/ 39 w 127"/>
                  <a:gd name="T49" fmla="*/ 41 h 90"/>
                  <a:gd name="T50" fmla="*/ 37 w 127"/>
                  <a:gd name="T51" fmla="*/ 54 h 90"/>
                  <a:gd name="T52" fmla="*/ 33 w 127"/>
                  <a:gd name="T53" fmla="*/ 62 h 90"/>
                  <a:gd name="T54" fmla="*/ 22 w 127"/>
                  <a:gd name="T55" fmla="*/ 58 h 90"/>
                  <a:gd name="T56" fmla="*/ 6 w 127"/>
                  <a:gd name="T57" fmla="*/ 53 h 90"/>
                  <a:gd name="T58" fmla="*/ 10 w 127"/>
                  <a:gd name="T59" fmla="*/ 64 h 90"/>
                  <a:gd name="T60" fmla="*/ 57 w 127"/>
                  <a:gd name="T61" fmla="*/ 76 h 90"/>
                  <a:gd name="T62" fmla="*/ 89 w 127"/>
                  <a:gd name="T63" fmla="*/ 77 h 90"/>
                  <a:gd name="T64" fmla="*/ 89 w 127"/>
                  <a:gd name="T65" fmla="*/ 60 h 90"/>
                  <a:gd name="T66" fmla="*/ 93 w 127"/>
                  <a:gd name="T67" fmla="*/ 48 h 9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7"/>
                  <a:gd name="T103" fmla="*/ 0 h 90"/>
                  <a:gd name="T104" fmla="*/ 127 w 127"/>
                  <a:gd name="T105" fmla="*/ 90 h 9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7" h="90">
                    <a:moveTo>
                      <a:pt x="93" y="48"/>
                    </a:moveTo>
                    <a:lnTo>
                      <a:pt x="90" y="60"/>
                    </a:lnTo>
                    <a:lnTo>
                      <a:pt x="90" y="69"/>
                    </a:lnTo>
                    <a:lnTo>
                      <a:pt x="93" y="75"/>
                    </a:lnTo>
                    <a:lnTo>
                      <a:pt x="94" y="80"/>
                    </a:lnTo>
                    <a:lnTo>
                      <a:pt x="126" y="89"/>
                    </a:lnTo>
                    <a:lnTo>
                      <a:pt x="93" y="84"/>
                    </a:lnTo>
                    <a:lnTo>
                      <a:pt x="90" y="80"/>
                    </a:lnTo>
                    <a:lnTo>
                      <a:pt x="63" y="79"/>
                    </a:lnTo>
                    <a:lnTo>
                      <a:pt x="42" y="75"/>
                    </a:lnTo>
                    <a:lnTo>
                      <a:pt x="22" y="69"/>
                    </a:lnTo>
                    <a:lnTo>
                      <a:pt x="6" y="63"/>
                    </a:lnTo>
                    <a:lnTo>
                      <a:pt x="5" y="60"/>
                    </a:lnTo>
                    <a:lnTo>
                      <a:pt x="4" y="55"/>
                    </a:lnTo>
                    <a:lnTo>
                      <a:pt x="0" y="48"/>
                    </a:lnTo>
                    <a:lnTo>
                      <a:pt x="1" y="45"/>
                    </a:lnTo>
                    <a:lnTo>
                      <a:pt x="2" y="43"/>
                    </a:lnTo>
                    <a:lnTo>
                      <a:pt x="2" y="33"/>
                    </a:lnTo>
                    <a:lnTo>
                      <a:pt x="4" y="30"/>
                    </a:lnTo>
                    <a:lnTo>
                      <a:pt x="5" y="28"/>
                    </a:lnTo>
                    <a:lnTo>
                      <a:pt x="4" y="32"/>
                    </a:lnTo>
                    <a:lnTo>
                      <a:pt x="4" y="40"/>
                    </a:lnTo>
                    <a:lnTo>
                      <a:pt x="4" y="45"/>
                    </a:lnTo>
                    <a:lnTo>
                      <a:pt x="16" y="55"/>
                    </a:lnTo>
                    <a:lnTo>
                      <a:pt x="18" y="55"/>
                    </a:lnTo>
                    <a:lnTo>
                      <a:pt x="19" y="49"/>
                    </a:lnTo>
                    <a:lnTo>
                      <a:pt x="11" y="36"/>
                    </a:lnTo>
                    <a:lnTo>
                      <a:pt x="9" y="26"/>
                    </a:lnTo>
                    <a:lnTo>
                      <a:pt x="14" y="15"/>
                    </a:lnTo>
                    <a:lnTo>
                      <a:pt x="14" y="32"/>
                    </a:lnTo>
                    <a:lnTo>
                      <a:pt x="26" y="57"/>
                    </a:lnTo>
                    <a:lnTo>
                      <a:pt x="31" y="59"/>
                    </a:lnTo>
                    <a:lnTo>
                      <a:pt x="35" y="56"/>
                    </a:lnTo>
                    <a:lnTo>
                      <a:pt x="34" y="50"/>
                    </a:lnTo>
                    <a:lnTo>
                      <a:pt x="23" y="21"/>
                    </a:lnTo>
                    <a:lnTo>
                      <a:pt x="23" y="12"/>
                    </a:lnTo>
                    <a:lnTo>
                      <a:pt x="23" y="5"/>
                    </a:lnTo>
                    <a:lnTo>
                      <a:pt x="26" y="0"/>
                    </a:lnTo>
                    <a:lnTo>
                      <a:pt x="24" y="10"/>
                    </a:lnTo>
                    <a:lnTo>
                      <a:pt x="25" y="20"/>
                    </a:lnTo>
                    <a:lnTo>
                      <a:pt x="32" y="39"/>
                    </a:lnTo>
                    <a:lnTo>
                      <a:pt x="35" y="41"/>
                    </a:lnTo>
                    <a:lnTo>
                      <a:pt x="39" y="37"/>
                    </a:lnTo>
                    <a:lnTo>
                      <a:pt x="40" y="34"/>
                    </a:lnTo>
                    <a:lnTo>
                      <a:pt x="39" y="27"/>
                    </a:lnTo>
                    <a:lnTo>
                      <a:pt x="38" y="16"/>
                    </a:lnTo>
                    <a:lnTo>
                      <a:pt x="40" y="16"/>
                    </a:lnTo>
                    <a:lnTo>
                      <a:pt x="42" y="33"/>
                    </a:lnTo>
                    <a:lnTo>
                      <a:pt x="41" y="38"/>
                    </a:lnTo>
                    <a:lnTo>
                      <a:pt x="39" y="41"/>
                    </a:lnTo>
                    <a:lnTo>
                      <a:pt x="36" y="45"/>
                    </a:lnTo>
                    <a:lnTo>
                      <a:pt x="37" y="54"/>
                    </a:lnTo>
                    <a:lnTo>
                      <a:pt x="36" y="60"/>
                    </a:lnTo>
                    <a:lnTo>
                      <a:pt x="33" y="62"/>
                    </a:lnTo>
                    <a:lnTo>
                      <a:pt x="28" y="61"/>
                    </a:lnTo>
                    <a:lnTo>
                      <a:pt x="22" y="58"/>
                    </a:lnTo>
                    <a:lnTo>
                      <a:pt x="18" y="59"/>
                    </a:lnTo>
                    <a:lnTo>
                      <a:pt x="6" y="53"/>
                    </a:lnTo>
                    <a:lnTo>
                      <a:pt x="5" y="59"/>
                    </a:lnTo>
                    <a:lnTo>
                      <a:pt x="10" y="64"/>
                    </a:lnTo>
                    <a:lnTo>
                      <a:pt x="36" y="71"/>
                    </a:lnTo>
                    <a:lnTo>
                      <a:pt x="57" y="76"/>
                    </a:lnTo>
                    <a:lnTo>
                      <a:pt x="75" y="77"/>
                    </a:lnTo>
                    <a:lnTo>
                      <a:pt x="89" y="77"/>
                    </a:lnTo>
                    <a:lnTo>
                      <a:pt x="88" y="69"/>
                    </a:lnTo>
                    <a:lnTo>
                      <a:pt x="89" y="60"/>
                    </a:lnTo>
                    <a:lnTo>
                      <a:pt x="91" y="53"/>
                    </a:lnTo>
                    <a:lnTo>
                      <a:pt x="93" y="48"/>
                    </a:lnTo>
                  </a:path>
                </a:pathLst>
              </a:custGeom>
              <a:solidFill>
                <a:srgbClr val="000000"/>
              </a:solidFill>
              <a:ln w="9525" cap="rnd">
                <a:noFill/>
                <a:round/>
                <a:headEnd/>
                <a:tailEnd/>
              </a:ln>
            </p:spPr>
            <p:txBody>
              <a:bodyPr/>
              <a:lstStyle/>
              <a:p>
                <a:pPr algn="ctr"/>
                <a:endParaRPr lang="pt-BR" sz="2400"/>
              </a:p>
            </p:txBody>
          </p:sp>
          <p:sp>
            <p:nvSpPr>
              <p:cNvPr id="163" name="Freeform 623"/>
              <p:cNvSpPr>
                <a:spLocks/>
              </p:cNvSpPr>
              <p:nvPr/>
            </p:nvSpPr>
            <p:spPr bwMode="auto">
              <a:xfrm>
                <a:off x="1924" y="2427"/>
                <a:ext cx="62" cy="41"/>
              </a:xfrm>
              <a:custGeom>
                <a:avLst/>
                <a:gdLst>
                  <a:gd name="T0" fmla="*/ 0 w 62"/>
                  <a:gd name="T1" fmla="*/ 2 h 41"/>
                  <a:gd name="T2" fmla="*/ 4 w 62"/>
                  <a:gd name="T3" fmla="*/ 7 h 41"/>
                  <a:gd name="T4" fmla="*/ 7 w 62"/>
                  <a:gd name="T5" fmla="*/ 15 h 41"/>
                  <a:gd name="T6" fmla="*/ 3 w 62"/>
                  <a:gd name="T7" fmla="*/ 15 h 41"/>
                  <a:gd name="T8" fmla="*/ 3 w 62"/>
                  <a:gd name="T9" fmla="*/ 17 h 41"/>
                  <a:gd name="T10" fmla="*/ 12 w 62"/>
                  <a:gd name="T11" fmla="*/ 17 h 41"/>
                  <a:gd name="T12" fmla="*/ 23 w 62"/>
                  <a:gd name="T13" fmla="*/ 18 h 41"/>
                  <a:gd name="T14" fmla="*/ 18 w 62"/>
                  <a:gd name="T15" fmla="*/ 16 h 41"/>
                  <a:gd name="T16" fmla="*/ 28 w 62"/>
                  <a:gd name="T17" fmla="*/ 13 h 41"/>
                  <a:gd name="T18" fmla="*/ 34 w 62"/>
                  <a:gd name="T19" fmla="*/ 13 h 41"/>
                  <a:gd name="T20" fmla="*/ 43 w 62"/>
                  <a:gd name="T21" fmla="*/ 21 h 41"/>
                  <a:gd name="T22" fmla="*/ 48 w 62"/>
                  <a:gd name="T23" fmla="*/ 30 h 41"/>
                  <a:gd name="T24" fmla="*/ 55 w 62"/>
                  <a:gd name="T25" fmla="*/ 37 h 41"/>
                  <a:gd name="T26" fmla="*/ 59 w 62"/>
                  <a:gd name="T27" fmla="*/ 40 h 41"/>
                  <a:gd name="T28" fmla="*/ 61 w 62"/>
                  <a:gd name="T29" fmla="*/ 38 h 41"/>
                  <a:gd name="T30" fmla="*/ 55 w 62"/>
                  <a:gd name="T31" fmla="*/ 34 h 41"/>
                  <a:gd name="T32" fmla="*/ 49 w 62"/>
                  <a:gd name="T33" fmla="*/ 28 h 41"/>
                  <a:gd name="T34" fmla="*/ 44 w 62"/>
                  <a:gd name="T35" fmla="*/ 20 h 41"/>
                  <a:gd name="T36" fmla="*/ 39 w 62"/>
                  <a:gd name="T37" fmla="*/ 13 h 41"/>
                  <a:gd name="T38" fmla="*/ 28 w 62"/>
                  <a:gd name="T39" fmla="*/ 10 h 41"/>
                  <a:gd name="T40" fmla="*/ 23 w 62"/>
                  <a:gd name="T41" fmla="*/ 11 h 41"/>
                  <a:gd name="T42" fmla="*/ 16 w 62"/>
                  <a:gd name="T43" fmla="*/ 13 h 41"/>
                  <a:gd name="T44" fmla="*/ 11 w 62"/>
                  <a:gd name="T45" fmla="*/ 13 h 41"/>
                  <a:gd name="T46" fmla="*/ 17 w 62"/>
                  <a:gd name="T47" fmla="*/ 7 h 41"/>
                  <a:gd name="T48" fmla="*/ 20 w 62"/>
                  <a:gd name="T49" fmla="*/ 2 h 41"/>
                  <a:gd name="T50" fmla="*/ 20 w 62"/>
                  <a:gd name="T51" fmla="*/ 0 h 41"/>
                  <a:gd name="T52" fmla="*/ 16 w 62"/>
                  <a:gd name="T53" fmla="*/ 6 h 41"/>
                  <a:gd name="T54" fmla="*/ 8 w 62"/>
                  <a:gd name="T55" fmla="*/ 11 h 41"/>
                  <a:gd name="T56" fmla="*/ 0 w 62"/>
                  <a:gd name="T57" fmla="*/ 2 h 4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2"/>
                  <a:gd name="T88" fmla="*/ 0 h 41"/>
                  <a:gd name="T89" fmla="*/ 62 w 62"/>
                  <a:gd name="T90" fmla="*/ 41 h 4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2" h="41">
                    <a:moveTo>
                      <a:pt x="0" y="2"/>
                    </a:moveTo>
                    <a:lnTo>
                      <a:pt x="4" y="7"/>
                    </a:lnTo>
                    <a:lnTo>
                      <a:pt x="7" y="15"/>
                    </a:lnTo>
                    <a:lnTo>
                      <a:pt x="3" y="15"/>
                    </a:lnTo>
                    <a:lnTo>
                      <a:pt x="3" y="17"/>
                    </a:lnTo>
                    <a:lnTo>
                      <a:pt x="12" y="17"/>
                    </a:lnTo>
                    <a:lnTo>
                      <a:pt x="23" y="18"/>
                    </a:lnTo>
                    <a:lnTo>
                      <a:pt x="18" y="16"/>
                    </a:lnTo>
                    <a:lnTo>
                      <a:pt x="28" y="13"/>
                    </a:lnTo>
                    <a:lnTo>
                      <a:pt x="34" y="13"/>
                    </a:lnTo>
                    <a:lnTo>
                      <a:pt x="43" y="21"/>
                    </a:lnTo>
                    <a:lnTo>
                      <a:pt x="48" y="30"/>
                    </a:lnTo>
                    <a:lnTo>
                      <a:pt x="55" y="37"/>
                    </a:lnTo>
                    <a:lnTo>
                      <a:pt x="59" y="40"/>
                    </a:lnTo>
                    <a:lnTo>
                      <a:pt x="61" y="38"/>
                    </a:lnTo>
                    <a:lnTo>
                      <a:pt x="55" y="34"/>
                    </a:lnTo>
                    <a:lnTo>
                      <a:pt x="49" y="28"/>
                    </a:lnTo>
                    <a:lnTo>
                      <a:pt x="44" y="20"/>
                    </a:lnTo>
                    <a:lnTo>
                      <a:pt x="39" y="13"/>
                    </a:lnTo>
                    <a:lnTo>
                      <a:pt x="28" y="10"/>
                    </a:lnTo>
                    <a:lnTo>
                      <a:pt x="23" y="11"/>
                    </a:lnTo>
                    <a:lnTo>
                      <a:pt x="16" y="13"/>
                    </a:lnTo>
                    <a:lnTo>
                      <a:pt x="11" y="13"/>
                    </a:lnTo>
                    <a:lnTo>
                      <a:pt x="17" y="7"/>
                    </a:lnTo>
                    <a:lnTo>
                      <a:pt x="20" y="2"/>
                    </a:lnTo>
                    <a:lnTo>
                      <a:pt x="20" y="0"/>
                    </a:lnTo>
                    <a:lnTo>
                      <a:pt x="16" y="6"/>
                    </a:lnTo>
                    <a:lnTo>
                      <a:pt x="8" y="11"/>
                    </a:lnTo>
                    <a:lnTo>
                      <a:pt x="0" y="2"/>
                    </a:lnTo>
                  </a:path>
                </a:pathLst>
              </a:custGeom>
              <a:solidFill>
                <a:srgbClr val="000000"/>
              </a:solidFill>
              <a:ln w="9525" cap="rnd">
                <a:noFill/>
                <a:round/>
                <a:headEnd/>
                <a:tailEnd/>
              </a:ln>
            </p:spPr>
            <p:txBody>
              <a:bodyPr/>
              <a:lstStyle/>
              <a:p>
                <a:pPr algn="ctr"/>
                <a:endParaRPr lang="pt-BR" sz="2400"/>
              </a:p>
            </p:txBody>
          </p:sp>
          <p:sp>
            <p:nvSpPr>
              <p:cNvPr id="164" name="Freeform 624"/>
              <p:cNvSpPr>
                <a:spLocks/>
              </p:cNvSpPr>
              <p:nvPr/>
            </p:nvSpPr>
            <p:spPr bwMode="auto">
              <a:xfrm>
                <a:off x="1776" y="2104"/>
                <a:ext cx="96" cy="89"/>
              </a:xfrm>
              <a:custGeom>
                <a:avLst/>
                <a:gdLst>
                  <a:gd name="T0" fmla="*/ 54 w 96"/>
                  <a:gd name="T1" fmla="*/ 16 h 89"/>
                  <a:gd name="T2" fmla="*/ 66 w 96"/>
                  <a:gd name="T3" fmla="*/ 13 h 89"/>
                  <a:gd name="T4" fmla="*/ 79 w 96"/>
                  <a:gd name="T5" fmla="*/ 23 h 89"/>
                  <a:gd name="T6" fmla="*/ 81 w 96"/>
                  <a:gd name="T7" fmla="*/ 38 h 89"/>
                  <a:gd name="T8" fmla="*/ 80 w 96"/>
                  <a:gd name="T9" fmla="*/ 54 h 89"/>
                  <a:gd name="T10" fmla="*/ 84 w 96"/>
                  <a:gd name="T11" fmla="*/ 53 h 89"/>
                  <a:gd name="T12" fmla="*/ 93 w 96"/>
                  <a:gd name="T13" fmla="*/ 52 h 89"/>
                  <a:gd name="T14" fmla="*/ 94 w 96"/>
                  <a:gd name="T15" fmla="*/ 69 h 89"/>
                  <a:gd name="T16" fmla="*/ 87 w 96"/>
                  <a:gd name="T17" fmla="*/ 77 h 89"/>
                  <a:gd name="T18" fmla="*/ 88 w 96"/>
                  <a:gd name="T19" fmla="*/ 79 h 89"/>
                  <a:gd name="T20" fmla="*/ 95 w 96"/>
                  <a:gd name="T21" fmla="*/ 60 h 89"/>
                  <a:gd name="T22" fmla="*/ 89 w 96"/>
                  <a:gd name="T23" fmla="*/ 47 h 89"/>
                  <a:gd name="T24" fmla="*/ 85 w 96"/>
                  <a:gd name="T25" fmla="*/ 23 h 89"/>
                  <a:gd name="T26" fmla="*/ 70 w 96"/>
                  <a:gd name="T27" fmla="*/ 4 h 89"/>
                  <a:gd name="T28" fmla="*/ 45 w 96"/>
                  <a:gd name="T29" fmla="*/ 0 h 89"/>
                  <a:gd name="T30" fmla="*/ 15 w 96"/>
                  <a:gd name="T31" fmla="*/ 9 h 89"/>
                  <a:gd name="T32" fmla="*/ 2 w 96"/>
                  <a:gd name="T33" fmla="*/ 29 h 89"/>
                  <a:gd name="T34" fmla="*/ 2 w 96"/>
                  <a:gd name="T35" fmla="*/ 56 h 89"/>
                  <a:gd name="T36" fmla="*/ 2 w 96"/>
                  <a:gd name="T37" fmla="*/ 72 h 89"/>
                  <a:gd name="T38" fmla="*/ 14 w 96"/>
                  <a:gd name="T39" fmla="*/ 86 h 89"/>
                  <a:gd name="T40" fmla="*/ 20 w 96"/>
                  <a:gd name="T41" fmla="*/ 88 h 89"/>
                  <a:gd name="T42" fmla="*/ 15 w 96"/>
                  <a:gd name="T43" fmla="*/ 85 h 89"/>
                  <a:gd name="T44" fmla="*/ 3 w 96"/>
                  <a:gd name="T45" fmla="*/ 70 h 89"/>
                  <a:gd name="T46" fmla="*/ 4 w 96"/>
                  <a:gd name="T47" fmla="*/ 60 h 89"/>
                  <a:gd name="T48" fmla="*/ 15 w 96"/>
                  <a:gd name="T49" fmla="*/ 67 h 89"/>
                  <a:gd name="T50" fmla="*/ 11 w 96"/>
                  <a:gd name="T51" fmla="*/ 55 h 89"/>
                  <a:gd name="T52" fmla="*/ 7 w 96"/>
                  <a:gd name="T53" fmla="*/ 39 h 89"/>
                  <a:gd name="T54" fmla="*/ 9 w 96"/>
                  <a:gd name="T55" fmla="*/ 27 h 89"/>
                  <a:gd name="T56" fmla="*/ 16 w 96"/>
                  <a:gd name="T57" fmla="*/ 20 h 89"/>
                  <a:gd name="T58" fmla="*/ 25 w 96"/>
                  <a:gd name="T59" fmla="*/ 20 h 89"/>
                  <a:gd name="T60" fmla="*/ 34 w 96"/>
                  <a:gd name="T61" fmla="*/ 25 h 89"/>
                  <a:gd name="T62" fmla="*/ 43 w 96"/>
                  <a:gd name="T63" fmla="*/ 26 h 89"/>
                  <a:gd name="T64" fmla="*/ 49 w 96"/>
                  <a:gd name="T65" fmla="*/ 23 h 8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6"/>
                  <a:gd name="T100" fmla="*/ 0 h 89"/>
                  <a:gd name="T101" fmla="*/ 96 w 96"/>
                  <a:gd name="T102" fmla="*/ 89 h 8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6" h="89">
                    <a:moveTo>
                      <a:pt x="49" y="23"/>
                    </a:moveTo>
                    <a:lnTo>
                      <a:pt x="54" y="16"/>
                    </a:lnTo>
                    <a:lnTo>
                      <a:pt x="60" y="13"/>
                    </a:lnTo>
                    <a:lnTo>
                      <a:pt x="66" y="13"/>
                    </a:lnTo>
                    <a:lnTo>
                      <a:pt x="74" y="17"/>
                    </a:lnTo>
                    <a:lnTo>
                      <a:pt x="79" y="23"/>
                    </a:lnTo>
                    <a:lnTo>
                      <a:pt x="80" y="31"/>
                    </a:lnTo>
                    <a:lnTo>
                      <a:pt x="81" y="38"/>
                    </a:lnTo>
                    <a:lnTo>
                      <a:pt x="81" y="46"/>
                    </a:lnTo>
                    <a:lnTo>
                      <a:pt x="80" y="54"/>
                    </a:lnTo>
                    <a:lnTo>
                      <a:pt x="82" y="61"/>
                    </a:lnTo>
                    <a:lnTo>
                      <a:pt x="84" y="53"/>
                    </a:lnTo>
                    <a:lnTo>
                      <a:pt x="89" y="49"/>
                    </a:lnTo>
                    <a:lnTo>
                      <a:pt x="93" y="52"/>
                    </a:lnTo>
                    <a:lnTo>
                      <a:pt x="94" y="61"/>
                    </a:lnTo>
                    <a:lnTo>
                      <a:pt x="94" y="69"/>
                    </a:lnTo>
                    <a:lnTo>
                      <a:pt x="89" y="75"/>
                    </a:lnTo>
                    <a:lnTo>
                      <a:pt x="87" y="77"/>
                    </a:lnTo>
                    <a:lnTo>
                      <a:pt x="83" y="81"/>
                    </a:lnTo>
                    <a:lnTo>
                      <a:pt x="88" y="79"/>
                    </a:lnTo>
                    <a:lnTo>
                      <a:pt x="94" y="70"/>
                    </a:lnTo>
                    <a:lnTo>
                      <a:pt x="95" y="60"/>
                    </a:lnTo>
                    <a:lnTo>
                      <a:pt x="94" y="49"/>
                    </a:lnTo>
                    <a:lnTo>
                      <a:pt x="89" y="47"/>
                    </a:lnTo>
                    <a:lnTo>
                      <a:pt x="89" y="41"/>
                    </a:lnTo>
                    <a:lnTo>
                      <a:pt x="85" y="23"/>
                    </a:lnTo>
                    <a:lnTo>
                      <a:pt x="79" y="12"/>
                    </a:lnTo>
                    <a:lnTo>
                      <a:pt x="70" y="4"/>
                    </a:lnTo>
                    <a:lnTo>
                      <a:pt x="61" y="1"/>
                    </a:lnTo>
                    <a:lnTo>
                      <a:pt x="45" y="0"/>
                    </a:lnTo>
                    <a:lnTo>
                      <a:pt x="28" y="1"/>
                    </a:lnTo>
                    <a:lnTo>
                      <a:pt x="15" y="9"/>
                    </a:lnTo>
                    <a:lnTo>
                      <a:pt x="6" y="18"/>
                    </a:lnTo>
                    <a:lnTo>
                      <a:pt x="2" y="29"/>
                    </a:lnTo>
                    <a:lnTo>
                      <a:pt x="1" y="40"/>
                    </a:lnTo>
                    <a:lnTo>
                      <a:pt x="2" y="56"/>
                    </a:lnTo>
                    <a:lnTo>
                      <a:pt x="0" y="61"/>
                    </a:lnTo>
                    <a:lnTo>
                      <a:pt x="2" y="72"/>
                    </a:lnTo>
                    <a:lnTo>
                      <a:pt x="6" y="80"/>
                    </a:lnTo>
                    <a:lnTo>
                      <a:pt x="14" y="86"/>
                    </a:lnTo>
                    <a:lnTo>
                      <a:pt x="18" y="86"/>
                    </a:lnTo>
                    <a:lnTo>
                      <a:pt x="20" y="88"/>
                    </a:lnTo>
                    <a:lnTo>
                      <a:pt x="19" y="82"/>
                    </a:lnTo>
                    <a:lnTo>
                      <a:pt x="15" y="85"/>
                    </a:lnTo>
                    <a:lnTo>
                      <a:pt x="7" y="79"/>
                    </a:lnTo>
                    <a:lnTo>
                      <a:pt x="3" y="70"/>
                    </a:lnTo>
                    <a:lnTo>
                      <a:pt x="2" y="62"/>
                    </a:lnTo>
                    <a:lnTo>
                      <a:pt x="4" y="60"/>
                    </a:lnTo>
                    <a:lnTo>
                      <a:pt x="8" y="61"/>
                    </a:lnTo>
                    <a:lnTo>
                      <a:pt x="15" y="67"/>
                    </a:lnTo>
                    <a:lnTo>
                      <a:pt x="13" y="60"/>
                    </a:lnTo>
                    <a:lnTo>
                      <a:pt x="11" y="55"/>
                    </a:lnTo>
                    <a:lnTo>
                      <a:pt x="9" y="47"/>
                    </a:lnTo>
                    <a:lnTo>
                      <a:pt x="7" y="39"/>
                    </a:lnTo>
                    <a:lnTo>
                      <a:pt x="7" y="33"/>
                    </a:lnTo>
                    <a:lnTo>
                      <a:pt x="9" y="27"/>
                    </a:lnTo>
                    <a:lnTo>
                      <a:pt x="12" y="23"/>
                    </a:lnTo>
                    <a:lnTo>
                      <a:pt x="16" y="20"/>
                    </a:lnTo>
                    <a:lnTo>
                      <a:pt x="20" y="19"/>
                    </a:lnTo>
                    <a:lnTo>
                      <a:pt x="25" y="20"/>
                    </a:lnTo>
                    <a:lnTo>
                      <a:pt x="30" y="22"/>
                    </a:lnTo>
                    <a:lnTo>
                      <a:pt x="34" y="25"/>
                    </a:lnTo>
                    <a:lnTo>
                      <a:pt x="38" y="26"/>
                    </a:lnTo>
                    <a:lnTo>
                      <a:pt x="43" y="26"/>
                    </a:lnTo>
                    <a:lnTo>
                      <a:pt x="47" y="24"/>
                    </a:lnTo>
                    <a:lnTo>
                      <a:pt x="49" y="23"/>
                    </a:lnTo>
                  </a:path>
                </a:pathLst>
              </a:custGeom>
              <a:solidFill>
                <a:srgbClr val="000000"/>
              </a:solidFill>
              <a:ln w="9525" cap="rnd">
                <a:noFill/>
                <a:round/>
                <a:headEnd/>
                <a:tailEnd/>
              </a:ln>
            </p:spPr>
            <p:txBody>
              <a:bodyPr/>
              <a:lstStyle/>
              <a:p>
                <a:pPr algn="ctr"/>
                <a:endParaRPr lang="pt-BR" sz="2400"/>
              </a:p>
            </p:txBody>
          </p:sp>
          <p:sp>
            <p:nvSpPr>
              <p:cNvPr id="165" name="Freeform 625"/>
              <p:cNvSpPr>
                <a:spLocks/>
              </p:cNvSpPr>
              <p:nvPr/>
            </p:nvSpPr>
            <p:spPr bwMode="auto">
              <a:xfrm>
                <a:off x="1797" y="2166"/>
                <a:ext cx="32" cy="8"/>
              </a:xfrm>
              <a:custGeom>
                <a:avLst/>
                <a:gdLst>
                  <a:gd name="T0" fmla="*/ 0 w 32"/>
                  <a:gd name="T1" fmla="*/ 3 h 8"/>
                  <a:gd name="T2" fmla="*/ 5 w 32"/>
                  <a:gd name="T3" fmla="*/ 2 h 8"/>
                  <a:gd name="T4" fmla="*/ 11 w 32"/>
                  <a:gd name="T5" fmla="*/ 1 h 8"/>
                  <a:gd name="T6" fmla="*/ 20 w 32"/>
                  <a:gd name="T7" fmla="*/ 1 h 8"/>
                  <a:gd name="T8" fmla="*/ 25 w 32"/>
                  <a:gd name="T9" fmla="*/ 1 h 8"/>
                  <a:gd name="T10" fmla="*/ 31 w 32"/>
                  <a:gd name="T11" fmla="*/ 0 h 8"/>
                  <a:gd name="T12" fmla="*/ 29 w 32"/>
                  <a:gd name="T13" fmla="*/ 4 h 8"/>
                  <a:gd name="T14" fmla="*/ 22 w 32"/>
                  <a:gd name="T15" fmla="*/ 4 h 8"/>
                  <a:gd name="T16" fmla="*/ 22 w 32"/>
                  <a:gd name="T17" fmla="*/ 7 h 8"/>
                  <a:gd name="T18" fmla="*/ 19 w 32"/>
                  <a:gd name="T19" fmla="*/ 4 h 8"/>
                  <a:gd name="T20" fmla="*/ 15 w 32"/>
                  <a:gd name="T21" fmla="*/ 4 h 8"/>
                  <a:gd name="T22" fmla="*/ 9 w 32"/>
                  <a:gd name="T23" fmla="*/ 5 h 8"/>
                  <a:gd name="T24" fmla="*/ 15 w 32"/>
                  <a:gd name="T25" fmla="*/ 2 h 8"/>
                  <a:gd name="T26" fmla="*/ 10 w 32"/>
                  <a:gd name="T27" fmla="*/ 2 h 8"/>
                  <a:gd name="T28" fmla="*/ 4 w 32"/>
                  <a:gd name="T29" fmla="*/ 3 h 8"/>
                  <a:gd name="T30" fmla="*/ 0 w 32"/>
                  <a:gd name="T31" fmla="*/ 3 h 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
                  <a:gd name="T49" fmla="*/ 0 h 8"/>
                  <a:gd name="T50" fmla="*/ 32 w 32"/>
                  <a:gd name="T51" fmla="*/ 8 h 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 h="8">
                    <a:moveTo>
                      <a:pt x="0" y="3"/>
                    </a:moveTo>
                    <a:lnTo>
                      <a:pt x="5" y="2"/>
                    </a:lnTo>
                    <a:lnTo>
                      <a:pt x="11" y="1"/>
                    </a:lnTo>
                    <a:lnTo>
                      <a:pt x="20" y="1"/>
                    </a:lnTo>
                    <a:lnTo>
                      <a:pt x="25" y="1"/>
                    </a:lnTo>
                    <a:lnTo>
                      <a:pt x="31" y="0"/>
                    </a:lnTo>
                    <a:lnTo>
                      <a:pt x="29" y="4"/>
                    </a:lnTo>
                    <a:lnTo>
                      <a:pt x="22" y="4"/>
                    </a:lnTo>
                    <a:lnTo>
                      <a:pt x="22" y="7"/>
                    </a:lnTo>
                    <a:lnTo>
                      <a:pt x="19" y="4"/>
                    </a:lnTo>
                    <a:lnTo>
                      <a:pt x="15" y="4"/>
                    </a:lnTo>
                    <a:lnTo>
                      <a:pt x="9" y="5"/>
                    </a:lnTo>
                    <a:lnTo>
                      <a:pt x="15" y="2"/>
                    </a:lnTo>
                    <a:lnTo>
                      <a:pt x="10" y="2"/>
                    </a:lnTo>
                    <a:lnTo>
                      <a:pt x="4" y="3"/>
                    </a:lnTo>
                    <a:lnTo>
                      <a:pt x="0" y="3"/>
                    </a:lnTo>
                  </a:path>
                </a:pathLst>
              </a:custGeom>
              <a:solidFill>
                <a:srgbClr val="000000"/>
              </a:solidFill>
              <a:ln w="9525" cap="rnd">
                <a:noFill/>
                <a:round/>
                <a:headEnd/>
                <a:tailEnd/>
              </a:ln>
            </p:spPr>
            <p:txBody>
              <a:bodyPr/>
              <a:lstStyle/>
              <a:p>
                <a:pPr algn="ctr"/>
                <a:endParaRPr lang="pt-BR" sz="2400"/>
              </a:p>
            </p:txBody>
          </p:sp>
          <p:sp>
            <p:nvSpPr>
              <p:cNvPr id="166" name="Freeform 626"/>
              <p:cNvSpPr>
                <a:spLocks/>
              </p:cNvSpPr>
              <p:nvPr/>
            </p:nvSpPr>
            <p:spPr bwMode="auto">
              <a:xfrm>
                <a:off x="1795" y="2168"/>
                <a:ext cx="25" cy="13"/>
              </a:xfrm>
              <a:custGeom>
                <a:avLst/>
                <a:gdLst>
                  <a:gd name="T0" fmla="*/ 0 w 25"/>
                  <a:gd name="T1" fmla="*/ 2 h 13"/>
                  <a:gd name="T2" fmla="*/ 2 w 25"/>
                  <a:gd name="T3" fmla="*/ 4 h 13"/>
                  <a:gd name="T4" fmla="*/ 7 w 25"/>
                  <a:gd name="T5" fmla="*/ 6 h 13"/>
                  <a:gd name="T6" fmla="*/ 11 w 25"/>
                  <a:gd name="T7" fmla="*/ 8 h 13"/>
                  <a:gd name="T8" fmla="*/ 9 w 25"/>
                  <a:gd name="T9" fmla="*/ 10 h 13"/>
                  <a:gd name="T10" fmla="*/ 13 w 25"/>
                  <a:gd name="T11" fmla="*/ 12 h 13"/>
                  <a:gd name="T12" fmla="*/ 18 w 25"/>
                  <a:gd name="T13" fmla="*/ 11 h 13"/>
                  <a:gd name="T14" fmla="*/ 21 w 25"/>
                  <a:gd name="T15" fmla="*/ 9 h 13"/>
                  <a:gd name="T16" fmla="*/ 17 w 25"/>
                  <a:gd name="T17" fmla="*/ 8 h 13"/>
                  <a:gd name="T18" fmla="*/ 24 w 25"/>
                  <a:gd name="T19" fmla="*/ 5 h 13"/>
                  <a:gd name="T20" fmla="*/ 23 w 25"/>
                  <a:gd name="T21" fmla="*/ 3 h 13"/>
                  <a:gd name="T22" fmla="*/ 17 w 25"/>
                  <a:gd name="T23" fmla="*/ 7 h 13"/>
                  <a:gd name="T24" fmla="*/ 13 w 25"/>
                  <a:gd name="T25" fmla="*/ 8 h 13"/>
                  <a:gd name="T26" fmla="*/ 9 w 25"/>
                  <a:gd name="T27" fmla="*/ 6 h 13"/>
                  <a:gd name="T28" fmla="*/ 8 w 25"/>
                  <a:gd name="T29" fmla="*/ 4 h 13"/>
                  <a:gd name="T30" fmla="*/ 12 w 25"/>
                  <a:gd name="T31" fmla="*/ 3 h 13"/>
                  <a:gd name="T32" fmla="*/ 8 w 25"/>
                  <a:gd name="T33" fmla="*/ 3 h 13"/>
                  <a:gd name="T34" fmla="*/ 6 w 25"/>
                  <a:gd name="T35" fmla="*/ 0 h 13"/>
                  <a:gd name="T36" fmla="*/ 0 w 25"/>
                  <a:gd name="T37" fmla="*/ 2 h 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
                  <a:gd name="T58" fmla="*/ 0 h 13"/>
                  <a:gd name="T59" fmla="*/ 25 w 25"/>
                  <a:gd name="T60" fmla="*/ 13 h 1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 h="13">
                    <a:moveTo>
                      <a:pt x="0" y="2"/>
                    </a:moveTo>
                    <a:lnTo>
                      <a:pt x="2" y="4"/>
                    </a:lnTo>
                    <a:lnTo>
                      <a:pt x="7" y="6"/>
                    </a:lnTo>
                    <a:lnTo>
                      <a:pt x="11" y="8"/>
                    </a:lnTo>
                    <a:lnTo>
                      <a:pt x="9" y="10"/>
                    </a:lnTo>
                    <a:lnTo>
                      <a:pt x="13" y="12"/>
                    </a:lnTo>
                    <a:lnTo>
                      <a:pt x="18" y="11"/>
                    </a:lnTo>
                    <a:lnTo>
                      <a:pt x="21" y="9"/>
                    </a:lnTo>
                    <a:lnTo>
                      <a:pt x="17" y="8"/>
                    </a:lnTo>
                    <a:lnTo>
                      <a:pt x="24" y="5"/>
                    </a:lnTo>
                    <a:lnTo>
                      <a:pt x="23" y="3"/>
                    </a:lnTo>
                    <a:lnTo>
                      <a:pt x="17" y="7"/>
                    </a:lnTo>
                    <a:lnTo>
                      <a:pt x="13" y="8"/>
                    </a:lnTo>
                    <a:lnTo>
                      <a:pt x="9" y="6"/>
                    </a:lnTo>
                    <a:lnTo>
                      <a:pt x="8" y="4"/>
                    </a:lnTo>
                    <a:lnTo>
                      <a:pt x="12" y="3"/>
                    </a:lnTo>
                    <a:lnTo>
                      <a:pt x="8" y="3"/>
                    </a:lnTo>
                    <a:lnTo>
                      <a:pt x="6" y="0"/>
                    </a:lnTo>
                    <a:lnTo>
                      <a:pt x="0" y="2"/>
                    </a:lnTo>
                  </a:path>
                </a:pathLst>
              </a:custGeom>
              <a:solidFill>
                <a:srgbClr val="000000"/>
              </a:solidFill>
              <a:ln w="9525" cap="rnd">
                <a:noFill/>
                <a:round/>
                <a:headEnd/>
                <a:tailEnd/>
              </a:ln>
            </p:spPr>
            <p:txBody>
              <a:bodyPr/>
              <a:lstStyle/>
              <a:p>
                <a:pPr algn="ctr"/>
                <a:endParaRPr lang="pt-BR" sz="2400"/>
              </a:p>
            </p:txBody>
          </p:sp>
          <p:sp>
            <p:nvSpPr>
              <p:cNvPr id="167" name="Freeform 627"/>
              <p:cNvSpPr>
                <a:spLocks/>
              </p:cNvSpPr>
              <p:nvPr/>
            </p:nvSpPr>
            <p:spPr bwMode="auto">
              <a:xfrm>
                <a:off x="1829" y="2159"/>
                <a:ext cx="25" cy="8"/>
              </a:xfrm>
              <a:custGeom>
                <a:avLst/>
                <a:gdLst>
                  <a:gd name="T0" fmla="*/ 0 w 25"/>
                  <a:gd name="T1" fmla="*/ 7 h 8"/>
                  <a:gd name="T2" fmla="*/ 16 w 25"/>
                  <a:gd name="T3" fmla="*/ 0 h 8"/>
                  <a:gd name="T4" fmla="*/ 20 w 25"/>
                  <a:gd name="T5" fmla="*/ 1 h 8"/>
                  <a:gd name="T6" fmla="*/ 24 w 25"/>
                  <a:gd name="T7" fmla="*/ 3 h 8"/>
                  <a:gd name="T8" fmla="*/ 19 w 25"/>
                  <a:gd name="T9" fmla="*/ 2 h 8"/>
                  <a:gd name="T10" fmla="*/ 15 w 25"/>
                  <a:gd name="T11" fmla="*/ 2 h 8"/>
                  <a:gd name="T12" fmla="*/ 10 w 25"/>
                  <a:gd name="T13" fmla="*/ 4 h 8"/>
                  <a:gd name="T14" fmla="*/ 0 w 25"/>
                  <a:gd name="T15" fmla="*/ 7 h 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8"/>
                  <a:gd name="T26" fmla="*/ 25 w 25"/>
                  <a:gd name="T27" fmla="*/ 8 h 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8">
                    <a:moveTo>
                      <a:pt x="0" y="7"/>
                    </a:moveTo>
                    <a:lnTo>
                      <a:pt x="16" y="0"/>
                    </a:lnTo>
                    <a:lnTo>
                      <a:pt x="20" y="1"/>
                    </a:lnTo>
                    <a:lnTo>
                      <a:pt x="24" y="3"/>
                    </a:lnTo>
                    <a:lnTo>
                      <a:pt x="19" y="2"/>
                    </a:lnTo>
                    <a:lnTo>
                      <a:pt x="15" y="2"/>
                    </a:lnTo>
                    <a:lnTo>
                      <a:pt x="10" y="4"/>
                    </a:lnTo>
                    <a:lnTo>
                      <a:pt x="0" y="7"/>
                    </a:lnTo>
                  </a:path>
                </a:pathLst>
              </a:custGeom>
              <a:solidFill>
                <a:srgbClr val="000000"/>
              </a:solidFill>
              <a:ln w="9525" cap="rnd">
                <a:noFill/>
                <a:round/>
                <a:headEnd/>
                <a:tailEnd/>
              </a:ln>
            </p:spPr>
            <p:txBody>
              <a:bodyPr/>
              <a:lstStyle/>
              <a:p>
                <a:pPr algn="ctr"/>
                <a:endParaRPr lang="pt-BR" sz="2400"/>
              </a:p>
            </p:txBody>
          </p:sp>
          <p:sp>
            <p:nvSpPr>
              <p:cNvPr id="168" name="Freeform 628"/>
              <p:cNvSpPr>
                <a:spLocks/>
              </p:cNvSpPr>
              <p:nvPr/>
            </p:nvSpPr>
            <p:spPr bwMode="auto">
              <a:xfrm>
                <a:off x="1831" y="2165"/>
                <a:ext cx="21" cy="9"/>
              </a:xfrm>
              <a:custGeom>
                <a:avLst/>
                <a:gdLst>
                  <a:gd name="T0" fmla="*/ 0 w 21"/>
                  <a:gd name="T1" fmla="*/ 4 h 9"/>
                  <a:gd name="T2" fmla="*/ 6 w 21"/>
                  <a:gd name="T3" fmla="*/ 1 h 9"/>
                  <a:gd name="T4" fmla="*/ 13 w 21"/>
                  <a:gd name="T5" fmla="*/ 0 h 9"/>
                  <a:gd name="T6" fmla="*/ 20 w 21"/>
                  <a:gd name="T7" fmla="*/ 1 h 9"/>
                  <a:gd name="T8" fmla="*/ 17 w 21"/>
                  <a:gd name="T9" fmla="*/ 5 h 9"/>
                  <a:gd name="T10" fmla="*/ 13 w 21"/>
                  <a:gd name="T11" fmla="*/ 7 h 9"/>
                  <a:gd name="T12" fmla="*/ 9 w 21"/>
                  <a:gd name="T13" fmla="*/ 8 h 9"/>
                  <a:gd name="T14" fmla="*/ 3 w 21"/>
                  <a:gd name="T15" fmla="*/ 7 h 9"/>
                  <a:gd name="T16" fmla="*/ 9 w 21"/>
                  <a:gd name="T17" fmla="*/ 7 h 9"/>
                  <a:gd name="T18" fmla="*/ 15 w 21"/>
                  <a:gd name="T19" fmla="*/ 5 h 9"/>
                  <a:gd name="T20" fmla="*/ 18 w 21"/>
                  <a:gd name="T21" fmla="*/ 2 h 9"/>
                  <a:gd name="T22" fmla="*/ 12 w 21"/>
                  <a:gd name="T23" fmla="*/ 1 h 9"/>
                  <a:gd name="T24" fmla="*/ 6 w 21"/>
                  <a:gd name="T25" fmla="*/ 2 h 9"/>
                  <a:gd name="T26" fmla="*/ 3 w 21"/>
                  <a:gd name="T27" fmla="*/ 4 h 9"/>
                  <a:gd name="T28" fmla="*/ 0 w 21"/>
                  <a:gd name="T29" fmla="*/ 4 h 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
                  <a:gd name="T46" fmla="*/ 0 h 9"/>
                  <a:gd name="T47" fmla="*/ 21 w 21"/>
                  <a:gd name="T48" fmla="*/ 9 h 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 h="9">
                    <a:moveTo>
                      <a:pt x="0" y="4"/>
                    </a:moveTo>
                    <a:lnTo>
                      <a:pt x="6" y="1"/>
                    </a:lnTo>
                    <a:lnTo>
                      <a:pt x="13" y="0"/>
                    </a:lnTo>
                    <a:lnTo>
                      <a:pt x="20" y="1"/>
                    </a:lnTo>
                    <a:lnTo>
                      <a:pt x="17" y="5"/>
                    </a:lnTo>
                    <a:lnTo>
                      <a:pt x="13" y="7"/>
                    </a:lnTo>
                    <a:lnTo>
                      <a:pt x="9" y="8"/>
                    </a:lnTo>
                    <a:lnTo>
                      <a:pt x="3" y="7"/>
                    </a:lnTo>
                    <a:lnTo>
                      <a:pt x="9" y="7"/>
                    </a:lnTo>
                    <a:lnTo>
                      <a:pt x="15" y="5"/>
                    </a:lnTo>
                    <a:lnTo>
                      <a:pt x="18" y="2"/>
                    </a:lnTo>
                    <a:lnTo>
                      <a:pt x="12" y="1"/>
                    </a:lnTo>
                    <a:lnTo>
                      <a:pt x="6" y="2"/>
                    </a:lnTo>
                    <a:lnTo>
                      <a:pt x="3" y="4"/>
                    </a:lnTo>
                    <a:lnTo>
                      <a:pt x="0" y="4"/>
                    </a:lnTo>
                  </a:path>
                </a:pathLst>
              </a:custGeom>
              <a:solidFill>
                <a:srgbClr val="000000"/>
              </a:solidFill>
              <a:ln w="9525" cap="rnd">
                <a:noFill/>
                <a:round/>
                <a:headEnd/>
                <a:tailEnd/>
              </a:ln>
            </p:spPr>
            <p:txBody>
              <a:bodyPr/>
              <a:lstStyle/>
              <a:p>
                <a:pPr algn="ctr"/>
                <a:endParaRPr lang="pt-BR" sz="2400"/>
              </a:p>
            </p:txBody>
          </p:sp>
          <p:sp>
            <p:nvSpPr>
              <p:cNvPr id="169" name="Freeform 629"/>
              <p:cNvSpPr>
                <a:spLocks/>
              </p:cNvSpPr>
              <p:nvPr/>
            </p:nvSpPr>
            <p:spPr bwMode="auto">
              <a:xfrm>
                <a:off x="1827" y="2162"/>
                <a:ext cx="19" cy="22"/>
              </a:xfrm>
              <a:custGeom>
                <a:avLst/>
                <a:gdLst>
                  <a:gd name="T0" fmla="*/ 12 w 19"/>
                  <a:gd name="T1" fmla="*/ 1 h 22"/>
                  <a:gd name="T2" fmla="*/ 18 w 19"/>
                  <a:gd name="T3" fmla="*/ 2 h 22"/>
                  <a:gd name="T4" fmla="*/ 11 w 19"/>
                  <a:gd name="T5" fmla="*/ 2 h 22"/>
                  <a:gd name="T6" fmla="*/ 10 w 19"/>
                  <a:gd name="T7" fmla="*/ 5 h 22"/>
                  <a:gd name="T8" fmla="*/ 6 w 19"/>
                  <a:gd name="T9" fmla="*/ 7 h 22"/>
                  <a:gd name="T10" fmla="*/ 4 w 19"/>
                  <a:gd name="T11" fmla="*/ 10 h 22"/>
                  <a:gd name="T12" fmla="*/ 4 w 19"/>
                  <a:gd name="T13" fmla="*/ 14 h 22"/>
                  <a:gd name="T14" fmla="*/ 6 w 19"/>
                  <a:gd name="T15" fmla="*/ 21 h 22"/>
                  <a:gd name="T16" fmla="*/ 4 w 19"/>
                  <a:gd name="T17" fmla="*/ 14 h 22"/>
                  <a:gd name="T18" fmla="*/ 3 w 19"/>
                  <a:gd name="T19" fmla="*/ 11 h 22"/>
                  <a:gd name="T20" fmla="*/ 3 w 19"/>
                  <a:gd name="T21" fmla="*/ 8 h 22"/>
                  <a:gd name="T22" fmla="*/ 0 w 19"/>
                  <a:gd name="T23" fmla="*/ 5 h 22"/>
                  <a:gd name="T24" fmla="*/ 10 w 19"/>
                  <a:gd name="T25" fmla="*/ 2 h 22"/>
                  <a:gd name="T26" fmla="*/ 15 w 19"/>
                  <a:gd name="T27" fmla="*/ 0 h 22"/>
                  <a:gd name="T28" fmla="*/ 12 w 19"/>
                  <a:gd name="T29" fmla="*/ 1 h 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22"/>
                  <a:gd name="T47" fmla="*/ 19 w 19"/>
                  <a:gd name="T48" fmla="*/ 22 h 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22">
                    <a:moveTo>
                      <a:pt x="12" y="1"/>
                    </a:moveTo>
                    <a:lnTo>
                      <a:pt x="18" y="2"/>
                    </a:lnTo>
                    <a:lnTo>
                      <a:pt x="11" y="2"/>
                    </a:lnTo>
                    <a:lnTo>
                      <a:pt x="10" y="5"/>
                    </a:lnTo>
                    <a:lnTo>
                      <a:pt x="6" y="7"/>
                    </a:lnTo>
                    <a:lnTo>
                      <a:pt x="4" y="10"/>
                    </a:lnTo>
                    <a:lnTo>
                      <a:pt x="4" y="14"/>
                    </a:lnTo>
                    <a:lnTo>
                      <a:pt x="6" y="21"/>
                    </a:lnTo>
                    <a:lnTo>
                      <a:pt x="4" y="14"/>
                    </a:lnTo>
                    <a:lnTo>
                      <a:pt x="3" y="11"/>
                    </a:lnTo>
                    <a:lnTo>
                      <a:pt x="3" y="8"/>
                    </a:lnTo>
                    <a:lnTo>
                      <a:pt x="0" y="5"/>
                    </a:lnTo>
                    <a:lnTo>
                      <a:pt x="10" y="2"/>
                    </a:lnTo>
                    <a:lnTo>
                      <a:pt x="15" y="0"/>
                    </a:lnTo>
                    <a:lnTo>
                      <a:pt x="12" y="1"/>
                    </a:lnTo>
                  </a:path>
                </a:pathLst>
              </a:custGeom>
              <a:solidFill>
                <a:srgbClr val="000000"/>
              </a:solidFill>
              <a:ln w="9525" cap="rnd">
                <a:noFill/>
                <a:round/>
                <a:headEnd/>
                <a:tailEnd/>
              </a:ln>
            </p:spPr>
            <p:txBody>
              <a:bodyPr/>
              <a:lstStyle/>
              <a:p>
                <a:pPr algn="ctr"/>
                <a:endParaRPr lang="pt-BR" sz="2400"/>
              </a:p>
            </p:txBody>
          </p:sp>
          <p:sp>
            <p:nvSpPr>
              <p:cNvPr id="170" name="Freeform 630"/>
              <p:cNvSpPr>
                <a:spLocks/>
              </p:cNvSpPr>
              <p:nvPr/>
            </p:nvSpPr>
            <p:spPr bwMode="auto">
              <a:xfrm>
                <a:off x="1820" y="2169"/>
                <a:ext cx="5" cy="19"/>
              </a:xfrm>
              <a:custGeom>
                <a:avLst/>
                <a:gdLst>
                  <a:gd name="T0" fmla="*/ 0 w 5"/>
                  <a:gd name="T1" fmla="*/ 1 h 19"/>
                  <a:gd name="T2" fmla="*/ 2 w 5"/>
                  <a:gd name="T3" fmla="*/ 7 h 19"/>
                  <a:gd name="T4" fmla="*/ 2 w 5"/>
                  <a:gd name="T5" fmla="*/ 12 h 19"/>
                  <a:gd name="T6" fmla="*/ 3 w 5"/>
                  <a:gd name="T7" fmla="*/ 18 h 19"/>
                  <a:gd name="T8" fmla="*/ 4 w 5"/>
                  <a:gd name="T9" fmla="*/ 11 h 19"/>
                  <a:gd name="T10" fmla="*/ 3 w 5"/>
                  <a:gd name="T11" fmla="*/ 7 h 19"/>
                  <a:gd name="T12" fmla="*/ 3 w 5"/>
                  <a:gd name="T13" fmla="*/ 3 h 19"/>
                  <a:gd name="T14" fmla="*/ 2 w 5"/>
                  <a:gd name="T15" fmla="*/ 0 h 19"/>
                  <a:gd name="T16" fmla="*/ 0 w 5"/>
                  <a:gd name="T17" fmla="*/ 1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19"/>
                  <a:gd name="T29" fmla="*/ 5 w 5"/>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19">
                    <a:moveTo>
                      <a:pt x="0" y="1"/>
                    </a:moveTo>
                    <a:lnTo>
                      <a:pt x="2" y="7"/>
                    </a:lnTo>
                    <a:lnTo>
                      <a:pt x="2" y="12"/>
                    </a:lnTo>
                    <a:lnTo>
                      <a:pt x="3" y="18"/>
                    </a:lnTo>
                    <a:lnTo>
                      <a:pt x="4" y="11"/>
                    </a:lnTo>
                    <a:lnTo>
                      <a:pt x="3" y="7"/>
                    </a:lnTo>
                    <a:lnTo>
                      <a:pt x="3" y="3"/>
                    </a:lnTo>
                    <a:lnTo>
                      <a:pt x="2" y="0"/>
                    </a:lnTo>
                    <a:lnTo>
                      <a:pt x="0" y="1"/>
                    </a:lnTo>
                  </a:path>
                </a:pathLst>
              </a:custGeom>
              <a:solidFill>
                <a:srgbClr val="000000"/>
              </a:solidFill>
              <a:ln w="9525" cap="rnd">
                <a:noFill/>
                <a:round/>
                <a:headEnd/>
                <a:tailEnd/>
              </a:ln>
            </p:spPr>
            <p:txBody>
              <a:bodyPr/>
              <a:lstStyle/>
              <a:p>
                <a:pPr algn="ctr"/>
                <a:endParaRPr lang="pt-BR" sz="2400"/>
              </a:p>
            </p:txBody>
          </p:sp>
          <p:sp>
            <p:nvSpPr>
              <p:cNvPr id="171" name="Freeform 631"/>
              <p:cNvSpPr>
                <a:spLocks/>
              </p:cNvSpPr>
              <p:nvPr/>
            </p:nvSpPr>
            <p:spPr bwMode="auto">
              <a:xfrm>
                <a:off x="1834" y="2172"/>
                <a:ext cx="14" cy="5"/>
              </a:xfrm>
              <a:custGeom>
                <a:avLst/>
                <a:gdLst>
                  <a:gd name="T0" fmla="*/ 3 w 14"/>
                  <a:gd name="T1" fmla="*/ 1 h 5"/>
                  <a:gd name="T2" fmla="*/ 0 w 14"/>
                  <a:gd name="T3" fmla="*/ 3 h 5"/>
                  <a:gd name="T4" fmla="*/ 5 w 14"/>
                  <a:gd name="T5" fmla="*/ 4 h 5"/>
                  <a:gd name="T6" fmla="*/ 8 w 14"/>
                  <a:gd name="T7" fmla="*/ 3 h 5"/>
                  <a:gd name="T8" fmla="*/ 13 w 14"/>
                  <a:gd name="T9" fmla="*/ 1 h 5"/>
                  <a:gd name="T10" fmla="*/ 10 w 14"/>
                  <a:gd name="T11" fmla="*/ 1 h 5"/>
                  <a:gd name="T12" fmla="*/ 6 w 14"/>
                  <a:gd name="T13" fmla="*/ 0 h 5"/>
                  <a:gd name="T14" fmla="*/ 3 w 14"/>
                  <a:gd name="T15" fmla="*/ 1 h 5"/>
                  <a:gd name="T16" fmla="*/ 0 60000 65536"/>
                  <a:gd name="T17" fmla="*/ 0 60000 65536"/>
                  <a:gd name="T18" fmla="*/ 0 60000 65536"/>
                  <a:gd name="T19" fmla="*/ 0 60000 65536"/>
                  <a:gd name="T20" fmla="*/ 0 60000 65536"/>
                  <a:gd name="T21" fmla="*/ 0 60000 65536"/>
                  <a:gd name="T22" fmla="*/ 0 60000 65536"/>
                  <a:gd name="T23" fmla="*/ 0 60000 65536"/>
                  <a:gd name="T24" fmla="*/ 0 w 14"/>
                  <a:gd name="T25" fmla="*/ 0 h 5"/>
                  <a:gd name="T26" fmla="*/ 14 w 14"/>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 h="5">
                    <a:moveTo>
                      <a:pt x="3" y="1"/>
                    </a:moveTo>
                    <a:lnTo>
                      <a:pt x="0" y="3"/>
                    </a:lnTo>
                    <a:lnTo>
                      <a:pt x="5" y="4"/>
                    </a:lnTo>
                    <a:lnTo>
                      <a:pt x="8" y="3"/>
                    </a:lnTo>
                    <a:lnTo>
                      <a:pt x="13" y="1"/>
                    </a:lnTo>
                    <a:lnTo>
                      <a:pt x="10" y="1"/>
                    </a:lnTo>
                    <a:lnTo>
                      <a:pt x="6" y="0"/>
                    </a:lnTo>
                    <a:lnTo>
                      <a:pt x="3" y="1"/>
                    </a:lnTo>
                  </a:path>
                </a:pathLst>
              </a:custGeom>
              <a:solidFill>
                <a:srgbClr val="000000"/>
              </a:solidFill>
              <a:ln w="9525" cap="rnd">
                <a:noFill/>
                <a:round/>
                <a:headEnd/>
                <a:tailEnd/>
              </a:ln>
            </p:spPr>
            <p:txBody>
              <a:bodyPr/>
              <a:lstStyle/>
              <a:p>
                <a:pPr algn="ctr"/>
                <a:endParaRPr lang="pt-BR" sz="2400"/>
              </a:p>
            </p:txBody>
          </p:sp>
          <p:sp>
            <p:nvSpPr>
              <p:cNvPr id="172" name="Freeform 632"/>
              <p:cNvSpPr>
                <a:spLocks/>
              </p:cNvSpPr>
              <p:nvPr/>
            </p:nvSpPr>
            <p:spPr bwMode="auto">
              <a:xfrm>
                <a:off x="1780" y="2171"/>
                <a:ext cx="13" cy="14"/>
              </a:xfrm>
              <a:custGeom>
                <a:avLst/>
                <a:gdLst>
                  <a:gd name="T0" fmla="*/ 11 w 13"/>
                  <a:gd name="T1" fmla="*/ 3 h 14"/>
                  <a:gd name="T2" fmla="*/ 6 w 13"/>
                  <a:gd name="T3" fmla="*/ 1 h 14"/>
                  <a:gd name="T4" fmla="*/ 0 w 13"/>
                  <a:gd name="T5" fmla="*/ 0 h 14"/>
                  <a:gd name="T6" fmla="*/ 2 w 13"/>
                  <a:gd name="T7" fmla="*/ 2 h 14"/>
                  <a:gd name="T8" fmla="*/ 3 w 13"/>
                  <a:gd name="T9" fmla="*/ 7 h 14"/>
                  <a:gd name="T10" fmla="*/ 5 w 13"/>
                  <a:gd name="T11" fmla="*/ 10 h 14"/>
                  <a:gd name="T12" fmla="*/ 3 w 13"/>
                  <a:gd name="T13" fmla="*/ 6 h 14"/>
                  <a:gd name="T14" fmla="*/ 4 w 13"/>
                  <a:gd name="T15" fmla="*/ 3 h 14"/>
                  <a:gd name="T16" fmla="*/ 7 w 13"/>
                  <a:gd name="T17" fmla="*/ 4 h 14"/>
                  <a:gd name="T18" fmla="*/ 6 w 13"/>
                  <a:gd name="T19" fmla="*/ 6 h 14"/>
                  <a:gd name="T20" fmla="*/ 7 w 13"/>
                  <a:gd name="T21" fmla="*/ 9 h 14"/>
                  <a:gd name="T22" fmla="*/ 9 w 13"/>
                  <a:gd name="T23" fmla="*/ 10 h 14"/>
                  <a:gd name="T24" fmla="*/ 12 w 13"/>
                  <a:gd name="T25" fmla="*/ 13 h 14"/>
                  <a:gd name="T26" fmla="*/ 11 w 13"/>
                  <a:gd name="T27" fmla="*/ 9 h 14"/>
                  <a:gd name="T28" fmla="*/ 11 w 13"/>
                  <a:gd name="T29" fmla="*/ 7 h 14"/>
                  <a:gd name="T30" fmla="*/ 11 w 13"/>
                  <a:gd name="T31" fmla="*/ 5 h 14"/>
                  <a:gd name="T32" fmla="*/ 11 w 13"/>
                  <a:gd name="T33" fmla="*/ 3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
                  <a:gd name="T52" fmla="*/ 0 h 14"/>
                  <a:gd name="T53" fmla="*/ 13 w 13"/>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 h="14">
                    <a:moveTo>
                      <a:pt x="11" y="3"/>
                    </a:moveTo>
                    <a:lnTo>
                      <a:pt x="6" y="1"/>
                    </a:lnTo>
                    <a:lnTo>
                      <a:pt x="0" y="0"/>
                    </a:lnTo>
                    <a:lnTo>
                      <a:pt x="2" y="2"/>
                    </a:lnTo>
                    <a:lnTo>
                      <a:pt x="3" y="7"/>
                    </a:lnTo>
                    <a:lnTo>
                      <a:pt x="5" y="10"/>
                    </a:lnTo>
                    <a:lnTo>
                      <a:pt x="3" y="6"/>
                    </a:lnTo>
                    <a:lnTo>
                      <a:pt x="4" y="3"/>
                    </a:lnTo>
                    <a:lnTo>
                      <a:pt x="7" y="4"/>
                    </a:lnTo>
                    <a:lnTo>
                      <a:pt x="6" y="6"/>
                    </a:lnTo>
                    <a:lnTo>
                      <a:pt x="7" y="9"/>
                    </a:lnTo>
                    <a:lnTo>
                      <a:pt x="9" y="10"/>
                    </a:lnTo>
                    <a:lnTo>
                      <a:pt x="12" y="13"/>
                    </a:lnTo>
                    <a:lnTo>
                      <a:pt x="11" y="9"/>
                    </a:lnTo>
                    <a:lnTo>
                      <a:pt x="11" y="7"/>
                    </a:lnTo>
                    <a:lnTo>
                      <a:pt x="11" y="5"/>
                    </a:lnTo>
                    <a:lnTo>
                      <a:pt x="11" y="3"/>
                    </a:lnTo>
                  </a:path>
                </a:pathLst>
              </a:custGeom>
              <a:solidFill>
                <a:srgbClr val="000000"/>
              </a:solidFill>
              <a:ln w="9525" cap="rnd">
                <a:noFill/>
                <a:round/>
                <a:headEnd/>
                <a:tailEnd/>
              </a:ln>
            </p:spPr>
            <p:txBody>
              <a:bodyPr/>
              <a:lstStyle/>
              <a:p>
                <a:pPr algn="ctr"/>
                <a:endParaRPr lang="pt-BR" sz="2400"/>
              </a:p>
            </p:txBody>
          </p:sp>
          <p:sp>
            <p:nvSpPr>
              <p:cNvPr id="173" name="Freeform 633"/>
              <p:cNvSpPr>
                <a:spLocks/>
              </p:cNvSpPr>
              <p:nvPr/>
            </p:nvSpPr>
            <p:spPr bwMode="auto">
              <a:xfrm>
                <a:off x="1859" y="2159"/>
                <a:ext cx="10" cy="22"/>
              </a:xfrm>
              <a:custGeom>
                <a:avLst/>
                <a:gdLst>
                  <a:gd name="T0" fmla="*/ 0 w 10"/>
                  <a:gd name="T1" fmla="*/ 8 h 22"/>
                  <a:gd name="T2" fmla="*/ 2 w 10"/>
                  <a:gd name="T3" fmla="*/ 8 h 22"/>
                  <a:gd name="T4" fmla="*/ 4 w 10"/>
                  <a:gd name="T5" fmla="*/ 4 h 22"/>
                  <a:gd name="T6" fmla="*/ 8 w 10"/>
                  <a:gd name="T7" fmla="*/ 0 h 22"/>
                  <a:gd name="T8" fmla="*/ 7 w 10"/>
                  <a:gd name="T9" fmla="*/ 3 h 22"/>
                  <a:gd name="T10" fmla="*/ 9 w 10"/>
                  <a:gd name="T11" fmla="*/ 6 h 22"/>
                  <a:gd name="T12" fmla="*/ 9 w 10"/>
                  <a:gd name="T13" fmla="*/ 11 h 22"/>
                  <a:gd name="T14" fmla="*/ 7 w 10"/>
                  <a:gd name="T15" fmla="*/ 15 h 22"/>
                  <a:gd name="T16" fmla="*/ 8 w 10"/>
                  <a:gd name="T17" fmla="*/ 10 h 22"/>
                  <a:gd name="T18" fmla="*/ 8 w 10"/>
                  <a:gd name="T19" fmla="*/ 8 h 22"/>
                  <a:gd name="T20" fmla="*/ 5 w 10"/>
                  <a:gd name="T21" fmla="*/ 5 h 22"/>
                  <a:gd name="T22" fmla="*/ 4 w 10"/>
                  <a:gd name="T23" fmla="*/ 8 h 22"/>
                  <a:gd name="T24" fmla="*/ 6 w 10"/>
                  <a:gd name="T25" fmla="*/ 11 h 22"/>
                  <a:gd name="T26" fmla="*/ 5 w 10"/>
                  <a:gd name="T27" fmla="*/ 14 h 22"/>
                  <a:gd name="T28" fmla="*/ 4 w 10"/>
                  <a:gd name="T29" fmla="*/ 15 h 22"/>
                  <a:gd name="T30" fmla="*/ 3 w 10"/>
                  <a:gd name="T31" fmla="*/ 17 h 22"/>
                  <a:gd name="T32" fmla="*/ 2 w 10"/>
                  <a:gd name="T33" fmla="*/ 21 h 22"/>
                  <a:gd name="T34" fmla="*/ 2 w 10"/>
                  <a:gd name="T35" fmla="*/ 17 h 22"/>
                  <a:gd name="T36" fmla="*/ 3 w 10"/>
                  <a:gd name="T37" fmla="*/ 14 h 22"/>
                  <a:gd name="T38" fmla="*/ 2 w 10"/>
                  <a:gd name="T39" fmla="*/ 12 h 22"/>
                  <a:gd name="T40" fmla="*/ 0 w 10"/>
                  <a:gd name="T41" fmla="*/ 10 h 22"/>
                  <a:gd name="T42" fmla="*/ 0 w 10"/>
                  <a:gd name="T43" fmla="*/ 8 h 2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
                  <a:gd name="T67" fmla="*/ 0 h 22"/>
                  <a:gd name="T68" fmla="*/ 10 w 10"/>
                  <a:gd name="T69" fmla="*/ 22 h 2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 h="22">
                    <a:moveTo>
                      <a:pt x="0" y="8"/>
                    </a:moveTo>
                    <a:lnTo>
                      <a:pt x="2" y="8"/>
                    </a:lnTo>
                    <a:lnTo>
                      <a:pt x="4" y="4"/>
                    </a:lnTo>
                    <a:lnTo>
                      <a:pt x="8" y="0"/>
                    </a:lnTo>
                    <a:lnTo>
                      <a:pt x="7" y="3"/>
                    </a:lnTo>
                    <a:lnTo>
                      <a:pt x="9" y="6"/>
                    </a:lnTo>
                    <a:lnTo>
                      <a:pt x="9" y="11"/>
                    </a:lnTo>
                    <a:lnTo>
                      <a:pt x="7" y="15"/>
                    </a:lnTo>
                    <a:lnTo>
                      <a:pt x="8" y="10"/>
                    </a:lnTo>
                    <a:lnTo>
                      <a:pt x="8" y="8"/>
                    </a:lnTo>
                    <a:lnTo>
                      <a:pt x="5" y="5"/>
                    </a:lnTo>
                    <a:lnTo>
                      <a:pt x="4" y="8"/>
                    </a:lnTo>
                    <a:lnTo>
                      <a:pt x="6" y="11"/>
                    </a:lnTo>
                    <a:lnTo>
                      <a:pt x="5" y="14"/>
                    </a:lnTo>
                    <a:lnTo>
                      <a:pt x="4" y="15"/>
                    </a:lnTo>
                    <a:lnTo>
                      <a:pt x="3" y="17"/>
                    </a:lnTo>
                    <a:lnTo>
                      <a:pt x="2" y="21"/>
                    </a:lnTo>
                    <a:lnTo>
                      <a:pt x="2" y="17"/>
                    </a:lnTo>
                    <a:lnTo>
                      <a:pt x="3" y="14"/>
                    </a:lnTo>
                    <a:lnTo>
                      <a:pt x="2" y="12"/>
                    </a:lnTo>
                    <a:lnTo>
                      <a:pt x="0" y="10"/>
                    </a:lnTo>
                    <a:lnTo>
                      <a:pt x="0" y="8"/>
                    </a:lnTo>
                  </a:path>
                </a:pathLst>
              </a:custGeom>
              <a:solidFill>
                <a:srgbClr val="000000"/>
              </a:solidFill>
              <a:ln w="9525" cap="rnd">
                <a:noFill/>
                <a:round/>
                <a:headEnd/>
                <a:tailEnd/>
              </a:ln>
            </p:spPr>
            <p:txBody>
              <a:bodyPr/>
              <a:lstStyle/>
              <a:p>
                <a:pPr algn="ctr"/>
                <a:endParaRPr lang="pt-BR" sz="2400"/>
              </a:p>
            </p:txBody>
          </p:sp>
          <p:sp>
            <p:nvSpPr>
              <p:cNvPr id="174" name="Freeform 634"/>
              <p:cNvSpPr>
                <a:spLocks/>
              </p:cNvSpPr>
              <p:nvPr/>
            </p:nvSpPr>
            <p:spPr bwMode="auto">
              <a:xfrm>
                <a:off x="1806" y="2169"/>
                <a:ext cx="9" cy="6"/>
              </a:xfrm>
              <a:custGeom>
                <a:avLst/>
                <a:gdLst>
                  <a:gd name="T0" fmla="*/ 0 w 9"/>
                  <a:gd name="T1" fmla="*/ 2 h 6"/>
                  <a:gd name="T2" fmla="*/ 1 w 9"/>
                  <a:gd name="T3" fmla="*/ 4 h 6"/>
                  <a:gd name="T4" fmla="*/ 3 w 9"/>
                  <a:gd name="T5" fmla="*/ 5 h 6"/>
                  <a:gd name="T6" fmla="*/ 6 w 9"/>
                  <a:gd name="T7" fmla="*/ 4 h 6"/>
                  <a:gd name="T8" fmla="*/ 8 w 9"/>
                  <a:gd name="T9" fmla="*/ 3 h 6"/>
                  <a:gd name="T10" fmla="*/ 8 w 9"/>
                  <a:gd name="T11" fmla="*/ 0 h 6"/>
                  <a:gd name="T12" fmla="*/ 5 w 9"/>
                  <a:gd name="T13" fmla="*/ 1 h 6"/>
                  <a:gd name="T14" fmla="*/ 5 w 9"/>
                  <a:gd name="T15" fmla="*/ 2 h 6"/>
                  <a:gd name="T16" fmla="*/ 4 w 9"/>
                  <a:gd name="T17" fmla="*/ 3 h 6"/>
                  <a:gd name="T18" fmla="*/ 3 w 9"/>
                  <a:gd name="T19" fmla="*/ 2 h 6"/>
                  <a:gd name="T20" fmla="*/ 3 w 9"/>
                  <a:gd name="T21" fmla="*/ 1 h 6"/>
                  <a:gd name="T22" fmla="*/ 0 w 9"/>
                  <a:gd name="T23" fmla="*/ 2 h 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
                  <a:gd name="T37" fmla="*/ 0 h 6"/>
                  <a:gd name="T38" fmla="*/ 9 w 9"/>
                  <a:gd name="T39" fmla="*/ 6 h 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 h="6">
                    <a:moveTo>
                      <a:pt x="0" y="2"/>
                    </a:moveTo>
                    <a:lnTo>
                      <a:pt x="1" y="4"/>
                    </a:lnTo>
                    <a:lnTo>
                      <a:pt x="3" y="5"/>
                    </a:lnTo>
                    <a:lnTo>
                      <a:pt x="6" y="4"/>
                    </a:lnTo>
                    <a:lnTo>
                      <a:pt x="8" y="3"/>
                    </a:lnTo>
                    <a:lnTo>
                      <a:pt x="8" y="0"/>
                    </a:lnTo>
                    <a:lnTo>
                      <a:pt x="5" y="1"/>
                    </a:lnTo>
                    <a:lnTo>
                      <a:pt x="5" y="2"/>
                    </a:lnTo>
                    <a:lnTo>
                      <a:pt x="4" y="3"/>
                    </a:lnTo>
                    <a:lnTo>
                      <a:pt x="3" y="2"/>
                    </a:lnTo>
                    <a:lnTo>
                      <a:pt x="3" y="1"/>
                    </a:lnTo>
                    <a:lnTo>
                      <a:pt x="0" y="2"/>
                    </a:lnTo>
                  </a:path>
                </a:pathLst>
              </a:custGeom>
              <a:solidFill>
                <a:srgbClr val="000000"/>
              </a:solidFill>
              <a:ln w="9525" cap="rnd">
                <a:noFill/>
                <a:round/>
                <a:headEnd/>
                <a:tailEnd/>
              </a:ln>
            </p:spPr>
            <p:txBody>
              <a:bodyPr/>
              <a:lstStyle/>
              <a:p>
                <a:pPr algn="ctr"/>
                <a:endParaRPr lang="pt-BR" sz="2400"/>
              </a:p>
            </p:txBody>
          </p:sp>
          <p:sp>
            <p:nvSpPr>
              <p:cNvPr id="175" name="Freeform 635"/>
              <p:cNvSpPr>
                <a:spLocks/>
              </p:cNvSpPr>
              <p:nvPr/>
            </p:nvSpPr>
            <p:spPr bwMode="auto">
              <a:xfrm>
                <a:off x="1837" y="2166"/>
                <a:ext cx="8" cy="5"/>
              </a:xfrm>
              <a:custGeom>
                <a:avLst/>
                <a:gdLst>
                  <a:gd name="T0" fmla="*/ 0 w 8"/>
                  <a:gd name="T1" fmla="*/ 1 h 5"/>
                  <a:gd name="T2" fmla="*/ 0 w 8"/>
                  <a:gd name="T3" fmla="*/ 4 h 5"/>
                  <a:gd name="T4" fmla="*/ 3 w 8"/>
                  <a:gd name="T5" fmla="*/ 4 h 5"/>
                  <a:gd name="T6" fmla="*/ 5 w 8"/>
                  <a:gd name="T7" fmla="*/ 3 h 5"/>
                  <a:gd name="T8" fmla="*/ 7 w 8"/>
                  <a:gd name="T9" fmla="*/ 2 h 5"/>
                  <a:gd name="T10" fmla="*/ 6 w 8"/>
                  <a:gd name="T11" fmla="*/ 0 h 5"/>
                  <a:gd name="T12" fmla="*/ 5 w 8"/>
                  <a:gd name="T13" fmla="*/ 0 h 5"/>
                  <a:gd name="T14" fmla="*/ 4 w 8"/>
                  <a:gd name="T15" fmla="*/ 2 h 5"/>
                  <a:gd name="T16" fmla="*/ 3 w 8"/>
                  <a:gd name="T17" fmla="*/ 2 h 5"/>
                  <a:gd name="T18" fmla="*/ 2 w 8"/>
                  <a:gd name="T19" fmla="*/ 1 h 5"/>
                  <a:gd name="T20" fmla="*/ 0 w 8"/>
                  <a:gd name="T21" fmla="*/ 1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
                  <a:gd name="T34" fmla="*/ 0 h 5"/>
                  <a:gd name="T35" fmla="*/ 8 w 8"/>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 h="5">
                    <a:moveTo>
                      <a:pt x="0" y="1"/>
                    </a:moveTo>
                    <a:lnTo>
                      <a:pt x="0" y="4"/>
                    </a:lnTo>
                    <a:lnTo>
                      <a:pt x="3" y="4"/>
                    </a:lnTo>
                    <a:lnTo>
                      <a:pt x="5" y="3"/>
                    </a:lnTo>
                    <a:lnTo>
                      <a:pt x="7" y="2"/>
                    </a:lnTo>
                    <a:lnTo>
                      <a:pt x="6" y="0"/>
                    </a:lnTo>
                    <a:lnTo>
                      <a:pt x="5" y="0"/>
                    </a:lnTo>
                    <a:lnTo>
                      <a:pt x="4" y="2"/>
                    </a:lnTo>
                    <a:lnTo>
                      <a:pt x="3" y="2"/>
                    </a:lnTo>
                    <a:lnTo>
                      <a:pt x="2" y="1"/>
                    </a:lnTo>
                    <a:lnTo>
                      <a:pt x="0" y="1"/>
                    </a:lnTo>
                  </a:path>
                </a:pathLst>
              </a:custGeom>
              <a:solidFill>
                <a:srgbClr val="000000"/>
              </a:solidFill>
              <a:ln w="9525" cap="rnd">
                <a:noFill/>
                <a:round/>
                <a:headEnd/>
                <a:tailEnd/>
              </a:ln>
            </p:spPr>
            <p:txBody>
              <a:bodyPr/>
              <a:lstStyle/>
              <a:p>
                <a:pPr algn="ctr"/>
                <a:endParaRPr lang="pt-BR" sz="2400"/>
              </a:p>
            </p:txBody>
          </p:sp>
          <p:sp>
            <p:nvSpPr>
              <p:cNvPr id="176" name="Freeform 636"/>
              <p:cNvSpPr>
                <a:spLocks/>
              </p:cNvSpPr>
              <p:nvPr/>
            </p:nvSpPr>
            <p:spPr bwMode="auto">
              <a:xfrm>
                <a:off x="1815" y="2186"/>
                <a:ext cx="28" cy="14"/>
              </a:xfrm>
              <a:custGeom>
                <a:avLst/>
                <a:gdLst>
                  <a:gd name="T0" fmla="*/ 2 w 28"/>
                  <a:gd name="T1" fmla="*/ 0 h 14"/>
                  <a:gd name="T2" fmla="*/ 0 w 28"/>
                  <a:gd name="T3" fmla="*/ 2 h 14"/>
                  <a:gd name="T4" fmla="*/ 0 w 28"/>
                  <a:gd name="T5" fmla="*/ 5 h 14"/>
                  <a:gd name="T6" fmla="*/ 2 w 28"/>
                  <a:gd name="T7" fmla="*/ 6 h 14"/>
                  <a:gd name="T8" fmla="*/ 3 w 28"/>
                  <a:gd name="T9" fmla="*/ 9 h 14"/>
                  <a:gd name="T10" fmla="*/ 9 w 28"/>
                  <a:gd name="T11" fmla="*/ 12 h 14"/>
                  <a:gd name="T12" fmla="*/ 14 w 28"/>
                  <a:gd name="T13" fmla="*/ 13 h 14"/>
                  <a:gd name="T14" fmla="*/ 17 w 28"/>
                  <a:gd name="T15" fmla="*/ 13 h 14"/>
                  <a:gd name="T16" fmla="*/ 22 w 28"/>
                  <a:gd name="T17" fmla="*/ 8 h 14"/>
                  <a:gd name="T18" fmla="*/ 26 w 28"/>
                  <a:gd name="T19" fmla="*/ 6 h 14"/>
                  <a:gd name="T20" fmla="*/ 27 w 28"/>
                  <a:gd name="T21" fmla="*/ 2 h 14"/>
                  <a:gd name="T22" fmla="*/ 26 w 28"/>
                  <a:gd name="T23" fmla="*/ 1 h 14"/>
                  <a:gd name="T24" fmla="*/ 25 w 28"/>
                  <a:gd name="T25" fmla="*/ 0 h 14"/>
                  <a:gd name="T26" fmla="*/ 25 w 28"/>
                  <a:gd name="T27" fmla="*/ 1 h 14"/>
                  <a:gd name="T28" fmla="*/ 25 w 28"/>
                  <a:gd name="T29" fmla="*/ 3 h 14"/>
                  <a:gd name="T30" fmla="*/ 23 w 28"/>
                  <a:gd name="T31" fmla="*/ 3 h 14"/>
                  <a:gd name="T32" fmla="*/ 20 w 28"/>
                  <a:gd name="T33" fmla="*/ 5 h 14"/>
                  <a:gd name="T34" fmla="*/ 19 w 28"/>
                  <a:gd name="T35" fmla="*/ 7 h 14"/>
                  <a:gd name="T36" fmla="*/ 17 w 28"/>
                  <a:gd name="T37" fmla="*/ 8 h 14"/>
                  <a:gd name="T38" fmla="*/ 13 w 28"/>
                  <a:gd name="T39" fmla="*/ 9 h 14"/>
                  <a:gd name="T40" fmla="*/ 10 w 28"/>
                  <a:gd name="T41" fmla="*/ 8 h 14"/>
                  <a:gd name="T42" fmla="*/ 7 w 28"/>
                  <a:gd name="T43" fmla="*/ 7 h 14"/>
                  <a:gd name="T44" fmla="*/ 4 w 28"/>
                  <a:gd name="T45" fmla="*/ 5 h 14"/>
                  <a:gd name="T46" fmla="*/ 2 w 28"/>
                  <a:gd name="T47" fmla="*/ 5 h 14"/>
                  <a:gd name="T48" fmla="*/ 1 w 28"/>
                  <a:gd name="T49" fmla="*/ 4 h 14"/>
                  <a:gd name="T50" fmla="*/ 1 w 28"/>
                  <a:gd name="T51" fmla="*/ 2 h 14"/>
                  <a:gd name="T52" fmla="*/ 2 w 28"/>
                  <a:gd name="T53" fmla="*/ 0 h 1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8"/>
                  <a:gd name="T82" fmla="*/ 0 h 14"/>
                  <a:gd name="T83" fmla="*/ 28 w 28"/>
                  <a:gd name="T84" fmla="*/ 14 h 1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8" h="14">
                    <a:moveTo>
                      <a:pt x="2" y="0"/>
                    </a:moveTo>
                    <a:lnTo>
                      <a:pt x="0" y="2"/>
                    </a:lnTo>
                    <a:lnTo>
                      <a:pt x="0" y="5"/>
                    </a:lnTo>
                    <a:lnTo>
                      <a:pt x="2" y="6"/>
                    </a:lnTo>
                    <a:lnTo>
                      <a:pt x="3" y="9"/>
                    </a:lnTo>
                    <a:lnTo>
                      <a:pt x="9" y="12"/>
                    </a:lnTo>
                    <a:lnTo>
                      <a:pt x="14" y="13"/>
                    </a:lnTo>
                    <a:lnTo>
                      <a:pt x="17" y="13"/>
                    </a:lnTo>
                    <a:lnTo>
                      <a:pt x="22" y="8"/>
                    </a:lnTo>
                    <a:lnTo>
                      <a:pt x="26" y="6"/>
                    </a:lnTo>
                    <a:lnTo>
                      <a:pt x="27" y="2"/>
                    </a:lnTo>
                    <a:lnTo>
                      <a:pt x="26" y="1"/>
                    </a:lnTo>
                    <a:lnTo>
                      <a:pt x="25" y="0"/>
                    </a:lnTo>
                    <a:lnTo>
                      <a:pt x="25" y="1"/>
                    </a:lnTo>
                    <a:lnTo>
                      <a:pt x="25" y="3"/>
                    </a:lnTo>
                    <a:lnTo>
                      <a:pt x="23" y="3"/>
                    </a:lnTo>
                    <a:lnTo>
                      <a:pt x="20" y="5"/>
                    </a:lnTo>
                    <a:lnTo>
                      <a:pt x="19" y="7"/>
                    </a:lnTo>
                    <a:lnTo>
                      <a:pt x="17" y="8"/>
                    </a:lnTo>
                    <a:lnTo>
                      <a:pt x="13" y="9"/>
                    </a:lnTo>
                    <a:lnTo>
                      <a:pt x="10" y="8"/>
                    </a:lnTo>
                    <a:lnTo>
                      <a:pt x="7" y="7"/>
                    </a:lnTo>
                    <a:lnTo>
                      <a:pt x="4" y="5"/>
                    </a:lnTo>
                    <a:lnTo>
                      <a:pt x="2" y="5"/>
                    </a:lnTo>
                    <a:lnTo>
                      <a:pt x="1" y="4"/>
                    </a:lnTo>
                    <a:lnTo>
                      <a:pt x="1" y="2"/>
                    </a:lnTo>
                    <a:lnTo>
                      <a:pt x="2" y="0"/>
                    </a:lnTo>
                  </a:path>
                </a:pathLst>
              </a:custGeom>
              <a:solidFill>
                <a:srgbClr val="000000"/>
              </a:solidFill>
              <a:ln w="9525" cap="rnd">
                <a:noFill/>
                <a:round/>
                <a:headEnd/>
                <a:tailEnd/>
              </a:ln>
            </p:spPr>
            <p:txBody>
              <a:bodyPr/>
              <a:lstStyle/>
              <a:p>
                <a:pPr algn="ctr"/>
                <a:endParaRPr lang="pt-BR" sz="2400"/>
              </a:p>
            </p:txBody>
          </p:sp>
          <p:sp>
            <p:nvSpPr>
              <p:cNvPr id="177" name="Freeform 637"/>
              <p:cNvSpPr>
                <a:spLocks/>
              </p:cNvSpPr>
              <p:nvPr/>
            </p:nvSpPr>
            <p:spPr bwMode="auto">
              <a:xfrm>
                <a:off x="1813" y="2199"/>
                <a:ext cx="38" cy="7"/>
              </a:xfrm>
              <a:custGeom>
                <a:avLst/>
                <a:gdLst>
                  <a:gd name="T0" fmla="*/ 3 w 38"/>
                  <a:gd name="T1" fmla="*/ 4 h 7"/>
                  <a:gd name="T2" fmla="*/ 6 w 38"/>
                  <a:gd name="T3" fmla="*/ 3 h 7"/>
                  <a:gd name="T4" fmla="*/ 12 w 38"/>
                  <a:gd name="T5" fmla="*/ 1 h 7"/>
                  <a:gd name="T6" fmla="*/ 18 w 38"/>
                  <a:gd name="T7" fmla="*/ 2 h 7"/>
                  <a:gd name="T8" fmla="*/ 24 w 38"/>
                  <a:gd name="T9" fmla="*/ 0 h 7"/>
                  <a:gd name="T10" fmla="*/ 35 w 38"/>
                  <a:gd name="T11" fmla="*/ 1 h 7"/>
                  <a:gd name="T12" fmla="*/ 37 w 38"/>
                  <a:gd name="T13" fmla="*/ 0 h 7"/>
                  <a:gd name="T14" fmla="*/ 37 w 38"/>
                  <a:gd name="T15" fmla="*/ 2 h 7"/>
                  <a:gd name="T16" fmla="*/ 36 w 38"/>
                  <a:gd name="T17" fmla="*/ 3 h 7"/>
                  <a:gd name="T18" fmla="*/ 34 w 38"/>
                  <a:gd name="T19" fmla="*/ 2 h 7"/>
                  <a:gd name="T20" fmla="*/ 30 w 38"/>
                  <a:gd name="T21" fmla="*/ 2 h 7"/>
                  <a:gd name="T22" fmla="*/ 23 w 38"/>
                  <a:gd name="T23" fmla="*/ 3 h 7"/>
                  <a:gd name="T24" fmla="*/ 17 w 38"/>
                  <a:gd name="T25" fmla="*/ 4 h 7"/>
                  <a:gd name="T26" fmla="*/ 8 w 38"/>
                  <a:gd name="T27" fmla="*/ 4 h 7"/>
                  <a:gd name="T28" fmla="*/ 3 w 38"/>
                  <a:gd name="T29" fmla="*/ 5 h 7"/>
                  <a:gd name="T30" fmla="*/ 1 w 38"/>
                  <a:gd name="T31" fmla="*/ 6 h 7"/>
                  <a:gd name="T32" fmla="*/ 0 w 38"/>
                  <a:gd name="T33" fmla="*/ 6 h 7"/>
                  <a:gd name="T34" fmla="*/ 0 w 38"/>
                  <a:gd name="T35" fmla="*/ 4 h 7"/>
                  <a:gd name="T36" fmla="*/ 2 w 38"/>
                  <a:gd name="T37" fmla="*/ 3 h 7"/>
                  <a:gd name="T38" fmla="*/ 3 w 38"/>
                  <a:gd name="T39" fmla="*/ 4 h 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8"/>
                  <a:gd name="T61" fmla="*/ 0 h 7"/>
                  <a:gd name="T62" fmla="*/ 38 w 38"/>
                  <a:gd name="T63" fmla="*/ 7 h 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8" h="7">
                    <a:moveTo>
                      <a:pt x="3" y="4"/>
                    </a:moveTo>
                    <a:lnTo>
                      <a:pt x="6" y="3"/>
                    </a:lnTo>
                    <a:lnTo>
                      <a:pt x="12" y="1"/>
                    </a:lnTo>
                    <a:lnTo>
                      <a:pt x="18" y="2"/>
                    </a:lnTo>
                    <a:lnTo>
                      <a:pt x="24" y="0"/>
                    </a:lnTo>
                    <a:lnTo>
                      <a:pt x="35" y="1"/>
                    </a:lnTo>
                    <a:lnTo>
                      <a:pt x="37" y="0"/>
                    </a:lnTo>
                    <a:lnTo>
                      <a:pt x="37" y="2"/>
                    </a:lnTo>
                    <a:lnTo>
                      <a:pt x="36" y="3"/>
                    </a:lnTo>
                    <a:lnTo>
                      <a:pt x="34" y="2"/>
                    </a:lnTo>
                    <a:lnTo>
                      <a:pt x="30" y="2"/>
                    </a:lnTo>
                    <a:lnTo>
                      <a:pt x="23" y="3"/>
                    </a:lnTo>
                    <a:lnTo>
                      <a:pt x="17" y="4"/>
                    </a:lnTo>
                    <a:lnTo>
                      <a:pt x="8" y="4"/>
                    </a:lnTo>
                    <a:lnTo>
                      <a:pt x="3" y="5"/>
                    </a:lnTo>
                    <a:lnTo>
                      <a:pt x="1" y="6"/>
                    </a:lnTo>
                    <a:lnTo>
                      <a:pt x="0" y="6"/>
                    </a:lnTo>
                    <a:lnTo>
                      <a:pt x="0" y="4"/>
                    </a:lnTo>
                    <a:lnTo>
                      <a:pt x="2" y="3"/>
                    </a:lnTo>
                    <a:lnTo>
                      <a:pt x="3" y="4"/>
                    </a:lnTo>
                  </a:path>
                </a:pathLst>
              </a:custGeom>
              <a:solidFill>
                <a:srgbClr val="000000"/>
              </a:solidFill>
              <a:ln w="9525" cap="rnd">
                <a:noFill/>
                <a:round/>
                <a:headEnd/>
                <a:tailEnd/>
              </a:ln>
            </p:spPr>
            <p:txBody>
              <a:bodyPr/>
              <a:lstStyle/>
              <a:p>
                <a:pPr algn="ctr"/>
                <a:endParaRPr lang="pt-BR" sz="2400"/>
              </a:p>
            </p:txBody>
          </p:sp>
          <p:sp>
            <p:nvSpPr>
              <p:cNvPr id="178" name="Freeform 638"/>
              <p:cNvSpPr>
                <a:spLocks/>
              </p:cNvSpPr>
              <p:nvPr/>
            </p:nvSpPr>
            <p:spPr bwMode="auto">
              <a:xfrm>
                <a:off x="1821" y="2207"/>
                <a:ext cx="21" cy="8"/>
              </a:xfrm>
              <a:custGeom>
                <a:avLst/>
                <a:gdLst>
                  <a:gd name="T0" fmla="*/ 0 w 21"/>
                  <a:gd name="T1" fmla="*/ 2 h 8"/>
                  <a:gd name="T2" fmla="*/ 5 w 21"/>
                  <a:gd name="T3" fmla="*/ 3 h 8"/>
                  <a:gd name="T4" fmla="*/ 9 w 21"/>
                  <a:gd name="T5" fmla="*/ 3 h 8"/>
                  <a:gd name="T6" fmla="*/ 14 w 21"/>
                  <a:gd name="T7" fmla="*/ 2 h 8"/>
                  <a:gd name="T8" fmla="*/ 20 w 21"/>
                  <a:gd name="T9" fmla="*/ 0 h 8"/>
                  <a:gd name="T10" fmla="*/ 16 w 21"/>
                  <a:gd name="T11" fmla="*/ 4 h 8"/>
                  <a:gd name="T12" fmla="*/ 17 w 21"/>
                  <a:gd name="T13" fmla="*/ 7 h 8"/>
                  <a:gd name="T14" fmla="*/ 13 w 21"/>
                  <a:gd name="T15" fmla="*/ 7 h 8"/>
                  <a:gd name="T16" fmla="*/ 5 w 21"/>
                  <a:gd name="T17" fmla="*/ 7 h 8"/>
                  <a:gd name="T18" fmla="*/ 5 w 21"/>
                  <a:gd name="T19" fmla="*/ 5 h 8"/>
                  <a:gd name="T20" fmla="*/ 0 w 21"/>
                  <a:gd name="T21" fmla="*/ 2 h 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8"/>
                  <a:gd name="T35" fmla="*/ 21 w 21"/>
                  <a:gd name="T36" fmla="*/ 8 h 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8">
                    <a:moveTo>
                      <a:pt x="0" y="2"/>
                    </a:moveTo>
                    <a:lnTo>
                      <a:pt x="5" y="3"/>
                    </a:lnTo>
                    <a:lnTo>
                      <a:pt x="9" y="3"/>
                    </a:lnTo>
                    <a:lnTo>
                      <a:pt x="14" y="2"/>
                    </a:lnTo>
                    <a:lnTo>
                      <a:pt x="20" y="0"/>
                    </a:lnTo>
                    <a:lnTo>
                      <a:pt x="16" y="4"/>
                    </a:lnTo>
                    <a:lnTo>
                      <a:pt x="17" y="7"/>
                    </a:lnTo>
                    <a:lnTo>
                      <a:pt x="13" y="7"/>
                    </a:lnTo>
                    <a:lnTo>
                      <a:pt x="5" y="7"/>
                    </a:lnTo>
                    <a:lnTo>
                      <a:pt x="5" y="5"/>
                    </a:lnTo>
                    <a:lnTo>
                      <a:pt x="0" y="2"/>
                    </a:lnTo>
                  </a:path>
                </a:pathLst>
              </a:custGeom>
              <a:solidFill>
                <a:srgbClr val="000000"/>
              </a:solidFill>
              <a:ln w="9525" cap="rnd">
                <a:noFill/>
                <a:round/>
                <a:headEnd/>
                <a:tailEnd/>
              </a:ln>
            </p:spPr>
            <p:txBody>
              <a:bodyPr/>
              <a:lstStyle/>
              <a:p>
                <a:pPr algn="ctr"/>
                <a:endParaRPr lang="pt-BR" sz="2400"/>
              </a:p>
            </p:txBody>
          </p:sp>
          <p:sp>
            <p:nvSpPr>
              <p:cNvPr id="179" name="Freeform 639"/>
              <p:cNvSpPr>
                <a:spLocks/>
              </p:cNvSpPr>
              <p:nvPr/>
            </p:nvSpPr>
            <p:spPr bwMode="auto">
              <a:xfrm>
                <a:off x="1794" y="2185"/>
                <a:ext cx="68" cy="44"/>
              </a:xfrm>
              <a:custGeom>
                <a:avLst/>
                <a:gdLst>
                  <a:gd name="T0" fmla="*/ 0 w 68"/>
                  <a:gd name="T1" fmla="*/ 6 h 44"/>
                  <a:gd name="T2" fmla="*/ 7 w 68"/>
                  <a:gd name="T3" fmla="*/ 24 h 44"/>
                  <a:gd name="T4" fmla="*/ 12 w 68"/>
                  <a:gd name="T5" fmla="*/ 31 h 44"/>
                  <a:gd name="T6" fmla="*/ 17 w 68"/>
                  <a:gd name="T7" fmla="*/ 34 h 44"/>
                  <a:gd name="T8" fmla="*/ 23 w 68"/>
                  <a:gd name="T9" fmla="*/ 38 h 44"/>
                  <a:gd name="T10" fmla="*/ 28 w 68"/>
                  <a:gd name="T11" fmla="*/ 40 h 44"/>
                  <a:gd name="T12" fmla="*/ 36 w 68"/>
                  <a:gd name="T13" fmla="*/ 43 h 44"/>
                  <a:gd name="T14" fmla="*/ 42 w 68"/>
                  <a:gd name="T15" fmla="*/ 43 h 44"/>
                  <a:gd name="T16" fmla="*/ 49 w 68"/>
                  <a:gd name="T17" fmla="*/ 41 h 44"/>
                  <a:gd name="T18" fmla="*/ 54 w 68"/>
                  <a:gd name="T19" fmla="*/ 37 h 44"/>
                  <a:gd name="T20" fmla="*/ 58 w 68"/>
                  <a:gd name="T21" fmla="*/ 32 h 44"/>
                  <a:gd name="T22" fmla="*/ 62 w 68"/>
                  <a:gd name="T23" fmla="*/ 26 h 44"/>
                  <a:gd name="T24" fmla="*/ 65 w 68"/>
                  <a:gd name="T25" fmla="*/ 20 h 44"/>
                  <a:gd name="T26" fmla="*/ 66 w 68"/>
                  <a:gd name="T27" fmla="*/ 13 h 44"/>
                  <a:gd name="T28" fmla="*/ 67 w 68"/>
                  <a:gd name="T29" fmla="*/ 0 h 44"/>
                  <a:gd name="T30" fmla="*/ 65 w 68"/>
                  <a:gd name="T31" fmla="*/ 1 h 44"/>
                  <a:gd name="T32" fmla="*/ 64 w 68"/>
                  <a:gd name="T33" fmla="*/ 18 h 44"/>
                  <a:gd name="T34" fmla="*/ 61 w 68"/>
                  <a:gd name="T35" fmla="*/ 25 h 44"/>
                  <a:gd name="T36" fmla="*/ 58 w 68"/>
                  <a:gd name="T37" fmla="*/ 31 h 44"/>
                  <a:gd name="T38" fmla="*/ 53 w 68"/>
                  <a:gd name="T39" fmla="*/ 36 h 44"/>
                  <a:gd name="T40" fmla="*/ 48 w 68"/>
                  <a:gd name="T41" fmla="*/ 39 h 44"/>
                  <a:gd name="T42" fmla="*/ 48 w 68"/>
                  <a:gd name="T43" fmla="*/ 37 h 44"/>
                  <a:gd name="T44" fmla="*/ 43 w 68"/>
                  <a:gd name="T45" fmla="*/ 38 h 44"/>
                  <a:gd name="T46" fmla="*/ 38 w 68"/>
                  <a:gd name="T47" fmla="*/ 39 h 44"/>
                  <a:gd name="T48" fmla="*/ 32 w 68"/>
                  <a:gd name="T49" fmla="*/ 38 h 44"/>
                  <a:gd name="T50" fmla="*/ 28 w 68"/>
                  <a:gd name="T51" fmla="*/ 37 h 44"/>
                  <a:gd name="T52" fmla="*/ 29 w 68"/>
                  <a:gd name="T53" fmla="*/ 39 h 44"/>
                  <a:gd name="T54" fmla="*/ 22 w 68"/>
                  <a:gd name="T55" fmla="*/ 36 h 44"/>
                  <a:gd name="T56" fmla="*/ 15 w 68"/>
                  <a:gd name="T57" fmla="*/ 31 h 44"/>
                  <a:gd name="T58" fmla="*/ 10 w 68"/>
                  <a:gd name="T59" fmla="*/ 26 h 44"/>
                  <a:gd name="T60" fmla="*/ 7 w 68"/>
                  <a:gd name="T61" fmla="*/ 19 h 44"/>
                  <a:gd name="T62" fmla="*/ 1 w 68"/>
                  <a:gd name="T63" fmla="*/ 5 h 44"/>
                  <a:gd name="T64" fmla="*/ 0 w 68"/>
                  <a:gd name="T65" fmla="*/ 6 h 4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8"/>
                  <a:gd name="T100" fmla="*/ 0 h 44"/>
                  <a:gd name="T101" fmla="*/ 68 w 68"/>
                  <a:gd name="T102" fmla="*/ 44 h 4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8" h="44">
                    <a:moveTo>
                      <a:pt x="0" y="6"/>
                    </a:moveTo>
                    <a:lnTo>
                      <a:pt x="7" y="24"/>
                    </a:lnTo>
                    <a:lnTo>
                      <a:pt x="12" y="31"/>
                    </a:lnTo>
                    <a:lnTo>
                      <a:pt x="17" y="34"/>
                    </a:lnTo>
                    <a:lnTo>
                      <a:pt x="23" y="38"/>
                    </a:lnTo>
                    <a:lnTo>
                      <a:pt x="28" y="40"/>
                    </a:lnTo>
                    <a:lnTo>
                      <a:pt x="36" y="43"/>
                    </a:lnTo>
                    <a:lnTo>
                      <a:pt x="42" y="43"/>
                    </a:lnTo>
                    <a:lnTo>
                      <a:pt x="49" y="41"/>
                    </a:lnTo>
                    <a:lnTo>
                      <a:pt x="54" y="37"/>
                    </a:lnTo>
                    <a:lnTo>
                      <a:pt x="58" y="32"/>
                    </a:lnTo>
                    <a:lnTo>
                      <a:pt x="62" y="26"/>
                    </a:lnTo>
                    <a:lnTo>
                      <a:pt x="65" y="20"/>
                    </a:lnTo>
                    <a:lnTo>
                      <a:pt x="66" y="13"/>
                    </a:lnTo>
                    <a:lnTo>
                      <a:pt x="67" y="0"/>
                    </a:lnTo>
                    <a:lnTo>
                      <a:pt x="65" y="1"/>
                    </a:lnTo>
                    <a:lnTo>
                      <a:pt x="64" y="18"/>
                    </a:lnTo>
                    <a:lnTo>
                      <a:pt x="61" y="25"/>
                    </a:lnTo>
                    <a:lnTo>
                      <a:pt x="58" y="31"/>
                    </a:lnTo>
                    <a:lnTo>
                      <a:pt x="53" y="36"/>
                    </a:lnTo>
                    <a:lnTo>
                      <a:pt x="48" y="39"/>
                    </a:lnTo>
                    <a:lnTo>
                      <a:pt x="48" y="37"/>
                    </a:lnTo>
                    <a:lnTo>
                      <a:pt x="43" y="38"/>
                    </a:lnTo>
                    <a:lnTo>
                      <a:pt x="38" y="39"/>
                    </a:lnTo>
                    <a:lnTo>
                      <a:pt x="32" y="38"/>
                    </a:lnTo>
                    <a:lnTo>
                      <a:pt x="28" y="37"/>
                    </a:lnTo>
                    <a:lnTo>
                      <a:pt x="29" y="39"/>
                    </a:lnTo>
                    <a:lnTo>
                      <a:pt x="22" y="36"/>
                    </a:lnTo>
                    <a:lnTo>
                      <a:pt x="15" y="31"/>
                    </a:lnTo>
                    <a:lnTo>
                      <a:pt x="10" y="26"/>
                    </a:lnTo>
                    <a:lnTo>
                      <a:pt x="7" y="19"/>
                    </a:lnTo>
                    <a:lnTo>
                      <a:pt x="1" y="5"/>
                    </a:lnTo>
                    <a:lnTo>
                      <a:pt x="0" y="6"/>
                    </a:lnTo>
                  </a:path>
                </a:pathLst>
              </a:custGeom>
              <a:solidFill>
                <a:srgbClr val="000000"/>
              </a:solidFill>
              <a:ln w="9525" cap="rnd">
                <a:noFill/>
                <a:round/>
                <a:headEnd/>
                <a:tailEnd/>
              </a:ln>
            </p:spPr>
            <p:txBody>
              <a:bodyPr/>
              <a:lstStyle/>
              <a:p>
                <a:pPr algn="ctr"/>
                <a:endParaRPr lang="pt-BR" sz="2400"/>
              </a:p>
            </p:txBody>
          </p:sp>
          <p:sp>
            <p:nvSpPr>
              <p:cNvPr id="180" name="Freeform 640"/>
              <p:cNvSpPr>
                <a:spLocks/>
              </p:cNvSpPr>
              <p:nvPr/>
            </p:nvSpPr>
            <p:spPr bwMode="auto">
              <a:xfrm>
                <a:off x="1800" y="2190"/>
                <a:ext cx="15" cy="22"/>
              </a:xfrm>
              <a:custGeom>
                <a:avLst/>
                <a:gdLst>
                  <a:gd name="T0" fmla="*/ 1 w 15"/>
                  <a:gd name="T1" fmla="*/ 4 h 22"/>
                  <a:gd name="T2" fmla="*/ 7 w 15"/>
                  <a:gd name="T3" fmla="*/ 4 h 22"/>
                  <a:gd name="T4" fmla="*/ 10 w 15"/>
                  <a:gd name="T5" fmla="*/ 3 h 22"/>
                  <a:gd name="T6" fmla="*/ 14 w 15"/>
                  <a:gd name="T7" fmla="*/ 0 h 22"/>
                  <a:gd name="T8" fmla="*/ 11 w 15"/>
                  <a:gd name="T9" fmla="*/ 4 h 22"/>
                  <a:gd name="T10" fmla="*/ 8 w 15"/>
                  <a:gd name="T11" fmla="*/ 9 h 22"/>
                  <a:gd name="T12" fmla="*/ 9 w 15"/>
                  <a:gd name="T13" fmla="*/ 13 h 22"/>
                  <a:gd name="T14" fmla="*/ 12 w 15"/>
                  <a:gd name="T15" fmla="*/ 21 h 22"/>
                  <a:gd name="T16" fmla="*/ 8 w 15"/>
                  <a:gd name="T17" fmla="*/ 15 h 22"/>
                  <a:gd name="T18" fmla="*/ 5 w 15"/>
                  <a:gd name="T19" fmla="*/ 10 h 22"/>
                  <a:gd name="T20" fmla="*/ 3 w 15"/>
                  <a:gd name="T21" fmla="*/ 9 h 22"/>
                  <a:gd name="T22" fmla="*/ 0 w 15"/>
                  <a:gd name="T23" fmla="*/ 5 h 22"/>
                  <a:gd name="T24" fmla="*/ 1 w 15"/>
                  <a:gd name="T25" fmla="*/ 4 h 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
                  <a:gd name="T40" fmla="*/ 0 h 22"/>
                  <a:gd name="T41" fmla="*/ 15 w 15"/>
                  <a:gd name="T42" fmla="*/ 22 h 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 h="22">
                    <a:moveTo>
                      <a:pt x="1" y="4"/>
                    </a:moveTo>
                    <a:lnTo>
                      <a:pt x="7" y="4"/>
                    </a:lnTo>
                    <a:lnTo>
                      <a:pt x="10" y="3"/>
                    </a:lnTo>
                    <a:lnTo>
                      <a:pt x="14" y="0"/>
                    </a:lnTo>
                    <a:lnTo>
                      <a:pt x="11" y="4"/>
                    </a:lnTo>
                    <a:lnTo>
                      <a:pt x="8" y="9"/>
                    </a:lnTo>
                    <a:lnTo>
                      <a:pt x="9" y="13"/>
                    </a:lnTo>
                    <a:lnTo>
                      <a:pt x="12" y="21"/>
                    </a:lnTo>
                    <a:lnTo>
                      <a:pt x="8" y="15"/>
                    </a:lnTo>
                    <a:lnTo>
                      <a:pt x="5" y="10"/>
                    </a:lnTo>
                    <a:lnTo>
                      <a:pt x="3" y="9"/>
                    </a:lnTo>
                    <a:lnTo>
                      <a:pt x="0" y="5"/>
                    </a:lnTo>
                    <a:lnTo>
                      <a:pt x="1" y="4"/>
                    </a:lnTo>
                  </a:path>
                </a:pathLst>
              </a:custGeom>
              <a:solidFill>
                <a:srgbClr val="000000"/>
              </a:solidFill>
              <a:ln w="9525" cap="rnd">
                <a:noFill/>
                <a:round/>
                <a:headEnd/>
                <a:tailEnd/>
              </a:ln>
            </p:spPr>
            <p:txBody>
              <a:bodyPr/>
              <a:lstStyle/>
              <a:p>
                <a:pPr algn="ctr"/>
                <a:endParaRPr lang="pt-BR" sz="2400"/>
              </a:p>
            </p:txBody>
          </p:sp>
          <p:sp>
            <p:nvSpPr>
              <p:cNvPr id="181" name="Freeform 641"/>
              <p:cNvSpPr>
                <a:spLocks/>
              </p:cNvSpPr>
              <p:nvPr/>
            </p:nvSpPr>
            <p:spPr bwMode="auto">
              <a:xfrm>
                <a:off x="1843" y="2188"/>
                <a:ext cx="13" cy="16"/>
              </a:xfrm>
              <a:custGeom>
                <a:avLst/>
                <a:gdLst>
                  <a:gd name="T0" fmla="*/ 0 w 13"/>
                  <a:gd name="T1" fmla="*/ 0 h 16"/>
                  <a:gd name="T2" fmla="*/ 3 w 13"/>
                  <a:gd name="T3" fmla="*/ 2 h 16"/>
                  <a:gd name="T4" fmla="*/ 7 w 13"/>
                  <a:gd name="T5" fmla="*/ 5 h 16"/>
                  <a:gd name="T6" fmla="*/ 9 w 13"/>
                  <a:gd name="T7" fmla="*/ 7 h 16"/>
                  <a:gd name="T8" fmla="*/ 10 w 13"/>
                  <a:gd name="T9" fmla="*/ 10 h 16"/>
                  <a:gd name="T10" fmla="*/ 9 w 13"/>
                  <a:gd name="T11" fmla="*/ 15 h 16"/>
                  <a:gd name="T12" fmla="*/ 10 w 13"/>
                  <a:gd name="T13" fmla="*/ 10 h 16"/>
                  <a:gd name="T14" fmla="*/ 12 w 13"/>
                  <a:gd name="T15" fmla="*/ 3 h 16"/>
                  <a:gd name="T16" fmla="*/ 12 w 13"/>
                  <a:gd name="T17" fmla="*/ 1 h 16"/>
                  <a:gd name="T18" fmla="*/ 7 w 13"/>
                  <a:gd name="T19" fmla="*/ 1 h 16"/>
                  <a:gd name="T20" fmla="*/ 3 w 13"/>
                  <a:gd name="T21" fmla="*/ 0 h 16"/>
                  <a:gd name="T22" fmla="*/ 0 w 13"/>
                  <a:gd name="T23" fmla="*/ 0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
                  <a:gd name="T37" fmla="*/ 0 h 16"/>
                  <a:gd name="T38" fmla="*/ 13 w 13"/>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 h="16">
                    <a:moveTo>
                      <a:pt x="0" y="0"/>
                    </a:moveTo>
                    <a:lnTo>
                      <a:pt x="3" y="2"/>
                    </a:lnTo>
                    <a:lnTo>
                      <a:pt x="7" y="5"/>
                    </a:lnTo>
                    <a:lnTo>
                      <a:pt x="9" y="7"/>
                    </a:lnTo>
                    <a:lnTo>
                      <a:pt x="10" y="10"/>
                    </a:lnTo>
                    <a:lnTo>
                      <a:pt x="9" y="15"/>
                    </a:lnTo>
                    <a:lnTo>
                      <a:pt x="10" y="10"/>
                    </a:lnTo>
                    <a:lnTo>
                      <a:pt x="12" y="3"/>
                    </a:lnTo>
                    <a:lnTo>
                      <a:pt x="12" y="1"/>
                    </a:lnTo>
                    <a:lnTo>
                      <a:pt x="7" y="1"/>
                    </a:lnTo>
                    <a:lnTo>
                      <a:pt x="3" y="0"/>
                    </a:lnTo>
                    <a:lnTo>
                      <a:pt x="0" y="0"/>
                    </a:lnTo>
                  </a:path>
                </a:pathLst>
              </a:custGeom>
              <a:solidFill>
                <a:srgbClr val="000000"/>
              </a:solidFill>
              <a:ln w="9525" cap="rnd">
                <a:noFill/>
                <a:round/>
                <a:headEnd/>
                <a:tailEnd/>
              </a:ln>
            </p:spPr>
            <p:txBody>
              <a:bodyPr/>
              <a:lstStyle/>
              <a:p>
                <a:pPr algn="ctr"/>
                <a:endParaRPr lang="pt-BR" sz="2400"/>
              </a:p>
            </p:txBody>
          </p:sp>
          <p:sp>
            <p:nvSpPr>
              <p:cNvPr id="182" name="Freeform 642"/>
              <p:cNvSpPr>
                <a:spLocks/>
              </p:cNvSpPr>
              <p:nvPr/>
            </p:nvSpPr>
            <p:spPr bwMode="auto">
              <a:xfrm>
                <a:off x="2001" y="2276"/>
                <a:ext cx="49" cy="22"/>
              </a:xfrm>
              <a:custGeom>
                <a:avLst/>
                <a:gdLst>
                  <a:gd name="T0" fmla="*/ 4 w 49"/>
                  <a:gd name="T1" fmla="*/ 0 h 22"/>
                  <a:gd name="T2" fmla="*/ 4 w 49"/>
                  <a:gd name="T3" fmla="*/ 3 h 22"/>
                  <a:gd name="T4" fmla="*/ 4 w 49"/>
                  <a:gd name="T5" fmla="*/ 6 h 22"/>
                  <a:gd name="T6" fmla="*/ 3 w 49"/>
                  <a:gd name="T7" fmla="*/ 9 h 22"/>
                  <a:gd name="T8" fmla="*/ 0 w 49"/>
                  <a:gd name="T9" fmla="*/ 11 h 22"/>
                  <a:gd name="T10" fmla="*/ 10 w 49"/>
                  <a:gd name="T11" fmla="*/ 21 h 22"/>
                  <a:gd name="T12" fmla="*/ 21 w 49"/>
                  <a:gd name="T13" fmla="*/ 14 h 22"/>
                  <a:gd name="T14" fmla="*/ 28 w 49"/>
                  <a:gd name="T15" fmla="*/ 21 h 22"/>
                  <a:gd name="T16" fmla="*/ 33 w 49"/>
                  <a:gd name="T17" fmla="*/ 17 h 22"/>
                  <a:gd name="T18" fmla="*/ 42 w 49"/>
                  <a:gd name="T19" fmla="*/ 11 h 22"/>
                  <a:gd name="T20" fmla="*/ 48 w 49"/>
                  <a:gd name="T21" fmla="*/ 5 h 22"/>
                  <a:gd name="T22" fmla="*/ 40 w 49"/>
                  <a:gd name="T23" fmla="*/ 11 h 22"/>
                  <a:gd name="T24" fmla="*/ 30 w 49"/>
                  <a:gd name="T25" fmla="*/ 15 h 22"/>
                  <a:gd name="T26" fmla="*/ 25 w 49"/>
                  <a:gd name="T27" fmla="*/ 11 h 22"/>
                  <a:gd name="T28" fmla="*/ 14 w 49"/>
                  <a:gd name="T29" fmla="*/ 11 h 22"/>
                  <a:gd name="T30" fmla="*/ 7 w 49"/>
                  <a:gd name="T31" fmla="*/ 0 h 22"/>
                  <a:gd name="T32" fmla="*/ 4 w 49"/>
                  <a:gd name="T33" fmla="*/ 0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9"/>
                  <a:gd name="T52" fmla="*/ 0 h 22"/>
                  <a:gd name="T53" fmla="*/ 49 w 49"/>
                  <a:gd name="T54" fmla="*/ 22 h 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9" h="22">
                    <a:moveTo>
                      <a:pt x="4" y="0"/>
                    </a:moveTo>
                    <a:lnTo>
                      <a:pt x="4" y="3"/>
                    </a:lnTo>
                    <a:lnTo>
                      <a:pt x="4" y="6"/>
                    </a:lnTo>
                    <a:lnTo>
                      <a:pt x="3" y="9"/>
                    </a:lnTo>
                    <a:lnTo>
                      <a:pt x="0" y="11"/>
                    </a:lnTo>
                    <a:lnTo>
                      <a:pt x="10" y="21"/>
                    </a:lnTo>
                    <a:lnTo>
                      <a:pt x="21" y="14"/>
                    </a:lnTo>
                    <a:lnTo>
                      <a:pt x="28" y="21"/>
                    </a:lnTo>
                    <a:lnTo>
                      <a:pt x="33" y="17"/>
                    </a:lnTo>
                    <a:lnTo>
                      <a:pt x="42" y="11"/>
                    </a:lnTo>
                    <a:lnTo>
                      <a:pt x="48" y="5"/>
                    </a:lnTo>
                    <a:lnTo>
                      <a:pt x="40" y="11"/>
                    </a:lnTo>
                    <a:lnTo>
                      <a:pt x="30" y="15"/>
                    </a:lnTo>
                    <a:lnTo>
                      <a:pt x="25" y="11"/>
                    </a:lnTo>
                    <a:lnTo>
                      <a:pt x="14" y="11"/>
                    </a:lnTo>
                    <a:lnTo>
                      <a:pt x="7" y="0"/>
                    </a:lnTo>
                    <a:lnTo>
                      <a:pt x="4" y="0"/>
                    </a:lnTo>
                  </a:path>
                </a:pathLst>
              </a:custGeom>
              <a:solidFill>
                <a:srgbClr val="000000"/>
              </a:solidFill>
              <a:ln w="9525" cap="rnd">
                <a:noFill/>
                <a:round/>
                <a:headEnd/>
                <a:tailEnd/>
              </a:ln>
            </p:spPr>
            <p:txBody>
              <a:bodyPr/>
              <a:lstStyle/>
              <a:p>
                <a:pPr algn="ctr"/>
                <a:endParaRPr lang="pt-BR" sz="2400"/>
              </a:p>
            </p:txBody>
          </p:sp>
          <p:sp>
            <p:nvSpPr>
              <p:cNvPr id="183" name="Freeform 643"/>
              <p:cNvSpPr>
                <a:spLocks/>
              </p:cNvSpPr>
              <p:nvPr/>
            </p:nvSpPr>
            <p:spPr bwMode="auto">
              <a:xfrm>
                <a:off x="2020" y="2191"/>
                <a:ext cx="31" cy="34"/>
              </a:xfrm>
              <a:custGeom>
                <a:avLst/>
                <a:gdLst>
                  <a:gd name="T0" fmla="*/ 1 w 31"/>
                  <a:gd name="T1" fmla="*/ 0 h 34"/>
                  <a:gd name="T2" fmla="*/ 9 w 31"/>
                  <a:gd name="T3" fmla="*/ 3 h 34"/>
                  <a:gd name="T4" fmla="*/ 18 w 31"/>
                  <a:gd name="T5" fmla="*/ 1 h 34"/>
                  <a:gd name="T6" fmla="*/ 27 w 31"/>
                  <a:gd name="T7" fmla="*/ 3 h 34"/>
                  <a:gd name="T8" fmla="*/ 28 w 31"/>
                  <a:gd name="T9" fmla="*/ 0 h 34"/>
                  <a:gd name="T10" fmla="*/ 30 w 31"/>
                  <a:gd name="T11" fmla="*/ 7 h 34"/>
                  <a:gd name="T12" fmla="*/ 30 w 31"/>
                  <a:gd name="T13" fmla="*/ 14 h 34"/>
                  <a:gd name="T14" fmla="*/ 28 w 31"/>
                  <a:gd name="T15" fmla="*/ 25 h 34"/>
                  <a:gd name="T16" fmla="*/ 26 w 31"/>
                  <a:gd name="T17" fmla="*/ 33 h 34"/>
                  <a:gd name="T18" fmla="*/ 28 w 31"/>
                  <a:gd name="T19" fmla="*/ 24 h 34"/>
                  <a:gd name="T20" fmla="*/ 28 w 31"/>
                  <a:gd name="T21" fmla="*/ 19 h 34"/>
                  <a:gd name="T22" fmla="*/ 20 w 31"/>
                  <a:gd name="T23" fmla="*/ 25 h 34"/>
                  <a:gd name="T24" fmla="*/ 19 w 31"/>
                  <a:gd name="T25" fmla="*/ 25 h 34"/>
                  <a:gd name="T26" fmla="*/ 18 w 31"/>
                  <a:gd name="T27" fmla="*/ 23 h 34"/>
                  <a:gd name="T28" fmla="*/ 25 w 31"/>
                  <a:gd name="T29" fmla="*/ 15 h 34"/>
                  <a:gd name="T30" fmla="*/ 25 w 31"/>
                  <a:gd name="T31" fmla="*/ 11 h 34"/>
                  <a:gd name="T32" fmla="*/ 17 w 31"/>
                  <a:gd name="T33" fmla="*/ 16 h 34"/>
                  <a:gd name="T34" fmla="*/ 19 w 31"/>
                  <a:gd name="T35" fmla="*/ 12 h 34"/>
                  <a:gd name="T36" fmla="*/ 18 w 31"/>
                  <a:gd name="T37" fmla="*/ 12 h 34"/>
                  <a:gd name="T38" fmla="*/ 17 w 31"/>
                  <a:gd name="T39" fmla="*/ 8 h 34"/>
                  <a:gd name="T40" fmla="*/ 15 w 31"/>
                  <a:gd name="T41" fmla="*/ 8 h 34"/>
                  <a:gd name="T42" fmla="*/ 10 w 31"/>
                  <a:gd name="T43" fmla="*/ 13 h 34"/>
                  <a:gd name="T44" fmla="*/ 9 w 31"/>
                  <a:gd name="T45" fmla="*/ 13 h 34"/>
                  <a:gd name="T46" fmla="*/ 9 w 31"/>
                  <a:gd name="T47" fmla="*/ 11 h 34"/>
                  <a:gd name="T48" fmla="*/ 11 w 31"/>
                  <a:gd name="T49" fmla="*/ 8 h 34"/>
                  <a:gd name="T50" fmla="*/ 3 w 31"/>
                  <a:gd name="T51" fmla="*/ 6 h 34"/>
                  <a:gd name="T52" fmla="*/ 3 w 31"/>
                  <a:gd name="T53" fmla="*/ 9 h 34"/>
                  <a:gd name="T54" fmla="*/ 5 w 31"/>
                  <a:gd name="T55" fmla="*/ 12 h 34"/>
                  <a:gd name="T56" fmla="*/ 1 w 31"/>
                  <a:gd name="T57" fmla="*/ 9 h 34"/>
                  <a:gd name="T58" fmla="*/ 0 w 31"/>
                  <a:gd name="T59" fmla="*/ 4 h 34"/>
                  <a:gd name="T60" fmla="*/ 0 w 31"/>
                  <a:gd name="T61" fmla="*/ 1 h 34"/>
                  <a:gd name="T62" fmla="*/ 1 w 31"/>
                  <a:gd name="T63" fmla="*/ 0 h 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1"/>
                  <a:gd name="T97" fmla="*/ 0 h 34"/>
                  <a:gd name="T98" fmla="*/ 31 w 31"/>
                  <a:gd name="T99" fmla="*/ 34 h 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1" h="34">
                    <a:moveTo>
                      <a:pt x="1" y="0"/>
                    </a:moveTo>
                    <a:lnTo>
                      <a:pt x="9" y="3"/>
                    </a:lnTo>
                    <a:lnTo>
                      <a:pt x="18" y="1"/>
                    </a:lnTo>
                    <a:lnTo>
                      <a:pt x="27" y="3"/>
                    </a:lnTo>
                    <a:lnTo>
                      <a:pt x="28" y="0"/>
                    </a:lnTo>
                    <a:lnTo>
                      <a:pt x="30" y="7"/>
                    </a:lnTo>
                    <a:lnTo>
                      <a:pt x="30" y="14"/>
                    </a:lnTo>
                    <a:lnTo>
                      <a:pt x="28" y="25"/>
                    </a:lnTo>
                    <a:lnTo>
                      <a:pt x="26" y="33"/>
                    </a:lnTo>
                    <a:lnTo>
                      <a:pt x="28" y="24"/>
                    </a:lnTo>
                    <a:lnTo>
                      <a:pt x="28" y="19"/>
                    </a:lnTo>
                    <a:lnTo>
                      <a:pt x="20" y="25"/>
                    </a:lnTo>
                    <a:lnTo>
                      <a:pt x="19" y="25"/>
                    </a:lnTo>
                    <a:lnTo>
                      <a:pt x="18" y="23"/>
                    </a:lnTo>
                    <a:lnTo>
                      <a:pt x="25" y="15"/>
                    </a:lnTo>
                    <a:lnTo>
                      <a:pt x="25" y="11"/>
                    </a:lnTo>
                    <a:lnTo>
                      <a:pt x="17" y="16"/>
                    </a:lnTo>
                    <a:lnTo>
                      <a:pt x="19" y="12"/>
                    </a:lnTo>
                    <a:lnTo>
                      <a:pt x="18" y="12"/>
                    </a:lnTo>
                    <a:lnTo>
                      <a:pt x="17" y="8"/>
                    </a:lnTo>
                    <a:lnTo>
                      <a:pt x="15" y="8"/>
                    </a:lnTo>
                    <a:lnTo>
                      <a:pt x="10" y="13"/>
                    </a:lnTo>
                    <a:lnTo>
                      <a:pt x="9" y="13"/>
                    </a:lnTo>
                    <a:lnTo>
                      <a:pt x="9" y="11"/>
                    </a:lnTo>
                    <a:lnTo>
                      <a:pt x="11" y="8"/>
                    </a:lnTo>
                    <a:lnTo>
                      <a:pt x="3" y="6"/>
                    </a:lnTo>
                    <a:lnTo>
                      <a:pt x="3" y="9"/>
                    </a:lnTo>
                    <a:lnTo>
                      <a:pt x="5" y="12"/>
                    </a:lnTo>
                    <a:lnTo>
                      <a:pt x="1" y="9"/>
                    </a:lnTo>
                    <a:lnTo>
                      <a:pt x="0" y="4"/>
                    </a:lnTo>
                    <a:lnTo>
                      <a:pt x="0" y="1"/>
                    </a:lnTo>
                    <a:lnTo>
                      <a:pt x="1" y="0"/>
                    </a:lnTo>
                  </a:path>
                </a:pathLst>
              </a:custGeom>
              <a:solidFill>
                <a:srgbClr val="000000"/>
              </a:solidFill>
              <a:ln w="9525" cap="rnd">
                <a:noFill/>
                <a:round/>
                <a:headEnd/>
                <a:tailEnd/>
              </a:ln>
            </p:spPr>
            <p:txBody>
              <a:bodyPr/>
              <a:lstStyle/>
              <a:p>
                <a:pPr algn="ctr"/>
                <a:endParaRPr lang="pt-BR" sz="2400"/>
              </a:p>
            </p:txBody>
          </p:sp>
          <p:sp>
            <p:nvSpPr>
              <p:cNvPr id="184" name="Freeform 644"/>
              <p:cNvSpPr>
                <a:spLocks/>
              </p:cNvSpPr>
              <p:nvPr/>
            </p:nvSpPr>
            <p:spPr bwMode="auto">
              <a:xfrm>
                <a:off x="2028" y="2205"/>
                <a:ext cx="8" cy="6"/>
              </a:xfrm>
              <a:custGeom>
                <a:avLst/>
                <a:gdLst>
                  <a:gd name="T0" fmla="*/ 1 w 8"/>
                  <a:gd name="T1" fmla="*/ 0 h 6"/>
                  <a:gd name="T2" fmla="*/ 7 w 8"/>
                  <a:gd name="T3" fmla="*/ 3 h 6"/>
                  <a:gd name="T4" fmla="*/ 7 w 8"/>
                  <a:gd name="T5" fmla="*/ 5 h 6"/>
                  <a:gd name="T6" fmla="*/ 5 w 8"/>
                  <a:gd name="T7" fmla="*/ 5 h 6"/>
                  <a:gd name="T8" fmla="*/ 0 w 8"/>
                  <a:gd name="T9" fmla="*/ 2 h 6"/>
                  <a:gd name="T10" fmla="*/ 0 w 8"/>
                  <a:gd name="T11" fmla="*/ 1 h 6"/>
                  <a:gd name="T12" fmla="*/ 1 w 8"/>
                  <a:gd name="T13" fmla="*/ 0 h 6"/>
                  <a:gd name="T14" fmla="*/ 0 60000 65536"/>
                  <a:gd name="T15" fmla="*/ 0 60000 65536"/>
                  <a:gd name="T16" fmla="*/ 0 60000 65536"/>
                  <a:gd name="T17" fmla="*/ 0 60000 65536"/>
                  <a:gd name="T18" fmla="*/ 0 60000 65536"/>
                  <a:gd name="T19" fmla="*/ 0 60000 65536"/>
                  <a:gd name="T20" fmla="*/ 0 60000 65536"/>
                  <a:gd name="T21" fmla="*/ 0 w 8"/>
                  <a:gd name="T22" fmla="*/ 0 h 6"/>
                  <a:gd name="T23" fmla="*/ 8 w 8"/>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6">
                    <a:moveTo>
                      <a:pt x="1" y="0"/>
                    </a:moveTo>
                    <a:lnTo>
                      <a:pt x="7" y="3"/>
                    </a:lnTo>
                    <a:lnTo>
                      <a:pt x="7" y="5"/>
                    </a:lnTo>
                    <a:lnTo>
                      <a:pt x="5" y="5"/>
                    </a:lnTo>
                    <a:lnTo>
                      <a:pt x="0" y="2"/>
                    </a:lnTo>
                    <a:lnTo>
                      <a:pt x="0" y="1"/>
                    </a:lnTo>
                    <a:lnTo>
                      <a:pt x="1" y="0"/>
                    </a:lnTo>
                  </a:path>
                </a:pathLst>
              </a:custGeom>
              <a:solidFill>
                <a:srgbClr val="000000"/>
              </a:solidFill>
              <a:ln w="9525" cap="rnd">
                <a:noFill/>
                <a:round/>
                <a:headEnd/>
                <a:tailEnd/>
              </a:ln>
            </p:spPr>
            <p:txBody>
              <a:bodyPr/>
              <a:lstStyle/>
              <a:p>
                <a:pPr algn="ctr"/>
                <a:endParaRPr lang="pt-BR" sz="2400"/>
              </a:p>
            </p:txBody>
          </p:sp>
          <p:sp>
            <p:nvSpPr>
              <p:cNvPr id="185" name="Freeform 645"/>
              <p:cNvSpPr>
                <a:spLocks/>
              </p:cNvSpPr>
              <p:nvPr/>
            </p:nvSpPr>
            <p:spPr bwMode="auto">
              <a:xfrm>
                <a:off x="2051" y="2173"/>
                <a:ext cx="48" cy="36"/>
              </a:xfrm>
              <a:custGeom>
                <a:avLst/>
                <a:gdLst>
                  <a:gd name="T0" fmla="*/ 0 w 48"/>
                  <a:gd name="T1" fmla="*/ 9 h 36"/>
                  <a:gd name="T2" fmla="*/ 3 w 48"/>
                  <a:gd name="T3" fmla="*/ 20 h 36"/>
                  <a:gd name="T4" fmla="*/ 7 w 48"/>
                  <a:gd name="T5" fmla="*/ 25 h 36"/>
                  <a:gd name="T6" fmla="*/ 7 w 48"/>
                  <a:gd name="T7" fmla="*/ 34 h 36"/>
                  <a:gd name="T8" fmla="*/ 12 w 48"/>
                  <a:gd name="T9" fmla="*/ 26 h 36"/>
                  <a:gd name="T10" fmla="*/ 26 w 48"/>
                  <a:gd name="T11" fmla="*/ 35 h 36"/>
                  <a:gd name="T12" fmla="*/ 37 w 48"/>
                  <a:gd name="T13" fmla="*/ 27 h 36"/>
                  <a:gd name="T14" fmla="*/ 26 w 48"/>
                  <a:gd name="T15" fmla="*/ 27 h 36"/>
                  <a:gd name="T16" fmla="*/ 22 w 48"/>
                  <a:gd name="T17" fmla="*/ 25 h 36"/>
                  <a:gd name="T18" fmla="*/ 16 w 48"/>
                  <a:gd name="T19" fmla="*/ 25 h 36"/>
                  <a:gd name="T20" fmla="*/ 16 w 48"/>
                  <a:gd name="T21" fmla="*/ 24 h 36"/>
                  <a:gd name="T22" fmla="*/ 24 w 48"/>
                  <a:gd name="T23" fmla="*/ 22 h 36"/>
                  <a:gd name="T24" fmla="*/ 24 w 48"/>
                  <a:gd name="T25" fmla="*/ 18 h 36"/>
                  <a:gd name="T26" fmla="*/ 28 w 48"/>
                  <a:gd name="T27" fmla="*/ 16 h 36"/>
                  <a:gd name="T28" fmla="*/ 24 w 48"/>
                  <a:gd name="T29" fmla="*/ 16 h 36"/>
                  <a:gd name="T30" fmla="*/ 22 w 48"/>
                  <a:gd name="T31" fmla="*/ 14 h 36"/>
                  <a:gd name="T32" fmla="*/ 30 w 48"/>
                  <a:gd name="T33" fmla="*/ 11 h 36"/>
                  <a:gd name="T34" fmla="*/ 34 w 48"/>
                  <a:gd name="T35" fmla="*/ 7 h 36"/>
                  <a:gd name="T36" fmla="*/ 46 w 48"/>
                  <a:gd name="T37" fmla="*/ 12 h 36"/>
                  <a:gd name="T38" fmla="*/ 47 w 48"/>
                  <a:gd name="T39" fmla="*/ 11 h 36"/>
                  <a:gd name="T40" fmla="*/ 38 w 48"/>
                  <a:gd name="T41" fmla="*/ 0 h 36"/>
                  <a:gd name="T42" fmla="*/ 34 w 48"/>
                  <a:gd name="T43" fmla="*/ 0 h 36"/>
                  <a:gd name="T44" fmla="*/ 21 w 48"/>
                  <a:gd name="T45" fmla="*/ 6 h 36"/>
                  <a:gd name="T46" fmla="*/ 10 w 48"/>
                  <a:gd name="T47" fmla="*/ 13 h 36"/>
                  <a:gd name="T48" fmla="*/ 10 w 48"/>
                  <a:gd name="T49" fmla="*/ 17 h 36"/>
                  <a:gd name="T50" fmla="*/ 6 w 48"/>
                  <a:gd name="T51" fmla="*/ 17 h 36"/>
                  <a:gd name="T52" fmla="*/ 0 w 48"/>
                  <a:gd name="T53" fmla="*/ 9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
                  <a:gd name="T82" fmla="*/ 0 h 36"/>
                  <a:gd name="T83" fmla="*/ 48 w 48"/>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 h="36">
                    <a:moveTo>
                      <a:pt x="0" y="9"/>
                    </a:moveTo>
                    <a:lnTo>
                      <a:pt x="3" y="20"/>
                    </a:lnTo>
                    <a:lnTo>
                      <a:pt x="7" y="25"/>
                    </a:lnTo>
                    <a:lnTo>
                      <a:pt x="7" y="34"/>
                    </a:lnTo>
                    <a:lnTo>
                      <a:pt x="12" y="26"/>
                    </a:lnTo>
                    <a:lnTo>
                      <a:pt x="26" y="35"/>
                    </a:lnTo>
                    <a:lnTo>
                      <a:pt x="37" y="27"/>
                    </a:lnTo>
                    <a:lnTo>
                      <a:pt x="26" y="27"/>
                    </a:lnTo>
                    <a:lnTo>
                      <a:pt x="22" y="25"/>
                    </a:lnTo>
                    <a:lnTo>
                      <a:pt x="16" y="25"/>
                    </a:lnTo>
                    <a:lnTo>
                      <a:pt x="16" y="24"/>
                    </a:lnTo>
                    <a:lnTo>
                      <a:pt x="24" y="22"/>
                    </a:lnTo>
                    <a:lnTo>
                      <a:pt x="24" y="18"/>
                    </a:lnTo>
                    <a:lnTo>
                      <a:pt x="28" y="16"/>
                    </a:lnTo>
                    <a:lnTo>
                      <a:pt x="24" y="16"/>
                    </a:lnTo>
                    <a:lnTo>
                      <a:pt x="22" y="14"/>
                    </a:lnTo>
                    <a:lnTo>
                      <a:pt x="30" y="11"/>
                    </a:lnTo>
                    <a:lnTo>
                      <a:pt x="34" y="7"/>
                    </a:lnTo>
                    <a:lnTo>
                      <a:pt x="46" y="12"/>
                    </a:lnTo>
                    <a:lnTo>
                      <a:pt x="47" y="11"/>
                    </a:lnTo>
                    <a:lnTo>
                      <a:pt x="38" y="0"/>
                    </a:lnTo>
                    <a:lnTo>
                      <a:pt x="34" y="0"/>
                    </a:lnTo>
                    <a:lnTo>
                      <a:pt x="21" y="6"/>
                    </a:lnTo>
                    <a:lnTo>
                      <a:pt x="10" y="13"/>
                    </a:lnTo>
                    <a:lnTo>
                      <a:pt x="10" y="17"/>
                    </a:lnTo>
                    <a:lnTo>
                      <a:pt x="6" y="17"/>
                    </a:lnTo>
                    <a:lnTo>
                      <a:pt x="0" y="9"/>
                    </a:lnTo>
                  </a:path>
                </a:pathLst>
              </a:custGeom>
              <a:solidFill>
                <a:srgbClr val="000000"/>
              </a:solidFill>
              <a:ln w="9525" cap="rnd">
                <a:noFill/>
                <a:round/>
                <a:headEnd/>
                <a:tailEnd/>
              </a:ln>
            </p:spPr>
            <p:txBody>
              <a:bodyPr/>
              <a:lstStyle/>
              <a:p>
                <a:pPr algn="ctr"/>
                <a:endParaRPr lang="pt-BR" sz="2400"/>
              </a:p>
            </p:txBody>
          </p:sp>
          <p:sp>
            <p:nvSpPr>
              <p:cNvPr id="186" name="Freeform 646"/>
              <p:cNvSpPr>
                <a:spLocks/>
              </p:cNvSpPr>
              <p:nvPr/>
            </p:nvSpPr>
            <p:spPr bwMode="auto">
              <a:xfrm>
                <a:off x="2078" y="2189"/>
                <a:ext cx="15" cy="7"/>
              </a:xfrm>
              <a:custGeom>
                <a:avLst/>
                <a:gdLst>
                  <a:gd name="T0" fmla="*/ 0 w 15"/>
                  <a:gd name="T1" fmla="*/ 0 h 7"/>
                  <a:gd name="T2" fmla="*/ 3 w 15"/>
                  <a:gd name="T3" fmla="*/ 5 h 7"/>
                  <a:gd name="T4" fmla="*/ 2 w 15"/>
                  <a:gd name="T5" fmla="*/ 6 h 7"/>
                  <a:gd name="T6" fmla="*/ 12 w 15"/>
                  <a:gd name="T7" fmla="*/ 5 h 7"/>
                  <a:gd name="T8" fmla="*/ 14 w 15"/>
                  <a:gd name="T9" fmla="*/ 4 h 7"/>
                  <a:gd name="T10" fmla="*/ 7 w 15"/>
                  <a:gd name="T11" fmla="*/ 0 h 7"/>
                  <a:gd name="T12" fmla="*/ 2 w 15"/>
                  <a:gd name="T13" fmla="*/ 0 h 7"/>
                  <a:gd name="T14" fmla="*/ 0 w 15"/>
                  <a:gd name="T15" fmla="*/ 0 h 7"/>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7"/>
                  <a:gd name="T26" fmla="*/ 15 w 15"/>
                  <a:gd name="T27" fmla="*/ 7 h 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7">
                    <a:moveTo>
                      <a:pt x="0" y="0"/>
                    </a:moveTo>
                    <a:lnTo>
                      <a:pt x="3" y="5"/>
                    </a:lnTo>
                    <a:lnTo>
                      <a:pt x="2" y="6"/>
                    </a:lnTo>
                    <a:lnTo>
                      <a:pt x="12" y="5"/>
                    </a:lnTo>
                    <a:lnTo>
                      <a:pt x="14" y="4"/>
                    </a:lnTo>
                    <a:lnTo>
                      <a:pt x="7" y="0"/>
                    </a:lnTo>
                    <a:lnTo>
                      <a:pt x="2" y="0"/>
                    </a:lnTo>
                    <a:lnTo>
                      <a:pt x="0" y="0"/>
                    </a:lnTo>
                  </a:path>
                </a:pathLst>
              </a:custGeom>
              <a:solidFill>
                <a:srgbClr val="000000"/>
              </a:solidFill>
              <a:ln w="9525" cap="rnd">
                <a:noFill/>
                <a:round/>
                <a:headEnd/>
                <a:tailEnd/>
              </a:ln>
            </p:spPr>
            <p:txBody>
              <a:bodyPr/>
              <a:lstStyle/>
              <a:p>
                <a:pPr algn="ctr"/>
                <a:endParaRPr lang="pt-BR" sz="2400"/>
              </a:p>
            </p:txBody>
          </p:sp>
          <p:sp>
            <p:nvSpPr>
              <p:cNvPr id="187" name="Freeform 647"/>
              <p:cNvSpPr>
                <a:spLocks/>
              </p:cNvSpPr>
              <p:nvPr/>
            </p:nvSpPr>
            <p:spPr bwMode="auto">
              <a:xfrm>
                <a:off x="2047" y="2225"/>
                <a:ext cx="30" cy="16"/>
              </a:xfrm>
              <a:custGeom>
                <a:avLst/>
                <a:gdLst>
                  <a:gd name="T0" fmla="*/ 0 w 30"/>
                  <a:gd name="T1" fmla="*/ 3 h 16"/>
                  <a:gd name="T2" fmla="*/ 5 w 30"/>
                  <a:gd name="T3" fmla="*/ 6 h 16"/>
                  <a:gd name="T4" fmla="*/ 11 w 30"/>
                  <a:gd name="T5" fmla="*/ 6 h 16"/>
                  <a:gd name="T6" fmla="*/ 16 w 30"/>
                  <a:gd name="T7" fmla="*/ 1 h 16"/>
                  <a:gd name="T8" fmla="*/ 21 w 30"/>
                  <a:gd name="T9" fmla="*/ 0 h 16"/>
                  <a:gd name="T10" fmla="*/ 22 w 30"/>
                  <a:gd name="T11" fmla="*/ 1 h 16"/>
                  <a:gd name="T12" fmla="*/ 25 w 30"/>
                  <a:gd name="T13" fmla="*/ 1 h 16"/>
                  <a:gd name="T14" fmla="*/ 29 w 30"/>
                  <a:gd name="T15" fmla="*/ 1 h 16"/>
                  <a:gd name="T16" fmla="*/ 26 w 30"/>
                  <a:gd name="T17" fmla="*/ 4 h 16"/>
                  <a:gd name="T18" fmla="*/ 16 w 30"/>
                  <a:gd name="T19" fmla="*/ 8 h 16"/>
                  <a:gd name="T20" fmla="*/ 15 w 30"/>
                  <a:gd name="T21" fmla="*/ 12 h 16"/>
                  <a:gd name="T22" fmla="*/ 12 w 30"/>
                  <a:gd name="T23" fmla="*/ 15 h 16"/>
                  <a:gd name="T24" fmla="*/ 8 w 30"/>
                  <a:gd name="T25" fmla="*/ 8 h 16"/>
                  <a:gd name="T26" fmla="*/ 4 w 30"/>
                  <a:gd name="T27" fmla="*/ 7 h 16"/>
                  <a:gd name="T28" fmla="*/ 0 w 30"/>
                  <a:gd name="T29" fmla="*/ 4 h 16"/>
                  <a:gd name="T30" fmla="*/ 0 w 30"/>
                  <a:gd name="T31" fmla="*/ 3 h 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0"/>
                  <a:gd name="T49" fmla="*/ 0 h 16"/>
                  <a:gd name="T50" fmla="*/ 30 w 30"/>
                  <a:gd name="T51" fmla="*/ 16 h 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0" h="16">
                    <a:moveTo>
                      <a:pt x="0" y="3"/>
                    </a:moveTo>
                    <a:lnTo>
                      <a:pt x="5" y="6"/>
                    </a:lnTo>
                    <a:lnTo>
                      <a:pt x="11" y="6"/>
                    </a:lnTo>
                    <a:lnTo>
                      <a:pt x="16" y="1"/>
                    </a:lnTo>
                    <a:lnTo>
                      <a:pt x="21" y="0"/>
                    </a:lnTo>
                    <a:lnTo>
                      <a:pt x="22" y="1"/>
                    </a:lnTo>
                    <a:lnTo>
                      <a:pt x="25" y="1"/>
                    </a:lnTo>
                    <a:lnTo>
                      <a:pt x="29" y="1"/>
                    </a:lnTo>
                    <a:lnTo>
                      <a:pt x="26" y="4"/>
                    </a:lnTo>
                    <a:lnTo>
                      <a:pt x="16" y="8"/>
                    </a:lnTo>
                    <a:lnTo>
                      <a:pt x="15" y="12"/>
                    </a:lnTo>
                    <a:lnTo>
                      <a:pt x="12" y="15"/>
                    </a:lnTo>
                    <a:lnTo>
                      <a:pt x="8" y="8"/>
                    </a:lnTo>
                    <a:lnTo>
                      <a:pt x="4" y="7"/>
                    </a:lnTo>
                    <a:lnTo>
                      <a:pt x="0" y="4"/>
                    </a:lnTo>
                    <a:lnTo>
                      <a:pt x="0" y="3"/>
                    </a:lnTo>
                  </a:path>
                </a:pathLst>
              </a:custGeom>
              <a:solidFill>
                <a:srgbClr val="000000"/>
              </a:solidFill>
              <a:ln w="9525" cap="rnd">
                <a:noFill/>
                <a:round/>
                <a:headEnd/>
                <a:tailEnd/>
              </a:ln>
            </p:spPr>
            <p:txBody>
              <a:bodyPr/>
              <a:lstStyle/>
              <a:p>
                <a:pPr algn="ctr"/>
                <a:endParaRPr lang="pt-BR" sz="2400"/>
              </a:p>
            </p:txBody>
          </p:sp>
          <p:sp>
            <p:nvSpPr>
              <p:cNvPr id="188" name="Freeform 648"/>
              <p:cNvSpPr>
                <a:spLocks/>
              </p:cNvSpPr>
              <p:nvPr/>
            </p:nvSpPr>
            <p:spPr bwMode="auto">
              <a:xfrm>
                <a:off x="2063" y="2216"/>
                <a:ext cx="12" cy="5"/>
              </a:xfrm>
              <a:custGeom>
                <a:avLst/>
                <a:gdLst>
                  <a:gd name="T0" fmla="*/ 0 w 12"/>
                  <a:gd name="T1" fmla="*/ 4 h 5"/>
                  <a:gd name="T2" fmla="*/ 8 w 12"/>
                  <a:gd name="T3" fmla="*/ 2 h 5"/>
                  <a:gd name="T4" fmla="*/ 11 w 12"/>
                  <a:gd name="T5" fmla="*/ 3 h 5"/>
                  <a:gd name="T6" fmla="*/ 8 w 12"/>
                  <a:gd name="T7" fmla="*/ 0 h 5"/>
                  <a:gd name="T8" fmla="*/ 3 w 12"/>
                  <a:gd name="T9" fmla="*/ 0 h 5"/>
                  <a:gd name="T10" fmla="*/ 0 w 12"/>
                  <a:gd name="T11" fmla="*/ 4 h 5"/>
                  <a:gd name="T12" fmla="*/ 0 60000 65536"/>
                  <a:gd name="T13" fmla="*/ 0 60000 65536"/>
                  <a:gd name="T14" fmla="*/ 0 60000 65536"/>
                  <a:gd name="T15" fmla="*/ 0 60000 65536"/>
                  <a:gd name="T16" fmla="*/ 0 60000 65536"/>
                  <a:gd name="T17" fmla="*/ 0 60000 65536"/>
                  <a:gd name="T18" fmla="*/ 0 w 12"/>
                  <a:gd name="T19" fmla="*/ 0 h 5"/>
                  <a:gd name="T20" fmla="*/ 12 w 12"/>
                  <a:gd name="T21" fmla="*/ 5 h 5"/>
                </a:gdLst>
                <a:ahLst/>
                <a:cxnLst>
                  <a:cxn ang="T12">
                    <a:pos x="T0" y="T1"/>
                  </a:cxn>
                  <a:cxn ang="T13">
                    <a:pos x="T2" y="T3"/>
                  </a:cxn>
                  <a:cxn ang="T14">
                    <a:pos x="T4" y="T5"/>
                  </a:cxn>
                  <a:cxn ang="T15">
                    <a:pos x="T6" y="T7"/>
                  </a:cxn>
                  <a:cxn ang="T16">
                    <a:pos x="T8" y="T9"/>
                  </a:cxn>
                  <a:cxn ang="T17">
                    <a:pos x="T10" y="T11"/>
                  </a:cxn>
                </a:cxnLst>
                <a:rect l="T18" t="T19" r="T20" b="T21"/>
                <a:pathLst>
                  <a:path w="12" h="5">
                    <a:moveTo>
                      <a:pt x="0" y="4"/>
                    </a:moveTo>
                    <a:lnTo>
                      <a:pt x="8" y="2"/>
                    </a:lnTo>
                    <a:lnTo>
                      <a:pt x="11" y="3"/>
                    </a:lnTo>
                    <a:lnTo>
                      <a:pt x="8" y="0"/>
                    </a:lnTo>
                    <a:lnTo>
                      <a:pt x="3" y="0"/>
                    </a:lnTo>
                    <a:lnTo>
                      <a:pt x="0" y="4"/>
                    </a:lnTo>
                  </a:path>
                </a:pathLst>
              </a:custGeom>
              <a:solidFill>
                <a:srgbClr val="000000"/>
              </a:solidFill>
              <a:ln w="9525" cap="rnd">
                <a:noFill/>
                <a:round/>
                <a:headEnd/>
                <a:tailEnd/>
              </a:ln>
            </p:spPr>
            <p:txBody>
              <a:bodyPr/>
              <a:lstStyle/>
              <a:p>
                <a:pPr algn="ctr"/>
                <a:endParaRPr lang="pt-BR" sz="2400"/>
              </a:p>
            </p:txBody>
          </p:sp>
          <p:sp>
            <p:nvSpPr>
              <p:cNvPr id="189" name="Freeform 649"/>
              <p:cNvSpPr>
                <a:spLocks/>
              </p:cNvSpPr>
              <p:nvPr/>
            </p:nvSpPr>
            <p:spPr bwMode="auto">
              <a:xfrm>
                <a:off x="2076" y="2221"/>
                <a:ext cx="24" cy="34"/>
              </a:xfrm>
              <a:custGeom>
                <a:avLst/>
                <a:gdLst>
                  <a:gd name="T0" fmla="*/ 0 w 24"/>
                  <a:gd name="T1" fmla="*/ 0 h 34"/>
                  <a:gd name="T2" fmla="*/ 0 w 24"/>
                  <a:gd name="T3" fmla="*/ 4 h 34"/>
                  <a:gd name="T4" fmla="*/ 5 w 24"/>
                  <a:gd name="T5" fmla="*/ 9 h 34"/>
                  <a:gd name="T6" fmla="*/ 11 w 24"/>
                  <a:gd name="T7" fmla="*/ 16 h 34"/>
                  <a:gd name="T8" fmla="*/ 6 w 24"/>
                  <a:gd name="T9" fmla="*/ 19 h 34"/>
                  <a:gd name="T10" fmla="*/ 14 w 24"/>
                  <a:gd name="T11" fmla="*/ 33 h 34"/>
                  <a:gd name="T12" fmla="*/ 20 w 24"/>
                  <a:gd name="T13" fmla="*/ 33 h 34"/>
                  <a:gd name="T14" fmla="*/ 23 w 24"/>
                  <a:gd name="T15" fmla="*/ 21 h 34"/>
                  <a:gd name="T16" fmla="*/ 22 w 24"/>
                  <a:gd name="T17" fmla="*/ 18 h 34"/>
                  <a:gd name="T18" fmla="*/ 16 w 24"/>
                  <a:gd name="T19" fmla="*/ 15 h 34"/>
                  <a:gd name="T20" fmla="*/ 14 w 24"/>
                  <a:gd name="T21" fmla="*/ 9 h 34"/>
                  <a:gd name="T22" fmla="*/ 7 w 24"/>
                  <a:gd name="T23" fmla="*/ 3 h 34"/>
                  <a:gd name="T24" fmla="*/ 0 w 24"/>
                  <a:gd name="T25" fmla="*/ 0 h 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34"/>
                  <a:gd name="T41" fmla="*/ 24 w 24"/>
                  <a:gd name="T42" fmla="*/ 34 h 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34">
                    <a:moveTo>
                      <a:pt x="0" y="0"/>
                    </a:moveTo>
                    <a:lnTo>
                      <a:pt x="0" y="4"/>
                    </a:lnTo>
                    <a:lnTo>
                      <a:pt x="5" y="9"/>
                    </a:lnTo>
                    <a:lnTo>
                      <a:pt x="11" y="16"/>
                    </a:lnTo>
                    <a:lnTo>
                      <a:pt x="6" y="19"/>
                    </a:lnTo>
                    <a:lnTo>
                      <a:pt x="14" y="33"/>
                    </a:lnTo>
                    <a:lnTo>
                      <a:pt x="20" y="33"/>
                    </a:lnTo>
                    <a:lnTo>
                      <a:pt x="23" y="21"/>
                    </a:lnTo>
                    <a:lnTo>
                      <a:pt x="22" y="18"/>
                    </a:lnTo>
                    <a:lnTo>
                      <a:pt x="16" y="15"/>
                    </a:lnTo>
                    <a:lnTo>
                      <a:pt x="14" y="9"/>
                    </a:lnTo>
                    <a:lnTo>
                      <a:pt x="7" y="3"/>
                    </a:lnTo>
                    <a:lnTo>
                      <a:pt x="0" y="0"/>
                    </a:lnTo>
                  </a:path>
                </a:pathLst>
              </a:custGeom>
              <a:solidFill>
                <a:srgbClr val="000000"/>
              </a:solidFill>
              <a:ln w="9525" cap="rnd">
                <a:noFill/>
                <a:round/>
                <a:headEnd/>
                <a:tailEnd/>
              </a:ln>
            </p:spPr>
            <p:txBody>
              <a:bodyPr/>
              <a:lstStyle/>
              <a:p>
                <a:pPr algn="ctr"/>
                <a:endParaRPr lang="pt-BR" sz="2400"/>
              </a:p>
            </p:txBody>
          </p:sp>
          <p:sp>
            <p:nvSpPr>
              <p:cNvPr id="190" name="Freeform 650"/>
              <p:cNvSpPr>
                <a:spLocks/>
              </p:cNvSpPr>
              <p:nvPr/>
            </p:nvSpPr>
            <p:spPr bwMode="auto">
              <a:xfrm>
                <a:off x="2025" y="2208"/>
                <a:ext cx="31" cy="61"/>
              </a:xfrm>
              <a:custGeom>
                <a:avLst/>
                <a:gdLst>
                  <a:gd name="T0" fmla="*/ 21 w 31"/>
                  <a:gd name="T1" fmla="*/ 20 h 61"/>
                  <a:gd name="T2" fmla="*/ 15 w 31"/>
                  <a:gd name="T3" fmla="*/ 20 h 61"/>
                  <a:gd name="T4" fmla="*/ 9 w 31"/>
                  <a:gd name="T5" fmla="*/ 17 h 61"/>
                  <a:gd name="T6" fmla="*/ 4 w 31"/>
                  <a:gd name="T7" fmla="*/ 12 h 61"/>
                  <a:gd name="T8" fmla="*/ 0 w 31"/>
                  <a:gd name="T9" fmla="*/ 0 h 61"/>
                  <a:gd name="T10" fmla="*/ 2 w 31"/>
                  <a:gd name="T11" fmla="*/ 14 h 61"/>
                  <a:gd name="T12" fmla="*/ 12 w 31"/>
                  <a:gd name="T13" fmla="*/ 28 h 61"/>
                  <a:gd name="T14" fmla="*/ 20 w 31"/>
                  <a:gd name="T15" fmla="*/ 46 h 61"/>
                  <a:gd name="T16" fmla="*/ 25 w 31"/>
                  <a:gd name="T17" fmla="*/ 51 h 61"/>
                  <a:gd name="T18" fmla="*/ 29 w 31"/>
                  <a:gd name="T19" fmla="*/ 60 h 61"/>
                  <a:gd name="T20" fmla="*/ 26 w 31"/>
                  <a:gd name="T21" fmla="*/ 46 h 61"/>
                  <a:gd name="T22" fmla="*/ 30 w 31"/>
                  <a:gd name="T23" fmla="*/ 45 h 61"/>
                  <a:gd name="T24" fmla="*/ 26 w 31"/>
                  <a:gd name="T25" fmla="*/ 42 h 61"/>
                  <a:gd name="T26" fmla="*/ 26 w 31"/>
                  <a:gd name="T27" fmla="*/ 39 h 61"/>
                  <a:gd name="T28" fmla="*/ 28 w 31"/>
                  <a:gd name="T29" fmla="*/ 37 h 61"/>
                  <a:gd name="T30" fmla="*/ 23 w 31"/>
                  <a:gd name="T31" fmla="*/ 38 h 61"/>
                  <a:gd name="T32" fmla="*/ 20 w 31"/>
                  <a:gd name="T33" fmla="*/ 37 h 61"/>
                  <a:gd name="T34" fmla="*/ 19 w 31"/>
                  <a:gd name="T35" fmla="*/ 34 h 61"/>
                  <a:gd name="T36" fmla="*/ 19 w 31"/>
                  <a:gd name="T37" fmla="*/ 26 h 61"/>
                  <a:gd name="T38" fmla="*/ 21 w 31"/>
                  <a:gd name="T39" fmla="*/ 20 h 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1"/>
                  <a:gd name="T61" fmla="*/ 0 h 61"/>
                  <a:gd name="T62" fmla="*/ 31 w 31"/>
                  <a:gd name="T63" fmla="*/ 61 h 6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1" h="61">
                    <a:moveTo>
                      <a:pt x="21" y="20"/>
                    </a:moveTo>
                    <a:lnTo>
                      <a:pt x="15" y="20"/>
                    </a:lnTo>
                    <a:lnTo>
                      <a:pt x="9" y="17"/>
                    </a:lnTo>
                    <a:lnTo>
                      <a:pt x="4" y="12"/>
                    </a:lnTo>
                    <a:lnTo>
                      <a:pt x="0" y="0"/>
                    </a:lnTo>
                    <a:lnTo>
                      <a:pt x="2" y="14"/>
                    </a:lnTo>
                    <a:lnTo>
                      <a:pt x="12" y="28"/>
                    </a:lnTo>
                    <a:lnTo>
                      <a:pt x="20" y="46"/>
                    </a:lnTo>
                    <a:lnTo>
                      <a:pt x="25" y="51"/>
                    </a:lnTo>
                    <a:lnTo>
                      <a:pt x="29" y="60"/>
                    </a:lnTo>
                    <a:lnTo>
                      <a:pt x="26" y="46"/>
                    </a:lnTo>
                    <a:lnTo>
                      <a:pt x="30" y="45"/>
                    </a:lnTo>
                    <a:lnTo>
                      <a:pt x="26" y="42"/>
                    </a:lnTo>
                    <a:lnTo>
                      <a:pt x="26" y="39"/>
                    </a:lnTo>
                    <a:lnTo>
                      <a:pt x="28" y="37"/>
                    </a:lnTo>
                    <a:lnTo>
                      <a:pt x="23" y="38"/>
                    </a:lnTo>
                    <a:lnTo>
                      <a:pt x="20" y="37"/>
                    </a:lnTo>
                    <a:lnTo>
                      <a:pt x="19" y="34"/>
                    </a:lnTo>
                    <a:lnTo>
                      <a:pt x="19" y="26"/>
                    </a:lnTo>
                    <a:lnTo>
                      <a:pt x="21" y="20"/>
                    </a:lnTo>
                  </a:path>
                </a:pathLst>
              </a:custGeom>
              <a:solidFill>
                <a:srgbClr val="000000"/>
              </a:solidFill>
              <a:ln w="9525" cap="rnd">
                <a:noFill/>
                <a:round/>
                <a:headEnd/>
                <a:tailEnd/>
              </a:ln>
            </p:spPr>
            <p:txBody>
              <a:bodyPr/>
              <a:lstStyle/>
              <a:p>
                <a:pPr algn="ctr"/>
                <a:endParaRPr lang="pt-BR" sz="2400"/>
              </a:p>
            </p:txBody>
          </p:sp>
          <p:sp>
            <p:nvSpPr>
              <p:cNvPr id="191" name="Freeform 651"/>
              <p:cNvSpPr>
                <a:spLocks/>
              </p:cNvSpPr>
              <p:nvPr/>
            </p:nvSpPr>
            <p:spPr bwMode="auto">
              <a:xfrm>
                <a:off x="2057" y="2239"/>
                <a:ext cx="29" cy="7"/>
              </a:xfrm>
              <a:custGeom>
                <a:avLst/>
                <a:gdLst>
                  <a:gd name="T0" fmla="*/ 0 w 29"/>
                  <a:gd name="T1" fmla="*/ 6 h 7"/>
                  <a:gd name="T2" fmla="*/ 12 w 29"/>
                  <a:gd name="T3" fmla="*/ 3 h 7"/>
                  <a:gd name="T4" fmla="*/ 19 w 29"/>
                  <a:gd name="T5" fmla="*/ 0 h 7"/>
                  <a:gd name="T6" fmla="*/ 23 w 29"/>
                  <a:gd name="T7" fmla="*/ 0 h 7"/>
                  <a:gd name="T8" fmla="*/ 28 w 29"/>
                  <a:gd name="T9" fmla="*/ 2 h 7"/>
                  <a:gd name="T10" fmla="*/ 0 60000 65536"/>
                  <a:gd name="T11" fmla="*/ 0 60000 65536"/>
                  <a:gd name="T12" fmla="*/ 0 60000 65536"/>
                  <a:gd name="T13" fmla="*/ 0 60000 65536"/>
                  <a:gd name="T14" fmla="*/ 0 60000 65536"/>
                  <a:gd name="T15" fmla="*/ 0 w 29"/>
                  <a:gd name="T16" fmla="*/ 0 h 7"/>
                  <a:gd name="T17" fmla="*/ 29 w 29"/>
                  <a:gd name="T18" fmla="*/ 7 h 7"/>
                </a:gdLst>
                <a:ahLst/>
                <a:cxnLst>
                  <a:cxn ang="T10">
                    <a:pos x="T0" y="T1"/>
                  </a:cxn>
                  <a:cxn ang="T11">
                    <a:pos x="T2" y="T3"/>
                  </a:cxn>
                  <a:cxn ang="T12">
                    <a:pos x="T4" y="T5"/>
                  </a:cxn>
                  <a:cxn ang="T13">
                    <a:pos x="T6" y="T7"/>
                  </a:cxn>
                  <a:cxn ang="T14">
                    <a:pos x="T8" y="T9"/>
                  </a:cxn>
                </a:cxnLst>
                <a:rect l="T15" t="T16" r="T17" b="T18"/>
                <a:pathLst>
                  <a:path w="29" h="7">
                    <a:moveTo>
                      <a:pt x="0" y="6"/>
                    </a:moveTo>
                    <a:lnTo>
                      <a:pt x="12" y="3"/>
                    </a:lnTo>
                    <a:lnTo>
                      <a:pt x="19" y="0"/>
                    </a:lnTo>
                    <a:lnTo>
                      <a:pt x="23" y="0"/>
                    </a:lnTo>
                    <a:lnTo>
                      <a:pt x="28" y="2"/>
                    </a:lnTo>
                  </a:path>
                </a:pathLst>
              </a:custGeom>
              <a:noFill/>
              <a:ln w="9525" cap="rnd">
                <a:noFill/>
                <a:round/>
                <a:headEnd type="none" w="sm" len="sm"/>
                <a:tailEnd type="none" w="sm" len="sm"/>
              </a:ln>
            </p:spPr>
            <p:txBody>
              <a:bodyPr/>
              <a:lstStyle/>
              <a:p>
                <a:pPr algn="ctr"/>
                <a:endParaRPr lang="pt-BR" sz="2400"/>
              </a:p>
            </p:txBody>
          </p:sp>
          <p:sp>
            <p:nvSpPr>
              <p:cNvPr id="192" name="Freeform 652"/>
              <p:cNvSpPr>
                <a:spLocks/>
              </p:cNvSpPr>
              <p:nvPr/>
            </p:nvSpPr>
            <p:spPr bwMode="auto">
              <a:xfrm>
                <a:off x="2059" y="2247"/>
                <a:ext cx="24" cy="15"/>
              </a:xfrm>
              <a:custGeom>
                <a:avLst/>
                <a:gdLst>
                  <a:gd name="T0" fmla="*/ 0 w 24"/>
                  <a:gd name="T1" fmla="*/ 6 h 15"/>
                  <a:gd name="T2" fmla="*/ 18 w 24"/>
                  <a:gd name="T3" fmla="*/ 2 h 15"/>
                  <a:gd name="T4" fmla="*/ 22 w 24"/>
                  <a:gd name="T5" fmla="*/ 0 h 15"/>
                  <a:gd name="T6" fmla="*/ 22 w 24"/>
                  <a:gd name="T7" fmla="*/ 1 h 15"/>
                  <a:gd name="T8" fmla="*/ 16 w 24"/>
                  <a:gd name="T9" fmla="*/ 5 h 15"/>
                  <a:gd name="T10" fmla="*/ 17 w 24"/>
                  <a:gd name="T11" fmla="*/ 8 h 15"/>
                  <a:gd name="T12" fmla="*/ 23 w 24"/>
                  <a:gd name="T13" fmla="*/ 14 h 15"/>
                  <a:gd name="T14" fmla="*/ 17 w 24"/>
                  <a:gd name="T15" fmla="*/ 12 h 15"/>
                  <a:gd name="T16" fmla="*/ 11 w 24"/>
                  <a:gd name="T17" fmla="*/ 12 h 15"/>
                  <a:gd name="T18" fmla="*/ 5 w 24"/>
                  <a:gd name="T19" fmla="*/ 13 h 15"/>
                  <a:gd name="T20" fmla="*/ 3 w 24"/>
                  <a:gd name="T21" fmla="*/ 14 h 15"/>
                  <a:gd name="T22" fmla="*/ 4 w 24"/>
                  <a:gd name="T23" fmla="*/ 11 h 15"/>
                  <a:gd name="T24" fmla="*/ 2 w 24"/>
                  <a:gd name="T25" fmla="*/ 7 h 15"/>
                  <a:gd name="T26" fmla="*/ 0 w 24"/>
                  <a:gd name="T27" fmla="*/ 6 h 1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
                  <a:gd name="T43" fmla="*/ 0 h 15"/>
                  <a:gd name="T44" fmla="*/ 24 w 24"/>
                  <a:gd name="T45" fmla="*/ 15 h 1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 h="15">
                    <a:moveTo>
                      <a:pt x="0" y="6"/>
                    </a:moveTo>
                    <a:lnTo>
                      <a:pt x="18" y="2"/>
                    </a:lnTo>
                    <a:lnTo>
                      <a:pt x="22" y="0"/>
                    </a:lnTo>
                    <a:lnTo>
                      <a:pt x="22" y="1"/>
                    </a:lnTo>
                    <a:lnTo>
                      <a:pt x="16" y="5"/>
                    </a:lnTo>
                    <a:lnTo>
                      <a:pt x="17" y="8"/>
                    </a:lnTo>
                    <a:lnTo>
                      <a:pt x="23" y="14"/>
                    </a:lnTo>
                    <a:lnTo>
                      <a:pt x="17" y="12"/>
                    </a:lnTo>
                    <a:lnTo>
                      <a:pt x="11" y="12"/>
                    </a:lnTo>
                    <a:lnTo>
                      <a:pt x="5" y="13"/>
                    </a:lnTo>
                    <a:lnTo>
                      <a:pt x="3" y="14"/>
                    </a:lnTo>
                    <a:lnTo>
                      <a:pt x="4" y="11"/>
                    </a:lnTo>
                    <a:lnTo>
                      <a:pt x="2" y="7"/>
                    </a:lnTo>
                    <a:lnTo>
                      <a:pt x="0" y="6"/>
                    </a:lnTo>
                  </a:path>
                </a:pathLst>
              </a:custGeom>
              <a:solidFill>
                <a:srgbClr val="000000"/>
              </a:solidFill>
              <a:ln w="9525" cap="rnd">
                <a:noFill/>
                <a:round/>
                <a:headEnd/>
                <a:tailEnd/>
              </a:ln>
            </p:spPr>
            <p:txBody>
              <a:bodyPr/>
              <a:lstStyle/>
              <a:p>
                <a:pPr algn="ctr"/>
                <a:endParaRPr lang="pt-BR" sz="2400"/>
              </a:p>
            </p:txBody>
          </p:sp>
          <p:sp>
            <p:nvSpPr>
              <p:cNvPr id="193" name="Freeform 653"/>
              <p:cNvSpPr>
                <a:spLocks/>
              </p:cNvSpPr>
              <p:nvPr/>
            </p:nvSpPr>
            <p:spPr bwMode="auto">
              <a:xfrm>
                <a:off x="2002" y="2118"/>
                <a:ext cx="124" cy="76"/>
              </a:xfrm>
              <a:custGeom>
                <a:avLst/>
                <a:gdLst>
                  <a:gd name="T0" fmla="*/ 11 w 124"/>
                  <a:gd name="T1" fmla="*/ 25 h 76"/>
                  <a:gd name="T2" fmla="*/ 8 w 124"/>
                  <a:gd name="T3" fmla="*/ 29 h 76"/>
                  <a:gd name="T4" fmla="*/ 0 w 124"/>
                  <a:gd name="T5" fmla="*/ 40 h 76"/>
                  <a:gd name="T6" fmla="*/ 0 w 124"/>
                  <a:gd name="T7" fmla="*/ 43 h 76"/>
                  <a:gd name="T8" fmla="*/ 5 w 124"/>
                  <a:gd name="T9" fmla="*/ 54 h 76"/>
                  <a:gd name="T10" fmla="*/ 3 w 124"/>
                  <a:gd name="T11" fmla="*/ 63 h 76"/>
                  <a:gd name="T12" fmla="*/ 8 w 124"/>
                  <a:gd name="T13" fmla="*/ 71 h 76"/>
                  <a:gd name="T14" fmla="*/ 18 w 124"/>
                  <a:gd name="T15" fmla="*/ 72 h 76"/>
                  <a:gd name="T16" fmla="*/ 21 w 124"/>
                  <a:gd name="T17" fmla="*/ 75 h 76"/>
                  <a:gd name="T18" fmla="*/ 18 w 124"/>
                  <a:gd name="T19" fmla="*/ 50 h 76"/>
                  <a:gd name="T20" fmla="*/ 18 w 124"/>
                  <a:gd name="T21" fmla="*/ 42 h 76"/>
                  <a:gd name="T22" fmla="*/ 19 w 124"/>
                  <a:gd name="T23" fmla="*/ 37 h 76"/>
                  <a:gd name="T24" fmla="*/ 21 w 124"/>
                  <a:gd name="T25" fmla="*/ 33 h 76"/>
                  <a:gd name="T26" fmla="*/ 30 w 124"/>
                  <a:gd name="T27" fmla="*/ 37 h 76"/>
                  <a:gd name="T28" fmla="*/ 40 w 124"/>
                  <a:gd name="T29" fmla="*/ 39 h 76"/>
                  <a:gd name="T30" fmla="*/ 53 w 124"/>
                  <a:gd name="T31" fmla="*/ 39 h 76"/>
                  <a:gd name="T32" fmla="*/ 70 w 124"/>
                  <a:gd name="T33" fmla="*/ 37 h 76"/>
                  <a:gd name="T34" fmla="*/ 62 w 124"/>
                  <a:gd name="T35" fmla="*/ 37 h 76"/>
                  <a:gd name="T36" fmla="*/ 51 w 124"/>
                  <a:gd name="T37" fmla="*/ 32 h 76"/>
                  <a:gd name="T38" fmla="*/ 63 w 124"/>
                  <a:gd name="T39" fmla="*/ 32 h 76"/>
                  <a:gd name="T40" fmla="*/ 72 w 124"/>
                  <a:gd name="T41" fmla="*/ 32 h 76"/>
                  <a:gd name="T42" fmla="*/ 84 w 124"/>
                  <a:gd name="T43" fmla="*/ 29 h 76"/>
                  <a:gd name="T44" fmla="*/ 93 w 124"/>
                  <a:gd name="T45" fmla="*/ 25 h 76"/>
                  <a:gd name="T46" fmla="*/ 104 w 124"/>
                  <a:gd name="T47" fmla="*/ 24 h 76"/>
                  <a:gd name="T48" fmla="*/ 110 w 124"/>
                  <a:gd name="T49" fmla="*/ 26 h 76"/>
                  <a:gd name="T50" fmla="*/ 114 w 124"/>
                  <a:gd name="T51" fmla="*/ 29 h 76"/>
                  <a:gd name="T52" fmla="*/ 119 w 124"/>
                  <a:gd name="T53" fmla="*/ 29 h 76"/>
                  <a:gd name="T54" fmla="*/ 123 w 124"/>
                  <a:gd name="T55" fmla="*/ 26 h 76"/>
                  <a:gd name="T56" fmla="*/ 118 w 124"/>
                  <a:gd name="T57" fmla="*/ 20 h 76"/>
                  <a:gd name="T58" fmla="*/ 111 w 124"/>
                  <a:gd name="T59" fmla="*/ 21 h 76"/>
                  <a:gd name="T60" fmla="*/ 104 w 124"/>
                  <a:gd name="T61" fmla="*/ 19 h 76"/>
                  <a:gd name="T62" fmla="*/ 98 w 124"/>
                  <a:gd name="T63" fmla="*/ 18 h 76"/>
                  <a:gd name="T64" fmla="*/ 93 w 124"/>
                  <a:gd name="T65" fmla="*/ 20 h 76"/>
                  <a:gd name="T66" fmla="*/ 82 w 124"/>
                  <a:gd name="T67" fmla="*/ 25 h 76"/>
                  <a:gd name="T68" fmla="*/ 74 w 124"/>
                  <a:gd name="T69" fmla="*/ 27 h 76"/>
                  <a:gd name="T70" fmla="*/ 64 w 124"/>
                  <a:gd name="T71" fmla="*/ 27 h 76"/>
                  <a:gd name="T72" fmla="*/ 55 w 124"/>
                  <a:gd name="T73" fmla="*/ 28 h 76"/>
                  <a:gd name="T74" fmla="*/ 42 w 124"/>
                  <a:gd name="T75" fmla="*/ 26 h 76"/>
                  <a:gd name="T76" fmla="*/ 50 w 124"/>
                  <a:gd name="T77" fmla="*/ 24 h 76"/>
                  <a:gd name="T78" fmla="*/ 41 w 124"/>
                  <a:gd name="T79" fmla="*/ 23 h 76"/>
                  <a:gd name="T80" fmla="*/ 32 w 124"/>
                  <a:gd name="T81" fmla="*/ 21 h 76"/>
                  <a:gd name="T82" fmla="*/ 28 w 124"/>
                  <a:gd name="T83" fmla="*/ 19 h 76"/>
                  <a:gd name="T84" fmla="*/ 35 w 124"/>
                  <a:gd name="T85" fmla="*/ 16 h 76"/>
                  <a:gd name="T86" fmla="*/ 22 w 124"/>
                  <a:gd name="T87" fmla="*/ 14 h 76"/>
                  <a:gd name="T88" fmla="*/ 19 w 124"/>
                  <a:gd name="T89" fmla="*/ 12 h 76"/>
                  <a:gd name="T90" fmla="*/ 19 w 124"/>
                  <a:gd name="T91" fmla="*/ 10 h 76"/>
                  <a:gd name="T92" fmla="*/ 19 w 124"/>
                  <a:gd name="T93" fmla="*/ 7 h 76"/>
                  <a:gd name="T94" fmla="*/ 21 w 124"/>
                  <a:gd name="T95" fmla="*/ 4 h 76"/>
                  <a:gd name="T96" fmla="*/ 27 w 124"/>
                  <a:gd name="T97" fmla="*/ 0 h 76"/>
                  <a:gd name="T98" fmla="*/ 15 w 124"/>
                  <a:gd name="T99" fmla="*/ 5 h 76"/>
                  <a:gd name="T100" fmla="*/ 4 w 124"/>
                  <a:gd name="T101" fmla="*/ 12 h 76"/>
                  <a:gd name="T102" fmla="*/ 5 w 124"/>
                  <a:gd name="T103" fmla="*/ 13 h 76"/>
                  <a:gd name="T104" fmla="*/ 8 w 124"/>
                  <a:gd name="T105" fmla="*/ 21 h 76"/>
                  <a:gd name="T106" fmla="*/ 11 w 124"/>
                  <a:gd name="T107" fmla="*/ 25 h 7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24"/>
                  <a:gd name="T163" fmla="*/ 0 h 76"/>
                  <a:gd name="T164" fmla="*/ 124 w 124"/>
                  <a:gd name="T165" fmla="*/ 76 h 7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24" h="76">
                    <a:moveTo>
                      <a:pt x="11" y="25"/>
                    </a:moveTo>
                    <a:lnTo>
                      <a:pt x="8" y="29"/>
                    </a:lnTo>
                    <a:lnTo>
                      <a:pt x="0" y="40"/>
                    </a:lnTo>
                    <a:lnTo>
                      <a:pt x="0" y="43"/>
                    </a:lnTo>
                    <a:lnTo>
                      <a:pt x="5" y="54"/>
                    </a:lnTo>
                    <a:lnTo>
                      <a:pt x="3" y="63"/>
                    </a:lnTo>
                    <a:lnTo>
                      <a:pt x="8" y="71"/>
                    </a:lnTo>
                    <a:lnTo>
                      <a:pt x="18" y="72"/>
                    </a:lnTo>
                    <a:lnTo>
                      <a:pt x="21" y="75"/>
                    </a:lnTo>
                    <a:lnTo>
                      <a:pt x="18" y="50"/>
                    </a:lnTo>
                    <a:lnTo>
                      <a:pt x="18" y="42"/>
                    </a:lnTo>
                    <a:lnTo>
                      <a:pt x="19" y="37"/>
                    </a:lnTo>
                    <a:lnTo>
                      <a:pt x="21" y="33"/>
                    </a:lnTo>
                    <a:lnTo>
                      <a:pt x="30" y="37"/>
                    </a:lnTo>
                    <a:lnTo>
                      <a:pt x="40" y="39"/>
                    </a:lnTo>
                    <a:lnTo>
                      <a:pt x="53" y="39"/>
                    </a:lnTo>
                    <a:lnTo>
                      <a:pt x="70" y="37"/>
                    </a:lnTo>
                    <a:lnTo>
                      <a:pt x="62" y="37"/>
                    </a:lnTo>
                    <a:lnTo>
                      <a:pt x="51" y="32"/>
                    </a:lnTo>
                    <a:lnTo>
                      <a:pt x="63" y="32"/>
                    </a:lnTo>
                    <a:lnTo>
                      <a:pt x="72" y="32"/>
                    </a:lnTo>
                    <a:lnTo>
                      <a:pt x="84" y="29"/>
                    </a:lnTo>
                    <a:lnTo>
                      <a:pt x="93" y="25"/>
                    </a:lnTo>
                    <a:lnTo>
                      <a:pt x="104" y="24"/>
                    </a:lnTo>
                    <a:lnTo>
                      <a:pt x="110" y="26"/>
                    </a:lnTo>
                    <a:lnTo>
                      <a:pt x="114" y="29"/>
                    </a:lnTo>
                    <a:lnTo>
                      <a:pt x="119" y="29"/>
                    </a:lnTo>
                    <a:lnTo>
                      <a:pt x="123" y="26"/>
                    </a:lnTo>
                    <a:lnTo>
                      <a:pt x="118" y="20"/>
                    </a:lnTo>
                    <a:lnTo>
                      <a:pt x="111" y="21"/>
                    </a:lnTo>
                    <a:lnTo>
                      <a:pt x="104" y="19"/>
                    </a:lnTo>
                    <a:lnTo>
                      <a:pt x="98" y="18"/>
                    </a:lnTo>
                    <a:lnTo>
                      <a:pt x="93" y="20"/>
                    </a:lnTo>
                    <a:lnTo>
                      <a:pt x="82" y="25"/>
                    </a:lnTo>
                    <a:lnTo>
                      <a:pt x="74" y="27"/>
                    </a:lnTo>
                    <a:lnTo>
                      <a:pt x="64" y="27"/>
                    </a:lnTo>
                    <a:lnTo>
                      <a:pt x="55" y="28"/>
                    </a:lnTo>
                    <a:lnTo>
                      <a:pt x="42" y="26"/>
                    </a:lnTo>
                    <a:lnTo>
                      <a:pt x="50" y="24"/>
                    </a:lnTo>
                    <a:lnTo>
                      <a:pt x="41" y="23"/>
                    </a:lnTo>
                    <a:lnTo>
                      <a:pt x="32" y="21"/>
                    </a:lnTo>
                    <a:lnTo>
                      <a:pt x="28" y="19"/>
                    </a:lnTo>
                    <a:lnTo>
                      <a:pt x="35" y="16"/>
                    </a:lnTo>
                    <a:lnTo>
                      <a:pt x="22" y="14"/>
                    </a:lnTo>
                    <a:lnTo>
                      <a:pt x="19" y="12"/>
                    </a:lnTo>
                    <a:lnTo>
                      <a:pt x="19" y="10"/>
                    </a:lnTo>
                    <a:lnTo>
                      <a:pt x="19" y="7"/>
                    </a:lnTo>
                    <a:lnTo>
                      <a:pt x="21" y="4"/>
                    </a:lnTo>
                    <a:lnTo>
                      <a:pt x="27" y="0"/>
                    </a:lnTo>
                    <a:lnTo>
                      <a:pt x="15" y="5"/>
                    </a:lnTo>
                    <a:lnTo>
                      <a:pt x="4" y="12"/>
                    </a:lnTo>
                    <a:lnTo>
                      <a:pt x="5" y="13"/>
                    </a:lnTo>
                    <a:lnTo>
                      <a:pt x="8" y="21"/>
                    </a:lnTo>
                    <a:lnTo>
                      <a:pt x="11" y="25"/>
                    </a:lnTo>
                  </a:path>
                </a:pathLst>
              </a:custGeom>
              <a:solidFill>
                <a:srgbClr val="000000"/>
              </a:solidFill>
              <a:ln w="9525" cap="rnd">
                <a:noFill/>
                <a:round/>
                <a:headEnd/>
                <a:tailEnd/>
              </a:ln>
            </p:spPr>
            <p:txBody>
              <a:bodyPr/>
              <a:lstStyle/>
              <a:p>
                <a:pPr algn="ctr"/>
                <a:endParaRPr lang="pt-BR" sz="2400"/>
              </a:p>
            </p:txBody>
          </p:sp>
          <p:sp>
            <p:nvSpPr>
              <p:cNvPr id="194" name="Freeform 654"/>
              <p:cNvSpPr>
                <a:spLocks/>
              </p:cNvSpPr>
              <p:nvPr/>
            </p:nvSpPr>
            <p:spPr bwMode="auto">
              <a:xfrm>
                <a:off x="2035" y="2103"/>
                <a:ext cx="122" cy="191"/>
              </a:xfrm>
              <a:custGeom>
                <a:avLst/>
                <a:gdLst>
                  <a:gd name="T0" fmla="*/ 0 w 122"/>
                  <a:gd name="T1" fmla="*/ 16 h 191"/>
                  <a:gd name="T2" fmla="*/ 5 w 122"/>
                  <a:gd name="T3" fmla="*/ 18 h 191"/>
                  <a:gd name="T4" fmla="*/ 14 w 122"/>
                  <a:gd name="T5" fmla="*/ 19 h 191"/>
                  <a:gd name="T6" fmla="*/ 16 w 122"/>
                  <a:gd name="T7" fmla="*/ 20 h 191"/>
                  <a:gd name="T8" fmla="*/ 3 w 122"/>
                  <a:gd name="T9" fmla="*/ 21 h 191"/>
                  <a:gd name="T10" fmla="*/ 5 w 122"/>
                  <a:gd name="T11" fmla="*/ 24 h 191"/>
                  <a:gd name="T12" fmla="*/ 14 w 122"/>
                  <a:gd name="T13" fmla="*/ 25 h 191"/>
                  <a:gd name="T14" fmla="*/ 17 w 122"/>
                  <a:gd name="T15" fmla="*/ 28 h 191"/>
                  <a:gd name="T16" fmla="*/ 11 w 122"/>
                  <a:gd name="T17" fmla="*/ 30 h 191"/>
                  <a:gd name="T18" fmla="*/ 26 w 122"/>
                  <a:gd name="T19" fmla="*/ 31 h 191"/>
                  <a:gd name="T20" fmla="*/ 45 w 122"/>
                  <a:gd name="T21" fmla="*/ 27 h 191"/>
                  <a:gd name="T22" fmla="*/ 25 w 122"/>
                  <a:gd name="T23" fmla="*/ 32 h 191"/>
                  <a:gd name="T24" fmla="*/ 23 w 122"/>
                  <a:gd name="T25" fmla="*/ 36 h 191"/>
                  <a:gd name="T26" fmla="*/ 40 w 122"/>
                  <a:gd name="T27" fmla="*/ 38 h 191"/>
                  <a:gd name="T28" fmla="*/ 54 w 122"/>
                  <a:gd name="T29" fmla="*/ 37 h 191"/>
                  <a:gd name="T30" fmla="*/ 60 w 122"/>
                  <a:gd name="T31" fmla="*/ 28 h 191"/>
                  <a:gd name="T32" fmla="*/ 63 w 122"/>
                  <a:gd name="T33" fmla="*/ 27 h 191"/>
                  <a:gd name="T34" fmla="*/ 75 w 122"/>
                  <a:gd name="T35" fmla="*/ 34 h 191"/>
                  <a:gd name="T36" fmla="*/ 83 w 122"/>
                  <a:gd name="T37" fmla="*/ 45 h 191"/>
                  <a:gd name="T38" fmla="*/ 92 w 122"/>
                  <a:gd name="T39" fmla="*/ 44 h 191"/>
                  <a:gd name="T40" fmla="*/ 97 w 122"/>
                  <a:gd name="T41" fmla="*/ 38 h 191"/>
                  <a:gd name="T42" fmla="*/ 98 w 122"/>
                  <a:gd name="T43" fmla="*/ 40 h 191"/>
                  <a:gd name="T44" fmla="*/ 96 w 122"/>
                  <a:gd name="T45" fmla="*/ 47 h 191"/>
                  <a:gd name="T46" fmla="*/ 105 w 122"/>
                  <a:gd name="T47" fmla="*/ 46 h 191"/>
                  <a:gd name="T48" fmla="*/ 109 w 122"/>
                  <a:gd name="T49" fmla="*/ 49 h 191"/>
                  <a:gd name="T50" fmla="*/ 110 w 122"/>
                  <a:gd name="T51" fmla="*/ 67 h 191"/>
                  <a:gd name="T52" fmla="*/ 115 w 122"/>
                  <a:gd name="T53" fmla="*/ 74 h 191"/>
                  <a:gd name="T54" fmla="*/ 113 w 122"/>
                  <a:gd name="T55" fmla="*/ 77 h 191"/>
                  <a:gd name="T56" fmla="*/ 98 w 122"/>
                  <a:gd name="T57" fmla="*/ 73 h 191"/>
                  <a:gd name="T58" fmla="*/ 93 w 122"/>
                  <a:gd name="T59" fmla="*/ 89 h 191"/>
                  <a:gd name="T60" fmla="*/ 96 w 122"/>
                  <a:gd name="T61" fmla="*/ 105 h 191"/>
                  <a:gd name="T62" fmla="*/ 106 w 122"/>
                  <a:gd name="T63" fmla="*/ 95 h 191"/>
                  <a:gd name="T64" fmla="*/ 97 w 122"/>
                  <a:gd name="T65" fmla="*/ 88 h 191"/>
                  <a:gd name="T66" fmla="*/ 109 w 122"/>
                  <a:gd name="T67" fmla="*/ 88 h 191"/>
                  <a:gd name="T68" fmla="*/ 110 w 122"/>
                  <a:gd name="T69" fmla="*/ 79 h 191"/>
                  <a:gd name="T70" fmla="*/ 95 w 122"/>
                  <a:gd name="T71" fmla="*/ 86 h 191"/>
                  <a:gd name="T72" fmla="*/ 99 w 122"/>
                  <a:gd name="T73" fmla="*/ 75 h 191"/>
                  <a:gd name="T74" fmla="*/ 113 w 122"/>
                  <a:gd name="T75" fmla="*/ 79 h 191"/>
                  <a:gd name="T76" fmla="*/ 112 w 122"/>
                  <a:gd name="T77" fmla="*/ 95 h 191"/>
                  <a:gd name="T78" fmla="*/ 105 w 122"/>
                  <a:gd name="T79" fmla="*/ 109 h 191"/>
                  <a:gd name="T80" fmla="*/ 95 w 122"/>
                  <a:gd name="T81" fmla="*/ 107 h 191"/>
                  <a:gd name="T82" fmla="*/ 85 w 122"/>
                  <a:gd name="T83" fmla="*/ 164 h 191"/>
                  <a:gd name="T84" fmla="*/ 62 w 122"/>
                  <a:gd name="T85" fmla="*/ 190 h 191"/>
                  <a:gd name="T86" fmla="*/ 92 w 122"/>
                  <a:gd name="T87" fmla="*/ 157 h 191"/>
                  <a:gd name="T88" fmla="*/ 104 w 122"/>
                  <a:gd name="T89" fmla="*/ 131 h 191"/>
                  <a:gd name="T90" fmla="*/ 100 w 122"/>
                  <a:gd name="T91" fmla="*/ 125 h 191"/>
                  <a:gd name="T92" fmla="*/ 108 w 122"/>
                  <a:gd name="T93" fmla="*/ 117 h 191"/>
                  <a:gd name="T94" fmla="*/ 118 w 122"/>
                  <a:gd name="T95" fmla="*/ 105 h 191"/>
                  <a:gd name="T96" fmla="*/ 115 w 122"/>
                  <a:gd name="T97" fmla="*/ 97 h 191"/>
                  <a:gd name="T98" fmla="*/ 116 w 122"/>
                  <a:gd name="T99" fmla="*/ 90 h 191"/>
                  <a:gd name="T100" fmla="*/ 115 w 122"/>
                  <a:gd name="T101" fmla="*/ 81 h 191"/>
                  <a:gd name="T102" fmla="*/ 118 w 122"/>
                  <a:gd name="T103" fmla="*/ 76 h 191"/>
                  <a:gd name="T104" fmla="*/ 113 w 122"/>
                  <a:gd name="T105" fmla="*/ 64 h 191"/>
                  <a:gd name="T106" fmla="*/ 112 w 122"/>
                  <a:gd name="T107" fmla="*/ 54 h 191"/>
                  <a:gd name="T108" fmla="*/ 109 w 122"/>
                  <a:gd name="T109" fmla="*/ 42 h 191"/>
                  <a:gd name="T110" fmla="*/ 97 w 122"/>
                  <a:gd name="T111" fmla="*/ 28 h 191"/>
                  <a:gd name="T112" fmla="*/ 89 w 122"/>
                  <a:gd name="T113" fmla="*/ 16 h 191"/>
                  <a:gd name="T114" fmla="*/ 76 w 122"/>
                  <a:gd name="T115" fmla="*/ 8 h 191"/>
                  <a:gd name="T116" fmla="*/ 55 w 122"/>
                  <a:gd name="T117" fmla="*/ 0 h 191"/>
                  <a:gd name="T118" fmla="*/ 31 w 122"/>
                  <a:gd name="T119" fmla="*/ 2 h 191"/>
                  <a:gd name="T120" fmla="*/ 10 w 122"/>
                  <a:gd name="T121" fmla="*/ 12 h 19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22"/>
                  <a:gd name="T184" fmla="*/ 0 h 191"/>
                  <a:gd name="T185" fmla="*/ 122 w 122"/>
                  <a:gd name="T186" fmla="*/ 191 h 19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22" h="191">
                    <a:moveTo>
                      <a:pt x="1" y="14"/>
                    </a:moveTo>
                    <a:lnTo>
                      <a:pt x="0" y="16"/>
                    </a:lnTo>
                    <a:lnTo>
                      <a:pt x="1" y="17"/>
                    </a:lnTo>
                    <a:lnTo>
                      <a:pt x="5" y="18"/>
                    </a:lnTo>
                    <a:lnTo>
                      <a:pt x="8" y="19"/>
                    </a:lnTo>
                    <a:lnTo>
                      <a:pt x="14" y="19"/>
                    </a:lnTo>
                    <a:lnTo>
                      <a:pt x="22" y="18"/>
                    </a:lnTo>
                    <a:lnTo>
                      <a:pt x="16" y="20"/>
                    </a:lnTo>
                    <a:lnTo>
                      <a:pt x="9" y="21"/>
                    </a:lnTo>
                    <a:lnTo>
                      <a:pt x="3" y="21"/>
                    </a:lnTo>
                    <a:lnTo>
                      <a:pt x="3" y="22"/>
                    </a:lnTo>
                    <a:lnTo>
                      <a:pt x="5" y="24"/>
                    </a:lnTo>
                    <a:lnTo>
                      <a:pt x="9" y="26"/>
                    </a:lnTo>
                    <a:lnTo>
                      <a:pt x="14" y="25"/>
                    </a:lnTo>
                    <a:lnTo>
                      <a:pt x="17" y="27"/>
                    </a:lnTo>
                    <a:lnTo>
                      <a:pt x="17" y="28"/>
                    </a:lnTo>
                    <a:lnTo>
                      <a:pt x="14" y="30"/>
                    </a:lnTo>
                    <a:lnTo>
                      <a:pt x="11" y="30"/>
                    </a:lnTo>
                    <a:lnTo>
                      <a:pt x="17" y="31"/>
                    </a:lnTo>
                    <a:lnTo>
                      <a:pt x="26" y="31"/>
                    </a:lnTo>
                    <a:lnTo>
                      <a:pt x="37" y="29"/>
                    </a:lnTo>
                    <a:lnTo>
                      <a:pt x="45" y="27"/>
                    </a:lnTo>
                    <a:lnTo>
                      <a:pt x="36" y="30"/>
                    </a:lnTo>
                    <a:lnTo>
                      <a:pt x="25" y="32"/>
                    </a:lnTo>
                    <a:lnTo>
                      <a:pt x="18" y="34"/>
                    </a:lnTo>
                    <a:lnTo>
                      <a:pt x="23" y="36"/>
                    </a:lnTo>
                    <a:lnTo>
                      <a:pt x="32" y="37"/>
                    </a:lnTo>
                    <a:lnTo>
                      <a:pt x="40" y="38"/>
                    </a:lnTo>
                    <a:lnTo>
                      <a:pt x="49" y="38"/>
                    </a:lnTo>
                    <a:lnTo>
                      <a:pt x="54" y="37"/>
                    </a:lnTo>
                    <a:lnTo>
                      <a:pt x="46" y="34"/>
                    </a:lnTo>
                    <a:lnTo>
                      <a:pt x="60" y="28"/>
                    </a:lnTo>
                    <a:lnTo>
                      <a:pt x="56" y="26"/>
                    </a:lnTo>
                    <a:lnTo>
                      <a:pt x="63" y="27"/>
                    </a:lnTo>
                    <a:lnTo>
                      <a:pt x="69" y="29"/>
                    </a:lnTo>
                    <a:lnTo>
                      <a:pt x="75" y="34"/>
                    </a:lnTo>
                    <a:lnTo>
                      <a:pt x="80" y="37"/>
                    </a:lnTo>
                    <a:lnTo>
                      <a:pt x="83" y="45"/>
                    </a:lnTo>
                    <a:lnTo>
                      <a:pt x="88" y="45"/>
                    </a:lnTo>
                    <a:lnTo>
                      <a:pt x="92" y="44"/>
                    </a:lnTo>
                    <a:lnTo>
                      <a:pt x="95" y="42"/>
                    </a:lnTo>
                    <a:lnTo>
                      <a:pt x="97" y="38"/>
                    </a:lnTo>
                    <a:lnTo>
                      <a:pt x="98" y="37"/>
                    </a:lnTo>
                    <a:lnTo>
                      <a:pt x="98" y="40"/>
                    </a:lnTo>
                    <a:lnTo>
                      <a:pt x="97" y="44"/>
                    </a:lnTo>
                    <a:lnTo>
                      <a:pt x="96" y="47"/>
                    </a:lnTo>
                    <a:lnTo>
                      <a:pt x="100" y="47"/>
                    </a:lnTo>
                    <a:lnTo>
                      <a:pt x="105" y="46"/>
                    </a:lnTo>
                    <a:lnTo>
                      <a:pt x="108" y="47"/>
                    </a:lnTo>
                    <a:lnTo>
                      <a:pt x="109" y="49"/>
                    </a:lnTo>
                    <a:lnTo>
                      <a:pt x="111" y="55"/>
                    </a:lnTo>
                    <a:lnTo>
                      <a:pt x="110" y="67"/>
                    </a:lnTo>
                    <a:lnTo>
                      <a:pt x="112" y="72"/>
                    </a:lnTo>
                    <a:lnTo>
                      <a:pt x="115" y="74"/>
                    </a:lnTo>
                    <a:lnTo>
                      <a:pt x="116" y="77"/>
                    </a:lnTo>
                    <a:lnTo>
                      <a:pt x="113" y="77"/>
                    </a:lnTo>
                    <a:lnTo>
                      <a:pt x="106" y="73"/>
                    </a:lnTo>
                    <a:lnTo>
                      <a:pt x="98" y="73"/>
                    </a:lnTo>
                    <a:lnTo>
                      <a:pt x="94" y="79"/>
                    </a:lnTo>
                    <a:lnTo>
                      <a:pt x="93" y="89"/>
                    </a:lnTo>
                    <a:lnTo>
                      <a:pt x="97" y="93"/>
                    </a:lnTo>
                    <a:lnTo>
                      <a:pt x="96" y="105"/>
                    </a:lnTo>
                    <a:lnTo>
                      <a:pt x="98" y="99"/>
                    </a:lnTo>
                    <a:lnTo>
                      <a:pt x="106" y="95"/>
                    </a:lnTo>
                    <a:lnTo>
                      <a:pt x="103" y="90"/>
                    </a:lnTo>
                    <a:lnTo>
                      <a:pt x="97" y="88"/>
                    </a:lnTo>
                    <a:lnTo>
                      <a:pt x="102" y="83"/>
                    </a:lnTo>
                    <a:lnTo>
                      <a:pt x="109" y="88"/>
                    </a:lnTo>
                    <a:lnTo>
                      <a:pt x="107" y="80"/>
                    </a:lnTo>
                    <a:lnTo>
                      <a:pt x="110" y="79"/>
                    </a:lnTo>
                    <a:lnTo>
                      <a:pt x="103" y="79"/>
                    </a:lnTo>
                    <a:lnTo>
                      <a:pt x="95" y="86"/>
                    </a:lnTo>
                    <a:lnTo>
                      <a:pt x="96" y="79"/>
                    </a:lnTo>
                    <a:lnTo>
                      <a:pt x="99" y="75"/>
                    </a:lnTo>
                    <a:lnTo>
                      <a:pt x="106" y="75"/>
                    </a:lnTo>
                    <a:lnTo>
                      <a:pt x="113" y="79"/>
                    </a:lnTo>
                    <a:lnTo>
                      <a:pt x="114" y="87"/>
                    </a:lnTo>
                    <a:lnTo>
                      <a:pt x="112" y="95"/>
                    </a:lnTo>
                    <a:lnTo>
                      <a:pt x="106" y="103"/>
                    </a:lnTo>
                    <a:lnTo>
                      <a:pt x="105" y="109"/>
                    </a:lnTo>
                    <a:lnTo>
                      <a:pt x="98" y="113"/>
                    </a:lnTo>
                    <a:lnTo>
                      <a:pt x="95" y="107"/>
                    </a:lnTo>
                    <a:lnTo>
                      <a:pt x="89" y="142"/>
                    </a:lnTo>
                    <a:lnTo>
                      <a:pt x="85" y="164"/>
                    </a:lnTo>
                    <a:lnTo>
                      <a:pt x="68" y="180"/>
                    </a:lnTo>
                    <a:lnTo>
                      <a:pt x="62" y="190"/>
                    </a:lnTo>
                    <a:lnTo>
                      <a:pt x="69" y="180"/>
                    </a:lnTo>
                    <a:lnTo>
                      <a:pt x="92" y="157"/>
                    </a:lnTo>
                    <a:lnTo>
                      <a:pt x="105" y="132"/>
                    </a:lnTo>
                    <a:lnTo>
                      <a:pt x="104" y="131"/>
                    </a:lnTo>
                    <a:lnTo>
                      <a:pt x="100" y="131"/>
                    </a:lnTo>
                    <a:lnTo>
                      <a:pt x="100" y="125"/>
                    </a:lnTo>
                    <a:lnTo>
                      <a:pt x="108" y="123"/>
                    </a:lnTo>
                    <a:lnTo>
                      <a:pt x="108" y="117"/>
                    </a:lnTo>
                    <a:lnTo>
                      <a:pt x="116" y="115"/>
                    </a:lnTo>
                    <a:lnTo>
                      <a:pt x="118" y="105"/>
                    </a:lnTo>
                    <a:lnTo>
                      <a:pt x="121" y="100"/>
                    </a:lnTo>
                    <a:lnTo>
                      <a:pt x="115" y="97"/>
                    </a:lnTo>
                    <a:lnTo>
                      <a:pt x="114" y="95"/>
                    </a:lnTo>
                    <a:lnTo>
                      <a:pt x="116" y="90"/>
                    </a:lnTo>
                    <a:lnTo>
                      <a:pt x="116" y="83"/>
                    </a:lnTo>
                    <a:lnTo>
                      <a:pt x="115" y="81"/>
                    </a:lnTo>
                    <a:lnTo>
                      <a:pt x="119" y="83"/>
                    </a:lnTo>
                    <a:lnTo>
                      <a:pt x="118" y="76"/>
                    </a:lnTo>
                    <a:lnTo>
                      <a:pt x="114" y="70"/>
                    </a:lnTo>
                    <a:lnTo>
                      <a:pt x="113" y="64"/>
                    </a:lnTo>
                    <a:lnTo>
                      <a:pt x="113" y="58"/>
                    </a:lnTo>
                    <a:lnTo>
                      <a:pt x="112" y="54"/>
                    </a:lnTo>
                    <a:lnTo>
                      <a:pt x="113" y="51"/>
                    </a:lnTo>
                    <a:lnTo>
                      <a:pt x="109" y="42"/>
                    </a:lnTo>
                    <a:lnTo>
                      <a:pt x="103" y="33"/>
                    </a:lnTo>
                    <a:lnTo>
                      <a:pt x="97" y="28"/>
                    </a:lnTo>
                    <a:lnTo>
                      <a:pt x="92" y="24"/>
                    </a:lnTo>
                    <a:lnTo>
                      <a:pt x="89" y="16"/>
                    </a:lnTo>
                    <a:lnTo>
                      <a:pt x="83" y="11"/>
                    </a:lnTo>
                    <a:lnTo>
                      <a:pt x="76" y="8"/>
                    </a:lnTo>
                    <a:lnTo>
                      <a:pt x="66" y="3"/>
                    </a:lnTo>
                    <a:lnTo>
                      <a:pt x="55" y="0"/>
                    </a:lnTo>
                    <a:lnTo>
                      <a:pt x="43" y="0"/>
                    </a:lnTo>
                    <a:lnTo>
                      <a:pt x="31" y="2"/>
                    </a:lnTo>
                    <a:lnTo>
                      <a:pt x="23" y="7"/>
                    </a:lnTo>
                    <a:lnTo>
                      <a:pt x="10" y="12"/>
                    </a:lnTo>
                    <a:lnTo>
                      <a:pt x="1" y="14"/>
                    </a:lnTo>
                  </a:path>
                </a:pathLst>
              </a:custGeom>
              <a:solidFill>
                <a:srgbClr val="000000"/>
              </a:solidFill>
              <a:ln w="9525" cap="rnd">
                <a:noFill/>
                <a:round/>
                <a:headEnd/>
                <a:tailEnd/>
              </a:ln>
            </p:spPr>
            <p:txBody>
              <a:bodyPr/>
              <a:lstStyle/>
              <a:p>
                <a:pPr algn="ctr"/>
                <a:endParaRPr lang="pt-BR" sz="2400"/>
              </a:p>
            </p:txBody>
          </p:sp>
          <p:sp>
            <p:nvSpPr>
              <p:cNvPr id="195" name="Freeform 655"/>
              <p:cNvSpPr>
                <a:spLocks/>
              </p:cNvSpPr>
              <p:nvPr/>
            </p:nvSpPr>
            <p:spPr bwMode="auto">
              <a:xfrm>
                <a:off x="2092" y="2141"/>
                <a:ext cx="32" cy="27"/>
              </a:xfrm>
              <a:custGeom>
                <a:avLst/>
                <a:gdLst>
                  <a:gd name="T0" fmla="*/ 9 w 32"/>
                  <a:gd name="T1" fmla="*/ 1 h 27"/>
                  <a:gd name="T2" fmla="*/ 4 w 32"/>
                  <a:gd name="T3" fmla="*/ 3 h 27"/>
                  <a:gd name="T4" fmla="*/ 0 w 32"/>
                  <a:gd name="T5" fmla="*/ 7 h 27"/>
                  <a:gd name="T6" fmla="*/ 5 w 32"/>
                  <a:gd name="T7" fmla="*/ 7 h 27"/>
                  <a:gd name="T8" fmla="*/ 2 w 32"/>
                  <a:gd name="T9" fmla="*/ 15 h 27"/>
                  <a:gd name="T10" fmla="*/ 5 w 32"/>
                  <a:gd name="T11" fmla="*/ 16 h 27"/>
                  <a:gd name="T12" fmla="*/ 8 w 32"/>
                  <a:gd name="T13" fmla="*/ 26 h 27"/>
                  <a:gd name="T14" fmla="*/ 7 w 32"/>
                  <a:gd name="T15" fmla="*/ 16 h 27"/>
                  <a:gd name="T16" fmla="*/ 11 w 32"/>
                  <a:gd name="T17" fmla="*/ 12 h 27"/>
                  <a:gd name="T18" fmla="*/ 16 w 32"/>
                  <a:gd name="T19" fmla="*/ 11 h 27"/>
                  <a:gd name="T20" fmla="*/ 22 w 32"/>
                  <a:gd name="T21" fmla="*/ 11 h 27"/>
                  <a:gd name="T22" fmla="*/ 27 w 32"/>
                  <a:gd name="T23" fmla="*/ 12 h 27"/>
                  <a:gd name="T24" fmla="*/ 31 w 32"/>
                  <a:gd name="T25" fmla="*/ 15 h 27"/>
                  <a:gd name="T26" fmla="*/ 26 w 32"/>
                  <a:gd name="T27" fmla="*/ 11 h 27"/>
                  <a:gd name="T28" fmla="*/ 18 w 32"/>
                  <a:gd name="T29" fmla="*/ 9 h 27"/>
                  <a:gd name="T30" fmla="*/ 13 w 32"/>
                  <a:gd name="T31" fmla="*/ 9 h 27"/>
                  <a:gd name="T32" fmla="*/ 6 w 32"/>
                  <a:gd name="T33" fmla="*/ 11 h 27"/>
                  <a:gd name="T34" fmla="*/ 6 w 32"/>
                  <a:gd name="T35" fmla="*/ 8 h 27"/>
                  <a:gd name="T36" fmla="*/ 10 w 32"/>
                  <a:gd name="T37" fmla="*/ 6 h 27"/>
                  <a:gd name="T38" fmla="*/ 3 w 32"/>
                  <a:gd name="T39" fmla="*/ 6 h 27"/>
                  <a:gd name="T40" fmla="*/ 6 w 32"/>
                  <a:gd name="T41" fmla="*/ 4 h 27"/>
                  <a:gd name="T42" fmla="*/ 11 w 32"/>
                  <a:gd name="T43" fmla="*/ 2 h 27"/>
                  <a:gd name="T44" fmla="*/ 15 w 32"/>
                  <a:gd name="T45" fmla="*/ 2 h 27"/>
                  <a:gd name="T46" fmla="*/ 22 w 32"/>
                  <a:gd name="T47" fmla="*/ 4 h 27"/>
                  <a:gd name="T48" fmla="*/ 17 w 32"/>
                  <a:gd name="T49" fmla="*/ 1 h 27"/>
                  <a:gd name="T50" fmla="*/ 11 w 32"/>
                  <a:gd name="T51" fmla="*/ 0 h 27"/>
                  <a:gd name="T52" fmla="*/ 9 w 32"/>
                  <a:gd name="T53" fmla="*/ 1 h 2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2"/>
                  <a:gd name="T82" fmla="*/ 0 h 27"/>
                  <a:gd name="T83" fmla="*/ 32 w 32"/>
                  <a:gd name="T84" fmla="*/ 27 h 2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2" h="27">
                    <a:moveTo>
                      <a:pt x="9" y="1"/>
                    </a:moveTo>
                    <a:lnTo>
                      <a:pt x="4" y="3"/>
                    </a:lnTo>
                    <a:lnTo>
                      <a:pt x="0" y="7"/>
                    </a:lnTo>
                    <a:lnTo>
                      <a:pt x="5" y="7"/>
                    </a:lnTo>
                    <a:lnTo>
                      <a:pt x="2" y="15"/>
                    </a:lnTo>
                    <a:lnTo>
                      <a:pt x="5" y="16"/>
                    </a:lnTo>
                    <a:lnTo>
                      <a:pt x="8" y="26"/>
                    </a:lnTo>
                    <a:lnTo>
                      <a:pt x="7" y="16"/>
                    </a:lnTo>
                    <a:lnTo>
                      <a:pt x="11" y="12"/>
                    </a:lnTo>
                    <a:lnTo>
                      <a:pt x="16" y="11"/>
                    </a:lnTo>
                    <a:lnTo>
                      <a:pt x="22" y="11"/>
                    </a:lnTo>
                    <a:lnTo>
                      <a:pt x="27" y="12"/>
                    </a:lnTo>
                    <a:lnTo>
                      <a:pt x="31" y="15"/>
                    </a:lnTo>
                    <a:lnTo>
                      <a:pt x="26" y="11"/>
                    </a:lnTo>
                    <a:lnTo>
                      <a:pt x="18" y="9"/>
                    </a:lnTo>
                    <a:lnTo>
                      <a:pt x="13" y="9"/>
                    </a:lnTo>
                    <a:lnTo>
                      <a:pt x="6" y="11"/>
                    </a:lnTo>
                    <a:lnTo>
                      <a:pt x="6" y="8"/>
                    </a:lnTo>
                    <a:lnTo>
                      <a:pt x="10" y="6"/>
                    </a:lnTo>
                    <a:lnTo>
                      <a:pt x="3" y="6"/>
                    </a:lnTo>
                    <a:lnTo>
                      <a:pt x="6" y="4"/>
                    </a:lnTo>
                    <a:lnTo>
                      <a:pt x="11" y="2"/>
                    </a:lnTo>
                    <a:lnTo>
                      <a:pt x="15" y="2"/>
                    </a:lnTo>
                    <a:lnTo>
                      <a:pt x="22" y="4"/>
                    </a:lnTo>
                    <a:lnTo>
                      <a:pt x="17" y="1"/>
                    </a:lnTo>
                    <a:lnTo>
                      <a:pt x="11" y="0"/>
                    </a:lnTo>
                    <a:lnTo>
                      <a:pt x="9" y="1"/>
                    </a:lnTo>
                  </a:path>
                </a:pathLst>
              </a:custGeom>
              <a:solidFill>
                <a:srgbClr val="000000"/>
              </a:solidFill>
              <a:ln w="9525" cap="rnd">
                <a:noFill/>
                <a:round/>
                <a:headEnd/>
                <a:tailEnd/>
              </a:ln>
            </p:spPr>
            <p:txBody>
              <a:bodyPr/>
              <a:lstStyle/>
              <a:p>
                <a:pPr algn="ctr"/>
                <a:endParaRPr lang="pt-BR" sz="2400"/>
              </a:p>
            </p:txBody>
          </p:sp>
          <p:sp>
            <p:nvSpPr>
              <p:cNvPr id="196" name="Freeform 656"/>
              <p:cNvSpPr>
                <a:spLocks/>
              </p:cNvSpPr>
              <p:nvPr/>
            </p:nvSpPr>
            <p:spPr bwMode="auto">
              <a:xfrm>
                <a:off x="2102" y="2171"/>
                <a:ext cx="29" cy="22"/>
              </a:xfrm>
              <a:custGeom>
                <a:avLst/>
                <a:gdLst>
                  <a:gd name="T0" fmla="*/ 2 w 29"/>
                  <a:gd name="T1" fmla="*/ 1 h 22"/>
                  <a:gd name="T2" fmla="*/ 8 w 29"/>
                  <a:gd name="T3" fmla="*/ 0 h 22"/>
                  <a:gd name="T4" fmla="*/ 13 w 29"/>
                  <a:gd name="T5" fmla="*/ 1 h 22"/>
                  <a:gd name="T6" fmla="*/ 17 w 29"/>
                  <a:gd name="T7" fmla="*/ 4 h 22"/>
                  <a:gd name="T8" fmla="*/ 20 w 29"/>
                  <a:gd name="T9" fmla="*/ 7 h 22"/>
                  <a:gd name="T10" fmla="*/ 20 w 29"/>
                  <a:gd name="T11" fmla="*/ 9 h 22"/>
                  <a:gd name="T12" fmla="*/ 20 w 29"/>
                  <a:gd name="T13" fmla="*/ 10 h 22"/>
                  <a:gd name="T14" fmla="*/ 18 w 29"/>
                  <a:gd name="T15" fmla="*/ 10 h 22"/>
                  <a:gd name="T16" fmla="*/ 15 w 29"/>
                  <a:gd name="T17" fmla="*/ 8 h 22"/>
                  <a:gd name="T18" fmla="*/ 12 w 29"/>
                  <a:gd name="T19" fmla="*/ 7 h 22"/>
                  <a:gd name="T20" fmla="*/ 9 w 29"/>
                  <a:gd name="T21" fmla="*/ 6 h 22"/>
                  <a:gd name="T22" fmla="*/ 12 w 29"/>
                  <a:gd name="T23" fmla="*/ 10 h 22"/>
                  <a:gd name="T24" fmla="*/ 13 w 29"/>
                  <a:gd name="T25" fmla="*/ 14 h 22"/>
                  <a:gd name="T26" fmla="*/ 12 w 29"/>
                  <a:gd name="T27" fmla="*/ 18 h 22"/>
                  <a:gd name="T28" fmla="*/ 26 w 29"/>
                  <a:gd name="T29" fmla="*/ 20 h 22"/>
                  <a:gd name="T30" fmla="*/ 28 w 29"/>
                  <a:gd name="T31" fmla="*/ 21 h 22"/>
                  <a:gd name="T32" fmla="*/ 11 w 29"/>
                  <a:gd name="T33" fmla="*/ 19 h 22"/>
                  <a:gd name="T34" fmla="*/ 11 w 29"/>
                  <a:gd name="T35" fmla="*/ 16 h 22"/>
                  <a:gd name="T36" fmla="*/ 11 w 29"/>
                  <a:gd name="T37" fmla="*/ 13 h 22"/>
                  <a:gd name="T38" fmla="*/ 9 w 29"/>
                  <a:gd name="T39" fmla="*/ 8 h 22"/>
                  <a:gd name="T40" fmla="*/ 6 w 29"/>
                  <a:gd name="T41" fmla="*/ 6 h 22"/>
                  <a:gd name="T42" fmla="*/ 1 w 29"/>
                  <a:gd name="T43" fmla="*/ 4 h 22"/>
                  <a:gd name="T44" fmla="*/ 0 w 29"/>
                  <a:gd name="T45" fmla="*/ 0 h 22"/>
                  <a:gd name="T46" fmla="*/ 2 w 29"/>
                  <a:gd name="T47" fmla="*/ 1 h 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9"/>
                  <a:gd name="T73" fmla="*/ 0 h 22"/>
                  <a:gd name="T74" fmla="*/ 29 w 29"/>
                  <a:gd name="T75" fmla="*/ 22 h 2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9" h="22">
                    <a:moveTo>
                      <a:pt x="2" y="1"/>
                    </a:moveTo>
                    <a:lnTo>
                      <a:pt x="8" y="0"/>
                    </a:lnTo>
                    <a:lnTo>
                      <a:pt x="13" y="1"/>
                    </a:lnTo>
                    <a:lnTo>
                      <a:pt x="17" y="4"/>
                    </a:lnTo>
                    <a:lnTo>
                      <a:pt x="20" y="7"/>
                    </a:lnTo>
                    <a:lnTo>
                      <a:pt x="20" y="9"/>
                    </a:lnTo>
                    <a:lnTo>
                      <a:pt x="20" y="10"/>
                    </a:lnTo>
                    <a:lnTo>
                      <a:pt x="18" y="10"/>
                    </a:lnTo>
                    <a:lnTo>
                      <a:pt x="15" y="8"/>
                    </a:lnTo>
                    <a:lnTo>
                      <a:pt x="12" y="7"/>
                    </a:lnTo>
                    <a:lnTo>
                      <a:pt x="9" y="6"/>
                    </a:lnTo>
                    <a:lnTo>
                      <a:pt x="12" y="10"/>
                    </a:lnTo>
                    <a:lnTo>
                      <a:pt x="13" y="14"/>
                    </a:lnTo>
                    <a:lnTo>
                      <a:pt x="12" y="18"/>
                    </a:lnTo>
                    <a:lnTo>
                      <a:pt x="26" y="20"/>
                    </a:lnTo>
                    <a:lnTo>
                      <a:pt x="28" y="21"/>
                    </a:lnTo>
                    <a:lnTo>
                      <a:pt x="11" y="19"/>
                    </a:lnTo>
                    <a:lnTo>
                      <a:pt x="11" y="16"/>
                    </a:lnTo>
                    <a:lnTo>
                      <a:pt x="11" y="13"/>
                    </a:lnTo>
                    <a:lnTo>
                      <a:pt x="9" y="8"/>
                    </a:lnTo>
                    <a:lnTo>
                      <a:pt x="6" y="6"/>
                    </a:lnTo>
                    <a:lnTo>
                      <a:pt x="1" y="4"/>
                    </a:lnTo>
                    <a:lnTo>
                      <a:pt x="0" y="0"/>
                    </a:lnTo>
                    <a:lnTo>
                      <a:pt x="2" y="1"/>
                    </a:lnTo>
                  </a:path>
                </a:pathLst>
              </a:custGeom>
              <a:solidFill>
                <a:srgbClr val="000000"/>
              </a:solidFill>
              <a:ln w="9525" cap="rnd">
                <a:noFill/>
                <a:round/>
                <a:headEnd/>
                <a:tailEnd/>
              </a:ln>
            </p:spPr>
            <p:txBody>
              <a:bodyPr/>
              <a:lstStyle/>
              <a:p>
                <a:pPr algn="ctr"/>
                <a:endParaRPr lang="pt-BR" sz="2400"/>
              </a:p>
            </p:txBody>
          </p:sp>
          <p:sp>
            <p:nvSpPr>
              <p:cNvPr id="197" name="Freeform 657"/>
              <p:cNvSpPr>
                <a:spLocks/>
              </p:cNvSpPr>
              <p:nvPr/>
            </p:nvSpPr>
            <p:spPr bwMode="auto">
              <a:xfrm>
                <a:off x="2108" y="2190"/>
                <a:ext cx="16" cy="24"/>
              </a:xfrm>
              <a:custGeom>
                <a:avLst/>
                <a:gdLst>
                  <a:gd name="T0" fmla="*/ 6 w 16"/>
                  <a:gd name="T1" fmla="*/ 0 h 24"/>
                  <a:gd name="T2" fmla="*/ 0 w 16"/>
                  <a:gd name="T3" fmla="*/ 13 h 24"/>
                  <a:gd name="T4" fmla="*/ 1 w 16"/>
                  <a:gd name="T5" fmla="*/ 23 h 24"/>
                  <a:gd name="T6" fmla="*/ 15 w 16"/>
                  <a:gd name="T7" fmla="*/ 5 h 24"/>
                  <a:gd name="T8" fmla="*/ 15 w 16"/>
                  <a:gd name="T9" fmla="*/ 1 h 24"/>
                  <a:gd name="T10" fmla="*/ 6 w 16"/>
                  <a:gd name="T11" fmla="*/ 0 h 24"/>
                  <a:gd name="T12" fmla="*/ 0 60000 65536"/>
                  <a:gd name="T13" fmla="*/ 0 60000 65536"/>
                  <a:gd name="T14" fmla="*/ 0 60000 65536"/>
                  <a:gd name="T15" fmla="*/ 0 60000 65536"/>
                  <a:gd name="T16" fmla="*/ 0 60000 65536"/>
                  <a:gd name="T17" fmla="*/ 0 60000 65536"/>
                  <a:gd name="T18" fmla="*/ 0 w 16"/>
                  <a:gd name="T19" fmla="*/ 0 h 24"/>
                  <a:gd name="T20" fmla="*/ 16 w 16"/>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16" h="24">
                    <a:moveTo>
                      <a:pt x="6" y="0"/>
                    </a:moveTo>
                    <a:lnTo>
                      <a:pt x="0" y="13"/>
                    </a:lnTo>
                    <a:lnTo>
                      <a:pt x="1" y="23"/>
                    </a:lnTo>
                    <a:lnTo>
                      <a:pt x="15" y="5"/>
                    </a:lnTo>
                    <a:lnTo>
                      <a:pt x="15" y="1"/>
                    </a:lnTo>
                    <a:lnTo>
                      <a:pt x="6" y="0"/>
                    </a:lnTo>
                  </a:path>
                </a:pathLst>
              </a:custGeom>
              <a:solidFill>
                <a:srgbClr val="000000"/>
              </a:solidFill>
              <a:ln w="9525" cap="rnd">
                <a:noFill/>
                <a:round/>
                <a:headEnd/>
                <a:tailEnd/>
              </a:ln>
            </p:spPr>
            <p:txBody>
              <a:bodyPr/>
              <a:lstStyle/>
              <a:p>
                <a:pPr algn="ctr"/>
                <a:endParaRPr lang="pt-BR" sz="2400"/>
              </a:p>
            </p:txBody>
          </p:sp>
          <p:sp>
            <p:nvSpPr>
              <p:cNvPr id="198" name="Freeform 658"/>
              <p:cNvSpPr>
                <a:spLocks/>
              </p:cNvSpPr>
              <p:nvPr/>
            </p:nvSpPr>
            <p:spPr bwMode="auto">
              <a:xfrm>
                <a:off x="2055" y="2249"/>
                <a:ext cx="64" cy="48"/>
              </a:xfrm>
              <a:custGeom>
                <a:avLst/>
                <a:gdLst>
                  <a:gd name="T0" fmla="*/ 63 w 64"/>
                  <a:gd name="T1" fmla="*/ 0 h 48"/>
                  <a:gd name="T2" fmla="*/ 55 w 64"/>
                  <a:gd name="T3" fmla="*/ 4 h 48"/>
                  <a:gd name="T4" fmla="*/ 47 w 64"/>
                  <a:gd name="T5" fmla="*/ 15 h 48"/>
                  <a:gd name="T6" fmla="*/ 38 w 64"/>
                  <a:gd name="T7" fmla="*/ 14 h 48"/>
                  <a:gd name="T8" fmla="*/ 35 w 64"/>
                  <a:gd name="T9" fmla="*/ 19 h 48"/>
                  <a:gd name="T10" fmla="*/ 30 w 64"/>
                  <a:gd name="T11" fmla="*/ 22 h 48"/>
                  <a:gd name="T12" fmla="*/ 21 w 64"/>
                  <a:gd name="T13" fmla="*/ 21 h 48"/>
                  <a:gd name="T14" fmla="*/ 14 w 64"/>
                  <a:gd name="T15" fmla="*/ 24 h 48"/>
                  <a:gd name="T16" fmla="*/ 9 w 64"/>
                  <a:gd name="T17" fmla="*/ 25 h 48"/>
                  <a:gd name="T18" fmla="*/ 4 w 64"/>
                  <a:gd name="T19" fmla="*/ 25 h 48"/>
                  <a:gd name="T20" fmla="*/ 0 w 64"/>
                  <a:gd name="T21" fmla="*/ 23 h 48"/>
                  <a:gd name="T22" fmla="*/ 4 w 64"/>
                  <a:gd name="T23" fmla="*/ 26 h 48"/>
                  <a:gd name="T24" fmla="*/ 8 w 64"/>
                  <a:gd name="T25" fmla="*/ 26 h 48"/>
                  <a:gd name="T26" fmla="*/ 17 w 64"/>
                  <a:gd name="T27" fmla="*/ 26 h 48"/>
                  <a:gd name="T28" fmla="*/ 22 w 64"/>
                  <a:gd name="T29" fmla="*/ 28 h 48"/>
                  <a:gd name="T30" fmla="*/ 28 w 64"/>
                  <a:gd name="T31" fmla="*/ 37 h 48"/>
                  <a:gd name="T32" fmla="*/ 38 w 64"/>
                  <a:gd name="T33" fmla="*/ 44 h 48"/>
                  <a:gd name="T34" fmla="*/ 39 w 64"/>
                  <a:gd name="T35" fmla="*/ 47 h 48"/>
                  <a:gd name="T36" fmla="*/ 41 w 64"/>
                  <a:gd name="T37" fmla="*/ 45 h 48"/>
                  <a:gd name="T38" fmla="*/ 41 w 64"/>
                  <a:gd name="T39" fmla="*/ 40 h 48"/>
                  <a:gd name="T40" fmla="*/ 40 w 64"/>
                  <a:gd name="T41" fmla="*/ 33 h 48"/>
                  <a:gd name="T42" fmla="*/ 41 w 64"/>
                  <a:gd name="T43" fmla="*/ 27 h 48"/>
                  <a:gd name="T44" fmla="*/ 42 w 64"/>
                  <a:gd name="T45" fmla="*/ 24 h 48"/>
                  <a:gd name="T46" fmla="*/ 46 w 64"/>
                  <a:gd name="T47" fmla="*/ 20 h 48"/>
                  <a:gd name="T48" fmla="*/ 50 w 64"/>
                  <a:gd name="T49" fmla="*/ 17 h 48"/>
                  <a:gd name="T50" fmla="*/ 54 w 64"/>
                  <a:gd name="T51" fmla="*/ 10 h 48"/>
                  <a:gd name="T52" fmla="*/ 59 w 64"/>
                  <a:gd name="T53" fmla="*/ 4 h 48"/>
                  <a:gd name="T54" fmla="*/ 63 w 64"/>
                  <a:gd name="T55" fmla="*/ 0 h 4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4"/>
                  <a:gd name="T85" fmla="*/ 0 h 48"/>
                  <a:gd name="T86" fmla="*/ 64 w 64"/>
                  <a:gd name="T87" fmla="*/ 48 h 4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4" h="48">
                    <a:moveTo>
                      <a:pt x="63" y="0"/>
                    </a:moveTo>
                    <a:lnTo>
                      <a:pt x="55" y="4"/>
                    </a:lnTo>
                    <a:lnTo>
                      <a:pt x="47" y="15"/>
                    </a:lnTo>
                    <a:lnTo>
                      <a:pt x="38" y="14"/>
                    </a:lnTo>
                    <a:lnTo>
                      <a:pt x="35" y="19"/>
                    </a:lnTo>
                    <a:lnTo>
                      <a:pt x="30" y="22"/>
                    </a:lnTo>
                    <a:lnTo>
                      <a:pt x="21" y="21"/>
                    </a:lnTo>
                    <a:lnTo>
                      <a:pt x="14" y="24"/>
                    </a:lnTo>
                    <a:lnTo>
                      <a:pt x="9" y="25"/>
                    </a:lnTo>
                    <a:lnTo>
                      <a:pt x="4" y="25"/>
                    </a:lnTo>
                    <a:lnTo>
                      <a:pt x="0" y="23"/>
                    </a:lnTo>
                    <a:lnTo>
                      <a:pt x="4" y="26"/>
                    </a:lnTo>
                    <a:lnTo>
                      <a:pt x="8" y="26"/>
                    </a:lnTo>
                    <a:lnTo>
                      <a:pt x="17" y="26"/>
                    </a:lnTo>
                    <a:lnTo>
                      <a:pt x="22" y="28"/>
                    </a:lnTo>
                    <a:lnTo>
                      <a:pt x="28" y="37"/>
                    </a:lnTo>
                    <a:lnTo>
                      <a:pt x="38" y="44"/>
                    </a:lnTo>
                    <a:lnTo>
                      <a:pt x="39" y="47"/>
                    </a:lnTo>
                    <a:lnTo>
                      <a:pt x="41" y="45"/>
                    </a:lnTo>
                    <a:lnTo>
                      <a:pt x="41" y="40"/>
                    </a:lnTo>
                    <a:lnTo>
                      <a:pt x="40" y="33"/>
                    </a:lnTo>
                    <a:lnTo>
                      <a:pt x="41" y="27"/>
                    </a:lnTo>
                    <a:lnTo>
                      <a:pt x="42" y="24"/>
                    </a:lnTo>
                    <a:lnTo>
                      <a:pt x="46" y="20"/>
                    </a:lnTo>
                    <a:lnTo>
                      <a:pt x="50" y="17"/>
                    </a:lnTo>
                    <a:lnTo>
                      <a:pt x="54" y="10"/>
                    </a:lnTo>
                    <a:lnTo>
                      <a:pt x="59" y="4"/>
                    </a:lnTo>
                    <a:lnTo>
                      <a:pt x="63" y="0"/>
                    </a:lnTo>
                  </a:path>
                </a:pathLst>
              </a:custGeom>
              <a:solidFill>
                <a:srgbClr val="000000"/>
              </a:solidFill>
              <a:ln w="9525" cap="rnd">
                <a:noFill/>
                <a:round/>
                <a:headEnd/>
                <a:tailEnd/>
              </a:ln>
            </p:spPr>
            <p:txBody>
              <a:bodyPr/>
              <a:lstStyle/>
              <a:p>
                <a:pPr algn="ctr"/>
                <a:endParaRPr lang="pt-BR" sz="2400"/>
              </a:p>
            </p:txBody>
          </p:sp>
          <p:sp>
            <p:nvSpPr>
              <p:cNvPr id="199" name="Freeform 659"/>
              <p:cNvSpPr>
                <a:spLocks/>
              </p:cNvSpPr>
              <p:nvPr/>
            </p:nvSpPr>
            <p:spPr bwMode="auto">
              <a:xfrm>
                <a:off x="2104" y="2222"/>
                <a:ext cx="6" cy="25"/>
              </a:xfrm>
              <a:custGeom>
                <a:avLst/>
                <a:gdLst>
                  <a:gd name="T0" fmla="*/ 4 w 6"/>
                  <a:gd name="T1" fmla="*/ 0 h 25"/>
                  <a:gd name="T2" fmla="*/ 0 w 6"/>
                  <a:gd name="T3" fmla="*/ 24 h 25"/>
                  <a:gd name="T4" fmla="*/ 5 w 6"/>
                  <a:gd name="T5" fmla="*/ 8 h 25"/>
                  <a:gd name="T6" fmla="*/ 4 w 6"/>
                  <a:gd name="T7" fmla="*/ 0 h 25"/>
                  <a:gd name="T8" fmla="*/ 0 60000 65536"/>
                  <a:gd name="T9" fmla="*/ 0 60000 65536"/>
                  <a:gd name="T10" fmla="*/ 0 60000 65536"/>
                  <a:gd name="T11" fmla="*/ 0 60000 65536"/>
                  <a:gd name="T12" fmla="*/ 0 w 6"/>
                  <a:gd name="T13" fmla="*/ 0 h 25"/>
                  <a:gd name="T14" fmla="*/ 6 w 6"/>
                  <a:gd name="T15" fmla="*/ 25 h 25"/>
                </a:gdLst>
                <a:ahLst/>
                <a:cxnLst>
                  <a:cxn ang="T8">
                    <a:pos x="T0" y="T1"/>
                  </a:cxn>
                  <a:cxn ang="T9">
                    <a:pos x="T2" y="T3"/>
                  </a:cxn>
                  <a:cxn ang="T10">
                    <a:pos x="T4" y="T5"/>
                  </a:cxn>
                  <a:cxn ang="T11">
                    <a:pos x="T6" y="T7"/>
                  </a:cxn>
                </a:cxnLst>
                <a:rect l="T12" t="T13" r="T14" b="T15"/>
                <a:pathLst>
                  <a:path w="6" h="25">
                    <a:moveTo>
                      <a:pt x="4" y="0"/>
                    </a:moveTo>
                    <a:lnTo>
                      <a:pt x="0" y="24"/>
                    </a:lnTo>
                    <a:lnTo>
                      <a:pt x="5" y="8"/>
                    </a:lnTo>
                    <a:lnTo>
                      <a:pt x="4" y="0"/>
                    </a:lnTo>
                  </a:path>
                </a:pathLst>
              </a:custGeom>
              <a:solidFill>
                <a:srgbClr val="000000"/>
              </a:solidFill>
              <a:ln w="9525" cap="rnd">
                <a:noFill/>
                <a:round/>
                <a:headEnd/>
                <a:tailEnd/>
              </a:ln>
            </p:spPr>
            <p:txBody>
              <a:bodyPr/>
              <a:lstStyle/>
              <a:p>
                <a:pPr algn="ctr"/>
                <a:endParaRPr lang="pt-BR" sz="2400"/>
              </a:p>
            </p:txBody>
          </p:sp>
          <p:sp>
            <p:nvSpPr>
              <p:cNvPr id="200" name="Freeform 660"/>
              <p:cNvSpPr>
                <a:spLocks/>
              </p:cNvSpPr>
              <p:nvPr/>
            </p:nvSpPr>
            <p:spPr bwMode="auto">
              <a:xfrm>
                <a:off x="2041" y="2164"/>
                <a:ext cx="54" cy="15"/>
              </a:xfrm>
              <a:custGeom>
                <a:avLst/>
                <a:gdLst>
                  <a:gd name="T0" fmla="*/ 0 w 54"/>
                  <a:gd name="T1" fmla="*/ 14 h 15"/>
                  <a:gd name="T2" fmla="*/ 2 w 54"/>
                  <a:gd name="T3" fmla="*/ 11 h 15"/>
                  <a:gd name="T4" fmla="*/ 7 w 54"/>
                  <a:gd name="T5" fmla="*/ 9 h 15"/>
                  <a:gd name="T6" fmla="*/ 14 w 54"/>
                  <a:gd name="T7" fmla="*/ 7 h 15"/>
                  <a:gd name="T8" fmla="*/ 24 w 54"/>
                  <a:gd name="T9" fmla="*/ 6 h 15"/>
                  <a:gd name="T10" fmla="*/ 33 w 54"/>
                  <a:gd name="T11" fmla="*/ 3 h 15"/>
                  <a:gd name="T12" fmla="*/ 41 w 54"/>
                  <a:gd name="T13" fmla="*/ 0 h 15"/>
                  <a:gd name="T14" fmla="*/ 47 w 54"/>
                  <a:gd name="T15" fmla="*/ 0 h 15"/>
                  <a:gd name="T16" fmla="*/ 51 w 54"/>
                  <a:gd name="T17" fmla="*/ 2 h 15"/>
                  <a:gd name="T18" fmla="*/ 53 w 54"/>
                  <a:gd name="T19" fmla="*/ 3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4"/>
                  <a:gd name="T31" fmla="*/ 0 h 15"/>
                  <a:gd name="T32" fmla="*/ 54 w 54"/>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4" h="15">
                    <a:moveTo>
                      <a:pt x="0" y="14"/>
                    </a:moveTo>
                    <a:lnTo>
                      <a:pt x="2" y="11"/>
                    </a:lnTo>
                    <a:lnTo>
                      <a:pt x="7" y="9"/>
                    </a:lnTo>
                    <a:lnTo>
                      <a:pt x="14" y="7"/>
                    </a:lnTo>
                    <a:lnTo>
                      <a:pt x="24" y="6"/>
                    </a:lnTo>
                    <a:lnTo>
                      <a:pt x="33" y="3"/>
                    </a:lnTo>
                    <a:lnTo>
                      <a:pt x="41" y="0"/>
                    </a:lnTo>
                    <a:lnTo>
                      <a:pt x="47" y="0"/>
                    </a:lnTo>
                    <a:lnTo>
                      <a:pt x="51" y="2"/>
                    </a:lnTo>
                    <a:lnTo>
                      <a:pt x="53" y="3"/>
                    </a:lnTo>
                  </a:path>
                </a:pathLst>
              </a:custGeom>
              <a:noFill/>
              <a:ln w="9525" cap="rnd">
                <a:noFill/>
                <a:round/>
                <a:headEnd type="none" w="sm" len="sm"/>
                <a:tailEnd type="none" w="sm" len="sm"/>
              </a:ln>
            </p:spPr>
            <p:txBody>
              <a:bodyPr/>
              <a:lstStyle/>
              <a:p>
                <a:pPr algn="ctr"/>
                <a:endParaRPr lang="pt-BR" sz="2400"/>
              </a:p>
            </p:txBody>
          </p:sp>
          <p:sp>
            <p:nvSpPr>
              <p:cNvPr id="201" name="Freeform 661"/>
              <p:cNvSpPr>
                <a:spLocks/>
              </p:cNvSpPr>
              <p:nvPr/>
            </p:nvSpPr>
            <p:spPr bwMode="auto">
              <a:xfrm>
                <a:off x="2052" y="2159"/>
                <a:ext cx="41" cy="10"/>
              </a:xfrm>
              <a:custGeom>
                <a:avLst/>
                <a:gdLst>
                  <a:gd name="T0" fmla="*/ 0 w 41"/>
                  <a:gd name="T1" fmla="*/ 9 h 10"/>
                  <a:gd name="T2" fmla="*/ 9 w 41"/>
                  <a:gd name="T3" fmla="*/ 7 h 10"/>
                  <a:gd name="T4" fmla="*/ 18 w 41"/>
                  <a:gd name="T5" fmla="*/ 3 h 10"/>
                  <a:gd name="T6" fmla="*/ 26 w 41"/>
                  <a:gd name="T7" fmla="*/ 1 h 10"/>
                  <a:gd name="T8" fmla="*/ 31 w 41"/>
                  <a:gd name="T9" fmla="*/ 0 h 10"/>
                  <a:gd name="T10" fmla="*/ 36 w 41"/>
                  <a:gd name="T11" fmla="*/ 2 h 10"/>
                  <a:gd name="T12" fmla="*/ 40 w 41"/>
                  <a:gd name="T13" fmla="*/ 4 h 10"/>
                  <a:gd name="T14" fmla="*/ 0 60000 65536"/>
                  <a:gd name="T15" fmla="*/ 0 60000 65536"/>
                  <a:gd name="T16" fmla="*/ 0 60000 65536"/>
                  <a:gd name="T17" fmla="*/ 0 60000 65536"/>
                  <a:gd name="T18" fmla="*/ 0 60000 65536"/>
                  <a:gd name="T19" fmla="*/ 0 60000 65536"/>
                  <a:gd name="T20" fmla="*/ 0 60000 65536"/>
                  <a:gd name="T21" fmla="*/ 0 w 41"/>
                  <a:gd name="T22" fmla="*/ 0 h 10"/>
                  <a:gd name="T23" fmla="*/ 41 w 41"/>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10">
                    <a:moveTo>
                      <a:pt x="0" y="9"/>
                    </a:moveTo>
                    <a:lnTo>
                      <a:pt x="9" y="7"/>
                    </a:lnTo>
                    <a:lnTo>
                      <a:pt x="18" y="3"/>
                    </a:lnTo>
                    <a:lnTo>
                      <a:pt x="26" y="1"/>
                    </a:lnTo>
                    <a:lnTo>
                      <a:pt x="31" y="0"/>
                    </a:lnTo>
                    <a:lnTo>
                      <a:pt x="36" y="2"/>
                    </a:lnTo>
                    <a:lnTo>
                      <a:pt x="40" y="4"/>
                    </a:lnTo>
                  </a:path>
                </a:pathLst>
              </a:custGeom>
              <a:noFill/>
              <a:ln w="9525" cap="rnd">
                <a:noFill/>
                <a:round/>
                <a:headEnd type="none" w="sm" len="sm"/>
                <a:tailEnd type="none" w="sm" len="sm"/>
              </a:ln>
            </p:spPr>
            <p:txBody>
              <a:bodyPr/>
              <a:lstStyle/>
              <a:p>
                <a:pPr algn="ctr"/>
                <a:endParaRPr lang="pt-BR" sz="2400"/>
              </a:p>
            </p:txBody>
          </p:sp>
          <p:sp>
            <p:nvSpPr>
              <p:cNvPr id="202" name="Freeform 662"/>
              <p:cNvSpPr>
                <a:spLocks/>
              </p:cNvSpPr>
              <p:nvPr/>
            </p:nvSpPr>
            <p:spPr bwMode="auto">
              <a:xfrm>
                <a:off x="2090" y="2181"/>
                <a:ext cx="9" cy="10"/>
              </a:xfrm>
              <a:custGeom>
                <a:avLst/>
                <a:gdLst>
                  <a:gd name="T0" fmla="*/ 0 w 9"/>
                  <a:gd name="T1" fmla="*/ 0 h 10"/>
                  <a:gd name="T2" fmla="*/ 0 w 9"/>
                  <a:gd name="T3" fmla="*/ 7 h 10"/>
                  <a:gd name="T4" fmla="*/ 4 w 9"/>
                  <a:gd name="T5" fmla="*/ 9 h 10"/>
                  <a:gd name="T6" fmla="*/ 8 w 9"/>
                  <a:gd name="T7" fmla="*/ 3 h 10"/>
                  <a:gd name="T8" fmla="*/ 0 w 9"/>
                  <a:gd name="T9" fmla="*/ 0 h 10"/>
                  <a:gd name="T10" fmla="*/ 0 60000 65536"/>
                  <a:gd name="T11" fmla="*/ 0 60000 65536"/>
                  <a:gd name="T12" fmla="*/ 0 60000 65536"/>
                  <a:gd name="T13" fmla="*/ 0 60000 65536"/>
                  <a:gd name="T14" fmla="*/ 0 60000 65536"/>
                  <a:gd name="T15" fmla="*/ 0 w 9"/>
                  <a:gd name="T16" fmla="*/ 0 h 10"/>
                  <a:gd name="T17" fmla="*/ 9 w 9"/>
                  <a:gd name="T18" fmla="*/ 10 h 10"/>
                </a:gdLst>
                <a:ahLst/>
                <a:cxnLst>
                  <a:cxn ang="T10">
                    <a:pos x="T0" y="T1"/>
                  </a:cxn>
                  <a:cxn ang="T11">
                    <a:pos x="T2" y="T3"/>
                  </a:cxn>
                  <a:cxn ang="T12">
                    <a:pos x="T4" y="T5"/>
                  </a:cxn>
                  <a:cxn ang="T13">
                    <a:pos x="T6" y="T7"/>
                  </a:cxn>
                  <a:cxn ang="T14">
                    <a:pos x="T8" y="T9"/>
                  </a:cxn>
                </a:cxnLst>
                <a:rect l="T15" t="T16" r="T17" b="T18"/>
                <a:pathLst>
                  <a:path w="9" h="10">
                    <a:moveTo>
                      <a:pt x="0" y="0"/>
                    </a:moveTo>
                    <a:lnTo>
                      <a:pt x="0" y="7"/>
                    </a:lnTo>
                    <a:lnTo>
                      <a:pt x="4" y="9"/>
                    </a:lnTo>
                    <a:lnTo>
                      <a:pt x="8" y="3"/>
                    </a:lnTo>
                    <a:lnTo>
                      <a:pt x="0" y="0"/>
                    </a:lnTo>
                  </a:path>
                </a:pathLst>
              </a:custGeom>
              <a:solidFill>
                <a:srgbClr val="000000"/>
              </a:solidFill>
              <a:ln w="9525" cap="rnd">
                <a:noFill/>
                <a:round/>
                <a:headEnd/>
                <a:tailEnd/>
              </a:ln>
            </p:spPr>
            <p:txBody>
              <a:bodyPr/>
              <a:lstStyle/>
              <a:p>
                <a:pPr algn="ctr"/>
                <a:endParaRPr lang="pt-BR" sz="2400"/>
              </a:p>
            </p:txBody>
          </p:sp>
          <p:sp>
            <p:nvSpPr>
              <p:cNvPr id="203" name="Freeform 663"/>
              <p:cNvSpPr>
                <a:spLocks/>
              </p:cNvSpPr>
              <p:nvPr/>
            </p:nvSpPr>
            <p:spPr bwMode="auto">
              <a:xfrm>
                <a:off x="2165" y="2299"/>
                <a:ext cx="155" cy="273"/>
              </a:xfrm>
              <a:custGeom>
                <a:avLst/>
                <a:gdLst>
                  <a:gd name="T0" fmla="*/ 107 w 155"/>
                  <a:gd name="T1" fmla="*/ 36 h 273"/>
                  <a:gd name="T2" fmla="*/ 117 w 155"/>
                  <a:gd name="T3" fmla="*/ 69 h 273"/>
                  <a:gd name="T4" fmla="*/ 139 w 155"/>
                  <a:gd name="T5" fmla="*/ 106 h 273"/>
                  <a:gd name="T6" fmla="*/ 132 w 155"/>
                  <a:gd name="T7" fmla="*/ 153 h 273"/>
                  <a:gd name="T8" fmla="*/ 154 w 155"/>
                  <a:gd name="T9" fmla="*/ 225 h 273"/>
                  <a:gd name="T10" fmla="*/ 154 w 155"/>
                  <a:gd name="T11" fmla="*/ 272 h 273"/>
                  <a:gd name="T12" fmla="*/ 66 w 155"/>
                  <a:gd name="T13" fmla="*/ 272 h 273"/>
                  <a:gd name="T14" fmla="*/ 0 w 155"/>
                  <a:gd name="T15" fmla="*/ 238 h 273"/>
                  <a:gd name="T16" fmla="*/ 36 w 155"/>
                  <a:gd name="T17" fmla="*/ 216 h 273"/>
                  <a:gd name="T18" fmla="*/ 37 w 155"/>
                  <a:gd name="T19" fmla="*/ 200 h 273"/>
                  <a:gd name="T20" fmla="*/ 43 w 155"/>
                  <a:gd name="T21" fmla="*/ 176 h 273"/>
                  <a:gd name="T22" fmla="*/ 43 w 155"/>
                  <a:gd name="T23" fmla="*/ 198 h 273"/>
                  <a:gd name="T24" fmla="*/ 67 w 155"/>
                  <a:gd name="T25" fmla="*/ 171 h 273"/>
                  <a:gd name="T26" fmla="*/ 72 w 155"/>
                  <a:gd name="T27" fmla="*/ 164 h 273"/>
                  <a:gd name="T28" fmla="*/ 74 w 155"/>
                  <a:gd name="T29" fmla="*/ 153 h 273"/>
                  <a:gd name="T30" fmla="*/ 77 w 155"/>
                  <a:gd name="T31" fmla="*/ 139 h 273"/>
                  <a:gd name="T32" fmla="*/ 95 w 155"/>
                  <a:gd name="T33" fmla="*/ 140 h 273"/>
                  <a:gd name="T34" fmla="*/ 99 w 155"/>
                  <a:gd name="T35" fmla="*/ 130 h 273"/>
                  <a:gd name="T36" fmla="*/ 88 w 155"/>
                  <a:gd name="T37" fmla="*/ 108 h 273"/>
                  <a:gd name="T38" fmla="*/ 99 w 155"/>
                  <a:gd name="T39" fmla="*/ 108 h 273"/>
                  <a:gd name="T40" fmla="*/ 99 w 155"/>
                  <a:gd name="T41" fmla="*/ 103 h 273"/>
                  <a:gd name="T42" fmla="*/ 90 w 155"/>
                  <a:gd name="T43" fmla="*/ 91 h 273"/>
                  <a:gd name="T44" fmla="*/ 91 w 155"/>
                  <a:gd name="T45" fmla="*/ 83 h 273"/>
                  <a:gd name="T46" fmla="*/ 105 w 155"/>
                  <a:gd name="T47" fmla="*/ 69 h 273"/>
                  <a:gd name="T48" fmla="*/ 106 w 155"/>
                  <a:gd name="T49" fmla="*/ 51 h 273"/>
                  <a:gd name="T50" fmla="*/ 97 w 155"/>
                  <a:gd name="T51" fmla="*/ 36 h 273"/>
                  <a:gd name="T52" fmla="*/ 96 w 155"/>
                  <a:gd name="T53" fmla="*/ 18 h 273"/>
                  <a:gd name="T54" fmla="*/ 88 w 155"/>
                  <a:gd name="T55" fmla="*/ 0 h 273"/>
                  <a:gd name="T56" fmla="*/ 103 w 155"/>
                  <a:gd name="T57" fmla="*/ 25 h 273"/>
                  <a:gd name="T58" fmla="*/ 107 w 155"/>
                  <a:gd name="T59" fmla="*/ 36 h 27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5"/>
                  <a:gd name="T91" fmla="*/ 0 h 273"/>
                  <a:gd name="T92" fmla="*/ 155 w 155"/>
                  <a:gd name="T93" fmla="*/ 273 h 27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5" h="273">
                    <a:moveTo>
                      <a:pt x="107" y="36"/>
                    </a:moveTo>
                    <a:lnTo>
                      <a:pt x="117" y="69"/>
                    </a:lnTo>
                    <a:lnTo>
                      <a:pt x="139" y="106"/>
                    </a:lnTo>
                    <a:lnTo>
                      <a:pt x="132" y="153"/>
                    </a:lnTo>
                    <a:lnTo>
                      <a:pt x="154" y="225"/>
                    </a:lnTo>
                    <a:lnTo>
                      <a:pt x="154" y="272"/>
                    </a:lnTo>
                    <a:lnTo>
                      <a:pt x="66" y="272"/>
                    </a:lnTo>
                    <a:lnTo>
                      <a:pt x="0" y="238"/>
                    </a:lnTo>
                    <a:lnTo>
                      <a:pt x="36" y="216"/>
                    </a:lnTo>
                    <a:lnTo>
                      <a:pt x="37" y="200"/>
                    </a:lnTo>
                    <a:lnTo>
                      <a:pt x="43" y="176"/>
                    </a:lnTo>
                    <a:lnTo>
                      <a:pt x="43" y="198"/>
                    </a:lnTo>
                    <a:lnTo>
                      <a:pt x="67" y="171"/>
                    </a:lnTo>
                    <a:lnTo>
                      <a:pt x="72" y="164"/>
                    </a:lnTo>
                    <a:lnTo>
                      <a:pt x="74" y="153"/>
                    </a:lnTo>
                    <a:lnTo>
                      <a:pt x="77" y="139"/>
                    </a:lnTo>
                    <a:lnTo>
                      <a:pt x="95" y="140"/>
                    </a:lnTo>
                    <a:lnTo>
                      <a:pt x="99" y="130"/>
                    </a:lnTo>
                    <a:lnTo>
                      <a:pt x="88" y="108"/>
                    </a:lnTo>
                    <a:lnTo>
                      <a:pt x="99" y="108"/>
                    </a:lnTo>
                    <a:lnTo>
                      <a:pt x="99" y="103"/>
                    </a:lnTo>
                    <a:lnTo>
                      <a:pt x="90" y="91"/>
                    </a:lnTo>
                    <a:lnTo>
                      <a:pt x="91" y="83"/>
                    </a:lnTo>
                    <a:lnTo>
                      <a:pt x="105" y="69"/>
                    </a:lnTo>
                    <a:lnTo>
                      <a:pt x="106" y="51"/>
                    </a:lnTo>
                    <a:lnTo>
                      <a:pt x="97" y="36"/>
                    </a:lnTo>
                    <a:lnTo>
                      <a:pt x="96" y="18"/>
                    </a:lnTo>
                    <a:lnTo>
                      <a:pt x="88" y="0"/>
                    </a:lnTo>
                    <a:lnTo>
                      <a:pt x="103" y="25"/>
                    </a:lnTo>
                    <a:lnTo>
                      <a:pt x="107" y="36"/>
                    </a:lnTo>
                  </a:path>
                </a:pathLst>
              </a:custGeom>
              <a:solidFill>
                <a:srgbClr val="000000"/>
              </a:solidFill>
              <a:ln w="9525" cap="rnd">
                <a:noFill/>
                <a:round/>
                <a:headEnd/>
                <a:tailEnd/>
              </a:ln>
            </p:spPr>
            <p:txBody>
              <a:bodyPr/>
              <a:lstStyle/>
              <a:p>
                <a:pPr algn="ctr"/>
                <a:endParaRPr lang="pt-BR" sz="2400"/>
              </a:p>
            </p:txBody>
          </p:sp>
          <p:sp>
            <p:nvSpPr>
              <p:cNvPr id="204" name="Freeform 664"/>
              <p:cNvSpPr>
                <a:spLocks/>
              </p:cNvSpPr>
              <p:nvPr/>
            </p:nvSpPr>
            <p:spPr bwMode="auto">
              <a:xfrm>
                <a:off x="2142" y="2230"/>
                <a:ext cx="54" cy="65"/>
              </a:xfrm>
              <a:custGeom>
                <a:avLst/>
                <a:gdLst>
                  <a:gd name="T0" fmla="*/ 2 w 54"/>
                  <a:gd name="T1" fmla="*/ 5 h 65"/>
                  <a:gd name="T2" fmla="*/ 11 w 54"/>
                  <a:gd name="T3" fmla="*/ 22 h 65"/>
                  <a:gd name="T4" fmla="*/ 0 w 54"/>
                  <a:gd name="T5" fmla="*/ 64 h 65"/>
                  <a:gd name="T6" fmla="*/ 16 w 54"/>
                  <a:gd name="T7" fmla="*/ 16 h 65"/>
                  <a:gd name="T8" fmla="*/ 16 w 54"/>
                  <a:gd name="T9" fmla="*/ 11 h 65"/>
                  <a:gd name="T10" fmla="*/ 14 w 54"/>
                  <a:gd name="T11" fmla="*/ 8 h 65"/>
                  <a:gd name="T12" fmla="*/ 24 w 54"/>
                  <a:gd name="T13" fmla="*/ 11 h 65"/>
                  <a:gd name="T14" fmla="*/ 30 w 54"/>
                  <a:gd name="T15" fmla="*/ 18 h 65"/>
                  <a:gd name="T16" fmla="*/ 32 w 54"/>
                  <a:gd name="T17" fmla="*/ 26 h 65"/>
                  <a:gd name="T18" fmla="*/ 27 w 54"/>
                  <a:gd name="T19" fmla="*/ 40 h 65"/>
                  <a:gd name="T20" fmla="*/ 35 w 54"/>
                  <a:gd name="T21" fmla="*/ 29 h 65"/>
                  <a:gd name="T22" fmla="*/ 41 w 54"/>
                  <a:gd name="T23" fmla="*/ 31 h 65"/>
                  <a:gd name="T24" fmla="*/ 21 w 54"/>
                  <a:gd name="T25" fmla="*/ 64 h 65"/>
                  <a:gd name="T26" fmla="*/ 53 w 54"/>
                  <a:gd name="T27" fmla="*/ 27 h 65"/>
                  <a:gd name="T28" fmla="*/ 49 w 54"/>
                  <a:gd name="T29" fmla="*/ 24 h 65"/>
                  <a:gd name="T30" fmla="*/ 45 w 54"/>
                  <a:gd name="T31" fmla="*/ 26 h 65"/>
                  <a:gd name="T32" fmla="*/ 36 w 54"/>
                  <a:gd name="T33" fmla="*/ 24 h 65"/>
                  <a:gd name="T34" fmla="*/ 34 w 54"/>
                  <a:gd name="T35" fmla="*/ 17 h 65"/>
                  <a:gd name="T36" fmla="*/ 28 w 54"/>
                  <a:gd name="T37" fmla="*/ 11 h 65"/>
                  <a:gd name="T38" fmla="*/ 18 w 54"/>
                  <a:gd name="T39" fmla="*/ 6 h 65"/>
                  <a:gd name="T40" fmla="*/ 11 w 54"/>
                  <a:gd name="T41" fmla="*/ 6 h 65"/>
                  <a:gd name="T42" fmla="*/ 0 w 54"/>
                  <a:gd name="T43" fmla="*/ 0 h 65"/>
                  <a:gd name="T44" fmla="*/ 2 w 54"/>
                  <a:gd name="T45" fmla="*/ 5 h 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4"/>
                  <a:gd name="T70" fmla="*/ 0 h 65"/>
                  <a:gd name="T71" fmla="*/ 54 w 54"/>
                  <a:gd name="T72" fmla="*/ 65 h 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4" h="65">
                    <a:moveTo>
                      <a:pt x="2" y="5"/>
                    </a:moveTo>
                    <a:lnTo>
                      <a:pt x="11" y="22"/>
                    </a:lnTo>
                    <a:lnTo>
                      <a:pt x="0" y="64"/>
                    </a:lnTo>
                    <a:lnTo>
                      <a:pt x="16" y="16"/>
                    </a:lnTo>
                    <a:lnTo>
                      <a:pt x="16" y="11"/>
                    </a:lnTo>
                    <a:lnTo>
                      <a:pt x="14" y="8"/>
                    </a:lnTo>
                    <a:lnTo>
                      <a:pt x="24" y="11"/>
                    </a:lnTo>
                    <a:lnTo>
                      <a:pt x="30" y="18"/>
                    </a:lnTo>
                    <a:lnTo>
                      <a:pt x="32" y="26"/>
                    </a:lnTo>
                    <a:lnTo>
                      <a:pt x="27" y="40"/>
                    </a:lnTo>
                    <a:lnTo>
                      <a:pt x="35" y="29"/>
                    </a:lnTo>
                    <a:lnTo>
                      <a:pt x="41" y="31"/>
                    </a:lnTo>
                    <a:lnTo>
                      <a:pt x="21" y="64"/>
                    </a:lnTo>
                    <a:lnTo>
                      <a:pt x="53" y="27"/>
                    </a:lnTo>
                    <a:lnTo>
                      <a:pt x="49" y="24"/>
                    </a:lnTo>
                    <a:lnTo>
                      <a:pt x="45" y="26"/>
                    </a:lnTo>
                    <a:lnTo>
                      <a:pt x="36" y="24"/>
                    </a:lnTo>
                    <a:lnTo>
                      <a:pt x="34" y="17"/>
                    </a:lnTo>
                    <a:lnTo>
                      <a:pt x="28" y="11"/>
                    </a:lnTo>
                    <a:lnTo>
                      <a:pt x="18" y="6"/>
                    </a:lnTo>
                    <a:lnTo>
                      <a:pt x="11" y="6"/>
                    </a:lnTo>
                    <a:lnTo>
                      <a:pt x="0" y="0"/>
                    </a:lnTo>
                    <a:lnTo>
                      <a:pt x="2" y="5"/>
                    </a:lnTo>
                  </a:path>
                </a:pathLst>
              </a:custGeom>
              <a:solidFill>
                <a:srgbClr val="000000"/>
              </a:solidFill>
              <a:ln w="9525" cap="rnd">
                <a:noFill/>
                <a:round/>
                <a:headEnd/>
                <a:tailEnd/>
              </a:ln>
            </p:spPr>
            <p:txBody>
              <a:bodyPr/>
              <a:lstStyle/>
              <a:p>
                <a:pPr algn="ctr"/>
                <a:endParaRPr lang="pt-BR" sz="2400"/>
              </a:p>
            </p:txBody>
          </p:sp>
          <p:sp>
            <p:nvSpPr>
              <p:cNvPr id="205" name="Freeform 665"/>
              <p:cNvSpPr>
                <a:spLocks/>
              </p:cNvSpPr>
              <p:nvPr/>
            </p:nvSpPr>
            <p:spPr bwMode="auto">
              <a:xfrm>
                <a:off x="2203" y="2261"/>
                <a:ext cx="48" cy="37"/>
              </a:xfrm>
              <a:custGeom>
                <a:avLst/>
                <a:gdLst>
                  <a:gd name="T0" fmla="*/ 0 w 48"/>
                  <a:gd name="T1" fmla="*/ 0 h 37"/>
                  <a:gd name="T2" fmla="*/ 15 w 48"/>
                  <a:gd name="T3" fmla="*/ 7 h 37"/>
                  <a:gd name="T4" fmla="*/ 30 w 48"/>
                  <a:gd name="T5" fmla="*/ 12 h 37"/>
                  <a:gd name="T6" fmla="*/ 47 w 48"/>
                  <a:gd name="T7" fmla="*/ 36 h 37"/>
                  <a:gd name="T8" fmla="*/ 36 w 48"/>
                  <a:gd name="T9" fmla="*/ 32 h 37"/>
                  <a:gd name="T10" fmla="*/ 29 w 48"/>
                  <a:gd name="T11" fmla="*/ 15 h 37"/>
                  <a:gd name="T12" fmla="*/ 0 w 48"/>
                  <a:gd name="T13" fmla="*/ 0 h 37"/>
                  <a:gd name="T14" fmla="*/ 0 60000 65536"/>
                  <a:gd name="T15" fmla="*/ 0 60000 65536"/>
                  <a:gd name="T16" fmla="*/ 0 60000 65536"/>
                  <a:gd name="T17" fmla="*/ 0 60000 65536"/>
                  <a:gd name="T18" fmla="*/ 0 60000 65536"/>
                  <a:gd name="T19" fmla="*/ 0 60000 65536"/>
                  <a:gd name="T20" fmla="*/ 0 60000 65536"/>
                  <a:gd name="T21" fmla="*/ 0 w 48"/>
                  <a:gd name="T22" fmla="*/ 0 h 37"/>
                  <a:gd name="T23" fmla="*/ 48 w 48"/>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7">
                    <a:moveTo>
                      <a:pt x="0" y="0"/>
                    </a:moveTo>
                    <a:lnTo>
                      <a:pt x="15" y="7"/>
                    </a:lnTo>
                    <a:lnTo>
                      <a:pt x="30" y="12"/>
                    </a:lnTo>
                    <a:lnTo>
                      <a:pt x="47" y="36"/>
                    </a:lnTo>
                    <a:lnTo>
                      <a:pt x="36" y="32"/>
                    </a:lnTo>
                    <a:lnTo>
                      <a:pt x="29" y="15"/>
                    </a:lnTo>
                    <a:lnTo>
                      <a:pt x="0" y="0"/>
                    </a:lnTo>
                  </a:path>
                </a:pathLst>
              </a:custGeom>
              <a:solidFill>
                <a:srgbClr val="000000"/>
              </a:solidFill>
              <a:ln w="9525" cap="rnd">
                <a:noFill/>
                <a:round/>
                <a:headEnd/>
                <a:tailEnd/>
              </a:ln>
            </p:spPr>
            <p:txBody>
              <a:bodyPr/>
              <a:lstStyle/>
              <a:p>
                <a:pPr algn="ctr"/>
                <a:endParaRPr lang="pt-BR" sz="2400"/>
              </a:p>
            </p:txBody>
          </p:sp>
          <p:sp>
            <p:nvSpPr>
              <p:cNvPr id="206" name="Freeform 666"/>
              <p:cNvSpPr>
                <a:spLocks/>
              </p:cNvSpPr>
              <p:nvPr/>
            </p:nvSpPr>
            <p:spPr bwMode="auto">
              <a:xfrm>
                <a:off x="2080" y="2298"/>
                <a:ext cx="49" cy="177"/>
              </a:xfrm>
              <a:custGeom>
                <a:avLst/>
                <a:gdLst>
                  <a:gd name="T0" fmla="*/ 15 w 49"/>
                  <a:gd name="T1" fmla="*/ 0 h 177"/>
                  <a:gd name="T2" fmla="*/ 15 w 49"/>
                  <a:gd name="T3" fmla="*/ 6 h 177"/>
                  <a:gd name="T4" fmla="*/ 44 w 49"/>
                  <a:gd name="T5" fmla="*/ 23 h 177"/>
                  <a:gd name="T6" fmla="*/ 19 w 49"/>
                  <a:gd name="T7" fmla="*/ 13 h 177"/>
                  <a:gd name="T8" fmla="*/ 15 w 49"/>
                  <a:gd name="T9" fmla="*/ 31 h 177"/>
                  <a:gd name="T10" fmla="*/ 19 w 49"/>
                  <a:gd name="T11" fmla="*/ 45 h 177"/>
                  <a:gd name="T12" fmla="*/ 19 w 49"/>
                  <a:gd name="T13" fmla="*/ 57 h 177"/>
                  <a:gd name="T14" fmla="*/ 15 w 49"/>
                  <a:gd name="T15" fmla="*/ 86 h 177"/>
                  <a:gd name="T16" fmla="*/ 12 w 49"/>
                  <a:gd name="T17" fmla="*/ 111 h 177"/>
                  <a:gd name="T18" fmla="*/ 14 w 49"/>
                  <a:gd name="T19" fmla="*/ 125 h 177"/>
                  <a:gd name="T20" fmla="*/ 23 w 49"/>
                  <a:gd name="T21" fmla="*/ 144 h 177"/>
                  <a:gd name="T22" fmla="*/ 36 w 49"/>
                  <a:gd name="T23" fmla="*/ 161 h 177"/>
                  <a:gd name="T24" fmla="*/ 48 w 49"/>
                  <a:gd name="T25" fmla="*/ 162 h 177"/>
                  <a:gd name="T26" fmla="*/ 33 w 49"/>
                  <a:gd name="T27" fmla="*/ 161 h 177"/>
                  <a:gd name="T28" fmla="*/ 29 w 49"/>
                  <a:gd name="T29" fmla="*/ 164 h 177"/>
                  <a:gd name="T30" fmla="*/ 29 w 49"/>
                  <a:gd name="T31" fmla="*/ 176 h 177"/>
                  <a:gd name="T32" fmla="*/ 19 w 49"/>
                  <a:gd name="T33" fmla="*/ 167 h 177"/>
                  <a:gd name="T34" fmla="*/ 0 w 49"/>
                  <a:gd name="T35" fmla="*/ 173 h 177"/>
                  <a:gd name="T36" fmla="*/ 17 w 49"/>
                  <a:gd name="T37" fmla="*/ 165 h 177"/>
                  <a:gd name="T38" fmla="*/ 14 w 49"/>
                  <a:gd name="T39" fmla="*/ 151 h 177"/>
                  <a:gd name="T40" fmla="*/ 10 w 49"/>
                  <a:gd name="T41" fmla="*/ 130 h 177"/>
                  <a:gd name="T42" fmla="*/ 9 w 49"/>
                  <a:gd name="T43" fmla="*/ 108 h 177"/>
                  <a:gd name="T44" fmla="*/ 11 w 49"/>
                  <a:gd name="T45" fmla="*/ 86 h 177"/>
                  <a:gd name="T46" fmla="*/ 15 w 49"/>
                  <a:gd name="T47" fmla="*/ 65 h 177"/>
                  <a:gd name="T48" fmla="*/ 17 w 49"/>
                  <a:gd name="T49" fmla="*/ 54 h 177"/>
                  <a:gd name="T50" fmla="*/ 17 w 49"/>
                  <a:gd name="T51" fmla="*/ 43 h 177"/>
                  <a:gd name="T52" fmla="*/ 14 w 49"/>
                  <a:gd name="T53" fmla="*/ 36 h 177"/>
                  <a:gd name="T54" fmla="*/ 4 w 49"/>
                  <a:gd name="T55" fmla="*/ 31 h 177"/>
                  <a:gd name="T56" fmla="*/ 14 w 49"/>
                  <a:gd name="T57" fmla="*/ 9 h 177"/>
                  <a:gd name="T58" fmla="*/ 15 w 49"/>
                  <a:gd name="T59" fmla="*/ 0 h 17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9"/>
                  <a:gd name="T91" fmla="*/ 0 h 177"/>
                  <a:gd name="T92" fmla="*/ 49 w 49"/>
                  <a:gd name="T93" fmla="*/ 177 h 17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9" h="177">
                    <a:moveTo>
                      <a:pt x="15" y="0"/>
                    </a:moveTo>
                    <a:lnTo>
                      <a:pt x="15" y="6"/>
                    </a:lnTo>
                    <a:lnTo>
                      <a:pt x="44" y="23"/>
                    </a:lnTo>
                    <a:lnTo>
                      <a:pt x="19" y="13"/>
                    </a:lnTo>
                    <a:lnTo>
                      <a:pt x="15" y="31"/>
                    </a:lnTo>
                    <a:lnTo>
                      <a:pt x="19" y="45"/>
                    </a:lnTo>
                    <a:lnTo>
                      <a:pt x="19" y="57"/>
                    </a:lnTo>
                    <a:lnTo>
                      <a:pt x="15" y="86"/>
                    </a:lnTo>
                    <a:lnTo>
                      <a:pt x="12" y="111"/>
                    </a:lnTo>
                    <a:lnTo>
                      <a:pt x="14" y="125"/>
                    </a:lnTo>
                    <a:lnTo>
                      <a:pt x="23" y="144"/>
                    </a:lnTo>
                    <a:lnTo>
                      <a:pt x="36" y="161"/>
                    </a:lnTo>
                    <a:lnTo>
                      <a:pt x="48" y="162"/>
                    </a:lnTo>
                    <a:lnTo>
                      <a:pt x="33" y="161"/>
                    </a:lnTo>
                    <a:lnTo>
                      <a:pt x="29" y="164"/>
                    </a:lnTo>
                    <a:lnTo>
                      <a:pt x="29" y="176"/>
                    </a:lnTo>
                    <a:lnTo>
                      <a:pt x="19" y="167"/>
                    </a:lnTo>
                    <a:lnTo>
                      <a:pt x="0" y="173"/>
                    </a:lnTo>
                    <a:lnTo>
                      <a:pt x="17" y="165"/>
                    </a:lnTo>
                    <a:lnTo>
                      <a:pt x="14" y="151"/>
                    </a:lnTo>
                    <a:lnTo>
                      <a:pt x="10" y="130"/>
                    </a:lnTo>
                    <a:lnTo>
                      <a:pt x="9" y="108"/>
                    </a:lnTo>
                    <a:lnTo>
                      <a:pt x="11" y="86"/>
                    </a:lnTo>
                    <a:lnTo>
                      <a:pt x="15" y="65"/>
                    </a:lnTo>
                    <a:lnTo>
                      <a:pt x="17" y="54"/>
                    </a:lnTo>
                    <a:lnTo>
                      <a:pt x="17" y="43"/>
                    </a:lnTo>
                    <a:lnTo>
                      <a:pt x="14" y="36"/>
                    </a:lnTo>
                    <a:lnTo>
                      <a:pt x="4" y="31"/>
                    </a:lnTo>
                    <a:lnTo>
                      <a:pt x="14" y="9"/>
                    </a:lnTo>
                    <a:lnTo>
                      <a:pt x="15" y="0"/>
                    </a:lnTo>
                  </a:path>
                </a:pathLst>
              </a:custGeom>
              <a:solidFill>
                <a:srgbClr val="000000"/>
              </a:solidFill>
              <a:ln w="12700" cap="rnd">
                <a:noFill/>
                <a:round/>
                <a:headEnd/>
                <a:tailEnd/>
              </a:ln>
            </p:spPr>
            <p:txBody>
              <a:bodyPr/>
              <a:lstStyle/>
              <a:p>
                <a:pPr algn="ctr"/>
                <a:endParaRPr lang="pt-BR" sz="2400"/>
              </a:p>
            </p:txBody>
          </p:sp>
          <p:sp>
            <p:nvSpPr>
              <p:cNvPr id="207" name="Freeform 667"/>
              <p:cNvSpPr>
                <a:spLocks/>
              </p:cNvSpPr>
              <p:nvPr/>
            </p:nvSpPr>
            <p:spPr bwMode="auto">
              <a:xfrm>
                <a:off x="2010" y="2296"/>
                <a:ext cx="79" cy="177"/>
              </a:xfrm>
              <a:custGeom>
                <a:avLst/>
                <a:gdLst>
                  <a:gd name="T0" fmla="*/ 74 w 79"/>
                  <a:gd name="T1" fmla="*/ 0 h 177"/>
                  <a:gd name="T2" fmla="*/ 68 w 79"/>
                  <a:gd name="T3" fmla="*/ 8 h 177"/>
                  <a:gd name="T4" fmla="*/ 67 w 79"/>
                  <a:gd name="T5" fmla="*/ 16 h 177"/>
                  <a:gd name="T6" fmla="*/ 67 w 79"/>
                  <a:gd name="T7" fmla="*/ 32 h 177"/>
                  <a:gd name="T8" fmla="*/ 67 w 79"/>
                  <a:gd name="T9" fmla="*/ 56 h 177"/>
                  <a:gd name="T10" fmla="*/ 62 w 79"/>
                  <a:gd name="T11" fmla="*/ 93 h 177"/>
                  <a:gd name="T12" fmla="*/ 60 w 79"/>
                  <a:gd name="T13" fmla="*/ 121 h 177"/>
                  <a:gd name="T14" fmla="*/ 61 w 79"/>
                  <a:gd name="T15" fmla="*/ 136 h 177"/>
                  <a:gd name="T16" fmla="*/ 64 w 79"/>
                  <a:gd name="T17" fmla="*/ 150 h 177"/>
                  <a:gd name="T18" fmla="*/ 67 w 79"/>
                  <a:gd name="T19" fmla="*/ 160 h 177"/>
                  <a:gd name="T20" fmla="*/ 73 w 79"/>
                  <a:gd name="T21" fmla="*/ 168 h 177"/>
                  <a:gd name="T22" fmla="*/ 78 w 79"/>
                  <a:gd name="T23" fmla="*/ 171 h 177"/>
                  <a:gd name="T24" fmla="*/ 70 w 79"/>
                  <a:gd name="T25" fmla="*/ 176 h 177"/>
                  <a:gd name="T26" fmla="*/ 62 w 79"/>
                  <a:gd name="T27" fmla="*/ 176 h 177"/>
                  <a:gd name="T28" fmla="*/ 62 w 79"/>
                  <a:gd name="T29" fmla="*/ 162 h 177"/>
                  <a:gd name="T30" fmla="*/ 57 w 79"/>
                  <a:gd name="T31" fmla="*/ 148 h 177"/>
                  <a:gd name="T32" fmla="*/ 41 w 79"/>
                  <a:gd name="T33" fmla="*/ 102 h 177"/>
                  <a:gd name="T34" fmla="*/ 12 w 79"/>
                  <a:gd name="T35" fmla="*/ 107 h 177"/>
                  <a:gd name="T36" fmla="*/ 6 w 79"/>
                  <a:gd name="T37" fmla="*/ 106 h 177"/>
                  <a:gd name="T38" fmla="*/ 28 w 79"/>
                  <a:gd name="T39" fmla="*/ 97 h 177"/>
                  <a:gd name="T40" fmla="*/ 24 w 79"/>
                  <a:gd name="T41" fmla="*/ 88 h 177"/>
                  <a:gd name="T42" fmla="*/ 0 w 79"/>
                  <a:gd name="T43" fmla="*/ 88 h 177"/>
                  <a:gd name="T44" fmla="*/ 18 w 79"/>
                  <a:gd name="T45" fmla="*/ 80 h 177"/>
                  <a:gd name="T46" fmla="*/ 33 w 79"/>
                  <a:gd name="T47" fmla="*/ 79 h 177"/>
                  <a:gd name="T48" fmla="*/ 30 w 79"/>
                  <a:gd name="T49" fmla="*/ 61 h 177"/>
                  <a:gd name="T50" fmla="*/ 57 w 79"/>
                  <a:gd name="T51" fmla="*/ 137 h 177"/>
                  <a:gd name="T52" fmla="*/ 57 w 79"/>
                  <a:gd name="T53" fmla="*/ 116 h 177"/>
                  <a:gd name="T54" fmla="*/ 60 w 79"/>
                  <a:gd name="T55" fmla="*/ 90 h 177"/>
                  <a:gd name="T56" fmla="*/ 64 w 79"/>
                  <a:gd name="T57" fmla="*/ 62 h 177"/>
                  <a:gd name="T58" fmla="*/ 66 w 79"/>
                  <a:gd name="T59" fmla="*/ 41 h 177"/>
                  <a:gd name="T60" fmla="*/ 66 w 79"/>
                  <a:gd name="T61" fmla="*/ 12 h 177"/>
                  <a:gd name="T62" fmla="*/ 69 w 79"/>
                  <a:gd name="T63" fmla="*/ 4 h 177"/>
                  <a:gd name="T64" fmla="*/ 74 w 79"/>
                  <a:gd name="T65" fmla="*/ 0 h 1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177"/>
                  <a:gd name="T101" fmla="*/ 79 w 79"/>
                  <a:gd name="T102" fmla="*/ 177 h 1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177">
                    <a:moveTo>
                      <a:pt x="74" y="0"/>
                    </a:moveTo>
                    <a:lnTo>
                      <a:pt x="68" y="8"/>
                    </a:lnTo>
                    <a:lnTo>
                      <a:pt x="67" y="16"/>
                    </a:lnTo>
                    <a:lnTo>
                      <a:pt x="67" y="32"/>
                    </a:lnTo>
                    <a:lnTo>
                      <a:pt x="67" y="56"/>
                    </a:lnTo>
                    <a:lnTo>
                      <a:pt x="62" y="93"/>
                    </a:lnTo>
                    <a:lnTo>
                      <a:pt x="60" y="121"/>
                    </a:lnTo>
                    <a:lnTo>
                      <a:pt x="61" y="136"/>
                    </a:lnTo>
                    <a:lnTo>
                      <a:pt x="64" y="150"/>
                    </a:lnTo>
                    <a:lnTo>
                      <a:pt x="67" y="160"/>
                    </a:lnTo>
                    <a:lnTo>
                      <a:pt x="73" y="168"/>
                    </a:lnTo>
                    <a:lnTo>
                      <a:pt x="78" y="171"/>
                    </a:lnTo>
                    <a:lnTo>
                      <a:pt x="70" y="176"/>
                    </a:lnTo>
                    <a:lnTo>
                      <a:pt x="62" y="176"/>
                    </a:lnTo>
                    <a:lnTo>
                      <a:pt x="62" y="162"/>
                    </a:lnTo>
                    <a:lnTo>
                      <a:pt x="57" y="148"/>
                    </a:lnTo>
                    <a:lnTo>
                      <a:pt x="41" y="102"/>
                    </a:lnTo>
                    <a:lnTo>
                      <a:pt x="12" y="107"/>
                    </a:lnTo>
                    <a:lnTo>
                      <a:pt x="6" y="106"/>
                    </a:lnTo>
                    <a:lnTo>
                      <a:pt x="28" y="97"/>
                    </a:lnTo>
                    <a:lnTo>
                      <a:pt x="24" y="88"/>
                    </a:lnTo>
                    <a:lnTo>
                      <a:pt x="0" y="88"/>
                    </a:lnTo>
                    <a:lnTo>
                      <a:pt x="18" y="80"/>
                    </a:lnTo>
                    <a:lnTo>
                      <a:pt x="33" y="79"/>
                    </a:lnTo>
                    <a:lnTo>
                      <a:pt x="30" y="61"/>
                    </a:lnTo>
                    <a:lnTo>
                      <a:pt x="57" y="137"/>
                    </a:lnTo>
                    <a:lnTo>
                      <a:pt x="57" y="116"/>
                    </a:lnTo>
                    <a:lnTo>
                      <a:pt x="60" y="90"/>
                    </a:lnTo>
                    <a:lnTo>
                      <a:pt x="64" y="62"/>
                    </a:lnTo>
                    <a:lnTo>
                      <a:pt x="66" y="41"/>
                    </a:lnTo>
                    <a:lnTo>
                      <a:pt x="66" y="12"/>
                    </a:lnTo>
                    <a:lnTo>
                      <a:pt x="69" y="4"/>
                    </a:lnTo>
                    <a:lnTo>
                      <a:pt x="74" y="0"/>
                    </a:lnTo>
                  </a:path>
                </a:pathLst>
              </a:custGeom>
              <a:solidFill>
                <a:srgbClr val="000000"/>
              </a:solidFill>
              <a:ln w="12700" cap="rnd">
                <a:noFill/>
                <a:round/>
                <a:headEnd/>
                <a:tailEnd/>
              </a:ln>
            </p:spPr>
            <p:txBody>
              <a:bodyPr/>
              <a:lstStyle/>
              <a:p>
                <a:pPr algn="ctr"/>
                <a:endParaRPr lang="pt-BR" sz="2400"/>
              </a:p>
            </p:txBody>
          </p:sp>
          <p:sp>
            <p:nvSpPr>
              <p:cNvPr id="208" name="Freeform 668"/>
              <p:cNvSpPr>
                <a:spLocks/>
              </p:cNvSpPr>
              <p:nvPr/>
            </p:nvSpPr>
            <p:spPr bwMode="auto">
              <a:xfrm>
                <a:off x="2115" y="2321"/>
                <a:ext cx="106" cy="153"/>
              </a:xfrm>
              <a:custGeom>
                <a:avLst/>
                <a:gdLst>
                  <a:gd name="T0" fmla="*/ 15 w 106"/>
                  <a:gd name="T1" fmla="*/ 139 h 153"/>
                  <a:gd name="T2" fmla="*/ 29 w 106"/>
                  <a:gd name="T3" fmla="*/ 144 h 153"/>
                  <a:gd name="T4" fmla="*/ 43 w 106"/>
                  <a:gd name="T5" fmla="*/ 152 h 153"/>
                  <a:gd name="T6" fmla="*/ 32 w 106"/>
                  <a:gd name="T7" fmla="*/ 139 h 153"/>
                  <a:gd name="T8" fmla="*/ 25 w 106"/>
                  <a:gd name="T9" fmla="*/ 133 h 153"/>
                  <a:gd name="T10" fmla="*/ 18 w 106"/>
                  <a:gd name="T11" fmla="*/ 132 h 153"/>
                  <a:gd name="T12" fmla="*/ 16 w 106"/>
                  <a:gd name="T13" fmla="*/ 131 h 153"/>
                  <a:gd name="T14" fmla="*/ 16 w 106"/>
                  <a:gd name="T15" fmla="*/ 118 h 153"/>
                  <a:gd name="T16" fmla="*/ 19 w 106"/>
                  <a:gd name="T17" fmla="*/ 115 h 153"/>
                  <a:gd name="T18" fmla="*/ 36 w 106"/>
                  <a:gd name="T19" fmla="*/ 108 h 153"/>
                  <a:gd name="T20" fmla="*/ 56 w 106"/>
                  <a:gd name="T21" fmla="*/ 95 h 153"/>
                  <a:gd name="T22" fmla="*/ 74 w 106"/>
                  <a:gd name="T23" fmla="*/ 77 h 153"/>
                  <a:gd name="T24" fmla="*/ 105 w 106"/>
                  <a:gd name="T25" fmla="*/ 36 h 153"/>
                  <a:gd name="T26" fmla="*/ 105 w 106"/>
                  <a:gd name="T27" fmla="*/ 29 h 153"/>
                  <a:gd name="T28" fmla="*/ 79 w 106"/>
                  <a:gd name="T29" fmla="*/ 60 h 153"/>
                  <a:gd name="T30" fmla="*/ 52 w 106"/>
                  <a:gd name="T31" fmla="*/ 87 h 153"/>
                  <a:gd name="T32" fmla="*/ 27 w 106"/>
                  <a:gd name="T33" fmla="*/ 105 h 153"/>
                  <a:gd name="T34" fmla="*/ 42 w 106"/>
                  <a:gd name="T35" fmla="*/ 78 h 153"/>
                  <a:gd name="T36" fmla="*/ 50 w 106"/>
                  <a:gd name="T37" fmla="*/ 52 h 153"/>
                  <a:gd name="T38" fmla="*/ 52 w 106"/>
                  <a:gd name="T39" fmla="*/ 36 h 153"/>
                  <a:gd name="T40" fmla="*/ 64 w 106"/>
                  <a:gd name="T41" fmla="*/ 9 h 153"/>
                  <a:gd name="T42" fmla="*/ 81 w 106"/>
                  <a:gd name="T43" fmla="*/ 0 h 153"/>
                  <a:gd name="T44" fmla="*/ 62 w 106"/>
                  <a:gd name="T45" fmla="*/ 8 h 153"/>
                  <a:gd name="T46" fmla="*/ 47 w 106"/>
                  <a:gd name="T47" fmla="*/ 32 h 153"/>
                  <a:gd name="T48" fmla="*/ 47 w 106"/>
                  <a:gd name="T49" fmla="*/ 55 h 153"/>
                  <a:gd name="T50" fmla="*/ 38 w 106"/>
                  <a:gd name="T51" fmla="*/ 78 h 153"/>
                  <a:gd name="T52" fmla="*/ 26 w 106"/>
                  <a:gd name="T53" fmla="*/ 99 h 153"/>
                  <a:gd name="T54" fmla="*/ 14 w 106"/>
                  <a:gd name="T55" fmla="*/ 116 h 153"/>
                  <a:gd name="T56" fmla="*/ 14 w 106"/>
                  <a:gd name="T57" fmla="*/ 132 h 153"/>
                  <a:gd name="T58" fmla="*/ 0 w 106"/>
                  <a:gd name="T59" fmla="*/ 138 h 153"/>
                  <a:gd name="T60" fmla="*/ 15 w 106"/>
                  <a:gd name="T61" fmla="*/ 139 h 15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6"/>
                  <a:gd name="T94" fmla="*/ 0 h 153"/>
                  <a:gd name="T95" fmla="*/ 106 w 106"/>
                  <a:gd name="T96" fmla="*/ 153 h 15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6" h="153">
                    <a:moveTo>
                      <a:pt x="15" y="139"/>
                    </a:moveTo>
                    <a:lnTo>
                      <a:pt x="29" y="144"/>
                    </a:lnTo>
                    <a:lnTo>
                      <a:pt x="43" y="152"/>
                    </a:lnTo>
                    <a:lnTo>
                      <a:pt x="32" y="139"/>
                    </a:lnTo>
                    <a:lnTo>
                      <a:pt x="25" y="133"/>
                    </a:lnTo>
                    <a:lnTo>
                      <a:pt x="18" y="132"/>
                    </a:lnTo>
                    <a:lnTo>
                      <a:pt x="16" y="131"/>
                    </a:lnTo>
                    <a:lnTo>
                      <a:pt x="16" y="118"/>
                    </a:lnTo>
                    <a:lnTo>
                      <a:pt x="19" y="115"/>
                    </a:lnTo>
                    <a:lnTo>
                      <a:pt x="36" y="108"/>
                    </a:lnTo>
                    <a:lnTo>
                      <a:pt x="56" y="95"/>
                    </a:lnTo>
                    <a:lnTo>
                      <a:pt x="74" y="77"/>
                    </a:lnTo>
                    <a:lnTo>
                      <a:pt x="105" y="36"/>
                    </a:lnTo>
                    <a:lnTo>
                      <a:pt x="105" y="29"/>
                    </a:lnTo>
                    <a:lnTo>
                      <a:pt x="79" y="60"/>
                    </a:lnTo>
                    <a:lnTo>
                      <a:pt x="52" y="87"/>
                    </a:lnTo>
                    <a:lnTo>
                      <a:pt x="27" y="105"/>
                    </a:lnTo>
                    <a:lnTo>
                      <a:pt x="42" y="78"/>
                    </a:lnTo>
                    <a:lnTo>
                      <a:pt x="50" y="52"/>
                    </a:lnTo>
                    <a:lnTo>
                      <a:pt x="52" y="36"/>
                    </a:lnTo>
                    <a:lnTo>
                      <a:pt x="64" y="9"/>
                    </a:lnTo>
                    <a:lnTo>
                      <a:pt x="81" y="0"/>
                    </a:lnTo>
                    <a:lnTo>
                      <a:pt x="62" y="8"/>
                    </a:lnTo>
                    <a:lnTo>
                      <a:pt x="47" y="32"/>
                    </a:lnTo>
                    <a:lnTo>
                      <a:pt x="47" y="55"/>
                    </a:lnTo>
                    <a:lnTo>
                      <a:pt x="38" y="78"/>
                    </a:lnTo>
                    <a:lnTo>
                      <a:pt x="26" y="99"/>
                    </a:lnTo>
                    <a:lnTo>
                      <a:pt x="14" y="116"/>
                    </a:lnTo>
                    <a:lnTo>
                      <a:pt x="14" y="132"/>
                    </a:lnTo>
                    <a:lnTo>
                      <a:pt x="0" y="138"/>
                    </a:lnTo>
                    <a:lnTo>
                      <a:pt x="15" y="139"/>
                    </a:lnTo>
                  </a:path>
                </a:pathLst>
              </a:custGeom>
              <a:solidFill>
                <a:srgbClr val="000000"/>
              </a:solidFill>
              <a:ln w="12700" cap="rnd">
                <a:noFill/>
                <a:round/>
                <a:headEnd/>
                <a:tailEnd/>
              </a:ln>
            </p:spPr>
            <p:txBody>
              <a:bodyPr/>
              <a:lstStyle/>
              <a:p>
                <a:pPr algn="ctr"/>
                <a:endParaRPr lang="pt-BR" sz="2400"/>
              </a:p>
            </p:txBody>
          </p:sp>
          <p:sp>
            <p:nvSpPr>
              <p:cNvPr id="209" name="Freeform 669"/>
              <p:cNvSpPr>
                <a:spLocks/>
              </p:cNvSpPr>
              <p:nvPr/>
            </p:nvSpPr>
            <p:spPr bwMode="auto">
              <a:xfrm>
                <a:off x="2112" y="2479"/>
                <a:ext cx="60" cy="56"/>
              </a:xfrm>
              <a:custGeom>
                <a:avLst/>
                <a:gdLst>
                  <a:gd name="T0" fmla="*/ 48 w 60"/>
                  <a:gd name="T1" fmla="*/ 0 h 56"/>
                  <a:gd name="T2" fmla="*/ 56 w 60"/>
                  <a:gd name="T3" fmla="*/ 14 h 56"/>
                  <a:gd name="T4" fmla="*/ 59 w 60"/>
                  <a:gd name="T5" fmla="*/ 30 h 56"/>
                  <a:gd name="T6" fmla="*/ 59 w 60"/>
                  <a:gd name="T7" fmla="*/ 41 h 56"/>
                  <a:gd name="T8" fmla="*/ 53 w 60"/>
                  <a:gd name="T9" fmla="*/ 54 h 56"/>
                  <a:gd name="T10" fmla="*/ 43 w 60"/>
                  <a:gd name="T11" fmla="*/ 55 h 56"/>
                  <a:gd name="T12" fmla="*/ 27 w 60"/>
                  <a:gd name="T13" fmla="*/ 47 h 56"/>
                  <a:gd name="T14" fmla="*/ 16 w 60"/>
                  <a:gd name="T15" fmla="*/ 36 h 56"/>
                  <a:gd name="T16" fmla="*/ 0 w 60"/>
                  <a:gd name="T17" fmla="*/ 1 h 56"/>
                  <a:gd name="T18" fmla="*/ 11 w 60"/>
                  <a:gd name="T19" fmla="*/ 20 h 56"/>
                  <a:gd name="T20" fmla="*/ 31 w 60"/>
                  <a:gd name="T21" fmla="*/ 37 h 56"/>
                  <a:gd name="T22" fmla="*/ 53 w 60"/>
                  <a:gd name="T23" fmla="*/ 43 h 56"/>
                  <a:gd name="T24" fmla="*/ 54 w 60"/>
                  <a:gd name="T25" fmla="*/ 34 h 56"/>
                  <a:gd name="T26" fmla="*/ 51 w 60"/>
                  <a:gd name="T27" fmla="*/ 23 h 56"/>
                  <a:gd name="T28" fmla="*/ 44 w 60"/>
                  <a:gd name="T29" fmla="*/ 17 h 56"/>
                  <a:gd name="T30" fmla="*/ 35 w 60"/>
                  <a:gd name="T31" fmla="*/ 14 h 56"/>
                  <a:gd name="T32" fmla="*/ 44 w 60"/>
                  <a:gd name="T33" fmla="*/ 11 h 56"/>
                  <a:gd name="T34" fmla="*/ 48 w 60"/>
                  <a:gd name="T35" fmla="*/ 5 h 56"/>
                  <a:gd name="T36" fmla="*/ 48 w 60"/>
                  <a:gd name="T37" fmla="*/ 0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
                  <a:gd name="T58" fmla="*/ 0 h 56"/>
                  <a:gd name="T59" fmla="*/ 60 w 60"/>
                  <a:gd name="T60" fmla="*/ 56 h 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 h="56">
                    <a:moveTo>
                      <a:pt x="48" y="0"/>
                    </a:moveTo>
                    <a:lnTo>
                      <a:pt x="56" y="14"/>
                    </a:lnTo>
                    <a:lnTo>
                      <a:pt x="59" y="30"/>
                    </a:lnTo>
                    <a:lnTo>
                      <a:pt x="59" y="41"/>
                    </a:lnTo>
                    <a:lnTo>
                      <a:pt x="53" y="54"/>
                    </a:lnTo>
                    <a:lnTo>
                      <a:pt x="43" y="55"/>
                    </a:lnTo>
                    <a:lnTo>
                      <a:pt x="27" y="47"/>
                    </a:lnTo>
                    <a:lnTo>
                      <a:pt x="16" y="36"/>
                    </a:lnTo>
                    <a:lnTo>
                      <a:pt x="0" y="1"/>
                    </a:lnTo>
                    <a:lnTo>
                      <a:pt x="11" y="20"/>
                    </a:lnTo>
                    <a:lnTo>
                      <a:pt x="31" y="37"/>
                    </a:lnTo>
                    <a:lnTo>
                      <a:pt x="53" y="43"/>
                    </a:lnTo>
                    <a:lnTo>
                      <a:pt x="54" y="34"/>
                    </a:lnTo>
                    <a:lnTo>
                      <a:pt x="51" y="23"/>
                    </a:lnTo>
                    <a:lnTo>
                      <a:pt x="44" y="17"/>
                    </a:lnTo>
                    <a:lnTo>
                      <a:pt x="35" y="14"/>
                    </a:lnTo>
                    <a:lnTo>
                      <a:pt x="44" y="11"/>
                    </a:lnTo>
                    <a:lnTo>
                      <a:pt x="48" y="5"/>
                    </a:lnTo>
                    <a:lnTo>
                      <a:pt x="48" y="0"/>
                    </a:lnTo>
                  </a:path>
                </a:pathLst>
              </a:custGeom>
              <a:solidFill>
                <a:srgbClr val="000000"/>
              </a:solidFill>
              <a:ln w="12700" cap="rnd">
                <a:noFill/>
                <a:round/>
                <a:headEnd/>
                <a:tailEnd/>
              </a:ln>
            </p:spPr>
            <p:txBody>
              <a:bodyPr/>
              <a:lstStyle/>
              <a:p>
                <a:pPr algn="ctr"/>
                <a:endParaRPr lang="pt-BR" sz="2400"/>
              </a:p>
            </p:txBody>
          </p:sp>
          <p:sp>
            <p:nvSpPr>
              <p:cNvPr id="210" name="Freeform 670"/>
              <p:cNvSpPr>
                <a:spLocks/>
              </p:cNvSpPr>
              <p:nvPr/>
            </p:nvSpPr>
            <p:spPr bwMode="auto">
              <a:xfrm>
                <a:off x="1990" y="2492"/>
                <a:ext cx="154" cy="45"/>
              </a:xfrm>
              <a:custGeom>
                <a:avLst/>
                <a:gdLst>
                  <a:gd name="T0" fmla="*/ 153 w 154"/>
                  <a:gd name="T1" fmla="*/ 44 h 45"/>
                  <a:gd name="T2" fmla="*/ 124 w 154"/>
                  <a:gd name="T3" fmla="*/ 43 h 45"/>
                  <a:gd name="T4" fmla="*/ 87 w 154"/>
                  <a:gd name="T5" fmla="*/ 39 h 45"/>
                  <a:gd name="T6" fmla="*/ 43 w 154"/>
                  <a:gd name="T7" fmla="*/ 27 h 45"/>
                  <a:gd name="T8" fmla="*/ 8 w 154"/>
                  <a:gd name="T9" fmla="*/ 22 h 45"/>
                  <a:gd name="T10" fmla="*/ 2 w 154"/>
                  <a:gd name="T11" fmla="*/ 17 h 45"/>
                  <a:gd name="T12" fmla="*/ 0 w 154"/>
                  <a:gd name="T13" fmla="*/ 6 h 45"/>
                  <a:gd name="T14" fmla="*/ 26 w 154"/>
                  <a:gd name="T15" fmla="*/ 10 h 45"/>
                  <a:gd name="T16" fmla="*/ 27 w 154"/>
                  <a:gd name="T17" fmla="*/ 0 h 45"/>
                  <a:gd name="T18" fmla="*/ 30 w 154"/>
                  <a:gd name="T19" fmla="*/ 10 h 45"/>
                  <a:gd name="T20" fmla="*/ 47 w 154"/>
                  <a:gd name="T21" fmla="*/ 10 h 45"/>
                  <a:gd name="T22" fmla="*/ 31 w 154"/>
                  <a:gd name="T23" fmla="*/ 18 h 45"/>
                  <a:gd name="T24" fmla="*/ 33 w 154"/>
                  <a:gd name="T25" fmla="*/ 23 h 45"/>
                  <a:gd name="T26" fmla="*/ 67 w 154"/>
                  <a:gd name="T27" fmla="*/ 21 h 45"/>
                  <a:gd name="T28" fmla="*/ 90 w 154"/>
                  <a:gd name="T29" fmla="*/ 22 h 45"/>
                  <a:gd name="T30" fmla="*/ 115 w 154"/>
                  <a:gd name="T31" fmla="*/ 25 h 45"/>
                  <a:gd name="T32" fmla="*/ 128 w 154"/>
                  <a:gd name="T33" fmla="*/ 31 h 45"/>
                  <a:gd name="T34" fmla="*/ 118 w 154"/>
                  <a:gd name="T35" fmla="*/ 18 h 45"/>
                  <a:gd name="T36" fmla="*/ 109 w 154"/>
                  <a:gd name="T37" fmla="*/ 12 h 45"/>
                  <a:gd name="T38" fmla="*/ 88 w 154"/>
                  <a:gd name="T39" fmla="*/ 7 h 45"/>
                  <a:gd name="T40" fmla="*/ 113 w 154"/>
                  <a:gd name="T41" fmla="*/ 7 h 45"/>
                  <a:gd name="T42" fmla="*/ 126 w 154"/>
                  <a:gd name="T43" fmla="*/ 17 h 45"/>
                  <a:gd name="T44" fmla="*/ 132 w 154"/>
                  <a:gd name="T45" fmla="*/ 28 h 45"/>
                  <a:gd name="T46" fmla="*/ 140 w 154"/>
                  <a:gd name="T47" fmla="*/ 35 h 45"/>
                  <a:gd name="T48" fmla="*/ 147 w 154"/>
                  <a:gd name="T49" fmla="*/ 41 h 45"/>
                  <a:gd name="T50" fmla="*/ 153 w 154"/>
                  <a:gd name="T51" fmla="*/ 44 h 4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45"/>
                  <a:gd name="T80" fmla="*/ 154 w 154"/>
                  <a:gd name="T81" fmla="*/ 45 h 4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45">
                    <a:moveTo>
                      <a:pt x="153" y="44"/>
                    </a:moveTo>
                    <a:lnTo>
                      <a:pt x="124" y="43"/>
                    </a:lnTo>
                    <a:lnTo>
                      <a:pt x="87" y="39"/>
                    </a:lnTo>
                    <a:lnTo>
                      <a:pt x="43" y="27"/>
                    </a:lnTo>
                    <a:lnTo>
                      <a:pt x="8" y="22"/>
                    </a:lnTo>
                    <a:lnTo>
                      <a:pt x="2" y="17"/>
                    </a:lnTo>
                    <a:lnTo>
                      <a:pt x="0" y="6"/>
                    </a:lnTo>
                    <a:lnTo>
                      <a:pt x="26" y="10"/>
                    </a:lnTo>
                    <a:lnTo>
                      <a:pt x="27" y="0"/>
                    </a:lnTo>
                    <a:lnTo>
                      <a:pt x="30" y="10"/>
                    </a:lnTo>
                    <a:lnTo>
                      <a:pt x="47" y="10"/>
                    </a:lnTo>
                    <a:lnTo>
                      <a:pt x="31" y="18"/>
                    </a:lnTo>
                    <a:lnTo>
                      <a:pt x="33" y="23"/>
                    </a:lnTo>
                    <a:lnTo>
                      <a:pt x="67" y="21"/>
                    </a:lnTo>
                    <a:lnTo>
                      <a:pt x="90" y="22"/>
                    </a:lnTo>
                    <a:lnTo>
                      <a:pt x="115" y="25"/>
                    </a:lnTo>
                    <a:lnTo>
                      <a:pt x="128" y="31"/>
                    </a:lnTo>
                    <a:lnTo>
                      <a:pt x="118" y="18"/>
                    </a:lnTo>
                    <a:lnTo>
                      <a:pt x="109" y="12"/>
                    </a:lnTo>
                    <a:lnTo>
                      <a:pt x="88" y="7"/>
                    </a:lnTo>
                    <a:lnTo>
                      <a:pt x="113" y="7"/>
                    </a:lnTo>
                    <a:lnTo>
                      <a:pt x="126" y="17"/>
                    </a:lnTo>
                    <a:lnTo>
                      <a:pt x="132" y="28"/>
                    </a:lnTo>
                    <a:lnTo>
                      <a:pt x="140" y="35"/>
                    </a:lnTo>
                    <a:lnTo>
                      <a:pt x="147" y="41"/>
                    </a:lnTo>
                    <a:lnTo>
                      <a:pt x="153" y="44"/>
                    </a:lnTo>
                  </a:path>
                </a:pathLst>
              </a:custGeom>
              <a:solidFill>
                <a:srgbClr val="000000"/>
              </a:solidFill>
              <a:ln w="12700" cap="rnd">
                <a:noFill/>
                <a:round/>
                <a:headEnd/>
                <a:tailEnd/>
              </a:ln>
            </p:spPr>
            <p:txBody>
              <a:bodyPr/>
              <a:lstStyle/>
              <a:p>
                <a:pPr algn="ctr"/>
                <a:endParaRPr lang="pt-BR" sz="2400"/>
              </a:p>
            </p:txBody>
          </p:sp>
          <p:sp>
            <p:nvSpPr>
              <p:cNvPr id="211" name="Freeform 671"/>
              <p:cNvSpPr>
                <a:spLocks/>
              </p:cNvSpPr>
              <p:nvPr/>
            </p:nvSpPr>
            <p:spPr bwMode="auto">
              <a:xfrm>
                <a:off x="1990" y="2408"/>
                <a:ext cx="67" cy="53"/>
              </a:xfrm>
              <a:custGeom>
                <a:avLst/>
                <a:gdLst>
                  <a:gd name="T0" fmla="*/ 13 w 67"/>
                  <a:gd name="T1" fmla="*/ 52 h 53"/>
                  <a:gd name="T2" fmla="*/ 22 w 67"/>
                  <a:gd name="T3" fmla="*/ 45 h 53"/>
                  <a:gd name="T4" fmla="*/ 22 w 67"/>
                  <a:gd name="T5" fmla="*/ 41 h 53"/>
                  <a:gd name="T6" fmla="*/ 19 w 67"/>
                  <a:gd name="T7" fmla="*/ 37 h 53"/>
                  <a:gd name="T8" fmla="*/ 11 w 67"/>
                  <a:gd name="T9" fmla="*/ 33 h 53"/>
                  <a:gd name="T10" fmla="*/ 2 w 67"/>
                  <a:gd name="T11" fmla="*/ 30 h 53"/>
                  <a:gd name="T12" fmla="*/ 0 w 67"/>
                  <a:gd name="T13" fmla="*/ 28 h 53"/>
                  <a:gd name="T14" fmla="*/ 0 w 67"/>
                  <a:gd name="T15" fmla="*/ 24 h 53"/>
                  <a:gd name="T16" fmla="*/ 2 w 67"/>
                  <a:gd name="T17" fmla="*/ 22 h 53"/>
                  <a:gd name="T18" fmla="*/ 8 w 67"/>
                  <a:gd name="T19" fmla="*/ 20 h 53"/>
                  <a:gd name="T20" fmla="*/ 9 w 67"/>
                  <a:gd name="T21" fmla="*/ 22 h 53"/>
                  <a:gd name="T22" fmla="*/ 12 w 67"/>
                  <a:gd name="T23" fmla="*/ 25 h 53"/>
                  <a:gd name="T24" fmla="*/ 22 w 67"/>
                  <a:gd name="T25" fmla="*/ 27 h 53"/>
                  <a:gd name="T26" fmla="*/ 21 w 67"/>
                  <a:gd name="T27" fmla="*/ 21 h 53"/>
                  <a:gd name="T28" fmla="*/ 16 w 67"/>
                  <a:gd name="T29" fmla="*/ 15 h 53"/>
                  <a:gd name="T30" fmla="*/ 11 w 67"/>
                  <a:gd name="T31" fmla="*/ 10 h 53"/>
                  <a:gd name="T32" fmla="*/ 1 w 67"/>
                  <a:gd name="T33" fmla="*/ 4 h 53"/>
                  <a:gd name="T34" fmla="*/ 7 w 67"/>
                  <a:gd name="T35" fmla="*/ 3 h 53"/>
                  <a:gd name="T36" fmla="*/ 17 w 67"/>
                  <a:gd name="T37" fmla="*/ 6 h 53"/>
                  <a:gd name="T38" fmla="*/ 27 w 67"/>
                  <a:gd name="T39" fmla="*/ 12 h 53"/>
                  <a:gd name="T40" fmla="*/ 35 w 67"/>
                  <a:gd name="T41" fmla="*/ 21 h 53"/>
                  <a:gd name="T42" fmla="*/ 45 w 67"/>
                  <a:gd name="T43" fmla="*/ 17 h 53"/>
                  <a:gd name="T44" fmla="*/ 34 w 67"/>
                  <a:gd name="T45" fmla="*/ 12 h 53"/>
                  <a:gd name="T46" fmla="*/ 32 w 67"/>
                  <a:gd name="T47" fmla="*/ 9 h 53"/>
                  <a:gd name="T48" fmla="*/ 34 w 67"/>
                  <a:gd name="T49" fmla="*/ 6 h 53"/>
                  <a:gd name="T50" fmla="*/ 41 w 67"/>
                  <a:gd name="T51" fmla="*/ 3 h 53"/>
                  <a:gd name="T52" fmla="*/ 54 w 67"/>
                  <a:gd name="T53" fmla="*/ 0 h 53"/>
                  <a:gd name="T54" fmla="*/ 66 w 67"/>
                  <a:gd name="T55" fmla="*/ 0 h 53"/>
                  <a:gd name="T56" fmla="*/ 60 w 67"/>
                  <a:gd name="T57" fmla="*/ 12 h 53"/>
                  <a:gd name="T58" fmla="*/ 47 w 67"/>
                  <a:gd name="T59" fmla="*/ 26 h 53"/>
                  <a:gd name="T60" fmla="*/ 33 w 67"/>
                  <a:gd name="T61" fmla="*/ 40 h 53"/>
                  <a:gd name="T62" fmla="*/ 22 w 67"/>
                  <a:gd name="T63" fmla="*/ 49 h 53"/>
                  <a:gd name="T64" fmla="*/ 13 w 67"/>
                  <a:gd name="T65" fmla="*/ 52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7"/>
                  <a:gd name="T100" fmla="*/ 0 h 53"/>
                  <a:gd name="T101" fmla="*/ 67 w 67"/>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7" h="53">
                    <a:moveTo>
                      <a:pt x="13" y="52"/>
                    </a:moveTo>
                    <a:lnTo>
                      <a:pt x="22" y="45"/>
                    </a:lnTo>
                    <a:lnTo>
                      <a:pt x="22" y="41"/>
                    </a:lnTo>
                    <a:lnTo>
                      <a:pt x="19" y="37"/>
                    </a:lnTo>
                    <a:lnTo>
                      <a:pt x="11" y="33"/>
                    </a:lnTo>
                    <a:lnTo>
                      <a:pt x="2" y="30"/>
                    </a:lnTo>
                    <a:lnTo>
                      <a:pt x="0" y="28"/>
                    </a:lnTo>
                    <a:lnTo>
                      <a:pt x="0" y="24"/>
                    </a:lnTo>
                    <a:lnTo>
                      <a:pt x="2" y="22"/>
                    </a:lnTo>
                    <a:lnTo>
                      <a:pt x="8" y="20"/>
                    </a:lnTo>
                    <a:lnTo>
                      <a:pt x="9" y="22"/>
                    </a:lnTo>
                    <a:lnTo>
                      <a:pt x="12" y="25"/>
                    </a:lnTo>
                    <a:lnTo>
                      <a:pt x="22" y="27"/>
                    </a:lnTo>
                    <a:lnTo>
                      <a:pt x="21" y="21"/>
                    </a:lnTo>
                    <a:lnTo>
                      <a:pt x="16" y="15"/>
                    </a:lnTo>
                    <a:lnTo>
                      <a:pt x="11" y="10"/>
                    </a:lnTo>
                    <a:lnTo>
                      <a:pt x="1" y="4"/>
                    </a:lnTo>
                    <a:lnTo>
                      <a:pt x="7" y="3"/>
                    </a:lnTo>
                    <a:lnTo>
                      <a:pt x="17" y="6"/>
                    </a:lnTo>
                    <a:lnTo>
                      <a:pt x="27" y="12"/>
                    </a:lnTo>
                    <a:lnTo>
                      <a:pt x="35" y="21"/>
                    </a:lnTo>
                    <a:lnTo>
                      <a:pt x="45" y="17"/>
                    </a:lnTo>
                    <a:lnTo>
                      <a:pt x="34" y="12"/>
                    </a:lnTo>
                    <a:lnTo>
                      <a:pt x="32" y="9"/>
                    </a:lnTo>
                    <a:lnTo>
                      <a:pt x="34" y="6"/>
                    </a:lnTo>
                    <a:lnTo>
                      <a:pt x="41" y="3"/>
                    </a:lnTo>
                    <a:lnTo>
                      <a:pt x="54" y="0"/>
                    </a:lnTo>
                    <a:lnTo>
                      <a:pt x="66" y="0"/>
                    </a:lnTo>
                    <a:lnTo>
                      <a:pt x="60" y="12"/>
                    </a:lnTo>
                    <a:lnTo>
                      <a:pt x="47" y="26"/>
                    </a:lnTo>
                    <a:lnTo>
                      <a:pt x="33" y="40"/>
                    </a:lnTo>
                    <a:lnTo>
                      <a:pt x="22" y="49"/>
                    </a:lnTo>
                    <a:lnTo>
                      <a:pt x="13" y="52"/>
                    </a:lnTo>
                  </a:path>
                </a:pathLst>
              </a:custGeom>
              <a:solidFill>
                <a:srgbClr val="000000"/>
              </a:solidFill>
              <a:ln w="12700" cap="rnd">
                <a:noFill/>
                <a:round/>
                <a:headEnd/>
                <a:tailEnd/>
              </a:ln>
            </p:spPr>
            <p:txBody>
              <a:bodyPr/>
              <a:lstStyle/>
              <a:p>
                <a:pPr algn="ctr"/>
                <a:endParaRPr lang="pt-BR" sz="2400"/>
              </a:p>
            </p:txBody>
          </p:sp>
          <p:sp>
            <p:nvSpPr>
              <p:cNvPr id="212" name="Freeform 672"/>
              <p:cNvSpPr>
                <a:spLocks/>
              </p:cNvSpPr>
              <p:nvPr/>
            </p:nvSpPr>
            <p:spPr bwMode="auto">
              <a:xfrm>
                <a:off x="2025" y="2296"/>
                <a:ext cx="12" cy="56"/>
              </a:xfrm>
              <a:custGeom>
                <a:avLst/>
                <a:gdLst>
                  <a:gd name="T0" fmla="*/ 4 w 12"/>
                  <a:gd name="T1" fmla="*/ 8 h 56"/>
                  <a:gd name="T2" fmla="*/ 6 w 12"/>
                  <a:gd name="T3" fmla="*/ 27 h 56"/>
                  <a:gd name="T4" fmla="*/ 9 w 12"/>
                  <a:gd name="T5" fmla="*/ 45 h 56"/>
                  <a:gd name="T6" fmla="*/ 11 w 12"/>
                  <a:gd name="T7" fmla="*/ 55 h 56"/>
                  <a:gd name="T8" fmla="*/ 1 w 12"/>
                  <a:gd name="T9" fmla="*/ 25 h 56"/>
                  <a:gd name="T10" fmla="*/ 0 w 12"/>
                  <a:gd name="T11" fmla="*/ 15 h 56"/>
                  <a:gd name="T12" fmla="*/ 3 w 12"/>
                  <a:gd name="T13" fmla="*/ 0 h 56"/>
                  <a:gd name="T14" fmla="*/ 4 w 12"/>
                  <a:gd name="T15" fmla="*/ 8 h 56"/>
                  <a:gd name="T16" fmla="*/ 0 60000 65536"/>
                  <a:gd name="T17" fmla="*/ 0 60000 65536"/>
                  <a:gd name="T18" fmla="*/ 0 60000 65536"/>
                  <a:gd name="T19" fmla="*/ 0 60000 65536"/>
                  <a:gd name="T20" fmla="*/ 0 60000 65536"/>
                  <a:gd name="T21" fmla="*/ 0 60000 65536"/>
                  <a:gd name="T22" fmla="*/ 0 60000 65536"/>
                  <a:gd name="T23" fmla="*/ 0 60000 65536"/>
                  <a:gd name="T24" fmla="*/ 0 w 12"/>
                  <a:gd name="T25" fmla="*/ 0 h 56"/>
                  <a:gd name="T26" fmla="*/ 12 w 12"/>
                  <a:gd name="T27" fmla="*/ 56 h 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 h="56">
                    <a:moveTo>
                      <a:pt x="4" y="8"/>
                    </a:moveTo>
                    <a:lnTo>
                      <a:pt x="6" y="27"/>
                    </a:lnTo>
                    <a:lnTo>
                      <a:pt x="9" y="45"/>
                    </a:lnTo>
                    <a:lnTo>
                      <a:pt x="11" y="55"/>
                    </a:lnTo>
                    <a:lnTo>
                      <a:pt x="1" y="25"/>
                    </a:lnTo>
                    <a:lnTo>
                      <a:pt x="0" y="15"/>
                    </a:lnTo>
                    <a:lnTo>
                      <a:pt x="3" y="0"/>
                    </a:lnTo>
                    <a:lnTo>
                      <a:pt x="4" y="8"/>
                    </a:lnTo>
                  </a:path>
                </a:pathLst>
              </a:custGeom>
              <a:solidFill>
                <a:srgbClr val="000000"/>
              </a:solidFill>
              <a:ln w="12700" cap="rnd">
                <a:noFill/>
                <a:round/>
                <a:headEnd/>
                <a:tailEnd/>
              </a:ln>
            </p:spPr>
            <p:txBody>
              <a:bodyPr/>
              <a:lstStyle/>
              <a:p>
                <a:pPr algn="ctr"/>
                <a:endParaRPr lang="pt-BR" sz="2400"/>
              </a:p>
            </p:txBody>
          </p:sp>
        </p:grpSp>
      </p:grpSp>
      <p:sp>
        <p:nvSpPr>
          <p:cNvPr id="701" name="Text Box 700"/>
          <p:cNvSpPr txBox="1">
            <a:spLocks noChangeArrowheads="1"/>
          </p:cNvSpPr>
          <p:nvPr/>
        </p:nvSpPr>
        <p:spPr bwMode="auto">
          <a:xfrm>
            <a:off x="431371" y="4476567"/>
            <a:ext cx="7290628" cy="1241237"/>
          </a:xfrm>
          <a:prstGeom prst="rect">
            <a:avLst/>
          </a:prstGeom>
          <a:noFill/>
          <a:ln w="12700">
            <a:noFill/>
            <a:miter lim="800000"/>
            <a:headEnd/>
            <a:tailEnd/>
          </a:ln>
        </p:spPr>
        <p:txBody>
          <a:bodyPr wrap="square" anchor="ctr">
            <a:spAutoFit/>
          </a:bodyPr>
          <a:lstStyle/>
          <a:p>
            <a:pPr eaLnBrk="0" hangingPunct="0"/>
            <a:r>
              <a:rPr lang="pt-BR" sz="3733" dirty="0">
                <a:solidFill>
                  <a:srgbClr val="595959"/>
                </a:solidFill>
                <a:latin typeface="Lato" pitchFamily="34" charset="0"/>
              </a:rPr>
              <a:t>Modelo de referência </a:t>
            </a:r>
            <a:br>
              <a:rPr lang="pt-BR" sz="3733" dirty="0">
                <a:solidFill>
                  <a:srgbClr val="595959"/>
                </a:solidFill>
                <a:latin typeface="Lato" pitchFamily="34" charset="0"/>
              </a:rPr>
            </a:br>
            <a:r>
              <a:rPr lang="pt-BR" sz="3733" dirty="0">
                <a:solidFill>
                  <a:srgbClr val="595959"/>
                </a:solidFill>
                <a:latin typeface="Lato" pitchFamily="34" charset="0"/>
              </a:rPr>
              <a:t>representa o processo</a:t>
            </a:r>
          </a:p>
        </p:txBody>
      </p:sp>
    </p:spTree>
    <p:extLst>
      <p:ext uri="{BB962C8B-B14F-4D97-AF65-F5344CB8AC3E}">
        <p14:creationId xmlns:p14="http://schemas.microsoft.com/office/powerpoint/2010/main" val="838447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56696" y="151785"/>
            <a:ext cx="11521280" cy="576064"/>
          </a:xfrm>
        </p:spPr>
        <p:txBody>
          <a:bodyPr>
            <a:normAutofit fontScale="90000"/>
          </a:bodyPr>
          <a:lstStyle/>
          <a:p>
            <a:pPr algn="r"/>
            <a:br>
              <a:rPr lang="pt-BR" dirty="0">
                <a:solidFill>
                  <a:srgbClr val="002060"/>
                </a:solidFill>
              </a:rPr>
            </a:br>
            <a:r>
              <a:rPr lang="pt-BR" dirty="0">
                <a:solidFill>
                  <a:srgbClr val="002060"/>
                </a:solidFill>
              </a:rPr>
              <a:t>Modelo de referência específico</a:t>
            </a:r>
            <a:br>
              <a:rPr lang="pt-BR" dirty="0">
                <a:solidFill>
                  <a:srgbClr val="002060"/>
                </a:solidFill>
              </a:rPr>
            </a:br>
            <a:endParaRPr lang="pt-BR" dirty="0">
              <a:solidFill>
                <a:srgbClr val="002060"/>
              </a:solidFill>
            </a:endParaRPr>
          </a:p>
        </p:txBody>
      </p:sp>
      <p:grpSp>
        <p:nvGrpSpPr>
          <p:cNvPr id="2" name="Grupo 3"/>
          <p:cNvGrpSpPr/>
          <p:nvPr/>
        </p:nvGrpSpPr>
        <p:grpSpPr>
          <a:xfrm>
            <a:off x="812482" y="644691"/>
            <a:ext cx="10276799" cy="5655501"/>
            <a:chOff x="120650" y="779017"/>
            <a:chExt cx="8918589" cy="5890343"/>
          </a:xfrm>
        </p:grpSpPr>
        <p:sp>
          <p:nvSpPr>
            <p:cNvPr id="16" name="Freeform 701"/>
            <p:cNvSpPr>
              <a:spLocks/>
            </p:cNvSpPr>
            <p:nvPr/>
          </p:nvSpPr>
          <p:spPr bwMode="auto">
            <a:xfrm>
              <a:off x="5638800" y="2416900"/>
              <a:ext cx="2971800" cy="1666566"/>
            </a:xfrm>
            <a:custGeom>
              <a:avLst/>
              <a:gdLst>
                <a:gd name="T0" fmla="*/ 0 w 1872"/>
                <a:gd name="T1" fmla="*/ 0 h 1104"/>
                <a:gd name="T2" fmla="*/ 384 w 1872"/>
                <a:gd name="T3" fmla="*/ 96 h 1104"/>
                <a:gd name="T4" fmla="*/ 384 w 1872"/>
                <a:gd name="T5" fmla="*/ 480 h 1104"/>
                <a:gd name="T6" fmla="*/ 576 w 1872"/>
                <a:gd name="T7" fmla="*/ 576 h 1104"/>
                <a:gd name="T8" fmla="*/ 1872 w 1872"/>
                <a:gd name="T9" fmla="*/ 816 h 1104"/>
                <a:gd name="T10" fmla="*/ 1296 w 1872"/>
                <a:gd name="T11" fmla="*/ 1104 h 1104"/>
                <a:gd name="T12" fmla="*/ 672 w 1872"/>
                <a:gd name="T13" fmla="*/ 1104 h 1104"/>
                <a:gd name="T14" fmla="*/ 288 w 1872"/>
                <a:gd name="T15" fmla="*/ 528 h 1104"/>
                <a:gd name="T16" fmla="*/ 0 w 1872"/>
                <a:gd name="T17" fmla="*/ 0 h 1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2"/>
                <a:gd name="T28" fmla="*/ 0 h 1104"/>
                <a:gd name="T29" fmla="*/ 1872 w 1872"/>
                <a:gd name="T30" fmla="*/ 1104 h 1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2" h="1104">
                  <a:moveTo>
                    <a:pt x="0" y="0"/>
                  </a:moveTo>
                  <a:lnTo>
                    <a:pt x="384" y="96"/>
                  </a:lnTo>
                  <a:lnTo>
                    <a:pt x="384" y="480"/>
                  </a:lnTo>
                  <a:lnTo>
                    <a:pt x="576" y="576"/>
                  </a:lnTo>
                  <a:lnTo>
                    <a:pt x="1872" y="816"/>
                  </a:lnTo>
                  <a:lnTo>
                    <a:pt x="1296" y="1104"/>
                  </a:lnTo>
                  <a:lnTo>
                    <a:pt x="672" y="1104"/>
                  </a:lnTo>
                  <a:lnTo>
                    <a:pt x="288" y="528"/>
                  </a:lnTo>
                  <a:lnTo>
                    <a:pt x="0" y="0"/>
                  </a:lnTo>
                  <a:close/>
                </a:path>
              </a:pathLst>
            </a:custGeom>
            <a:solidFill>
              <a:schemeClr val="bg1">
                <a:lumMod val="85000"/>
              </a:schemeClr>
            </a:solidFill>
            <a:ln w="9525">
              <a:noFill/>
              <a:round/>
              <a:headEnd/>
              <a:tailEnd/>
            </a:ln>
          </p:spPr>
          <p:txBody>
            <a:bodyPr wrap="none" anchor="ctr"/>
            <a:lstStyle/>
            <a:p>
              <a:pPr algn="ctr"/>
              <a:endParaRPr lang="pt-BR" sz="2400"/>
            </a:p>
          </p:txBody>
        </p:sp>
        <p:sp>
          <p:nvSpPr>
            <p:cNvPr id="5" name="Freeform 4"/>
            <p:cNvSpPr>
              <a:spLocks/>
            </p:cNvSpPr>
            <p:nvPr/>
          </p:nvSpPr>
          <p:spPr bwMode="auto">
            <a:xfrm>
              <a:off x="5562600" y="2416900"/>
              <a:ext cx="3352800" cy="4202644"/>
            </a:xfrm>
            <a:custGeom>
              <a:avLst/>
              <a:gdLst>
                <a:gd name="T0" fmla="*/ 0 w 2112"/>
                <a:gd name="T1" fmla="*/ 0 h 2784"/>
                <a:gd name="T2" fmla="*/ 384 w 2112"/>
                <a:gd name="T3" fmla="*/ 96 h 2784"/>
                <a:gd name="T4" fmla="*/ 432 w 2112"/>
                <a:gd name="T5" fmla="*/ 1392 h 2784"/>
                <a:gd name="T6" fmla="*/ 2112 w 2112"/>
                <a:gd name="T7" fmla="*/ 2400 h 2784"/>
                <a:gd name="T8" fmla="*/ 672 w 2112"/>
                <a:gd name="T9" fmla="*/ 2784 h 2784"/>
                <a:gd name="T10" fmla="*/ 48 w 2112"/>
                <a:gd name="T11" fmla="*/ 1392 h 2784"/>
                <a:gd name="T12" fmla="*/ 0 w 2112"/>
                <a:gd name="T13" fmla="*/ 0 h 2784"/>
                <a:gd name="T14" fmla="*/ 0 60000 65536"/>
                <a:gd name="T15" fmla="*/ 0 60000 65536"/>
                <a:gd name="T16" fmla="*/ 0 60000 65536"/>
                <a:gd name="T17" fmla="*/ 0 60000 65536"/>
                <a:gd name="T18" fmla="*/ 0 60000 65536"/>
                <a:gd name="T19" fmla="*/ 0 60000 65536"/>
                <a:gd name="T20" fmla="*/ 0 60000 65536"/>
                <a:gd name="T21" fmla="*/ 0 w 2112"/>
                <a:gd name="T22" fmla="*/ 0 h 2784"/>
                <a:gd name="T23" fmla="*/ 2112 w 2112"/>
                <a:gd name="T24" fmla="*/ 2784 h 27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12" h="2784">
                  <a:moveTo>
                    <a:pt x="0" y="0"/>
                  </a:moveTo>
                  <a:lnTo>
                    <a:pt x="384" y="96"/>
                  </a:lnTo>
                  <a:lnTo>
                    <a:pt x="432" y="1392"/>
                  </a:lnTo>
                  <a:lnTo>
                    <a:pt x="2112" y="2400"/>
                  </a:lnTo>
                  <a:lnTo>
                    <a:pt x="672" y="2784"/>
                  </a:lnTo>
                  <a:lnTo>
                    <a:pt x="48" y="1392"/>
                  </a:lnTo>
                  <a:lnTo>
                    <a:pt x="0" y="0"/>
                  </a:lnTo>
                  <a:close/>
                </a:path>
              </a:pathLst>
            </a:custGeom>
            <a:solidFill>
              <a:schemeClr val="bg1">
                <a:lumMod val="75000"/>
              </a:schemeClr>
            </a:solidFill>
            <a:ln w="9525">
              <a:noFill/>
              <a:round/>
              <a:headEnd/>
              <a:tailEnd/>
            </a:ln>
          </p:spPr>
          <p:txBody>
            <a:bodyPr wrap="none" anchor="ctr"/>
            <a:lstStyle/>
            <a:p>
              <a:pPr algn="ctr"/>
              <a:endParaRPr lang="pt-BR" sz="2400"/>
            </a:p>
          </p:txBody>
        </p:sp>
        <p:grpSp>
          <p:nvGrpSpPr>
            <p:cNvPr id="4" name="Group 5"/>
            <p:cNvGrpSpPr>
              <a:grpSpLocks/>
            </p:cNvGrpSpPr>
            <p:nvPr/>
          </p:nvGrpSpPr>
          <p:grpSpPr bwMode="auto">
            <a:xfrm>
              <a:off x="6567488" y="4394437"/>
              <a:ext cx="2452688" cy="2274923"/>
              <a:chOff x="4137" y="2795"/>
              <a:chExt cx="1545" cy="1507"/>
            </a:xfrm>
          </p:grpSpPr>
          <p:sp>
            <p:nvSpPr>
              <p:cNvPr id="701" name="Freeform 6"/>
              <p:cNvSpPr>
                <a:spLocks/>
              </p:cNvSpPr>
              <p:nvPr/>
            </p:nvSpPr>
            <p:spPr bwMode="auto">
              <a:xfrm>
                <a:off x="4607" y="3075"/>
                <a:ext cx="975" cy="1225"/>
              </a:xfrm>
              <a:custGeom>
                <a:avLst/>
                <a:gdLst>
                  <a:gd name="T0" fmla="*/ 0 w 7795"/>
                  <a:gd name="T1" fmla="*/ 0 h 9801"/>
                  <a:gd name="T2" fmla="*/ 0 w 7795"/>
                  <a:gd name="T3" fmla="*/ 0 h 9801"/>
                  <a:gd name="T4" fmla="*/ 0 w 7795"/>
                  <a:gd name="T5" fmla="*/ 0 h 9801"/>
                  <a:gd name="T6" fmla="*/ 0 w 7795"/>
                  <a:gd name="T7" fmla="*/ 0 h 9801"/>
                  <a:gd name="T8" fmla="*/ 0 w 7795"/>
                  <a:gd name="T9" fmla="*/ 0 h 9801"/>
                  <a:gd name="T10" fmla="*/ 0 w 7795"/>
                  <a:gd name="T11" fmla="*/ 0 h 9801"/>
                  <a:gd name="T12" fmla="*/ 0 w 7795"/>
                  <a:gd name="T13" fmla="*/ 0 h 9801"/>
                  <a:gd name="T14" fmla="*/ 0 w 7795"/>
                  <a:gd name="T15" fmla="*/ 0 h 9801"/>
                  <a:gd name="T16" fmla="*/ 0 w 7795"/>
                  <a:gd name="T17" fmla="*/ 0 h 9801"/>
                  <a:gd name="T18" fmla="*/ 0 w 7795"/>
                  <a:gd name="T19" fmla="*/ 0 h 9801"/>
                  <a:gd name="T20" fmla="*/ 0 w 7795"/>
                  <a:gd name="T21" fmla="*/ 0 h 9801"/>
                  <a:gd name="T22" fmla="*/ 0 w 7795"/>
                  <a:gd name="T23" fmla="*/ 0 h 9801"/>
                  <a:gd name="T24" fmla="*/ 0 w 7795"/>
                  <a:gd name="T25" fmla="*/ 0 h 9801"/>
                  <a:gd name="T26" fmla="*/ 0 w 7795"/>
                  <a:gd name="T27" fmla="*/ 0 h 9801"/>
                  <a:gd name="T28" fmla="*/ 0 w 7795"/>
                  <a:gd name="T29" fmla="*/ 0 h 9801"/>
                  <a:gd name="T30" fmla="*/ 0 w 7795"/>
                  <a:gd name="T31" fmla="*/ 0 h 9801"/>
                  <a:gd name="T32" fmla="*/ 0 w 7795"/>
                  <a:gd name="T33" fmla="*/ 0 h 9801"/>
                  <a:gd name="T34" fmla="*/ 0 w 7795"/>
                  <a:gd name="T35" fmla="*/ 0 h 9801"/>
                  <a:gd name="T36" fmla="*/ 0 w 7795"/>
                  <a:gd name="T37" fmla="*/ 0 h 9801"/>
                  <a:gd name="T38" fmla="*/ 0 w 7795"/>
                  <a:gd name="T39" fmla="*/ 0 h 9801"/>
                  <a:gd name="T40" fmla="*/ 0 w 7795"/>
                  <a:gd name="T41" fmla="*/ 0 h 9801"/>
                  <a:gd name="T42" fmla="*/ 0 w 7795"/>
                  <a:gd name="T43" fmla="*/ 0 h 9801"/>
                  <a:gd name="T44" fmla="*/ 0 w 7795"/>
                  <a:gd name="T45" fmla="*/ 0 h 9801"/>
                  <a:gd name="T46" fmla="*/ 0 w 7795"/>
                  <a:gd name="T47" fmla="*/ 0 h 9801"/>
                  <a:gd name="T48" fmla="*/ 0 w 7795"/>
                  <a:gd name="T49" fmla="*/ 0 h 9801"/>
                  <a:gd name="T50" fmla="*/ 0 w 7795"/>
                  <a:gd name="T51" fmla="*/ 0 h 980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795"/>
                  <a:gd name="T79" fmla="*/ 0 h 9801"/>
                  <a:gd name="T80" fmla="*/ 7795 w 7795"/>
                  <a:gd name="T81" fmla="*/ 9801 h 980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795" h="9801">
                    <a:moveTo>
                      <a:pt x="0" y="3149"/>
                    </a:moveTo>
                    <a:lnTo>
                      <a:pt x="419" y="2490"/>
                    </a:lnTo>
                    <a:lnTo>
                      <a:pt x="853" y="1954"/>
                    </a:lnTo>
                    <a:lnTo>
                      <a:pt x="955" y="1704"/>
                    </a:lnTo>
                    <a:lnTo>
                      <a:pt x="1127" y="1262"/>
                    </a:lnTo>
                    <a:lnTo>
                      <a:pt x="1199" y="1233"/>
                    </a:lnTo>
                    <a:lnTo>
                      <a:pt x="1222" y="884"/>
                    </a:lnTo>
                    <a:lnTo>
                      <a:pt x="1321" y="664"/>
                    </a:lnTo>
                    <a:lnTo>
                      <a:pt x="1833" y="445"/>
                    </a:lnTo>
                    <a:lnTo>
                      <a:pt x="2276" y="350"/>
                    </a:lnTo>
                    <a:lnTo>
                      <a:pt x="2739" y="128"/>
                    </a:lnTo>
                    <a:lnTo>
                      <a:pt x="3887" y="0"/>
                    </a:lnTo>
                    <a:lnTo>
                      <a:pt x="4279" y="222"/>
                    </a:lnTo>
                    <a:lnTo>
                      <a:pt x="5350" y="445"/>
                    </a:lnTo>
                    <a:lnTo>
                      <a:pt x="6524" y="3055"/>
                    </a:lnTo>
                    <a:lnTo>
                      <a:pt x="6716" y="3149"/>
                    </a:lnTo>
                    <a:lnTo>
                      <a:pt x="6866" y="3466"/>
                    </a:lnTo>
                    <a:lnTo>
                      <a:pt x="7163" y="3624"/>
                    </a:lnTo>
                    <a:lnTo>
                      <a:pt x="7548" y="4030"/>
                    </a:lnTo>
                    <a:lnTo>
                      <a:pt x="7795" y="4540"/>
                    </a:lnTo>
                    <a:lnTo>
                      <a:pt x="6963" y="9801"/>
                    </a:lnTo>
                    <a:lnTo>
                      <a:pt x="2054" y="9801"/>
                    </a:lnTo>
                    <a:lnTo>
                      <a:pt x="1662" y="3180"/>
                    </a:lnTo>
                    <a:lnTo>
                      <a:pt x="1561" y="2840"/>
                    </a:lnTo>
                    <a:lnTo>
                      <a:pt x="1298" y="3149"/>
                    </a:lnTo>
                    <a:lnTo>
                      <a:pt x="0" y="3149"/>
                    </a:lnTo>
                    <a:close/>
                  </a:path>
                </a:pathLst>
              </a:custGeom>
              <a:solidFill>
                <a:srgbClr val="515151"/>
              </a:solidFill>
              <a:ln w="9525">
                <a:noFill/>
                <a:round/>
                <a:headEnd/>
                <a:tailEnd/>
              </a:ln>
            </p:spPr>
            <p:txBody>
              <a:bodyPr/>
              <a:lstStyle/>
              <a:p>
                <a:pPr algn="ctr"/>
                <a:endParaRPr lang="pt-BR" sz="2400"/>
              </a:p>
            </p:txBody>
          </p:sp>
          <p:sp>
            <p:nvSpPr>
              <p:cNvPr id="702" name="Freeform 7"/>
              <p:cNvSpPr>
                <a:spLocks/>
              </p:cNvSpPr>
              <p:nvPr/>
            </p:nvSpPr>
            <p:spPr bwMode="auto">
              <a:xfrm>
                <a:off x="4216" y="3095"/>
                <a:ext cx="511" cy="883"/>
              </a:xfrm>
              <a:custGeom>
                <a:avLst/>
                <a:gdLst>
                  <a:gd name="T0" fmla="*/ 0 w 4085"/>
                  <a:gd name="T1" fmla="*/ 0 h 7064"/>
                  <a:gd name="T2" fmla="*/ 0 w 4085"/>
                  <a:gd name="T3" fmla="*/ 0 h 7064"/>
                  <a:gd name="T4" fmla="*/ 0 w 4085"/>
                  <a:gd name="T5" fmla="*/ 0 h 7064"/>
                  <a:gd name="T6" fmla="*/ 0 w 4085"/>
                  <a:gd name="T7" fmla="*/ 0 h 7064"/>
                  <a:gd name="T8" fmla="*/ 0 w 4085"/>
                  <a:gd name="T9" fmla="*/ 0 h 7064"/>
                  <a:gd name="T10" fmla="*/ 0 w 4085"/>
                  <a:gd name="T11" fmla="*/ 0 h 7064"/>
                  <a:gd name="T12" fmla="*/ 0 w 4085"/>
                  <a:gd name="T13" fmla="*/ 0 h 7064"/>
                  <a:gd name="T14" fmla="*/ 0 w 4085"/>
                  <a:gd name="T15" fmla="*/ 0 h 7064"/>
                  <a:gd name="T16" fmla="*/ 0 w 4085"/>
                  <a:gd name="T17" fmla="*/ 0 h 7064"/>
                  <a:gd name="T18" fmla="*/ 0 w 4085"/>
                  <a:gd name="T19" fmla="*/ 0 h 7064"/>
                  <a:gd name="T20" fmla="*/ 0 w 4085"/>
                  <a:gd name="T21" fmla="*/ 0 h 7064"/>
                  <a:gd name="T22" fmla="*/ 0 w 4085"/>
                  <a:gd name="T23" fmla="*/ 0 h 7064"/>
                  <a:gd name="T24" fmla="*/ 0 w 4085"/>
                  <a:gd name="T25" fmla="*/ 0 h 7064"/>
                  <a:gd name="T26" fmla="*/ 0 w 4085"/>
                  <a:gd name="T27" fmla="*/ 0 h 7064"/>
                  <a:gd name="T28" fmla="*/ 0 w 4085"/>
                  <a:gd name="T29" fmla="*/ 0 h 7064"/>
                  <a:gd name="T30" fmla="*/ 0 w 4085"/>
                  <a:gd name="T31" fmla="*/ 0 h 7064"/>
                  <a:gd name="T32" fmla="*/ 0 w 4085"/>
                  <a:gd name="T33" fmla="*/ 0 h 7064"/>
                  <a:gd name="T34" fmla="*/ 0 w 4085"/>
                  <a:gd name="T35" fmla="*/ 0 h 7064"/>
                  <a:gd name="T36" fmla="*/ 0 w 4085"/>
                  <a:gd name="T37" fmla="*/ 0 h 7064"/>
                  <a:gd name="T38" fmla="*/ 0 w 4085"/>
                  <a:gd name="T39" fmla="*/ 0 h 7064"/>
                  <a:gd name="T40" fmla="*/ 0 w 4085"/>
                  <a:gd name="T41" fmla="*/ 0 h 7064"/>
                  <a:gd name="T42" fmla="*/ 0 w 4085"/>
                  <a:gd name="T43" fmla="*/ 0 h 7064"/>
                  <a:gd name="T44" fmla="*/ 0 w 4085"/>
                  <a:gd name="T45" fmla="*/ 0 h 7064"/>
                  <a:gd name="T46" fmla="*/ 0 w 4085"/>
                  <a:gd name="T47" fmla="*/ 0 h 7064"/>
                  <a:gd name="T48" fmla="*/ 0 w 4085"/>
                  <a:gd name="T49" fmla="*/ 0 h 7064"/>
                  <a:gd name="T50" fmla="*/ 0 w 4085"/>
                  <a:gd name="T51" fmla="*/ 0 h 706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085"/>
                  <a:gd name="T79" fmla="*/ 0 h 7064"/>
                  <a:gd name="T80" fmla="*/ 4085 w 4085"/>
                  <a:gd name="T81" fmla="*/ 7064 h 706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085" h="7064">
                    <a:moveTo>
                      <a:pt x="1703" y="0"/>
                    </a:moveTo>
                    <a:lnTo>
                      <a:pt x="1628" y="0"/>
                    </a:lnTo>
                    <a:lnTo>
                      <a:pt x="1500" y="307"/>
                    </a:lnTo>
                    <a:lnTo>
                      <a:pt x="1500" y="399"/>
                    </a:lnTo>
                    <a:lnTo>
                      <a:pt x="841" y="685"/>
                    </a:lnTo>
                    <a:lnTo>
                      <a:pt x="329" y="729"/>
                    </a:lnTo>
                    <a:lnTo>
                      <a:pt x="90" y="874"/>
                    </a:lnTo>
                    <a:lnTo>
                      <a:pt x="13" y="2813"/>
                    </a:lnTo>
                    <a:lnTo>
                      <a:pt x="0" y="3025"/>
                    </a:lnTo>
                    <a:lnTo>
                      <a:pt x="103" y="3382"/>
                    </a:lnTo>
                    <a:lnTo>
                      <a:pt x="1044" y="3523"/>
                    </a:lnTo>
                    <a:lnTo>
                      <a:pt x="638" y="4562"/>
                    </a:lnTo>
                    <a:lnTo>
                      <a:pt x="546" y="5012"/>
                    </a:lnTo>
                    <a:lnTo>
                      <a:pt x="419" y="7064"/>
                    </a:lnTo>
                    <a:lnTo>
                      <a:pt x="967" y="6970"/>
                    </a:lnTo>
                    <a:lnTo>
                      <a:pt x="2819" y="6970"/>
                    </a:lnTo>
                    <a:lnTo>
                      <a:pt x="2819" y="2977"/>
                    </a:lnTo>
                    <a:lnTo>
                      <a:pt x="3865" y="1964"/>
                    </a:lnTo>
                    <a:lnTo>
                      <a:pt x="4085" y="1536"/>
                    </a:lnTo>
                    <a:lnTo>
                      <a:pt x="4085" y="920"/>
                    </a:lnTo>
                    <a:lnTo>
                      <a:pt x="3973" y="758"/>
                    </a:lnTo>
                    <a:lnTo>
                      <a:pt x="3773" y="664"/>
                    </a:lnTo>
                    <a:lnTo>
                      <a:pt x="3515" y="664"/>
                    </a:lnTo>
                    <a:lnTo>
                      <a:pt x="2674" y="452"/>
                    </a:lnTo>
                    <a:lnTo>
                      <a:pt x="2597" y="164"/>
                    </a:lnTo>
                    <a:lnTo>
                      <a:pt x="1703" y="0"/>
                    </a:lnTo>
                    <a:close/>
                  </a:path>
                </a:pathLst>
              </a:custGeom>
              <a:solidFill>
                <a:srgbClr val="00EAFF"/>
              </a:solidFill>
              <a:ln w="9525">
                <a:noFill/>
                <a:round/>
                <a:headEnd/>
                <a:tailEnd/>
              </a:ln>
            </p:spPr>
            <p:txBody>
              <a:bodyPr/>
              <a:lstStyle/>
              <a:p>
                <a:pPr algn="ctr"/>
                <a:endParaRPr lang="pt-BR" sz="2400"/>
              </a:p>
            </p:txBody>
          </p:sp>
          <p:sp>
            <p:nvSpPr>
              <p:cNvPr id="703" name="Freeform 8"/>
              <p:cNvSpPr>
                <a:spLocks/>
              </p:cNvSpPr>
              <p:nvPr/>
            </p:nvSpPr>
            <p:spPr bwMode="auto">
              <a:xfrm>
                <a:off x="5319" y="3831"/>
                <a:ext cx="353" cy="471"/>
              </a:xfrm>
              <a:custGeom>
                <a:avLst/>
                <a:gdLst>
                  <a:gd name="T0" fmla="*/ 0 w 2824"/>
                  <a:gd name="T1" fmla="*/ 0 h 3774"/>
                  <a:gd name="T2" fmla="*/ 0 w 2824"/>
                  <a:gd name="T3" fmla="*/ 0 h 3774"/>
                  <a:gd name="T4" fmla="*/ 0 w 2824"/>
                  <a:gd name="T5" fmla="*/ 0 h 3774"/>
                  <a:gd name="T6" fmla="*/ 0 w 2824"/>
                  <a:gd name="T7" fmla="*/ 0 h 3774"/>
                  <a:gd name="T8" fmla="*/ 0 w 2824"/>
                  <a:gd name="T9" fmla="*/ 0 h 3774"/>
                  <a:gd name="T10" fmla="*/ 0 w 2824"/>
                  <a:gd name="T11" fmla="*/ 0 h 3774"/>
                  <a:gd name="T12" fmla="*/ 0 w 2824"/>
                  <a:gd name="T13" fmla="*/ 0 h 3774"/>
                  <a:gd name="T14" fmla="*/ 0 w 2824"/>
                  <a:gd name="T15" fmla="*/ 0 h 3774"/>
                  <a:gd name="T16" fmla="*/ 0 w 2824"/>
                  <a:gd name="T17" fmla="*/ 0 h 3774"/>
                  <a:gd name="T18" fmla="*/ 0 w 2824"/>
                  <a:gd name="T19" fmla="*/ 0 h 3774"/>
                  <a:gd name="T20" fmla="*/ 0 w 2824"/>
                  <a:gd name="T21" fmla="*/ 0 h 3774"/>
                  <a:gd name="T22" fmla="*/ 0 w 2824"/>
                  <a:gd name="T23" fmla="*/ 0 h 3774"/>
                  <a:gd name="T24" fmla="*/ 0 w 2824"/>
                  <a:gd name="T25" fmla="*/ 0 h 3774"/>
                  <a:gd name="T26" fmla="*/ 0 w 2824"/>
                  <a:gd name="T27" fmla="*/ 0 h 3774"/>
                  <a:gd name="T28" fmla="*/ 0 w 2824"/>
                  <a:gd name="T29" fmla="*/ 0 h 3774"/>
                  <a:gd name="T30" fmla="*/ 0 w 2824"/>
                  <a:gd name="T31" fmla="*/ 0 h 3774"/>
                  <a:gd name="T32" fmla="*/ 0 w 2824"/>
                  <a:gd name="T33" fmla="*/ 0 h 3774"/>
                  <a:gd name="T34" fmla="*/ 0 w 2824"/>
                  <a:gd name="T35" fmla="*/ 0 h 3774"/>
                  <a:gd name="T36" fmla="*/ 0 w 2824"/>
                  <a:gd name="T37" fmla="*/ 0 h 3774"/>
                  <a:gd name="T38" fmla="*/ 0 w 2824"/>
                  <a:gd name="T39" fmla="*/ 0 h 3774"/>
                  <a:gd name="T40" fmla="*/ 0 w 2824"/>
                  <a:gd name="T41" fmla="*/ 0 h 3774"/>
                  <a:gd name="T42" fmla="*/ 0 w 2824"/>
                  <a:gd name="T43" fmla="*/ 0 h 3774"/>
                  <a:gd name="T44" fmla="*/ 0 w 2824"/>
                  <a:gd name="T45" fmla="*/ 0 h 3774"/>
                  <a:gd name="T46" fmla="*/ 0 w 2824"/>
                  <a:gd name="T47" fmla="*/ 0 h 3774"/>
                  <a:gd name="T48" fmla="*/ 0 w 2824"/>
                  <a:gd name="T49" fmla="*/ 0 h 37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824"/>
                  <a:gd name="T76" fmla="*/ 0 h 3774"/>
                  <a:gd name="T77" fmla="*/ 2824 w 2824"/>
                  <a:gd name="T78" fmla="*/ 3774 h 37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824" h="3774">
                    <a:moveTo>
                      <a:pt x="0" y="2697"/>
                    </a:moveTo>
                    <a:lnTo>
                      <a:pt x="13" y="2974"/>
                    </a:lnTo>
                    <a:lnTo>
                      <a:pt x="31" y="3421"/>
                    </a:lnTo>
                    <a:lnTo>
                      <a:pt x="73" y="3615"/>
                    </a:lnTo>
                    <a:lnTo>
                      <a:pt x="123" y="3774"/>
                    </a:lnTo>
                    <a:lnTo>
                      <a:pt x="2012" y="3774"/>
                    </a:lnTo>
                    <a:lnTo>
                      <a:pt x="2284" y="3615"/>
                    </a:lnTo>
                    <a:lnTo>
                      <a:pt x="2545" y="3354"/>
                    </a:lnTo>
                    <a:lnTo>
                      <a:pt x="2639" y="3193"/>
                    </a:lnTo>
                    <a:lnTo>
                      <a:pt x="2749" y="2697"/>
                    </a:lnTo>
                    <a:lnTo>
                      <a:pt x="2824" y="1966"/>
                    </a:lnTo>
                    <a:lnTo>
                      <a:pt x="2824" y="1141"/>
                    </a:lnTo>
                    <a:lnTo>
                      <a:pt x="2806" y="572"/>
                    </a:lnTo>
                    <a:lnTo>
                      <a:pt x="2736" y="231"/>
                    </a:lnTo>
                    <a:lnTo>
                      <a:pt x="2617" y="78"/>
                    </a:lnTo>
                    <a:lnTo>
                      <a:pt x="2411" y="0"/>
                    </a:lnTo>
                    <a:lnTo>
                      <a:pt x="2228" y="0"/>
                    </a:lnTo>
                    <a:lnTo>
                      <a:pt x="1903" y="0"/>
                    </a:lnTo>
                    <a:lnTo>
                      <a:pt x="1484" y="120"/>
                    </a:lnTo>
                    <a:lnTo>
                      <a:pt x="1013" y="344"/>
                    </a:lnTo>
                    <a:lnTo>
                      <a:pt x="613" y="684"/>
                    </a:lnTo>
                    <a:lnTo>
                      <a:pt x="345" y="1053"/>
                    </a:lnTo>
                    <a:lnTo>
                      <a:pt x="59" y="1874"/>
                    </a:lnTo>
                    <a:lnTo>
                      <a:pt x="13" y="2266"/>
                    </a:lnTo>
                    <a:lnTo>
                      <a:pt x="0" y="2697"/>
                    </a:lnTo>
                    <a:close/>
                  </a:path>
                </a:pathLst>
              </a:custGeom>
              <a:solidFill>
                <a:srgbClr val="70230C"/>
              </a:solidFill>
              <a:ln w="9525">
                <a:noFill/>
                <a:round/>
                <a:headEnd/>
                <a:tailEnd/>
              </a:ln>
            </p:spPr>
            <p:txBody>
              <a:bodyPr/>
              <a:lstStyle/>
              <a:p>
                <a:pPr algn="ctr"/>
                <a:endParaRPr lang="pt-BR" sz="2400"/>
              </a:p>
            </p:txBody>
          </p:sp>
          <p:sp>
            <p:nvSpPr>
              <p:cNvPr id="704" name="Freeform 9"/>
              <p:cNvSpPr>
                <a:spLocks/>
              </p:cNvSpPr>
              <p:nvPr/>
            </p:nvSpPr>
            <p:spPr bwMode="auto">
              <a:xfrm>
                <a:off x="5249" y="3428"/>
                <a:ext cx="182" cy="136"/>
              </a:xfrm>
              <a:custGeom>
                <a:avLst/>
                <a:gdLst>
                  <a:gd name="T0" fmla="*/ 0 w 1462"/>
                  <a:gd name="T1" fmla="*/ 0 h 1088"/>
                  <a:gd name="T2" fmla="*/ 0 w 1462"/>
                  <a:gd name="T3" fmla="*/ 0 h 1088"/>
                  <a:gd name="T4" fmla="*/ 0 w 1462"/>
                  <a:gd name="T5" fmla="*/ 0 h 1088"/>
                  <a:gd name="T6" fmla="*/ 0 w 1462"/>
                  <a:gd name="T7" fmla="*/ 0 h 1088"/>
                  <a:gd name="T8" fmla="*/ 0 w 1462"/>
                  <a:gd name="T9" fmla="*/ 0 h 1088"/>
                  <a:gd name="T10" fmla="*/ 0 w 1462"/>
                  <a:gd name="T11" fmla="*/ 0 h 1088"/>
                  <a:gd name="T12" fmla="*/ 0 w 1462"/>
                  <a:gd name="T13" fmla="*/ 0 h 1088"/>
                  <a:gd name="T14" fmla="*/ 0 w 1462"/>
                  <a:gd name="T15" fmla="*/ 0 h 1088"/>
                  <a:gd name="T16" fmla="*/ 0 w 1462"/>
                  <a:gd name="T17" fmla="*/ 0 h 1088"/>
                  <a:gd name="T18" fmla="*/ 0 w 1462"/>
                  <a:gd name="T19" fmla="*/ 0 h 1088"/>
                  <a:gd name="T20" fmla="*/ 0 w 1462"/>
                  <a:gd name="T21" fmla="*/ 0 h 1088"/>
                  <a:gd name="T22" fmla="*/ 0 w 1462"/>
                  <a:gd name="T23" fmla="*/ 0 h 1088"/>
                  <a:gd name="T24" fmla="*/ 0 w 1462"/>
                  <a:gd name="T25" fmla="*/ 0 h 10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62"/>
                  <a:gd name="T40" fmla="*/ 0 h 1088"/>
                  <a:gd name="T41" fmla="*/ 1462 w 1462"/>
                  <a:gd name="T42" fmla="*/ 1088 h 10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62" h="1088">
                    <a:moveTo>
                      <a:pt x="1337" y="0"/>
                    </a:moveTo>
                    <a:lnTo>
                      <a:pt x="1462" y="251"/>
                    </a:lnTo>
                    <a:lnTo>
                      <a:pt x="1121" y="251"/>
                    </a:lnTo>
                    <a:lnTo>
                      <a:pt x="883" y="334"/>
                    </a:lnTo>
                    <a:lnTo>
                      <a:pt x="544" y="530"/>
                    </a:lnTo>
                    <a:lnTo>
                      <a:pt x="343" y="719"/>
                    </a:lnTo>
                    <a:lnTo>
                      <a:pt x="0" y="1088"/>
                    </a:lnTo>
                    <a:lnTo>
                      <a:pt x="42" y="959"/>
                    </a:lnTo>
                    <a:lnTo>
                      <a:pt x="170" y="567"/>
                    </a:lnTo>
                    <a:lnTo>
                      <a:pt x="383" y="353"/>
                    </a:lnTo>
                    <a:lnTo>
                      <a:pt x="596" y="207"/>
                    </a:lnTo>
                    <a:lnTo>
                      <a:pt x="897" y="95"/>
                    </a:lnTo>
                    <a:lnTo>
                      <a:pt x="1337" y="0"/>
                    </a:lnTo>
                    <a:close/>
                  </a:path>
                </a:pathLst>
              </a:custGeom>
              <a:solidFill>
                <a:srgbClr val="FFFFFF"/>
              </a:solidFill>
              <a:ln w="9525">
                <a:noFill/>
                <a:round/>
                <a:headEnd/>
                <a:tailEnd/>
              </a:ln>
            </p:spPr>
            <p:txBody>
              <a:bodyPr/>
              <a:lstStyle/>
              <a:p>
                <a:pPr algn="ctr"/>
                <a:endParaRPr lang="pt-BR" sz="2400"/>
              </a:p>
            </p:txBody>
          </p:sp>
          <p:sp>
            <p:nvSpPr>
              <p:cNvPr id="705" name="Freeform 10"/>
              <p:cNvSpPr>
                <a:spLocks/>
              </p:cNvSpPr>
              <p:nvPr/>
            </p:nvSpPr>
            <p:spPr bwMode="auto">
              <a:xfrm>
                <a:off x="4177" y="3856"/>
                <a:ext cx="941" cy="444"/>
              </a:xfrm>
              <a:custGeom>
                <a:avLst/>
                <a:gdLst>
                  <a:gd name="T0" fmla="*/ 0 w 7528"/>
                  <a:gd name="T1" fmla="*/ 0 h 3549"/>
                  <a:gd name="T2" fmla="*/ 0 w 7528"/>
                  <a:gd name="T3" fmla="*/ 0 h 3549"/>
                  <a:gd name="T4" fmla="*/ 0 w 7528"/>
                  <a:gd name="T5" fmla="*/ 0 h 3549"/>
                  <a:gd name="T6" fmla="*/ 0 w 7528"/>
                  <a:gd name="T7" fmla="*/ 0 h 3549"/>
                  <a:gd name="T8" fmla="*/ 0 w 7528"/>
                  <a:gd name="T9" fmla="*/ 0 h 3549"/>
                  <a:gd name="T10" fmla="*/ 0 w 7528"/>
                  <a:gd name="T11" fmla="*/ 0 h 3549"/>
                  <a:gd name="T12" fmla="*/ 0 w 7528"/>
                  <a:gd name="T13" fmla="*/ 0 h 3549"/>
                  <a:gd name="T14" fmla="*/ 0 w 7528"/>
                  <a:gd name="T15" fmla="*/ 0 h 3549"/>
                  <a:gd name="T16" fmla="*/ 0 w 7528"/>
                  <a:gd name="T17" fmla="*/ 0 h 3549"/>
                  <a:gd name="T18" fmla="*/ 0 w 7528"/>
                  <a:gd name="T19" fmla="*/ 0 h 3549"/>
                  <a:gd name="T20" fmla="*/ 0 w 7528"/>
                  <a:gd name="T21" fmla="*/ 0 h 3549"/>
                  <a:gd name="T22" fmla="*/ 0 w 7528"/>
                  <a:gd name="T23" fmla="*/ 0 h 3549"/>
                  <a:gd name="T24" fmla="*/ 0 w 7528"/>
                  <a:gd name="T25" fmla="*/ 0 h 3549"/>
                  <a:gd name="T26" fmla="*/ 0 w 7528"/>
                  <a:gd name="T27" fmla="*/ 0 h 3549"/>
                  <a:gd name="T28" fmla="*/ 0 w 7528"/>
                  <a:gd name="T29" fmla="*/ 0 h 3549"/>
                  <a:gd name="T30" fmla="*/ 0 w 7528"/>
                  <a:gd name="T31" fmla="*/ 0 h 3549"/>
                  <a:gd name="T32" fmla="*/ 0 w 7528"/>
                  <a:gd name="T33" fmla="*/ 0 h 35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528"/>
                  <a:gd name="T52" fmla="*/ 0 h 3549"/>
                  <a:gd name="T53" fmla="*/ 7528 w 7528"/>
                  <a:gd name="T54" fmla="*/ 3549 h 354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528" h="3549">
                    <a:moveTo>
                      <a:pt x="0" y="1125"/>
                    </a:moveTo>
                    <a:lnTo>
                      <a:pt x="6893" y="0"/>
                    </a:lnTo>
                    <a:lnTo>
                      <a:pt x="7198" y="24"/>
                    </a:lnTo>
                    <a:lnTo>
                      <a:pt x="7469" y="119"/>
                    </a:lnTo>
                    <a:lnTo>
                      <a:pt x="7433" y="330"/>
                    </a:lnTo>
                    <a:lnTo>
                      <a:pt x="7528" y="400"/>
                    </a:lnTo>
                    <a:lnTo>
                      <a:pt x="7091" y="1337"/>
                    </a:lnTo>
                    <a:lnTo>
                      <a:pt x="6799" y="1337"/>
                    </a:lnTo>
                    <a:lnTo>
                      <a:pt x="6688" y="1289"/>
                    </a:lnTo>
                    <a:lnTo>
                      <a:pt x="6328" y="1266"/>
                    </a:lnTo>
                    <a:lnTo>
                      <a:pt x="6168" y="1266"/>
                    </a:lnTo>
                    <a:lnTo>
                      <a:pt x="5964" y="1479"/>
                    </a:lnTo>
                    <a:lnTo>
                      <a:pt x="5874" y="1759"/>
                    </a:lnTo>
                    <a:lnTo>
                      <a:pt x="6654" y="2343"/>
                    </a:lnTo>
                    <a:lnTo>
                      <a:pt x="6204" y="3549"/>
                    </a:lnTo>
                    <a:lnTo>
                      <a:pt x="11" y="3549"/>
                    </a:lnTo>
                    <a:lnTo>
                      <a:pt x="0" y="1125"/>
                    </a:lnTo>
                    <a:close/>
                  </a:path>
                </a:pathLst>
              </a:custGeom>
              <a:solidFill>
                <a:srgbClr val="70230C"/>
              </a:solidFill>
              <a:ln w="9525">
                <a:noFill/>
                <a:round/>
                <a:headEnd/>
                <a:tailEnd/>
              </a:ln>
            </p:spPr>
            <p:txBody>
              <a:bodyPr/>
              <a:lstStyle/>
              <a:p>
                <a:pPr algn="ctr"/>
                <a:endParaRPr lang="pt-BR" sz="2400"/>
              </a:p>
            </p:txBody>
          </p:sp>
          <p:sp>
            <p:nvSpPr>
              <p:cNvPr id="706" name="Freeform 11"/>
              <p:cNvSpPr>
                <a:spLocks/>
              </p:cNvSpPr>
              <p:nvPr/>
            </p:nvSpPr>
            <p:spPr bwMode="auto">
              <a:xfrm>
                <a:off x="4338" y="3468"/>
                <a:ext cx="759" cy="593"/>
              </a:xfrm>
              <a:custGeom>
                <a:avLst/>
                <a:gdLst>
                  <a:gd name="T0" fmla="*/ 0 w 6072"/>
                  <a:gd name="T1" fmla="*/ 0 h 4744"/>
                  <a:gd name="T2" fmla="*/ 0 w 6072"/>
                  <a:gd name="T3" fmla="*/ 0 h 4744"/>
                  <a:gd name="T4" fmla="*/ 0 w 6072"/>
                  <a:gd name="T5" fmla="*/ 0 h 4744"/>
                  <a:gd name="T6" fmla="*/ 0 w 6072"/>
                  <a:gd name="T7" fmla="*/ 0 h 4744"/>
                  <a:gd name="T8" fmla="*/ 0 w 6072"/>
                  <a:gd name="T9" fmla="*/ 0 h 4744"/>
                  <a:gd name="T10" fmla="*/ 0 w 6072"/>
                  <a:gd name="T11" fmla="*/ 0 h 4744"/>
                  <a:gd name="T12" fmla="*/ 0 w 6072"/>
                  <a:gd name="T13" fmla="*/ 0 h 4744"/>
                  <a:gd name="T14" fmla="*/ 0 w 6072"/>
                  <a:gd name="T15" fmla="*/ 0 h 4744"/>
                  <a:gd name="T16" fmla="*/ 0 w 6072"/>
                  <a:gd name="T17" fmla="*/ 0 h 4744"/>
                  <a:gd name="T18" fmla="*/ 0 w 6072"/>
                  <a:gd name="T19" fmla="*/ 0 h 4744"/>
                  <a:gd name="T20" fmla="*/ 0 w 6072"/>
                  <a:gd name="T21" fmla="*/ 0 h 4744"/>
                  <a:gd name="T22" fmla="*/ 0 w 6072"/>
                  <a:gd name="T23" fmla="*/ 0 h 4744"/>
                  <a:gd name="T24" fmla="*/ 0 w 6072"/>
                  <a:gd name="T25" fmla="*/ 0 h 4744"/>
                  <a:gd name="T26" fmla="*/ 0 w 6072"/>
                  <a:gd name="T27" fmla="*/ 0 h 4744"/>
                  <a:gd name="T28" fmla="*/ 0 w 6072"/>
                  <a:gd name="T29" fmla="*/ 0 h 4744"/>
                  <a:gd name="T30" fmla="*/ 0 w 6072"/>
                  <a:gd name="T31" fmla="*/ 0 h 4744"/>
                  <a:gd name="T32" fmla="*/ 0 w 6072"/>
                  <a:gd name="T33" fmla="*/ 0 h 4744"/>
                  <a:gd name="T34" fmla="*/ 0 w 6072"/>
                  <a:gd name="T35" fmla="*/ 0 h 4744"/>
                  <a:gd name="T36" fmla="*/ 0 w 6072"/>
                  <a:gd name="T37" fmla="*/ 0 h 4744"/>
                  <a:gd name="T38" fmla="*/ 0 w 6072"/>
                  <a:gd name="T39" fmla="*/ 0 h 4744"/>
                  <a:gd name="T40" fmla="*/ 0 w 6072"/>
                  <a:gd name="T41" fmla="*/ 0 h 4744"/>
                  <a:gd name="T42" fmla="*/ 0 w 6072"/>
                  <a:gd name="T43" fmla="*/ 0 h 4744"/>
                  <a:gd name="T44" fmla="*/ 0 w 6072"/>
                  <a:gd name="T45" fmla="*/ 0 h 4744"/>
                  <a:gd name="T46" fmla="*/ 0 w 6072"/>
                  <a:gd name="T47" fmla="*/ 0 h 4744"/>
                  <a:gd name="T48" fmla="*/ 0 w 6072"/>
                  <a:gd name="T49" fmla="*/ 0 h 4744"/>
                  <a:gd name="T50" fmla="*/ 0 w 6072"/>
                  <a:gd name="T51" fmla="*/ 0 h 474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072"/>
                  <a:gd name="T79" fmla="*/ 0 h 4744"/>
                  <a:gd name="T80" fmla="*/ 6072 w 6072"/>
                  <a:gd name="T81" fmla="*/ 4744 h 474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072" h="4744">
                    <a:moveTo>
                      <a:pt x="682" y="580"/>
                    </a:moveTo>
                    <a:lnTo>
                      <a:pt x="1526" y="0"/>
                    </a:lnTo>
                    <a:lnTo>
                      <a:pt x="4725" y="0"/>
                    </a:lnTo>
                    <a:lnTo>
                      <a:pt x="4771" y="15"/>
                    </a:lnTo>
                    <a:lnTo>
                      <a:pt x="4783" y="71"/>
                    </a:lnTo>
                    <a:lnTo>
                      <a:pt x="4783" y="2817"/>
                    </a:lnTo>
                    <a:lnTo>
                      <a:pt x="4725" y="2890"/>
                    </a:lnTo>
                    <a:lnTo>
                      <a:pt x="4239" y="2943"/>
                    </a:lnTo>
                    <a:lnTo>
                      <a:pt x="5205" y="3013"/>
                    </a:lnTo>
                    <a:lnTo>
                      <a:pt x="5205" y="3782"/>
                    </a:lnTo>
                    <a:lnTo>
                      <a:pt x="5567" y="3744"/>
                    </a:lnTo>
                    <a:lnTo>
                      <a:pt x="6072" y="3889"/>
                    </a:lnTo>
                    <a:lnTo>
                      <a:pt x="5855" y="4359"/>
                    </a:lnTo>
                    <a:lnTo>
                      <a:pt x="5486" y="4410"/>
                    </a:lnTo>
                    <a:lnTo>
                      <a:pt x="4942" y="4380"/>
                    </a:lnTo>
                    <a:lnTo>
                      <a:pt x="4783" y="4447"/>
                    </a:lnTo>
                    <a:lnTo>
                      <a:pt x="4631" y="4603"/>
                    </a:lnTo>
                    <a:lnTo>
                      <a:pt x="3563" y="4744"/>
                    </a:lnTo>
                    <a:lnTo>
                      <a:pt x="2296" y="4447"/>
                    </a:lnTo>
                    <a:lnTo>
                      <a:pt x="2310" y="4324"/>
                    </a:lnTo>
                    <a:lnTo>
                      <a:pt x="2268" y="4324"/>
                    </a:lnTo>
                    <a:lnTo>
                      <a:pt x="0" y="4027"/>
                    </a:lnTo>
                    <a:lnTo>
                      <a:pt x="0" y="3133"/>
                    </a:lnTo>
                    <a:lnTo>
                      <a:pt x="1018" y="2992"/>
                    </a:lnTo>
                    <a:lnTo>
                      <a:pt x="682" y="2962"/>
                    </a:lnTo>
                    <a:lnTo>
                      <a:pt x="682" y="580"/>
                    </a:lnTo>
                    <a:close/>
                  </a:path>
                </a:pathLst>
              </a:custGeom>
              <a:solidFill>
                <a:srgbClr val="FFFFFF"/>
              </a:solidFill>
              <a:ln w="9525">
                <a:noFill/>
                <a:round/>
                <a:headEnd/>
                <a:tailEnd/>
              </a:ln>
            </p:spPr>
            <p:txBody>
              <a:bodyPr/>
              <a:lstStyle/>
              <a:p>
                <a:pPr algn="ctr"/>
                <a:endParaRPr lang="pt-BR" sz="2400"/>
              </a:p>
            </p:txBody>
          </p:sp>
          <p:sp>
            <p:nvSpPr>
              <p:cNvPr id="707" name="Freeform 12"/>
              <p:cNvSpPr>
                <a:spLocks/>
              </p:cNvSpPr>
              <p:nvPr/>
            </p:nvSpPr>
            <p:spPr bwMode="auto">
              <a:xfrm>
                <a:off x="4329" y="3289"/>
                <a:ext cx="228" cy="86"/>
              </a:xfrm>
              <a:custGeom>
                <a:avLst/>
                <a:gdLst>
                  <a:gd name="T0" fmla="*/ 0 w 1826"/>
                  <a:gd name="T1" fmla="*/ 0 h 695"/>
                  <a:gd name="T2" fmla="*/ 0 w 1826"/>
                  <a:gd name="T3" fmla="*/ 0 h 695"/>
                  <a:gd name="T4" fmla="*/ 0 w 1826"/>
                  <a:gd name="T5" fmla="*/ 0 h 695"/>
                  <a:gd name="T6" fmla="*/ 0 w 1826"/>
                  <a:gd name="T7" fmla="*/ 0 h 695"/>
                  <a:gd name="T8" fmla="*/ 0 w 1826"/>
                  <a:gd name="T9" fmla="*/ 0 h 695"/>
                  <a:gd name="T10" fmla="*/ 0 60000 65536"/>
                  <a:gd name="T11" fmla="*/ 0 60000 65536"/>
                  <a:gd name="T12" fmla="*/ 0 60000 65536"/>
                  <a:gd name="T13" fmla="*/ 0 60000 65536"/>
                  <a:gd name="T14" fmla="*/ 0 60000 65536"/>
                  <a:gd name="T15" fmla="*/ 0 w 1826"/>
                  <a:gd name="T16" fmla="*/ 0 h 695"/>
                  <a:gd name="T17" fmla="*/ 1826 w 1826"/>
                  <a:gd name="T18" fmla="*/ 695 h 695"/>
                </a:gdLst>
                <a:ahLst/>
                <a:cxnLst>
                  <a:cxn ang="T10">
                    <a:pos x="T0" y="T1"/>
                  </a:cxn>
                  <a:cxn ang="T11">
                    <a:pos x="T2" y="T3"/>
                  </a:cxn>
                  <a:cxn ang="T12">
                    <a:pos x="T4" y="T5"/>
                  </a:cxn>
                  <a:cxn ang="T13">
                    <a:pos x="T6" y="T7"/>
                  </a:cxn>
                  <a:cxn ang="T14">
                    <a:pos x="T8" y="T9"/>
                  </a:cxn>
                </a:cxnLst>
                <a:rect l="T15" t="T16" r="T17" b="T18"/>
                <a:pathLst>
                  <a:path w="1826" h="695">
                    <a:moveTo>
                      <a:pt x="0" y="593"/>
                    </a:moveTo>
                    <a:lnTo>
                      <a:pt x="1771" y="0"/>
                    </a:lnTo>
                    <a:lnTo>
                      <a:pt x="1826" y="130"/>
                    </a:lnTo>
                    <a:lnTo>
                      <a:pt x="35" y="695"/>
                    </a:lnTo>
                    <a:lnTo>
                      <a:pt x="0" y="593"/>
                    </a:lnTo>
                    <a:close/>
                  </a:path>
                </a:pathLst>
              </a:custGeom>
              <a:solidFill>
                <a:srgbClr val="FFFFFF"/>
              </a:solidFill>
              <a:ln w="9525">
                <a:noFill/>
                <a:round/>
                <a:headEnd/>
                <a:tailEnd/>
              </a:ln>
            </p:spPr>
            <p:txBody>
              <a:bodyPr/>
              <a:lstStyle/>
              <a:p>
                <a:pPr algn="ctr"/>
                <a:endParaRPr lang="pt-BR" sz="2400"/>
              </a:p>
            </p:txBody>
          </p:sp>
          <p:sp>
            <p:nvSpPr>
              <p:cNvPr id="708" name="Freeform 13"/>
              <p:cNvSpPr>
                <a:spLocks/>
              </p:cNvSpPr>
              <p:nvPr/>
            </p:nvSpPr>
            <p:spPr bwMode="auto">
              <a:xfrm>
                <a:off x="4162" y="3287"/>
                <a:ext cx="167" cy="126"/>
              </a:xfrm>
              <a:custGeom>
                <a:avLst/>
                <a:gdLst>
                  <a:gd name="T0" fmla="*/ 0 w 1339"/>
                  <a:gd name="T1" fmla="*/ 0 h 1006"/>
                  <a:gd name="T2" fmla="*/ 0 w 1339"/>
                  <a:gd name="T3" fmla="*/ 0 h 1006"/>
                  <a:gd name="T4" fmla="*/ 0 w 1339"/>
                  <a:gd name="T5" fmla="*/ 0 h 1006"/>
                  <a:gd name="T6" fmla="*/ 0 w 1339"/>
                  <a:gd name="T7" fmla="*/ 0 h 1006"/>
                  <a:gd name="T8" fmla="*/ 0 w 1339"/>
                  <a:gd name="T9" fmla="*/ 0 h 1006"/>
                  <a:gd name="T10" fmla="*/ 0 60000 65536"/>
                  <a:gd name="T11" fmla="*/ 0 60000 65536"/>
                  <a:gd name="T12" fmla="*/ 0 60000 65536"/>
                  <a:gd name="T13" fmla="*/ 0 60000 65536"/>
                  <a:gd name="T14" fmla="*/ 0 60000 65536"/>
                  <a:gd name="T15" fmla="*/ 0 w 1339"/>
                  <a:gd name="T16" fmla="*/ 0 h 1006"/>
                  <a:gd name="T17" fmla="*/ 1339 w 1339"/>
                  <a:gd name="T18" fmla="*/ 1006 h 1006"/>
                </a:gdLst>
                <a:ahLst/>
                <a:cxnLst>
                  <a:cxn ang="T10">
                    <a:pos x="T0" y="T1"/>
                  </a:cxn>
                  <a:cxn ang="T11">
                    <a:pos x="T2" y="T3"/>
                  </a:cxn>
                  <a:cxn ang="T12">
                    <a:pos x="T4" y="T5"/>
                  </a:cxn>
                  <a:cxn ang="T13">
                    <a:pos x="T6" y="T7"/>
                  </a:cxn>
                  <a:cxn ang="T14">
                    <a:pos x="T8" y="T9"/>
                  </a:cxn>
                </a:cxnLst>
                <a:rect l="T15" t="T16" r="T17" b="T18"/>
                <a:pathLst>
                  <a:path w="1339" h="1006">
                    <a:moveTo>
                      <a:pt x="0" y="196"/>
                    </a:moveTo>
                    <a:lnTo>
                      <a:pt x="154" y="0"/>
                    </a:lnTo>
                    <a:lnTo>
                      <a:pt x="1339" y="778"/>
                    </a:lnTo>
                    <a:lnTo>
                      <a:pt x="1196" y="1006"/>
                    </a:lnTo>
                    <a:lnTo>
                      <a:pt x="0" y="196"/>
                    </a:lnTo>
                    <a:close/>
                  </a:path>
                </a:pathLst>
              </a:custGeom>
              <a:solidFill>
                <a:srgbClr val="FFFFFF"/>
              </a:solidFill>
              <a:ln w="9525">
                <a:noFill/>
                <a:round/>
                <a:headEnd/>
                <a:tailEnd/>
              </a:ln>
            </p:spPr>
            <p:txBody>
              <a:bodyPr/>
              <a:lstStyle/>
              <a:p>
                <a:pPr algn="ctr"/>
                <a:endParaRPr lang="pt-BR" sz="2400"/>
              </a:p>
            </p:txBody>
          </p:sp>
          <p:sp>
            <p:nvSpPr>
              <p:cNvPr id="709" name="Freeform 14"/>
              <p:cNvSpPr>
                <a:spLocks/>
              </p:cNvSpPr>
              <p:nvPr/>
            </p:nvSpPr>
            <p:spPr bwMode="auto">
              <a:xfrm>
                <a:off x="4137" y="3295"/>
                <a:ext cx="482" cy="224"/>
              </a:xfrm>
              <a:custGeom>
                <a:avLst/>
                <a:gdLst>
                  <a:gd name="T0" fmla="*/ 0 w 3860"/>
                  <a:gd name="T1" fmla="*/ 0 h 1788"/>
                  <a:gd name="T2" fmla="*/ 0 w 3860"/>
                  <a:gd name="T3" fmla="*/ 0 h 1788"/>
                  <a:gd name="T4" fmla="*/ 0 w 3860"/>
                  <a:gd name="T5" fmla="*/ 0 h 1788"/>
                  <a:gd name="T6" fmla="*/ 0 w 3860"/>
                  <a:gd name="T7" fmla="*/ 0 h 1788"/>
                  <a:gd name="T8" fmla="*/ 0 w 3860"/>
                  <a:gd name="T9" fmla="*/ 0 h 1788"/>
                  <a:gd name="T10" fmla="*/ 0 w 3860"/>
                  <a:gd name="T11" fmla="*/ 0 h 1788"/>
                  <a:gd name="T12" fmla="*/ 0 w 3860"/>
                  <a:gd name="T13" fmla="*/ 0 h 1788"/>
                  <a:gd name="T14" fmla="*/ 0 w 3860"/>
                  <a:gd name="T15" fmla="*/ 0 h 1788"/>
                  <a:gd name="T16" fmla="*/ 0 w 3860"/>
                  <a:gd name="T17" fmla="*/ 0 h 17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60"/>
                  <a:gd name="T28" fmla="*/ 0 h 1788"/>
                  <a:gd name="T29" fmla="*/ 3860 w 3860"/>
                  <a:gd name="T30" fmla="*/ 1788 h 17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60" h="1788">
                    <a:moveTo>
                      <a:pt x="0" y="0"/>
                    </a:moveTo>
                    <a:lnTo>
                      <a:pt x="646" y="1163"/>
                    </a:lnTo>
                    <a:lnTo>
                      <a:pt x="1455" y="1788"/>
                    </a:lnTo>
                    <a:lnTo>
                      <a:pt x="1923" y="1626"/>
                    </a:lnTo>
                    <a:lnTo>
                      <a:pt x="3860" y="1077"/>
                    </a:lnTo>
                    <a:lnTo>
                      <a:pt x="3518" y="0"/>
                    </a:lnTo>
                    <a:lnTo>
                      <a:pt x="1589" y="628"/>
                    </a:lnTo>
                    <a:lnTo>
                      <a:pt x="1393" y="936"/>
                    </a:lnTo>
                    <a:lnTo>
                      <a:pt x="0" y="0"/>
                    </a:lnTo>
                    <a:close/>
                  </a:path>
                </a:pathLst>
              </a:custGeom>
              <a:solidFill>
                <a:srgbClr val="70230C"/>
              </a:solidFill>
              <a:ln w="9525">
                <a:noFill/>
                <a:round/>
                <a:headEnd/>
                <a:tailEnd/>
              </a:ln>
            </p:spPr>
            <p:txBody>
              <a:bodyPr/>
              <a:lstStyle/>
              <a:p>
                <a:pPr algn="ctr"/>
                <a:endParaRPr lang="pt-BR" sz="2400"/>
              </a:p>
            </p:txBody>
          </p:sp>
          <p:sp>
            <p:nvSpPr>
              <p:cNvPr id="710" name="Freeform 15"/>
              <p:cNvSpPr>
                <a:spLocks/>
              </p:cNvSpPr>
              <p:nvPr/>
            </p:nvSpPr>
            <p:spPr bwMode="auto">
              <a:xfrm>
                <a:off x="4942" y="3086"/>
                <a:ext cx="142" cy="264"/>
              </a:xfrm>
              <a:custGeom>
                <a:avLst/>
                <a:gdLst>
                  <a:gd name="T0" fmla="*/ 0 w 1135"/>
                  <a:gd name="T1" fmla="*/ 0 h 2112"/>
                  <a:gd name="T2" fmla="*/ 0 w 1135"/>
                  <a:gd name="T3" fmla="*/ 0 h 2112"/>
                  <a:gd name="T4" fmla="*/ 0 w 1135"/>
                  <a:gd name="T5" fmla="*/ 0 h 2112"/>
                  <a:gd name="T6" fmla="*/ 0 w 1135"/>
                  <a:gd name="T7" fmla="*/ 0 h 2112"/>
                  <a:gd name="T8" fmla="*/ 0 w 1135"/>
                  <a:gd name="T9" fmla="*/ 0 h 2112"/>
                  <a:gd name="T10" fmla="*/ 0 w 1135"/>
                  <a:gd name="T11" fmla="*/ 0 h 2112"/>
                  <a:gd name="T12" fmla="*/ 0 w 1135"/>
                  <a:gd name="T13" fmla="*/ 0 h 2112"/>
                  <a:gd name="T14" fmla="*/ 0 w 1135"/>
                  <a:gd name="T15" fmla="*/ 0 h 2112"/>
                  <a:gd name="T16" fmla="*/ 0 w 1135"/>
                  <a:gd name="T17" fmla="*/ 0 h 2112"/>
                  <a:gd name="T18" fmla="*/ 0 w 1135"/>
                  <a:gd name="T19" fmla="*/ 0 h 2112"/>
                  <a:gd name="T20" fmla="*/ 0 w 1135"/>
                  <a:gd name="T21" fmla="*/ 0 h 2112"/>
                  <a:gd name="T22" fmla="*/ 0 w 1135"/>
                  <a:gd name="T23" fmla="*/ 0 h 2112"/>
                  <a:gd name="T24" fmla="*/ 0 w 1135"/>
                  <a:gd name="T25" fmla="*/ 0 h 2112"/>
                  <a:gd name="T26" fmla="*/ 0 w 1135"/>
                  <a:gd name="T27" fmla="*/ 0 h 2112"/>
                  <a:gd name="T28" fmla="*/ 0 w 1135"/>
                  <a:gd name="T29" fmla="*/ 0 h 21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35"/>
                  <a:gd name="T46" fmla="*/ 0 h 2112"/>
                  <a:gd name="T47" fmla="*/ 1135 w 1135"/>
                  <a:gd name="T48" fmla="*/ 2112 h 21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35" h="2112">
                    <a:moveTo>
                      <a:pt x="74" y="0"/>
                    </a:moveTo>
                    <a:lnTo>
                      <a:pt x="0" y="103"/>
                    </a:lnTo>
                    <a:lnTo>
                      <a:pt x="0" y="398"/>
                    </a:lnTo>
                    <a:lnTo>
                      <a:pt x="109" y="943"/>
                    </a:lnTo>
                    <a:lnTo>
                      <a:pt x="109" y="1215"/>
                    </a:lnTo>
                    <a:lnTo>
                      <a:pt x="195" y="1365"/>
                    </a:lnTo>
                    <a:lnTo>
                      <a:pt x="365" y="1719"/>
                    </a:lnTo>
                    <a:lnTo>
                      <a:pt x="522" y="1932"/>
                    </a:lnTo>
                    <a:lnTo>
                      <a:pt x="637" y="2112"/>
                    </a:lnTo>
                    <a:lnTo>
                      <a:pt x="885" y="1429"/>
                    </a:lnTo>
                    <a:lnTo>
                      <a:pt x="999" y="956"/>
                    </a:lnTo>
                    <a:lnTo>
                      <a:pt x="1075" y="495"/>
                    </a:lnTo>
                    <a:lnTo>
                      <a:pt x="1135" y="136"/>
                    </a:lnTo>
                    <a:lnTo>
                      <a:pt x="1135" y="46"/>
                    </a:lnTo>
                    <a:lnTo>
                      <a:pt x="74" y="0"/>
                    </a:lnTo>
                    <a:close/>
                  </a:path>
                </a:pathLst>
              </a:custGeom>
              <a:solidFill>
                <a:srgbClr val="FFFFFF"/>
              </a:solidFill>
              <a:ln w="9525">
                <a:noFill/>
                <a:round/>
                <a:headEnd/>
                <a:tailEnd/>
              </a:ln>
            </p:spPr>
            <p:txBody>
              <a:bodyPr/>
              <a:lstStyle/>
              <a:p>
                <a:pPr algn="ctr"/>
                <a:endParaRPr lang="pt-BR" sz="2400"/>
              </a:p>
            </p:txBody>
          </p:sp>
          <p:sp>
            <p:nvSpPr>
              <p:cNvPr id="711" name="Freeform 16"/>
              <p:cNvSpPr>
                <a:spLocks/>
              </p:cNvSpPr>
              <p:nvPr/>
            </p:nvSpPr>
            <p:spPr bwMode="auto">
              <a:xfrm>
                <a:off x="4997" y="3163"/>
                <a:ext cx="54" cy="194"/>
              </a:xfrm>
              <a:custGeom>
                <a:avLst/>
                <a:gdLst>
                  <a:gd name="T0" fmla="*/ 0 w 437"/>
                  <a:gd name="T1" fmla="*/ 0 h 1553"/>
                  <a:gd name="T2" fmla="*/ 0 w 437"/>
                  <a:gd name="T3" fmla="*/ 0 h 1553"/>
                  <a:gd name="T4" fmla="*/ 0 w 437"/>
                  <a:gd name="T5" fmla="*/ 0 h 1553"/>
                  <a:gd name="T6" fmla="*/ 0 w 437"/>
                  <a:gd name="T7" fmla="*/ 0 h 1553"/>
                  <a:gd name="T8" fmla="*/ 0 w 437"/>
                  <a:gd name="T9" fmla="*/ 0 h 1553"/>
                  <a:gd name="T10" fmla="*/ 0 w 437"/>
                  <a:gd name="T11" fmla="*/ 0 h 1553"/>
                  <a:gd name="T12" fmla="*/ 0 w 437"/>
                  <a:gd name="T13" fmla="*/ 0 h 1553"/>
                  <a:gd name="T14" fmla="*/ 0 w 437"/>
                  <a:gd name="T15" fmla="*/ 0 h 1553"/>
                  <a:gd name="T16" fmla="*/ 0 w 437"/>
                  <a:gd name="T17" fmla="*/ 0 h 1553"/>
                  <a:gd name="T18" fmla="*/ 0 w 437"/>
                  <a:gd name="T19" fmla="*/ 0 h 1553"/>
                  <a:gd name="T20" fmla="*/ 0 w 437"/>
                  <a:gd name="T21" fmla="*/ 0 h 1553"/>
                  <a:gd name="T22" fmla="*/ 0 w 437"/>
                  <a:gd name="T23" fmla="*/ 0 h 1553"/>
                  <a:gd name="T24" fmla="*/ 0 w 437"/>
                  <a:gd name="T25" fmla="*/ 0 h 1553"/>
                  <a:gd name="T26" fmla="*/ 0 w 437"/>
                  <a:gd name="T27" fmla="*/ 0 h 1553"/>
                  <a:gd name="T28" fmla="*/ 0 w 437"/>
                  <a:gd name="T29" fmla="*/ 0 h 15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7"/>
                  <a:gd name="T46" fmla="*/ 0 h 1553"/>
                  <a:gd name="T47" fmla="*/ 437 w 437"/>
                  <a:gd name="T48" fmla="*/ 1553 h 15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7" h="1553">
                    <a:moveTo>
                      <a:pt x="347" y="90"/>
                    </a:moveTo>
                    <a:lnTo>
                      <a:pt x="310" y="241"/>
                    </a:lnTo>
                    <a:lnTo>
                      <a:pt x="251" y="369"/>
                    </a:lnTo>
                    <a:lnTo>
                      <a:pt x="360" y="564"/>
                    </a:lnTo>
                    <a:lnTo>
                      <a:pt x="437" y="864"/>
                    </a:lnTo>
                    <a:lnTo>
                      <a:pt x="279" y="1338"/>
                    </a:lnTo>
                    <a:lnTo>
                      <a:pt x="202" y="1553"/>
                    </a:lnTo>
                    <a:lnTo>
                      <a:pt x="97" y="1334"/>
                    </a:lnTo>
                    <a:lnTo>
                      <a:pt x="0" y="1221"/>
                    </a:lnTo>
                    <a:lnTo>
                      <a:pt x="35" y="564"/>
                    </a:lnTo>
                    <a:lnTo>
                      <a:pt x="108" y="329"/>
                    </a:lnTo>
                    <a:lnTo>
                      <a:pt x="39" y="24"/>
                    </a:lnTo>
                    <a:lnTo>
                      <a:pt x="165" y="0"/>
                    </a:lnTo>
                    <a:lnTo>
                      <a:pt x="290" y="37"/>
                    </a:lnTo>
                    <a:lnTo>
                      <a:pt x="347" y="90"/>
                    </a:lnTo>
                    <a:close/>
                  </a:path>
                </a:pathLst>
              </a:custGeom>
              <a:solidFill>
                <a:srgbClr val="FF0000"/>
              </a:solidFill>
              <a:ln w="9525">
                <a:noFill/>
                <a:round/>
                <a:headEnd/>
                <a:tailEnd/>
              </a:ln>
            </p:spPr>
            <p:txBody>
              <a:bodyPr/>
              <a:lstStyle/>
              <a:p>
                <a:pPr algn="ctr"/>
                <a:endParaRPr lang="pt-BR" sz="2400"/>
              </a:p>
            </p:txBody>
          </p:sp>
          <p:sp>
            <p:nvSpPr>
              <p:cNvPr id="712" name="Freeform 17"/>
              <p:cNvSpPr>
                <a:spLocks/>
              </p:cNvSpPr>
              <p:nvPr/>
            </p:nvSpPr>
            <p:spPr bwMode="auto">
              <a:xfrm>
                <a:off x="4995" y="3162"/>
                <a:ext cx="48" cy="166"/>
              </a:xfrm>
              <a:custGeom>
                <a:avLst/>
                <a:gdLst>
                  <a:gd name="T0" fmla="*/ 0 w 387"/>
                  <a:gd name="T1" fmla="*/ 0 h 1332"/>
                  <a:gd name="T2" fmla="*/ 0 w 387"/>
                  <a:gd name="T3" fmla="*/ 0 h 1332"/>
                  <a:gd name="T4" fmla="*/ 0 w 387"/>
                  <a:gd name="T5" fmla="*/ 0 h 1332"/>
                  <a:gd name="T6" fmla="*/ 0 w 387"/>
                  <a:gd name="T7" fmla="*/ 0 h 1332"/>
                  <a:gd name="T8" fmla="*/ 0 w 387"/>
                  <a:gd name="T9" fmla="*/ 0 h 1332"/>
                  <a:gd name="T10" fmla="*/ 0 w 387"/>
                  <a:gd name="T11" fmla="*/ 0 h 1332"/>
                  <a:gd name="T12" fmla="*/ 0 w 387"/>
                  <a:gd name="T13" fmla="*/ 0 h 1332"/>
                  <a:gd name="T14" fmla="*/ 0 w 387"/>
                  <a:gd name="T15" fmla="*/ 0 h 1332"/>
                  <a:gd name="T16" fmla="*/ 0 w 387"/>
                  <a:gd name="T17" fmla="*/ 0 h 1332"/>
                  <a:gd name="T18" fmla="*/ 0 w 387"/>
                  <a:gd name="T19" fmla="*/ 0 h 1332"/>
                  <a:gd name="T20" fmla="*/ 0 w 387"/>
                  <a:gd name="T21" fmla="*/ 0 h 1332"/>
                  <a:gd name="T22" fmla="*/ 0 w 387"/>
                  <a:gd name="T23" fmla="*/ 0 h 1332"/>
                  <a:gd name="T24" fmla="*/ 0 w 387"/>
                  <a:gd name="T25" fmla="*/ 0 h 1332"/>
                  <a:gd name="T26" fmla="*/ 0 w 387"/>
                  <a:gd name="T27" fmla="*/ 0 h 1332"/>
                  <a:gd name="T28" fmla="*/ 0 w 387"/>
                  <a:gd name="T29" fmla="*/ 0 h 1332"/>
                  <a:gd name="T30" fmla="*/ 0 w 387"/>
                  <a:gd name="T31" fmla="*/ 0 h 13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87"/>
                  <a:gd name="T49" fmla="*/ 0 h 1332"/>
                  <a:gd name="T50" fmla="*/ 387 w 387"/>
                  <a:gd name="T51" fmla="*/ 1332 h 13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87" h="1332">
                    <a:moveTo>
                      <a:pt x="233" y="33"/>
                    </a:moveTo>
                    <a:lnTo>
                      <a:pt x="212" y="312"/>
                    </a:lnTo>
                    <a:lnTo>
                      <a:pt x="387" y="646"/>
                    </a:lnTo>
                    <a:lnTo>
                      <a:pt x="280" y="506"/>
                    </a:lnTo>
                    <a:lnTo>
                      <a:pt x="318" y="646"/>
                    </a:lnTo>
                    <a:lnTo>
                      <a:pt x="159" y="793"/>
                    </a:lnTo>
                    <a:lnTo>
                      <a:pt x="122" y="637"/>
                    </a:lnTo>
                    <a:lnTo>
                      <a:pt x="87" y="1037"/>
                    </a:lnTo>
                    <a:lnTo>
                      <a:pt x="111" y="1332"/>
                    </a:lnTo>
                    <a:lnTo>
                      <a:pt x="9" y="1189"/>
                    </a:lnTo>
                    <a:lnTo>
                      <a:pt x="14" y="615"/>
                    </a:lnTo>
                    <a:lnTo>
                      <a:pt x="97" y="338"/>
                    </a:lnTo>
                    <a:lnTo>
                      <a:pt x="0" y="108"/>
                    </a:lnTo>
                    <a:lnTo>
                      <a:pt x="80" y="33"/>
                    </a:lnTo>
                    <a:lnTo>
                      <a:pt x="152" y="0"/>
                    </a:lnTo>
                    <a:lnTo>
                      <a:pt x="233" y="33"/>
                    </a:lnTo>
                    <a:close/>
                  </a:path>
                </a:pathLst>
              </a:custGeom>
              <a:solidFill>
                <a:srgbClr val="70230C"/>
              </a:solidFill>
              <a:ln w="9525">
                <a:noFill/>
                <a:round/>
                <a:headEnd/>
                <a:tailEnd/>
              </a:ln>
            </p:spPr>
            <p:txBody>
              <a:bodyPr/>
              <a:lstStyle/>
              <a:p>
                <a:pPr algn="ctr"/>
                <a:endParaRPr lang="pt-BR" sz="2400"/>
              </a:p>
            </p:txBody>
          </p:sp>
          <p:sp>
            <p:nvSpPr>
              <p:cNvPr id="713" name="Freeform 18"/>
              <p:cNvSpPr>
                <a:spLocks/>
              </p:cNvSpPr>
              <p:nvPr/>
            </p:nvSpPr>
            <p:spPr bwMode="auto">
              <a:xfrm>
                <a:off x="4792" y="3906"/>
                <a:ext cx="175" cy="183"/>
              </a:xfrm>
              <a:custGeom>
                <a:avLst/>
                <a:gdLst>
                  <a:gd name="T0" fmla="*/ 0 w 1406"/>
                  <a:gd name="T1" fmla="*/ 0 h 1462"/>
                  <a:gd name="T2" fmla="*/ 0 w 1406"/>
                  <a:gd name="T3" fmla="*/ 0 h 1462"/>
                  <a:gd name="T4" fmla="*/ 0 w 1406"/>
                  <a:gd name="T5" fmla="*/ 0 h 1462"/>
                  <a:gd name="T6" fmla="*/ 0 w 1406"/>
                  <a:gd name="T7" fmla="*/ 0 h 1462"/>
                  <a:gd name="T8" fmla="*/ 0 w 1406"/>
                  <a:gd name="T9" fmla="*/ 0 h 1462"/>
                  <a:gd name="T10" fmla="*/ 0 w 1406"/>
                  <a:gd name="T11" fmla="*/ 0 h 1462"/>
                  <a:gd name="T12" fmla="*/ 0 w 1406"/>
                  <a:gd name="T13" fmla="*/ 0 h 1462"/>
                  <a:gd name="T14" fmla="*/ 0 w 1406"/>
                  <a:gd name="T15" fmla="*/ 0 h 1462"/>
                  <a:gd name="T16" fmla="*/ 0 w 1406"/>
                  <a:gd name="T17" fmla="*/ 0 h 1462"/>
                  <a:gd name="T18" fmla="*/ 0 w 1406"/>
                  <a:gd name="T19" fmla="*/ 0 h 1462"/>
                  <a:gd name="T20" fmla="*/ 0 w 1406"/>
                  <a:gd name="T21" fmla="*/ 0 h 1462"/>
                  <a:gd name="T22" fmla="*/ 0 w 1406"/>
                  <a:gd name="T23" fmla="*/ 0 h 1462"/>
                  <a:gd name="T24" fmla="*/ 0 w 1406"/>
                  <a:gd name="T25" fmla="*/ 0 h 1462"/>
                  <a:gd name="T26" fmla="*/ 0 w 1406"/>
                  <a:gd name="T27" fmla="*/ 0 h 1462"/>
                  <a:gd name="T28" fmla="*/ 0 w 1406"/>
                  <a:gd name="T29" fmla="*/ 0 h 1462"/>
                  <a:gd name="T30" fmla="*/ 0 w 1406"/>
                  <a:gd name="T31" fmla="*/ 0 h 1462"/>
                  <a:gd name="T32" fmla="*/ 0 w 1406"/>
                  <a:gd name="T33" fmla="*/ 0 h 1462"/>
                  <a:gd name="T34" fmla="*/ 0 w 1406"/>
                  <a:gd name="T35" fmla="*/ 0 h 1462"/>
                  <a:gd name="T36" fmla="*/ 0 w 1406"/>
                  <a:gd name="T37" fmla="*/ 0 h 1462"/>
                  <a:gd name="T38" fmla="*/ 0 w 1406"/>
                  <a:gd name="T39" fmla="*/ 0 h 1462"/>
                  <a:gd name="T40" fmla="*/ 0 w 1406"/>
                  <a:gd name="T41" fmla="*/ 0 h 1462"/>
                  <a:gd name="T42" fmla="*/ 0 w 1406"/>
                  <a:gd name="T43" fmla="*/ 0 h 1462"/>
                  <a:gd name="T44" fmla="*/ 0 w 1406"/>
                  <a:gd name="T45" fmla="*/ 0 h 1462"/>
                  <a:gd name="T46" fmla="*/ 0 w 1406"/>
                  <a:gd name="T47" fmla="*/ 0 h 1462"/>
                  <a:gd name="T48" fmla="*/ 0 w 1406"/>
                  <a:gd name="T49" fmla="*/ 0 h 1462"/>
                  <a:gd name="T50" fmla="*/ 0 w 1406"/>
                  <a:gd name="T51" fmla="*/ 0 h 1462"/>
                  <a:gd name="T52" fmla="*/ 0 w 1406"/>
                  <a:gd name="T53" fmla="*/ 0 h 1462"/>
                  <a:gd name="T54" fmla="*/ 0 w 1406"/>
                  <a:gd name="T55" fmla="*/ 0 h 1462"/>
                  <a:gd name="T56" fmla="*/ 0 w 1406"/>
                  <a:gd name="T57" fmla="*/ 0 h 146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406"/>
                  <a:gd name="T88" fmla="*/ 0 h 1462"/>
                  <a:gd name="T89" fmla="*/ 1406 w 1406"/>
                  <a:gd name="T90" fmla="*/ 1462 h 146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406" h="1462">
                    <a:moveTo>
                      <a:pt x="936" y="1452"/>
                    </a:moveTo>
                    <a:lnTo>
                      <a:pt x="1019" y="1100"/>
                    </a:lnTo>
                    <a:lnTo>
                      <a:pt x="1140" y="939"/>
                    </a:lnTo>
                    <a:lnTo>
                      <a:pt x="1298" y="858"/>
                    </a:lnTo>
                    <a:lnTo>
                      <a:pt x="1406" y="566"/>
                    </a:lnTo>
                    <a:lnTo>
                      <a:pt x="1298" y="282"/>
                    </a:lnTo>
                    <a:lnTo>
                      <a:pt x="1274" y="0"/>
                    </a:lnTo>
                    <a:lnTo>
                      <a:pt x="1221" y="0"/>
                    </a:lnTo>
                    <a:lnTo>
                      <a:pt x="1122" y="111"/>
                    </a:lnTo>
                    <a:lnTo>
                      <a:pt x="1107" y="364"/>
                    </a:lnTo>
                    <a:lnTo>
                      <a:pt x="892" y="148"/>
                    </a:lnTo>
                    <a:lnTo>
                      <a:pt x="692" y="180"/>
                    </a:lnTo>
                    <a:lnTo>
                      <a:pt x="465" y="122"/>
                    </a:lnTo>
                    <a:lnTo>
                      <a:pt x="400" y="129"/>
                    </a:lnTo>
                    <a:lnTo>
                      <a:pt x="345" y="233"/>
                    </a:lnTo>
                    <a:lnTo>
                      <a:pt x="276" y="217"/>
                    </a:lnTo>
                    <a:lnTo>
                      <a:pt x="173" y="270"/>
                    </a:lnTo>
                    <a:lnTo>
                      <a:pt x="163" y="325"/>
                    </a:lnTo>
                    <a:lnTo>
                      <a:pt x="83" y="328"/>
                    </a:lnTo>
                    <a:lnTo>
                      <a:pt x="22" y="369"/>
                    </a:lnTo>
                    <a:lnTo>
                      <a:pt x="0" y="447"/>
                    </a:lnTo>
                    <a:lnTo>
                      <a:pt x="22" y="566"/>
                    </a:lnTo>
                    <a:lnTo>
                      <a:pt x="186" y="713"/>
                    </a:lnTo>
                    <a:lnTo>
                      <a:pt x="267" y="858"/>
                    </a:lnTo>
                    <a:lnTo>
                      <a:pt x="382" y="1082"/>
                    </a:lnTo>
                    <a:lnTo>
                      <a:pt x="562" y="1291"/>
                    </a:lnTo>
                    <a:lnTo>
                      <a:pt x="742" y="1434"/>
                    </a:lnTo>
                    <a:lnTo>
                      <a:pt x="903" y="1462"/>
                    </a:lnTo>
                    <a:lnTo>
                      <a:pt x="936" y="1452"/>
                    </a:lnTo>
                    <a:close/>
                  </a:path>
                </a:pathLst>
              </a:custGeom>
              <a:solidFill>
                <a:srgbClr val="FFC98E"/>
              </a:solidFill>
              <a:ln w="9525">
                <a:noFill/>
                <a:round/>
                <a:headEnd/>
                <a:tailEnd/>
              </a:ln>
            </p:spPr>
            <p:txBody>
              <a:bodyPr/>
              <a:lstStyle/>
              <a:p>
                <a:pPr algn="ctr"/>
                <a:endParaRPr lang="pt-BR" sz="2400"/>
              </a:p>
            </p:txBody>
          </p:sp>
          <p:sp>
            <p:nvSpPr>
              <p:cNvPr id="714" name="Freeform 19"/>
              <p:cNvSpPr>
                <a:spLocks/>
              </p:cNvSpPr>
              <p:nvPr/>
            </p:nvSpPr>
            <p:spPr bwMode="auto">
              <a:xfrm>
                <a:off x="4905" y="3688"/>
                <a:ext cx="230" cy="185"/>
              </a:xfrm>
              <a:custGeom>
                <a:avLst/>
                <a:gdLst>
                  <a:gd name="T0" fmla="*/ 0 w 1842"/>
                  <a:gd name="T1" fmla="*/ 0 h 1478"/>
                  <a:gd name="T2" fmla="*/ 0 w 1842"/>
                  <a:gd name="T3" fmla="*/ 0 h 1478"/>
                  <a:gd name="T4" fmla="*/ 0 w 1842"/>
                  <a:gd name="T5" fmla="*/ 0 h 1478"/>
                  <a:gd name="T6" fmla="*/ 0 w 1842"/>
                  <a:gd name="T7" fmla="*/ 0 h 1478"/>
                  <a:gd name="T8" fmla="*/ 0 w 1842"/>
                  <a:gd name="T9" fmla="*/ 0 h 1478"/>
                  <a:gd name="T10" fmla="*/ 0 w 1842"/>
                  <a:gd name="T11" fmla="*/ 0 h 1478"/>
                  <a:gd name="T12" fmla="*/ 0 w 1842"/>
                  <a:gd name="T13" fmla="*/ 0 h 1478"/>
                  <a:gd name="T14" fmla="*/ 0 w 1842"/>
                  <a:gd name="T15" fmla="*/ 0 h 1478"/>
                  <a:gd name="T16" fmla="*/ 0 w 1842"/>
                  <a:gd name="T17" fmla="*/ 0 h 1478"/>
                  <a:gd name="T18" fmla="*/ 0 w 1842"/>
                  <a:gd name="T19" fmla="*/ 0 h 1478"/>
                  <a:gd name="T20" fmla="*/ 0 w 1842"/>
                  <a:gd name="T21" fmla="*/ 0 h 1478"/>
                  <a:gd name="T22" fmla="*/ 0 w 1842"/>
                  <a:gd name="T23" fmla="*/ 0 h 1478"/>
                  <a:gd name="T24" fmla="*/ 0 w 1842"/>
                  <a:gd name="T25" fmla="*/ 0 h 1478"/>
                  <a:gd name="T26" fmla="*/ 0 w 1842"/>
                  <a:gd name="T27" fmla="*/ 0 h 1478"/>
                  <a:gd name="T28" fmla="*/ 0 w 1842"/>
                  <a:gd name="T29" fmla="*/ 0 h 1478"/>
                  <a:gd name="T30" fmla="*/ 0 w 1842"/>
                  <a:gd name="T31" fmla="*/ 0 h 1478"/>
                  <a:gd name="T32" fmla="*/ 0 w 1842"/>
                  <a:gd name="T33" fmla="*/ 0 h 1478"/>
                  <a:gd name="T34" fmla="*/ 0 w 1842"/>
                  <a:gd name="T35" fmla="*/ 0 h 1478"/>
                  <a:gd name="T36" fmla="*/ 0 w 1842"/>
                  <a:gd name="T37" fmla="*/ 0 h 1478"/>
                  <a:gd name="T38" fmla="*/ 0 w 1842"/>
                  <a:gd name="T39" fmla="*/ 0 h 1478"/>
                  <a:gd name="T40" fmla="*/ 0 w 1842"/>
                  <a:gd name="T41" fmla="*/ 0 h 1478"/>
                  <a:gd name="T42" fmla="*/ 0 w 1842"/>
                  <a:gd name="T43" fmla="*/ 0 h 1478"/>
                  <a:gd name="T44" fmla="*/ 0 w 1842"/>
                  <a:gd name="T45" fmla="*/ 0 h 1478"/>
                  <a:gd name="T46" fmla="*/ 0 w 1842"/>
                  <a:gd name="T47" fmla="*/ 0 h 1478"/>
                  <a:gd name="T48" fmla="*/ 0 w 1842"/>
                  <a:gd name="T49" fmla="*/ 0 h 1478"/>
                  <a:gd name="T50" fmla="*/ 0 w 1842"/>
                  <a:gd name="T51" fmla="*/ 0 h 1478"/>
                  <a:gd name="T52" fmla="*/ 0 w 1842"/>
                  <a:gd name="T53" fmla="*/ 0 h 1478"/>
                  <a:gd name="T54" fmla="*/ 0 w 1842"/>
                  <a:gd name="T55" fmla="*/ 0 h 1478"/>
                  <a:gd name="T56" fmla="*/ 0 w 1842"/>
                  <a:gd name="T57" fmla="*/ 0 h 1478"/>
                  <a:gd name="T58" fmla="*/ 0 w 1842"/>
                  <a:gd name="T59" fmla="*/ 0 h 1478"/>
                  <a:gd name="T60" fmla="*/ 0 w 1842"/>
                  <a:gd name="T61" fmla="*/ 0 h 147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842"/>
                  <a:gd name="T94" fmla="*/ 0 h 1478"/>
                  <a:gd name="T95" fmla="*/ 1842 w 1842"/>
                  <a:gd name="T96" fmla="*/ 1478 h 147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842" h="1478">
                    <a:moveTo>
                      <a:pt x="1661" y="1478"/>
                    </a:moveTo>
                    <a:lnTo>
                      <a:pt x="1842" y="943"/>
                    </a:lnTo>
                    <a:lnTo>
                      <a:pt x="1525" y="722"/>
                    </a:lnTo>
                    <a:lnTo>
                      <a:pt x="1255" y="419"/>
                    </a:lnTo>
                    <a:lnTo>
                      <a:pt x="903" y="235"/>
                    </a:lnTo>
                    <a:lnTo>
                      <a:pt x="341" y="32"/>
                    </a:lnTo>
                    <a:lnTo>
                      <a:pt x="53" y="0"/>
                    </a:lnTo>
                    <a:lnTo>
                      <a:pt x="19" y="0"/>
                    </a:lnTo>
                    <a:lnTo>
                      <a:pt x="0" y="19"/>
                    </a:lnTo>
                    <a:lnTo>
                      <a:pt x="0" y="63"/>
                    </a:lnTo>
                    <a:lnTo>
                      <a:pt x="68" y="140"/>
                    </a:lnTo>
                    <a:lnTo>
                      <a:pt x="512" y="316"/>
                    </a:lnTo>
                    <a:lnTo>
                      <a:pt x="606" y="399"/>
                    </a:lnTo>
                    <a:lnTo>
                      <a:pt x="635" y="507"/>
                    </a:lnTo>
                    <a:lnTo>
                      <a:pt x="399" y="436"/>
                    </a:lnTo>
                    <a:lnTo>
                      <a:pt x="360" y="436"/>
                    </a:lnTo>
                    <a:lnTo>
                      <a:pt x="314" y="465"/>
                    </a:lnTo>
                    <a:lnTo>
                      <a:pt x="305" y="540"/>
                    </a:lnTo>
                    <a:lnTo>
                      <a:pt x="334" y="634"/>
                    </a:lnTo>
                    <a:lnTo>
                      <a:pt x="341" y="756"/>
                    </a:lnTo>
                    <a:lnTo>
                      <a:pt x="392" y="828"/>
                    </a:lnTo>
                    <a:lnTo>
                      <a:pt x="588" y="894"/>
                    </a:lnTo>
                    <a:lnTo>
                      <a:pt x="389" y="1001"/>
                    </a:lnTo>
                    <a:lnTo>
                      <a:pt x="417" y="1109"/>
                    </a:lnTo>
                    <a:lnTo>
                      <a:pt x="542" y="1109"/>
                    </a:lnTo>
                    <a:lnTo>
                      <a:pt x="867" y="1217"/>
                    </a:lnTo>
                    <a:lnTo>
                      <a:pt x="1083" y="1331"/>
                    </a:lnTo>
                    <a:lnTo>
                      <a:pt x="1248" y="1367"/>
                    </a:lnTo>
                    <a:lnTo>
                      <a:pt x="1377" y="1370"/>
                    </a:lnTo>
                    <a:lnTo>
                      <a:pt x="1428" y="1367"/>
                    </a:lnTo>
                    <a:lnTo>
                      <a:pt x="1661" y="1478"/>
                    </a:lnTo>
                    <a:close/>
                  </a:path>
                </a:pathLst>
              </a:custGeom>
              <a:solidFill>
                <a:srgbClr val="FFC98E"/>
              </a:solidFill>
              <a:ln w="9525">
                <a:noFill/>
                <a:round/>
                <a:headEnd/>
                <a:tailEnd/>
              </a:ln>
            </p:spPr>
            <p:txBody>
              <a:bodyPr/>
              <a:lstStyle/>
              <a:p>
                <a:pPr algn="ctr"/>
                <a:endParaRPr lang="pt-BR" sz="2400"/>
              </a:p>
            </p:txBody>
          </p:sp>
          <p:sp>
            <p:nvSpPr>
              <p:cNvPr id="715" name="Freeform 20"/>
              <p:cNvSpPr>
                <a:spLocks/>
              </p:cNvSpPr>
              <p:nvPr/>
            </p:nvSpPr>
            <p:spPr bwMode="auto">
              <a:xfrm>
                <a:off x="5141" y="3193"/>
                <a:ext cx="262" cy="323"/>
              </a:xfrm>
              <a:custGeom>
                <a:avLst/>
                <a:gdLst>
                  <a:gd name="T0" fmla="*/ 0 w 2096"/>
                  <a:gd name="T1" fmla="*/ 0 h 2582"/>
                  <a:gd name="T2" fmla="*/ 0 w 2096"/>
                  <a:gd name="T3" fmla="*/ 0 h 2582"/>
                  <a:gd name="T4" fmla="*/ 0 w 2096"/>
                  <a:gd name="T5" fmla="*/ 0 h 2582"/>
                  <a:gd name="T6" fmla="*/ 0 w 2096"/>
                  <a:gd name="T7" fmla="*/ 0 h 2582"/>
                  <a:gd name="T8" fmla="*/ 0 w 2096"/>
                  <a:gd name="T9" fmla="*/ 0 h 2582"/>
                  <a:gd name="T10" fmla="*/ 0 w 2096"/>
                  <a:gd name="T11" fmla="*/ 0 h 2582"/>
                  <a:gd name="T12" fmla="*/ 0 w 2096"/>
                  <a:gd name="T13" fmla="*/ 0 h 2582"/>
                  <a:gd name="T14" fmla="*/ 0 w 2096"/>
                  <a:gd name="T15" fmla="*/ 0 h 2582"/>
                  <a:gd name="T16" fmla="*/ 0 w 2096"/>
                  <a:gd name="T17" fmla="*/ 0 h 2582"/>
                  <a:gd name="T18" fmla="*/ 0 w 2096"/>
                  <a:gd name="T19" fmla="*/ 0 h 2582"/>
                  <a:gd name="T20" fmla="*/ 0 w 2096"/>
                  <a:gd name="T21" fmla="*/ 0 h 2582"/>
                  <a:gd name="T22" fmla="*/ 0 w 2096"/>
                  <a:gd name="T23" fmla="*/ 0 h 2582"/>
                  <a:gd name="T24" fmla="*/ 0 w 2096"/>
                  <a:gd name="T25" fmla="*/ 0 h 2582"/>
                  <a:gd name="T26" fmla="*/ 0 w 2096"/>
                  <a:gd name="T27" fmla="*/ 0 h 2582"/>
                  <a:gd name="T28" fmla="*/ 0 w 2096"/>
                  <a:gd name="T29" fmla="*/ 0 h 2582"/>
                  <a:gd name="T30" fmla="*/ 0 w 2096"/>
                  <a:gd name="T31" fmla="*/ 0 h 2582"/>
                  <a:gd name="T32" fmla="*/ 0 w 2096"/>
                  <a:gd name="T33" fmla="*/ 0 h 2582"/>
                  <a:gd name="T34" fmla="*/ 0 w 2096"/>
                  <a:gd name="T35" fmla="*/ 0 h 2582"/>
                  <a:gd name="T36" fmla="*/ 0 w 2096"/>
                  <a:gd name="T37" fmla="*/ 0 h 2582"/>
                  <a:gd name="T38" fmla="*/ 0 w 2096"/>
                  <a:gd name="T39" fmla="*/ 0 h 2582"/>
                  <a:gd name="T40" fmla="*/ 0 w 2096"/>
                  <a:gd name="T41" fmla="*/ 0 h 2582"/>
                  <a:gd name="T42" fmla="*/ 0 w 2096"/>
                  <a:gd name="T43" fmla="*/ 0 h 2582"/>
                  <a:gd name="T44" fmla="*/ 0 w 2096"/>
                  <a:gd name="T45" fmla="*/ 0 h 2582"/>
                  <a:gd name="T46" fmla="*/ 0 w 2096"/>
                  <a:gd name="T47" fmla="*/ 0 h 2582"/>
                  <a:gd name="T48" fmla="*/ 0 w 2096"/>
                  <a:gd name="T49" fmla="*/ 0 h 2582"/>
                  <a:gd name="T50" fmla="*/ 0 w 2096"/>
                  <a:gd name="T51" fmla="*/ 0 h 2582"/>
                  <a:gd name="T52" fmla="*/ 0 w 2096"/>
                  <a:gd name="T53" fmla="*/ 0 h 2582"/>
                  <a:gd name="T54" fmla="*/ 0 w 2096"/>
                  <a:gd name="T55" fmla="*/ 0 h 2582"/>
                  <a:gd name="T56" fmla="*/ 0 w 2096"/>
                  <a:gd name="T57" fmla="*/ 0 h 2582"/>
                  <a:gd name="T58" fmla="*/ 0 w 2096"/>
                  <a:gd name="T59" fmla="*/ 0 h 2582"/>
                  <a:gd name="T60" fmla="*/ 0 w 2096"/>
                  <a:gd name="T61" fmla="*/ 0 h 2582"/>
                  <a:gd name="T62" fmla="*/ 0 w 2096"/>
                  <a:gd name="T63" fmla="*/ 0 h 2582"/>
                  <a:gd name="T64" fmla="*/ 0 w 2096"/>
                  <a:gd name="T65" fmla="*/ 0 h 2582"/>
                  <a:gd name="T66" fmla="*/ 0 w 2096"/>
                  <a:gd name="T67" fmla="*/ 0 h 2582"/>
                  <a:gd name="T68" fmla="*/ 0 w 2096"/>
                  <a:gd name="T69" fmla="*/ 0 h 2582"/>
                  <a:gd name="T70" fmla="*/ 0 w 2096"/>
                  <a:gd name="T71" fmla="*/ 0 h 2582"/>
                  <a:gd name="T72" fmla="*/ 0 w 2096"/>
                  <a:gd name="T73" fmla="*/ 0 h 2582"/>
                  <a:gd name="T74" fmla="*/ 0 w 2096"/>
                  <a:gd name="T75" fmla="*/ 0 h 258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96"/>
                  <a:gd name="T115" fmla="*/ 0 h 2582"/>
                  <a:gd name="T116" fmla="*/ 2096 w 2096"/>
                  <a:gd name="T117" fmla="*/ 2582 h 258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96" h="2582">
                    <a:moveTo>
                      <a:pt x="533" y="0"/>
                    </a:moveTo>
                    <a:lnTo>
                      <a:pt x="441" y="77"/>
                    </a:lnTo>
                    <a:lnTo>
                      <a:pt x="376" y="240"/>
                    </a:lnTo>
                    <a:lnTo>
                      <a:pt x="314" y="450"/>
                    </a:lnTo>
                    <a:lnTo>
                      <a:pt x="307" y="517"/>
                    </a:lnTo>
                    <a:lnTo>
                      <a:pt x="254" y="622"/>
                    </a:lnTo>
                    <a:lnTo>
                      <a:pt x="254" y="675"/>
                    </a:lnTo>
                    <a:lnTo>
                      <a:pt x="281" y="756"/>
                    </a:lnTo>
                    <a:lnTo>
                      <a:pt x="281" y="816"/>
                    </a:lnTo>
                    <a:lnTo>
                      <a:pt x="173" y="941"/>
                    </a:lnTo>
                    <a:lnTo>
                      <a:pt x="92" y="1066"/>
                    </a:lnTo>
                    <a:lnTo>
                      <a:pt x="0" y="1255"/>
                    </a:lnTo>
                    <a:lnTo>
                      <a:pt x="15" y="1291"/>
                    </a:lnTo>
                    <a:lnTo>
                      <a:pt x="193" y="1345"/>
                    </a:lnTo>
                    <a:lnTo>
                      <a:pt x="238" y="1418"/>
                    </a:lnTo>
                    <a:lnTo>
                      <a:pt x="238" y="1448"/>
                    </a:lnTo>
                    <a:lnTo>
                      <a:pt x="193" y="1575"/>
                    </a:lnTo>
                    <a:lnTo>
                      <a:pt x="229" y="1609"/>
                    </a:lnTo>
                    <a:lnTo>
                      <a:pt x="217" y="1666"/>
                    </a:lnTo>
                    <a:lnTo>
                      <a:pt x="254" y="1732"/>
                    </a:lnTo>
                    <a:lnTo>
                      <a:pt x="289" y="1824"/>
                    </a:lnTo>
                    <a:lnTo>
                      <a:pt x="281" y="1870"/>
                    </a:lnTo>
                    <a:lnTo>
                      <a:pt x="254" y="1950"/>
                    </a:lnTo>
                    <a:lnTo>
                      <a:pt x="254" y="2006"/>
                    </a:lnTo>
                    <a:lnTo>
                      <a:pt x="298" y="2094"/>
                    </a:lnTo>
                    <a:lnTo>
                      <a:pt x="395" y="2165"/>
                    </a:lnTo>
                    <a:lnTo>
                      <a:pt x="604" y="2188"/>
                    </a:lnTo>
                    <a:lnTo>
                      <a:pt x="755" y="2229"/>
                    </a:lnTo>
                    <a:lnTo>
                      <a:pt x="844" y="2312"/>
                    </a:lnTo>
                    <a:lnTo>
                      <a:pt x="923" y="2446"/>
                    </a:lnTo>
                    <a:lnTo>
                      <a:pt x="955" y="2582"/>
                    </a:lnTo>
                    <a:lnTo>
                      <a:pt x="1043" y="2421"/>
                    </a:lnTo>
                    <a:lnTo>
                      <a:pt x="1237" y="2241"/>
                    </a:lnTo>
                    <a:lnTo>
                      <a:pt x="1457" y="2094"/>
                    </a:lnTo>
                    <a:lnTo>
                      <a:pt x="1714" y="1996"/>
                    </a:lnTo>
                    <a:lnTo>
                      <a:pt x="2096" y="1905"/>
                    </a:lnTo>
                    <a:lnTo>
                      <a:pt x="1176" y="240"/>
                    </a:lnTo>
                    <a:lnTo>
                      <a:pt x="533" y="0"/>
                    </a:lnTo>
                    <a:close/>
                  </a:path>
                </a:pathLst>
              </a:custGeom>
              <a:solidFill>
                <a:srgbClr val="FFC98E"/>
              </a:solidFill>
              <a:ln w="9525">
                <a:noFill/>
                <a:round/>
                <a:headEnd/>
                <a:tailEnd/>
              </a:ln>
            </p:spPr>
            <p:txBody>
              <a:bodyPr/>
              <a:lstStyle/>
              <a:p>
                <a:pPr algn="ctr"/>
                <a:endParaRPr lang="pt-BR" sz="2400"/>
              </a:p>
            </p:txBody>
          </p:sp>
          <p:sp>
            <p:nvSpPr>
              <p:cNvPr id="716" name="Freeform 21"/>
              <p:cNvSpPr>
                <a:spLocks/>
              </p:cNvSpPr>
              <p:nvPr/>
            </p:nvSpPr>
            <p:spPr bwMode="auto">
              <a:xfrm>
                <a:off x="5215" y="3118"/>
                <a:ext cx="185" cy="42"/>
              </a:xfrm>
              <a:custGeom>
                <a:avLst/>
                <a:gdLst>
                  <a:gd name="T0" fmla="*/ 0 w 1483"/>
                  <a:gd name="T1" fmla="*/ 0 h 339"/>
                  <a:gd name="T2" fmla="*/ 0 w 1483"/>
                  <a:gd name="T3" fmla="*/ 0 h 339"/>
                  <a:gd name="T4" fmla="*/ 0 w 1483"/>
                  <a:gd name="T5" fmla="*/ 0 h 339"/>
                  <a:gd name="T6" fmla="*/ 0 w 1483"/>
                  <a:gd name="T7" fmla="*/ 0 h 339"/>
                  <a:gd name="T8" fmla="*/ 0 w 1483"/>
                  <a:gd name="T9" fmla="*/ 0 h 339"/>
                  <a:gd name="T10" fmla="*/ 0 w 1483"/>
                  <a:gd name="T11" fmla="*/ 0 h 339"/>
                  <a:gd name="T12" fmla="*/ 0 w 1483"/>
                  <a:gd name="T13" fmla="*/ 0 h 339"/>
                  <a:gd name="T14" fmla="*/ 0 w 1483"/>
                  <a:gd name="T15" fmla="*/ 0 h 339"/>
                  <a:gd name="T16" fmla="*/ 0 w 1483"/>
                  <a:gd name="T17" fmla="*/ 0 h 339"/>
                  <a:gd name="T18" fmla="*/ 0 w 1483"/>
                  <a:gd name="T19" fmla="*/ 0 h 339"/>
                  <a:gd name="T20" fmla="*/ 0 w 1483"/>
                  <a:gd name="T21" fmla="*/ 0 h 339"/>
                  <a:gd name="T22" fmla="*/ 0 w 1483"/>
                  <a:gd name="T23" fmla="*/ 0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3"/>
                  <a:gd name="T37" fmla="*/ 0 h 339"/>
                  <a:gd name="T38" fmla="*/ 1483 w 1483"/>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3" h="339">
                    <a:moveTo>
                      <a:pt x="0" y="330"/>
                    </a:moveTo>
                    <a:lnTo>
                      <a:pt x="72" y="261"/>
                    </a:lnTo>
                    <a:lnTo>
                      <a:pt x="251" y="127"/>
                    </a:lnTo>
                    <a:lnTo>
                      <a:pt x="450" y="58"/>
                    </a:lnTo>
                    <a:lnTo>
                      <a:pt x="784" y="0"/>
                    </a:lnTo>
                    <a:lnTo>
                      <a:pt x="1022" y="0"/>
                    </a:lnTo>
                    <a:lnTo>
                      <a:pt x="1242" y="37"/>
                    </a:lnTo>
                    <a:lnTo>
                      <a:pt x="1400" y="81"/>
                    </a:lnTo>
                    <a:lnTo>
                      <a:pt x="1483" y="152"/>
                    </a:lnTo>
                    <a:lnTo>
                      <a:pt x="872" y="310"/>
                    </a:lnTo>
                    <a:lnTo>
                      <a:pt x="64" y="339"/>
                    </a:lnTo>
                    <a:lnTo>
                      <a:pt x="0" y="330"/>
                    </a:lnTo>
                    <a:close/>
                  </a:path>
                </a:pathLst>
              </a:custGeom>
              <a:solidFill>
                <a:srgbClr val="70230C"/>
              </a:solidFill>
              <a:ln w="9525">
                <a:noFill/>
                <a:round/>
                <a:headEnd/>
                <a:tailEnd/>
              </a:ln>
            </p:spPr>
            <p:txBody>
              <a:bodyPr/>
              <a:lstStyle/>
              <a:p>
                <a:pPr algn="ctr"/>
                <a:endParaRPr lang="pt-BR" sz="2400"/>
              </a:p>
            </p:txBody>
          </p:sp>
          <p:sp>
            <p:nvSpPr>
              <p:cNvPr id="717" name="Freeform 22"/>
              <p:cNvSpPr>
                <a:spLocks/>
              </p:cNvSpPr>
              <p:nvPr/>
            </p:nvSpPr>
            <p:spPr bwMode="auto">
              <a:xfrm>
                <a:off x="4493" y="3401"/>
                <a:ext cx="180" cy="136"/>
              </a:xfrm>
              <a:custGeom>
                <a:avLst/>
                <a:gdLst>
                  <a:gd name="T0" fmla="*/ 0 w 1443"/>
                  <a:gd name="T1" fmla="*/ 0 h 1092"/>
                  <a:gd name="T2" fmla="*/ 0 w 1443"/>
                  <a:gd name="T3" fmla="*/ 0 h 1092"/>
                  <a:gd name="T4" fmla="*/ 0 w 1443"/>
                  <a:gd name="T5" fmla="*/ 0 h 1092"/>
                  <a:gd name="T6" fmla="*/ 0 w 1443"/>
                  <a:gd name="T7" fmla="*/ 0 h 1092"/>
                  <a:gd name="T8" fmla="*/ 0 w 1443"/>
                  <a:gd name="T9" fmla="*/ 0 h 1092"/>
                  <a:gd name="T10" fmla="*/ 0 w 1443"/>
                  <a:gd name="T11" fmla="*/ 0 h 1092"/>
                  <a:gd name="T12" fmla="*/ 0 w 1443"/>
                  <a:gd name="T13" fmla="*/ 0 h 1092"/>
                  <a:gd name="T14" fmla="*/ 0 w 1443"/>
                  <a:gd name="T15" fmla="*/ 0 h 1092"/>
                  <a:gd name="T16" fmla="*/ 0 w 1443"/>
                  <a:gd name="T17" fmla="*/ 0 h 1092"/>
                  <a:gd name="T18" fmla="*/ 0 w 1443"/>
                  <a:gd name="T19" fmla="*/ 0 h 1092"/>
                  <a:gd name="T20" fmla="*/ 0 w 1443"/>
                  <a:gd name="T21" fmla="*/ 0 h 1092"/>
                  <a:gd name="T22" fmla="*/ 0 w 1443"/>
                  <a:gd name="T23" fmla="*/ 0 h 1092"/>
                  <a:gd name="T24" fmla="*/ 0 w 1443"/>
                  <a:gd name="T25" fmla="*/ 0 h 1092"/>
                  <a:gd name="T26" fmla="*/ 0 w 1443"/>
                  <a:gd name="T27" fmla="*/ 0 h 1092"/>
                  <a:gd name="T28" fmla="*/ 0 w 1443"/>
                  <a:gd name="T29" fmla="*/ 0 h 1092"/>
                  <a:gd name="T30" fmla="*/ 0 w 1443"/>
                  <a:gd name="T31" fmla="*/ 0 h 1092"/>
                  <a:gd name="T32" fmla="*/ 0 w 1443"/>
                  <a:gd name="T33" fmla="*/ 0 h 1092"/>
                  <a:gd name="T34" fmla="*/ 0 w 1443"/>
                  <a:gd name="T35" fmla="*/ 0 h 1092"/>
                  <a:gd name="T36" fmla="*/ 0 w 1443"/>
                  <a:gd name="T37" fmla="*/ 0 h 1092"/>
                  <a:gd name="T38" fmla="*/ 0 w 1443"/>
                  <a:gd name="T39" fmla="*/ 0 h 1092"/>
                  <a:gd name="T40" fmla="*/ 0 w 1443"/>
                  <a:gd name="T41" fmla="*/ 0 h 1092"/>
                  <a:gd name="T42" fmla="*/ 0 w 1443"/>
                  <a:gd name="T43" fmla="*/ 0 h 1092"/>
                  <a:gd name="T44" fmla="*/ 0 w 1443"/>
                  <a:gd name="T45" fmla="*/ 0 h 1092"/>
                  <a:gd name="T46" fmla="*/ 0 w 1443"/>
                  <a:gd name="T47" fmla="*/ 0 h 1092"/>
                  <a:gd name="T48" fmla="*/ 0 w 1443"/>
                  <a:gd name="T49" fmla="*/ 0 h 1092"/>
                  <a:gd name="T50" fmla="*/ 0 w 1443"/>
                  <a:gd name="T51" fmla="*/ 0 h 1092"/>
                  <a:gd name="T52" fmla="*/ 0 w 1443"/>
                  <a:gd name="T53" fmla="*/ 0 h 1092"/>
                  <a:gd name="T54" fmla="*/ 0 w 1443"/>
                  <a:gd name="T55" fmla="*/ 0 h 1092"/>
                  <a:gd name="T56" fmla="*/ 0 w 1443"/>
                  <a:gd name="T57" fmla="*/ 0 h 1092"/>
                  <a:gd name="T58" fmla="*/ 0 w 1443"/>
                  <a:gd name="T59" fmla="*/ 0 h 1092"/>
                  <a:gd name="T60" fmla="*/ 0 w 1443"/>
                  <a:gd name="T61" fmla="*/ 0 h 1092"/>
                  <a:gd name="T62" fmla="*/ 0 w 1443"/>
                  <a:gd name="T63" fmla="*/ 0 h 109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3"/>
                  <a:gd name="T97" fmla="*/ 0 h 1092"/>
                  <a:gd name="T98" fmla="*/ 1443 w 1443"/>
                  <a:gd name="T99" fmla="*/ 1092 h 109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3" h="1092">
                    <a:moveTo>
                      <a:pt x="1259" y="584"/>
                    </a:moveTo>
                    <a:lnTo>
                      <a:pt x="1215" y="566"/>
                    </a:lnTo>
                    <a:lnTo>
                      <a:pt x="1153" y="527"/>
                    </a:lnTo>
                    <a:lnTo>
                      <a:pt x="716" y="527"/>
                    </a:lnTo>
                    <a:lnTo>
                      <a:pt x="689" y="657"/>
                    </a:lnTo>
                    <a:lnTo>
                      <a:pt x="659" y="771"/>
                    </a:lnTo>
                    <a:lnTo>
                      <a:pt x="582" y="888"/>
                    </a:lnTo>
                    <a:lnTo>
                      <a:pt x="518" y="905"/>
                    </a:lnTo>
                    <a:lnTo>
                      <a:pt x="518" y="999"/>
                    </a:lnTo>
                    <a:lnTo>
                      <a:pt x="461" y="1092"/>
                    </a:lnTo>
                    <a:lnTo>
                      <a:pt x="389" y="1057"/>
                    </a:lnTo>
                    <a:lnTo>
                      <a:pt x="375" y="1020"/>
                    </a:lnTo>
                    <a:lnTo>
                      <a:pt x="336" y="1037"/>
                    </a:lnTo>
                    <a:lnTo>
                      <a:pt x="259" y="1008"/>
                    </a:lnTo>
                    <a:lnTo>
                      <a:pt x="202" y="875"/>
                    </a:lnTo>
                    <a:lnTo>
                      <a:pt x="0" y="612"/>
                    </a:lnTo>
                    <a:lnTo>
                      <a:pt x="0" y="435"/>
                    </a:lnTo>
                    <a:lnTo>
                      <a:pt x="92" y="349"/>
                    </a:lnTo>
                    <a:lnTo>
                      <a:pt x="292" y="266"/>
                    </a:lnTo>
                    <a:lnTo>
                      <a:pt x="373" y="204"/>
                    </a:lnTo>
                    <a:lnTo>
                      <a:pt x="558" y="105"/>
                    </a:lnTo>
                    <a:lnTo>
                      <a:pt x="677" y="77"/>
                    </a:lnTo>
                    <a:lnTo>
                      <a:pt x="804" y="0"/>
                    </a:lnTo>
                    <a:lnTo>
                      <a:pt x="1044" y="0"/>
                    </a:lnTo>
                    <a:lnTo>
                      <a:pt x="1136" y="24"/>
                    </a:lnTo>
                    <a:lnTo>
                      <a:pt x="1252" y="103"/>
                    </a:lnTo>
                    <a:lnTo>
                      <a:pt x="1277" y="144"/>
                    </a:lnTo>
                    <a:lnTo>
                      <a:pt x="1428" y="236"/>
                    </a:lnTo>
                    <a:lnTo>
                      <a:pt x="1443" y="294"/>
                    </a:lnTo>
                    <a:lnTo>
                      <a:pt x="1395" y="402"/>
                    </a:lnTo>
                    <a:lnTo>
                      <a:pt x="1351" y="545"/>
                    </a:lnTo>
                    <a:lnTo>
                      <a:pt x="1259" y="584"/>
                    </a:lnTo>
                    <a:close/>
                  </a:path>
                </a:pathLst>
              </a:custGeom>
              <a:solidFill>
                <a:srgbClr val="FFC98E"/>
              </a:solidFill>
              <a:ln w="9525">
                <a:noFill/>
                <a:round/>
                <a:headEnd/>
                <a:tailEnd/>
              </a:ln>
            </p:spPr>
            <p:txBody>
              <a:bodyPr/>
              <a:lstStyle/>
              <a:p>
                <a:pPr algn="ctr"/>
                <a:endParaRPr lang="pt-BR" sz="2400"/>
              </a:p>
            </p:txBody>
          </p:sp>
          <p:sp>
            <p:nvSpPr>
              <p:cNvPr id="718" name="Freeform 23"/>
              <p:cNvSpPr>
                <a:spLocks/>
              </p:cNvSpPr>
              <p:nvPr/>
            </p:nvSpPr>
            <p:spPr bwMode="auto">
              <a:xfrm>
                <a:off x="4916" y="2886"/>
                <a:ext cx="206" cy="277"/>
              </a:xfrm>
              <a:custGeom>
                <a:avLst/>
                <a:gdLst>
                  <a:gd name="T0" fmla="*/ 0 w 1648"/>
                  <a:gd name="T1" fmla="*/ 0 h 2211"/>
                  <a:gd name="T2" fmla="*/ 0 w 1648"/>
                  <a:gd name="T3" fmla="*/ 0 h 2211"/>
                  <a:gd name="T4" fmla="*/ 0 w 1648"/>
                  <a:gd name="T5" fmla="*/ 0 h 2211"/>
                  <a:gd name="T6" fmla="*/ 0 w 1648"/>
                  <a:gd name="T7" fmla="*/ 0 h 2211"/>
                  <a:gd name="T8" fmla="*/ 0 w 1648"/>
                  <a:gd name="T9" fmla="*/ 0 h 2211"/>
                  <a:gd name="T10" fmla="*/ 0 w 1648"/>
                  <a:gd name="T11" fmla="*/ 0 h 2211"/>
                  <a:gd name="T12" fmla="*/ 0 w 1648"/>
                  <a:gd name="T13" fmla="*/ 0 h 2211"/>
                  <a:gd name="T14" fmla="*/ 0 w 1648"/>
                  <a:gd name="T15" fmla="*/ 0 h 2211"/>
                  <a:gd name="T16" fmla="*/ 0 w 1648"/>
                  <a:gd name="T17" fmla="*/ 0 h 2211"/>
                  <a:gd name="T18" fmla="*/ 0 w 1648"/>
                  <a:gd name="T19" fmla="*/ 0 h 2211"/>
                  <a:gd name="T20" fmla="*/ 0 w 1648"/>
                  <a:gd name="T21" fmla="*/ 0 h 2211"/>
                  <a:gd name="T22" fmla="*/ 0 w 1648"/>
                  <a:gd name="T23" fmla="*/ 0 h 2211"/>
                  <a:gd name="T24" fmla="*/ 0 w 1648"/>
                  <a:gd name="T25" fmla="*/ 0 h 2211"/>
                  <a:gd name="T26" fmla="*/ 0 w 1648"/>
                  <a:gd name="T27" fmla="*/ 0 h 2211"/>
                  <a:gd name="T28" fmla="*/ 0 w 1648"/>
                  <a:gd name="T29" fmla="*/ 0 h 2211"/>
                  <a:gd name="T30" fmla="*/ 0 w 1648"/>
                  <a:gd name="T31" fmla="*/ 0 h 2211"/>
                  <a:gd name="T32" fmla="*/ 0 w 1648"/>
                  <a:gd name="T33" fmla="*/ 0 h 2211"/>
                  <a:gd name="T34" fmla="*/ 0 w 1648"/>
                  <a:gd name="T35" fmla="*/ 0 h 2211"/>
                  <a:gd name="T36" fmla="*/ 0 w 1648"/>
                  <a:gd name="T37" fmla="*/ 0 h 2211"/>
                  <a:gd name="T38" fmla="*/ 0 w 1648"/>
                  <a:gd name="T39" fmla="*/ 0 h 2211"/>
                  <a:gd name="T40" fmla="*/ 0 w 1648"/>
                  <a:gd name="T41" fmla="*/ 0 h 2211"/>
                  <a:gd name="T42" fmla="*/ 0 w 1648"/>
                  <a:gd name="T43" fmla="*/ 0 h 2211"/>
                  <a:gd name="T44" fmla="*/ 0 w 1648"/>
                  <a:gd name="T45" fmla="*/ 0 h 2211"/>
                  <a:gd name="T46" fmla="*/ 0 w 1648"/>
                  <a:gd name="T47" fmla="*/ 0 h 2211"/>
                  <a:gd name="T48" fmla="*/ 0 w 1648"/>
                  <a:gd name="T49" fmla="*/ 0 h 221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48"/>
                  <a:gd name="T76" fmla="*/ 0 h 2211"/>
                  <a:gd name="T77" fmla="*/ 1648 w 1648"/>
                  <a:gd name="T78" fmla="*/ 2211 h 221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48" h="2211">
                    <a:moveTo>
                      <a:pt x="30" y="608"/>
                    </a:moveTo>
                    <a:lnTo>
                      <a:pt x="0" y="648"/>
                    </a:lnTo>
                    <a:lnTo>
                      <a:pt x="0" y="734"/>
                    </a:lnTo>
                    <a:lnTo>
                      <a:pt x="37" y="972"/>
                    </a:lnTo>
                    <a:lnTo>
                      <a:pt x="96" y="1106"/>
                    </a:lnTo>
                    <a:lnTo>
                      <a:pt x="180" y="1134"/>
                    </a:lnTo>
                    <a:lnTo>
                      <a:pt x="302" y="1657"/>
                    </a:lnTo>
                    <a:lnTo>
                      <a:pt x="302" y="1784"/>
                    </a:lnTo>
                    <a:lnTo>
                      <a:pt x="390" y="1991"/>
                    </a:lnTo>
                    <a:lnTo>
                      <a:pt x="760" y="2211"/>
                    </a:lnTo>
                    <a:lnTo>
                      <a:pt x="1151" y="1966"/>
                    </a:lnTo>
                    <a:lnTo>
                      <a:pt x="1353" y="1639"/>
                    </a:lnTo>
                    <a:lnTo>
                      <a:pt x="1386" y="1583"/>
                    </a:lnTo>
                    <a:lnTo>
                      <a:pt x="1482" y="1097"/>
                    </a:lnTo>
                    <a:lnTo>
                      <a:pt x="1551" y="1039"/>
                    </a:lnTo>
                    <a:lnTo>
                      <a:pt x="1602" y="862"/>
                    </a:lnTo>
                    <a:lnTo>
                      <a:pt x="1648" y="742"/>
                    </a:lnTo>
                    <a:lnTo>
                      <a:pt x="1648" y="686"/>
                    </a:lnTo>
                    <a:lnTo>
                      <a:pt x="1630" y="657"/>
                    </a:lnTo>
                    <a:lnTo>
                      <a:pt x="1593" y="640"/>
                    </a:lnTo>
                    <a:lnTo>
                      <a:pt x="1498" y="270"/>
                    </a:lnTo>
                    <a:lnTo>
                      <a:pt x="1424" y="0"/>
                    </a:lnTo>
                    <a:lnTo>
                      <a:pt x="237" y="136"/>
                    </a:lnTo>
                    <a:lnTo>
                      <a:pt x="133" y="334"/>
                    </a:lnTo>
                    <a:lnTo>
                      <a:pt x="30" y="608"/>
                    </a:lnTo>
                    <a:close/>
                  </a:path>
                </a:pathLst>
              </a:custGeom>
              <a:solidFill>
                <a:srgbClr val="FFC98E"/>
              </a:solidFill>
              <a:ln w="9525">
                <a:noFill/>
                <a:round/>
                <a:headEnd/>
                <a:tailEnd/>
              </a:ln>
            </p:spPr>
            <p:txBody>
              <a:bodyPr/>
              <a:lstStyle/>
              <a:p>
                <a:pPr algn="ctr"/>
                <a:endParaRPr lang="pt-BR" sz="2400"/>
              </a:p>
            </p:txBody>
          </p:sp>
          <p:sp>
            <p:nvSpPr>
              <p:cNvPr id="719" name="Freeform 24"/>
              <p:cNvSpPr>
                <a:spLocks/>
              </p:cNvSpPr>
              <p:nvPr/>
            </p:nvSpPr>
            <p:spPr bwMode="auto">
              <a:xfrm>
                <a:off x="4926" y="2821"/>
                <a:ext cx="198" cy="154"/>
              </a:xfrm>
              <a:custGeom>
                <a:avLst/>
                <a:gdLst>
                  <a:gd name="T0" fmla="*/ 0 w 1584"/>
                  <a:gd name="T1" fmla="*/ 0 h 1228"/>
                  <a:gd name="T2" fmla="*/ 0 w 1584"/>
                  <a:gd name="T3" fmla="*/ 0 h 1228"/>
                  <a:gd name="T4" fmla="*/ 0 w 1584"/>
                  <a:gd name="T5" fmla="*/ 0 h 1228"/>
                  <a:gd name="T6" fmla="*/ 0 w 1584"/>
                  <a:gd name="T7" fmla="*/ 0 h 1228"/>
                  <a:gd name="T8" fmla="*/ 0 w 1584"/>
                  <a:gd name="T9" fmla="*/ 0 h 1228"/>
                  <a:gd name="T10" fmla="*/ 0 w 1584"/>
                  <a:gd name="T11" fmla="*/ 0 h 1228"/>
                  <a:gd name="T12" fmla="*/ 0 w 1584"/>
                  <a:gd name="T13" fmla="*/ 0 h 1228"/>
                  <a:gd name="T14" fmla="*/ 0 w 1584"/>
                  <a:gd name="T15" fmla="*/ 0 h 1228"/>
                  <a:gd name="T16" fmla="*/ 0 w 1584"/>
                  <a:gd name="T17" fmla="*/ 0 h 1228"/>
                  <a:gd name="T18" fmla="*/ 0 w 1584"/>
                  <a:gd name="T19" fmla="*/ 0 h 1228"/>
                  <a:gd name="T20" fmla="*/ 0 w 1584"/>
                  <a:gd name="T21" fmla="*/ 0 h 1228"/>
                  <a:gd name="T22" fmla="*/ 0 w 1584"/>
                  <a:gd name="T23" fmla="*/ 0 h 1228"/>
                  <a:gd name="T24" fmla="*/ 0 w 1584"/>
                  <a:gd name="T25" fmla="*/ 0 h 1228"/>
                  <a:gd name="T26" fmla="*/ 0 w 1584"/>
                  <a:gd name="T27" fmla="*/ 0 h 1228"/>
                  <a:gd name="T28" fmla="*/ 0 w 1584"/>
                  <a:gd name="T29" fmla="*/ 0 h 1228"/>
                  <a:gd name="T30" fmla="*/ 0 w 1584"/>
                  <a:gd name="T31" fmla="*/ 0 h 1228"/>
                  <a:gd name="T32" fmla="*/ 0 w 1584"/>
                  <a:gd name="T33" fmla="*/ 0 h 1228"/>
                  <a:gd name="T34" fmla="*/ 0 w 1584"/>
                  <a:gd name="T35" fmla="*/ 0 h 1228"/>
                  <a:gd name="T36" fmla="*/ 0 w 1584"/>
                  <a:gd name="T37" fmla="*/ 0 h 1228"/>
                  <a:gd name="T38" fmla="*/ 0 w 1584"/>
                  <a:gd name="T39" fmla="*/ 0 h 1228"/>
                  <a:gd name="T40" fmla="*/ 0 w 1584"/>
                  <a:gd name="T41" fmla="*/ 0 h 1228"/>
                  <a:gd name="T42" fmla="*/ 0 w 1584"/>
                  <a:gd name="T43" fmla="*/ 0 h 1228"/>
                  <a:gd name="T44" fmla="*/ 0 w 1584"/>
                  <a:gd name="T45" fmla="*/ 0 h 1228"/>
                  <a:gd name="T46" fmla="*/ 0 w 1584"/>
                  <a:gd name="T47" fmla="*/ 0 h 12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1228"/>
                  <a:gd name="T74" fmla="*/ 1584 w 1584"/>
                  <a:gd name="T75" fmla="*/ 1228 h 12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1228">
                    <a:moveTo>
                      <a:pt x="152" y="714"/>
                    </a:moveTo>
                    <a:lnTo>
                      <a:pt x="226" y="677"/>
                    </a:lnTo>
                    <a:lnTo>
                      <a:pt x="444" y="772"/>
                    </a:lnTo>
                    <a:lnTo>
                      <a:pt x="551" y="772"/>
                    </a:lnTo>
                    <a:lnTo>
                      <a:pt x="745" y="677"/>
                    </a:lnTo>
                    <a:lnTo>
                      <a:pt x="802" y="684"/>
                    </a:lnTo>
                    <a:lnTo>
                      <a:pt x="897" y="783"/>
                    </a:lnTo>
                    <a:lnTo>
                      <a:pt x="1319" y="521"/>
                    </a:lnTo>
                    <a:lnTo>
                      <a:pt x="1354" y="598"/>
                    </a:lnTo>
                    <a:lnTo>
                      <a:pt x="1422" y="912"/>
                    </a:lnTo>
                    <a:lnTo>
                      <a:pt x="1406" y="1066"/>
                    </a:lnTo>
                    <a:lnTo>
                      <a:pt x="1446" y="1228"/>
                    </a:lnTo>
                    <a:lnTo>
                      <a:pt x="1584" y="868"/>
                    </a:lnTo>
                    <a:lnTo>
                      <a:pt x="1540" y="620"/>
                    </a:lnTo>
                    <a:lnTo>
                      <a:pt x="1413" y="435"/>
                    </a:lnTo>
                    <a:lnTo>
                      <a:pt x="1348" y="389"/>
                    </a:lnTo>
                    <a:lnTo>
                      <a:pt x="1222" y="161"/>
                    </a:lnTo>
                    <a:lnTo>
                      <a:pt x="943" y="0"/>
                    </a:lnTo>
                    <a:lnTo>
                      <a:pt x="827" y="0"/>
                    </a:lnTo>
                    <a:lnTo>
                      <a:pt x="541" y="69"/>
                    </a:lnTo>
                    <a:lnTo>
                      <a:pt x="205" y="267"/>
                    </a:lnTo>
                    <a:lnTo>
                      <a:pt x="0" y="811"/>
                    </a:lnTo>
                    <a:lnTo>
                      <a:pt x="80" y="846"/>
                    </a:lnTo>
                    <a:lnTo>
                      <a:pt x="152" y="714"/>
                    </a:lnTo>
                    <a:close/>
                  </a:path>
                </a:pathLst>
              </a:custGeom>
              <a:solidFill>
                <a:srgbClr val="70230C"/>
              </a:solidFill>
              <a:ln w="9525">
                <a:noFill/>
                <a:round/>
                <a:headEnd/>
                <a:tailEnd/>
              </a:ln>
            </p:spPr>
            <p:txBody>
              <a:bodyPr/>
              <a:lstStyle/>
              <a:p>
                <a:pPr algn="ctr"/>
                <a:endParaRPr lang="pt-BR" sz="2400"/>
              </a:p>
            </p:txBody>
          </p:sp>
          <p:sp>
            <p:nvSpPr>
              <p:cNvPr id="720" name="Freeform 25"/>
              <p:cNvSpPr>
                <a:spLocks/>
              </p:cNvSpPr>
              <p:nvPr/>
            </p:nvSpPr>
            <p:spPr bwMode="auto">
              <a:xfrm>
                <a:off x="4227" y="3397"/>
                <a:ext cx="176" cy="192"/>
              </a:xfrm>
              <a:custGeom>
                <a:avLst/>
                <a:gdLst>
                  <a:gd name="T0" fmla="*/ 0 w 1409"/>
                  <a:gd name="T1" fmla="*/ 0 h 1537"/>
                  <a:gd name="T2" fmla="*/ 0 w 1409"/>
                  <a:gd name="T3" fmla="*/ 0 h 1537"/>
                  <a:gd name="T4" fmla="*/ 0 w 1409"/>
                  <a:gd name="T5" fmla="*/ 0 h 1537"/>
                  <a:gd name="T6" fmla="*/ 0 w 1409"/>
                  <a:gd name="T7" fmla="*/ 0 h 1537"/>
                  <a:gd name="T8" fmla="*/ 0 w 1409"/>
                  <a:gd name="T9" fmla="*/ 0 h 1537"/>
                  <a:gd name="T10" fmla="*/ 0 w 1409"/>
                  <a:gd name="T11" fmla="*/ 0 h 1537"/>
                  <a:gd name="T12" fmla="*/ 0 w 1409"/>
                  <a:gd name="T13" fmla="*/ 0 h 1537"/>
                  <a:gd name="T14" fmla="*/ 0 w 1409"/>
                  <a:gd name="T15" fmla="*/ 0 h 1537"/>
                  <a:gd name="T16" fmla="*/ 0 w 1409"/>
                  <a:gd name="T17" fmla="*/ 0 h 1537"/>
                  <a:gd name="T18" fmla="*/ 0 w 1409"/>
                  <a:gd name="T19" fmla="*/ 0 h 1537"/>
                  <a:gd name="T20" fmla="*/ 0 w 1409"/>
                  <a:gd name="T21" fmla="*/ 0 h 1537"/>
                  <a:gd name="T22" fmla="*/ 0 w 1409"/>
                  <a:gd name="T23" fmla="*/ 0 h 1537"/>
                  <a:gd name="T24" fmla="*/ 0 w 1409"/>
                  <a:gd name="T25" fmla="*/ 0 h 1537"/>
                  <a:gd name="T26" fmla="*/ 0 w 1409"/>
                  <a:gd name="T27" fmla="*/ 0 h 1537"/>
                  <a:gd name="T28" fmla="*/ 0 w 1409"/>
                  <a:gd name="T29" fmla="*/ 0 h 1537"/>
                  <a:gd name="T30" fmla="*/ 0 w 1409"/>
                  <a:gd name="T31" fmla="*/ 0 h 1537"/>
                  <a:gd name="T32" fmla="*/ 0 w 1409"/>
                  <a:gd name="T33" fmla="*/ 0 h 1537"/>
                  <a:gd name="T34" fmla="*/ 0 w 1409"/>
                  <a:gd name="T35" fmla="*/ 0 h 1537"/>
                  <a:gd name="T36" fmla="*/ 0 w 1409"/>
                  <a:gd name="T37" fmla="*/ 0 h 1537"/>
                  <a:gd name="T38" fmla="*/ 0 w 1409"/>
                  <a:gd name="T39" fmla="*/ 0 h 1537"/>
                  <a:gd name="T40" fmla="*/ 0 w 1409"/>
                  <a:gd name="T41" fmla="*/ 0 h 1537"/>
                  <a:gd name="T42" fmla="*/ 0 w 1409"/>
                  <a:gd name="T43" fmla="*/ 0 h 1537"/>
                  <a:gd name="T44" fmla="*/ 0 w 1409"/>
                  <a:gd name="T45" fmla="*/ 0 h 1537"/>
                  <a:gd name="T46" fmla="*/ 0 w 1409"/>
                  <a:gd name="T47" fmla="*/ 0 h 1537"/>
                  <a:gd name="T48" fmla="*/ 0 w 1409"/>
                  <a:gd name="T49" fmla="*/ 0 h 1537"/>
                  <a:gd name="T50" fmla="*/ 0 w 1409"/>
                  <a:gd name="T51" fmla="*/ 0 h 1537"/>
                  <a:gd name="T52" fmla="*/ 0 w 1409"/>
                  <a:gd name="T53" fmla="*/ 0 h 1537"/>
                  <a:gd name="T54" fmla="*/ 0 w 1409"/>
                  <a:gd name="T55" fmla="*/ 0 h 1537"/>
                  <a:gd name="T56" fmla="*/ 0 w 1409"/>
                  <a:gd name="T57" fmla="*/ 0 h 1537"/>
                  <a:gd name="T58" fmla="*/ 0 w 1409"/>
                  <a:gd name="T59" fmla="*/ 0 h 1537"/>
                  <a:gd name="T60" fmla="*/ 0 w 1409"/>
                  <a:gd name="T61" fmla="*/ 0 h 1537"/>
                  <a:gd name="T62" fmla="*/ 0 w 1409"/>
                  <a:gd name="T63" fmla="*/ 0 h 1537"/>
                  <a:gd name="T64" fmla="*/ 0 w 1409"/>
                  <a:gd name="T65" fmla="*/ 0 h 1537"/>
                  <a:gd name="T66" fmla="*/ 0 w 1409"/>
                  <a:gd name="T67" fmla="*/ 0 h 1537"/>
                  <a:gd name="T68" fmla="*/ 0 w 1409"/>
                  <a:gd name="T69" fmla="*/ 0 h 15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09"/>
                  <a:gd name="T106" fmla="*/ 0 h 1537"/>
                  <a:gd name="T107" fmla="*/ 1409 w 1409"/>
                  <a:gd name="T108" fmla="*/ 1537 h 15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09" h="1537">
                    <a:moveTo>
                      <a:pt x="7" y="0"/>
                    </a:moveTo>
                    <a:lnTo>
                      <a:pt x="93" y="152"/>
                    </a:lnTo>
                    <a:lnTo>
                      <a:pt x="175" y="350"/>
                    </a:lnTo>
                    <a:lnTo>
                      <a:pt x="196" y="488"/>
                    </a:lnTo>
                    <a:lnTo>
                      <a:pt x="231" y="694"/>
                    </a:lnTo>
                    <a:lnTo>
                      <a:pt x="16" y="921"/>
                    </a:lnTo>
                    <a:lnTo>
                      <a:pt x="0" y="1062"/>
                    </a:lnTo>
                    <a:lnTo>
                      <a:pt x="55" y="1205"/>
                    </a:lnTo>
                    <a:lnTo>
                      <a:pt x="196" y="1360"/>
                    </a:lnTo>
                    <a:lnTo>
                      <a:pt x="332" y="1537"/>
                    </a:lnTo>
                    <a:lnTo>
                      <a:pt x="408" y="1537"/>
                    </a:lnTo>
                    <a:lnTo>
                      <a:pt x="521" y="1521"/>
                    </a:lnTo>
                    <a:lnTo>
                      <a:pt x="627" y="1373"/>
                    </a:lnTo>
                    <a:lnTo>
                      <a:pt x="708" y="1249"/>
                    </a:lnTo>
                    <a:lnTo>
                      <a:pt x="789" y="1120"/>
                    </a:lnTo>
                    <a:lnTo>
                      <a:pt x="1023" y="1097"/>
                    </a:lnTo>
                    <a:lnTo>
                      <a:pt x="1106" y="975"/>
                    </a:lnTo>
                    <a:lnTo>
                      <a:pt x="1277" y="672"/>
                    </a:lnTo>
                    <a:lnTo>
                      <a:pt x="1409" y="281"/>
                    </a:lnTo>
                    <a:lnTo>
                      <a:pt x="1341" y="294"/>
                    </a:lnTo>
                    <a:lnTo>
                      <a:pt x="1397" y="110"/>
                    </a:lnTo>
                    <a:lnTo>
                      <a:pt x="1275" y="170"/>
                    </a:lnTo>
                    <a:lnTo>
                      <a:pt x="1106" y="431"/>
                    </a:lnTo>
                    <a:lnTo>
                      <a:pt x="791" y="714"/>
                    </a:lnTo>
                    <a:lnTo>
                      <a:pt x="722" y="714"/>
                    </a:lnTo>
                    <a:lnTo>
                      <a:pt x="961" y="488"/>
                    </a:lnTo>
                    <a:lnTo>
                      <a:pt x="1060" y="152"/>
                    </a:lnTo>
                    <a:lnTo>
                      <a:pt x="985" y="195"/>
                    </a:lnTo>
                    <a:lnTo>
                      <a:pt x="858" y="431"/>
                    </a:lnTo>
                    <a:lnTo>
                      <a:pt x="570" y="518"/>
                    </a:lnTo>
                    <a:lnTo>
                      <a:pt x="484" y="505"/>
                    </a:lnTo>
                    <a:lnTo>
                      <a:pt x="376" y="380"/>
                    </a:lnTo>
                    <a:lnTo>
                      <a:pt x="231" y="152"/>
                    </a:lnTo>
                    <a:lnTo>
                      <a:pt x="93" y="33"/>
                    </a:lnTo>
                    <a:lnTo>
                      <a:pt x="7" y="0"/>
                    </a:lnTo>
                    <a:close/>
                  </a:path>
                </a:pathLst>
              </a:custGeom>
              <a:solidFill>
                <a:srgbClr val="FFC98E"/>
              </a:solidFill>
              <a:ln w="9525">
                <a:noFill/>
                <a:round/>
                <a:headEnd/>
                <a:tailEnd/>
              </a:ln>
            </p:spPr>
            <p:txBody>
              <a:bodyPr/>
              <a:lstStyle/>
              <a:p>
                <a:pPr algn="ctr"/>
                <a:endParaRPr lang="pt-BR" sz="2400"/>
              </a:p>
            </p:txBody>
          </p:sp>
          <p:sp>
            <p:nvSpPr>
              <p:cNvPr id="721" name="Freeform 26"/>
              <p:cNvSpPr>
                <a:spLocks/>
              </p:cNvSpPr>
              <p:nvPr/>
            </p:nvSpPr>
            <p:spPr bwMode="auto">
              <a:xfrm>
                <a:off x="4394" y="2897"/>
                <a:ext cx="190" cy="257"/>
              </a:xfrm>
              <a:custGeom>
                <a:avLst/>
                <a:gdLst>
                  <a:gd name="T0" fmla="*/ 0 w 1520"/>
                  <a:gd name="T1" fmla="*/ 0 h 2056"/>
                  <a:gd name="T2" fmla="*/ 0 w 1520"/>
                  <a:gd name="T3" fmla="*/ 0 h 2056"/>
                  <a:gd name="T4" fmla="*/ 0 w 1520"/>
                  <a:gd name="T5" fmla="*/ 0 h 2056"/>
                  <a:gd name="T6" fmla="*/ 0 w 1520"/>
                  <a:gd name="T7" fmla="*/ 0 h 2056"/>
                  <a:gd name="T8" fmla="*/ 0 w 1520"/>
                  <a:gd name="T9" fmla="*/ 0 h 2056"/>
                  <a:gd name="T10" fmla="*/ 0 w 1520"/>
                  <a:gd name="T11" fmla="*/ 0 h 2056"/>
                  <a:gd name="T12" fmla="*/ 0 w 1520"/>
                  <a:gd name="T13" fmla="*/ 0 h 2056"/>
                  <a:gd name="T14" fmla="*/ 0 w 1520"/>
                  <a:gd name="T15" fmla="*/ 0 h 2056"/>
                  <a:gd name="T16" fmla="*/ 0 w 1520"/>
                  <a:gd name="T17" fmla="*/ 0 h 2056"/>
                  <a:gd name="T18" fmla="*/ 0 w 1520"/>
                  <a:gd name="T19" fmla="*/ 0 h 2056"/>
                  <a:gd name="T20" fmla="*/ 0 w 1520"/>
                  <a:gd name="T21" fmla="*/ 0 h 2056"/>
                  <a:gd name="T22" fmla="*/ 0 w 1520"/>
                  <a:gd name="T23" fmla="*/ 0 h 2056"/>
                  <a:gd name="T24" fmla="*/ 0 w 1520"/>
                  <a:gd name="T25" fmla="*/ 0 h 2056"/>
                  <a:gd name="T26" fmla="*/ 0 w 1520"/>
                  <a:gd name="T27" fmla="*/ 0 h 2056"/>
                  <a:gd name="T28" fmla="*/ 0 w 1520"/>
                  <a:gd name="T29" fmla="*/ 0 h 2056"/>
                  <a:gd name="T30" fmla="*/ 0 w 1520"/>
                  <a:gd name="T31" fmla="*/ 0 h 2056"/>
                  <a:gd name="T32" fmla="*/ 0 w 1520"/>
                  <a:gd name="T33" fmla="*/ 0 h 2056"/>
                  <a:gd name="T34" fmla="*/ 0 w 1520"/>
                  <a:gd name="T35" fmla="*/ 0 h 2056"/>
                  <a:gd name="T36" fmla="*/ 0 w 1520"/>
                  <a:gd name="T37" fmla="*/ 0 h 2056"/>
                  <a:gd name="T38" fmla="*/ 0 w 1520"/>
                  <a:gd name="T39" fmla="*/ 0 h 2056"/>
                  <a:gd name="T40" fmla="*/ 0 w 1520"/>
                  <a:gd name="T41" fmla="*/ 0 h 2056"/>
                  <a:gd name="T42" fmla="*/ 0 w 1520"/>
                  <a:gd name="T43" fmla="*/ 0 h 2056"/>
                  <a:gd name="T44" fmla="*/ 0 w 1520"/>
                  <a:gd name="T45" fmla="*/ 0 h 2056"/>
                  <a:gd name="T46" fmla="*/ 0 w 1520"/>
                  <a:gd name="T47" fmla="*/ 0 h 205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20"/>
                  <a:gd name="T73" fmla="*/ 0 h 2056"/>
                  <a:gd name="T74" fmla="*/ 1520 w 1520"/>
                  <a:gd name="T75" fmla="*/ 2056 h 205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20" h="2056">
                    <a:moveTo>
                      <a:pt x="0" y="777"/>
                    </a:moveTo>
                    <a:lnTo>
                      <a:pt x="0" y="922"/>
                    </a:lnTo>
                    <a:lnTo>
                      <a:pt x="318" y="1361"/>
                    </a:lnTo>
                    <a:lnTo>
                      <a:pt x="237" y="1664"/>
                    </a:lnTo>
                    <a:lnTo>
                      <a:pt x="341" y="1816"/>
                    </a:lnTo>
                    <a:lnTo>
                      <a:pt x="523" y="1923"/>
                    </a:lnTo>
                    <a:lnTo>
                      <a:pt x="821" y="2056"/>
                    </a:lnTo>
                    <a:lnTo>
                      <a:pt x="1003" y="1964"/>
                    </a:lnTo>
                    <a:lnTo>
                      <a:pt x="1140" y="1803"/>
                    </a:lnTo>
                    <a:lnTo>
                      <a:pt x="1151" y="1602"/>
                    </a:lnTo>
                    <a:lnTo>
                      <a:pt x="1335" y="1554"/>
                    </a:lnTo>
                    <a:lnTo>
                      <a:pt x="1367" y="1440"/>
                    </a:lnTo>
                    <a:lnTo>
                      <a:pt x="1415" y="1203"/>
                    </a:lnTo>
                    <a:lnTo>
                      <a:pt x="1505" y="972"/>
                    </a:lnTo>
                    <a:lnTo>
                      <a:pt x="1520" y="864"/>
                    </a:lnTo>
                    <a:lnTo>
                      <a:pt x="1520" y="763"/>
                    </a:lnTo>
                    <a:lnTo>
                      <a:pt x="1496" y="666"/>
                    </a:lnTo>
                    <a:lnTo>
                      <a:pt x="1450" y="546"/>
                    </a:lnTo>
                    <a:lnTo>
                      <a:pt x="1450" y="410"/>
                    </a:lnTo>
                    <a:lnTo>
                      <a:pt x="1330" y="90"/>
                    </a:lnTo>
                    <a:lnTo>
                      <a:pt x="1222" y="42"/>
                    </a:lnTo>
                    <a:lnTo>
                      <a:pt x="670" y="0"/>
                    </a:lnTo>
                    <a:lnTo>
                      <a:pt x="62" y="647"/>
                    </a:lnTo>
                    <a:lnTo>
                      <a:pt x="0" y="777"/>
                    </a:lnTo>
                    <a:close/>
                  </a:path>
                </a:pathLst>
              </a:custGeom>
              <a:solidFill>
                <a:srgbClr val="FFC98E"/>
              </a:solidFill>
              <a:ln w="9525">
                <a:noFill/>
                <a:round/>
                <a:headEnd/>
                <a:tailEnd/>
              </a:ln>
            </p:spPr>
            <p:txBody>
              <a:bodyPr/>
              <a:lstStyle/>
              <a:p>
                <a:pPr algn="ctr"/>
                <a:endParaRPr lang="pt-BR" sz="2400"/>
              </a:p>
            </p:txBody>
          </p:sp>
          <p:sp>
            <p:nvSpPr>
              <p:cNvPr id="722" name="Freeform 27"/>
              <p:cNvSpPr>
                <a:spLocks/>
              </p:cNvSpPr>
              <p:nvPr/>
            </p:nvSpPr>
            <p:spPr bwMode="auto">
              <a:xfrm>
                <a:off x="4401" y="2802"/>
                <a:ext cx="180" cy="108"/>
              </a:xfrm>
              <a:custGeom>
                <a:avLst/>
                <a:gdLst>
                  <a:gd name="T0" fmla="*/ 0 w 1441"/>
                  <a:gd name="T1" fmla="*/ 0 h 863"/>
                  <a:gd name="T2" fmla="*/ 0 w 1441"/>
                  <a:gd name="T3" fmla="*/ 0 h 863"/>
                  <a:gd name="T4" fmla="*/ 0 w 1441"/>
                  <a:gd name="T5" fmla="*/ 0 h 863"/>
                  <a:gd name="T6" fmla="*/ 0 w 1441"/>
                  <a:gd name="T7" fmla="*/ 0 h 863"/>
                  <a:gd name="T8" fmla="*/ 0 w 1441"/>
                  <a:gd name="T9" fmla="*/ 0 h 863"/>
                  <a:gd name="T10" fmla="*/ 0 w 1441"/>
                  <a:gd name="T11" fmla="*/ 0 h 863"/>
                  <a:gd name="T12" fmla="*/ 0 w 1441"/>
                  <a:gd name="T13" fmla="*/ 0 h 863"/>
                  <a:gd name="T14" fmla="*/ 0 w 1441"/>
                  <a:gd name="T15" fmla="*/ 0 h 863"/>
                  <a:gd name="T16" fmla="*/ 0 w 1441"/>
                  <a:gd name="T17" fmla="*/ 0 h 863"/>
                  <a:gd name="T18" fmla="*/ 0 w 1441"/>
                  <a:gd name="T19" fmla="*/ 0 h 863"/>
                  <a:gd name="T20" fmla="*/ 0 w 1441"/>
                  <a:gd name="T21" fmla="*/ 0 h 863"/>
                  <a:gd name="T22" fmla="*/ 0 w 1441"/>
                  <a:gd name="T23" fmla="*/ 0 h 863"/>
                  <a:gd name="T24" fmla="*/ 0 w 1441"/>
                  <a:gd name="T25" fmla="*/ 0 h 8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41"/>
                  <a:gd name="T40" fmla="*/ 0 h 863"/>
                  <a:gd name="T41" fmla="*/ 1441 w 1441"/>
                  <a:gd name="T42" fmla="*/ 863 h 86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41" h="863">
                    <a:moveTo>
                      <a:pt x="44" y="593"/>
                    </a:moveTo>
                    <a:lnTo>
                      <a:pt x="0" y="505"/>
                    </a:lnTo>
                    <a:lnTo>
                      <a:pt x="153" y="353"/>
                    </a:lnTo>
                    <a:lnTo>
                      <a:pt x="116" y="208"/>
                    </a:lnTo>
                    <a:lnTo>
                      <a:pt x="494" y="0"/>
                    </a:lnTo>
                    <a:lnTo>
                      <a:pt x="874" y="90"/>
                    </a:lnTo>
                    <a:lnTo>
                      <a:pt x="1441" y="613"/>
                    </a:lnTo>
                    <a:lnTo>
                      <a:pt x="1441" y="863"/>
                    </a:lnTo>
                    <a:lnTo>
                      <a:pt x="913" y="733"/>
                    </a:lnTo>
                    <a:lnTo>
                      <a:pt x="913" y="650"/>
                    </a:lnTo>
                    <a:lnTo>
                      <a:pt x="617" y="634"/>
                    </a:lnTo>
                    <a:lnTo>
                      <a:pt x="625" y="466"/>
                    </a:lnTo>
                    <a:lnTo>
                      <a:pt x="44" y="593"/>
                    </a:lnTo>
                    <a:close/>
                  </a:path>
                </a:pathLst>
              </a:custGeom>
              <a:solidFill>
                <a:srgbClr val="70230C"/>
              </a:solidFill>
              <a:ln w="9525">
                <a:noFill/>
                <a:round/>
                <a:headEnd/>
                <a:tailEnd/>
              </a:ln>
            </p:spPr>
            <p:txBody>
              <a:bodyPr/>
              <a:lstStyle/>
              <a:p>
                <a:pPr algn="ctr"/>
                <a:endParaRPr lang="pt-BR" sz="2400"/>
              </a:p>
            </p:txBody>
          </p:sp>
          <p:sp>
            <p:nvSpPr>
              <p:cNvPr id="723" name="Freeform 28"/>
              <p:cNvSpPr>
                <a:spLocks/>
              </p:cNvSpPr>
              <p:nvPr/>
            </p:nvSpPr>
            <p:spPr bwMode="auto">
              <a:xfrm>
                <a:off x="4518" y="3044"/>
                <a:ext cx="47" cy="11"/>
              </a:xfrm>
              <a:custGeom>
                <a:avLst/>
                <a:gdLst>
                  <a:gd name="T0" fmla="*/ 0 w 380"/>
                  <a:gd name="T1" fmla="*/ 0 h 94"/>
                  <a:gd name="T2" fmla="*/ 0 w 380"/>
                  <a:gd name="T3" fmla="*/ 0 h 94"/>
                  <a:gd name="T4" fmla="*/ 0 w 380"/>
                  <a:gd name="T5" fmla="*/ 0 h 94"/>
                  <a:gd name="T6" fmla="*/ 0 w 380"/>
                  <a:gd name="T7" fmla="*/ 0 h 94"/>
                  <a:gd name="T8" fmla="*/ 0 w 380"/>
                  <a:gd name="T9" fmla="*/ 0 h 94"/>
                  <a:gd name="T10" fmla="*/ 0 w 380"/>
                  <a:gd name="T11" fmla="*/ 0 h 94"/>
                  <a:gd name="T12" fmla="*/ 0 w 380"/>
                  <a:gd name="T13" fmla="*/ 0 h 94"/>
                  <a:gd name="T14" fmla="*/ 0 w 380"/>
                  <a:gd name="T15" fmla="*/ 0 h 94"/>
                  <a:gd name="T16" fmla="*/ 0 w 380"/>
                  <a:gd name="T17" fmla="*/ 0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0"/>
                  <a:gd name="T28" fmla="*/ 0 h 94"/>
                  <a:gd name="T29" fmla="*/ 380 w 380"/>
                  <a:gd name="T30" fmla="*/ 94 h 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0" h="94">
                    <a:moveTo>
                      <a:pt x="380" y="0"/>
                    </a:moveTo>
                    <a:lnTo>
                      <a:pt x="342" y="55"/>
                    </a:lnTo>
                    <a:lnTo>
                      <a:pt x="263" y="94"/>
                    </a:lnTo>
                    <a:lnTo>
                      <a:pt x="136" y="94"/>
                    </a:lnTo>
                    <a:lnTo>
                      <a:pt x="61" y="55"/>
                    </a:lnTo>
                    <a:lnTo>
                      <a:pt x="0" y="18"/>
                    </a:lnTo>
                    <a:lnTo>
                      <a:pt x="158" y="40"/>
                    </a:lnTo>
                    <a:lnTo>
                      <a:pt x="288" y="40"/>
                    </a:lnTo>
                    <a:lnTo>
                      <a:pt x="380" y="0"/>
                    </a:lnTo>
                    <a:close/>
                  </a:path>
                </a:pathLst>
              </a:custGeom>
              <a:solidFill>
                <a:srgbClr val="FF0000"/>
              </a:solidFill>
              <a:ln w="9525">
                <a:noFill/>
                <a:round/>
                <a:headEnd/>
                <a:tailEnd/>
              </a:ln>
            </p:spPr>
            <p:txBody>
              <a:bodyPr/>
              <a:lstStyle/>
              <a:p>
                <a:pPr algn="ctr"/>
                <a:endParaRPr lang="pt-BR" sz="2400"/>
              </a:p>
            </p:txBody>
          </p:sp>
          <p:sp>
            <p:nvSpPr>
              <p:cNvPr id="724" name="Freeform 29"/>
              <p:cNvSpPr>
                <a:spLocks/>
              </p:cNvSpPr>
              <p:nvPr/>
            </p:nvSpPr>
            <p:spPr bwMode="auto">
              <a:xfrm>
                <a:off x="4518" y="3037"/>
                <a:ext cx="47" cy="11"/>
              </a:xfrm>
              <a:custGeom>
                <a:avLst/>
                <a:gdLst>
                  <a:gd name="T0" fmla="*/ 0 w 380"/>
                  <a:gd name="T1" fmla="*/ 0 h 88"/>
                  <a:gd name="T2" fmla="*/ 0 w 380"/>
                  <a:gd name="T3" fmla="*/ 0 h 88"/>
                  <a:gd name="T4" fmla="*/ 0 w 380"/>
                  <a:gd name="T5" fmla="*/ 0 h 88"/>
                  <a:gd name="T6" fmla="*/ 0 w 380"/>
                  <a:gd name="T7" fmla="*/ 0 h 88"/>
                  <a:gd name="T8" fmla="*/ 0 w 380"/>
                  <a:gd name="T9" fmla="*/ 0 h 88"/>
                  <a:gd name="T10" fmla="*/ 0 w 380"/>
                  <a:gd name="T11" fmla="*/ 0 h 88"/>
                  <a:gd name="T12" fmla="*/ 0 w 380"/>
                  <a:gd name="T13" fmla="*/ 0 h 88"/>
                  <a:gd name="T14" fmla="*/ 0 w 380"/>
                  <a:gd name="T15" fmla="*/ 0 h 88"/>
                  <a:gd name="T16" fmla="*/ 0 60000 65536"/>
                  <a:gd name="T17" fmla="*/ 0 60000 65536"/>
                  <a:gd name="T18" fmla="*/ 0 60000 65536"/>
                  <a:gd name="T19" fmla="*/ 0 60000 65536"/>
                  <a:gd name="T20" fmla="*/ 0 60000 65536"/>
                  <a:gd name="T21" fmla="*/ 0 60000 65536"/>
                  <a:gd name="T22" fmla="*/ 0 60000 65536"/>
                  <a:gd name="T23" fmla="*/ 0 60000 65536"/>
                  <a:gd name="T24" fmla="*/ 0 w 380"/>
                  <a:gd name="T25" fmla="*/ 0 h 88"/>
                  <a:gd name="T26" fmla="*/ 380 w 380"/>
                  <a:gd name="T27" fmla="*/ 88 h 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0" h="88">
                    <a:moveTo>
                      <a:pt x="0" y="66"/>
                    </a:moveTo>
                    <a:lnTo>
                      <a:pt x="147" y="88"/>
                    </a:lnTo>
                    <a:lnTo>
                      <a:pt x="288" y="88"/>
                    </a:lnTo>
                    <a:lnTo>
                      <a:pt x="380" y="57"/>
                    </a:lnTo>
                    <a:lnTo>
                      <a:pt x="380" y="26"/>
                    </a:lnTo>
                    <a:lnTo>
                      <a:pt x="337" y="0"/>
                    </a:lnTo>
                    <a:lnTo>
                      <a:pt x="173" y="0"/>
                    </a:lnTo>
                    <a:lnTo>
                      <a:pt x="0" y="66"/>
                    </a:lnTo>
                    <a:close/>
                  </a:path>
                </a:pathLst>
              </a:custGeom>
              <a:solidFill>
                <a:srgbClr val="FFFFFF"/>
              </a:solidFill>
              <a:ln w="9525">
                <a:noFill/>
                <a:round/>
                <a:headEnd/>
                <a:tailEnd/>
              </a:ln>
            </p:spPr>
            <p:txBody>
              <a:bodyPr/>
              <a:lstStyle/>
              <a:p>
                <a:pPr algn="ctr"/>
                <a:endParaRPr lang="pt-BR" sz="2400"/>
              </a:p>
            </p:txBody>
          </p:sp>
          <p:sp>
            <p:nvSpPr>
              <p:cNvPr id="725" name="Freeform 30"/>
              <p:cNvSpPr>
                <a:spLocks/>
              </p:cNvSpPr>
              <p:nvPr/>
            </p:nvSpPr>
            <p:spPr bwMode="auto">
              <a:xfrm>
                <a:off x="4498" y="2973"/>
                <a:ext cx="21" cy="9"/>
              </a:xfrm>
              <a:custGeom>
                <a:avLst/>
                <a:gdLst>
                  <a:gd name="T0" fmla="*/ 0 w 169"/>
                  <a:gd name="T1" fmla="*/ 0 h 69"/>
                  <a:gd name="T2" fmla="*/ 0 w 169"/>
                  <a:gd name="T3" fmla="*/ 0 h 69"/>
                  <a:gd name="T4" fmla="*/ 0 w 169"/>
                  <a:gd name="T5" fmla="*/ 0 h 69"/>
                  <a:gd name="T6" fmla="*/ 0 w 169"/>
                  <a:gd name="T7" fmla="*/ 0 h 69"/>
                  <a:gd name="T8" fmla="*/ 0 w 169"/>
                  <a:gd name="T9" fmla="*/ 0 h 69"/>
                  <a:gd name="T10" fmla="*/ 0 w 169"/>
                  <a:gd name="T11" fmla="*/ 0 h 69"/>
                  <a:gd name="T12" fmla="*/ 0 60000 65536"/>
                  <a:gd name="T13" fmla="*/ 0 60000 65536"/>
                  <a:gd name="T14" fmla="*/ 0 60000 65536"/>
                  <a:gd name="T15" fmla="*/ 0 60000 65536"/>
                  <a:gd name="T16" fmla="*/ 0 60000 65536"/>
                  <a:gd name="T17" fmla="*/ 0 60000 65536"/>
                  <a:gd name="T18" fmla="*/ 0 w 169"/>
                  <a:gd name="T19" fmla="*/ 0 h 69"/>
                  <a:gd name="T20" fmla="*/ 169 w 169"/>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69" h="69">
                    <a:moveTo>
                      <a:pt x="0" y="41"/>
                    </a:moveTo>
                    <a:lnTo>
                      <a:pt x="42" y="69"/>
                    </a:lnTo>
                    <a:lnTo>
                      <a:pt x="102" y="69"/>
                    </a:lnTo>
                    <a:lnTo>
                      <a:pt x="169" y="30"/>
                    </a:lnTo>
                    <a:lnTo>
                      <a:pt x="102" y="0"/>
                    </a:lnTo>
                    <a:lnTo>
                      <a:pt x="0" y="41"/>
                    </a:lnTo>
                    <a:close/>
                  </a:path>
                </a:pathLst>
              </a:custGeom>
              <a:solidFill>
                <a:srgbClr val="FFFFFF"/>
              </a:solidFill>
              <a:ln w="9525">
                <a:noFill/>
                <a:round/>
                <a:headEnd/>
                <a:tailEnd/>
              </a:ln>
            </p:spPr>
            <p:txBody>
              <a:bodyPr/>
              <a:lstStyle/>
              <a:p>
                <a:pPr algn="ctr"/>
                <a:endParaRPr lang="pt-BR" sz="2400"/>
              </a:p>
            </p:txBody>
          </p:sp>
          <p:sp>
            <p:nvSpPr>
              <p:cNvPr id="726" name="Freeform 31"/>
              <p:cNvSpPr>
                <a:spLocks/>
              </p:cNvSpPr>
              <p:nvPr/>
            </p:nvSpPr>
            <p:spPr bwMode="auto">
              <a:xfrm>
                <a:off x="4554" y="2971"/>
                <a:ext cx="18" cy="7"/>
              </a:xfrm>
              <a:custGeom>
                <a:avLst/>
                <a:gdLst>
                  <a:gd name="T0" fmla="*/ 0 w 143"/>
                  <a:gd name="T1" fmla="*/ 0 h 53"/>
                  <a:gd name="T2" fmla="*/ 0 w 143"/>
                  <a:gd name="T3" fmla="*/ 0 h 53"/>
                  <a:gd name="T4" fmla="*/ 0 w 143"/>
                  <a:gd name="T5" fmla="*/ 0 h 53"/>
                  <a:gd name="T6" fmla="*/ 0 w 143"/>
                  <a:gd name="T7" fmla="*/ 0 h 53"/>
                  <a:gd name="T8" fmla="*/ 0 w 143"/>
                  <a:gd name="T9" fmla="*/ 0 h 53"/>
                  <a:gd name="T10" fmla="*/ 0 60000 65536"/>
                  <a:gd name="T11" fmla="*/ 0 60000 65536"/>
                  <a:gd name="T12" fmla="*/ 0 60000 65536"/>
                  <a:gd name="T13" fmla="*/ 0 60000 65536"/>
                  <a:gd name="T14" fmla="*/ 0 60000 65536"/>
                  <a:gd name="T15" fmla="*/ 0 w 143"/>
                  <a:gd name="T16" fmla="*/ 0 h 53"/>
                  <a:gd name="T17" fmla="*/ 143 w 143"/>
                  <a:gd name="T18" fmla="*/ 53 h 53"/>
                </a:gdLst>
                <a:ahLst/>
                <a:cxnLst>
                  <a:cxn ang="T10">
                    <a:pos x="T0" y="T1"/>
                  </a:cxn>
                  <a:cxn ang="T11">
                    <a:pos x="T2" y="T3"/>
                  </a:cxn>
                  <a:cxn ang="T12">
                    <a:pos x="T4" y="T5"/>
                  </a:cxn>
                  <a:cxn ang="T13">
                    <a:pos x="T6" y="T7"/>
                  </a:cxn>
                  <a:cxn ang="T14">
                    <a:pos x="T8" y="T9"/>
                  </a:cxn>
                </a:cxnLst>
                <a:rect l="T15" t="T16" r="T17" b="T18"/>
                <a:pathLst>
                  <a:path w="143" h="53">
                    <a:moveTo>
                      <a:pt x="0" y="33"/>
                    </a:moveTo>
                    <a:lnTo>
                      <a:pt x="98" y="53"/>
                    </a:lnTo>
                    <a:lnTo>
                      <a:pt x="143" y="0"/>
                    </a:lnTo>
                    <a:lnTo>
                      <a:pt x="54" y="0"/>
                    </a:lnTo>
                    <a:lnTo>
                      <a:pt x="0" y="33"/>
                    </a:lnTo>
                    <a:close/>
                  </a:path>
                </a:pathLst>
              </a:custGeom>
              <a:solidFill>
                <a:srgbClr val="FFFFFF"/>
              </a:solidFill>
              <a:ln w="9525">
                <a:noFill/>
                <a:round/>
                <a:headEnd/>
                <a:tailEnd/>
              </a:ln>
            </p:spPr>
            <p:txBody>
              <a:bodyPr/>
              <a:lstStyle/>
              <a:p>
                <a:pPr algn="ctr"/>
                <a:endParaRPr lang="pt-BR" sz="2400"/>
              </a:p>
            </p:txBody>
          </p:sp>
          <p:sp>
            <p:nvSpPr>
              <p:cNvPr id="727" name="Freeform 32"/>
              <p:cNvSpPr>
                <a:spLocks/>
              </p:cNvSpPr>
              <p:nvPr/>
            </p:nvSpPr>
            <p:spPr bwMode="auto">
              <a:xfrm>
                <a:off x="4640" y="3480"/>
                <a:ext cx="284" cy="365"/>
              </a:xfrm>
              <a:custGeom>
                <a:avLst/>
                <a:gdLst>
                  <a:gd name="T0" fmla="*/ 0 w 2268"/>
                  <a:gd name="T1" fmla="*/ 0 h 2923"/>
                  <a:gd name="T2" fmla="*/ 0 w 2268"/>
                  <a:gd name="T3" fmla="*/ 0 h 2923"/>
                  <a:gd name="T4" fmla="*/ 0 w 2268"/>
                  <a:gd name="T5" fmla="*/ 0 h 2923"/>
                  <a:gd name="T6" fmla="*/ 0 w 2268"/>
                  <a:gd name="T7" fmla="*/ 0 h 2923"/>
                  <a:gd name="T8" fmla="*/ 0 w 2268"/>
                  <a:gd name="T9" fmla="*/ 0 h 2923"/>
                  <a:gd name="T10" fmla="*/ 0 w 2268"/>
                  <a:gd name="T11" fmla="*/ 0 h 2923"/>
                  <a:gd name="T12" fmla="*/ 0 w 2268"/>
                  <a:gd name="T13" fmla="*/ 0 h 2923"/>
                  <a:gd name="T14" fmla="*/ 0 w 2268"/>
                  <a:gd name="T15" fmla="*/ 0 h 2923"/>
                  <a:gd name="T16" fmla="*/ 0 w 2268"/>
                  <a:gd name="T17" fmla="*/ 0 h 2923"/>
                  <a:gd name="T18" fmla="*/ 0 w 2268"/>
                  <a:gd name="T19" fmla="*/ 0 h 2923"/>
                  <a:gd name="T20" fmla="*/ 0 w 2268"/>
                  <a:gd name="T21" fmla="*/ 0 h 2923"/>
                  <a:gd name="T22" fmla="*/ 0 w 2268"/>
                  <a:gd name="T23" fmla="*/ 0 h 2923"/>
                  <a:gd name="T24" fmla="*/ 0 w 2268"/>
                  <a:gd name="T25" fmla="*/ 0 h 292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68"/>
                  <a:gd name="T40" fmla="*/ 0 h 2923"/>
                  <a:gd name="T41" fmla="*/ 2268 w 2268"/>
                  <a:gd name="T42" fmla="*/ 2923 h 292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68" h="2923">
                    <a:moveTo>
                      <a:pt x="2254" y="1819"/>
                    </a:moveTo>
                    <a:lnTo>
                      <a:pt x="2169" y="1775"/>
                    </a:lnTo>
                    <a:lnTo>
                      <a:pt x="2127" y="1701"/>
                    </a:lnTo>
                    <a:lnTo>
                      <a:pt x="2127" y="1650"/>
                    </a:lnTo>
                    <a:lnTo>
                      <a:pt x="2254" y="1650"/>
                    </a:lnTo>
                    <a:lnTo>
                      <a:pt x="2268" y="1659"/>
                    </a:lnTo>
                    <a:lnTo>
                      <a:pt x="2268" y="0"/>
                    </a:lnTo>
                    <a:lnTo>
                      <a:pt x="0" y="0"/>
                    </a:lnTo>
                    <a:lnTo>
                      <a:pt x="0" y="2902"/>
                    </a:lnTo>
                    <a:lnTo>
                      <a:pt x="23" y="2923"/>
                    </a:lnTo>
                    <a:lnTo>
                      <a:pt x="2268" y="2685"/>
                    </a:lnTo>
                    <a:lnTo>
                      <a:pt x="2268" y="1844"/>
                    </a:lnTo>
                    <a:lnTo>
                      <a:pt x="2254" y="1819"/>
                    </a:lnTo>
                    <a:close/>
                  </a:path>
                </a:pathLst>
              </a:custGeom>
              <a:solidFill>
                <a:srgbClr val="515151"/>
              </a:solidFill>
              <a:ln w="9525">
                <a:noFill/>
                <a:round/>
                <a:headEnd/>
                <a:tailEnd/>
              </a:ln>
            </p:spPr>
            <p:txBody>
              <a:bodyPr/>
              <a:lstStyle/>
              <a:p>
                <a:pPr algn="ctr"/>
                <a:endParaRPr lang="pt-BR" sz="2400"/>
              </a:p>
            </p:txBody>
          </p:sp>
          <p:sp>
            <p:nvSpPr>
              <p:cNvPr id="728" name="Freeform 33"/>
              <p:cNvSpPr>
                <a:spLocks/>
              </p:cNvSpPr>
              <p:nvPr/>
            </p:nvSpPr>
            <p:spPr bwMode="auto">
              <a:xfrm>
                <a:off x="4685" y="3501"/>
                <a:ext cx="209" cy="307"/>
              </a:xfrm>
              <a:custGeom>
                <a:avLst/>
                <a:gdLst>
                  <a:gd name="T0" fmla="*/ 0 w 1678"/>
                  <a:gd name="T1" fmla="*/ 0 h 2453"/>
                  <a:gd name="T2" fmla="*/ 0 w 1678"/>
                  <a:gd name="T3" fmla="*/ 0 h 2453"/>
                  <a:gd name="T4" fmla="*/ 0 w 1678"/>
                  <a:gd name="T5" fmla="*/ 0 h 2453"/>
                  <a:gd name="T6" fmla="*/ 0 w 1678"/>
                  <a:gd name="T7" fmla="*/ 0 h 2453"/>
                  <a:gd name="T8" fmla="*/ 0 w 1678"/>
                  <a:gd name="T9" fmla="*/ 0 h 2453"/>
                  <a:gd name="T10" fmla="*/ 0 w 1678"/>
                  <a:gd name="T11" fmla="*/ 0 h 2453"/>
                  <a:gd name="T12" fmla="*/ 0 w 1678"/>
                  <a:gd name="T13" fmla="*/ 0 h 2453"/>
                  <a:gd name="T14" fmla="*/ 0 w 1678"/>
                  <a:gd name="T15" fmla="*/ 0 h 2453"/>
                  <a:gd name="T16" fmla="*/ 0 w 1678"/>
                  <a:gd name="T17" fmla="*/ 0 h 2453"/>
                  <a:gd name="T18" fmla="*/ 0 w 1678"/>
                  <a:gd name="T19" fmla="*/ 0 h 2453"/>
                  <a:gd name="T20" fmla="*/ 0 w 1678"/>
                  <a:gd name="T21" fmla="*/ 0 h 2453"/>
                  <a:gd name="T22" fmla="*/ 0 w 1678"/>
                  <a:gd name="T23" fmla="*/ 0 h 2453"/>
                  <a:gd name="T24" fmla="*/ 0 w 1678"/>
                  <a:gd name="T25" fmla="*/ 0 h 2453"/>
                  <a:gd name="T26" fmla="*/ 0 w 1678"/>
                  <a:gd name="T27" fmla="*/ 0 h 2453"/>
                  <a:gd name="T28" fmla="*/ 0 w 1678"/>
                  <a:gd name="T29" fmla="*/ 0 h 2453"/>
                  <a:gd name="T30" fmla="*/ 0 w 1678"/>
                  <a:gd name="T31" fmla="*/ 0 h 2453"/>
                  <a:gd name="T32" fmla="*/ 0 w 1678"/>
                  <a:gd name="T33" fmla="*/ 0 h 2453"/>
                  <a:gd name="T34" fmla="*/ 0 w 1678"/>
                  <a:gd name="T35" fmla="*/ 0 h 2453"/>
                  <a:gd name="T36" fmla="*/ 0 w 1678"/>
                  <a:gd name="T37" fmla="*/ 0 h 2453"/>
                  <a:gd name="T38" fmla="*/ 0 w 1678"/>
                  <a:gd name="T39" fmla="*/ 0 h 2453"/>
                  <a:gd name="T40" fmla="*/ 0 w 1678"/>
                  <a:gd name="T41" fmla="*/ 0 h 2453"/>
                  <a:gd name="T42" fmla="*/ 0 w 1678"/>
                  <a:gd name="T43" fmla="*/ 0 h 2453"/>
                  <a:gd name="T44" fmla="*/ 0 w 1678"/>
                  <a:gd name="T45" fmla="*/ 0 h 2453"/>
                  <a:gd name="T46" fmla="*/ 0 w 1678"/>
                  <a:gd name="T47" fmla="*/ 0 h 2453"/>
                  <a:gd name="T48" fmla="*/ 0 w 1678"/>
                  <a:gd name="T49" fmla="*/ 0 h 2453"/>
                  <a:gd name="T50" fmla="*/ 0 w 1678"/>
                  <a:gd name="T51" fmla="*/ 0 h 2453"/>
                  <a:gd name="T52" fmla="*/ 0 w 1678"/>
                  <a:gd name="T53" fmla="*/ 0 h 2453"/>
                  <a:gd name="T54" fmla="*/ 0 w 1678"/>
                  <a:gd name="T55" fmla="*/ 0 h 2453"/>
                  <a:gd name="T56" fmla="*/ 0 w 1678"/>
                  <a:gd name="T57" fmla="*/ 0 h 2453"/>
                  <a:gd name="T58" fmla="*/ 0 w 1678"/>
                  <a:gd name="T59" fmla="*/ 0 h 2453"/>
                  <a:gd name="T60" fmla="*/ 0 w 1678"/>
                  <a:gd name="T61" fmla="*/ 0 h 2453"/>
                  <a:gd name="T62" fmla="*/ 0 w 1678"/>
                  <a:gd name="T63" fmla="*/ 0 h 2453"/>
                  <a:gd name="T64" fmla="*/ 0 w 1678"/>
                  <a:gd name="T65" fmla="*/ 0 h 2453"/>
                  <a:gd name="T66" fmla="*/ 0 w 1678"/>
                  <a:gd name="T67" fmla="*/ 0 h 2453"/>
                  <a:gd name="T68" fmla="*/ 0 w 1678"/>
                  <a:gd name="T69" fmla="*/ 0 h 2453"/>
                  <a:gd name="T70" fmla="*/ 0 w 1678"/>
                  <a:gd name="T71" fmla="*/ 0 h 2453"/>
                  <a:gd name="T72" fmla="*/ 0 w 1678"/>
                  <a:gd name="T73" fmla="*/ 0 h 2453"/>
                  <a:gd name="T74" fmla="*/ 0 w 1678"/>
                  <a:gd name="T75" fmla="*/ 0 h 2453"/>
                  <a:gd name="T76" fmla="*/ 0 w 1678"/>
                  <a:gd name="T77" fmla="*/ 0 h 2453"/>
                  <a:gd name="T78" fmla="*/ 0 w 1678"/>
                  <a:gd name="T79" fmla="*/ 0 h 2453"/>
                  <a:gd name="T80" fmla="*/ 0 w 1678"/>
                  <a:gd name="T81" fmla="*/ 0 h 2453"/>
                  <a:gd name="T82" fmla="*/ 0 w 1678"/>
                  <a:gd name="T83" fmla="*/ 0 h 2453"/>
                  <a:gd name="T84" fmla="*/ 0 w 1678"/>
                  <a:gd name="T85" fmla="*/ 0 h 2453"/>
                  <a:gd name="T86" fmla="*/ 0 w 1678"/>
                  <a:gd name="T87" fmla="*/ 0 h 2453"/>
                  <a:gd name="T88" fmla="*/ 0 w 1678"/>
                  <a:gd name="T89" fmla="*/ 0 h 245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78"/>
                  <a:gd name="T136" fmla="*/ 0 h 2453"/>
                  <a:gd name="T137" fmla="*/ 1678 w 1678"/>
                  <a:gd name="T138" fmla="*/ 2453 h 245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78" h="2453">
                    <a:moveTo>
                      <a:pt x="1678" y="1227"/>
                    </a:moveTo>
                    <a:lnTo>
                      <a:pt x="1673" y="1141"/>
                    </a:lnTo>
                    <a:lnTo>
                      <a:pt x="1667" y="1056"/>
                    </a:lnTo>
                    <a:lnTo>
                      <a:pt x="1658" y="973"/>
                    </a:lnTo>
                    <a:lnTo>
                      <a:pt x="1646" y="887"/>
                    </a:lnTo>
                    <a:lnTo>
                      <a:pt x="1623" y="805"/>
                    </a:lnTo>
                    <a:lnTo>
                      <a:pt x="1600" y="726"/>
                    </a:lnTo>
                    <a:lnTo>
                      <a:pt x="1577" y="650"/>
                    </a:lnTo>
                    <a:lnTo>
                      <a:pt x="1550" y="572"/>
                    </a:lnTo>
                    <a:lnTo>
                      <a:pt x="1515" y="502"/>
                    </a:lnTo>
                    <a:lnTo>
                      <a:pt x="1478" y="436"/>
                    </a:lnTo>
                    <a:lnTo>
                      <a:pt x="1440" y="371"/>
                    </a:lnTo>
                    <a:lnTo>
                      <a:pt x="1401" y="313"/>
                    </a:lnTo>
                    <a:lnTo>
                      <a:pt x="1354" y="258"/>
                    </a:lnTo>
                    <a:lnTo>
                      <a:pt x="1307" y="210"/>
                    </a:lnTo>
                    <a:lnTo>
                      <a:pt x="1251" y="164"/>
                    </a:lnTo>
                    <a:lnTo>
                      <a:pt x="1201" y="122"/>
                    </a:lnTo>
                    <a:lnTo>
                      <a:pt x="1148" y="87"/>
                    </a:lnTo>
                    <a:lnTo>
                      <a:pt x="1088" y="56"/>
                    </a:lnTo>
                    <a:lnTo>
                      <a:pt x="1031" y="39"/>
                    </a:lnTo>
                    <a:lnTo>
                      <a:pt x="978" y="21"/>
                    </a:lnTo>
                    <a:lnTo>
                      <a:pt x="917" y="9"/>
                    </a:lnTo>
                    <a:lnTo>
                      <a:pt x="858" y="0"/>
                    </a:lnTo>
                    <a:lnTo>
                      <a:pt x="805" y="5"/>
                    </a:lnTo>
                    <a:lnTo>
                      <a:pt x="742" y="12"/>
                    </a:lnTo>
                    <a:lnTo>
                      <a:pt x="687" y="25"/>
                    </a:lnTo>
                    <a:lnTo>
                      <a:pt x="625" y="41"/>
                    </a:lnTo>
                    <a:lnTo>
                      <a:pt x="567" y="65"/>
                    </a:lnTo>
                    <a:lnTo>
                      <a:pt x="514" y="97"/>
                    </a:lnTo>
                    <a:lnTo>
                      <a:pt x="460" y="133"/>
                    </a:lnTo>
                    <a:lnTo>
                      <a:pt x="408" y="177"/>
                    </a:lnTo>
                    <a:lnTo>
                      <a:pt x="359" y="221"/>
                    </a:lnTo>
                    <a:lnTo>
                      <a:pt x="311" y="276"/>
                    </a:lnTo>
                    <a:lnTo>
                      <a:pt x="267" y="329"/>
                    </a:lnTo>
                    <a:lnTo>
                      <a:pt x="225" y="390"/>
                    </a:lnTo>
                    <a:lnTo>
                      <a:pt x="187" y="456"/>
                    </a:lnTo>
                    <a:lnTo>
                      <a:pt x="152" y="524"/>
                    </a:lnTo>
                    <a:lnTo>
                      <a:pt x="122" y="597"/>
                    </a:lnTo>
                    <a:lnTo>
                      <a:pt x="90" y="671"/>
                    </a:lnTo>
                    <a:lnTo>
                      <a:pt x="64" y="752"/>
                    </a:lnTo>
                    <a:lnTo>
                      <a:pt x="44" y="830"/>
                    </a:lnTo>
                    <a:lnTo>
                      <a:pt x="30" y="913"/>
                    </a:lnTo>
                    <a:lnTo>
                      <a:pt x="16" y="996"/>
                    </a:lnTo>
                    <a:lnTo>
                      <a:pt x="7" y="1082"/>
                    </a:lnTo>
                    <a:lnTo>
                      <a:pt x="0" y="1166"/>
                    </a:lnTo>
                    <a:lnTo>
                      <a:pt x="0" y="1254"/>
                    </a:lnTo>
                    <a:lnTo>
                      <a:pt x="0" y="1342"/>
                    </a:lnTo>
                    <a:lnTo>
                      <a:pt x="7" y="1423"/>
                    </a:lnTo>
                    <a:lnTo>
                      <a:pt x="23" y="1508"/>
                    </a:lnTo>
                    <a:lnTo>
                      <a:pt x="39" y="1592"/>
                    </a:lnTo>
                    <a:lnTo>
                      <a:pt x="58" y="1676"/>
                    </a:lnTo>
                    <a:lnTo>
                      <a:pt x="80" y="1750"/>
                    </a:lnTo>
                    <a:lnTo>
                      <a:pt x="108" y="1830"/>
                    </a:lnTo>
                    <a:lnTo>
                      <a:pt x="141" y="1902"/>
                    </a:lnTo>
                    <a:lnTo>
                      <a:pt x="172" y="1970"/>
                    </a:lnTo>
                    <a:lnTo>
                      <a:pt x="210" y="2036"/>
                    </a:lnTo>
                    <a:lnTo>
                      <a:pt x="249" y="2100"/>
                    </a:lnTo>
                    <a:lnTo>
                      <a:pt x="295" y="2157"/>
                    </a:lnTo>
                    <a:lnTo>
                      <a:pt x="339" y="2209"/>
                    </a:lnTo>
                    <a:lnTo>
                      <a:pt x="387" y="2260"/>
                    </a:lnTo>
                    <a:lnTo>
                      <a:pt x="438" y="2303"/>
                    </a:lnTo>
                    <a:lnTo>
                      <a:pt x="493" y="2344"/>
                    </a:lnTo>
                    <a:lnTo>
                      <a:pt x="546" y="2379"/>
                    </a:lnTo>
                    <a:lnTo>
                      <a:pt x="602" y="2402"/>
                    </a:lnTo>
                    <a:lnTo>
                      <a:pt x="657" y="2423"/>
                    </a:lnTo>
                    <a:lnTo>
                      <a:pt x="717" y="2439"/>
                    </a:lnTo>
                    <a:lnTo>
                      <a:pt x="777" y="2446"/>
                    </a:lnTo>
                    <a:lnTo>
                      <a:pt x="834" y="2453"/>
                    </a:lnTo>
                    <a:lnTo>
                      <a:pt x="895" y="2446"/>
                    </a:lnTo>
                    <a:lnTo>
                      <a:pt x="954" y="2439"/>
                    </a:lnTo>
                    <a:lnTo>
                      <a:pt x="1012" y="2423"/>
                    </a:lnTo>
                    <a:lnTo>
                      <a:pt x="1067" y="2409"/>
                    </a:lnTo>
                    <a:lnTo>
                      <a:pt x="1123" y="2379"/>
                    </a:lnTo>
                    <a:lnTo>
                      <a:pt x="1178" y="2346"/>
                    </a:lnTo>
                    <a:lnTo>
                      <a:pt x="1231" y="2310"/>
                    </a:lnTo>
                    <a:lnTo>
                      <a:pt x="1282" y="2266"/>
                    </a:lnTo>
                    <a:lnTo>
                      <a:pt x="1332" y="2218"/>
                    </a:lnTo>
                    <a:lnTo>
                      <a:pt x="1379" y="2163"/>
                    </a:lnTo>
                    <a:lnTo>
                      <a:pt x="1420" y="2104"/>
                    </a:lnTo>
                    <a:lnTo>
                      <a:pt x="1464" y="2045"/>
                    </a:lnTo>
                    <a:lnTo>
                      <a:pt x="1499" y="1981"/>
                    </a:lnTo>
                    <a:lnTo>
                      <a:pt x="1535" y="1911"/>
                    </a:lnTo>
                    <a:lnTo>
                      <a:pt x="1568" y="1838"/>
                    </a:lnTo>
                    <a:lnTo>
                      <a:pt x="1589" y="1761"/>
                    </a:lnTo>
                    <a:lnTo>
                      <a:pt x="1614" y="1685"/>
                    </a:lnTo>
                    <a:lnTo>
                      <a:pt x="1636" y="1600"/>
                    </a:lnTo>
                    <a:lnTo>
                      <a:pt x="1651" y="1519"/>
                    </a:lnTo>
                    <a:lnTo>
                      <a:pt x="1660" y="1434"/>
                    </a:lnTo>
                    <a:lnTo>
                      <a:pt x="1671" y="1351"/>
                    </a:lnTo>
                    <a:lnTo>
                      <a:pt x="1678" y="1265"/>
                    </a:lnTo>
                    <a:lnTo>
                      <a:pt x="1678" y="1227"/>
                    </a:lnTo>
                    <a:close/>
                  </a:path>
                </a:pathLst>
              </a:custGeom>
              <a:solidFill>
                <a:srgbClr val="00EAFF"/>
              </a:solidFill>
              <a:ln w="9525">
                <a:noFill/>
                <a:round/>
                <a:headEnd/>
                <a:tailEnd/>
              </a:ln>
            </p:spPr>
            <p:txBody>
              <a:bodyPr/>
              <a:lstStyle/>
              <a:p>
                <a:pPr algn="ctr"/>
                <a:endParaRPr lang="pt-BR" sz="2400"/>
              </a:p>
            </p:txBody>
          </p:sp>
          <p:sp>
            <p:nvSpPr>
              <p:cNvPr id="729" name="Freeform 34"/>
              <p:cNvSpPr>
                <a:spLocks/>
              </p:cNvSpPr>
              <p:nvPr/>
            </p:nvSpPr>
            <p:spPr bwMode="auto">
              <a:xfrm>
                <a:off x="4789" y="3502"/>
                <a:ext cx="105" cy="257"/>
              </a:xfrm>
              <a:custGeom>
                <a:avLst/>
                <a:gdLst>
                  <a:gd name="T0" fmla="*/ 0 w 841"/>
                  <a:gd name="T1" fmla="*/ 0 h 2058"/>
                  <a:gd name="T2" fmla="*/ 0 w 841"/>
                  <a:gd name="T3" fmla="*/ 0 h 2058"/>
                  <a:gd name="T4" fmla="*/ 0 w 841"/>
                  <a:gd name="T5" fmla="*/ 0 h 2058"/>
                  <a:gd name="T6" fmla="*/ 0 w 841"/>
                  <a:gd name="T7" fmla="*/ 0 h 2058"/>
                  <a:gd name="T8" fmla="*/ 0 w 841"/>
                  <a:gd name="T9" fmla="*/ 0 h 2058"/>
                  <a:gd name="T10" fmla="*/ 0 w 841"/>
                  <a:gd name="T11" fmla="*/ 0 h 2058"/>
                  <a:gd name="T12" fmla="*/ 0 w 841"/>
                  <a:gd name="T13" fmla="*/ 0 h 2058"/>
                  <a:gd name="T14" fmla="*/ 0 w 841"/>
                  <a:gd name="T15" fmla="*/ 0 h 2058"/>
                  <a:gd name="T16" fmla="*/ 0 w 841"/>
                  <a:gd name="T17" fmla="*/ 0 h 2058"/>
                  <a:gd name="T18" fmla="*/ 0 w 841"/>
                  <a:gd name="T19" fmla="*/ 0 h 2058"/>
                  <a:gd name="T20" fmla="*/ 0 w 841"/>
                  <a:gd name="T21" fmla="*/ 0 h 2058"/>
                  <a:gd name="T22" fmla="*/ 0 w 841"/>
                  <a:gd name="T23" fmla="*/ 0 h 2058"/>
                  <a:gd name="T24" fmla="*/ 0 w 841"/>
                  <a:gd name="T25" fmla="*/ 0 h 2058"/>
                  <a:gd name="T26" fmla="*/ 0 w 841"/>
                  <a:gd name="T27" fmla="*/ 0 h 2058"/>
                  <a:gd name="T28" fmla="*/ 0 w 841"/>
                  <a:gd name="T29" fmla="*/ 0 h 2058"/>
                  <a:gd name="T30" fmla="*/ 0 w 841"/>
                  <a:gd name="T31" fmla="*/ 0 h 2058"/>
                  <a:gd name="T32" fmla="*/ 0 w 841"/>
                  <a:gd name="T33" fmla="*/ 0 h 2058"/>
                  <a:gd name="T34" fmla="*/ 0 w 841"/>
                  <a:gd name="T35" fmla="*/ 0 h 2058"/>
                  <a:gd name="T36" fmla="*/ 0 w 841"/>
                  <a:gd name="T37" fmla="*/ 0 h 2058"/>
                  <a:gd name="T38" fmla="*/ 0 w 841"/>
                  <a:gd name="T39" fmla="*/ 0 h 2058"/>
                  <a:gd name="T40" fmla="*/ 0 w 841"/>
                  <a:gd name="T41" fmla="*/ 0 h 2058"/>
                  <a:gd name="T42" fmla="*/ 0 w 841"/>
                  <a:gd name="T43" fmla="*/ 0 h 2058"/>
                  <a:gd name="T44" fmla="*/ 0 w 841"/>
                  <a:gd name="T45" fmla="*/ 0 h 2058"/>
                  <a:gd name="T46" fmla="*/ 0 w 841"/>
                  <a:gd name="T47" fmla="*/ 0 h 2058"/>
                  <a:gd name="T48" fmla="*/ 0 w 841"/>
                  <a:gd name="T49" fmla="*/ 0 h 2058"/>
                  <a:gd name="T50" fmla="*/ 0 w 841"/>
                  <a:gd name="T51" fmla="*/ 0 h 2058"/>
                  <a:gd name="T52" fmla="*/ 0 w 841"/>
                  <a:gd name="T53" fmla="*/ 0 h 2058"/>
                  <a:gd name="T54" fmla="*/ 0 w 841"/>
                  <a:gd name="T55" fmla="*/ 0 h 2058"/>
                  <a:gd name="T56" fmla="*/ 0 w 841"/>
                  <a:gd name="T57" fmla="*/ 0 h 2058"/>
                  <a:gd name="T58" fmla="*/ 0 w 841"/>
                  <a:gd name="T59" fmla="*/ 0 h 2058"/>
                  <a:gd name="T60" fmla="*/ 0 w 841"/>
                  <a:gd name="T61" fmla="*/ 0 h 2058"/>
                  <a:gd name="T62" fmla="*/ 0 w 841"/>
                  <a:gd name="T63" fmla="*/ 0 h 2058"/>
                  <a:gd name="T64" fmla="*/ 0 w 841"/>
                  <a:gd name="T65" fmla="*/ 0 h 2058"/>
                  <a:gd name="T66" fmla="*/ 0 w 841"/>
                  <a:gd name="T67" fmla="*/ 0 h 2058"/>
                  <a:gd name="T68" fmla="*/ 0 w 841"/>
                  <a:gd name="T69" fmla="*/ 0 h 2058"/>
                  <a:gd name="T70" fmla="*/ 0 w 841"/>
                  <a:gd name="T71" fmla="*/ 0 h 2058"/>
                  <a:gd name="T72" fmla="*/ 0 w 841"/>
                  <a:gd name="T73" fmla="*/ 0 h 205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41"/>
                  <a:gd name="T112" fmla="*/ 0 h 2058"/>
                  <a:gd name="T113" fmla="*/ 841 w 841"/>
                  <a:gd name="T114" fmla="*/ 2058 h 205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41" h="2058">
                    <a:moveTo>
                      <a:pt x="616" y="2058"/>
                    </a:moveTo>
                    <a:lnTo>
                      <a:pt x="654" y="1996"/>
                    </a:lnTo>
                    <a:lnTo>
                      <a:pt x="689" y="1927"/>
                    </a:lnTo>
                    <a:lnTo>
                      <a:pt x="722" y="1853"/>
                    </a:lnTo>
                    <a:lnTo>
                      <a:pt x="749" y="1776"/>
                    </a:lnTo>
                    <a:lnTo>
                      <a:pt x="772" y="1697"/>
                    </a:lnTo>
                    <a:lnTo>
                      <a:pt x="797" y="1618"/>
                    </a:lnTo>
                    <a:lnTo>
                      <a:pt x="809" y="1537"/>
                    </a:lnTo>
                    <a:lnTo>
                      <a:pt x="823" y="1452"/>
                    </a:lnTo>
                    <a:lnTo>
                      <a:pt x="834" y="1367"/>
                    </a:lnTo>
                    <a:lnTo>
                      <a:pt x="841" y="1284"/>
                    </a:lnTo>
                    <a:lnTo>
                      <a:pt x="841" y="1198"/>
                    </a:lnTo>
                    <a:lnTo>
                      <a:pt x="836" y="1110"/>
                    </a:lnTo>
                    <a:lnTo>
                      <a:pt x="830" y="1025"/>
                    </a:lnTo>
                    <a:lnTo>
                      <a:pt x="818" y="943"/>
                    </a:lnTo>
                    <a:lnTo>
                      <a:pt x="799" y="857"/>
                    </a:lnTo>
                    <a:lnTo>
                      <a:pt x="783" y="776"/>
                    </a:lnTo>
                    <a:lnTo>
                      <a:pt x="761" y="698"/>
                    </a:lnTo>
                    <a:lnTo>
                      <a:pt x="735" y="622"/>
                    </a:lnTo>
                    <a:lnTo>
                      <a:pt x="702" y="546"/>
                    </a:lnTo>
                    <a:lnTo>
                      <a:pt x="666" y="477"/>
                    </a:lnTo>
                    <a:lnTo>
                      <a:pt x="629" y="410"/>
                    </a:lnTo>
                    <a:lnTo>
                      <a:pt x="592" y="352"/>
                    </a:lnTo>
                    <a:lnTo>
                      <a:pt x="551" y="290"/>
                    </a:lnTo>
                    <a:lnTo>
                      <a:pt x="500" y="237"/>
                    </a:lnTo>
                    <a:lnTo>
                      <a:pt x="452" y="189"/>
                    </a:lnTo>
                    <a:lnTo>
                      <a:pt x="401" y="145"/>
                    </a:lnTo>
                    <a:lnTo>
                      <a:pt x="348" y="108"/>
                    </a:lnTo>
                    <a:lnTo>
                      <a:pt x="293" y="78"/>
                    </a:lnTo>
                    <a:lnTo>
                      <a:pt x="236" y="44"/>
                    </a:lnTo>
                    <a:lnTo>
                      <a:pt x="179" y="27"/>
                    </a:lnTo>
                    <a:lnTo>
                      <a:pt x="122" y="13"/>
                    </a:lnTo>
                    <a:lnTo>
                      <a:pt x="64" y="4"/>
                    </a:lnTo>
                    <a:lnTo>
                      <a:pt x="3" y="0"/>
                    </a:lnTo>
                    <a:lnTo>
                      <a:pt x="0" y="0"/>
                    </a:lnTo>
                    <a:lnTo>
                      <a:pt x="0" y="1226"/>
                    </a:lnTo>
                    <a:lnTo>
                      <a:pt x="616" y="2058"/>
                    </a:lnTo>
                    <a:close/>
                  </a:path>
                </a:pathLst>
              </a:custGeom>
              <a:solidFill>
                <a:srgbClr val="FF0000"/>
              </a:solidFill>
              <a:ln w="9525">
                <a:noFill/>
                <a:round/>
                <a:headEnd/>
                <a:tailEnd/>
              </a:ln>
            </p:spPr>
            <p:txBody>
              <a:bodyPr/>
              <a:lstStyle/>
              <a:p>
                <a:pPr algn="ctr"/>
                <a:endParaRPr lang="pt-BR" sz="2400"/>
              </a:p>
            </p:txBody>
          </p:sp>
          <p:sp>
            <p:nvSpPr>
              <p:cNvPr id="730" name="Freeform 35"/>
              <p:cNvSpPr>
                <a:spLocks/>
              </p:cNvSpPr>
              <p:nvPr/>
            </p:nvSpPr>
            <p:spPr bwMode="auto">
              <a:xfrm>
                <a:off x="4757" y="3655"/>
                <a:ext cx="109" cy="152"/>
              </a:xfrm>
              <a:custGeom>
                <a:avLst/>
                <a:gdLst>
                  <a:gd name="T0" fmla="*/ 0 w 872"/>
                  <a:gd name="T1" fmla="*/ 0 h 1220"/>
                  <a:gd name="T2" fmla="*/ 0 w 872"/>
                  <a:gd name="T3" fmla="*/ 0 h 1220"/>
                  <a:gd name="T4" fmla="*/ 0 w 872"/>
                  <a:gd name="T5" fmla="*/ 0 h 1220"/>
                  <a:gd name="T6" fmla="*/ 0 w 872"/>
                  <a:gd name="T7" fmla="*/ 0 h 1220"/>
                  <a:gd name="T8" fmla="*/ 0 w 872"/>
                  <a:gd name="T9" fmla="*/ 0 h 1220"/>
                  <a:gd name="T10" fmla="*/ 0 w 872"/>
                  <a:gd name="T11" fmla="*/ 0 h 1220"/>
                  <a:gd name="T12" fmla="*/ 0 w 872"/>
                  <a:gd name="T13" fmla="*/ 0 h 1220"/>
                  <a:gd name="T14" fmla="*/ 0 w 872"/>
                  <a:gd name="T15" fmla="*/ 0 h 1220"/>
                  <a:gd name="T16" fmla="*/ 0 w 872"/>
                  <a:gd name="T17" fmla="*/ 0 h 1220"/>
                  <a:gd name="T18" fmla="*/ 0 w 872"/>
                  <a:gd name="T19" fmla="*/ 0 h 1220"/>
                  <a:gd name="T20" fmla="*/ 0 w 872"/>
                  <a:gd name="T21" fmla="*/ 0 h 1220"/>
                  <a:gd name="T22" fmla="*/ 0 w 872"/>
                  <a:gd name="T23" fmla="*/ 0 h 1220"/>
                  <a:gd name="T24" fmla="*/ 0 w 872"/>
                  <a:gd name="T25" fmla="*/ 0 h 1220"/>
                  <a:gd name="T26" fmla="*/ 0 w 872"/>
                  <a:gd name="T27" fmla="*/ 0 h 1220"/>
                  <a:gd name="T28" fmla="*/ 0 w 872"/>
                  <a:gd name="T29" fmla="*/ 0 h 1220"/>
                  <a:gd name="T30" fmla="*/ 0 w 872"/>
                  <a:gd name="T31" fmla="*/ 0 h 1220"/>
                  <a:gd name="T32" fmla="*/ 0 w 872"/>
                  <a:gd name="T33" fmla="*/ 0 h 1220"/>
                  <a:gd name="T34" fmla="*/ 0 w 872"/>
                  <a:gd name="T35" fmla="*/ 0 h 1220"/>
                  <a:gd name="T36" fmla="*/ 0 w 872"/>
                  <a:gd name="T37" fmla="*/ 0 h 12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2"/>
                  <a:gd name="T58" fmla="*/ 0 h 1220"/>
                  <a:gd name="T59" fmla="*/ 872 w 872"/>
                  <a:gd name="T60" fmla="*/ 1220 h 122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2" h="1220">
                    <a:moveTo>
                      <a:pt x="0" y="1165"/>
                    </a:moveTo>
                    <a:lnTo>
                      <a:pt x="59" y="1187"/>
                    </a:lnTo>
                    <a:lnTo>
                      <a:pt x="118" y="1205"/>
                    </a:lnTo>
                    <a:lnTo>
                      <a:pt x="178" y="1213"/>
                    </a:lnTo>
                    <a:lnTo>
                      <a:pt x="237" y="1220"/>
                    </a:lnTo>
                    <a:lnTo>
                      <a:pt x="299" y="1215"/>
                    </a:lnTo>
                    <a:lnTo>
                      <a:pt x="353" y="1211"/>
                    </a:lnTo>
                    <a:lnTo>
                      <a:pt x="411" y="1198"/>
                    </a:lnTo>
                    <a:lnTo>
                      <a:pt x="470" y="1178"/>
                    </a:lnTo>
                    <a:lnTo>
                      <a:pt x="528" y="1152"/>
                    </a:lnTo>
                    <a:lnTo>
                      <a:pt x="583" y="1125"/>
                    </a:lnTo>
                    <a:lnTo>
                      <a:pt x="634" y="1086"/>
                    </a:lnTo>
                    <a:lnTo>
                      <a:pt x="687" y="1044"/>
                    </a:lnTo>
                    <a:lnTo>
                      <a:pt x="738" y="994"/>
                    </a:lnTo>
                    <a:lnTo>
                      <a:pt x="786" y="943"/>
                    </a:lnTo>
                    <a:lnTo>
                      <a:pt x="835" y="890"/>
                    </a:lnTo>
                    <a:lnTo>
                      <a:pt x="872" y="832"/>
                    </a:lnTo>
                    <a:lnTo>
                      <a:pt x="256" y="0"/>
                    </a:lnTo>
                    <a:lnTo>
                      <a:pt x="0" y="1165"/>
                    </a:lnTo>
                    <a:close/>
                  </a:path>
                </a:pathLst>
              </a:custGeom>
              <a:solidFill>
                <a:srgbClr val="FFEA00"/>
              </a:solidFill>
              <a:ln w="9525">
                <a:noFill/>
                <a:round/>
                <a:headEnd/>
                <a:tailEnd/>
              </a:ln>
            </p:spPr>
            <p:txBody>
              <a:bodyPr/>
              <a:lstStyle/>
              <a:p>
                <a:pPr algn="ctr"/>
                <a:endParaRPr lang="pt-BR" sz="2400"/>
              </a:p>
            </p:txBody>
          </p:sp>
          <p:sp>
            <p:nvSpPr>
              <p:cNvPr id="731" name="Freeform 36"/>
              <p:cNvSpPr>
                <a:spLocks/>
              </p:cNvSpPr>
              <p:nvPr/>
            </p:nvSpPr>
            <p:spPr bwMode="auto">
              <a:xfrm>
                <a:off x="4713" y="3655"/>
                <a:ext cx="76" cy="146"/>
              </a:xfrm>
              <a:custGeom>
                <a:avLst/>
                <a:gdLst>
                  <a:gd name="T0" fmla="*/ 0 w 608"/>
                  <a:gd name="T1" fmla="*/ 0 h 1165"/>
                  <a:gd name="T2" fmla="*/ 0 w 608"/>
                  <a:gd name="T3" fmla="*/ 0 h 1165"/>
                  <a:gd name="T4" fmla="*/ 0 w 608"/>
                  <a:gd name="T5" fmla="*/ 0 h 1165"/>
                  <a:gd name="T6" fmla="*/ 0 w 608"/>
                  <a:gd name="T7" fmla="*/ 0 h 1165"/>
                  <a:gd name="T8" fmla="*/ 0 w 608"/>
                  <a:gd name="T9" fmla="*/ 0 h 1165"/>
                  <a:gd name="T10" fmla="*/ 0 w 608"/>
                  <a:gd name="T11" fmla="*/ 0 h 1165"/>
                  <a:gd name="T12" fmla="*/ 0 w 608"/>
                  <a:gd name="T13" fmla="*/ 0 h 1165"/>
                  <a:gd name="T14" fmla="*/ 0 w 608"/>
                  <a:gd name="T15" fmla="*/ 0 h 1165"/>
                  <a:gd name="T16" fmla="*/ 0 w 608"/>
                  <a:gd name="T17" fmla="*/ 0 h 1165"/>
                  <a:gd name="T18" fmla="*/ 0 w 608"/>
                  <a:gd name="T19" fmla="*/ 0 h 11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8"/>
                  <a:gd name="T31" fmla="*/ 0 h 1165"/>
                  <a:gd name="T32" fmla="*/ 608 w 608"/>
                  <a:gd name="T33" fmla="*/ 1165 h 11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8" h="1165">
                    <a:moveTo>
                      <a:pt x="0" y="840"/>
                    </a:moveTo>
                    <a:lnTo>
                      <a:pt x="42" y="899"/>
                    </a:lnTo>
                    <a:lnTo>
                      <a:pt x="91" y="957"/>
                    </a:lnTo>
                    <a:lnTo>
                      <a:pt x="143" y="1007"/>
                    </a:lnTo>
                    <a:lnTo>
                      <a:pt x="191" y="1053"/>
                    </a:lnTo>
                    <a:lnTo>
                      <a:pt x="244" y="1102"/>
                    </a:lnTo>
                    <a:lnTo>
                      <a:pt x="299" y="1134"/>
                    </a:lnTo>
                    <a:lnTo>
                      <a:pt x="352" y="1165"/>
                    </a:lnTo>
                    <a:lnTo>
                      <a:pt x="608" y="0"/>
                    </a:lnTo>
                    <a:lnTo>
                      <a:pt x="0" y="840"/>
                    </a:lnTo>
                    <a:close/>
                  </a:path>
                </a:pathLst>
              </a:custGeom>
              <a:solidFill>
                <a:srgbClr val="0CC10C"/>
              </a:solidFill>
              <a:ln w="9525">
                <a:noFill/>
                <a:round/>
                <a:headEnd/>
                <a:tailEnd/>
              </a:ln>
            </p:spPr>
            <p:txBody>
              <a:bodyPr/>
              <a:lstStyle/>
              <a:p>
                <a:pPr algn="ctr"/>
                <a:endParaRPr lang="pt-BR" sz="2400"/>
              </a:p>
            </p:txBody>
          </p:sp>
          <p:sp>
            <p:nvSpPr>
              <p:cNvPr id="732" name="Freeform 37"/>
              <p:cNvSpPr>
                <a:spLocks/>
              </p:cNvSpPr>
              <p:nvPr/>
            </p:nvSpPr>
            <p:spPr bwMode="auto">
              <a:xfrm>
                <a:off x="4685" y="3607"/>
                <a:ext cx="104" cy="153"/>
              </a:xfrm>
              <a:custGeom>
                <a:avLst/>
                <a:gdLst>
                  <a:gd name="T0" fmla="*/ 0 w 837"/>
                  <a:gd name="T1" fmla="*/ 0 h 1222"/>
                  <a:gd name="T2" fmla="*/ 0 w 837"/>
                  <a:gd name="T3" fmla="*/ 0 h 1222"/>
                  <a:gd name="T4" fmla="*/ 0 w 837"/>
                  <a:gd name="T5" fmla="*/ 0 h 1222"/>
                  <a:gd name="T6" fmla="*/ 0 w 837"/>
                  <a:gd name="T7" fmla="*/ 0 h 1222"/>
                  <a:gd name="T8" fmla="*/ 0 w 837"/>
                  <a:gd name="T9" fmla="*/ 0 h 1222"/>
                  <a:gd name="T10" fmla="*/ 0 w 837"/>
                  <a:gd name="T11" fmla="*/ 0 h 1222"/>
                  <a:gd name="T12" fmla="*/ 0 w 837"/>
                  <a:gd name="T13" fmla="*/ 0 h 1222"/>
                  <a:gd name="T14" fmla="*/ 0 w 837"/>
                  <a:gd name="T15" fmla="*/ 0 h 1222"/>
                  <a:gd name="T16" fmla="*/ 0 w 837"/>
                  <a:gd name="T17" fmla="*/ 0 h 1222"/>
                  <a:gd name="T18" fmla="*/ 0 w 837"/>
                  <a:gd name="T19" fmla="*/ 0 h 1222"/>
                  <a:gd name="T20" fmla="*/ 0 w 837"/>
                  <a:gd name="T21" fmla="*/ 0 h 1222"/>
                  <a:gd name="T22" fmla="*/ 0 w 837"/>
                  <a:gd name="T23" fmla="*/ 0 h 1222"/>
                  <a:gd name="T24" fmla="*/ 0 w 837"/>
                  <a:gd name="T25" fmla="*/ 0 h 1222"/>
                  <a:gd name="T26" fmla="*/ 0 w 837"/>
                  <a:gd name="T27" fmla="*/ 0 h 1222"/>
                  <a:gd name="T28" fmla="*/ 0 w 837"/>
                  <a:gd name="T29" fmla="*/ 0 h 1222"/>
                  <a:gd name="T30" fmla="*/ 0 w 837"/>
                  <a:gd name="T31" fmla="*/ 0 h 1222"/>
                  <a:gd name="T32" fmla="*/ 0 w 837"/>
                  <a:gd name="T33" fmla="*/ 0 h 1222"/>
                  <a:gd name="T34" fmla="*/ 0 w 837"/>
                  <a:gd name="T35" fmla="*/ 0 h 1222"/>
                  <a:gd name="T36" fmla="*/ 0 w 837"/>
                  <a:gd name="T37" fmla="*/ 0 h 12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7"/>
                  <a:gd name="T58" fmla="*/ 0 h 1222"/>
                  <a:gd name="T59" fmla="*/ 837 w 837"/>
                  <a:gd name="T60" fmla="*/ 1222 h 12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7" h="1222">
                    <a:moveTo>
                      <a:pt x="42" y="0"/>
                    </a:moveTo>
                    <a:lnTo>
                      <a:pt x="25" y="86"/>
                    </a:lnTo>
                    <a:lnTo>
                      <a:pt x="14" y="172"/>
                    </a:lnTo>
                    <a:lnTo>
                      <a:pt x="7" y="257"/>
                    </a:lnTo>
                    <a:lnTo>
                      <a:pt x="0" y="345"/>
                    </a:lnTo>
                    <a:lnTo>
                      <a:pt x="0" y="435"/>
                    </a:lnTo>
                    <a:lnTo>
                      <a:pt x="7" y="518"/>
                    </a:lnTo>
                    <a:lnTo>
                      <a:pt x="18" y="606"/>
                    </a:lnTo>
                    <a:lnTo>
                      <a:pt x="32" y="688"/>
                    </a:lnTo>
                    <a:lnTo>
                      <a:pt x="44" y="769"/>
                    </a:lnTo>
                    <a:lnTo>
                      <a:pt x="64" y="853"/>
                    </a:lnTo>
                    <a:lnTo>
                      <a:pt x="90" y="936"/>
                    </a:lnTo>
                    <a:lnTo>
                      <a:pt x="124" y="1009"/>
                    </a:lnTo>
                    <a:lnTo>
                      <a:pt x="157" y="1085"/>
                    </a:lnTo>
                    <a:lnTo>
                      <a:pt x="189" y="1154"/>
                    </a:lnTo>
                    <a:lnTo>
                      <a:pt x="225" y="1217"/>
                    </a:lnTo>
                    <a:lnTo>
                      <a:pt x="229" y="1222"/>
                    </a:lnTo>
                    <a:lnTo>
                      <a:pt x="837" y="382"/>
                    </a:lnTo>
                    <a:lnTo>
                      <a:pt x="42" y="0"/>
                    </a:lnTo>
                    <a:close/>
                  </a:path>
                </a:pathLst>
              </a:custGeom>
              <a:solidFill>
                <a:srgbClr val="B5B5B5"/>
              </a:solidFill>
              <a:ln w="9525">
                <a:noFill/>
                <a:round/>
                <a:headEnd/>
                <a:tailEnd/>
              </a:ln>
            </p:spPr>
            <p:txBody>
              <a:bodyPr/>
              <a:lstStyle/>
              <a:p>
                <a:pPr algn="ctr"/>
                <a:endParaRPr lang="pt-BR" sz="2400"/>
              </a:p>
            </p:txBody>
          </p:sp>
          <p:sp>
            <p:nvSpPr>
              <p:cNvPr id="733" name="Freeform 38"/>
              <p:cNvSpPr>
                <a:spLocks/>
              </p:cNvSpPr>
              <p:nvPr/>
            </p:nvSpPr>
            <p:spPr bwMode="auto">
              <a:xfrm>
                <a:off x="4414" y="3020"/>
                <a:ext cx="15" cy="15"/>
              </a:xfrm>
              <a:custGeom>
                <a:avLst/>
                <a:gdLst>
                  <a:gd name="T0" fmla="*/ 0 w 122"/>
                  <a:gd name="T1" fmla="*/ 0 h 119"/>
                  <a:gd name="T2" fmla="*/ 0 w 122"/>
                  <a:gd name="T3" fmla="*/ 0 h 119"/>
                  <a:gd name="T4" fmla="*/ 0 w 122"/>
                  <a:gd name="T5" fmla="*/ 0 h 119"/>
                  <a:gd name="T6" fmla="*/ 0 w 122"/>
                  <a:gd name="T7" fmla="*/ 0 h 119"/>
                  <a:gd name="T8" fmla="*/ 0 w 122"/>
                  <a:gd name="T9" fmla="*/ 0 h 119"/>
                  <a:gd name="T10" fmla="*/ 0 w 122"/>
                  <a:gd name="T11" fmla="*/ 0 h 119"/>
                  <a:gd name="T12" fmla="*/ 0 w 122"/>
                  <a:gd name="T13" fmla="*/ 0 h 119"/>
                  <a:gd name="T14" fmla="*/ 0 w 122"/>
                  <a:gd name="T15" fmla="*/ 0 h 119"/>
                  <a:gd name="T16" fmla="*/ 0 w 122"/>
                  <a:gd name="T17" fmla="*/ 0 h 119"/>
                  <a:gd name="T18" fmla="*/ 0 w 122"/>
                  <a:gd name="T19" fmla="*/ 0 h 119"/>
                  <a:gd name="T20" fmla="*/ 0 w 122"/>
                  <a:gd name="T21" fmla="*/ 0 h 119"/>
                  <a:gd name="T22" fmla="*/ 0 w 122"/>
                  <a:gd name="T23" fmla="*/ 0 h 119"/>
                  <a:gd name="T24" fmla="*/ 0 w 122"/>
                  <a:gd name="T25" fmla="*/ 0 h 119"/>
                  <a:gd name="T26" fmla="*/ 0 w 122"/>
                  <a:gd name="T27" fmla="*/ 0 h 119"/>
                  <a:gd name="T28" fmla="*/ 0 w 122"/>
                  <a:gd name="T29" fmla="*/ 0 h 119"/>
                  <a:gd name="T30" fmla="*/ 0 w 122"/>
                  <a:gd name="T31" fmla="*/ 0 h 119"/>
                  <a:gd name="T32" fmla="*/ 0 w 122"/>
                  <a:gd name="T33" fmla="*/ 0 h 119"/>
                  <a:gd name="T34" fmla="*/ 0 w 122"/>
                  <a:gd name="T35" fmla="*/ 0 h 119"/>
                  <a:gd name="T36" fmla="*/ 0 w 122"/>
                  <a:gd name="T37" fmla="*/ 0 h 119"/>
                  <a:gd name="T38" fmla="*/ 0 w 122"/>
                  <a:gd name="T39" fmla="*/ 0 h 119"/>
                  <a:gd name="T40" fmla="*/ 0 w 122"/>
                  <a:gd name="T41" fmla="*/ 0 h 11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2"/>
                  <a:gd name="T64" fmla="*/ 0 h 119"/>
                  <a:gd name="T65" fmla="*/ 122 w 122"/>
                  <a:gd name="T66" fmla="*/ 119 h 11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2" h="119">
                    <a:moveTo>
                      <a:pt x="122" y="57"/>
                    </a:moveTo>
                    <a:lnTo>
                      <a:pt x="117" y="44"/>
                    </a:lnTo>
                    <a:lnTo>
                      <a:pt x="106" y="25"/>
                    </a:lnTo>
                    <a:lnTo>
                      <a:pt x="95" y="13"/>
                    </a:lnTo>
                    <a:lnTo>
                      <a:pt x="76" y="4"/>
                    </a:lnTo>
                    <a:lnTo>
                      <a:pt x="60" y="0"/>
                    </a:lnTo>
                    <a:lnTo>
                      <a:pt x="41" y="4"/>
                    </a:lnTo>
                    <a:lnTo>
                      <a:pt x="25" y="13"/>
                    </a:lnTo>
                    <a:lnTo>
                      <a:pt x="12" y="29"/>
                    </a:lnTo>
                    <a:lnTo>
                      <a:pt x="0" y="44"/>
                    </a:lnTo>
                    <a:lnTo>
                      <a:pt x="0" y="64"/>
                    </a:lnTo>
                    <a:lnTo>
                      <a:pt x="5" y="82"/>
                    </a:lnTo>
                    <a:lnTo>
                      <a:pt x="14" y="99"/>
                    </a:lnTo>
                    <a:lnTo>
                      <a:pt x="27" y="110"/>
                    </a:lnTo>
                    <a:lnTo>
                      <a:pt x="47" y="119"/>
                    </a:lnTo>
                    <a:lnTo>
                      <a:pt x="62" y="119"/>
                    </a:lnTo>
                    <a:lnTo>
                      <a:pt x="83" y="115"/>
                    </a:lnTo>
                    <a:lnTo>
                      <a:pt x="99" y="106"/>
                    </a:lnTo>
                    <a:lnTo>
                      <a:pt x="113" y="92"/>
                    </a:lnTo>
                    <a:lnTo>
                      <a:pt x="120" y="69"/>
                    </a:lnTo>
                    <a:lnTo>
                      <a:pt x="122" y="57"/>
                    </a:lnTo>
                    <a:close/>
                  </a:path>
                </a:pathLst>
              </a:custGeom>
              <a:solidFill>
                <a:srgbClr val="FF0000"/>
              </a:solidFill>
              <a:ln w="9525">
                <a:noFill/>
                <a:round/>
                <a:headEnd/>
                <a:tailEnd/>
              </a:ln>
            </p:spPr>
            <p:txBody>
              <a:bodyPr/>
              <a:lstStyle/>
              <a:p>
                <a:pPr algn="ctr"/>
                <a:endParaRPr lang="pt-BR" sz="2400"/>
              </a:p>
            </p:txBody>
          </p:sp>
          <p:sp>
            <p:nvSpPr>
              <p:cNvPr id="734" name="Freeform 39"/>
              <p:cNvSpPr>
                <a:spLocks/>
              </p:cNvSpPr>
              <p:nvPr/>
            </p:nvSpPr>
            <p:spPr bwMode="auto">
              <a:xfrm>
                <a:off x="5034" y="2980"/>
                <a:ext cx="57" cy="57"/>
              </a:xfrm>
              <a:custGeom>
                <a:avLst/>
                <a:gdLst>
                  <a:gd name="T0" fmla="*/ 0 w 457"/>
                  <a:gd name="T1" fmla="*/ 0 h 451"/>
                  <a:gd name="T2" fmla="*/ 0 w 457"/>
                  <a:gd name="T3" fmla="*/ 0 h 451"/>
                  <a:gd name="T4" fmla="*/ 0 w 457"/>
                  <a:gd name="T5" fmla="*/ 0 h 451"/>
                  <a:gd name="T6" fmla="*/ 0 w 457"/>
                  <a:gd name="T7" fmla="*/ 0 h 451"/>
                  <a:gd name="T8" fmla="*/ 0 w 457"/>
                  <a:gd name="T9" fmla="*/ 0 h 451"/>
                  <a:gd name="T10" fmla="*/ 0 w 457"/>
                  <a:gd name="T11" fmla="*/ 0 h 451"/>
                  <a:gd name="T12" fmla="*/ 0 w 457"/>
                  <a:gd name="T13" fmla="*/ 0 h 451"/>
                  <a:gd name="T14" fmla="*/ 0 w 457"/>
                  <a:gd name="T15" fmla="*/ 0 h 451"/>
                  <a:gd name="T16" fmla="*/ 0 w 457"/>
                  <a:gd name="T17" fmla="*/ 0 h 451"/>
                  <a:gd name="T18" fmla="*/ 0 w 457"/>
                  <a:gd name="T19" fmla="*/ 0 h 451"/>
                  <a:gd name="T20" fmla="*/ 0 w 457"/>
                  <a:gd name="T21" fmla="*/ 0 h 451"/>
                  <a:gd name="T22" fmla="*/ 0 w 457"/>
                  <a:gd name="T23" fmla="*/ 0 h 451"/>
                  <a:gd name="T24" fmla="*/ 0 w 457"/>
                  <a:gd name="T25" fmla="*/ 0 h 451"/>
                  <a:gd name="T26" fmla="*/ 0 w 457"/>
                  <a:gd name="T27" fmla="*/ 0 h 451"/>
                  <a:gd name="T28" fmla="*/ 0 w 457"/>
                  <a:gd name="T29" fmla="*/ 0 h 451"/>
                  <a:gd name="T30" fmla="*/ 0 w 457"/>
                  <a:gd name="T31" fmla="*/ 0 h 451"/>
                  <a:gd name="T32" fmla="*/ 0 w 457"/>
                  <a:gd name="T33" fmla="*/ 0 h 451"/>
                  <a:gd name="T34" fmla="*/ 0 w 457"/>
                  <a:gd name="T35" fmla="*/ 0 h 451"/>
                  <a:gd name="T36" fmla="*/ 0 w 457"/>
                  <a:gd name="T37" fmla="*/ 0 h 451"/>
                  <a:gd name="T38" fmla="*/ 0 w 457"/>
                  <a:gd name="T39" fmla="*/ 0 h 451"/>
                  <a:gd name="T40" fmla="*/ 0 w 457"/>
                  <a:gd name="T41" fmla="*/ 0 h 451"/>
                  <a:gd name="T42" fmla="*/ 0 w 457"/>
                  <a:gd name="T43" fmla="*/ 0 h 451"/>
                  <a:gd name="T44" fmla="*/ 0 w 457"/>
                  <a:gd name="T45" fmla="*/ 0 h 451"/>
                  <a:gd name="T46" fmla="*/ 0 w 457"/>
                  <a:gd name="T47" fmla="*/ 0 h 451"/>
                  <a:gd name="T48" fmla="*/ 0 w 457"/>
                  <a:gd name="T49" fmla="*/ 0 h 451"/>
                  <a:gd name="T50" fmla="*/ 0 w 457"/>
                  <a:gd name="T51" fmla="*/ 0 h 451"/>
                  <a:gd name="T52" fmla="*/ 0 w 457"/>
                  <a:gd name="T53" fmla="*/ 0 h 45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57"/>
                  <a:gd name="T82" fmla="*/ 0 h 451"/>
                  <a:gd name="T83" fmla="*/ 457 w 457"/>
                  <a:gd name="T84" fmla="*/ 451 h 45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57" h="451">
                    <a:moveTo>
                      <a:pt x="429" y="260"/>
                    </a:moveTo>
                    <a:lnTo>
                      <a:pt x="373" y="176"/>
                    </a:lnTo>
                    <a:lnTo>
                      <a:pt x="323" y="176"/>
                    </a:lnTo>
                    <a:lnTo>
                      <a:pt x="145" y="120"/>
                    </a:lnTo>
                    <a:lnTo>
                      <a:pt x="222" y="76"/>
                    </a:lnTo>
                    <a:lnTo>
                      <a:pt x="292" y="76"/>
                    </a:lnTo>
                    <a:lnTo>
                      <a:pt x="323" y="95"/>
                    </a:lnTo>
                    <a:lnTo>
                      <a:pt x="373" y="95"/>
                    </a:lnTo>
                    <a:lnTo>
                      <a:pt x="457" y="141"/>
                    </a:lnTo>
                    <a:lnTo>
                      <a:pt x="457" y="99"/>
                    </a:lnTo>
                    <a:lnTo>
                      <a:pt x="323" y="0"/>
                    </a:lnTo>
                    <a:lnTo>
                      <a:pt x="175" y="46"/>
                    </a:lnTo>
                    <a:lnTo>
                      <a:pt x="103" y="9"/>
                    </a:lnTo>
                    <a:lnTo>
                      <a:pt x="125" y="69"/>
                    </a:lnTo>
                    <a:lnTo>
                      <a:pt x="39" y="170"/>
                    </a:lnTo>
                    <a:lnTo>
                      <a:pt x="39" y="270"/>
                    </a:lnTo>
                    <a:lnTo>
                      <a:pt x="0" y="451"/>
                    </a:lnTo>
                    <a:lnTo>
                      <a:pt x="57" y="260"/>
                    </a:lnTo>
                    <a:lnTo>
                      <a:pt x="81" y="219"/>
                    </a:lnTo>
                    <a:lnTo>
                      <a:pt x="184" y="309"/>
                    </a:lnTo>
                    <a:lnTo>
                      <a:pt x="277" y="309"/>
                    </a:lnTo>
                    <a:lnTo>
                      <a:pt x="145" y="242"/>
                    </a:lnTo>
                    <a:lnTo>
                      <a:pt x="152" y="185"/>
                    </a:lnTo>
                    <a:lnTo>
                      <a:pt x="235" y="226"/>
                    </a:lnTo>
                    <a:lnTo>
                      <a:pt x="292" y="226"/>
                    </a:lnTo>
                    <a:lnTo>
                      <a:pt x="349" y="196"/>
                    </a:lnTo>
                    <a:lnTo>
                      <a:pt x="429" y="260"/>
                    </a:lnTo>
                    <a:close/>
                  </a:path>
                </a:pathLst>
              </a:custGeom>
              <a:solidFill>
                <a:srgbClr val="000000"/>
              </a:solidFill>
              <a:ln w="9525">
                <a:noFill/>
                <a:round/>
                <a:headEnd/>
                <a:tailEnd/>
              </a:ln>
            </p:spPr>
            <p:txBody>
              <a:bodyPr/>
              <a:lstStyle/>
              <a:p>
                <a:pPr algn="ctr"/>
                <a:endParaRPr lang="pt-BR" sz="2400"/>
              </a:p>
            </p:txBody>
          </p:sp>
          <p:sp>
            <p:nvSpPr>
              <p:cNvPr id="735" name="Freeform 40"/>
              <p:cNvSpPr>
                <a:spLocks/>
              </p:cNvSpPr>
              <p:nvPr/>
            </p:nvSpPr>
            <p:spPr bwMode="auto">
              <a:xfrm>
                <a:off x="4959" y="2977"/>
                <a:ext cx="57" cy="37"/>
              </a:xfrm>
              <a:custGeom>
                <a:avLst/>
                <a:gdLst>
                  <a:gd name="T0" fmla="*/ 0 w 455"/>
                  <a:gd name="T1" fmla="*/ 0 h 296"/>
                  <a:gd name="T2" fmla="*/ 0 w 455"/>
                  <a:gd name="T3" fmla="*/ 0 h 296"/>
                  <a:gd name="T4" fmla="*/ 0 w 455"/>
                  <a:gd name="T5" fmla="*/ 0 h 296"/>
                  <a:gd name="T6" fmla="*/ 0 w 455"/>
                  <a:gd name="T7" fmla="*/ 0 h 296"/>
                  <a:gd name="T8" fmla="*/ 0 w 455"/>
                  <a:gd name="T9" fmla="*/ 0 h 296"/>
                  <a:gd name="T10" fmla="*/ 0 w 455"/>
                  <a:gd name="T11" fmla="*/ 0 h 296"/>
                  <a:gd name="T12" fmla="*/ 0 w 455"/>
                  <a:gd name="T13" fmla="*/ 0 h 296"/>
                  <a:gd name="T14" fmla="*/ 0 w 455"/>
                  <a:gd name="T15" fmla="*/ 0 h 296"/>
                  <a:gd name="T16" fmla="*/ 0 w 455"/>
                  <a:gd name="T17" fmla="*/ 0 h 296"/>
                  <a:gd name="T18" fmla="*/ 0 w 455"/>
                  <a:gd name="T19" fmla="*/ 0 h 296"/>
                  <a:gd name="T20" fmla="*/ 0 w 455"/>
                  <a:gd name="T21" fmla="*/ 0 h 296"/>
                  <a:gd name="T22" fmla="*/ 0 w 455"/>
                  <a:gd name="T23" fmla="*/ 0 h 296"/>
                  <a:gd name="T24" fmla="*/ 0 w 455"/>
                  <a:gd name="T25" fmla="*/ 0 h 296"/>
                  <a:gd name="T26" fmla="*/ 0 w 455"/>
                  <a:gd name="T27" fmla="*/ 0 h 296"/>
                  <a:gd name="T28" fmla="*/ 0 w 455"/>
                  <a:gd name="T29" fmla="*/ 0 h 296"/>
                  <a:gd name="T30" fmla="*/ 0 w 455"/>
                  <a:gd name="T31" fmla="*/ 0 h 296"/>
                  <a:gd name="T32" fmla="*/ 0 w 455"/>
                  <a:gd name="T33" fmla="*/ 0 h 296"/>
                  <a:gd name="T34" fmla="*/ 0 w 455"/>
                  <a:gd name="T35" fmla="*/ 0 h 296"/>
                  <a:gd name="T36" fmla="*/ 0 w 455"/>
                  <a:gd name="T37" fmla="*/ 0 h 296"/>
                  <a:gd name="T38" fmla="*/ 0 w 455"/>
                  <a:gd name="T39" fmla="*/ 0 h 296"/>
                  <a:gd name="T40" fmla="*/ 0 w 455"/>
                  <a:gd name="T41" fmla="*/ 0 h 296"/>
                  <a:gd name="T42" fmla="*/ 0 w 455"/>
                  <a:gd name="T43" fmla="*/ 0 h 296"/>
                  <a:gd name="T44" fmla="*/ 0 w 455"/>
                  <a:gd name="T45" fmla="*/ 0 h 296"/>
                  <a:gd name="T46" fmla="*/ 0 w 455"/>
                  <a:gd name="T47" fmla="*/ 0 h 296"/>
                  <a:gd name="T48" fmla="*/ 0 w 455"/>
                  <a:gd name="T49" fmla="*/ 0 h 2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55"/>
                  <a:gd name="T76" fmla="*/ 0 h 296"/>
                  <a:gd name="T77" fmla="*/ 455 w 455"/>
                  <a:gd name="T78" fmla="*/ 296 h 29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55" h="296">
                    <a:moveTo>
                      <a:pt x="70" y="236"/>
                    </a:moveTo>
                    <a:lnTo>
                      <a:pt x="141" y="167"/>
                    </a:lnTo>
                    <a:lnTo>
                      <a:pt x="298" y="152"/>
                    </a:lnTo>
                    <a:lnTo>
                      <a:pt x="402" y="112"/>
                    </a:lnTo>
                    <a:lnTo>
                      <a:pt x="330" y="72"/>
                    </a:lnTo>
                    <a:lnTo>
                      <a:pt x="182" y="72"/>
                    </a:lnTo>
                    <a:lnTo>
                      <a:pt x="0" y="125"/>
                    </a:lnTo>
                    <a:lnTo>
                      <a:pt x="0" y="112"/>
                    </a:lnTo>
                    <a:lnTo>
                      <a:pt x="105" y="17"/>
                    </a:lnTo>
                    <a:lnTo>
                      <a:pt x="220" y="0"/>
                    </a:lnTo>
                    <a:lnTo>
                      <a:pt x="342" y="53"/>
                    </a:lnTo>
                    <a:lnTo>
                      <a:pt x="411" y="53"/>
                    </a:lnTo>
                    <a:lnTo>
                      <a:pt x="424" y="121"/>
                    </a:lnTo>
                    <a:lnTo>
                      <a:pt x="360" y="167"/>
                    </a:lnTo>
                    <a:lnTo>
                      <a:pt x="386" y="222"/>
                    </a:lnTo>
                    <a:lnTo>
                      <a:pt x="455" y="202"/>
                    </a:lnTo>
                    <a:lnTo>
                      <a:pt x="420" y="268"/>
                    </a:lnTo>
                    <a:lnTo>
                      <a:pt x="286" y="296"/>
                    </a:lnTo>
                    <a:lnTo>
                      <a:pt x="238" y="296"/>
                    </a:lnTo>
                    <a:lnTo>
                      <a:pt x="376" y="245"/>
                    </a:lnTo>
                    <a:lnTo>
                      <a:pt x="342" y="206"/>
                    </a:lnTo>
                    <a:lnTo>
                      <a:pt x="263" y="211"/>
                    </a:lnTo>
                    <a:lnTo>
                      <a:pt x="215" y="220"/>
                    </a:lnTo>
                    <a:lnTo>
                      <a:pt x="162" y="196"/>
                    </a:lnTo>
                    <a:lnTo>
                      <a:pt x="70" y="236"/>
                    </a:lnTo>
                    <a:close/>
                  </a:path>
                </a:pathLst>
              </a:custGeom>
              <a:solidFill>
                <a:srgbClr val="000000"/>
              </a:solidFill>
              <a:ln w="9525">
                <a:noFill/>
                <a:round/>
                <a:headEnd/>
                <a:tailEnd/>
              </a:ln>
            </p:spPr>
            <p:txBody>
              <a:bodyPr/>
              <a:lstStyle/>
              <a:p>
                <a:pPr algn="ctr"/>
                <a:endParaRPr lang="pt-BR" sz="2400"/>
              </a:p>
            </p:txBody>
          </p:sp>
          <p:sp>
            <p:nvSpPr>
              <p:cNvPr id="736" name="Freeform 41"/>
              <p:cNvSpPr>
                <a:spLocks/>
              </p:cNvSpPr>
              <p:nvPr/>
            </p:nvSpPr>
            <p:spPr bwMode="auto">
              <a:xfrm>
                <a:off x="4988" y="3050"/>
                <a:ext cx="80" cy="37"/>
              </a:xfrm>
              <a:custGeom>
                <a:avLst/>
                <a:gdLst>
                  <a:gd name="T0" fmla="*/ 0 w 634"/>
                  <a:gd name="T1" fmla="*/ 0 h 294"/>
                  <a:gd name="T2" fmla="*/ 0 w 634"/>
                  <a:gd name="T3" fmla="*/ 0 h 294"/>
                  <a:gd name="T4" fmla="*/ 0 w 634"/>
                  <a:gd name="T5" fmla="*/ 0 h 294"/>
                  <a:gd name="T6" fmla="*/ 0 w 634"/>
                  <a:gd name="T7" fmla="*/ 0 h 294"/>
                  <a:gd name="T8" fmla="*/ 0 w 634"/>
                  <a:gd name="T9" fmla="*/ 0 h 294"/>
                  <a:gd name="T10" fmla="*/ 0 w 634"/>
                  <a:gd name="T11" fmla="*/ 0 h 294"/>
                  <a:gd name="T12" fmla="*/ 0 w 634"/>
                  <a:gd name="T13" fmla="*/ 0 h 294"/>
                  <a:gd name="T14" fmla="*/ 0 w 634"/>
                  <a:gd name="T15" fmla="*/ 0 h 294"/>
                  <a:gd name="T16" fmla="*/ 0 w 634"/>
                  <a:gd name="T17" fmla="*/ 0 h 294"/>
                  <a:gd name="T18" fmla="*/ 0 w 634"/>
                  <a:gd name="T19" fmla="*/ 0 h 294"/>
                  <a:gd name="T20" fmla="*/ 0 w 634"/>
                  <a:gd name="T21" fmla="*/ 0 h 294"/>
                  <a:gd name="T22" fmla="*/ 0 w 634"/>
                  <a:gd name="T23" fmla="*/ 0 h 294"/>
                  <a:gd name="T24" fmla="*/ 0 w 634"/>
                  <a:gd name="T25" fmla="*/ 0 h 294"/>
                  <a:gd name="T26" fmla="*/ 0 w 634"/>
                  <a:gd name="T27" fmla="*/ 0 h 294"/>
                  <a:gd name="T28" fmla="*/ 0 w 634"/>
                  <a:gd name="T29" fmla="*/ 0 h 294"/>
                  <a:gd name="T30" fmla="*/ 0 w 634"/>
                  <a:gd name="T31" fmla="*/ 0 h 294"/>
                  <a:gd name="T32" fmla="*/ 0 w 634"/>
                  <a:gd name="T33" fmla="*/ 0 h 294"/>
                  <a:gd name="T34" fmla="*/ 0 w 634"/>
                  <a:gd name="T35" fmla="*/ 0 h 294"/>
                  <a:gd name="T36" fmla="*/ 0 w 634"/>
                  <a:gd name="T37" fmla="*/ 0 h 294"/>
                  <a:gd name="T38" fmla="*/ 0 w 634"/>
                  <a:gd name="T39" fmla="*/ 0 h 294"/>
                  <a:gd name="T40" fmla="*/ 0 w 634"/>
                  <a:gd name="T41" fmla="*/ 0 h 294"/>
                  <a:gd name="T42" fmla="*/ 0 w 634"/>
                  <a:gd name="T43" fmla="*/ 0 h 294"/>
                  <a:gd name="T44" fmla="*/ 0 w 634"/>
                  <a:gd name="T45" fmla="*/ 0 h 294"/>
                  <a:gd name="T46" fmla="*/ 0 w 634"/>
                  <a:gd name="T47" fmla="*/ 0 h 294"/>
                  <a:gd name="T48" fmla="*/ 0 w 634"/>
                  <a:gd name="T49" fmla="*/ 0 h 294"/>
                  <a:gd name="T50" fmla="*/ 0 w 634"/>
                  <a:gd name="T51" fmla="*/ 0 h 294"/>
                  <a:gd name="T52" fmla="*/ 0 w 634"/>
                  <a:gd name="T53" fmla="*/ 0 h 29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34"/>
                  <a:gd name="T82" fmla="*/ 0 h 294"/>
                  <a:gd name="T83" fmla="*/ 634 w 634"/>
                  <a:gd name="T84" fmla="*/ 294 h 29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34" h="294">
                    <a:moveTo>
                      <a:pt x="97" y="0"/>
                    </a:moveTo>
                    <a:lnTo>
                      <a:pt x="173" y="22"/>
                    </a:lnTo>
                    <a:lnTo>
                      <a:pt x="226" y="71"/>
                    </a:lnTo>
                    <a:lnTo>
                      <a:pt x="270" y="96"/>
                    </a:lnTo>
                    <a:lnTo>
                      <a:pt x="344" y="96"/>
                    </a:lnTo>
                    <a:lnTo>
                      <a:pt x="470" y="22"/>
                    </a:lnTo>
                    <a:lnTo>
                      <a:pt x="412" y="87"/>
                    </a:lnTo>
                    <a:lnTo>
                      <a:pt x="412" y="158"/>
                    </a:lnTo>
                    <a:lnTo>
                      <a:pt x="355" y="228"/>
                    </a:lnTo>
                    <a:lnTo>
                      <a:pt x="584" y="228"/>
                    </a:lnTo>
                    <a:lnTo>
                      <a:pt x="621" y="209"/>
                    </a:lnTo>
                    <a:lnTo>
                      <a:pt x="634" y="260"/>
                    </a:lnTo>
                    <a:lnTo>
                      <a:pt x="606" y="294"/>
                    </a:lnTo>
                    <a:lnTo>
                      <a:pt x="568" y="251"/>
                    </a:lnTo>
                    <a:lnTo>
                      <a:pt x="355" y="251"/>
                    </a:lnTo>
                    <a:lnTo>
                      <a:pt x="307" y="269"/>
                    </a:lnTo>
                    <a:lnTo>
                      <a:pt x="199" y="237"/>
                    </a:lnTo>
                    <a:lnTo>
                      <a:pt x="32" y="237"/>
                    </a:lnTo>
                    <a:lnTo>
                      <a:pt x="7" y="260"/>
                    </a:lnTo>
                    <a:lnTo>
                      <a:pt x="0" y="209"/>
                    </a:lnTo>
                    <a:lnTo>
                      <a:pt x="54" y="191"/>
                    </a:lnTo>
                    <a:lnTo>
                      <a:pt x="32" y="228"/>
                    </a:lnTo>
                    <a:lnTo>
                      <a:pt x="217" y="228"/>
                    </a:lnTo>
                    <a:lnTo>
                      <a:pt x="307" y="237"/>
                    </a:lnTo>
                    <a:lnTo>
                      <a:pt x="194" y="134"/>
                    </a:lnTo>
                    <a:lnTo>
                      <a:pt x="148" y="39"/>
                    </a:lnTo>
                    <a:lnTo>
                      <a:pt x="97" y="0"/>
                    </a:lnTo>
                    <a:close/>
                  </a:path>
                </a:pathLst>
              </a:custGeom>
              <a:solidFill>
                <a:srgbClr val="000000"/>
              </a:solidFill>
              <a:ln w="9525">
                <a:noFill/>
                <a:round/>
                <a:headEnd/>
                <a:tailEnd/>
              </a:ln>
            </p:spPr>
            <p:txBody>
              <a:bodyPr/>
              <a:lstStyle/>
              <a:p>
                <a:pPr algn="ctr"/>
                <a:endParaRPr lang="pt-BR" sz="2400"/>
              </a:p>
            </p:txBody>
          </p:sp>
          <p:sp>
            <p:nvSpPr>
              <p:cNvPr id="737" name="Freeform 42"/>
              <p:cNvSpPr>
                <a:spLocks/>
              </p:cNvSpPr>
              <p:nvPr/>
            </p:nvSpPr>
            <p:spPr bwMode="auto">
              <a:xfrm>
                <a:off x="5010" y="3091"/>
                <a:ext cx="40" cy="9"/>
              </a:xfrm>
              <a:custGeom>
                <a:avLst/>
                <a:gdLst>
                  <a:gd name="T0" fmla="*/ 0 w 323"/>
                  <a:gd name="T1" fmla="*/ 0 h 73"/>
                  <a:gd name="T2" fmla="*/ 0 w 323"/>
                  <a:gd name="T3" fmla="*/ 0 h 73"/>
                  <a:gd name="T4" fmla="*/ 0 w 323"/>
                  <a:gd name="T5" fmla="*/ 0 h 73"/>
                  <a:gd name="T6" fmla="*/ 0 w 323"/>
                  <a:gd name="T7" fmla="*/ 0 h 73"/>
                  <a:gd name="T8" fmla="*/ 0 w 323"/>
                  <a:gd name="T9" fmla="*/ 0 h 73"/>
                  <a:gd name="T10" fmla="*/ 0 w 323"/>
                  <a:gd name="T11" fmla="*/ 0 h 73"/>
                  <a:gd name="T12" fmla="*/ 0 w 323"/>
                  <a:gd name="T13" fmla="*/ 0 h 73"/>
                  <a:gd name="T14" fmla="*/ 0 60000 65536"/>
                  <a:gd name="T15" fmla="*/ 0 60000 65536"/>
                  <a:gd name="T16" fmla="*/ 0 60000 65536"/>
                  <a:gd name="T17" fmla="*/ 0 60000 65536"/>
                  <a:gd name="T18" fmla="*/ 0 60000 65536"/>
                  <a:gd name="T19" fmla="*/ 0 60000 65536"/>
                  <a:gd name="T20" fmla="*/ 0 60000 65536"/>
                  <a:gd name="T21" fmla="*/ 0 w 323"/>
                  <a:gd name="T22" fmla="*/ 0 h 73"/>
                  <a:gd name="T23" fmla="*/ 323 w 323"/>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 h="73">
                    <a:moveTo>
                      <a:pt x="0" y="0"/>
                    </a:moveTo>
                    <a:lnTo>
                      <a:pt x="97" y="46"/>
                    </a:lnTo>
                    <a:lnTo>
                      <a:pt x="208" y="46"/>
                    </a:lnTo>
                    <a:lnTo>
                      <a:pt x="323" y="0"/>
                    </a:lnTo>
                    <a:lnTo>
                      <a:pt x="230" y="73"/>
                    </a:lnTo>
                    <a:lnTo>
                      <a:pt x="90" y="73"/>
                    </a:lnTo>
                    <a:lnTo>
                      <a:pt x="0" y="0"/>
                    </a:lnTo>
                    <a:close/>
                  </a:path>
                </a:pathLst>
              </a:custGeom>
              <a:solidFill>
                <a:srgbClr val="000000"/>
              </a:solidFill>
              <a:ln w="9525">
                <a:noFill/>
                <a:round/>
                <a:headEnd/>
                <a:tailEnd/>
              </a:ln>
            </p:spPr>
            <p:txBody>
              <a:bodyPr/>
              <a:lstStyle/>
              <a:p>
                <a:pPr algn="ctr"/>
                <a:endParaRPr lang="pt-BR" sz="2400"/>
              </a:p>
            </p:txBody>
          </p:sp>
          <p:sp>
            <p:nvSpPr>
              <p:cNvPr id="738" name="Freeform 43"/>
              <p:cNvSpPr>
                <a:spLocks/>
              </p:cNvSpPr>
              <p:nvPr/>
            </p:nvSpPr>
            <p:spPr bwMode="auto">
              <a:xfrm>
                <a:off x="5055" y="3045"/>
                <a:ext cx="16" cy="26"/>
              </a:xfrm>
              <a:custGeom>
                <a:avLst/>
                <a:gdLst>
                  <a:gd name="T0" fmla="*/ 0 w 129"/>
                  <a:gd name="T1" fmla="*/ 0 h 211"/>
                  <a:gd name="T2" fmla="*/ 0 w 129"/>
                  <a:gd name="T3" fmla="*/ 0 h 211"/>
                  <a:gd name="T4" fmla="*/ 0 w 129"/>
                  <a:gd name="T5" fmla="*/ 0 h 211"/>
                  <a:gd name="T6" fmla="*/ 0 w 129"/>
                  <a:gd name="T7" fmla="*/ 0 h 211"/>
                  <a:gd name="T8" fmla="*/ 0 w 129"/>
                  <a:gd name="T9" fmla="*/ 0 h 211"/>
                  <a:gd name="T10" fmla="*/ 0 60000 65536"/>
                  <a:gd name="T11" fmla="*/ 0 60000 65536"/>
                  <a:gd name="T12" fmla="*/ 0 60000 65536"/>
                  <a:gd name="T13" fmla="*/ 0 60000 65536"/>
                  <a:gd name="T14" fmla="*/ 0 60000 65536"/>
                  <a:gd name="T15" fmla="*/ 0 w 129"/>
                  <a:gd name="T16" fmla="*/ 0 h 211"/>
                  <a:gd name="T17" fmla="*/ 129 w 129"/>
                  <a:gd name="T18" fmla="*/ 211 h 211"/>
                </a:gdLst>
                <a:ahLst/>
                <a:cxnLst>
                  <a:cxn ang="T10">
                    <a:pos x="T0" y="T1"/>
                  </a:cxn>
                  <a:cxn ang="T11">
                    <a:pos x="T2" y="T3"/>
                  </a:cxn>
                  <a:cxn ang="T12">
                    <a:pos x="T4" y="T5"/>
                  </a:cxn>
                  <a:cxn ang="T13">
                    <a:pos x="T6" y="T7"/>
                  </a:cxn>
                  <a:cxn ang="T14">
                    <a:pos x="T8" y="T9"/>
                  </a:cxn>
                </a:cxnLst>
                <a:rect l="T15" t="T16" r="T17" b="T18"/>
                <a:pathLst>
                  <a:path w="129" h="211">
                    <a:moveTo>
                      <a:pt x="0" y="0"/>
                    </a:moveTo>
                    <a:lnTo>
                      <a:pt x="51" y="103"/>
                    </a:lnTo>
                    <a:lnTo>
                      <a:pt x="129" y="211"/>
                    </a:lnTo>
                    <a:lnTo>
                      <a:pt x="20" y="103"/>
                    </a:lnTo>
                    <a:lnTo>
                      <a:pt x="0" y="0"/>
                    </a:lnTo>
                    <a:close/>
                  </a:path>
                </a:pathLst>
              </a:custGeom>
              <a:solidFill>
                <a:srgbClr val="000000"/>
              </a:solidFill>
              <a:ln w="9525">
                <a:noFill/>
                <a:round/>
                <a:headEnd/>
                <a:tailEnd/>
              </a:ln>
            </p:spPr>
            <p:txBody>
              <a:bodyPr/>
              <a:lstStyle/>
              <a:p>
                <a:pPr algn="ctr"/>
                <a:endParaRPr lang="pt-BR" sz="2400"/>
              </a:p>
            </p:txBody>
          </p:sp>
          <p:sp>
            <p:nvSpPr>
              <p:cNvPr id="739" name="Freeform 44"/>
              <p:cNvSpPr>
                <a:spLocks/>
              </p:cNvSpPr>
              <p:nvPr/>
            </p:nvSpPr>
            <p:spPr bwMode="auto">
              <a:xfrm>
                <a:off x="4978" y="3041"/>
                <a:ext cx="20" cy="31"/>
              </a:xfrm>
              <a:custGeom>
                <a:avLst/>
                <a:gdLst>
                  <a:gd name="T0" fmla="*/ 0 w 159"/>
                  <a:gd name="T1" fmla="*/ 0 h 242"/>
                  <a:gd name="T2" fmla="*/ 0 w 159"/>
                  <a:gd name="T3" fmla="*/ 0 h 242"/>
                  <a:gd name="T4" fmla="*/ 0 w 159"/>
                  <a:gd name="T5" fmla="*/ 0 h 242"/>
                  <a:gd name="T6" fmla="*/ 0 w 159"/>
                  <a:gd name="T7" fmla="*/ 0 h 242"/>
                  <a:gd name="T8" fmla="*/ 0 w 159"/>
                  <a:gd name="T9" fmla="*/ 0 h 242"/>
                  <a:gd name="T10" fmla="*/ 0 w 159"/>
                  <a:gd name="T11" fmla="*/ 0 h 242"/>
                  <a:gd name="T12" fmla="*/ 0 60000 65536"/>
                  <a:gd name="T13" fmla="*/ 0 60000 65536"/>
                  <a:gd name="T14" fmla="*/ 0 60000 65536"/>
                  <a:gd name="T15" fmla="*/ 0 60000 65536"/>
                  <a:gd name="T16" fmla="*/ 0 60000 65536"/>
                  <a:gd name="T17" fmla="*/ 0 60000 65536"/>
                  <a:gd name="T18" fmla="*/ 0 w 159"/>
                  <a:gd name="T19" fmla="*/ 0 h 242"/>
                  <a:gd name="T20" fmla="*/ 159 w 159"/>
                  <a:gd name="T21" fmla="*/ 242 h 242"/>
                </a:gdLst>
                <a:ahLst/>
                <a:cxnLst>
                  <a:cxn ang="T12">
                    <a:pos x="T0" y="T1"/>
                  </a:cxn>
                  <a:cxn ang="T13">
                    <a:pos x="T2" y="T3"/>
                  </a:cxn>
                  <a:cxn ang="T14">
                    <a:pos x="T4" y="T5"/>
                  </a:cxn>
                  <a:cxn ang="T15">
                    <a:pos x="T6" y="T7"/>
                  </a:cxn>
                  <a:cxn ang="T16">
                    <a:pos x="T8" y="T9"/>
                  </a:cxn>
                  <a:cxn ang="T17">
                    <a:pos x="T10" y="T11"/>
                  </a:cxn>
                </a:cxnLst>
                <a:rect l="T18" t="T19" r="T20" b="T21"/>
                <a:pathLst>
                  <a:path w="159" h="242">
                    <a:moveTo>
                      <a:pt x="159" y="0"/>
                    </a:moveTo>
                    <a:lnTo>
                      <a:pt x="74" y="103"/>
                    </a:lnTo>
                    <a:lnTo>
                      <a:pt x="0" y="143"/>
                    </a:lnTo>
                    <a:lnTo>
                      <a:pt x="0" y="242"/>
                    </a:lnTo>
                    <a:lnTo>
                      <a:pt x="102" y="83"/>
                    </a:lnTo>
                    <a:lnTo>
                      <a:pt x="159" y="0"/>
                    </a:lnTo>
                    <a:close/>
                  </a:path>
                </a:pathLst>
              </a:custGeom>
              <a:solidFill>
                <a:srgbClr val="000000"/>
              </a:solidFill>
              <a:ln w="9525">
                <a:noFill/>
                <a:round/>
                <a:headEnd/>
                <a:tailEnd/>
              </a:ln>
            </p:spPr>
            <p:txBody>
              <a:bodyPr/>
              <a:lstStyle/>
              <a:p>
                <a:pPr algn="ctr"/>
                <a:endParaRPr lang="pt-BR" sz="2400"/>
              </a:p>
            </p:txBody>
          </p:sp>
          <p:sp>
            <p:nvSpPr>
              <p:cNvPr id="740" name="Freeform 45"/>
              <p:cNvSpPr>
                <a:spLocks/>
              </p:cNvSpPr>
              <p:nvPr/>
            </p:nvSpPr>
            <p:spPr bwMode="auto">
              <a:xfrm>
                <a:off x="4916" y="2823"/>
                <a:ext cx="124" cy="337"/>
              </a:xfrm>
              <a:custGeom>
                <a:avLst/>
                <a:gdLst>
                  <a:gd name="T0" fmla="*/ 0 w 991"/>
                  <a:gd name="T1" fmla="*/ 0 h 2692"/>
                  <a:gd name="T2" fmla="*/ 0 w 991"/>
                  <a:gd name="T3" fmla="*/ 0 h 2692"/>
                  <a:gd name="T4" fmla="*/ 0 w 991"/>
                  <a:gd name="T5" fmla="*/ 0 h 2692"/>
                  <a:gd name="T6" fmla="*/ 0 w 991"/>
                  <a:gd name="T7" fmla="*/ 0 h 2692"/>
                  <a:gd name="T8" fmla="*/ 0 w 991"/>
                  <a:gd name="T9" fmla="*/ 0 h 2692"/>
                  <a:gd name="T10" fmla="*/ 0 w 991"/>
                  <a:gd name="T11" fmla="*/ 0 h 2692"/>
                  <a:gd name="T12" fmla="*/ 0 w 991"/>
                  <a:gd name="T13" fmla="*/ 0 h 2692"/>
                  <a:gd name="T14" fmla="*/ 0 w 991"/>
                  <a:gd name="T15" fmla="*/ 0 h 2692"/>
                  <a:gd name="T16" fmla="*/ 0 w 991"/>
                  <a:gd name="T17" fmla="*/ 0 h 2692"/>
                  <a:gd name="T18" fmla="*/ 0 w 991"/>
                  <a:gd name="T19" fmla="*/ 0 h 2692"/>
                  <a:gd name="T20" fmla="*/ 0 w 991"/>
                  <a:gd name="T21" fmla="*/ 0 h 2692"/>
                  <a:gd name="T22" fmla="*/ 0 w 991"/>
                  <a:gd name="T23" fmla="*/ 0 h 2692"/>
                  <a:gd name="T24" fmla="*/ 0 w 991"/>
                  <a:gd name="T25" fmla="*/ 0 h 2692"/>
                  <a:gd name="T26" fmla="*/ 0 w 991"/>
                  <a:gd name="T27" fmla="*/ 0 h 2692"/>
                  <a:gd name="T28" fmla="*/ 0 w 991"/>
                  <a:gd name="T29" fmla="*/ 0 h 2692"/>
                  <a:gd name="T30" fmla="*/ 0 w 991"/>
                  <a:gd name="T31" fmla="*/ 0 h 2692"/>
                  <a:gd name="T32" fmla="*/ 0 w 991"/>
                  <a:gd name="T33" fmla="*/ 0 h 2692"/>
                  <a:gd name="T34" fmla="*/ 0 w 991"/>
                  <a:gd name="T35" fmla="*/ 0 h 2692"/>
                  <a:gd name="T36" fmla="*/ 0 w 991"/>
                  <a:gd name="T37" fmla="*/ 0 h 2692"/>
                  <a:gd name="T38" fmla="*/ 0 w 991"/>
                  <a:gd name="T39" fmla="*/ 0 h 2692"/>
                  <a:gd name="T40" fmla="*/ 0 w 991"/>
                  <a:gd name="T41" fmla="*/ 0 h 2692"/>
                  <a:gd name="T42" fmla="*/ 0 w 991"/>
                  <a:gd name="T43" fmla="*/ 0 h 2692"/>
                  <a:gd name="T44" fmla="*/ 0 w 991"/>
                  <a:gd name="T45" fmla="*/ 0 h 2692"/>
                  <a:gd name="T46" fmla="*/ 0 w 991"/>
                  <a:gd name="T47" fmla="*/ 0 h 2692"/>
                  <a:gd name="T48" fmla="*/ 0 w 991"/>
                  <a:gd name="T49" fmla="*/ 0 h 2692"/>
                  <a:gd name="T50" fmla="*/ 0 w 991"/>
                  <a:gd name="T51" fmla="*/ 0 h 2692"/>
                  <a:gd name="T52" fmla="*/ 0 w 991"/>
                  <a:gd name="T53" fmla="*/ 0 h 2692"/>
                  <a:gd name="T54" fmla="*/ 0 w 991"/>
                  <a:gd name="T55" fmla="*/ 0 h 2692"/>
                  <a:gd name="T56" fmla="*/ 0 w 991"/>
                  <a:gd name="T57" fmla="*/ 0 h 2692"/>
                  <a:gd name="T58" fmla="*/ 0 w 991"/>
                  <a:gd name="T59" fmla="*/ 0 h 2692"/>
                  <a:gd name="T60" fmla="*/ 0 w 991"/>
                  <a:gd name="T61" fmla="*/ 0 h 2692"/>
                  <a:gd name="T62" fmla="*/ 0 w 991"/>
                  <a:gd name="T63" fmla="*/ 0 h 2692"/>
                  <a:gd name="T64" fmla="*/ 0 w 991"/>
                  <a:gd name="T65" fmla="*/ 0 h 2692"/>
                  <a:gd name="T66" fmla="*/ 0 w 991"/>
                  <a:gd name="T67" fmla="*/ 0 h 2692"/>
                  <a:gd name="T68" fmla="*/ 0 w 991"/>
                  <a:gd name="T69" fmla="*/ 0 h 2692"/>
                  <a:gd name="T70" fmla="*/ 0 w 991"/>
                  <a:gd name="T71" fmla="*/ 0 h 2692"/>
                  <a:gd name="T72" fmla="*/ 0 w 991"/>
                  <a:gd name="T73" fmla="*/ 0 h 2692"/>
                  <a:gd name="T74" fmla="*/ 0 w 991"/>
                  <a:gd name="T75" fmla="*/ 0 h 2692"/>
                  <a:gd name="T76" fmla="*/ 0 w 991"/>
                  <a:gd name="T77" fmla="*/ 0 h 2692"/>
                  <a:gd name="T78" fmla="*/ 0 w 991"/>
                  <a:gd name="T79" fmla="*/ 0 h 2692"/>
                  <a:gd name="T80" fmla="*/ 0 w 991"/>
                  <a:gd name="T81" fmla="*/ 0 h 2692"/>
                  <a:gd name="T82" fmla="*/ 0 w 991"/>
                  <a:gd name="T83" fmla="*/ 0 h 2692"/>
                  <a:gd name="T84" fmla="*/ 0 w 991"/>
                  <a:gd name="T85" fmla="*/ 0 h 2692"/>
                  <a:gd name="T86" fmla="*/ 0 w 991"/>
                  <a:gd name="T87" fmla="*/ 0 h 2692"/>
                  <a:gd name="T88" fmla="*/ 0 w 991"/>
                  <a:gd name="T89" fmla="*/ 0 h 2692"/>
                  <a:gd name="T90" fmla="*/ 0 w 991"/>
                  <a:gd name="T91" fmla="*/ 0 h 2692"/>
                  <a:gd name="T92" fmla="*/ 0 w 991"/>
                  <a:gd name="T93" fmla="*/ 0 h 2692"/>
                  <a:gd name="T94" fmla="*/ 0 w 991"/>
                  <a:gd name="T95" fmla="*/ 0 h 2692"/>
                  <a:gd name="T96" fmla="*/ 0 w 991"/>
                  <a:gd name="T97" fmla="*/ 0 h 2692"/>
                  <a:gd name="T98" fmla="*/ 0 w 991"/>
                  <a:gd name="T99" fmla="*/ 0 h 2692"/>
                  <a:gd name="T100" fmla="*/ 0 w 991"/>
                  <a:gd name="T101" fmla="*/ 0 h 2692"/>
                  <a:gd name="T102" fmla="*/ 0 w 991"/>
                  <a:gd name="T103" fmla="*/ 0 h 2692"/>
                  <a:gd name="T104" fmla="*/ 0 w 991"/>
                  <a:gd name="T105" fmla="*/ 0 h 2692"/>
                  <a:gd name="T106" fmla="*/ 0 w 991"/>
                  <a:gd name="T107" fmla="*/ 0 h 2692"/>
                  <a:gd name="T108" fmla="*/ 0 w 991"/>
                  <a:gd name="T109" fmla="*/ 0 h 2692"/>
                  <a:gd name="T110" fmla="*/ 0 w 991"/>
                  <a:gd name="T111" fmla="*/ 0 h 2692"/>
                  <a:gd name="T112" fmla="*/ 0 w 991"/>
                  <a:gd name="T113" fmla="*/ 0 h 2692"/>
                  <a:gd name="T114" fmla="*/ 0 w 991"/>
                  <a:gd name="T115" fmla="*/ 0 h 2692"/>
                  <a:gd name="T116" fmla="*/ 0 w 991"/>
                  <a:gd name="T117" fmla="*/ 0 h 2692"/>
                  <a:gd name="T118" fmla="*/ 0 w 991"/>
                  <a:gd name="T119" fmla="*/ 0 h 2692"/>
                  <a:gd name="T120" fmla="*/ 0 w 991"/>
                  <a:gd name="T121" fmla="*/ 0 h 2692"/>
                  <a:gd name="T122" fmla="*/ 0 w 991"/>
                  <a:gd name="T123" fmla="*/ 0 h 2692"/>
                  <a:gd name="T124" fmla="*/ 0 w 991"/>
                  <a:gd name="T125" fmla="*/ 0 h 26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91"/>
                  <a:gd name="T190" fmla="*/ 0 h 2692"/>
                  <a:gd name="T191" fmla="*/ 991 w 991"/>
                  <a:gd name="T192" fmla="*/ 2692 h 269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91" h="2692">
                    <a:moveTo>
                      <a:pt x="176" y="465"/>
                    </a:moveTo>
                    <a:lnTo>
                      <a:pt x="60" y="615"/>
                    </a:lnTo>
                    <a:lnTo>
                      <a:pt x="0" y="975"/>
                    </a:lnTo>
                    <a:lnTo>
                      <a:pt x="31" y="1102"/>
                    </a:lnTo>
                    <a:lnTo>
                      <a:pt x="5" y="1171"/>
                    </a:lnTo>
                    <a:lnTo>
                      <a:pt x="60" y="1151"/>
                    </a:lnTo>
                    <a:lnTo>
                      <a:pt x="125" y="1256"/>
                    </a:lnTo>
                    <a:lnTo>
                      <a:pt x="176" y="1630"/>
                    </a:lnTo>
                    <a:lnTo>
                      <a:pt x="251" y="2035"/>
                    </a:lnTo>
                    <a:lnTo>
                      <a:pt x="293" y="2111"/>
                    </a:lnTo>
                    <a:lnTo>
                      <a:pt x="293" y="2259"/>
                    </a:lnTo>
                    <a:lnTo>
                      <a:pt x="393" y="2513"/>
                    </a:lnTo>
                    <a:lnTo>
                      <a:pt x="727" y="2692"/>
                    </a:lnTo>
                    <a:lnTo>
                      <a:pt x="400" y="2480"/>
                    </a:lnTo>
                    <a:lnTo>
                      <a:pt x="330" y="2250"/>
                    </a:lnTo>
                    <a:lnTo>
                      <a:pt x="330" y="2158"/>
                    </a:lnTo>
                    <a:lnTo>
                      <a:pt x="535" y="2375"/>
                    </a:lnTo>
                    <a:lnTo>
                      <a:pt x="743" y="2485"/>
                    </a:lnTo>
                    <a:lnTo>
                      <a:pt x="899" y="2527"/>
                    </a:lnTo>
                    <a:lnTo>
                      <a:pt x="980" y="2485"/>
                    </a:lnTo>
                    <a:lnTo>
                      <a:pt x="811" y="2485"/>
                    </a:lnTo>
                    <a:lnTo>
                      <a:pt x="639" y="2413"/>
                    </a:lnTo>
                    <a:lnTo>
                      <a:pt x="519" y="2316"/>
                    </a:lnTo>
                    <a:lnTo>
                      <a:pt x="316" y="2086"/>
                    </a:lnTo>
                    <a:lnTo>
                      <a:pt x="307" y="1931"/>
                    </a:lnTo>
                    <a:lnTo>
                      <a:pt x="213" y="1650"/>
                    </a:lnTo>
                    <a:lnTo>
                      <a:pt x="220" y="1441"/>
                    </a:lnTo>
                    <a:lnTo>
                      <a:pt x="183" y="1283"/>
                    </a:lnTo>
                    <a:lnTo>
                      <a:pt x="251" y="1019"/>
                    </a:lnTo>
                    <a:lnTo>
                      <a:pt x="220" y="809"/>
                    </a:lnTo>
                    <a:lnTo>
                      <a:pt x="266" y="703"/>
                    </a:lnTo>
                    <a:lnTo>
                      <a:pt x="341" y="694"/>
                    </a:lnTo>
                    <a:lnTo>
                      <a:pt x="284" y="818"/>
                    </a:lnTo>
                    <a:lnTo>
                      <a:pt x="363" y="784"/>
                    </a:lnTo>
                    <a:lnTo>
                      <a:pt x="316" y="852"/>
                    </a:lnTo>
                    <a:lnTo>
                      <a:pt x="334" y="918"/>
                    </a:lnTo>
                    <a:lnTo>
                      <a:pt x="496" y="784"/>
                    </a:lnTo>
                    <a:lnTo>
                      <a:pt x="639" y="784"/>
                    </a:lnTo>
                    <a:lnTo>
                      <a:pt x="743" y="719"/>
                    </a:lnTo>
                    <a:lnTo>
                      <a:pt x="826" y="672"/>
                    </a:lnTo>
                    <a:lnTo>
                      <a:pt x="874" y="672"/>
                    </a:lnTo>
                    <a:lnTo>
                      <a:pt x="991" y="775"/>
                    </a:lnTo>
                    <a:lnTo>
                      <a:pt x="890" y="663"/>
                    </a:lnTo>
                    <a:lnTo>
                      <a:pt x="828" y="654"/>
                    </a:lnTo>
                    <a:lnTo>
                      <a:pt x="778" y="663"/>
                    </a:lnTo>
                    <a:lnTo>
                      <a:pt x="620" y="749"/>
                    </a:lnTo>
                    <a:lnTo>
                      <a:pt x="545" y="749"/>
                    </a:lnTo>
                    <a:lnTo>
                      <a:pt x="400" y="663"/>
                    </a:lnTo>
                    <a:lnTo>
                      <a:pt x="316" y="654"/>
                    </a:lnTo>
                    <a:lnTo>
                      <a:pt x="266" y="663"/>
                    </a:lnTo>
                    <a:lnTo>
                      <a:pt x="159" y="771"/>
                    </a:lnTo>
                    <a:lnTo>
                      <a:pt x="316" y="514"/>
                    </a:lnTo>
                    <a:lnTo>
                      <a:pt x="183" y="599"/>
                    </a:lnTo>
                    <a:lnTo>
                      <a:pt x="378" y="305"/>
                    </a:lnTo>
                    <a:lnTo>
                      <a:pt x="266" y="362"/>
                    </a:lnTo>
                    <a:lnTo>
                      <a:pt x="390" y="219"/>
                    </a:lnTo>
                    <a:lnTo>
                      <a:pt x="671" y="66"/>
                    </a:lnTo>
                    <a:lnTo>
                      <a:pt x="912" y="0"/>
                    </a:lnTo>
                    <a:lnTo>
                      <a:pt x="648" y="53"/>
                    </a:lnTo>
                    <a:lnTo>
                      <a:pt x="307" y="219"/>
                    </a:lnTo>
                    <a:lnTo>
                      <a:pt x="198" y="334"/>
                    </a:lnTo>
                    <a:lnTo>
                      <a:pt x="176" y="419"/>
                    </a:lnTo>
                    <a:lnTo>
                      <a:pt x="176" y="465"/>
                    </a:lnTo>
                    <a:close/>
                  </a:path>
                </a:pathLst>
              </a:custGeom>
              <a:solidFill>
                <a:srgbClr val="000000"/>
              </a:solidFill>
              <a:ln w="9525">
                <a:noFill/>
                <a:round/>
                <a:headEnd/>
                <a:tailEnd/>
              </a:ln>
            </p:spPr>
            <p:txBody>
              <a:bodyPr/>
              <a:lstStyle/>
              <a:p>
                <a:pPr algn="ctr"/>
                <a:endParaRPr lang="pt-BR" sz="2400"/>
              </a:p>
            </p:txBody>
          </p:sp>
          <p:sp>
            <p:nvSpPr>
              <p:cNvPr id="741" name="Freeform 46"/>
              <p:cNvSpPr>
                <a:spLocks/>
              </p:cNvSpPr>
              <p:nvPr/>
            </p:nvSpPr>
            <p:spPr bwMode="auto">
              <a:xfrm>
                <a:off x="5031" y="2823"/>
                <a:ext cx="67" cy="101"/>
              </a:xfrm>
              <a:custGeom>
                <a:avLst/>
                <a:gdLst>
                  <a:gd name="T0" fmla="*/ 0 w 530"/>
                  <a:gd name="T1" fmla="*/ 0 h 809"/>
                  <a:gd name="T2" fmla="*/ 0 w 530"/>
                  <a:gd name="T3" fmla="*/ 0 h 809"/>
                  <a:gd name="T4" fmla="*/ 0 w 530"/>
                  <a:gd name="T5" fmla="*/ 0 h 809"/>
                  <a:gd name="T6" fmla="*/ 0 w 530"/>
                  <a:gd name="T7" fmla="*/ 0 h 809"/>
                  <a:gd name="T8" fmla="*/ 0 w 530"/>
                  <a:gd name="T9" fmla="*/ 0 h 809"/>
                  <a:gd name="T10" fmla="*/ 0 w 530"/>
                  <a:gd name="T11" fmla="*/ 0 h 809"/>
                  <a:gd name="T12" fmla="*/ 0 w 530"/>
                  <a:gd name="T13" fmla="*/ 0 h 809"/>
                  <a:gd name="T14" fmla="*/ 0 w 530"/>
                  <a:gd name="T15" fmla="*/ 0 h 809"/>
                  <a:gd name="T16" fmla="*/ 0 w 530"/>
                  <a:gd name="T17" fmla="*/ 0 h 809"/>
                  <a:gd name="T18" fmla="*/ 0 w 530"/>
                  <a:gd name="T19" fmla="*/ 0 h 809"/>
                  <a:gd name="T20" fmla="*/ 0 w 530"/>
                  <a:gd name="T21" fmla="*/ 0 h 809"/>
                  <a:gd name="T22" fmla="*/ 0 w 530"/>
                  <a:gd name="T23" fmla="*/ 0 h 809"/>
                  <a:gd name="T24" fmla="*/ 0 w 530"/>
                  <a:gd name="T25" fmla="*/ 0 h 809"/>
                  <a:gd name="T26" fmla="*/ 0 w 530"/>
                  <a:gd name="T27" fmla="*/ 0 h 809"/>
                  <a:gd name="T28" fmla="*/ 0 w 530"/>
                  <a:gd name="T29" fmla="*/ 0 h 809"/>
                  <a:gd name="T30" fmla="*/ 0 w 530"/>
                  <a:gd name="T31" fmla="*/ 0 h 809"/>
                  <a:gd name="T32" fmla="*/ 0 w 530"/>
                  <a:gd name="T33" fmla="*/ 0 h 809"/>
                  <a:gd name="T34" fmla="*/ 0 w 530"/>
                  <a:gd name="T35" fmla="*/ 0 h 809"/>
                  <a:gd name="T36" fmla="*/ 0 w 530"/>
                  <a:gd name="T37" fmla="*/ 0 h 809"/>
                  <a:gd name="T38" fmla="*/ 0 w 530"/>
                  <a:gd name="T39" fmla="*/ 0 h 809"/>
                  <a:gd name="T40" fmla="*/ 0 w 530"/>
                  <a:gd name="T41" fmla="*/ 0 h 809"/>
                  <a:gd name="T42" fmla="*/ 0 w 530"/>
                  <a:gd name="T43" fmla="*/ 0 h 809"/>
                  <a:gd name="T44" fmla="*/ 0 w 530"/>
                  <a:gd name="T45" fmla="*/ 0 h 809"/>
                  <a:gd name="T46" fmla="*/ 0 w 530"/>
                  <a:gd name="T47" fmla="*/ 0 h 809"/>
                  <a:gd name="T48" fmla="*/ 0 w 530"/>
                  <a:gd name="T49" fmla="*/ 0 h 809"/>
                  <a:gd name="T50" fmla="*/ 0 w 530"/>
                  <a:gd name="T51" fmla="*/ 0 h 809"/>
                  <a:gd name="T52" fmla="*/ 0 w 530"/>
                  <a:gd name="T53" fmla="*/ 0 h 809"/>
                  <a:gd name="T54" fmla="*/ 0 w 530"/>
                  <a:gd name="T55" fmla="*/ 0 h 809"/>
                  <a:gd name="T56" fmla="*/ 0 w 530"/>
                  <a:gd name="T57" fmla="*/ 0 h 809"/>
                  <a:gd name="T58" fmla="*/ 0 w 530"/>
                  <a:gd name="T59" fmla="*/ 0 h 8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30"/>
                  <a:gd name="T91" fmla="*/ 0 h 809"/>
                  <a:gd name="T92" fmla="*/ 530 w 530"/>
                  <a:gd name="T93" fmla="*/ 809 h 8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30" h="809">
                    <a:moveTo>
                      <a:pt x="4" y="636"/>
                    </a:moveTo>
                    <a:lnTo>
                      <a:pt x="75" y="809"/>
                    </a:lnTo>
                    <a:lnTo>
                      <a:pt x="362" y="636"/>
                    </a:lnTo>
                    <a:lnTo>
                      <a:pt x="362" y="578"/>
                    </a:lnTo>
                    <a:lnTo>
                      <a:pt x="400" y="650"/>
                    </a:lnTo>
                    <a:lnTo>
                      <a:pt x="447" y="564"/>
                    </a:lnTo>
                    <a:lnTo>
                      <a:pt x="495" y="567"/>
                    </a:lnTo>
                    <a:lnTo>
                      <a:pt x="512" y="564"/>
                    </a:lnTo>
                    <a:lnTo>
                      <a:pt x="530" y="440"/>
                    </a:lnTo>
                    <a:lnTo>
                      <a:pt x="523" y="325"/>
                    </a:lnTo>
                    <a:lnTo>
                      <a:pt x="447" y="189"/>
                    </a:lnTo>
                    <a:lnTo>
                      <a:pt x="295" y="81"/>
                    </a:lnTo>
                    <a:lnTo>
                      <a:pt x="121" y="0"/>
                    </a:lnTo>
                    <a:lnTo>
                      <a:pt x="325" y="127"/>
                    </a:lnTo>
                    <a:lnTo>
                      <a:pt x="413" y="230"/>
                    </a:lnTo>
                    <a:lnTo>
                      <a:pt x="246" y="136"/>
                    </a:lnTo>
                    <a:lnTo>
                      <a:pt x="382" y="251"/>
                    </a:lnTo>
                    <a:lnTo>
                      <a:pt x="417" y="334"/>
                    </a:lnTo>
                    <a:lnTo>
                      <a:pt x="341" y="258"/>
                    </a:lnTo>
                    <a:lnTo>
                      <a:pt x="209" y="219"/>
                    </a:lnTo>
                    <a:lnTo>
                      <a:pt x="348" y="334"/>
                    </a:lnTo>
                    <a:lnTo>
                      <a:pt x="373" y="465"/>
                    </a:lnTo>
                    <a:lnTo>
                      <a:pt x="253" y="351"/>
                    </a:lnTo>
                    <a:lnTo>
                      <a:pt x="295" y="465"/>
                    </a:lnTo>
                    <a:lnTo>
                      <a:pt x="170" y="465"/>
                    </a:lnTo>
                    <a:lnTo>
                      <a:pt x="202" y="608"/>
                    </a:lnTo>
                    <a:lnTo>
                      <a:pt x="180" y="703"/>
                    </a:lnTo>
                    <a:lnTo>
                      <a:pt x="0" y="514"/>
                    </a:lnTo>
                    <a:lnTo>
                      <a:pt x="99" y="760"/>
                    </a:lnTo>
                    <a:lnTo>
                      <a:pt x="4" y="636"/>
                    </a:lnTo>
                    <a:close/>
                  </a:path>
                </a:pathLst>
              </a:custGeom>
              <a:solidFill>
                <a:srgbClr val="000000"/>
              </a:solidFill>
              <a:ln w="9525">
                <a:noFill/>
                <a:round/>
                <a:headEnd/>
                <a:tailEnd/>
              </a:ln>
            </p:spPr>
            <p:txBody>
              <a:bodyPr/>
              <a:lstStyle/>
              <a:p>
                <a:pPr algn="ctr"/>
                <a:endParaRPr lang="pt-BR" sz="2400"/>
              </a:p>
            </p:txBody>
          </p:sp>
          <p:sp>
            <p:nvSpPr>
              <p:cNvPr id="742" name="Freeform 47"/>
              <p:cNvSpPr>
                <a:spLocks/>
              </p:cNvSpPr>
              <p:nvPr/>
            </p:nvSpPr>
            <p:spPr bwMode="auto">
              <a:xfrm>
                <a:off x="5017" y="2877"/>
                <a:ext cx="111" cy="286"/>
              </a:xfrm>
              <a:custGeom>
                <a:avLst/>
                <a:gdLst>
                  <a:gd name="T0" fmla="*/ 0 w 887"/>
                  <a:gd name="T1" fmla="*/ 0 h 2288"/>
                  <a:gd name="T2" fmla="*/ 0 w 887"/>
                  <a:gd name="T3" fmla="*/ 0 h 2288"/>
                  <a:gd name="T4" fmla="*/ 0 w 887"/>
                  <a:gd name="T5" fmla="*/ 0 h 2288"/>
                  <a:gd name="T6" fmla="*/ 0 w 887"/>
                  <a:gd name="T7" fmla="*/ 0 h 2288"/>
                  <a:gd name="T8" fmla="*/ 0 w 887"/>
                  <a:gd name="T9" fmla="*/ 0 h 2288"/>
                  <a:gd name="T10" fmla="*/ 0 w 887"/>
                  <a:gd name="T11" fmla="*/ 0 h 2288"/>
                  <a:gd name="T12" fmla="*/ 0 w 887"/>
                  <a:gd name="T13" fmla="*/ 0 h 2288"/>
                  <a:gd name="T14" fmla="*/ 0 w 887"/>
                  <a:gd name="T15" fmla="*/ 0 h 2288"/>
                  <a:gd name="T16" fmla="*/ 0 w 887"/>
                  <a:gd name="T17" fmla="*/ 0 h 2288"/>
                  <a:gd name="T18" fmla="*/ 0 w 887"/>
                  <a:gd name="T19" fmla="*/ 0 h 2288"/>
                  <a:gd name="T20" fmla="*/ 0 w 887"/>
                  <a:gd name="T21" fmla="*/ 0 h 2288"/>
                  <a:gd name="T22" fmla="*/ 0 w 887"/>
                  <a:gd name="T23" fmla="*/ 0 h 2288"/>
                  <a:gd name="T24" fmla="*/ 0 w 887"/>
                  <a:gd name="T25" fmla="*/ 0 h 2288"/>
                  <a:gd name="T26" fmla="*/ 0 w 887"/>
                  <a:gd name="T27" fmla="*/ 0 h 2288"/>
                  <a:gd name="T28" fmla="*/ 0 w 887"/>
                  <a:gd name="T29" fmla="*/ 0 h 2288"/>
                  <a:gd name="T30" fmla="*/ 0 w 887"/>
                  <a:gd name="T31" fmla="*/ 0 h 2288"/>
                  <a:gd name="T32" fmla="*/ 0 w 887"/>
                  <a:gd name="T33" fmla="*/ 0 h 2288"/>
                  <a:gd name="T34" fmla="*/ 0 w 887"/>
                  <a:gd name="T35" fmla="*/ 0 h 2288"/>
                  <a:gd name="T36" fmla="*/ 0 w 887"/>
                  <a:gd name="T37" fmla="*/ 0 h 2288"/>
                  <a:gd name="T38" fmla="*/ 0 w 887"/>
                  <a:gd name="T39" fmla="*/ 0 h 2288"/>
                  <a:gd name="T40" fmla="*/ 0 w 887"/>
                  <a:gd name="T41" fmla="*/ 0 h 2288"/>
                  <a:gd name="T42" fmla="*/ 0 w 887"/>
                  <a:gd name="T43" fmla="*/ 0 h 2288"/>
                  <a:gd name="T44" fmla="*/ 0 w 887"/>
                  <a:gd name="T45" fmla="*/ 0 h 2288"/>
                  <a:gd name="T46" fmla="*/ 0 w 887"/>
                  <a:gd name="T47" fmla="*/ 0 h 2288"/>
                  <a:gd name="T48" fmla="*/ 0 w 887"/>
                  <a:gd name="T49" fmla="*/ 0 h 2288"/>
                  <a:gd name="T50" fmla="*/ 0 w 887"/>
                  <a:gd name="T51" fmla="*/ 0 h 2288"/>
                  <a:gd name="T52" fmla="*/ 0 w 887"/>
                  <a:gd name="T53" fmla="*/ 0 h 2288"/>
                  <a:gd name="T54" fmla="*/ 0 w 887"/>
                  <a:gd name="T55" fmla="*/ 0 h 2288"/>
                  <a:gd name="T56" fmla="*/ 0 w 887"/>
                  <a:gd name="T57" fmla="*/ 0 h 2288"/>
                  <a:gd name="T58" fmla="*/ 0 w 887"/>
                  <a:gd name="T59" fmla="*/ 0 h 2288"/>
                  <a:gd name="T60" fmla="*/ 0 w 887"/>
                  <a:gd name="T61" fmla="*/ 0 h 2288"/>
                  <a:gd name="T62" fmla="*/ 0 w 887"/>
                  <a:gd name="T63" fmla="*/ 0 h 2288"/>
                  <a:gd name="T64" fmla="*/ 0 w 887"/>
                  <a:gd name="T65" fmla="*/ 0 h 2288"/>
                  <a:gd name="T66" fmla="*/ 0 w 887"/>
                  <a:gd name="T67" fmla="*/ 0 h 2288"/>
                  <a:gd name="T68" fmla="*/ 0 w 887"/>
                  <a:gd name="T69" fmla="*/ 0 h 2288"/>
                  <a:gd name="T70" fmla="*/ 0 w 887"/>
                  <a:gd name="T71" fmla="*/ 0 h 228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87"/>
                  <a:gd name="T109" fmla="*/ 0 h 2288"/>
                  <a:gd name="T110" fmla="*/ 887 w 887"/>
                  <a:gd name="T111" fmla="*/ 2288 h 228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87" h="2288">
                    <a:moveTo>
                      <a:pt x="641" y="139"/>
                    </a:moveTo>
                    <a:lnTo>
                      <a:pt x="698" y="480"/>
                    </a:lnTo>
                    <a:lnTo>
                      <a:pt x="669" y="669"/>
                    </a:lnTo>
                    <a:lnTo>
                      <a:pt x="698" y="874"/>
                    </a:lnTo>
                    <a:lnTo>
                      <a:pt x="669" y="1250"/>
                    </a:lnTo>
                    <a:lnTo>
                      <a:pt x="588" y="1668"/>
                    </a:lnTo>
                    <a:lnTo>
                      <a:pt x="470" y="1806"/>
                    </a:lnTo>
                    <a:lnTo>
                      <a:pt x="239" y="2057"/>
                    </a:lnTo>
                    <a:lnTo>
                      <a:pt x="358" y="1993"/>
                    </a:lnTo>
                    <a:lnTo>
                      <a:pt x="342" y="2052"/>
                    </a:lnTo>
                    <a:lnTo>
                      <a:pt x="0" y="2288"/>
                    </a:lnTo>
                    <a:lnTo>
                      <a:pt x="385" y="2052"/>
                    </a:lnTo>
                    <a:lnTo>
                      <a:pt x="535" y="1815"/>
                    </a:lnTo>
                    <a:lnTo>
                      <a:pt x="565" y="1716"/>
                    </a:lnTo>
                    <a:lnTo>
                      <a:pt x="613" y="1658"/>
                    </a:lnTo>
                    <a:lnTo>
                      <a:pt x="705" y="1202"/>
                    </a:lnTo>
                    <a:lnTo>
                      <a:pt x="768" y="1137"/>
                    </a:lnTo>
                    <a:lnTo>
                      <a:pt x="786" y="1070"/>
                    </a:lnTo>
                    <a:lnTo>
                      <a:pt x="768" y="1119"/>
                    </a:lnTo>
                    <a:lnTo>
                      <a:pt x="705" y="1174"/>
                    </a:lnTo>
                    <a:lnTo>
                      <a:pt x="736" y="982"/>
                    </a:lnTo>
                    <a:lnTo>
                      <a:pt x="821" y="669"/>
                    </a:lnTo>
                    <a:lnTo>
                      <a:pt x="887" y="490"/>
                    </a:lnTo>
                    <a:lnTo>
                      <a:pt x="887" y="347"/>
                    </a:lnTo>
                    <a:lnTo>
                      <a:pt x="846" y="187"/>
                    </a:lnTo>
                    <a:lnTo>
                      <a:pt x="705" y="0"/>
                    </a:lnTo>
                    <a:lnTo>
                      <a:pt x="821" y="198"/>
                    </a:lnTo>
                    <a:lnTo>
                      <a:pt x="835" y="291"/>
                    </a:lnTo>
                    <a:lnTo>
                      <a:pt x="786" y="235"/>
                    </a:lnTo>
                    <a:lnTo>
                      <a:pt x="821" y="424"/>
                    </a:lnTo>
                    <a:lnTo>
                      <a:pt x="749" y="406"/>
                    </a:lnTo>
                    <a:lnTo>
                      <a:pt x="764" y="600"/>
                    </a:lnTo>
                    <a:lnTo>
                      <a:pt x="724" y="717"/>
                    </a:lnTo>
                    <a:lnTo>
                      <a:pt x="705" y="611"/>
                    </a:lnTo>
                    <a:lnTo>
                      <a:pt x="714" y="439"/>
                    </a:lnTo>
                    <a:lnTo>
                      <a:pt x="641" y="139"/>
                    </a:lnTo>
                    <a:close/>
                  </a:path>
                </a:pathLst>
              </a:custGeom>
              <a:solidFill>
                <a:srgbClr val="000000"/>
              </a:solidFill>
              <a:ln w="9525">
                <a:noFill/>
                <a:round/>
                <a:headEnd/>
                <a:tailEnd/>
              </a:ln>
            </p:spPr>
            <p:txBody>
              <a:bodyPr/>
              <a:lstStyle/>
              <a:p>
                <a:pPr algn="ctr"/>
                <a:endParaRPr lang="pt-BR" sz="2400"/>
              </a:p>
            </p:txBody>
          </p:sp>
          <p:sp>
            <p:nvSpPr>
              <p:cNvPr id="743" name="Freeform 48"/>
              <p:cNvSpPr>
                <a:spLocks/>
              </p:cNvSpPr>
              <p:nvPr/>
            </p:nvSpPr>
            <p:spPr bwMode="auto">
              <a:xfrm>
                <a:off x="5115" y="2970"/>
                <a:ext cx="10" cy="39"/>
              </a:xfrm>
              <a:custGeom>
                <a:avLst/>
                <a:gdLst>
                  <a:gd name="T0" fmla="*/ 0 w 81"/>
                  <a:gd name="T1" fmla="*/ 0 h 311"/>
                  <a:gd name="T2" fmla="*/ 0 w 81"/>
                  <a:gd name="T3" fmla="*/ 0 h 311"/>
                  <a:gd name="T4" fmla="*/ 0 w 81"/>
                  <a:gd name="T5" fmla="*/ 0 h 311"/>
                  <a:gd name="T6" fmla="*/ 0 w 81"/>
                  <a:gd name="T7" fmla="*/ 0 h 311"/>
                  <a:gd name="T8" fmla="*/ 0 w 81"/>
                  <a:gd name="T9" fmla="*/ 0 h 311"/>
                  <a:gd name="T10" fmla="*/ 0 w 81"/>
                  <a:gd name="T11" fmla="*/ 0 h 311"/>
                  <a:gd name="T12" fmla="*/ 0 w 81"/>
                  <a:gd name="T13" fmla="*/ 0 h 311"/>
                  <a:gd name="T14" fmla="*/ 0 w 81"/>
                  <a:gd name="T15" fmla="*/ 0 h 311"/>
                  <a:gd name="T16" fmla="*/ 0 w 81"/>
                  <a:gd name="T17" fmla="*/ 0 h 3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1"/>
                  <a:gd name="T28" fmla="*/ 0 h 311"/>
                  <a:gd name="T29" fmla="*/ 81 w 81"/>
                  <a:gd name="T30" fmla="*/ 311 h 3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1" h="311">
                    <a:moveTo>
                      <a:pt x="60" y="0"/>
                    </a:moveTo>
                    <a:lnTo>
                      <a:pt x="72" y="37"/>
                    </a:lnTo>
                    <a:lnTo>
                      <a:pt x="64" y="103"/>
                    </a:lnTo>
                    <a:lnTo>
                      <a:pt x="24" y="180"/>
                    </a:lnTo>
                    <a:lnTo>
                      <a:pt x="0" y="311"/>
                    </a:lnTo>
                    <a:lnTo>
                      <a:pt x="40" y="180"/>
                    </a:lnTo>
                    <a:lnTo>
                      <a:pt x="81" y="94"/>
                    </a:lnTo>
                    <a:lnTo>
                      <a:pt x="81" y="37"/>
                    </a:lnTo>
                    <a:lnTo>
                      <a:pt x="60" y="0"/>
                    </a:lnTo>
                    <a:close/>
                  </a:path>
                </a:pathLst>
              </a:custGeom>
              <a:solidFill>
                <a:srgbClr val="000000"/>
              </a:solidFill>
              <a:ln w="9525">
                <a:noFill/>
                <a:round/>
                <a:headEnd/>
                <a:tailEnd/>
              </a:ln>
            </p:spPr>
            <p:txBody>
              <a:bodyPr/>
              <a:lstStyle/>
              <a:p>
                <a:pPr algn="ctr"/>
                <a:endParaRPr lang="pt-BR" sz="2400"/>
              </a:p>
            </p:txBody>
          </p:sp>
          <p:sp>
            <p:nvSpPr>
              <p:cNvPr id="744" name="Freeform 49"/>
              <p:cNvSpPr>
                <a:spLocks/>
              </p:cNvSpPr>
              <p:nvPr/>
            </p:nvSpPr>
            <p:spPr bwMode="auto">
              <a:xfrm>
                <a:off x="4917" y="2968"/>
                <a:ext cx="23" cy="64"/>
              </a:xfrm>
              <a:custGeom>
                <a:avLst/>
                <a:gdLst>
                  <a:gd name="T0" fmla="*/ 0 w 189"/>
                  <a:gd name="T1" fmla="*/ 0 h 509"/>
                  <a:gd name="T2" fmla="*/ 0 w 189"/>
                  <a:gd name="T3" fmla="*/ 0 h 509"/>
                  <a:gd name="T4" fmla="*/ 0 w 189"/>
                  <a:gd name="T5" fmla="*/ 0 h 509"/>
                  <a:gd name="T6" fmla="*/ 0 w 189"/>
                  <a:gd name="T7" fmla="*/ 0 h 509"/>
                  <a:gd name="T8" fmla="*/ 0 w 189"/>
                  <a:gd name="T9" fmla="*/ 0 h 509"/>
                  <a:gd name="T10" fmla="*/ 0 w 189"/>
                  <a:gd name="T11" fmla="*/ 0 h 509"/>
                  <a:gd name="T12" fmla="*/ 0 w 189"/>
                  <a:gd name="T13" fmla="*/ 0 h 509"/>
                  <a:gd name="T14" fmla="*/ 0 w 189"/>
                  <a:gd name="T15" fmla="*/ 0 h 509"/>
                  <a:gd name="T16" fmla="*/ 0 w 189"/>
                  <a:gd name="T17" fmla="*/ 0 h 509"/>
                  <a:gd name="T18" fmla="*/ 0 w 189"/>
                  <a:gd name="T19" fmla="*/ 0 h 509"/>
                  <a:gd name="T20" fmla="*/ 0 w 189"/>
                  <a:gd name="T21" fmla="*/ 0 h 509"/>
                  <a:gd name="T22" fmla="*/ 0 w 189"/>
                  <a:gd name="T23" fmla="*/ 0 h 5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9"/>
                  <a:gd name="T37" fmla="*/ 0 h 509"/>
                  <a:gd name="T38" fmla="*/ 189 w 189"/>
                  <a:gd name="T39" fmla="*/ 509 h 50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9" h="509">
                    <a:moveTo>
                      <a:pt x="0" y="0"/>
                    </a:moveTo>
                    <a:lnTo>
                      <a:pt x="7" y="151"/>
                    </a:lnTo>
                    <a:lnTo>
                      <a:pt x="41" y="315"/>
                    </a:lnTo>
                    <a:lnTo>
                      <a:pt x="67" y="424"/>
                    </a:lnTo>
                    <a:lnTo>
                      <a:pt x="136" y="490"/>
                    </a:lnTo>
                    <a:lnTo>
                      <a:pt x="189" y="509"/>
                    </a:lnTo>
                    <a:lnTo>
                      <a:pt x="178" y="461"/>
                    </a:lnTo>
                    <a:lnTo>
                      <a:pt x="111" y="442"/>
                    </a:lnTo>
                    <a:lnTo>
                      <a:pt x="74" y="387"/>
                    </a:lnTo>
                    <a:lnTo>
                      <a:pt x="30" y="216"/>
                    </a:lnTo>
                    <a:lnTo>
                      <a:pt x="7" y="70"/>
                    </a:lnTo>
                    <a:lnTo>
                      <a:pt x="0" y="0"/>
                    </a:lnTo>
                    <a:close/>
                  </a:path>
                </a:pathLst>
              </a:custGeom>
              <a:solidFill>
                <a:srgbClr val="000000"/>
              </a:solidFill>
              <a:ln w="9525">
                <a:noFill/>
                <a:round/>
                <a:headEnd/>
                <a:tailEnd/>
              </a:ln>
            </p:spPr>
            <p:txBody>
              <a:bodyPr/>
              <a:lstStyle/>
              <a:p>
                <a:pPr algn="ctr"/>
                <a:endParaRPr lang="pt-BR" sz="2400"/>
              </a:p>
            </p:txBody>
          </p:sp>
          <p:sp>
            <p:nvSpPr>
              <p:cNvPr id="745" name="Freeform 50"/>
              <p:cNvSpPr>
                <a:spLocks/>
              </p:cNvSpPr>
              <p:nvPr/>
            </p:nvSpPr>
            <p:spPr bwMode="auto">
              <a:xfrm>
                <a:off x="5171" y="3195"/>
                <a:ext cx="37" cy="127"/>
              </a:xfrm>
              <a:custGeom>
                <a:avLst/>
                <a:gdLst>
                  <a:gd name="T0" fmla="*/ 0 w 293"/>
                  <a:gd name="T1" fmla="*/ 0 h 1015"/>
                  <a:gd name="T2" fmla="*/ 0 w 293"/>
                  <a:gd name="T3" fmla="*/ 0 h 1015"/>
                  <a:gd name="T4" fmla="*/ 0 w 293"/>
                  <a:gd name="T5" fmla="*/ 0 h 1015"/>
                  <a:gd name="T6" fmla="*/ 0 w 293"/>
                  <a:gd name="T7" fmla="*/ 0 h 1015"/>
                  <a:gd name="T8" fmla="*/ 0 w 293"/>
                  <a:gd name="T9" fmla="*/ 0 h 1015"/>
                  <a:gd name="T10" fmla="*/ 0 w 293"/>
                  <a:gd name="T11" fmla="*/ 0 h 1015"/>
                  <a:gd name="T12" fmla="*/ 0 w 293"/>
                  <a:gd name="T13" fmla="*/ 0 h 1015"/>
                  <a:gd name="T14" fmla="*/ 0 w 293"/>
                  <a:gd name="T15" fmla="*/ 0 h 1015"/>
                  <a:gd name="T16" fmla="*/ 0 w 293"/>
                  <a:gd name="T17" fmla="*/ 0 h 1015"/>
                  <a:gd name="T18" fmla="*/ 0 w 293"/>
                  <a:gd name="T19" fmla="*/ 0 h 1015"/>
                  <a:gd name="T20" fmla="*/ 0 w 293"/>
                  <a:gd name="T21" fmla="*/ 0 h 1015"/>
                  <a:gd name="T22" fmla="*/ 0 w 293"/>
                  <a:gd name="T23" fmla="*/ 0 h 1015"/>
                  <a:gd name="T24" fmla="*/ 0 w 293"/>
                  <a:gd name="T25" fmla="*/ 0 h 1015"/>
                  <a:gd name="T26" fmla="*/ 0 w 293"/>
                  <a:gd name="T27" fmla="*/ 0 h 1015"/>
                  <a:gd name="T28" fmla="*/ 0 w 293"/>
                  <a:gd name="T29" fmla="*/ 0 h 1015"/>
                  <a:gd name="T30" fmla="*/ 0 w 293"/>
                  <a:gd name="T31" fmla="*/ 0 h 1015"/>
                  <a:gd name="T32" fmla="*/ 0 w 293"/>
                  <a:gd name="T33" fmla="*/ 0 h 1015"/>
                  <a:gd name="T34" fmla="*/ 0 w 293"/>
                  <a:gd name="T35" fmla="*/ 0 h 1015"/>
                  <a:gd name="T36" fmla="*/ 0 w 293"/>
                  <a:gd name="T37" fmla="*/ 0 h 1015"/>
                  <a:gd name="T38" fmla="*/ 0 w 293"/>
                  <a:gd name="T39" fmla="*/ 0 h 101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93"/>
                  <a:gd name="T61" fmla="*/ 0 h 1015"/>
                  <a:gd name="T62" fmla="*/ 293 w 293"/>
                  <a:gd name="T63" fmla="*/ 1015 h 101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93" h="1015">
                    <a:moveTo>
                      <a:pt x="293" y="0"/>
                    </a:moveTo>
                    <a:lnTo>
                      <a:pt x="212" y="63"/>
                    </a:lnTo>
                    <a:lnTo>
                      <a:pt x="152" y="167"/>
                    </a:lnTo>
                    <a:lnTo>
                      <a:pt x="82" y="420"/>
                    </a:lnTo>
                    <a:lnTo>
                      <a:pt x="78" y="499"/>
                    </a:lnTo>
                    <a:lnTo>
                      <a:pt x="0" y="609"/>
                    </a:lnTo>
                    <a:lnTo>
                      <a:pt x="0" y="683"/>
                    </a:lnTo>
                    <a:lnTo>
                      <a:pt x="82" y="784"/>
                    </a:lnTo>
                    <a:lnTo>
                      <a:pt x="82" y="1015"/>
                    </a:lnTo>
                    <a:lnTo>
                      <a:pt x="168" y="900"/>
                    </a:lnTo>
                    <a:lnTo>
                      <a:pt x="101" y="951"/>
                    </a:lnTo>
                    <a:lnTo>
                      <a:pt x="101" y="800"/>
                    </a:lnTo>
                    <a:lnTo>
                      <a:pt x="230" y="837"/>
                    </a:lnTo>
                    <a:lnTo>
                      <a:pt x="29" y="621"/>
                    </a:lnTo>
                    <a:lnTo>
                      <a:pt x="43" y="569"/>
                    </a:lnTo>
                    <a:lnTo>
                      <a:pt x="82" y="499"/>
                    </a:lnTo>
                    <a:lnTo>
                      <a:pt x="108" y="340"/>
                    </a:lnTo>
                    <a:lnTo>
                      <a:pt x="161" y="180"/>
                    </a:lnTo>
                    <a:lnTo>
                      <a:pt x="221" y="63"/>
                    </a:lnTo>
                    <a:lnTo>
                      <a:pt x="293" y="0"/>
                    </a:lnTo>
                    <a:close/>
                  </a:path>
                </a:pathLst>
              </a:custGeom>
              <a:solidFill>
                <a:srgbClr val="000000"/>
              </a:solidFill>
              <a:ln w="9525">
                <a:noFill/>
                <a:round/>
                <a:headEnd/>
                <a:tailEnd/>
              </a:ln>
            </p:spPr>
            <p:txBody>
              <a:bodyPr/>
              <a:lstStyle/>
              <a:p>
                <a:pPr algn="ctr"/>
                <a:endParaRPr lang="pt-BR" sz="2400"/>
              </a:p>
            </p:txBody>
          </p:sp>
          <p:sp>
            <p:nvSpPr>
              <p:cNvPr id="746" name="Freeform 51"/>
              <p:cNvSpPr>
                <a:spLocks/>
              </p:cNvSpPr>
              <p:nvPr/>
            </p:nvSpPr>
            <p:spPr bwMode="auto">
              <a:xfrm>
                <a:off x="5154" y="3276"/>
                <a:ext cx="28" cy="71"/>
              </a:xfrm>
              <a:custGeom>
                <a:avLst/>
                <a:gdLst>
                  <a:gd name="T0" fmla="*/ 0 w 220"/>
                  <a:gd name="T1" fmla="*/ 0 h 567"/>
                  <a:gd name="T2" fmla="*/ 0 w 220"/>
                  <a:gd name="T3" fmla="*/ 0 h 567"/>
                  <a:gd name="T4" fmla="*/ 0 w 220"/>
                  <a:gd name="T5" fmla="*/ 0 h 567"/>
                  <a:gd name="T6" fmla="*/ 0 w 220"/>
                  <a:gd name="T7" fmla="*/ 0 h 567"/>
                  <a:gd name="T8" fmla="*/ 0 w 220"/>
                  <a:gd name="T9" fmla="*/ 0 h 567"/>
                  <a:gd name="T10" fmla="*/ 0 w 220"/>
                  <a:gd name="T11" fmla="*/ 0 h 567"/>
                  <a:gd name="T12" fmla="*/ 0 w 220"/>
                  <a:gd name="T13" fmla="*/ 0 h 567"/>
                  <a:gd name="T14" fmla="*/ 0 w 220"/>
                  <a:gd name="T15" fmla="*/ 0 h 567"/>
                  <a:gd name="T16" fmla="*/ 0 w 220"/>
                  <a:gd name="T17" fmla="*/ 0 h 567"/>
                  <a:gd name="T18" fmla="*/ 0 w 220"/>
                  <a:gd name="T19" fmla="*/ 0 h 567"/>
                  <a:gd name="T20" fmla="*/ 0 w 220"/>
                  <a:gd name="T21" fmla="*/ 0 h 567"/>
                  <a:gd name="T22" fmla="*/ 0 w 220"/>
                  <a:gd name="T23" fmla="*/ 0 h 567"/>
                  <a:gd name="T24" fmla="*/ 0 w 220"/>
                  <a:gd name="T25" fmla="*/ 0 h 567"/>
                  <a:gd name="T26" fmla="*/ 0 w 220"/>
                  <a:gd name="T27" fmla="*/ 0 h 567"/>
                  <a:gd name="T28" fmla="*/ 0 w 220"/>
                  <a:gd name="T29" fmla="*/ 0 h 567"/>
                  <a:gd name="T30" fmla="*/ 0 w 220"/>
                  <a:gd name="T31" fmla="*/ 0 h 5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0"/>
                  <a:gd name="T49" fmla="*/ 0 h 567"/>
                  <a:gd name="T50" fmla="*/ 220 w 220"/>
                  <a:gd name="T51" fmla="*/ 567 h 5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0" h="567">
                    <a:moveTo>
                      <a:pt x="138" y="0"/>
                    </a:moveTo>
                    <a:lnTo>
                      <a:pt x="90" y="0"/>
                    </a:lnTo>
                    <a:lnTo>
                      <a:pt x="13" y="46"/>
                    </a:lnTo>
                    <a:lnTo>
                      <a:pt x="0" y="136"/>
                    </a:lnTo>
                    <a:lnTo>
                      <a:pt x="31" y="420"/>
                    </a:lnTo>
                    <a:lnTo>
                      <a:pt x="112" y="567"/>
                    </a:lnTo>
                    <a:lnTo>
                      <a:pt x="181" y="567"/>
                    </a:lnTo>
                    <a:lnTo>
                      <a:pt x="220" y="441"/>
                    </a:lnTo>
                    <a:lnTo>
                      <a:pt x="161" y="532"/>
                    </a:lnTo>
                    <a:lnTo>
                      <a:pt x="124" y="532"/>
                    </a:lnTo>
                    <a:lnTo>
                      <a:pt x="64" y="409"/>
                    </a:lnTo>
                    <a:lnTo>
                      <a:pt x="31" y="101"/>
                    </a:lnTo>
                    <a:lnTo>
                      <a:pt x="53" y="46"/>
                    </a:lnTo>
                    <a:lnTo>
                      <a:pt x="101" y="22"/>
                    </a:lnTo>
                    <a:lnTo>
                      <a:pt x="149" y="22"/>
                    </a:lnTo>
                    <a:lnTo>
                      <a:pt x="138" y="0"/>
                    </a:lnTo>
                    <a:close/>
                  </a:path>
                </a:pathLst>
              </a:custGeom>
              <a:solidFill>
                <a:srgbClr val="000000"/>
              </a:solidFill>
              <a:ln w="9525">
                <a:noFill/>
                <a:round/>
                <a:headEnd/>
                <a:tailEnd/>
              </a:ln>
            </p:spPr>
            <p:txBody>
              <a:bodyPr/>
              <a:lstStyle/>
              <a:p>
                <a:pPr algn="ctr"/>
                <a:endParaRPr lang="pt-BR" sz="2400"/>
              </a:p>
            </p:txBody>
          </p:sp>
          <p:sp>
            <p:nvSpPr>
              <p:cNvPr id="747" name="Freeform 52"/>
              <p:cNvSpPr>
                <a:spLocks/>
              </p:cNvSpPr>
              <p:nvPr/>
            </p:nvSpPr>
            <p:spPr bwMode="auto">
              <a:xfrm>
                <a:off x="5158" y="3277"/>
                <a:ext cx="166" cy="48"/>
              </a:xfrm>
              <a:custGeom>
                <a:avLst/>
                <a:gdLst>
                  <a:gd name="T0" fmla="*/ 0 w 1329"/>
                  <a:gd name="T1" fmla="*/ 0 h 384"/>
                  <a:gd name="T2" fmla="*/ 0 w 1329"/>
                  <a:gd name="T3" fmla="*/ 0 h 384"/>
                  <a:gd name="T4" fmla="*/ 0 w 1329"/>
                  <a:gd name="T5" fmla="*/ 0 h 384"/>
                  <a:gd name="T6" fmla="*/ 0 w 1329"/>
                  <a:gd name="T7" fmla="*/ 0 h 384"/>
                  <a:gd name="T8" fmla="*/ 0 w 1329"/>
                  <a:gd name="T9" fmla="*/ 0 h 384"/>
                  <a:gd name="T10" fmla="*/ 0 w 1329"/>
                  <a:gd name="T11" fmla="*/ 0 h 384"/>
                  <a:gd name="T12" fmla="*/ 0 w 1329"/>
                  <a:gd name="T13" fmla="*/ 0 h 384"/>
                  <a:gd name="T14" fmla="*/ 0 w 1329"/>
                  <a:gd name="T15" fmla="*/ 0 h 384"/>
                  <a:gd name="T16" fmla="*/ 0 w 1329"/>
                  <a:gd name="T17" fmla="*/ 0 h 384"/>
                  <a:gd name="T18" fmla="*/ 0 w 1329"/>
                  <a:gd name="T19" fmla="*/ 0 h 384"/>
                  <a:gd name="T20" fmla="*/ 0 w 1329"/>
                  <a:gd name="T21" fmla="*/ 0 h 384"/>
                  <a:gd name="T22" fmla="*/ 0 w 1329"/>
                  <a:gd name="T23" fmla="*/ 0 h 384"/>
                  <a:gd name="T24" fmla="*/ 0 w 1329"/>
                  <a:gd name="T25" fmla="*/ 0 h 384"/>
                  <a:gd name="T26" fmla="*/ 0 w 1329"/>
                  <a:gd name="T27" fmla="*/ 0 h 384"/>
                  <a:gd name="T28" fmla="*/ 0 w 1329"/>
                  <a:gd name="T29" fmla="*/ 0 h 38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29"/>
                  <a:gd name="T46" fmla="*/ 0 h 384"/>
                  <a:gd name="T47" fmla="*/ 1329 w 1329"/>
                  <a:gd name="T48" fmla="*/ 384 h 38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29" h="384">
                    <a:moveTo>
                      <a:pt x="13" y="114"/>
                    </a:moveTo>
                    <a:lnTo>
                      <a:pt x="1200" y="0"/>
                    </a:lnTo>
                    <a:lnTo>
                      <a:pt x="1285" y="54"/>
                    </a:lnTo>
                    <a:lnTo>
                      <a:pt x="1329" y="194"/>
                    </a:lnTo>
                    <a:lnTo>
                      <a:pt x="1248" y="114"/>
                    </a:lnTo>
                    <a:lnTo>
                      <a:pt x="1160" y="105"/>
                    </a:lnTo>
                    <a:lnTo>
                      <a:pt x="1114" y="105"/>
                    </a:lnTo>
                    <a:lnTo>
                      <a:pt x="1052" y="180"/>
                    </a:lnTo>
                    <a:lnTo>
                      <a:pt x="1026" y="286"/>
                    </a:lnTo>
                    <a:lnTo>
                      <a:pt x="1026" y="384"/>
                    </a:lnTo>
                    <a:lnTo>
                      <a:pt x="1015" y="268"/>
                    </a:lnTo>
                    <a:lnTo>
                      <a:pt x="1040" y="153"/>
                    </a:lnTo>
                    <a:lnTo>
                      <a:pt x="1114" y="68"/>
                    </a:lnTo>
                    <a:lnTo>
                      <a:pt x="0" y="171"/>
                    </a:lnTo>
                    <a:lnTo>
                      <a:pt x="13" y="114"/>
                    </a:lnTo>
                    <a:close/>
                  </a:path>
                </a:pathLst>
              </a:custGeom>
              <a:solidFill>
                <a:srgbClr val="000000"/>
              </a:solidFill>
              <a:ln w="9525">
                <a:noFill/>
                <a:round/>
                <a:headEnd/>
                <a:tailEnd/>
              </a:ln>
            </p:spPr>
            <p:txBody>
              <a:bodyPr/>
              <a:lstStyle/>
              <a:p>
                <a:pPr algn="ctr"/>
                <a:endParaRPr lang="pt-BR" sz="2400"/>
              </a:p>
            </p:txBody>
          </p:sp>
          <p:sp>
            <p:nvSpPr>
              <p:cNvPr id="748" name="Freeform 53"/>
              <p:cNvSpPr>
                <a:spLocks/>
              </p:cNvSpPr>
              <p:nvPr/>
            </p:nvSpPr>
            <p:spPr bwMode="auto">
              <a:xfrm>
                <a:off x="5139" y="3295"/>
                <a:ext cx="38" cy="95"/>
              </a:xfrm>
              <a:custGeom>
                <a:avLst/>
                <a:gdLst>
                  <a:gd name="T0" fmla="*/ 0 w 297"/>
                  <a:gd name="T1" fmla="*/ 0 h 757"/>
                  <a:gd name="T2" fmla="*/ 0 w 297"/>
                  <a:gd name="T3" fmla="*/ 0 h 757"/>
                  <a:gd name="T4" fmla="*/ 0 w 297"/>
                  <a:gd name="T5" fmla="*/ 0 h 757"/>
                  <a:gd name="T6" fmla="*/ 0 w 297"/>
                  <a:gd name="T7" fmla="*/ 0 h 757"/>
                  <a:gd name="T8" fmla="*/ 0 w 297"/>
                  <a:gd name="T9" fmla="*/ 0 h 757"/>
                  <a:gd name="T10" fmla="*/ 0 w 297"/>
                  <a:gd name="T11" fmla="*/ 0 h 757"/>
                  <a:gd name="T12" fmla="*/ 0 w 297"/>
                  <a:gd name="T13" fmla="*/ 0 h 757"/>
                  <a:gd name="T14" fmla="*/ 0 w 297"/>
                  <a:gd name="T15" fmla="*/ 0 h 757"/>
                  <a:gd name="T16" fmla="*/ 0 w 297"/>
                  <a:gd name="T17" fmla="*/ 0 h 757"/>
                  <a:gd name="T18" fmla="*/ 0 w 297"/>
                  <a:gd name="T19" fmla="*/ 0 h 757"/>
                  <a:gd name="T20" fmla="*/ 0 w 297"/>
                  <a:gd name="T21" fmla="*/ 0 h 757"/>
                  <a:gd name="T22" fmla="*/ 0 w 297"/>
                  <a:gd name="T23" fmla="*/ 0 h 757"/>
                  <a:gd name="T24" fmla="*/ 0 w 297"/>
                  <a:gd name="T25" fmla="*/ 0 h 757"/>
                  <a:gd name="T26" fmla="*/ 0 w 297"/>
                  <a:gd name="T27" fmla="*/ 0 h 75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7"/>
                  <a:gd name="T43" fmla="*/ 0 h 757"/>
                  <a:gd name="T44" fmla="*/ 297 w 297"/>
                  <a:gd name="T45" fmla="*/ 757 h 75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7" h="757">
                    <a:moveTo>
                      <a:pt x="297" y="0"/>
                    </a:moveTo>
                    <a:lnTo>
                      <a:pt x="169" y="143"/>
                    </a:lnTo>
                    <a:lnTo>
                      <a:pt x="0" y="441"/>
                    </a:lnTo>
                    <a:lnTo>
                      <a:pt x="21" y="496"/>
                    </a:lnTo>
                    <a:lnTo>
                      <a:pt x="206" y="551"/>
                    </a:lnTo>
                    <a:lnTo>
                      <a:pt x="249" y="609"/>
                    </a:lnTo>
                    <a:lnTo>
                      <a:pt x="217" y="757"/>
                    </a:lnTo>
                    <a:lnTo>
                      <a:pt x="265" y="619"/>
                    </a:lnTo>
                    <a:lnTo>
                      <a:pt x="254" y="551"/>
                    </a:lnTo>
                    <a:lnTo>
                      <a:pt x="206" y="521"/>
                    </a:lnTo>
                    <a:lnTo>
                      <a:pt x="39" y="468"/>
                    </a:lnTo>
                    <a:lnTo>
                      <a:pt x="30" y="428"/>
                    </a:lnTo>
                    <a:lnTo>
                      <a:pt x="189" y="143"/>
                    </a:lnTo>
                    <a:lnTo>
                      <a:pt x="297" y="0"/>
                    </a:lnTo>
                    <a:close/>
                  </a:path>
                </a:pathLst>
              </a:custGeom>
              <a:solidFill>
                <a:srgbClr val="000000"/>
              </a:solidFill>
              <a:ln w="9525">
                <a:noFill/>
                <a:round/>
                <a:headEnd/>
                <a:tailEnd/>
              </a:ln>
            </p:spPr>
            <p:txBody>
              <a:bodyPr/>
              <a:lstStyle/>
              <a:p>
                <a:pPr algn="ctr"/>
                <a:endParaRPr lang="pt-BR" sz="2400"/>
              </a:p>
            </p:txBody>
          </p:sp>
          <p:sp>
            <p:nvSpPr>
              <p:cNvPr id="749" name="Freeform 54"/>
              <p:cNvSpPr>
                <a:spLocks/>
              </p:cNvSpPr>
              <p:nvPr/>
            </p:nvSpPr>
            <p:spPr bwMode="auto">
              <a:xfrm>
                <a:off x="5169" y="3393"/>
                <a:ext cx="25" cy="28"/>
              </a:xfrm>
              <a:custGeom>
                <a:avLst/>
                <a:gdLst>
                  <a:gd name="T0" fmla="*/ 0 w 195"/>
                  <a:gd name="T1" fmla="*/ 0 h 223"/>
                  <a:gd name="T2" fmla="*/ 0 w 195"/>
                  <a:gd name="T3" fmla="*/ 0 h 223"/>
                  <a:gd name="T4" fmla="*/ 0 w 195"/>
                  <a:gd name="T5" fmla="*/ 0 h 223"/>
                  <a:gd name="T6" fmla="*/ 0 w 195"/>
                  <a:gd name="T7" fmla="*/ 0 h 223"/>
                  <a:gd name="T8" fmla="*/ 0 w 195"/>
                  <a:gd name="T9" fmla="*/ 0 h 223"/>
                  <a:gd name="T10" fmla="*/ 0 w 195"/>
                  <a:gd name="T11" fmla="*/ 0 h 223"/>
                  <a:gd name="T12" fmla="*/ 0 w 195"/>
                  <a:gd name="T13" fmla="*/ 0 h 223"/>
                  <a:gd name="T14" fmla="*/ 0 60000 65536"/>
                  <a:gd name="T15" fmla="*/ 0 60000 65536"/>
                  <a:gd name="T16" fmla="*/ 0 60000 65536"/>
                  <a:gd name="T17" fmla="*/ 0 60000 65536"/>
                  <a:gd name="T18" fmla="*/ 0 60000 65536"/>
                  <a:gd name="T19" fmla="*/ 0 60000 65536"/>
                  <a:gd name="T20" fmla="*/ 0 60000 65536"/>
                  <a:gd name="T21" fmla="*/ 0 w 195"/>
                  <a:gd name="T22" fmla="*/ 0 h 223"/>
                  <a:gd name="T23" fmla="*/ 195 w 195"/>
                  <a:gd name="T24" fmla="*/ 223 h 2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5" h="223">
                    <a:moveTo>
                      <a:pt x="106" y="23"/>
                    </a:moveTo>
                    <a:lnTo>
                      <a:pt x="195" y="223"/>
                    </a:lnTo>
                    <a:lnTo>
                      <a:pt x="106" y="111"/>
                    </a:lnTo>
                    <a:lnTo>
                      <a:pt x="92" y="61"/>
                    </a:lnTo>
                    <a:lnTo>
                      <a:pt x="0" y="0"/>
                    </a:lnTo>
                    <a:lnTo>
                      <a:pt x="96" y="50"/>
                    </a:lnTo>
                    <a:lnTo>
                      <a:pt x="106" y="23"/>
                    </a:lnTo>
                    <a:close/>
                  </a:path>
                </a:pathLst>
              </a:custGeom>
              <a:solidFill>
                <a:srgbClr val="000000"/>
              </a:solidFill>
              <a:ln w="9525">
                <a:noFill/>
                <a:round/>
                <a:headEnd/>
                <a:tailEnd/>
              </a:ln>
            </p:spPr>
            <p:txBody>
              <a:bodyPr/>
              <a:lstStyle/>
              <a:p>
                <a:pPr algn="ctr"/>
                <a:endParaRPr lang="pt-BR" sz="2400"/>
              </a:p>
            </p:txBody>
          </p:sp>
          <p:sp>
            <p:nvSpPr>
              <p:cNvPr id="750" name="Freeform 55"/>
              <p:cNvSpPr>
                <a:spLocks/>
              </p:cNvSpPr>
              <p:nvPr/>
            </p:nvSpPr>
            <p:spPr bwMode="auto">
              <a:xfrm>
                <a:off x="5171" y="3406"/>
                <a:ext cx="11" cy="30"/>
              </a:xfrm>
              <a:custGeom>
                <a:avLst/>
                <a:gdLst>
                  <a:gd name="T0" fmla="*/ 0 w 82"/>
                  <a:gd name="T1" fmla="*/ 0 h 239"/>
                  <a:gd name="T2" fmla="*/ 0 w 82"/>
                  <a:gd name="T3" fmla="*/ 0 h 239"/>
                  <a:gd name="T4" fmla="*/ 0 w 82"/>
                  <a:gd name="T5" fmla="*/ 0 h 239"/>
                  <a:gd name="T6" fmla="*/ 0 w 82"/>
                  <a:gd name="T7" fmla="*/ 0 h 239"/>
                  <a:gd name="T8" fmla="*/ 0 w 82"/>
                  <a:gd name="T9" fmla="*/ 0 h 239"/>
                  <a:gd name="T10" fmla="*/ 0 w 82"/>
                  <a:gd name="T11" fmla="*/ 0 h 239"/>
                  <a:gd name="T12" fmla="*/ 0 60000 65536"/>
                  <a:gd name="T13" fmla="*/ 0 60000 65536"/>
                  <a:gd name="T14" fmla="*/ 0 60000 65536"/>
                  <a:gd name="T15" fmla="*/ 0 60000 65536"/>
                  <a:gd name="T16" fmla="*/ 0 60000 65536"/>
                  <a:gd name="T17" fmla="*/ 0 60000 65536"/>
                  <a:gd name="T18" fmla="*/ 0 w 82"/>
                  <a:gd name="T19" fmla="*/ 0 h 239"/>
                  <a:gd name="T20" fmla="*/ 82 w 82"/>
                  <a:gd name="T21" fmla="*/ 239 h 239"/>
                </a:gdLst>
                <a:ahLst/>
                <a:cxnLst>
                  <a:cxn ang="T12">
                    <a:pos x="T0" y="T1"/>
                  </a:cxn>
                  <a:cxn ang="T13">
                    <a:pos x="T2" y="T3"/>
                  </a:cxn>
                  <a:cxn ang="T14">
                    <a:pos x="T4" y="T5"/>
                  </a:cxn>
                  <a:cxn ang="T15">
                    <a:pos x="T6" y="T7"/>
                  </a:cxn>
                  <a:cxn ang="T16">
                    <a:pos x="T8" y="T9"/>
                  </a:cxn>
                  <a:cxn ang="T17">
                    <a:pos x="T10" y="T11"/>
                  </a:cxn>
                </a:cxnLst>
                <a:rect l="T18" t="T19" r="T20" b="T21"/>
                <a:pathLst>
                  <a:path w="82" h="239">
                    <a:moveTo>
                      <a:pt x="0" y="0"/>
                    </a:moveTo>
                    <a:lnTo>
                      <a:pt x="82" y="103"/>
                    </a:lnTo>
                    <a:lnTo>
                      <a:pt x="23" y="239"/>
                    </a:lnTo>
                    <a:lnTo>
                      <a:pt x="51" y="124"/>
                    </a:lnTo>
                    <a:lnTo>
                      <a:pt x="0" y="39"/>
                    </a:lnTo>
                    <a:lnTo>
                      <a:pt x="0" y="0"/>
                    </a:lnTo>
                    <a:close/>
                  </a:path>
                </a:pathLst>
              </a:custGeom>
              <a:solidFill>
                <a:srgbClr val="000000"/>
              </a:solidFill>
              <a:ln w="9525">
                <a:noFill/>
                <a:round/>
                <a:headEnd/>
                <a:tailEnd/>
              </a:ln>
            </p:spPr>
            <p:txBody>
              <a:bodyPr/>
              <a:lstStyle/>
              <a:p>
                <a:pPr algn="ctr"/>
                <a:endParaRPr lang="pt-BR" sz="2400"/>
              </a:p>
            </p:txBody>
          </p:sp>
          <p:sp>
            <p:nvSpPr>
              <p:cNvPr id="751" name="Freeform 56"/>
              <p:cNvSpPr>
                <a:spLocks/>
              </p:cNvSpPr>
              <p:nvPr/>
            </p:nvSpPr>
            <p:spPr bwMode="auto">
              <a:xfrm>
                <a:off x="5174" y="3407"/>
                <a:ext cx="149" cy="146"/>
              </a:xfrm>
              <a:custGeom>
                <a:avLst/>
                <a:gdLst>
                  <a:gd name="T0" fmla="*/ 0 w 1191"/>
                  <a:gd name="T1" fmla="*/ 0 h 1166"/>
                  <a:gd name="T2" fmla="*/ 0 w 1191"/>
                  <a:gd name="T3" fmla="*/ 0 h 1166"/>
                  <a:gd name="T4" fmla="*/ 0 w 1191"/>
                  <a:gd name="T5" fmla="*/ 0 h 1166"/>
                  <a:gd name="T6" fmla="*/ 0 w 1191"/>
                  <a:gd name="T7" fmla="*/ 0 h 1166"/>
                  <a:gd name="T8" fmla="*/ 0 w 1191"/>
                  <a:gd name="T9" fmla="*/ 0 h 1166"/>
                  <a:gd name="T10" fmla="*/ 0 w 1191"/>
                  <a:gd name="T11" fmla="*/ 0 h 1166"/>
                  <a:gd name="T12" fmla="*/ 0 w 1191"/>
                  <a:gd name="T13" fmla="*/ 0 h 1166"/>
                  <a:gd name="T14" fmla="*/ 0 w 1191"/>
                  <a:gd name="T15" fmla="*/ 0 h 1166"/>
                  <a:gd name="T16" fmla="*/ 0 w 1191"/>
                  <a:gd name="T17" fmla="*/ 0 h 1166"/>
                  <a:gd name="T18" fmla="*/ 0 w 1191"/>
                  <a:gd name="T19" fmla="*/ 0 h 1166"/>
                  <a:gd name="T20" fmla="*/ 0 w 1191"/>
                  <a:gd name="T21" fmla="*/ 0 h 1166"/>
                  <a:gd name="T22" fmla="*/ 0 w 1191"/>
                  <a:gd name="T23" fmla="*/ 0 h 1166"/>
                  <a:gd name="T24" fmla="*/ 0 w 1191"/>
                  <a:gd name="T25" fmla="*/ 0 h 1166"/>
                  <a:gd name="T26" fmla="*/ 0 w 1191"/>
                  <a:gd name="T27" fmla="*/ 0 h 1166"/>
                  <a:gd name="T28" fmla="*/ 0 w 1191"/>
                  <a:gd name="T29" fmla="*/ 0 h 1166"/>
                  <a:gd name="T30" fmla="*/ 0 w 1191"/>
                  <a:gd name="T31" fmla="*/ 0 h 1166"/>
                  <a:gd name="T32" fmla="*/ 0 w 1191"/>
                  <a:gd name="T33" fmla="*/ 0 h 1166"/>
                  <a:gd name="T34" fmla="*/ 0 w 1191"/>
                  <a:gd name="T35" fmla="*/ 0 h 1166"/>
                  <a:gd name="T36" fmla="*/ 0 w 1191"/>
                  <a:gd name="T37" fmla="*/ 0 h 1166"/>
                  <a:gd name="T38" fmla="*/ 0 w 1191"/>
                  <a:gd name="T39" fmla="*/ 0 h 1166"/>
                  <a:gd name="T40" fmla="*/ 0 w 1191"/>
                  <a:gd name="T41" fmla="*/ 0 h 1166"/>
                  <a:gd name="T42" fmla="*/ 0 w 1191"/>
                  <a:gd name="T43" fmla="*/ 0 h 1166"/>
                  <a:gd name="T44" fmla="*/ 0 w 1191"/>
                  <a:gd name="T45" fmla="*/ 0 h 1166"/>
                  <a:gd name="T46" fmla="*/ 0 w 1191"/>
                  <a:gd name="T47" fmla="*/ 0 h 1166"/>
                  <a:gd name="T48" fmla="*/ 0 w 1191"/>
                  <a:gd name="T49" fmla="*/ 0 h 1166"/>
                  <a:gd name="T50" fmla="*/ 0 w 1191"/>
                  <a:gd name="T51" fmla="*/ 0 h 1166"/>
                  <a:gd name="T52" fmla="*/ 0 w 1191"/>
                  <a:gd name="T53" fmla="*/ 0 h 1166"/>
                  <a:gd name="T54" fmla="*/ 0 w 1191"/>
                  <a:gd name="T55" fmla="*/ 0 h 1166"/>
                  <a:gd name="T56" fmla="*/ 0 w 1191"/>
                  <a:gd name="T57" fmla="*/ 0 h 1166"/>
                  <a:gd name="T58" fmla="*/ 0 w 1191"/>
                  <a:gd name="T59" fmla="*/ 0 h 1166"/>
                  <a:gd name="T60" fmla="*/ 0 w 1191"/>
                  <a:gd name="T61" fmla="*/ 0 h 1166"/>
                  <a:gd name="T62" fmla="*/ 0 w 1191"/>
                  <a:gd name="T63" fmla="*/ 0 h 1166"/>
                  <a:gd name="T64" fmla="*/ 0 w 1191"/>
                  <a:gd name="T65" fmla="*/ 0 h 11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91"/>
                  <a:gd name="T100" fmla="*/ 0 h 1166"/>
                  <a:gd name="T101" fmla="*/ 1191 w 1191"/>
                  <a:gd name="T102" fmla="*/ 1166 h 11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91" h="1166">
                    <a:moveTo>
                      <a:pt x="0" y="280"/>
                    </a:moveTo>
                    <a:lnTo>
                      <a:pt x="0" y="357"/>
                    </a:lnTo>
                    <a:lnTo>
                      <a:pt x="41" y="447"/>
                    </a:lnTo>
                    <a:lnTo>
                      <a:pt x="118" y="508"/>
                    </a:lnTo>
                    <a:lnTo>
                      <a:pt x="224" y="532"/>
                    </a:lnTo>
                    <a:lnTo>
                      <a:pt x="396" y="559"/>
                    </a:lnTo>
                    <a:lnTo>
                      <a:pt x="491" y="618"/>
                    </a:lnTo>
                    <a:lnTo>
                      <a:pt x="582" y="735"/>
                    </a:lnTo>
                    <a:lnTo>
                      <a:pt x="670" y="1018"/>
                    </a:lnTo>
                    <a:lnTo>
                      <a:pt x="639" y="1166"/>
                    </a:lnTo>
                    <a:lnTo>
                      <a:pt x="775" y="776"/>
                    </a:lnTo>
                    <a:lnTo>
                      <a:pt x="951" y="571"/>
                    </a:lnTo>
                    <a:lnTo>
                      <a:pt x="1191" y="391"/>
                    </a:lnTo>
                    <a:lnTo>
                      <a:pt x="959" y="532"/>
                    </a:lnTo>
                    <a:lnTo>
                      <a:pt x="815" y="661"/>
                    </a:lnTo>
                    <a:lnTo>
                      <a:pt x="738" y="750"/>
                    </a:lnTo>
                    <a:lnTo>
                      <a:pt x="738" y="378"/>
                    </a:lnTo>
                    <a:lnTo>
                      <a:pt x="767" y="202"/>
                    </a:lnTo>
                    <a:lnTo>
                      <a:pt x="855" y="0"/>
                    </a:lnTo>
                    <a:lnTo>
                      <a:pt x="738" y="53"/>
                    </a:lnTo>
                    <a:lnTo>
                      <a:pt x="639" y="154"/>
                    </a:lnTo>
                    <a:lnTo>
                      <a:pt x="540" y="267"/>
                    </a:lnTo>
                    <a:lnTo>
                      <a:pt x="483" y="290"/>
                    </a:lnTo>
                    <a:lnTo>
                      <a:pt x="424" y="290"/>
                    </a:lnTo>
                    <a:lnTo>
                      <a:pt x="351" y="253"/>
                    </a:lnTo>
                    <a:lnTo>
                      <a:pt x="270" y="202"/>
                    </a:lnTo>
                    <a:lnTo>
                      <a:pt x="270" y="290"/>
                    </a:lnTo>
                    <a:lnTo>
                      <a:pt x="244" y="370"/>
                    </a:lnTo>
                    <a:lnTo>
                      <a:pt x="207" y="391"/>
                    </a:lnTo>
                    <a:lnTo>
                      <a:pt x="138" y="391"/>
                    </a:lnTo>
                    <a:lnTo>
                      <a:pt x="69" y="378"/>
                    </a:lnTo>
                    <a:lnTo>
                      <a:pt x="20" y="330"/>
                    </a:lnTo>
                    <a:lnTo>
                      <a:pt x="0" y="280"/>
                    </a:lnTo>
                    <a:close/>
                  </a:path>
                </a:pathLst>
              </a:custGeom>
              <a:solidFill>
                <a:srgbClr val="000000"/>
              </a:solidFill>
              <a:ln w="9525">
                <a:noFill/>
                <a:round/>
                <a:headEnd/>
                <a:tailEnd/>
              </a:ln>
            </p:spPr>
            <p:txBody>
              <a:bodyPr/>
              <a:lstStyle/>
              <a:p>
                <a:pPr algn="ctr"/>
                <a:endParaRPr lang="pt-BR" sz="2400"/>
              </a:p>
            </p:txBody>
          </p:sp>
          <p:sp>
            <p:nvSpPr>
              <p:cNvPr id="752" name="Freeform 57"/>
              <p:cNvSpPr>
                <a:spLocks/>
              </p:cNvSpPr>
              <p:nvPr/>
            </p:nvSpPr>
            <p:spPr bwMode="auto">
              <a:xfrm>
                <a:off x="5308" y="3304"/>
                <a:ext cx="12" cy="62"/>
              </a:xfrm>
              <a:custGeom>
                <a:avLst/>
                <a:gdLst>
                  <a:gd name="T0" fmla="*/ 0 w 99"/>
                  <a:gd name="T1" fmla="*/ 0 h 494"/>
                  <a:gd name="T2" fmla="*/ 0 w 99"/>
                  <a:gd name="T3" fmla="*/ 0 h 494"/>
                  <a:gd name="T4" fmla="*/ 0 w 99"/>
                  <a:gd name="T5" fmla="*/ 0 h 494"/>
                  <a:gd name="T6" fmla="*/ 0 w 99"/>
                  <a:gd name="T7" fmla="*/ 0 h 494"/>
                  <a:gd name="T8" fmla="*/ 0 w 99"/>
                  <a:gd name="T9" fmla="*/ 0 h 494"/>
                  <a:gd name="T10" fmla="*/ 0 w 99"/>
                  <a:gd name="T11" fmla="*/ 0 h 494"/>
                  <a:gd name="T12" fmla="*/ 0 w 99"/>
                  <a:gd name="T13" fmla="*/ 0 h 494"/>
                  <a:gd name="T14" fmla="*/ 0 w 99"/>
                  <a:gd name="T15" fmla="*/ 0 h 494"/>
                  <a:gd name="T16" fmla="*/ 0 w 99"/>
                  <a:gd name="T17" fmla="*/ 0 h 4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494"/>
                  <a:gd name="T29" fmla="*/ 99 w 99"/>
                  <a:gd name="T30" fmla="*/ 494 h 4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494">
                    <a:moveTo>
                      <a:pt x="0" y="0"/>
                    </a:moveTo>
                    <a:lnTo>
                      <a:pt x="77" y="117"/>
                    </a:lnTo>
                    <a:lnTo>
                      <a:pt x="99" y="240"/>
                    </a:lnTo>
                    <a:lnTo>
                      <a:pt x="85" y="341"/>
                    </a:lnTo>
                    <a:lnTo>
                      <a:pt x="20" y="494"/>
                    </a:lnTo>
                    <a:lnTo>
                      <a:pt x="68" y="332"/>
                    </a:lnTo>
                    <a:lnTo>
                      <a:pt x="68" y="231"/>
                    </a:lnTo>
                    <a:lnTo>
                      <a:pt x="59" y="117"/>
                    </a:lnTo>
                    <a:lnTo>
                      <a:pt x="0" y="0"/>
                    </a:lnTo>
                    <a:close/>
                  </a:path>
                </a:pathLst>
              </a:custGeom>
              <a:solidFill>
                <a:srgbClr val="000000"/>
              </a:solidFill>
              <a:ln w="9525">
                <a:noFill/>
                <a:round/>
                <a:headEnd/>
                <a:tailEnd/>
              </a:ln>
            </p:spPr>
            <p:txBody>
              <a:bodyPr/>
              <a:lstStyle/>
              <a:p>
                <a:pPr algn="ctr"/>
                <a:endParaRPr lang="pt-BR" sz="2400"/>
              </a:p>
            </p:txBody>
          </p:sp>
          <p:sp>
            <p:nvSpPr>
              <p:cNvPr id="753" name="Freeform 58"/>
              <p:cNvSpPr>
                <a:spLocks/>
              </p:cNvSpPr>
              <p:nvPr/>
            </p:nvSpPr>
            <p:spPr bwMode="auto">
              <a:xfrm>
                <a:off x="5206" y="3131"/>
                <a:ext cx="269" cy="313"/>
              </a:xfrm>
              <a:custGeom>
                <a:avLst/>
                <a:gdLst>
                  <a:gd name="T0" fmla="*/ 0 w 2158"/>
                  <a:gd name="T1" fmla="*/ 0 h 2496"/>
                  <a:gd name="T2" fmla="*/ 0 w 2158"/>
                  <a:gd name="T3" fmla="*/ 0 h 2496"/>
                  <a:gd name="T4" fmla="*/ 0 w 2158"/>
                  <a:gd name="T5" fmla="*/ 0 h 2496"/>
                  <a:gd name="T6" fmla="*/ 0 w 2158"/>
                  <a:gd name="T7" fmla="*/ 0 h 2496"/>
                  <a:gd name="T8" fmla="*/ 0 w 2158"/>
                  <a:gd name="T9" fmla="*/ 0 h 2496"/>
                  <a:gd name="T10" fmla="*/ 0 w 2158"/>
                  <a:gd name="T11" fmla="*/ 0 h 2496"/>
                  <a:gd name="T12" fmla="*/ 0 w 2158"/>
                  <a:gd name="T13" fmla="*/ 0 h 2496"/>
                  <a:gd name="T14" fmla="*/ 0 w 2158"/>
                  <a:gd name="T15" fmla="*/ 0 h 2496"/>
                  <a:gd name="T16" fmla="*/ 0 w 2158"/>
                  <a:gd name="T17" fmla="*/ 0 h 2496"/>
                  <a:gd name="T18" fmla="*/ 0 w 2158"/>
                  <a:gd name="T19" fmla="*/ 0 h 2496"/>
                  <a:gd name="T20" fmla="*/ 0 w 2158"/>
                  <a:gd name="T21" fmla="*/ 0 h 2496"/>
                  <a:gd name="T22" fmla="*/ 0 w 2158"/>
                  <a:gd name="T23" fmla="*/ 0 h 2496"/>
                  <a:gd name="T24" fmla="*/ 0 w 2158"/>
                  <a:gd name="T25" fmla="*/ 0 h 2496"/>
                  <a:gd name="T26" fmla="*/ 0 w 2158"/>
                  <a:gd name="T27" fmla="*/ 0 h 2496"/>
                  <a:gd name="T28" fmla="*/ 0 w 2158"/>
                  <a:gd name="T29" fmla="*/ 0 h 2496"/>
                  <a:gd name="T30" fmla="*/ 0 w 2158"/>
                  <a:gd name="T31" fmla="*/ 0 h 2496"/>
                  <a:gd name="T32" fmla="*/ 0 w 2158"/>
                  <a:gd name="T33" fmla="*/ 0 h 2496"/>
                  <a:gd name="T34" fmla="*/ 0 w 2158"/>
                  <a:gd name="T35" fmla="*/ 0 h 2496"/>
                  <a:gd name="T36" fmla="*/ 0 w 2158"/>
                  <a:gd name="T37" fmla="*/ 0 h 2496"/>
                  <a:gd name="T38" fmla="*/ 0 w 2158"/>
                  <a:gd name="T39" fmla="*/ 0 h 2496"/>
                  <a:gd name="T40" fmla="*/ 0 w 2158"/>
                  <a:gd name="T41" fmla="*/ 0 h 2496"/>
                  <a:gd name="T42" fmla="*/ 0 w 2158"/>
                  <a:gd name="T43" fmla="*/ 0 h 2496"/>
                  <a:gd name="T44" fmla="*/ 0 w 2158"/>
                  <a:gd name="T45" fmla="*/ 0 h 2496"/>
                  <a:gd name="T46" fmla="*/ 0 w 2158"/>
                  <a:gd name="T47" fmla="*/ 0 h 2496"/>
                  <a:gd name="T48" fmla="*/ 0 w 2158"/>
                  <a:gd name="T49" fmla="*/ 0 h 2496"/>
                  <a:gd name="T50" fmla="*/ 0 w 2158"/>
                  <a:gd name="T51" fmla="*/ 0 h 2496"/>
                  <a:gd name="T52" fmla="*/ 0 w 2158"/>
                  <a:gd name="T53" fmla="*/ 0 h 2496"/>
                  <a:gd name="T54" fmla="*/ 0 w 2158"/>
                  <a:gd name="T55" fmla="*/ 0 h 2496"/>
                  <a:gd name="T56" fmla="*/ 0 w 2158"/>
                  <a:gd name="T57" fmla="*/ 0 h 2496"/>
                  <a:gd name="T58" fmla="*/ 0 w 2158"/>
                  <a:gd name="T59" fmla="*/ 0 h 2496"/>
                  <a:gd name="T60" fmla="*/ 0 w 2158"/>
                  <a:gd name="T61" fmla="*/ 0 h 2496"/>
                  <a:gd name="T62" fmla="*/ 0 w 2158"/>
                  <a:gd name="T63" fmla="*/ 0 h 2496"/>
                  <a:gd name="T64" fmla="*/ 0 w 2158"/>
                  <a:gd name="T65" fmla="*/ 0 h 2496"/>
                  <a:gd name="T66" fmla="*/ 0 w 2158"/>
                  <a:gd name="T67" fmla="*/ 0 h 2496"/>
                  <a:gd name="T68" fmla="*/ 0 w 2158"/>
                  <a:gd name="T69" fmla="*/ 0 h 2496"/>
                  <a:gd name="T70" fmla="*/ 0 w 2158"/>
                  <a:gd name="T71" fmla="*/ 0 h 2496"/>
                  <a:gd name="T72" fmla="*/ 0 w 2158"/>
                  <a:gd name="T73" fmla="*/ 0 h 2496"/>
                  <a:gd name="T74" fmla="*/ 0 w 2158"/>
                  <a:gd name="T75" fmla="*/ 0 h 2496"/>
                  <a:gd name="T76" fmla="*/ 0 w 2158"/>
                  <a:gd name="T77" fmla="*/ 0 h 2496"/>
                  <a:gd name="T78" fmla="*/ 0 w 2158"/>
                  <a:gd name="T79" fmla="*/ 0 h 2496"/>
                  <a:gd name="T80" fmla="*/ 0 w 2158"/>
                  <a:gd name="T81" fmla="*/ 0 h 2496"/>
                  <a:gd name="T82" fmla="*/ 0 w 2158"/>
                  <a:gd name="T83" fmla="*/ 0 h 2496"/>
                  <a:gd name="T84" fmla="*/ 0 w 2158"/>
                  <a:gd name="T85" fmla="*/ 0 h 2496"/>
                  <a:gd name="T86" fmla="*/ 0 w 2158"/>
                  <a:gd name="T87" fmla="*/ 0 h 2496"/>
                  <a:gd name="T88" fmla="*/ 0 w 2158"/>
                  <a:gd name="T89" fmla="*/ 0 h 2496"/>
                  <a:gd name="T90" fmla="*/ 0 w 2158"/>
                  <a:gd name="T91" fmla="*/ 0 h 2496"/>
                  <a:gd name="T92" fmla="*/ 0 w 2158"/>
                  <a:gd name="T93" fmla="*/ 0 h 2496"/>
                  <a:gd name="T94" fmla="*/ 0 w 2158"/>
                  <a:gd name="T95" fmla="*/ 0 h 2496"/>
                  <a:gd name="T96" fmla="*/ 0 w 2158"/>
                  <a:gd name="T97" fmla="*/ 0 h 2496"/>
                  <a:gd name="T98" fmla="*/ 0 w 2158"/>
                  <a:gd name="T99" fmla="*/ 0 h 2496"/>
                  <a:gd name="T100" fmla="*/ 0 w 2158"/>
                  <a:gd name="T101" fmla="*/ 0 h 2496"/>
                  <a:gd name="T102" fmla="*/ 0 w 2158"/>
                  <a:gd name="T103" fmla="*/ 0 h 2496"/>
                  <a:gd name="T104" fmla="*/ 0 w 2158"/>
                  <a:gd name="T105" fmla="*/ 0 h 2496"/>
                  <a:gd name="T106" fmla="*/ 0 w 2158"/>
                  <a:gd name="T107" fmla="*/ 0 h 2496"/>
                  <a:gd name="T108" fmla="*/ 0 w 2158"/>
                  <a:gd name="T109" fmla="*/ 0 h 2496"/>
                  <a:gd name="T110" fmla="*/ 0 w 2158"/>
                  <a:gd name="T111" fmla="*/ 0 h 2496"/>
                  <a:gd name="T112" fmla="*/ 0 w 2158"/>
                  <a:gd name="T113" fmla="*/ 0 h 2496"/>
                  <a:gd name="T114" fmla="*/ 0 w 2158"/>
                  <a:gd name="T115" fmla="*/ 0 h 249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158"/>
                  <a:gd name="T175" fmla="*/ 0 h 2496"/>
                  <a:gd name="T176" fmla="*/ 2158 w 2158"/>
                  <a:gd name="T177" fmla="*/ 2496 h 249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158" h="2496">
                    <a:moveTo>
                      <a:pt x="975" y="1433"/>
                    </a:moveTo>
                    <a:lnTo>
                      <a:pt x="1006" y="1576"/>
                    </a:lnTo>
                    <a:lnTo>
                      <a:pt x="1006" y="1701"/>
                    </a:lnTo>
                    <a:lnTo>
                      <a:pt x="964" y="1818"/>
                    </a:lnTo>
                    <a:lnTo>
                      <a:pt x="865" y="1954"/>
                    </a:lnTo>
                    <a:lnTo>
                      <a:pt x="749" y="2053"/>
                    </a:lnTo>
                    <a:lnTo>
                      <a:pt x="706" y="2053"/>
                    </a:lnTo>
                    <a:lnTo>
                      <a:pt x="657" y="2053"/>
                    </a:lnTo>
                    <a:lnTo>
                      <a:pt x="632" y="2028"/>
                    </a:lnTo>
                    <a:lnTo>
                      <a:pt x="652" y="2081"/>
                    </a:lnTo>
                    <a:lnTo>
                      <a:pt x="731" y="2081"/>
                    </a:lnTo>
                    <a:lnTo>
                      <a:pt x="786" y="2053"/>
                    </a:lnTo>
                    <a:lnTo>
                      <a:pt x="894" y="2039"/>
                    </a:lnTo>
                    <a:lnTo>
                      <a:pt x="984" y="1954"/>
                    </a:lnTo>
                    <a:lnTo>
                      <a:pt x="1061" y="1829"/>
                    </a:lnTo>
                    <a:lnTo>
                      <a:pt x="1107" y="1675"/>
                    </a:lnTo>
                    <a:lnTo>
                      <a:pt x="1201" y="2018"/>
                    </a:lnTo>
                    <a:lnTo>
                      <a:pt x="1307" y="2156"/>
                    </a:lnTo>
                    <a:lnTo>
                      <a:pt x="1474" y="2288"/>
                    </a:lnTo>
                    <a:lnTo>
                      <a:pt x="1338" y="2270"/>
                    </a:lnTo>
                    <a:lnTo>
                      <a:pt x="1538" y="2397"/>
                    </a:lnTo>
                    <a:lnTo>
                      <a:pt x="1169" y="2496"/>
                    </a:lnTo>
                    <a:lnTo>
                      <a:pt x="1693" y="2387"/>
                    </a:lnTo>
                    <a:lnTo>
                      <a:pt x="1725" y="2433"/>
                    </a:lnTo>
                    <a:lnTo>
                      <a:pt x="1819" y="2206"/>
                    </a:lnTo>
                    <a:lnTo>
                      <a:pt x="2023" y="1839"/>
                    </a:lnTo>
                    <a:lnTo>
                      <a:pt x="2135" y="1459"/>
                    </a:lnTo>
                    <a:lnTo>
                      <a:pt x="2158" y="1147"/>
                    </a:lnTo>
                    <a:lnTo>
                      <a:pt x="2115" y="892"/>
                    </a:lnTo>
                    <a:lnTo>
                      <a:pt x="2065" y="714"/>
                    </a:lnTo>
                    <a:lnTo>
                      <a:pt x="1966" y="442"/>
                    </a:lnTo>
                    <a:lnTo>
                      <a:pt x="1792" y="202"/>
                    </a:lnTo>
                    <a:lnTo>
                      <a:pt x="1564" y="31"/>
                    </a:lnTo>
                    <a:lnTo>
                      <a:pt x="1326" y="0"/>
                    </a:lnTo>
                    <a:lnTo>
                      <a:pt x="1192" y="31"/>
                    </a:lnTo>
                    <a:lnTo>
                      <a:pt x="955" y="114"/>
                    </a:lnTo>
                    <a:lnTo>
                      <a:pt x="894" y="31"/>
                    </a:lnTo>
                    <a:lnTo>
                      <a:pt x="740" y="80"/>
                    </a:lnTo>
                    <a:lnTo>
                      <a:pt x="386" y="154"/>
                    </a:lnTo>
                    <a:lnTo>
                      <a:pt x="187" y="181"/>
                    </a:lnTo>
                    <a:lnTo>
                      <a:pt x="98" y="231"/>
                    </a:lnTo>
                    <a:lnTo>
                      <a:pt x="17" y="327"/>
                    </a:lnTo>
                    <a:lnTo>
                      <a:pt x="0" y="442"/>
                    </a:lnTo>
                    <a:lnTo>
                      <a:pt x="30" y="497"/>
                    </a:lnTo>
                    <a:lnTo>
                      <a:pt x="98" y="622"/>
                    </a:lnTo>
                    <a:lnTo>
                      <a:pt x="107" y="751"/>
                    </a:lnTo>
                    <a:lnTo>
                      <a:pt x="92" y="976"/>
                    </a:lnTo>
                    <a:lnTo>
                      <a:pt x="129" y="1106"/>
                    </a:lnTo>
                    <a:lnTo>
                      <a:pt x="279" y="1270"/>
                    </a:lnTo>
                    <a:lnTo>
                      <a:pt x="287" y="1477"/>
                    </a:lnTo>
                    <a:lnTo>
                      <a:pt x="395" y="1723"/>
                    </a:lnTo>
                    <a:lnTo>
                      <a:pt x="505" y="1661"/>
                    </a:lnTo>
                    <a:lnTo>
                      <a:pt x="505" y="1537"/>
                    </a:lnTo>
                    <a:lnTo>
                      <a:pt x="652" y="1382"/>
                    </a:lnTo>
                    <a:lnTo>
                      <a:pt x="731" y="1257"/>
                    </a:lnTo>
                    <a:lnTo>
                      <a:pt x="876" y="1270"/>
                    </a:lnTo>
                    <a:lnTo>
                      <a:pt x="946" y="1359"/>
                    </a:lnTo>
                    <a:lnTo>
                      <a:pt x="975" y="1433"/>
                    </a:lnTo>
                    <a:close/>
                  </a:path>
                </a:pathLst>
              </a:custGeom>
              <a:solidFill>
                <a:srgbClr val="000000"/>
              </a:solidFill>
              <a:ln w="9525">
                <a:noFill/>
                <a:round/>
                <a:headEnd/>
                <a:tailEnd/>
              </a:ln>
            </p:spPr>
            <p:txBody>
              <a:bodyPr/>
              <a:lstStyle/>
              <a:p>
                <a:pPr algn="ctr"/>
                <a:endParaRPr lang="pt-BR" sz="2400"/>
              </a:p>
            </p:txBody>
          </p:sp>
          <p:sp>
            <p:nvSpPr>
              <p:cNvPr id="754" name="Freeform 59"/>
              <p:cNvSpPr>
                <a:spLocks/>
              </p:cNvSpPr>
              <p:nvPr/>
            </p:nvSpPr>
            <p:spPr bwMode="auto">
              <a:xfrm>
                <a:off x="5208" y="3116"/>
                <a:ext cx="212" cy="55"/>
              </a:xfrm>
              <a:custGeom>
                <a:avLst/>
                <a:gdLst>
                  <a:gd name="T0" fmla="*/ 0 w 1696"/>
                  <a:gd name="T1" fmla="*/ 0 h 446"/>
                  <a:gd name="T2" fmla="*/ 0 w 1696"/>
                  <a:gd name="T3" fmla="*/ 0 h 446"/>
                  <a:gd name="T4" fmla="*/ 0 w 1696"/>
                  <a:gd name="T5" fmla="*/ 0 h 446"/>
                  <a:gd name="T6" fmla="*/ 0 w 1696"/>
                  <a:gd name="T7" fmla="*/ 0 h 446"/>
                  <a:gd name="T8" fmla="*/ 0 w 1696"/>
                  <a:gd name="T9" fmla="*/ 0 h 446"/>
                  <a:gd name="T10" fmla="*/ 0 w 1696"/>
                  <a:gd name="T11" fmla="*/ 0 h 446"/>
                  <a:gd name="T12" fmla="*/ 0 w 1696"/>
                  <a:gd name="T13" fmla="*/ 0 h 446"/>
                  <a:gd name="T14" fmla="*/ 0 w 1696"/>
                  <a:gd name="T15" fmla="*/ 0 h 446"/>
                  <a:gd name="T16" fmla="*/ 0 w 1696"/>
                  <a:gd name="T17" fmla="*/ 0 h 446"/>
                  <a:gd name="T18" fmla="*/ 0 w 1696"/>
                  <a:gd name="T19" fmla="*/ 0 h 446"/>
                  <a:gd name="T20" fmla="*/ 0 w 1696"/>
                  <a:gd name="T21" fmla="*/ 0 h 446"/>
                  <a:gd name="T22" fmla="*/ 0 w 1696"/>
                  <a:gd name="T23" fmla="*/ 0 h 446"/>
                  <a:gd name="T24" fmla="*/ 0 w 1696"/>
                  <a:gd name="T25" fmla="*/ 0 h 446"/>
                  <a:gd name="T26" fmla="*/ 0 w 1696"/>
                  <a:gd name="T27" fmla="*/ 0 h 446"/>
                  <a:gd name="T28" fmla="*/ 0 w 1696"/>
                  <a:gd name="T29" fmla="*/ 0 h 446"/>
                  <a:gd name="T30" fmla="*/ 0 w 1696"/>
                  <a:gd name="T31" fmla="*/ 0 h 44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96"/>
                  <a:gd name="T49" fmla="*/ 0 h 446"/>
                  <a:gd name="T50" fmla="*/ 1696 w 1696"/>
                  <a:gd name="T51" fmla="*/ 446 h 44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96" h="446">
                    <a:moveTo>
                      <a:pt x="0" y="446"/>
                    </a:moveTo>
                    <a:lnTo>
                      <a:pt x="103" y="297"/>
                    </a:lnTo>
                    <a:lnTo>
                      <a:pt x="327" y="119"/>
                    </a:lnTo>
                    <a:lnTo>
                      <a:pt x="681" y="29"/>
                    </a:lnTo>
                    <a:lnTo>
                      <a:pt x="1009" y="0"/>
                    </a:lnTo>
                    <a:lnTo>
                      <a:pt x="1290" y="29"/>
                    </a:lnTo>
                    <a:lnTo>
                      <a:pt x="1547" y="142"/>
                    </a:lnTo>
                    <a:lnTo>
                      <a:pt x="1696" y="267"/>
                    </a:lnTo>
                    <a:lnTo>
                      <a:pt x="1422" y="105"/>
                    </a:lnTo>
                    <a:lnTo>
                      <a:pt x="1224" y="52"/>
                    </a:lnTo>
                    <a:lnTo>
                      <a:pt x="1009" y="41"/>
                    </a:lnTo>
                    <a:lnTo>
                      <a:pt x="740" y="52"/>
                    </a:lnTo>
                    <a:lnTo>
                      <a:pt x="468" y="105"/>
                    </a:lnTo>
                    <a:lnTo>
                      <a:pt x="292" y="167"/>
                    </a:lnTo>
                    <a:lnTo>
                      <a:pt x="112" y="308"/>
                    </a:lnTo>
                    <a:lnTo>
                      <a:pt x="0" y="446"/>
                    </a:lnTo>
                    <a:close/>
                  </a:path>
                </a:pathLst>
              </a:custGeom>
              <a:solidFill>
                <a:srgbClr val="000000"/>
              </a:solidFill>
              <a:ln w="9525">
                <a:noFill/>
                <a:round/>
                <a:headEnd/>
                <a:tailEnd/>
              </a:ln>
            </p:spPr>
            <p:txBody>
              <a:bodyPr/>
              <a:lstStyle/>
              <a:p>
                <a:pPr algn="ctr"/>
                <a:endParaRPr lang="pt-BR" sz="2400"/>
              </a:p>
            </p:txBody>
          </p:sp>
          <p:sp>
            <p:nvSpPr>
              <p:cNvPr id="755" name="Freeform 60"/>
              <p:cNvSpPr>
                <a:spLocks/>
              </p:cNvSpPr>
              <p:nvPr/>
            </p:nvSpPr>
            <p:spPr bwMode="auto">
              <a:xfrm>
                <a:off x="5296" y="3304"/>
                <a:ext cx="8" cy="34"/>
              </a:xfrm>
              <a:custGeom>
                <a:avLst/>
                <a:gdLst>
                  <a:gd name="T0" fmla="*/ 0 w 66"/>
                  <a:gd name="T1" fmla="*/ 0 h 268"/>
                  <a:gd name="T2" fmla="*/ 0 w 66"/>
                  <a:gd name="T3" fmla="*/ 0 h 268"/>
                  <a:gd name="T4" fmla="*/ 0 w 66"/>
                  <a:gd name="T5" fmla="*/ 0 h 268"/>
                  <a:gd name="T6" fmla="*/ 0 w 66"/>
                  <a:gd name="T7" fmla="*/ 0 h 268"/>
                  <a:gd name="T8" fmla="*/ 0 w 66"/>
                  <a:gd name="T9" fmla="*/ 0 h 268"/>
                  <a:gd name="T10" fmla="*/ 0 w 66"/>
                  <a:gd name="T11" fmla="*/ 0 h 268"/>
                  <a:gd name="T12" fmla="*/ 0 w 66"/>
                  <a:gd name="T13" fmla="*/ 0 h 268"/>
                  <a:gd name="T14" fmla="*/ 0 60000 65536"/>
                  <a:gd name="T15" fmla="*/ 0 60000 65536"/>
                  <a:gd name="T16" fmla="*/ 0 60000 65536"/>
                  <a:gd name="T17" fmla="*/ 0 60000 65536"/>
                  <a:gd name="T18" fmla="*/ 0 60000 65536"/>
                  <a:gd name="T19" fmla="*/ 0 60000 65536"/>
                  <a:gd name="T20" fmla="*/ 0 60000 65536"/>
                  <a:gd name="T21" fmla="*/ 0 w 66"/>
                  <a:gd name="T22" fmla="*/ 0 h 268"/>
                  <a:gd name="T23" fmla="*/ 66 w 66"/>
                  <a:gd name="T24" fmla="*/ 268 h 2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68">
                    <a:moveTo>
                      <a:pt x="57" y="0"/>
                    </a:moveTo>
                    <a:lnTo>
                      <a:pt x="0" y="26"/>
                    </a:lnTo>
                    <a:lnTo>
                      <a:pt x="0" y="128"/>
                    </a:lnTo>
                    <a:lnTo>
                      <a:pt x="66" y="268"/>
                    </a:lnTo>
                    <a:lnTo>
                      <a:pt x="29" y="128"/>
                    </a:lnTo>
                    <a:lnTo>
                      <a:pt x="29" y="40"/>
                    </a:lnTo>
                    <a:lnTo>
                      <a:pt x="57" y="0"/>
                    </a:lnTo>
                    <a:close/>
                  </a:path>
                </a:pathLst>
              </a:custGeom>
              <a:solidFill>
                <a:srgbClr val="000000"/>
              </a:solidFill>
              <a:ln w="9525">
                <a:noFill/>
                <a:round/>
                <a:headEnd/>
                <a:tailEnd/>
              </a:ln>
            </p:spPr>
            <p:txBody>
              <a:bodyPr/>
              <a:lstStyle/>
              <a:p>
                <a:pPr algn="ctr"/>
                <a:endParaRPr lang="pt-BR" sz="2400"/>
              </a:p>
            </p:txBody>
          </p:sp>
          <p:sp>
            <p:nvSpPr>
              <p:cNvPr id="756" name="Freeform 61"/>
              <p:cNvSpPr>
                <a:spLocks/>
              </p:cNvSpPr>
              <p:nvPr/>
            </p:nvSpPr>
            <p:spPr bwMode="auto">
              <a:xfrm>
                <a:off x="5283" y="3337"/>
                <a:ext cx="26" cy="27"/>
              </a:xfrm>
              <a:custGeom>
                <a:avLst/>
                <a:gdLst>
                  <a:gd name="T0" fmla="*/ 0 w 207"/>
                  <a:gd name="T1" fmla="*/ 0 h 219"/>
                  <a:gd name="T2" fmla="*/ 0 w 207"/>
                  <a:gd name="T3" fmla="*/ 0 h 219"/>
                  <a:gd name="T4" fmla="*/ 0 w 207"/>
                  <a:gd name="T5" fmla="*/ 0 h 219"/>
                  <a:gd name="T6" fmla="*/ 0 w 207"/>
                  <a:gd name="T7" fmla="*/ 0 h 219"/>
                  <a:gd name="T8" fmla="*/ 0 w 207"/>
                  <a:gd name="T9" fmla="*/ 0 h 219"/>
                  <a:gd name="T10" fmla="*/ 0 w 207"/>
                  <a:gd name="T11" fmla="*/ 0 h 219"/>
                  <a:gd name="T12" fmla="*/ 0 w 207"/>
                  <a:gd name="T13" fmla="*/ 0 h 219"/>
                  <a:gd name="T14" fmla="*/ 0 w 207"/>
                  <a:gd name="T15" fmla="*/ 0 h 219"/>
                  <a:gd name="T16" fmla="*/ 0 w 207"/>
                  <a:gd name="T17" fmla="*/ 0 h 2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7"/>
                  <a:gd name="T28" fmla="*/ 0 h 219"/>
                  <a:gd name="T29" fmla="*/ 207 w 207"/>
                  <a:gd name="T30" fmla="*/ 219 h 2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7" h="219">
                    <a:moveTo>
                      <a:pt x="156" y="0"/>
                    </a:moveTo>
                    <a:lnTo>
                      <a:pt x="128" y="35"/>
                    </a:lnTo>
                    <a:lnTo>
                      <a:pt x="68" y="21"/>
                    </a:lnTo>
                    <a:lnTo>
                      <a:pt x="48" y="136"/>
                    </a:lnTo>
                    <a:lnTo>
                      <a:pt x="0" y="219"/>
                    </a:lnTo>
                    <a:lnTo>
                      <a:pt x="85" y="136"/>
                    </a:lnTo>
                    <a:lnTo>
                      <a:pt x="165" y="136"/>
                    </a:lnTo>
                    <a:lnTo>
                      <a:pt x="207" y="74"/>
                    </a:lnTo>
                    <a:lnTo>
                      <a:pt x="156" y="0"/>
                    </a:lnTo>
                    <a:close/>
                  </a:path>
                </a:pathLst>
              </a:custGeom>
              <a:solidFill>
                <a:srgbClr val="000000"/>
              </a:solidFill>
              <a:ln w="9525">
                <a:noFill/>
                <a:round/>
                <a:headEnd/>
                <a:tailEnd/>
              </a:ln>
            </p:spPr>
            <p:txBody>
              <a:bodyPr/>
              <a:lstStyle/>
              <a:p>
                <a:pPr algn="ctr"/>
                <a:endParaRPr lang="pt-BR" sz="2400"/>
              </a:p>
            </p:txBody>
          </p:sp>
          <p:sp>
            <p:nvSpPr>
              <p:cNvPr id="757" name="Freeform 62"/>
              <p:cNvSpPr>
                <a:spLocks/>
              </p:cNvSpPr>
              <p:nvPr/>
            </p:nvSpPr>
            <p:spPr bwMode="auto">
              <a:xfrm>
                <a:off x="4465" y="2952"/>
                <a:ext cx="70" cy="13"/>
              </a:xfrm>
              <a:custGeom>
                <a:avLst/>
                <a:gdLst>
                  <a:gd name="T0" fmla="*/ 0 w 558"/>
                  <a:gd name="T1" fmla="*/ 0 h 104"/>
                  <a:gd name="T2" fmla="*/ 0 w 558"/>
                  <a:gd name="T3" fmla="*/ 0 h 104"/>
                  <a:gd name="T4" fmla="*/ 0 w 558"/>
                  <a:gd name="T5" fmla="*/ 0 h 104"/>
                  <a:gd name="T6" fmla="*/ 0 w 558"/>
                  <a:gd name="T7" fmla="*/ 0 h 104"/>
                  <a:gd name="T8" fmla="*/ 0 w 558"/>
                  <a:gd name="T9" fmla="*/ 0 h 104"/>
                  <a:gd name="T10" fmla="*/ 0 w 558"/>
                  <a:gd name="T11" fmla="*/ 0 h 104"/>
                  <a:gd name="T12" fmla="*/ 0 w 558"/>
                  <a:gd name="T13" fmla="*/ 0 h 104"/>
                  <a:gd name="T14" fmla="*/ 0 w 558"/>
                  <a:gd name="T15" fmla="*/ 0 h 104"/>
                  <a:gd name="T16" fmla="*/ 0 w 558"/>
                  <a:gd name="T17" fmla="*/ 0 h 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8"/>
                  <a:gd name="T28" fmla="*/ 0 h 104"/>
                  <a:gd name="T29" fmla="*/ 558 w 558"/>
                  <a:gd name="T30" fmla="*/ 104 h 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8" h="104">
                    <a:moveTo>
                      <a:pt x="525" y="104"/>
                    </a:moveTo>
                    <a:lnTo>
                      <a:pt x="236" y="44"/>
                    </a:lnTo>
                    <a:lnTo>
                      <a:pt x="149" y="44"/>
                    </a:lnTo>
                    <a:lnTo>
                      <a:pt x="0" y="104"/>
                    </a:lnTo>
                    <a:lnTo>
                      <a:pt x="149" y="12"/>
                    </a:lnTo>
                    <a:lnTo>
                      <a:pt x="224" y="0"/>
                    </a:lnTo>
                    <a:lnTo>
                      <a:pt x="545" y="44"/>
                    </a:lnTo>
                    <a:lnTo>
                      <a:pt x="558" y="79"/>
                    </a:lnTo>
                    <a:lnTo>
                      <a:pt x="525" y="104"/>
                    </a:lnTo>
                    <a:close/>
                  </a:path>
                </a:pathLst>
              </a:custGeom>
              <a:solidFill>
                <a:srgbClr val="000000"/>
              </a:solidFill>
              <a:ln w="9525">
                <a:noFill/>
                <a:round/>
                <a:headEnd/>
                <a:tailEnd/>
              </a:ln>
            </p:spPr>
            <p:txBody>
              <a:bodyPr/>
              <a:lstStyle/>
              <a:p>
                <a:pPr algn="ctr"/>
                <a:endParaRPr lang="pt-BR" sz="2400"/>
              </a:p>
            </p:txBody>
          </p:sp>
          <p:sp>
            <p:nvSpPr>
              <p:cNvPr id="758" name="Freeform 63"/>
              <p:cNvSpPr>
                <a:spLocks/>
              </p:cNvSpPr>
              <p:nvPr/>
            </p:nvSpPr>
            <p:spPr bwMode="auto">
              <a:xfrm>
                <a:off x="4515" y="3034"/>
                <a:ext cx="52" cy="11"/>
              </a:xfrm>
              <a:custGeom>
                <a:avLst/>
                <a:gdLst>
                  <a:gd name="T0" fmla="*/ 0 w 420"/>
                  <a:gd name="T1" fmla="*/ 0 h 88"/>
                  <a:gd name="T2" fmla="*/ 0 w 420"/>
                  <a:gd name="T3" fmla="*/ 0 h 88"/>
                  <a:gd name="T4" fmla="*/ 0 w 420"/>
                  <a:gd name="T5" fmla="*/ 0 h 88"/>
                  <a:gd name="T6" fmla="*/ 0 w 420"/>
                  <a:gd name="T7" fmla="*/ 0 h 88"/>
                  <a:gd name="T8" fmla="*/ 0 w 420"/>
                  <a:gd name="T9" fmla="*/ 0 h 88"/>
                  <a:gd name="T10" fmla="*/ 0 w 420"/>
                  <a:gd name="T11" fmla="*/ 0 h 88"/>
                  <a:gd name="T12" fmla="*/ 0 w 420"/>
                  <a:gd name="T13" fmla="*/ 0 h 88"/>
                  <a:gd name="T14" fmla="*/ 0 60000 65536"/>
                  <a:gd name="T15" fmla="*/ 0 60000 65536"/>
                  <a:gd name="T16" fmla="*/ 0 60000 65536"/>
                  <a:gd name="T17" fmla="*/ 0 60000 65536"/>
                  <a:gd name="T18" fmla="*/ 0 60000 65536"/>
                  <a:gd name="T19" fmla="*/ 0 60000 65536"/>
                  <a:gd name="T20" fmla="*/ 0 60000 65536"/>
                  <a:gd name="T21" fmla="*/ 0 w 420"/>
                  <a:gd name="T22" fmla="*/ 0 h 88"/>
                  <a:gd name="T23" fmla="*/ 420 w 420"/>
                  <a:gd name="T24" fmla="*/ 88 h 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0" h="88">
                    <a:moveTo>
                      <a:pt x="0" y="88"/>
                    </a:moveTo>
                    <a:lnTo>
                      <a:pt x="240" y="0"/>
                    </a:lnTo>
                    <a:lnTo>
                      <a:pt x="362" y="0"/>
                    </a:lnTo>
                    <a:lnTo>
                      <a:pt x="420" y="58"/>
                    </a:lnTo>
                    <a:lnTo>
                      <a:pt x="362" y="23"/>
                    </a:lnTo>
                    <a:lnTo>
                      <a:pt x="231" y="23"/>
                    </a:lnTo>
                    <a:lnTo>
                      <a:pt x="0" y="88"/>
                    </a:lnTo>
                    <a:close/>
                  </a:path>
                </a:pathLst>
              </a:custGeom>
              <a:solidFill>
                <a:srgbClr val="000000"/>
              </a:solidFill>
              <a:ln w="9525">
                <a:noFill/>
                <a:round/>
                <a:headEnd/>
                <a:tailEnd/>
              </a:ln>
            </p:spPr>
            <p:txBody>
              <a:bodyPr/>
              <a:lstStyle/>
              <a:p>
                <a:pPr algn="ctr"/>
                <a:endParaRPr lang="pt-BR" sz="2400"/>
              </a:p>
            </p:txBody>
          </p:sp>
          <p:sp>
            <p:nvSpPr>
              <p:cNvPr id="759" name="Freeform 64"/>
              <p:cNvSpPr>
                <a:spLocks/>
              </p:cNvSpPr>
              <p:nvPr/>
            </p:nvSpPr>
            <p:spPr bwMode="auto">
              <a:xfrm>
                <a:off x="4515" y="3044"/>
                <a:ext cx="51" cy="14"/>
              </a:xfrm>
              <a:custGeom>
                <a:avLst/>
                <a:gdLst>
                  <a:gd name="T0" fmla="*/ 0 w 411"/>
                  <a:gd name="T1" fmla="*/ 0 h 108"/>
                  <a:gd name="T2" fmla="*/ 0 w 411"/>
                  <a:gd name="T3" fmla="*/ 0 h 108"/>
                  <a:gd name="T4" fmla="*/ 0 w 411"/>
                  <a:gd name="T5" fmla="*/ 0 h 108"/>
                  <a:gd name="T6" fmla="*/ 0 w 411"/>
                  <a:gd name="T7" fmla="*/ 0 h 108"/>
                  <a:gd name="T8" fmla="*/ 0 w 411"/>
                  <a:gd name="T9" fmla="*/ 0 h 108"/>
                  <a:gd name="T10" fmla="*/ 0 w 411"/>
                  <a:gd name="T11" fmla="*/ 0 h 108"/>
                  <a:gd name="T12" fmla="*/ 0 w 411"/>
                  <a:gd name="T13" fmla="*/ 0 h 108"/>
                  <a:gd name="T14" fmla="*/ 0 w 411"/>
                  <a:gd name="T15" fmla="*/ 0 h 108"/>
                  <a:gd name="T16" fmla="*/ 0 w 411"/>
                  <a:gd name="T17" fmla="*/ 0 h 108"/>
                  <a:gd name="T18" fmla="*/ 0 w 411"/>
                  <a:gd name="T19" fmla="*/ 0 h 108"/>
                  <a:gd name="T20" fmla="*/ 0 w 411"/>
                  <a:gd name="T21" fmla="*/ 0 h 108"/>
                  <a:gd name="T22" fmla="*/ 0 w 411"/>
                  <a:gd name="T23" fmla="*/ 0 h 108"/>
                  <a:gd name="T24" fmla="*/ 0 w 411"/>
                  <a:gd name="T25" fmla="*/ 0 h 108"/>
                  <a:gd name="T26" fmla="*/ 0 w 411"/>
                  <a:gd name="T27" fmla="*/ 0 h 10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1"/>
                  <a:gd name="T43" fmla="*/ 0 h 108"/>
                  <a:gd name="T44" fmla="*/ 411 w 411"/>
                  <a:gd name="T45" fmla="*/ 108 h 10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1" h="108">
                    <a:moveTo>
                      <a:pt x="27" y="9"/>
                    </a:moveTo>
                    <a:lnTo>
                      <a:pt x="216" y="36"/>
                    </a:lnTo>
                    <a:lnTo>
                      <a:pt x="326" y="36"/>
                    </a:lnTo>
                    <a:lnTo>
                      <a:pt x="411" y="0"/>
                    </a:lnTo>
                    <a:lnTo>
                      <a:pt x="326" y="42"/>
                    </a:lnTo>
                    <a:lnTo>
                      <a:pt x="189" y="42"/>
                    </a:lnTo>
                    <a:lnTo>
                      <a:pt x="106" y="62"/>
                    </a:lnTo>
                    <a:lnTo>
                      <a:pt x="183" y="95"/>
                    </a:lnTo>
                    <a:lnTo>
                      <a:pt x="309" y="95"/>
                    </a:lnTo>
                    <a:lnTo>
                      <a:pt x="387" y="51"/>
                    </a:lnTo>
                    <a:lnTo>
                      <a:pt x="309" y="108"/>
                    </a:lnTo>
                    <a:lnTo>
                      <a:pt x="163" y="108"/>
                    </a:lnTo>
                    <a:lnTo>
                      <a:pt x="0" y="9"/>
                    </a:lnTo>
                    <a:lnTo>
                      <a:pt x="27" y="9"/>
                    </a:lnTo>
                    <a:close/>
                  </a:path>
                </a:pathLst>
              </a:custGeom>
              <a:solidFill>
                <a:srgbClr val="000000"/>
              </a:solidFill>
              <a:ln w="9525">
                <a:noFill/>
                <a:round/>
                <a:headEnd/>
                <a:tailEnd/>
              </a:ln>
            </p:spPr>
            <p:txBody>
              <a:bodyPr/>
              <a:lstStyle/>
              <a:p>
                <a:pPr algn="ctr"/>
                <a:endParaRPr lang="pt-BR" sz="2400"/>
              </a:p>
            </p:txBody>
          </p:sp>
          <p:sp>
            <p:nvSpPr>
              <p:cNvPr id="760" name="Freeform 65"/>
              <p:cNvSpPr>
                <a:spLocks/>
              </p:cNvSpPr>
              <p:nvPr/>
            </p:nvSpPr>
            <p:spPr bwMode="auto">
              <a:xfrm>
                <a:off x="4557" y="2947"/>
                <a:ext cx="20" cy="18"/>
              </a:xfrm>
              <a:custGeom>
                <a:avLst/>
                <a:gdLst>
                  <a:gd name="T0" fmla="*/ 0 w 160"/>
                  <a:gd name="T1" fmla="*/ 0 h 145"/>
                  <a:gd name="T2" fmla="*/ 0 w 160"/>
                  <a:gd name="T3" fmla="*/ 0 h 145"/>
                  <a:gd name="T4" fmla="*/ 0 w 160"/>
                  <a:gd name="T5" fmla="*/ 0 h 145"/>
                  <a:gd name="T6" fmla="*/ 0 w 160"/>
                  <a:gd name="T7" fmla="*/ 0 h 145"/>
                  <a:gd name="T8" fmla="*/ 0 w 160"/>
                  <a:gd name="T9" fmla="*/ 0 h 145"/>
                  <a:gd name="T10" fmla="*/ 0 w 160"/>
                  <a:gd name="T11" fmla="*/ 0 h 145"/>
                  <a:gd name="T12" fmla="*/ 0 w 160"/>
                  <a:gd name="T13" fmla="*/ 0 h 145"/>
                  <a:gd name="T14" fmla="*/ 0 w 160"/>
                  <a:gd name="T15" fmla="*/ 0 h 145"/>
                  <a:gd name="T16" fmla="*/ 0 60000 65536"/>
                  <a:gd name="T17" fmla="*/ 0 60000 65536"/>
                  <a:gd name="T18" fmla="*/ 0 60000 65536"/>
                  <a:gd name="T19" fmla="*/ 0 60000 65536"/>
                  <a:gd name="T20" fmla="*/ 0 60000 65536"/>
                  <a:gd name="T21" fmla="*/ 0 60000 65536"/>
                  <a:gd name="T22" fmla="*/ 0 60000 65536"/>
                  <a:gd name="T23" fmla="*/ 0 60000 65536"/>
                  <a:gd name="T24" fmla="*/ 0 w 160"/>
                  <a:gd name="T25" fmla="*/ 0 h 145"/>
                  <a:gd name="T26" fmla="*/ 160 w 160"/>
                  <a:gd name="T27" fmla="*/ 145 h 1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 h="145">
                    <a:moveTo>
                      <a:pt x="20" y="145"/>
                    </a:moveTo>
                    <a:lnTo>
                      <a:pt x="0" y="111"/>
                    </a:lnTo>
                    <a:lnTo>
                      <a:pt x="34" y="53"/>
                    </a:lnTo>
                    <a:lnTo>
                      <a:pt x="142" y="0"/>
                    </a:lnTo>
                    <a:lnTo>
                      <a:pt x="160" y="9"/>
                    </a:lnTo>
                    <a:lnTo>
                      <a:pt x="68" y="85"/>
                    </a:lnTo>
                    <a:lnTo>
                      <a:pt x="43" y="134"/>
                    </a:lnTo>
                    <a:lnTo>
                      <a:pt x="20" y="145"/>
                    </a:lnTo>
                    <a:close/>
                  </a:path>
                </a:pathLst>
              </a:custGeom>
              <a:solidFill>
                <a:srgbClr val="000000"/>
              </a:solidFill>
              <a:ln w="9525">
                <a:noFill/>
                <a:round/>
                <a:headEnd/>
                <a:tailEnd/>
              </a:ln>
            </p:spPr>
            <p:txBody>
              <a:bodyPr/>
              <a:lstStyle/>
              <a:p>
                <a:pPr algn="ctr"/>
                <a:endParaRPr lang="pt-BR" sz="2400"/>
              </a:p>
            </p:txBody>
          </p:sp>
          <p:sp>
            <p:nvSpPr>
              <p:cNvPr id="761" name="Freeform 66"/>
              <p:cNvSpPr>
                <a:spLocks/>
              </p:cNvSpPr>
              <p:nvPr/>
            </p:nvSpPr>
            <p:spPr bwMode="auto">
              <a:xfrm>
                <a:off x="4555" y="2966"/>
                <a:ext cx="12" cy="50"/>
              </a:xfrm>
              <a:custGeom>
                <a:avLst/>
                <a:gdLst>
                  <a:gd name="T0" fmla="*/ 0 w 99"/>
                  <a:gd name="T1" fmla="*/ 0 h 399"/>
                  <a:gd name="T2" fmla="*/ 0 w 99"/>
                  <a:gd name="T3" fmla="*/ 0 h 399"/>
                  <a:gd name="T4" fmla="*/ 0 w 99"/>
                  <a:gd name="T5" fmla="*/ 0 h 399"/>
                  <a:gd name="T6" fmla="*/ 0 w 99"/>
                  <a:gd name="T7" fmla="*/ 0 h 399"/>
                  <a:gd name="T8" fmla="*/ 0 w 99"/>
                  <a:gd name="T9" fmla="*/ 0 h 399"/>
                  <a:gd name="T10" fmla="*/ 0 w 99"/>
                  <a:gd name="T11" fmla="*/ 0 h 399"/>
                  <a:gd name="T12" fmla="*/ 0 60000 65536"/>
                  <a:gd name="T13" fmla="*/ 0 60000 65536"/>
                  <a:gd name="T14" fmla="*/ 0 60000 65536"/>
                  <a:gd name="T15" fmla="*/ 0 60000 65536"/>
                  <a:gd name="T16" fmla="*/ 0 60000 65536"/>
                  <a:gd name="T17" fmla="*/ 0 60000 65536"/>
                  <a:gd name="T18" fmla="*/ 0 w 99"/>
                  <a:gd name="T19" fmla="*/ 0 h 399"/>
                  <a:gd name="T20" fmla="*/ 99 w 99"/>
                  <a:gd name="T21" fmla="*/ 399 h 399"/>
                </a:gdLst>
                <a:ahLst/>
                <a:cxnLst>
                  <a:cxn ang="T12">
                    <a:pos x="T0" y="T1"/>
                  </a:cxn>
                  <a:cxn ang="T13">
                    <a:pos x="T2" y="T3"/>
                  </a:cxn>
                  <a:cxn ang="T14">
                    <a:pos x="T4" y="T5"/>
                  </a:cxn>
                  <a:cxn ang="T15">
                    <a:pos x="T6" y="T7"/>
                  </a:cxn>
                  <a:cxn ang="T16">
                    <a:pos x="T8" y="T9"/>
                  </a:cxn>
                  <a:cxn ang="T17">
                    <a:pos x="T10" y="T11"/>
                  </a:cxn>
                </a:cxnLst>
                <a:rect l="T18" t="T19" r="T20" b="T21"/>
                <a:pathLst>
                  <a:path w="99" h="399">
                    <a:moveTo>
                      <a:pt x="14" y="0"/>
                    </a:moveTo>
                    <a:lnTo>
                      <a:pt x="0" y="81"/>
                    </a:lnTo>
                    <a:lnTo>
                      <a:pt x="0" y="114"/>
                    </a:lnTo>
                    <a:lnTo>
                      <a:pt x="99" y="344"/>
                    </a:lnTo>
                    <a:lnTo>
                      <a:pt x="90" y="378"/>
                    </a:lnTo>
                    <a:lnTo>
                      <a:pt x="41" y="399"/>
                    </a:lnTo>
                  </a:path>
                </a:pathLst>
              </a:custGeom>
              <a:noFill/>
              <a:ln w="0">
                <a:solidFill>
                  <a:srgbClr val="000000"/>
                </a:solidFill>
                <a:round/>
                <a:headEnd/>
                <a:tailEnd/>
              </a:ln>
            </p:spPr>
            <p:txBody>
              <a:bodyPr/>
              <a:lstStyle/>
              <a:p>
                <a:pPr algn="ctr"/>
                <a:endParaRPr lang="pt-BR" sz="2400"/>
              </a:p>
            </p:txBody>
          </p:sp>
          <p:sp>
            <p:nvSpPr>
              <p:cNvPr id="762" name="Freeform 67"/>
              <p:cNvSpPr>
                <a:spLocks/>
              </p:cNvSpPr>
              <p:nvPr/>
            </p:nvSpPr>
            <p:spPr bwMode="auto">
              <a:xfrm>
                <a:off x="4531" y="3014"/>
                <a:ext cx="29" cy="15"/>
              </a:xfrm>
              <a:custGeom>
                <a:avLst/>
                <a:gdLst>
                  <a:gd name="T0" fmla="*/ 0 w 232"/>
                  <a:gd name="T1" fmla="*/ 0 h 123"/>
                  <a:gd name="T2" fmla="*/ 0 w 232"/>
                  <a:gd name="T3" fmla="*/ 0 h 123"/>
                  <a:gd name="T4" fmla="*/ 0 w 232"/>
                  <a:gd name="T5" fmla="*/ 0 h 123"/>
                  <a:gd name="T6" fmla="*/ 0 w 232"/>
                  <a:gd name="T7" fmla="*/ 0 h 123"/>
                  <a:gd name="T8" fmla="*/ 0 w 232"/>
                  <a:gd name="T9" fmla="*/ 0 h 123"/>
                  <a:gd name="T10" fmla="*/ 0 w 232"/>
                  <a:gd name="T11" fmla="*/ 0 h 123"/>
                  <a:gd name="T12" fmla="*/ 0 w 232"/>
                  <a:gd name="T13" fmla="*/ 0 h 123"/>
                  <a:gd name="T14" fmla="*/ 0 w 232"/>
                  <a:gd name="T15" fmla="*/ 0 h 123"/>
                  <a:gd name="T16" fmla="*/ 0 w 232"/>
                  <a:gd name="T17" fmla="*/ 0 h 123"/>
                  <a:gd name="T18" fmla="*/ 0 w 232"/>
                  <a:gd name="T19" fmla="*/ 0 h 123"/>
                  <a:gd name="T20" fmla="*/ 0 w 232"/>
                  <a:gd name="T21" fmla="*/ 0 h 1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2"/>
                  <a:gd name="T34" fmla="*/ 0 h 123"/>
                  <a:gd name="T35" fmla="*/ 232 w 232"/>
                  <a:gd name="T36" fmla="*/ 123 h 1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2" h="123">
                    <a:moveTo>
                      <a:pt x="232" y="21"/>
                    </a:moveTo>
                    <a:lnTo>
                      <a:pt x="191" y="8"/>
                    </a:lnTo>
                    <a:lnTo>
                      <a:pt x="119" y="0"/>
                    </a:lnTo>
                    <a:lnTo>
                      <a:pt x="24" y="21"/>
                    </a:lnTo>
                    <a:lnTo>
                      <a:pt x="0" y="0"/>
                    </a:lnTo>
                    <a:lnTo>
                      <a:pt x="20" y="42"/>
                    </a:lnTo>
                    <a:lnTo>
                      <a:pt x="77" y="76"/>
                    </a:lnTo>
                    <a:lnTo>
                      <a:pt x="130" y="67"/>
                    </a:lnTo>
                    <a:lnTo>
                      <a:pt x="205" y="123"/>
                    </a:lnTo>
                    <a:lnTo>
                      <a:pt x="232" y="33"/>
                    </a:lnTo>
                    <a:lnTo>
                      <a:pt x="232" y="21"/>
                    </a:lnTo>
                    <a:close/>
                  </a:path>
                </a:pathLst>
              </a:custGeom>
              <a:solidFill>
                <a:srgbClr val="000000"/>
              </a:solidFill>
              <a:ln w="9525">
                <a:noFill/>
                <a:round/>
                <a:headEnd/>
                <a:tailEnd/>
              </a:ln>
            </p:spPr>
            <p:txBody>
              <a:bodyPr/>
              <a:lstStyle/>
              <a:p>
                <a:pPr algn="ctr"/>
                <a:endParaRPr lang="pt-BR" sz="2400"/>
              </a:p>
            </p:txBody>
          </p:sp>
          <p:sp>
            <p:nvSpPr>
              <p:cNvPr id="763" name="Freeform 68"/>
              <p:cNvSpPr>
                <a:spLocks/>
              </p:cNvSpPr>
              <p:nvPr/>
            </p:nvSpPr>
            <p:spPr bwMode="auto">
              <a:xfrm>
                <a:off x="4555" y="2968"/>
                <a:ext cx="25" cy="13"/>
              </a:xfrm>
              <a:custGeom>
                <a:avLst/>
                <a:gdLst>
                  <a:gd name="T0" fmla="*/ 0 w 205"/>
                  <a:gd name="T1" fmla="*/ 0 h 102"/>
                  <a:gd name="T2" fmla="*/ 0 w 205"/>
                  <a:gd name="T3" fmla="*/ 0 h 102"/>
                  <a:gd name="T4" fmla="*/ 0 w 205"/>
                  <a:gd name="T5" fmla="*/ 0 h 102"/>
                  <a:gd name="T6" fmla="*/ 0 w 205"/>
                  <a:gd name="T7" fmla="*/ 0 h 102"/>
                  <a:gd name="T8" fmla="*/ 0 w 205"/>
                  <a:gd name="T9" fmla="*/ 0 h 102"/>
                  <a:gd name="T10" fmla="*/ 0 w 205"/>
                  <a:gd name="T11" fmla="*/ 0 h 102"/>
                  <a:gd name="T12" fmla="*/ 0 w 205"/>
                  <a:gd name="T13" fmla="*/ 0 h 102"/>
                  <a:gd name="T14" fmla="*/ 0 w 205"/>
                  <a:gd name="T15" fmla="*/ 0 h 102"/>
                  <a:gd name="T16" fmla="*/ 0 w 205"/>
                  <a:gd name="T17" fmla="*/ 0 h 102"/>
                  <a:gd name="T18" fmla="*/ 0 w 205"/>
                  <a:gd name="T19" fmla="*/ 0 h 102"/>
                  <a:gd name="T20" fmla="*/ 0 w 205"/>
                  <a:gd name="T21" fmla="*/ 0 h 102"/>
                  <a:gd name="T22" fmla="*/ 0 w 205"/>
                  <a:gd name="T23" fmla="*/ 0 h 1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5"/>
                  <a:gd name="T37" fmla="*/ 0 h 102"/>
                  <a:gd name="T38" fmla="*/ 205 w 205"/>
                  <a:gd name="T39" fmla="*/ 102 h 1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5" h="102">
                    <a:moveTo>
                      <a:pt x="0" y="78"/>
                    </a:moveTo>
                    <a:lnTo>
                      <a:pt x="48" y="34"/>
                    </a:lnTo>
                    <a:lnTo>
                      <a:pt x="90" y="69"/>
                    </a:lnTo>
                    <a:lnTo>
                      <a:pt x="48" y="78"/>
                    </a:lnTo>
                    <a:lnTo>
                      <a:pt x="119" y="102"/>
                    </a:lnTo>
                    <a:lnTo>
                      <a:pt x="156" y="55"/>
                    </a:lnTo>
                    <a:lnTo>
                      <a:pt x="205" y="55"/>
                    </a:lnTo>
                    <a:lnTo>
                      <a:pt x="170" y="34"/>
                    </a:lnTo>
                    <a:lnTo>
                      <a:pt x="183" y="0"/>
                    </a:lnTo>
                    <a:lnTo>
                      <a:pt x="135" y="23"/>
                    </a:lnTo>
                    <a:lnTo>
                      <a:pt x="48" y="23"/>
                    </a:lnTo>
                    <a:lnTo>
                      <a:pt x="0" y="78"/>
                    </a:lnTo>
                    <a:close/>
                  </a:path>
                </a:pathLst>
              </a:custGeom>
              <a:solidFill>
                <a:srgbClr val="000000"/>
              </a:solidFill>
              <a:ln w="9525">
                <a:noFill/>
                <a:round/>
                <a:headEnd/>
                <a:tailEnd/>
              </a:ln>
            </p:spPr>
            <p:txBody>
              <a:bodyPr/>
              <a:lstStyle/>
              <a:p>
                <a:pPr algn="ctr"/>
                <a:endParaRPr lang="pt-BR" sz="2400"/>
              </a:p>
            </p:txBody>
          </p:sp>
          <p:sp>
            <p:nvSpPr>
              <p:cNvPr id="764" name="Freeform 69"/>
              <p:cNvSpPr>
                <a:spLocks/>
              </p:cNvSpPr>
              <p:nvPr/>
            </p:nvSpPr>
            <p:spPr bwMode="auto">
              <a:xfrm>
                <a:off x="4484" y="2971"/>
                <a:ext cx="42" cy="15"/>
              </a:xfrm>
              <a:custGeom>
                <a:avLst/>
                <a:gdLst>
                  <a:gd name="T0" fmla="*/ 0 w 334"/>
                  <a:gd name="T1" fmla="*/ 0 h 122"/>
                  <a:gd name="T2" fmla="*/ 0 w 334"/>
                  <a:gd name="T3" fmla="*/ 0 h 122"/>
                  <a:gd name="T4" fmla="*/ 0 w 334"/>
                  <a:gd name="T5" fmla="*/ 0 h 122"/>
                  <a:gd name="T6" fmla="*/ 0 w 334"/>
                  <a:gd name="T7" fmla="*/ 0 h 122"/>
                  <a:gd name="T8" fmla="*/ 0 w 334"/>
                  <a:gd name="T9" fmla="*/ 0 h 122"/>
                  <a:gd name="T10" fmla="*/ 0 w 334"/>
                  <a:gd name="T11" fmla="*/ 0 h 122"/>
                  <a:gd name="T12" fmla="*/ 0 w 334"/>
                  <a:gd name="T13" fmla="*/ 0 h 122"/>
                  <a:gd name="T14" fmla="*/ 0 w 334"/>
                  <a:gd name="T15" fmla="*/ 0 h 122"/>
                  <a:gd name="T16" fmla="*/ 0 w 334"/>
                  <a:gd name="T17" fmla="*/ 0 h 122"/>
                  <a:gd name="T18" fmla="*/ 0 w 334"/>
                  <a:gd name="T19" fmla="*/ 0 h 122"/>
                  <a:gd name="T20" fmla="*/ 0 w 334"/>
                  <a:gd name="T21" fmla="*/ 0 h 122"/>
                  <a:gd name="T22" fmla="*/ 0 w 334"/>
                  <a:gd name="T23" fmla="*/ 0 h 122"/>
                  <a:gd name="T24" fmla="*/ 0 w 334"/>
                  <a:gd name="T25" fmla="*/ 0 h 122"/>
                  <a:gd name="T26" fmla="*/ 0 w 334"/>
                  <a:gd name="T27" fmla="*/ 0 h 122"/>
                  <a:gd name="T28" fmla="*/ 0 w 334"/>
                  <a:gd name="T29" fmla="*/ 0 h 122"/>
                  <a:gd name="T30" fmla="*/ 0 w 334"/>
                  <a:gd name="T31" fmla="*/ 0 h 1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4"/>
                  <a:gd name="T49" fmla="*/ 0 h 122"/>
                  <a:gd name="T50" fmla="*/ 334 w 334"/>
                  <a:gd name="T51" fmla="*/ 122 h 1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4" h="122">
                    <a:moveTo>
                      <a:pt x="328" y="32"/>
                    </a:moveTo>
                    <a:lnTo>
                      <a:pt x="237" y="0"/>
                    </a:lnTo>
                    <a:lnTo>
                      <a:pt x="69" y="55"/>
                    </a:lnTo>
                    <a:lnTo>
                      <a:pt x="0" y="55"/>
                    </a:lnTo>
                    <a:lnTo>
                      <a:pt x="48" y="79"/>
                    </a:lnTo>
                    <a:lnTo>
                      <a:pt x="135" y="67"/>
                    </a:lnTo>
                    <a:lnTo>
                      <a:pt x="143" y="88"/>
                    </a:lnTo>
                    <a:lnTo>
                      <a:pt x="119" y="122"/>
                    </a:lnTo>
                    <a:lnTo>
                      <a:pt x="172" y="101"/>
                    </a:lnTo>
                    <a:lnTo>
                      <a:pt x="154" y="55"/>
                    </a:lnTo>
                    <a:lnTo>
                      <a:pt x="196" y="23"/>
                    </a:lnTo>
                    <a:lnTo>
                      <a:pt x="196" y="88"/>
                    </a:lnTo>
                    <a:lnTo>
                      <a:pt x="246" y="88"/>
                    </a:lnTo>
                    <a:lnTo>
                      <a:pt x="273" y="55"/>
                    </a:lnTo>
                    <a:lnTo>
                      <a:pt x="334" y="55"/>
                    </a:lnTo>
                    <a:lnTo>
                      <a:pt x="328" y="32"/>
                    </a:lnTo>
                    <a:close/>
                  </a:path>
                </a:pathLst>
              </a:custGeom>
              <a:solidFill>
                <a:srgbClr val="000000"/>
              </a:solidFill>
              <a:ln w="9525">
                <a:noFill/>
                <a:round/>
                <a:headEnd/>
                <a:tailEnd/>
              </a:ln>
            </p:spPr>
            <p:txBody>
              <a:bodyPr/>
              <a:lstStyle/>
              <a:p>
                <a:pPr algn="ctr"/>
                <a:endParaRPr lang="pt-BR" sz="2400"/>
              </a:p>
            </p:txBody>
          </p:sp>
          <p:sp>
            <p:nvSpPr>
              <p:cNvPr id="765" name="Line 70"/>
              <p:cNvSpPr>
                <a:spLocks noChangeShapeType="1"/>
              </p:cNvSpPr>
              <p:nvPr/>
            </p:nvSpPr>
            <p:spPr bwMode="auto">
              <a:xfrm>
                <a:off x="4443" y="2989"/>
                <a:ext cx="8" cy="21"/>
              </a:xfrm>
              <a:prstGeom prst="line">
                <a:avLst/>
              </a:prstGeom>
              <a:noFill/>
              <a:ln w="0">
                <a:solidFill>
                  <a:srgbClr val="000000"/>
                </a:solidFill>
                <a:round/>
                <a:headEnd/>
                <a:tailEnd/>
              </a:ln>
            </p:spPr>
            <p:txBody>
              <a:bodyPr/>
              <a:lstStyle/>
              <a:p>
                <a:endParaRPr lang="pt-BR" sz="2400"/>
              </a:p>
            </p:txBody>
          </p:sp>
          <p:sp>
            <p:nvSpPr>
              <p:cNvPr id="766" name="Line 71"/>
              <p:cNvSpPr>
                <a:spLocks noChangeShapeType="1"/>
              </p:cNvSpPr>
              <p:nvPr/>
            </p:nvSpPr>
            <p:spPr bwMode="auto">
              <a:xfrm>
                <a:off x="4450" y="2991"/>
                <a:ext cx="9" cy="25"/>
              </a:xfrm>
              <a:prstGeom prst="line">
                <a:avLst/>
              </a:prstGeom>
              <a:noFill/>
              <a:ln w="0">
                <a:solidFill>
                  <a:srgbClr val="000000"/>
                </a:solidFill>
                <a:round/>
                <a:headEnd/>
                <a:tailEnd/>
              </a:ln>
            </p:spPr>
            <p:txBody>
              <a:bodyPr/>
              <a:lstStyle/>
              <a:p>
                <a:endParaRPr lang="pt-BR" sz="2400"/>
              </a:p>
            </p:txBody>
          </p:sp>
          <p:sp>
            <p:nvSpPr>
              <p:cNvPr id="767" name="Line 72"/>
              <p:cNvSpPr>
                <a:spLocks noChangeShapeType="1"/>
              </p:cNvSpPr>
              <p:nvPr/>
            </p:nvSpPr>
            <p:spPr bwMode="auto">
              <a:xfrm>
                <a:off x="4459" y="3000"/>
                <a:ext cx="11" cy="27"/>
              </a:xfrm>
              <a:prstGeom prst="line">
                <a:avLst/>
              </a:prstGeom>
              <a:noFill/>
              <a:ln w="0">
                <a:solidFill>
                  <a:srgbClr val="000000"/>
                </a:solidFill>
                <a:round/>
                <a:headEnd/>
                <a:tailEnd/>
              </a:ln>
            </p:spPr>
            <p:txBody>
              <a:bodyPr/>
              <a:lstStyle/>
              <a:p>
                <a:endParaRPr lang="pt-BR" sz="2400"/>
              </a:p>
            </p:txBody>
          </p:sp>
          <p:sp>
            <p:nvSpPr>
              <p:cNvPr id="768" name="Line 73"/>
              <p:cNvSpPr>
                <a:spLocks noChangeShapeType="1"/>
              </p:cNvSpPr>
              <p:nvPr/>
            </p:nvSpPr>
            <p:spPr bwMode="auto">
              <a:xfrm>
                <a:off x="4471" y="3014"/>
                <a:ext cx="6" cy="15"/>
              </a:xfrm>
              <a:prstGeom prst="line">
                <a:avLst/>
              </a:prstGeom>
              <a:noFill/>
              <a:ln w="0">
                <a:solidFill>
                  <a:srgbClr val="000000"/>
                </a:solidFill>
                <a:round/>
                <a:headEnd/>
                <a:tailEnd/>
              </a:ln>
            </p:spPr>
            <p:txBody>
              <a:bodyPr/>
              <a:lstStyle/>
              <a:p>
                <a:endParaRPr lang="pt-BR" sz="2400"/>
              </a:p>
            </p:txBody>
          </p:sp>
          <p:sp>
            <p:nvSpPr>
              <p:cNvPr id="769" name="Freeform 74"/>
              <p:cNvSpPr>
                <a:spLocks/>
              </p:cNvSpPr>
              <p:nvPr/>
            </p:nvSpPr>
            <p:spPr bwMode="auto">
              <a:xfrm>
                <a:off x="4436" y="3012"/>
                <a:ext cx="136" cy="142"/>
              </a:xfrm>
              <a:custGeom>
                <a:avLst/>
                <a:gdLst>
                  <a:gd name="T0" fmla="*/ 0 w 1088"/>
                  <a:gd name="T1" fmla="*/ 0 h 1136"/>
                  <a:gd name="T2" fmla="*/ 0 w 1088"/>
                  <a:gd name="T3" fmla="*/ 0 h 1136"/>
                  <a:gd name="T4" fmla="*/ 0 w 1088"/>
                  <a:gd name="T5" fmla="*/ 0 h 1136"/>
                  <a:gd name="T6" fmla="*/ 0 w 1088"/>
                  <a:gd name="T7" fmla="*/ 0 h 1136"/>
                  <a:gd name="T8" fmla="*/ 0 w 1088"/>
                  <a:gd name="T9" fmla="*/ 0 h 1136"/>
                  <a:gd name="T10" fmla="*/ 0 w 1088"/>
                  <a:gd name="T11" fmla="*/ 0 h 1136"/>
                  <a:gd name="T12" fmla="*/ 0 w 1088"/>
                  <a:gd name="T13" fmla="*/ 0 h 1136"/>
                  <a:gd name="T14" fmla="*/ 0 w 1088"/>
                  <a:gd name="T15" fmla="*/ 0 h 1136"/>
                  <a:gd name="T16" fmla="*/ 0 w 1088"/>
                  <a:gd name="T17" fmla="*/ 0 h 1136"/>
                  <a:gd name="T18" fmla="*/ 0 w 1088"/>
                  <a:gd name="T19" fmla="*/ 0 h 1136"/>
                  <a:gd name="T20" fmla="*/ 0 w 1088"/>
                  <a:gd name="T21" fmla="*/ 0 h 1136"/>
                  <a:gd name="T22" fmla="*/ 0 w 1088"/>
                  <a:gd name="T23" fmla="*/ 0 h 1136"/>
                  <a:gd name="T24" fmla="*/ 0 w 1088"/>
                  <a:gd name="T25" fmla="*/ 0 h 1136"/>
                  <a:gd name="T26" fmla="*/ 0 w 1088"/>
                  <a:gd name="T27" fmla="*/ 0 h 1136"/>
                  <a:gd name="T28" fmla="*/ 0 w 1088"/>
                  <a:gd name="T29" fmla="*/ 0 h 1136"/>
                  <a:gd name="T30" fmla="*/ 0 w 1088"/>
                  <a:gd name="T31" fmla="*/ 0 h 1136"/>
                  <a:gd name="T32" fmla="*/ 0 w 1088"/>
                  <a:gd name="T33" fmla="*/ 0 h 1136"/>
                  <a:gd name="T34" fmla="*/ 0 w 1088"/>
                  <a:gd name="T35" fmla="*/ 0 h 1136"/>
                  <a:gd name="T36" fmla="*/ 0 w 1088"/>
                  <a:gd name="T37" fmla="*/ 0 h 1136"/>
                  <a:gd name="T38" fmla="*/ 0 w 1088"/>
                  <a:gd name="T39" fmla="*/ 0 h 1136"/>
                  <a:gd name="T40" fmla="*/ 0 w 1088"/>
                  <a:gd name="T41" fmla="*/ 0 h 1136"/>
                  <a:gd name="T42" fmla="*/ 0 w 1088"/>
                  <a:gd name="T43" fmla="*/ 0 h 1136"/>
                  <a:gd name="T44" fmla="*/ 0 w 1088"/>
                  <a:gd name="T45" fmla="*/ 0 h 11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88"/>
                  <a:gd name="T70" fmla="*/ 0 h 1136"/>
                  <a:gd name="T71" fmla="*/ 1088 w 1088"/>
                  <a:gd name="T72" fmla="*/ 1136 h 11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88" h="1136">
                    <a:moveTo>
                      <a:pt x="0" y="0"/>
                    </a:moveTo>
                    <a:lnTo>
                      <a:pt x="189" y="450"/>
                    </a:lnTo>
                    <a:lnTo>
                      <a:pt x="248" y="487"/>
                    </a:lnTo>
                    <a:lnTo>
                      <a:pt x="747" y="637"/>
                    </a:lnTo>
                    <a:lnTo>
                      <a:pt x="839" y="637"/>
                    </a:lnTo>
                    <a:lnTo>
                      <a:pt x="994" y="637"/>
                    </a:lnTo>
                    <a:lnTo>
                      <a:pt x="1026" y="565"/>
                    </a:lnTo>
                    <a:lnTo>
                      <a:pt x="1088" y="290"/>
                    </a:lnTo>
                    <a:lnTo>
                      <a:pt x="1043" y="551"/>
                    </a:lnTo>
                    <a:lnTo>
                      <a:pt x="1010" y="659"/>
                    </a:lnTo>
                    <a:lnTo>
                      <a:pt x="848" y="714"/>
                    </a:lnTo>
                    <a:lnTo>
                      <a:pt x="821" y="938"/>
                    </a:lnTo>
                    <a:lnTo>
                      <a:pt x="701" y="1045"/>
                    </a:lnTo>
                    <a:lnTo>
                      <a:pt x="521" y="1136"/>
                    </a:lnTo>
                    <a:lnTo>
                      <a:pt x="768" y="903"/>
                    </a:lnTo>
                    <a:lnTo>
                      <a:pt x="804" y="714"/>
                    </a:lnTo>
                    <a:lnTo>
                      <a:pt x="667" y="669"/>
                    </a:lnTo>
                    <a:lnTo>
                      <a:pt x="441" y="1114"/>
                    </a:lnTo>
                    <a:lnTo>
                      <a:pt x="189" y="1001"/>
                    </a:lnTo>
                    <a:lnTo>
                      <a:pt x="378" y="1067"/>
                    </a:lnTo>
                    <a:lnTo>
                      <a:pt x="597" y="650"/>
                    </a:lnTo>
                    <a:lnTo>
                      <a:pt x="171" y="475"/>
                    </a:lnTo>
                    <a:lnTo>
                      <a:pt x="0" y="0"/>
                    </a:lnTo>
                    <a:close/>
                  </a:path>
                </a:pathLst>
              </a:custGeom>
              <a:solidFill>
                <a:srgbClr val="000000"/>
              </a:solidFill>
              <a:ln w="9525">
                <a:noFill/>
                <a:round/>
                <a:headEnd/>
                <a:tailEnd/>
              </a:ln>
            </p:spPr>
            <p:txBody>
              <a:bodyPr/>
              <a:lstStyle/>
              <a:p>
                <a:pPr algn="ctr"/>
                <a:endParaRPr lang="pt-BR" sz="2400"/>
              </a:p>
            </p:txBody>
          </p:sp>
          <p:sp>
            <p:nvSpPr>
              <p:cNvPr id="770" name="Freeform 75"/>
              <p:cNvSpPr>
                <a:spLocks/>
              </p:cNvSpPr>
              <p:nvPr/>
            </p:nvSpPr>
            <p:spPr bwMode="auto">
              <a:xfrm>
                <a:off x="4423" y="3027"/>
                <a:ext cx="28" cy="106"/>
              </a:xfrm>
              <a:custGeom>
                <a:avLst/>
                <a:gdLst>
                  <a:gd name="T0" fmla="*/ 0 w 226"/>
                  <a:gd name="T1" fmla="*/ 0 h 842"/>
                  <a:gd name="T2" fmla="*/ 0 w 226"/>
                  <a:gd name="T3" fmla="*/ 0 h 842"/>
                  <a:gd name="T4" fmla="*/ 0 w 226"/>
                  <a:gd name="T5" fmla="*/ 0 h 842"/>
                  <a:gd name="T6" fmla="*/ 0 w 226"/>
                  <a:gd name="T7" fmla="*/ 0 h 842"/>
                  <a:gd name="T8" fmla="*/ 0 w 226"/>
                  <a:gd name="T9" fmla="*/ 0 h 842"/>
                  <a:gd name="T10" fmla="*/ 0 w 226"/>
                  <a:gd name="T11" fmla="*/ 0 h 842"/>
                  <a:gd name="T12" fmla="*/ 0 w 226"/>
                  <a:gd name="T13" fmla="*/ 0 h 842"/>
                  <a:gd name="T14" fmla="*/ 0 w 226"/>
                  <a:gd name="T15" fmla="*/ 0 h 842"/>
                  <a:gd name="T16" fmla="*/ 0 w 226"/>
                  <a:gd name="T17" fmla="*/ 0 h 842"/>
                  <a:gd name="T18" fmla="*/ 0 w 226"/>
                  <a:gd name="T19" fmla="*/ 0 h 842"/>
                  <a:gd name="T20" fmla="*/ 0 w 226"/>
                  <a:gd name="T21" fmla="*/ 0 h 842"/>
                  <a:gd name="T22" fmla="*/ 0 w 226"/>
                  <a:gd name="T23" fmla="*/ 0 h 842"/>
                  <a:gd name="T24" fmla="*/ 0 w 226"/>
                  <a:gd name="T25" fmla="*/ 0 h 842"/>
                  <a:gd name="T26" fmla="*/ 0 w 226"/>
                  <a:gd name="T27" fmla="*/ 0 h 842"/>
                  <a:gd name="T28" fmla="*/ 0 w 226"/>
                  <a:gd name="T29" fmla="*/ 0 h 8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6"/>
                  <a:gd name="T46" fmla="*/ 0 h 842"/>
                  <a:gd name="T47" fmla="*/ 226 w 226"/>
                  <a:gd name="T48" fmla="*/ 842 h 8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6" h="842">
                    <a:moveTo>
                      <a:pt x="120" y="0"/>
                    </a:moveTo>
                    <a:lnTo>
                      <a:pt x="120" y="78"/>
                    </a:lnTo>
                    <a:lnTo>
                      <a:pt x="78" y="152"/>
                    </a:lnTo>
                    <a:lnTo>
                      <a:pt x="198" y="627"/>
                    </a:lnTo>
                    <a:lnTo>
                      <a:pt x="226" y="842"/>
                    </a:lnTo>
                    <a:lnTo>
                      <a:pt x="103" y="783"/>
                    </a:lnTo>
                    <a:lnTo>
                      <a:pt x="25" y="640"/>
                    </a:lnTo>
                    <a:lnTo>
                      <a:pt x="120" y="774"/>
                    </a:lnTo>
                    <a:lnTo>
                      <a:pt x="158" y="783"/>
                    </a:lnTo>
                    <a:lnTo>
                      <a:pt x="96" y="308"/>
                    </a:lnTo>
                    <a:lnTo>
                      <a:pt x="32" y="572"/>
                    </a:lnTo>
                    <a:lnTo>
                      <a:pt x="78" y="265"/>
                    </a:lnTo>
                    <a:lnTo>
                      <a:pt x="43" y="78"/>
                    </a:lnTo>
                    <a:lnTo>
                      <a:pt x="0" y="69"/>
                    </a:lnTo>
                    <a:lnTo>
                      <a:pt x="120" y="0"/>
                    </a:lnTo>
                    <a:close/>
                  </a:path>
                </a:pathLst>
              </a:custGeom>
              <a:solidFill>
                <a:srgbClr val="000000"/>
              </a:solidFill>
              <a:ln w="9525">
                <a:noFill/>
                <a:round/>
                <a:headEnd/>
                <a:tailEnd/>
              </a:ln>
            </p:spPr>
            <p:txBody>
              <a:bodyPr/>
              <a:lstStyle/>
              <a:p>
                <a:pPr algn="ctr"/>
                <a:endParaRPr lang="pt-BR" sz="2400"/>
              </a:p>
            </p:txBody>
          </p:sp>
          <p:sp>
            <p:nvSpPr>
              <p:cNvPr id="771" name="Freeform 76"/>
              <p:cNvSpPr>
                <a:spLocks/>
              </p:cNvSpPr>
              <p:nvPr/>
            </p:nvSpPr>
            <p:spPr bwMode="auto">
              <a:xfrm>
                <a:off x="4562" y="2910"/>
                <a:ext cx="23" cy="135"/>
              </a:xfrm>
              <a:custGeom>
                <a:avLst/>
                <a:gdLst>
                  <a:gd name="T0" fmla="*/ 0 w 187"/>
                  <a:gd name="T1" fmla="*/ 0 h 1081"/>
                  <a:gd name="T2" fmla="*/ 0 w 187"/>
                  <a:gd name="T3" fmla="*/ 0 h 1081"/>
                  <a:gd name="T4" fmla="*/ 0 w 187"/>
                  <a:gd name="T5" fmla="*/ 0 h 1081"/>
                  <a:gd name="T6" fmla="*/ 0 w 187"/>
                  <a:gd name="T7" fmla="*/ 0 h 1081"/>
                  <a:gd name="T8" fmla="*/ 0 w 187"/>
                  <a:gd name="T9" fmla="*/ 0 h 1081"/>
                  <a:gd name="T10" fmla="*/ 0 w 187"/>
                  <a:gd name="T11" fmla="*/ 0 h 1081"/>
                  <a:gd name="T12" fmla="*/ 0 w 187"/>
                  <a:gd name="T13" fmla="*/ 0 h 1081"/>
                  <a:gd name="T14" fmla="*/ 0 w 187"/>
                  <a:gd name="T15" fmla="*/ 0 h 1081"/>
                  <a:gd name="T16" fmla="*/ 0 w 187"/>
                  <a:gd name="T17" fmla="*/ 0 h 10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1081"/>
                  <a:gd name="T29" fmla="*/ 187 w 187"/>
                  <a:gd name="T30" fmla="*/ 1081 h 108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1081">
                    <a:moveTo>
                      <a:pt x="86" y="1081"/>
                    </a:moveTo>
                    <a:lnTo>
                      <a:pt x="170" y="871"/>
                    </a:lnTo>
                    <a:lnTo>
                      <a:pt x="187" y="760"/>
                    </a:lnTo>
                    <a:lnTo>
                      <a:pt x="187" y="675"/>
                    </a:lnTo>
                    <a:lnTo>
                      <a:pt x="170" y="587"/>
                    </a:lnTo>
                    <a:lnTo>
                      <a:pt x="117" y="451"/>
                    </a:lnTo>
                    <a:lnTo>
                      <a:pt x="117" y="338"/>
                    </a:lnTo>
                    <a:lnTo>
                      <a:pt x="113" y="297"/>
                    </a:lnTo>
                    <a:lnTo>
                      <a:pt x="0" y="0"/>
                    </a:lnTo>
                  </a:path>
                </a:pathLst>
              </a:custGeom>
              <a:noFill/>
              <a:ln w="0">
                <a:solidFill>
                  <a:srgbClr val="000000"/>
                </a:solidFill>
                <a:round/>
                <a:headEnd/>
                <a:tailEnd/>
              </a:ln>
            </p:spPr>
            <p:txBody>
              <a:bodyPr/>
              <a:lstStyle/>
              <a:p>
                <a:pPr algn="ctr"/>
                <a:endParaRPr lang="pt-BR" sz="2400"/>
              </a:p>
            </p:txBody>
          </p:sp>
          <p:sp>
            <p:nvSpPr>
              <p:cNvPr id="772" name="Freeform 77"/>
              <p:cNvSpPr>
                <a:spLocks/>
              </p:cNvSpPr>
              <p:nvPr/>
            </p:nvSpPr>
            <p:spPr bwMode="auto">
              <a:xfrm>
                <a:off x="4345" y="2795"/>
                <a:ext cx="249" cy="290"/>
              </a:xfrm>
              <a:custGeom>
                <a:avLst/>
                <a:gdLst>
                  <a:gd name="T0" fmla="*/ 0 w 1994"/>
                  <a:gd name="T1" fmla="*/ 0 h 2320"/>
                  <a:gd name="T2" fmla="*/ 0 w 1994"/>
                  <a:gd name="T3" fmla="*/ 0 h 2320"/>
                  <a:gd name="T4" fmla="*/ 0 w 1994"/>
                  <a:gd name="T5" fmla="*/ 0 h 2320"/>
                  <a:gd name="T6" fmla="*/ 0 w 1994"/>
                  <a:gd name="T7" fmla="*/ 0 h 2320"/>
                  <a:gd name="T8" fmla="*/ 0 w 1994"/>
                  <a:gd name="T9" fmla="*/ 0 h 2320"/>
                  <a:gd name="T10" fmla="*/ 0 w 1994"/>
                  <a:gd name="T11" fmla="*/ 0 h 2320"/>
                  <a:gd name="T12" fmla="*/ 0 w 1994"/>
                  <a:gd name="T13" fmla="*/ 0 h 2320"/>
                  <a:gd name="T14" fmla="*/ 0 w 1994"/>
                  <a:gd name="T15" fmla="*/ 0 h 2320"/>
                  <a:gd name="T16" fmla="*/ 0 w 1994"/>
                  <a:gd name="T17" fmla="*/ 0 h 2320"/>
                  <a:gd name="T18" fmla="*/ 0 w 1994"/>
                  <a:gd name="T19" fmla="*/ 0 h 2320"/>
                  <a:gd name="T20" fmla="*/ 0 w 1994"/>
                  <a:gd name="T21" fmla="*/ 0 h 2320"/>
                  <a:gd name="T22" fmla="*/ 0 w 1994"/>
                  <a:gd name="T23" fmla="*/ 0 h 2320"/>
                  <a:gd name="T24" fmla="*/ 0 w 1994"/>
                  <a:gd name="T25" fmla="*/ 0 h 2320"/>
                  <a:gd name="T26" fmla="*/ 0 w 1994"/>
                  <a:gd name="T27" fmla="*/ 0 h 2320"/>
                  <a:gd name="T28" fmla="*/ 0 w 1994"/>
                  <a:gd name="T29" fmla="*/ 0 h 2320"/>
                  <a:gd name="T30" fmla="*/ 0 w 1994"/>
                  <a:gd name="T31" fmla="*/ 0 h 2320"/>
                  <a:gd name="T32" fmla="*/ 0 w 1994"/>
                  <a:gd name="T33" fmla="*/ 0 h 2320"/>
                  <a:gd name="T34" fmla="*/ 0 w 1994"/>
                  <a:gd name="T35" fmla="*/ 0 h 2320"/>
                  <a:gd name="T36" fmla="*/ 0 w 1994"/>
                  <a:gd name="T37" fmla="*/ 0 h 2320"/>
                  <a:gd name="T38" fmla="*/ 0 w 1994"/>
                  <a:gd name="T39" fmla="*/ 0 h 2320"/>
                  <a:gd name="T40" fmla="*/ 0 w 1994"/>
                  <a:gd name="T41" fmla="*/ 0 h 2320"/>
                  <a:gd name="T42" fmla="*/ 0 w 1994"/>
                  <a:gd name="T43" fmla="*/ 0 h 2320"/>
                  <a:gd name="T44" fmla="*/ 0 w 1994"/>
                  <a:gd name="T45" fmla="*/ 0 h 2320"/>
                  <a:gd name="T46" fmla="*/ 0 w 1994"/>
                  <a:gd name="T47" fmla="*/ 0 h 2320"/>
                  <a:gd name="T48" fmla="*/ 0 w 1994"/>
                  <a:gd name="T49" fmla="*/ 0 h 2320"/>
                  <a:gd name="T50" fmla="*/ 0 w 1994"/>
                  <a:gd name="T51" fmla="*/ 0 h 2320"/>
                  <a:gd name="T52" fmla="*/ 0 w 1994"/>
                  <a:gd name="T53" fmla="*/ 0 h 2320"/>
                  <a:gd name="T54" fmla="*/ 0 w 1994"/>
                  <a:gd name="T55" fmla="*/ 0 h 2320"/>
                  <a:gd name="T56" fmla="*/ 0 w 1994"/>
                  <a:gd name="T57" fmla="*/ 0 h 2320"/>
                  <a:gd name="T58" fmla="*/ 0 w 1994"/>
                  <a:gd name="T59" fmla="*/ 0 h 2320"/>
                  <a:gd name="T60" fmla="*/ 0 w 1994"/>
                  <a:gd name="T61" fmla="*/ 0 h 2320"/>
                  <a:gd name="T62" fmla="*/ 0 w 1994"/>
                  <a:gd name="T63" fmla="*/ 0 h 2320"/>
                  <a:gd name="T64" fmla="*/ 0 w 1994"/>
                  <a:gd name="T65" fmla="*/ 0 h 2320"/>
                  <a:gd name="T66" fmla="*/ 0 w 1994"/>
                  <a:gd name="T67" fmla="*/ 0 h 2320"/>
                  <a:gd name="T68" fmla="*/ 0 w 1994"/>
                  <a:gd name="T69" fmla="*/ 0 h 2320"/>
                  <a:gd name="T70" fmla="*/ 0 w 1994"/>
                  <a:gd name="T71" fmla="*/ 0 h 2320"/>
                  <a:gd name="T72" fmla="*/ 0 w 1994"/>
                  <a:gd name="T73" fmla="*/ 0 h 2320"/>
                  <a:gd name="T74" fmla="*/ 0 w 1994"/>
                  <a:gd name="T75" fmla="*/ 0 h 2320"/>
                  <a:gd name="T76" fmla="*/ 0 w 1994"/>
                  <a:gd name="T77" fmla="*/ 0 h 232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994"/>
                  <a:gd name="T118" fmla="*/ 0 h 2320"/>
                  <a:gd name="T119" fmla="*/ 1994 w 1994"/>
                  <a:gd name="T120" fmla="*/ 2320 h 232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994" h="2320">
                    <a:moveTo>
                      <a:pt x="598" y="597"/>
                    </a:moveTo>
                    <a:lnTo>
                      <a:pt x="823" y="443"/>
                    </a:lnTo>
                    <a:lnTo>
                      <a:pt x="904" y="443"/>
                    </a:lnTo>
                    <a:lnTo>
                      <a:pt x="1031" y="318"/>
                    </a:lnTo>
                    <a:lnTo>
                      <a:pt x="1106" y="397"/>
                    </a:lnTo>
                    <a:lnTo>
                      <a:pt x="1201" y="369"/>
                    </a:lnTo>
                    <a:lnTo>
                      <a:pt x="1130" y="475"/>
                    </a:lnTo>
                    <a:lnTo>
                      <a:pt x="1277" y="487"/>
                    </a:lnTo>
                    <a:lnTo>
                      <a:pt x="1145" y="652"/>
                    </a:lnTo>
                    <a:lnTo>
                      <a:pt x="1378" y="575"/>
                    </a:lnTo>
                    <a:lnTo>
                      <a:pt x="1319" y="671"/>
                    </a:lnTo>
                    <a:lnTo>
                      <a:pt x="1490" y="671"/>
                    </a:lnTo>
                    <a:lnTo>
                      <a:pt x="1457" y="754"/>
                    </a:lnTo>
                    <a:lnTo>
                      <a:pt x="1543" y="795"/>
                    </a:lnTo>
                    <a:lnTo>
                      <a:pt x="1669" y="729"/>
                    </a:lnTo>
                    <a:lnTo>
                      <a:pt x="1895" y="839"/>
                    </a:lnTo>
                    <a:lnTo>
                      <a:pt x="1800" y="696"/>
                    </a:lnTo>
                    <a:lnTo>
                      <a:pt x="1627" y="696"/>
                    </a:lnTo>
                    <a:lnTo>
                      <a:pt x="1627" y="608"/>
                    </a:lnTo>
                    <a:lnTo>
                      <a:pt x="1514" y="586"/>
                    </a:lnTo>
                    <a:lnTo>
                      <a:pt x="1701" y="540"/>
                    </a:lnTo>
                    <a:lnTo>
                      <a:pt x="1490" y="521"/>
                    </a:lnTo>
                    <a:lnTo>
                      <a:pt x="1543" y="417"/>
                    </a:lnTo>
                    <a:lnTo>
                      <a:pt x="1360" y="461"/>
                    </a:lnTo>
                    <a:lnTo>
                      <a:pt x="1387" y="290"/>
                    </a:lnTo>
                    <a:lnTo>
                      <a:pt x="1240" y="338"/>
                    </a:lnTo>
                    <a:lnTo>
                      <a:pt x="1240" y="203"/>
                    </a:lnTo>
                    <a:lnTo>
                      <a:pt x="1145" y="305"/>
                    </a:lnTo>
                    <a:lnTo>
                      <a:pt x="1106" y="0"/>
                    </a:lnTo>
                    <a:lnTo>
                      <a:pt x="1339" y="81"/>
                    </a:lnTo>
                    <a:lnTo>
                      <a:pt x="1484" y="203"/>
                    </a:lnTo>
                    <a:lnTo>
                      <a:pt x="1653" y="247"/>
                    </a:lnTo>
                    <a:lnTo>
                      <a:pt x="1771" y="397"/>
                    </a:lnTo>
                    <a:lnTo>
                      <a:pt x="1875" y="461"/>
                    </a:lnTo>
                    <a:lnTo>
                      <a:pt x="1960" y="664"/>
                    </a:lnTo>
                    <a:lnTo>
                      <a:pt x="1994" y="839"/>
                    </a:lnTo>
                    <a:lnTo>
                      <a:pt x="1969" y="950"/>
                    </a:lnTo>
                    <a:lnTo>
                      <a:pt x="1886" y="1042"/>
                    </a:lnTo>
                    <a:lnTo>
                      <a:pt x="1789" y="1042"/>
                    </a:lnTo>
                    <a:lnTo>
                      <a:pt x="1729" y="918"/>
                    </a:lnTo>
                    <a:lnTo>
                      <a:pt x="1627" y="874"/>
                    </a:lnTo>
                    <a:lnTo>
                      <a:pt x="1532" y="874"/>
                    </a:lnTo>
                    <a:lnTo>
                      <a:pt x="1420" y="927"/>
                    </a:lnTo>
                    <a:lnTo>
                      <a:pt x="1325" y="918"/>
                    </a:lnTo>
                    <a:lnTo>
                      <a:pt x="1130" y="874"/>
                    </a:lnTo>
                    <a:lnTo>
                      <a:pt x="1077" y="885"/>
                    </a:lnTo>
                    <a:lnTo>
                      <a:pt x="994" y="997"/>
                    </a:lnTo>
                    <a:lnTo>
                      <a:pt x="842" y="1072"/>
                    </a:lnTo>
                    <a:lnTo>
                      <a:pt x="823" y="1224"/>
                    </a:lnTo>
                    <a:lnTo>
                      <a:pt x="728" y="1381"/>
                    </a:lnTo>
                    <a:lnTo>
                      <a:pt x="737" y="1566"/>
                    </a:lnTo>
                    <a:lnTo>
                      <a:pt x="712" y="1702"/>
                    </a:lnTo>
                    <a:lnTo>
                      <a:pt x="611" y="1593"/>
                    </a:lnTo>
                    <a:lnTo>
                      <a:pt x="411" y="1593"/>
                    </a:lnTo>
                    <a:lnTo>
                      <a:pt x="418" y="1692"/>
                    </a:lnTo>
                    <a:lnTo>
                      <a:pt x="497" y="1845"/>
                    </a:lnTo>
                    <a:lnTo>
                      <a:pt x="592" y="1925"/>
                    </a:lnTo>
                    <a:lnTo>
                      <a:pt x="650" y="1925"/>
                    </a:lnTo>
                    <a:lnTo>
                      <a:pt x="689" y="1969"/>
                    </a:lnTo>
                    <a:lnTo>
                      <a:pt x="712" y="2121"/>
                    </a:lnTo>
                    <a:lnTo>
                      <a:pt x="689" y="2278"/>
                    </a:lnTo>
                    <a:lnTo>
                      <a:pt x="576" y="2320"/>
                    </a:lnTo>
                    <a:lnTo>
                      <a:pt x="505" y="2128"/>
                    </a:lnTo>
                    <a:lnTo>
                      <a:pt x="352" y="2026"/>
                    </a:lnTo>
                    <a:lnTo>
                      <a:pt x="200" y="1747"/>
                    </a:lnTo>
                    <a:lnTo>
                      <a:pt x="86" y="1579"/>
                    </a:lnTo>
                    <a:lnTo>
                      <a:pt x="9" y="1291"/>
                    </a:lnTo>
                    <a:lnTo>
                      <a:pt x="0" y="1049"/>
                    </a:lnTo>
                    <a:lnTo>
                      <a:pt x="42" y="761"/>
                    </a:lnTo>
                    <a:lnTo>
                      <a:pt x="130" y="540"/>
                    </a:lnTo>
                    <a:lnTo>
                      <a:pt x="233" y="417"/>
                    </a:lnTo>
                    <a:lnTo>
                      <a:pt x="479" y="212"/>
                    </a:lnTo>
                    <a:lnTo>
                      <a:pt x="592" y="178"/>
                    </a:lnTo>
                    <a:lnTo>
                      <a:pt x="805" y="386"/>
                    </a:lnTo>
                    <a:lnTo>
                      <a:pt x="625" y="338"/>
                    </a:lnTo>
                    <a:lnTo>
                      <a:pt x="721" y="443"/>
                    </a:lnTo>
                    <a:lnTo>
                      <a:pt x="583" y="540"/>
                    </a:lnTo>
                    <a:lnTo>
                      <a:pt x="598" y="597"/>
                    </a:lnTo>
                    <a:close/>
                  </a:path>
                </a:pathLst>
              </a:custGeom>
              <a:solidFill>
                <a:srgbClr val="000000"/>
              </a:solidFill>
              <a:ln w="9525">
                <a:noFill/>
                <a:round/>
                <a:headEnd/>
                <a:tailEnd/>
              </a:ln>
            </p:spPr>
            <p:txBody>
              <a:bodyPr/>
              <a:lstStyle/>
              <a:p>
                <a:pPr algn="ctr"/>
                <a:endParaRPr lang="pt-BR" sz="2400"/>
              </a:p>
            </p:txBody>
          </p:sp>
          <p:sp>
            <p:nvSpPr>
              <p:cNvPr id="773" name="Freeform 78"/>
              <p:cNvSpPr>
                <a:spLocks/>
              </p:cNvSpPr>
              <p:nvPr/>
            </p:nvSpPr>
            <p:spPr bwMode="auto">
              <a:xfrm>
                <a:off x="4417" y="2795"/>
                <a:ext cx="70" cy="45"/>
              </a:xfrm>
              <a:custGeom>
                <a:avLst/>
                <a:gdLst>
                  <a:gd name="T0" fmla="*/ 0 w 563"/>
                  <a:gd name="T1" fmla="*/ 0 h 353"/>
                  <a:gd name="T2" fmla="*/ 0 w 563"/>
                  <a:gd name="T3" fmla="*/ 0 h 353"/>
                  <a:gd name="T4" fmla="*/ 0 w 563"/>
                  <a:gd name="T5" fmla="*/ 0 h 353"/>
                  <a:gd name="T6" fmla="*/ 0 w 563"/>
                  <a:gd name="T7" fmla="*/ 0 h 353"/>
                  <a:gd name="T8" fmla="*/ 0 w 563"/>
                  <a:gd name="T9" fmla="*/ 0 h 353"/>
                  <a:gd name="T10" fmla="*/ 0 w 563"/>
                  <a:gd name="T11" fmla="*/ 0 h 353"/>
                  <a:gd name="T12" fmla="*/ 0 w 563"/>
                  <a:gd name="T13" fmla="*/ 0 h 353"/>
                  <a:gd name="T14" fmla="*/ 0 w 563"/>
                  <a:gd name="T15" fmla="*/ 0 h 353"/>
                  <a:gd name="T16" fmla="*/ 0 w 563"/>
                  <a:gd name="T17" fmla="*/ 0 h 353"/>
                  <a:gd name="T18" fmla="*/ 0 w 563"/>
                  <a:gd name="T19" fmla="*/ 0 h 353"/>
                  <a:gd name="T20" fmla="*/ 0 w 563"/>
                  <a:gd name="T21" fmla="*/ 0 h 353"/>
                  <a:gd name="T22" fmla="*/ 0 w 563"/>
                  <a:gd name="T23" fmla="*/ 0 h 353"/>
                  <a:gd name="T24" fmla="*/ 0 w 563"/>
                  <a:gd name="T25" fmla="*/ 0 h 353"/>
                  <a:gd name="T26" fmla="*/ 0 w 563"/>
                  <a:gd name="T27" fmla="*/ 0 h 3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3"/>
                  <a:gd name="T43" fmla="*/ 0 h 353"/>
                  <a:gd name="T44" fmla="*/ 563 w 563"/>
                  <a:gd name="T45" fmla="*/ 353 h 3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3" h="353">
                    <a:moveTo>
                      <a:pt x="196" y="353"/>
                    </a:moveTo>
                    <a:lnTo>
                      <a:pt x="187" y="224"/>
                    </a:lnTo>
                    <a:lnTo>
                      <a:pt x="303" y="353"/>
                    </a:lnTo>
                    <a:lnTo>
                      <a:pt x="351" y="122"/>
                    </a:lnTo>
                    <a:lnTo>
                      <a:pt x="385" y="270"/>
                    </a:lnTo>
                    <a:lnTo>
                      <a:pt x="433" y="203"/>
                    </a:lnTo>
                    <a:lnTo>
                      <a:pt x="479" y="247"/>
                    </a:lnTo>
                    <a:lnTo>
                      <a:pt x="563" y="113"/>
                    </a:lnTo>
                    <a:lnTo>
                      <a:pt x="538" y="0"/>
                    </a:lnTo>
                    <a:lnTo>
                      <a:pt x="323" y="0"/>
                    </a:lnTo>
                    <a:lnTo>
                      <a:pt x="207" y="46"/>
                    </a:lnTo>
                    <a:lnTo>
                      <a:pt x="116" y="122"/>
                    </a:lnTo>
                    <a:lnTo>
                      <a:pt x="0" y="191"/>
                    </a:lnTo>
                    <a:lnTo>
                      <a:pt x="196" y="353"/>
                    </a:lnTo>
                    <a:close/>
                  </a:path>
                </a:pathLst>
              </a:custGeom>
              <a:solidFill>
                <a:srgbClr val="000000"/>
              </a:solidFill>
              <a:ln w="9525">
                <a:noFill/>
                <a:round/>
                <a:headEnd/>
                <a:tailEnd/>
              </a:ln>
            </p:spPr>
            <p:txBody>
              <a:bodyPr/>
              <a:lstStyle/>
              <a:p>
                <a:pPr algn="ctr"/>
                <a:endParaRPr lang="pt-BR" sz="2400"/>
              </a:p>
            </p:txBody>
          </p:sp>
          <p:sp>
            <p:nvSpPr>
              <p:cNvPr id="774" name="Freeform 79"/>
              <p:cNvSpPr>
                <a:spLocks/>
              </p:cNvSpPr>
              <p:nvPr/>
            </p:nvSpPr>
            <p:spPr bwMode="auto">
              <a:xfrm>
                <a:off x="4228" y="3398"/>
                <a:ext cx="177" cy="192"/>
              </a:xfrm>
              <a:custGeom>
                <a:avLst/>
                <a:gdLst>
                  <a:gd name="T0" fmla="*/ 0 w 1413"/>
                  <a:gd name="T1" fmla="*/ 0 h 1538"/>
                  <a:gd name="T2" fmla="*/ 0 w 1413"/>
                  <a:gd name="T3" fmla="*/ 0 h 1538"/>
                  <a:gd name="T4" fmla="*/ 0 w 1413"/>
                  <a:gd name="T5" fmla="*/ 0 h 1538"/>
                  <a:gd name="T6" fmla="*/ 0 w 1413"/>
                  <a:gd name="T7" fmla="*/ 0 h 1538"/>
                  <a:gd name="T8" fmla="*/ 0 w 1413"/>
                  <a:gd name="T9" fmla="*/ 0 h 1538"/>
                  <a:gd name="T10" fmla="*/ 0 w 1413"/>
                  <a:gd name="T11" fmla="*/ 0 h 1538"/>
                  <a:gd name="T12" fmla="*/ 0 w 1413"/>
                  <a:gd name="T13" fmla="*/ 0 h 1538"/>
                  <a:gd name="T14" fmla="*/ 0 w 1413"/>
                  <a:gd name="T15" fmla="*/ 0 h 1538"/>
                  <a:gd name="T16" fmla="*/ 0 w 1413"/>
                  <a:gd name="T17" fmla="*/ 0 h 1538"/>
                  <a:gd name="T18" fmla="*/ 0 w 1413"/>
                  <a:gd name="T19" fmla="*/ 0 h 1538"/>
                  <a:gd name="T20" fmla="*/ 0 w 1413"/>
                  <a:gd name="T21" fmla="*/ 0 h 1538"/>
                  <a:gd name="T22" fmla="*/ 0 w 1413"/>
                  <a:gd name="T23" fmla="*/ 0 h 1538"/>
                  <a:gd name="T24" fmla="*/ 0 w 1413"/>
                  <a:gd name="T25" fmla="*/ 0 h 1538"/>
                  <a:gd name="T26" fmla="*/ 0 w 1413"/>
                  <a:gd name="T27" fmla="*/ 0 h 1538"/>
                  <a:gd name="T28" fmla="*/ 0 w 1413"/>
                  <a:gd name="T29" fmla="*/ 0 h 1538"/>
                  <a:gd name="T30" fmla="*/ 0 w 1413"/>
                  <a:gd name="T31" fmla="*/ 0 h 1538"/>
                  <a:gd name="T32" fmla="*/ 0 w 1413"/>
                  <a:gd name="T33" fmla="*/ 0 h 1538"/>
                  <a:gd name="T34" fmla="*/ 0 w 1413"/>
                  <a:gd name="T35" fmla="*/ 0 h 1538"/>
                  <a:gd name="T36" fmla="*/ 0 w 1413"/>
                  <a:gd name="T37" fmla="*/ 0 h 1538"/>
                  <a:gd name="T38" fmla="*/ 0 w 1413"/>
                  <a:gd name="T39" fmla="*/ 0 h 1538"/>
                  <a:gd name="T40" fmla="*/ 0 w 1413"/>
                  <a:gd name="T41" fmla="*/ 0 h 1538"/>
                  <a:gd name="T42" fmla="*/ 0 w 1413"/>
                  <a:gd name="T43" fmla="*/ 0 h 1538"/>
                  <a:gd name="T44" fmla="*/ 0 w 1413"/>
                  <a:gd name="T45" fmla="*/ 0 h 1538"/>
                  <a:gd name="T46" fmla="*/ 0 w 1413"/>
                  <a:gd name="T47" fmla="*/ 0 h 1538"/>
                  <a:gd name="T48" fmla="*/ 0 w 1413"/>
                  <a:gd name="T49" fmla="*/ 0 h 1538"/>
                  <a:gd name="T50" fmla="*/ 0 w 1413"/>
                  <a:gd name="T51" fmla="*/ 0 h 1538"/>
                  <a:gd name="T52" fmla="*/ 0 w 1413"/>
                  <a:gd name="T53" fmla="*/ 0 h 1538"/>
                  <a:gd name="T54" fmla="*/ 0 w 1413"/>
                  <a:gd name="T55" fmla="*/ 0 h 1538"/>
                  <a:gd name="T56" fmla="*/ 0 w 1413"/>
                  <a:gd name="T57" fmla="*/ 0 h 1538"/>
                  <a:gd name="T58" fmla="*/ 0 w 1413"/>
                  <a:gd name="T59" fmla="*/ 0 h 1538"/>
                  <a:gd name="T60" fmla="*/ 0 w 1413"/>
                  <a:gd name="T61" fmla="*/ 0 h 1538"/>
                  <a:gd name="T62" fmla="*/ 0 w 1413"/>
                  <a:gd name="T63" fmla="*/ 0 h 1538"/>
                  <a:gd name="T64" fmla="*/ 0 w 1413"/>
                  <a:gd name="T65" fmla="*/ 0 h 1538"/>
                  <a:gd name="T66" fmla="*/ 0 w 1413"/>
                  <a:gd name="T67" fmla="*/ 0 h 15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413"/>
                  <a:gd name="T103" fmla="*/ 0 h 1538"/>
                  <a:gd name="T104" fmla="*/ 1413 w 1413"/>
                  <a:gd name="T105" fmla="*/ 1538 h 153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413" h="1538">
                    <a:moveTo>
                      <a:pt x="0" y="0"/>
                    </a:moveTo>
                    <a:lnTo>
                      <a:pt x="86" y="150"/>
                    </a:lnTo>
                    <a:lnTo>
                      <a:pt x="176" y="335"/>
                    </a:lnTo>
                    <a:lnTo>
                      <a:pt x="205" y="468"/>
                    </a:lnTo>
                    <a:lnTo>
                      <a:pt x="233" y="695"/>
                    </a:lnTo>
                    <a:lnTo>
                      <a:pt x="12" y="920"/>
                    </a:lnTo>
                    <a:lnTo>
                      <a:pt x="0" y="1070"/>
                    </a:lnTo>
                    <a:lnTo>
                      <a:pt x="58" y="1204"/>
                    </a:lnTo>
                    <a:lnTo>
                      <a:pt x="187" y="1352"/>
                    </a:lnTo>
                    <a:lnTo>
                      <a:pt x="277" y="1469"/>
                    </a:lnTo>
                    <a:lnTo>
                      <a:pt x="337" y="1538"/>
                    </a:lnTo>
                    <a:lnTo>
                      <a:pt x="394" y="1538"/>
                    </a:lnTo>
                    <a:lnTo>
                      <a:pt x="519" y="1522"/>
                    </a:lnTo>
                    <a:lnTo>
                      <a:pt x="671" y="1315"/>
                    </a:lnTo>
                    <a:lnTo>
                      <a:pt x="803" y="1106"/>
                    </a:lnTo>
                    <a:lnTo>
                      <a:pt x="1033" y="1091"/>
                    </a:lnTo>
                    <a:lnTo>
                      <a:pt x="1280" y="675"/>
                    </a:lnTo>
                    <a:lnTo>
                      <a:pt x="1413" y="279"/>
                    </a:lnTo>
                    <a:lnTo>
                      <a:pt x="1341" y="302"/>
                    </a:lnTo>
                    <a:lnTo>
                      <a:pt x="1400" y="113"/>
                    </a:lnTo>
                    <a:lnTo>
                      <a:pt x="1280" y="174"/>
                    </a:lnTo>
                    <a:lnTo>
                      <a:pt x="1110" y="434"/>
                    </a:lnTo>
                    <a:lnTo>
                      <a:pt x="803" y="713"/>
                    </a:lnTo>
                    <a:lnTo>
                      <a:pt x="731" y="713"/>
                    </a:lnTo>
                    <a:lnTo>
                      <a:pt x="963" y="489"/>
                    </a:lnTo>
                    <a:lnTo>
                      <a:pt x="1064" y="150"/>
                    </a:lnTo>
                    <a:lnTo>
                      <a:pt x="996" y="187"/>
                    </a:lnTo>
                    <a:lnTo>
                      <a:pt x="860" y="434"/>
                    </a:lnTo>
                    <a:lnTo>
                      <a:pt x="567" y="526"/>
                    </a:lnTo>
                    <a:lnTo>
                      <a:pt x="493" y="508"/>
                    </a:lnTo>
                    <a:lnTo>
                      <a:pt x="381" y="374"/>
                    </a:lnTo>
                    <a:lnTo>
                      <a:pt x="233" y="150"/>
                    </a:lnTo>
                    <a:lnTo>
                      <a:pt x="102" y="38"/>
                    </a:lnTo>
                    <a:lnTo>
                      <a:pt x="0" y="0"/>
                    </a:lnTo>
                    <a:close/>
                  </a:path>
                </a:pathLst>
              </a:custGeom>
              <a:noFill/>
              <a:ln w="0">
                <a:solidFill>
                  <a:srgbClr val="000000"/>
                </a:solidFill>
                <a:round/>
                <a:headEnd/>
                <a:tailEnd/>
              </a:ln>
            </p:spPr>
            <p:txBody>
              <a:bodyPr/>
              <a:lstStyle/>
              <a:p>
                <a:pPr algn="ctr"/>
                <a:endParaRPr lang="pt-BR" sz="2400"/>
              </a:p>
            </p:txBody>
          </p:sp>
          <p:sp>
            <p:nvSpPr>
              <p:cNvPr id="775" name="Freeform 80"/>
              <p:cNvSpPr>
                <a:spLocks/>
              </p:cNvSpPr>
              <p:nvPr/>
            </p:nvSpPr>
            <p:spPr bwMode="auto">
              <a:xfrm>
                <a:off x="4293" y="3503"/>
                <a:ext cx="97" cy="54"/>
              </a:xfrm>
              <a:custGeom>
                <a:avLst/>
                <a:gdLst>
                  <a:gd name="T0" fmla="*/ 0 w 776"/>
                  <a:gd name="T1" fmla="*/ 0 h 431"/>
                  <a:gd name="T2" fmla="*/ 0 w 776"/>
                  <a:gd name="T3" fmla="*/ 0 h 431"/>
                  <a:gd name="T4" fmla="*/ 0 w 776"/>
                  <a:gd name="T5" fmla="*/ 0 h 431"/>
                  <a:gd name="T6" fmla="*/ 0 w 776"/>
                  <a:gd name="T7" fmla="*/ 0 h 431"/>
                  <a:gd name="T8" fmla="*/ 0 w 776"/>
                  <a:gd name="T9" fmla="*/ 0 h 431"/>
                  <a:gd name="T10" fmla="*/ 0 w 776"/>
                  <a:gd name="T11" fmla="*/ 0 h 431"/>
                  <a:gd name="T12" fmla="*/ 0 w 776"/>
                  <a:gd name="T13" fmla="*/ 0 h 431"/>
                  <a:gd name="T14" fmla="*/ 0 w 776"/>
                  <a:gd name="T15" fmla="*/ 0 h 431"/>
                  <a:gd name="T16" fmla="*/ 0 w 776"/>
                  <a:gd name="T17" fmla="*/ 0 h 431"/>
                  <a:gd name="T18" fmla="*/ 0 w 776"/>
                  <a:gd name="T19" fmla="*/ 0 h 4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76"/>
                  <a:gd name="T31" fmla="*/ 0 h 431"/>
                  <a:gd name="T32" fmla="*/ 776 w 776"/>
                  <a:gd name="T33" fmla="*/ 431 h 4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76" h="431">
                    <a:moveTo>
                      <a:pt x="0" y="260"/>
                    </a:moveTo>
                    <a:lnTo>
                      <a:pt x="297" y="260"/>
                    </a:lnTo>
                    <a:lnTo>
                      <a:pt x="505" y="245"/>
                    </a:lnTo>
                    <a:lnTo>
                      <a:pt x="578" y="152"/>
                    </a:lnTo>
                    <a:lnTo>
                      <a:pt x="636" y="224"/>
                    </a:lnTo>
                    <a:lnTo>
                      <a:pt x="776" y="0"/>
                    </a:lnTo>
                    <a:lnTo>
                      <a:pt x="648" y="317"/>
                    </a:lnTo>
                    <a:lnTo>
                      <a:pt x="330" y="431"/>
                    </a:lnTo>
                    <a:lnTo>
                      <a:pt x="330" y="286"/>
                    </a:lnTo>
                    <a:lnTo>
                      <a:pt x="0" y="260"/>
                    </a:lnTo>
                    <a:close/>
                  </a:path>
                </a:pathLst>
              </a:custGeom>
              <a:solidFill>
                <a:srgbClr val="000000"/>
              </a:solidFill>
              <a:ln w="9525">
                <a:noFill/>
                <a:round/>
                <a:headEnd/>
                <a:tailEnd/>
              </a:ln>
            </p:spPr>
            <p:txBody>
              <a:bodyPr/>
              <a:lstStyle/>
              <a:p>
                <a:pPr algn="ctr"/>
                <a:endParaRPr lang="pt-BR" sz="2400"/>
              </a:p>
            </p:txBody>
          </p:sp>
          <p:sp>
            <p:nvSpPr>
              <p:cNvPr id="776" name="Freeform 81"/>
              <p:cNvSpPr>
                <a:spLocks/>
              </p:cNvSpPr>
              <p:nvPr/>
            </p:nvSpPr>
            <p:spPr bwMode="auto">
              <a:xfrm>
                <a:off x="4215" y="3437"/>
                <a:ext cx="16" cy="94"/>
              </a:xfrm>
              <a:custGeom>
                <a:avLst/>
                <a:gdLst>
                  <a:gd name="T0" fmla="*/ 0 w 132"/>
                  <a:gd name="T1" fmla="*/ 0 h 751"/>
                  <a:gd name="T2" fmla="*/ 0 w 132"/>
                  <a:gd name="T3" fmla="*/ 0 h 751"/>
                  <a:gd name="T4" fmla="*/ 0 w 132"/>
                  <a:gd name="T5" fmla="*/ 0 h 751"/>
                  <a:gd name="T6" fmla="*/ 0 w 132"/>
                  <a:gd name="T7" fmla="*/ 0 h 751"/>
                  <a:gd name="T8" fmla="*/ 0 w 132"/>
                  <a:gd name="T9" fmla="*/ 0 h 751"/>
                  <a:gd name="T10" fmla="*/ 0 w 132"/>
                  <a:gd name="T11" fmla="*/ 0 h 751"/>
                  <a:gd name="T12" fmla="*/ 0 60000 65536"/>
                  <a:gd name="T13" fmla="*/ 0 60000 65536"/>
                  <a:gd name="T14" fmla="*/ 0 60000 65536"/>
                  <a:gd name="T15" fmla="*/ 0 60000 65536"/>
                  <a:gd name="T16" fmla="*/ 0 60000 65536"/>
                  <a:gd name="T17" fmla="*/ 0 60000 65536"/>
                  <a:gd name="T18" fmla="*/ 0 w 132"/>
                  <a:gd name="T19" fmla="*/ 0 h 751"/>
                  <a:gd name="T20" fmla="*/ 132 w 132"/>
                  <a:gd name="T21" fmla="*/ 751 h 751"/>
                </a:gdLst>
                <a:ahLst/>
                <a:cxnLst>
                  <a:cxn ang="T12">
                    <a:pos x="T0" y="T1"/>
                  </a:cxn>
                  <a:cxn ang="T13">
                    <a:pos x="T2" y="T3"/>
                  </a:cxn>
                  <a:cxn ang="T14">
                    <a:pos x="T4" y="T5"/>
                  </a:cxn>
                  <a:cxn ang="T15">
                    <a:pos x="T6" y="T7"/>
                  </a:cxn>
                  <a:cxn ang="T16">
                    <a:pos x="T8" y="T9"/>
                  </a:cxn>
                  <a:cxn ang="T17">
                    <a:pos x="T10" y="T11"/>
                  </a:cxn>
                </a:cxnLst>
                <a:rect l="T18" t="T19" r="T20" b="T21"/>
                <a:pathLst>
                  <a:path w="132" h="751">
                    <a:moveTo>
                      <a:pt x="132" y="583"/>
                    </a:moveTo>
                    <a:lnTo>
                      <a:pt x="31" y="223"/>
                    </a:lnTo>
                    <a:lnTo>
                      <a:pt x="31" y="0"/>
                    </a:lnTo>
                    <a:lnTo>
                      <a:pt x="0" y="262"/>
                    </a:lnTo>
                    <a:lnTo>
                      <a:pt x="105" y="751"/>
                    </a:lnTo>
                    <a:lnTo>
                      <a:pt x="132" y="583"/>
                    </a:lnTo>
                    <a:close/>
                  </a:path>
                </a:pathLst>
              </a:custGeom>
              <a:solidFill>
                <a:srgbClr val="000000"/>
              </a:solidFill>
              <a:ln w="9525">
                <a:noFill/>
                <a:round/>
                <a:headEnd/>
                <a:tailEnd/>
              </a:ln>
            </p:spPr>
            <p:txBody>
              <a:bodyPr/>
              <a:lstStyle/>
              <a:p>
                <a:pPr algn="ctr"/>
                <a:endParaRPr lang="pt-BR" sz="2400"/>
              </a:p>
            </p:txBody>
          </p:sp>
          <p:sp>
            <p:nvSpPr>
              <p:cNvPr id="777" name="Freeform 82"/>
              <p:cNvSpPr>
                <a:spLocks/>
              </p:cNvSpPr>
              <p:nvPr/>
            </p:nvSpPr>
            <p:spPr bwMode="auto">
              <a:xfrm>
                <a:off x="4138" y="3296"/>
                <a:ext cx="475" cy="172"/>
              </a:xfrm>
              <a:custGeom>
                <a:avLst/>
                <a:gdLst>
                  <a:gd name="T0" fmla="*/ 0 w 3797"/>
                  <a:gd name="T1" fmla="*/ 0 h 1374"/>
                  <a:gd name="T2" fmla="*/ 0 w 3797"/>
                  <a:gd name="T3" fmla="*/ 0 h 1374"/>
                  <a:gd name="T4" fmla="*/ 0 w 3797"/>
                  <a:gd name="T5" fmla="*/ 0 h 1374"/>
                  <a:gd name="T6" fmla="*/ 0 w 3797"/>
                  <a:gd name="T7" fmla="*/ 0 h 1374"/>
                  <a:gd name="T8" fmla="*/ 0 w 3797"/>
                  <a:gd name="T9" fmla="*/ 0 h 1374"/>
                  <a:gd name="T10" fmla="*/ 0 w 3797"/>
                  <a:gd name="T11" fmla="*/ 0 h 1374"/>
                  <a:gd name="T12" fmla="*/ 0 w 3797"/>
                  <a:gd name="T13" fmla="*/ 0 h 1374"/>
                  <a:gd name="T14" fmla="*/ 0 60000 65536"/>
                  <a:gd name="T15" fmla="*/ 0 60000 65536"/>
                  <a:gd name="T16" fmla="*/ 0 60000 65536"/>
                  <a:gd name="T17" fmla="*/ 0 60000 65536"/>
                  <a:gd name="T18" fmla="*/ 0 60000 65536"/>
                  <a:gd name="T19" fmla="*/ 0 60000 65536"/>
                  <a:gd name="T20" fmla="*/ 0 60000 65536"/>
                  <a:gd name="T21" fmla="*/ 0 w 3797"/>
                  <a:gd name="T22" fmla="*/ 0 h 1374"/>
                  <a:gd name="T23" fmla="*/ 3797 w 3797"/>
                  <a:gd name="T24" fmla="*/ 1374 h 13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97" h="1374">
                    <a:moveTo>
                      <a:pt x="921" y="1374"/>
                    </a:moveTo>
                    <a:lnTo>
                      <a:pt x="642" y="1146"/>
                    </a:lnTo>
                    <a:lnTo>
                      <a:pt x="0" y="0"/>
                    </a:lnTo>
                    <a:lnTo>
                      <a:pt x="1387" y="941"/>
                    </a:lnTo>
                    <a:lnTo>
                      <a:pt x="1591" y="620"/>
                    </a:lnTo>
                    <a:lnTo>
                      <a:pt x="3514" y="0"/>
                    </a:lnTo>
                    <a:lnTo>
                      <a:pt x="3797" y="827"/>
                    </a:lnTo>
                  </a:path>
                </a:pathLst>
              </a:custGeom>
              <a:noFill/>
              <a:ln w="0">
                <a:solidFill>
                  <a:srgbClr val="000000"/>
                </a:solidFill>
                <a:round/>
                <a:headEnd/>
                <a:tailEnd/>
              </a:ln>
            </p:spPr>
            <p:txBody>
              <a:bodyPr/>
              <a:lstStyle/>
              <a:p>
                <a:pPr algn="ctr"/>
                <a:endParaRPr lang="pt-BR" sz="2400"/>
              </a:p>
            </p:txBody>
          </p:sp>
          <p:sp>
            <p:nvSpPr>
              <p:cNvPr id="778" name="Line 83"/>
              <p:cNvSpPr>
                <a:spLocks noChangeShapeType="1"/>
              </p:cNvSpPr>
              <p:nvPr/>
            </p:nvSpPr>
            <p:spPr bwMode="auto">
              <a:xfrm>
                <a:off x="4314" y="3414"/>
                <a:ext cx="16" cy="38"/>
              </a:xfrm>
              <a:prstGeom prst="line">
                <a:avLst/>
              </a:prstGeom>
              <a:noFill/>
              <a:ln w="0">
                <a:solidFill>
                  <a:srgbClr val="000000"/>
                </a:solidFill>
                <a:round/>
                <a:headEnd/>
                <a:tailEnd/>
              </a:ln>
            </p:spPr>
            <p:txBody>
              <a:bodyPr/>
              <a:lstStyle/>
              <a:p>
                <a:endParaRPr lang="pt-BR" sz="2400"/>
              </a:p>
            </p:txBody>
          </p:sp>
          <p:sp>
            <p:nvSpPr>
              <p:cNvPr id="779" name="Line 84"/>
              <p:cNvSpPr>
                <a:spLocks noChangeShapeType="1"/>
              </p:cNvSpPr>
              <p:nvPr/>
            </p:nvSpPr>
            <p:spPr bwMode="auto">
              <a:xfrm>
                <a:off x="4335" y="3376"/>
                <a:ext cx="18" cy="45"/>
              </a:xfrm>
              <a:prstGeom prst="line">
                <a:avLst/>
              </a:prstGeom>
              <a:noFill/>
              <a:ln w="0">
                <a:solidFill>
                  <a:srgbClr val="000000"/>
                </a:solidFill>
                <a:round/>
                <a:headEnd/>
                <a:tailEnd/>
              </a:ln>
            </p:spPr>
            <p:txBody>
              <a:bodyPr/>
              <a:lstStyle/>
              <a:p>
                <a:endParaRPr lang="pt-BR" sz="2400"/>
              </a:p>
            </p:txBody>
          </p:sp>
          <p:sp>
            <p:nvSpPr>
              <p:cNvPr id="780" name="Line 85"/>
              <p:cNvSpPr>
                <a:spLocks noChangeShapeType="1"/>
              </p:cNvSpPr>
              <p:nvPr/>
            </p:nvSpPr>
            <p:spPr bwMode="auto">
              <a:xfrm>
                <a:off x="4357" y="3433"/>
                <a:ext cx="6" cy="19"/>
              </a:xfrm>
              <a:prstGeom prst="line">
                <a:avLst/>
              </a:prstGeom>
              <a:noFill/>
              <a:ln w="0">
                <a:solidFill>
                  <a:srgbClr val="000000"/>
                </a:solidFill>
                <a:round/>
                <a:headEnd/>
                <a:tailEnd/>
              </a:ln>
            </p:spPr>
            <p:txBody>
              <a:bodyPr/>
              <a:lstStyle/>
              <a:p>
                <a:endParaRPr lang="pt-BR" sz="2400"/>
              </a:p>
            </p:txBody>
          </p:sp>
          <p:sp>
            <p:nvSpPr>
              <p:cNvPr id="781" name="Line 86"/>
              <p:cNvSpPr>
                <a:spLocks noChangeShapeType="1"/>
              </p:cNvSpPr>
              <p:nvPr/>
            </p:nvSpPr>
            <p:spPr bwMode="auto">
              <a:xfrm flipV="1">
                <a:off x="4388" y="3468"/>
                <a:ext cx="100" cy="28"/>
              </a:xfrm>
              <a:prstGeom prst="line">
                <a:avLst/>
              </a:prstGeom>
              <a:noFill/>
              <a:ln w="0">
                <a:solidFill>
                  <a:srgbClr val="000000"/>
                </a:solidFill>
                <a:round/>
                <a:headEnd/>
                <a:tailEnd/>
              </a:ln>
            </p:spPr>
            <p:txBody>
              <a:bodyPr/>
              <a:lstStyle/>
              <a:p>
                <a:endParaRPr lang="pt-BR" sz="2400"/>
              </a:p>
            </p:txBody>
          </p:sp>
          <p:sp>
            <p:nvSpPr>
              <p:cNvPr id="782" name="Freeform 87"/>
              <p:cNvSpPr>
                <a:spLocks/>
              </p:cNvSpPr>
              <p:nvPr/>
            </p:nvSpPr>
            <p:spPr bwMode="auto">
              <a:xfrm>
                <a:off x="4163" y="3287"/>
                <a:ext cx="165" cy="97"/>
              </a:xfrm>
              <a:custGeom>
                <a:avLst/>
                <a:gdLst>
                  <a:gd name="T0" fmla="*/ 0 w 1326"/>
                  <a:gd name="T1" fmla="*/ 0 h 772"/>
                  <a:gd name="T2" fmla="*/ 0 w 1326"/>
                  <a:gd name="T3" fmla="*/ 0 h 772"/>
                  <a:gd name="T4" fmla="*/ 0 w 1326"/>
                  <a:gd name="T5" fmla="*/ 0 h 772"/>
                  <a:gd name="T6" fmla="*/ 0 60000 65536"/>
                  <a:gd name="T7" fmla="*/ 0 60000 65536"/>
                  <a:gd name="T8" fmla="*/ 0 60000 65536"/>
                  <a:gd name="T9" fmla="*/ 0 w 1326"/>
                  <a:gd name="T10" fmla="*/ 0 h 772"/>
                  <a:gd name="T11" fmla="*/ 1326 w 1326"/>
                  <a:gd name="T12" fmla="*/ 772 h 772"/>
                </a:gdLst>
                <a:ahLst/>
                <a:cxnLst>
                  <a:cxn ang="T6">
                    <a:pos x="T0" y="T1"/>
                  </a:cxn>
                  <a:cxn ang="T7">
                    <a:pos x="T2" y="T3"/>
                  </a:cxn>
                  <a:cxn ang="T8">
                    <a:pos x="T4" y="T5"/>
                  </a:cxn>
                </a:cxnLst>
                <a:rect l="T9" t="T10" r="T11" b="T12"/>
                <a:pathLst>
                  <a:path w="1326" h="772">
                    <a:moveTo>
                      <a:pt x="0" y="187"/>
                    </a:moveTo>
                    <a:lnTo>
                      <a:pt x="157" y="0"/>
                    </a:lnTo>
                    <a:lnTo>
                      <a:pt x="1326" y="772"/>
                    </a:lnTo>
                  </a:path>
                </a:pathLst>
              </a:custGeom>
              <a:noFill/>
              <a:ln w="0">
                <a:solidFill>
                  <a:srgbClr val="000000"/>
                </a:solidFill>
                <a:round/>
                <a:headEnd/>
                <a:tailEnd/>
              </a:ln>
            </p:spPr>
            <p:txBody>
              <a:bodyPr/>
              <a:lstStyle/>
              <a:p>
                <a:pPr algn="ctr"/>
                <a:endParaRPr lang="pt-BR" sz="2400"/>
              </a:p>
            </p:txBody>
          </p:sp>
          <p:sp>
            <p:nvSpPr>
              <p:cNvPr id="783" name="Freeform 88"/>
              <p:cNvSpPr>
                <a:spLocks/>
              </p:cNvSpPr>
              <p:nvPr/>
            </p:nvSpPr>
            <p:spPr bwMode="auto">
              <a:xfrm>
                <a:off x="4332" y="3290"/>
                <a:ext cx="225" cy="84"/>
              </a:xfrm>
              <a:custGeom>
                <a:avLst/>
                <a:gdLst>
                  <a:gd name="T0" fmla="*/ 0 w 1807"/>
                  <a:gd name="T1" fmla="*/ 0 h 674"/>
                  <a:gd name="T2" fmla="*/ 0 w 1807"/>
                  <a:gd name="T3" fmla="*/ 0 h 674"/>
                  <a:gd name="T4" fmla="*/ 0 w 1807"/>
                  <a:gd name="T5" fmla="*/ 0 h 674"/>
                  <a:gd name="T6" fmla="*/ 0 w 1807"/>
                  <a:gd name="T7" fmla="*/ 0 h 674"/>
                  <a:gd name="T8" fmla="*/ 0 60000 65536"/>
                  <a:gd name="T9" fmla="*/ 0 60000 65536"/>
                  <a:gd name="T10" fmla="*/ 0 60000 65536"/>
                  <a:gd name="T11" fmla="*/ 0 60000 65536"/>
                  <a:gd name="T12" fmla="*/ 0 w 1807"/>
                  <a:gd name="T13" fmla="*/ 0 h 674"/>
                  <a:gd name="T14" fmla="*/ 1807 w 1807"/>
                  <a:gd name="T15" fmla="*/ 674 h 674"/>
                </a:gdLst>
                <a:ahLst/>
                <a:cxnLst>
                  <a:cxn ang="T8">
                    <a:pos x="T0" y="T1"/>
                  </a:cxn>
                  <a:cxn ang="T9">
                    <a:pos x="T2" y="T3"/>
                  </a:cxn>
                  <a:cxn ang="T10">
                    <a:pos x="T4" y="T5"/>
                  </a:cxn>
                  <a:cxn ang="T11">
                    <a:pos x="T6" y="T7"/>
                  </a:cxn>
                </a:cxnLst>
                <a:rect l="T12" t="T13" r="T14" b="T15"/>
                <a:pathLst>
                  <a:path w="1807" h="674">
                    <a:moveTo>
                      <a:pt x="32" y="674"/>
                    </a:moveTo>
                    <a:lnTo>
                      <a:pt x="0" y="580"/>
                    </a:lnTo>
                    <a:lnTo>
                      <a:pt x="1768" y="0"/>
                    </a:lnTo>
                    <a:lnTo>
                      <a:pt x="1807" y="95"/>
                    </a:lnTo>
                  </a:path>
                </a:pathLst>
              </a:custGeom>
              <a:noFill/>
              <a:ln w="0">
                <a:solidFill>
                  <a:srgbClr val="000000"/>
                </a:solidFill>
                <a:round/>
                <a:headEnd/>
                <a:tailEnd/>
              </a:ln>
            </p:spPr>
            <p:txBody>
              <a:bodyPr/>
              <a:lstStyle/>
              <a:p>
                <a:pPr algn="ctr"/>
                <a:endParaRPr lang="pt-BR" sz="2400"/>
              </a:p>
            </p:txBody>
          </p:sp>
          <p:sp>
            <p:nvSpPr>
              <p:cNvPr id="784" name="Freeform 89"/>
              <p:cNvSpPr>
                <a:spLocks/>
              </p:cNvSpPr>
              <p:nvPr/>
            </p:nvSpPr>
            <p:spPr bwMode="auto">
              <a:xfrm>
                <a:off x="4266" y="3099"/>
                <a:ext cx="248" cy="99"/>
              </a:xfrm>
              <a:custGeom>
                <a:avLst/>
                <a:gdLst>
                  <a:gd name="T0" fmla="*/ 0 w 1984"/>
                  <a:gd name="T1" fmla="*/ 0 h 791"/>
                  <a:gd name="T2" fmla="*/ 0 w 1984"/>
                  <a:gd name="T3" fmla="*/ 0 h 791"/>
                  <a:gd name="T4" fmla="*/ 0 w 1984"/>
                  <a:gd name="T5" fmla="*/ 0 h 791"/>
                  <a:gd name="T6" fmla="*/ 0 w 1984"/>
                  <a:gd name="T7" fmla="*/ 0 h 791"/>
                  <a:gd name="T8" fmla="*/ 0 w 1984"/>
                  <a:gd name="T9" fmla="*/ 0 h 791"/>
                  <a:gd name="T10" fmla="*/ 0 w 1984"/>
                  <a:gd name="T11" fmla="*/ 0 h 791"/>
                  <a:gd name="T12" fmla="*/ 0 w 1984"/>
                  <a:gd name="T13" fmla="*/ 0 h 791"/>
                  <a:gd name="T14" fmla="*/ 0 w 1984"/>
                  <a:gd name="T15" fmla="*/ 0 h 791"/>
                  <a:gd name="T16" fmla="*/ 0 w 1984"/>
                  <a:gd name="T17" fmla="*/ 0 h 791"/>
                  <a:gd name="T18" fmla="*/ 0 w 1984"/>
                  <a:gd name="T19" fmla="*/ 0 h 791"/>
                  <a:gd name="T20" fmla="*/ 0 w 1984"/>
                  <a:gd name="T21" fmla="*/ 0 h 791"/>
                  <a:gd name="T22" fmla="*/ 0 w 1984"/>
                  <a:gd name="T23" fmla="*/ 0 h 791"/>
                  <a:gd name="T24" fmla="*/ 0 w 1984"/>
                  <a:gd name="T25" fmla="*/ 0 h 791"/>
                  <a:gd name="T26" fmla="*/ 0 w 1984"/>
                  <a:gd name="T27" fmla="*/ 0 h 791"/>
                  <a:gd name="T28" fmla="*/ 0 w 1984"/>
                  <a:gd name="T29" fmla="*/ 0 h 791"/>
                  <a:gd name="T30" fmla="*/ 0 w 1984"/>
                  <a:gd name="T31" fmla="*/ 0 h 791"/>
                  <a:gd name="T32" fmla="*/ 0 w 1984"/>
                  <a:gd name="T33" fmla="*/ 0 h 791"/>
                  <a:gd name="T34" fmla="*/ 0 w 1984"/>
                  <a:gd name="T35" fmla="*/ 0 h 791"/>
                  <a:gd name="T36" fmla="*/ 0 w 1984"/>
                  <a:gd name="T37" fmla="*/ 0 h 7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84"/>
                  <a:gd name="T58" fmla="*/ 0 h 791"/>
                  <a:gd name="T59" fmla="*/ 1984 w 1984"/>
                  <a:gd name="T60" fmla="*/ 791 h 7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84" h="791">
                    <a:moveTo>
                      <a:pt x="1226" y="0"/>
                    </a:moveTo>
                    <a:lnTo>
                      <a:pt x="1077" y="323"/>
                    </a:lnTo>
                    <a:lnTo>
                      <a:pt x="333" y="657"/>
                    </a:lnTo>
                    <a:lnTo>
                      <a:pt x="0" y="701"/>
                    </a:lnTo>
                    <a:lnTo>
                      <a:pt x="522" y="679"/>
                    </a:lnTo>
                    <a:lnTo>
                      <a:pt x="1121" y="398"/>
                    </a:lnTo>
                    <a:lnTo>
                      <a:pt x="1400" y="679"/>
                    </a:lnTo>
                    <a:lnTo>
                      <a:pt x="1795" y="791"/>
                    </a:lnTo>
                    <a:lnTo>
                      <a:pt x="1863" y="774"/>
                    </a:lnTo>
                    <a:lnTo>
                      <a:pt x="1912" y="679"/>
                    </a:lnTo>
                    <a:lnTo>
                      <a:pt x="1984" y="657"/>
                    </a:lnTo>
                    <a:lnTo>
                      <a:pt x="1969" y="492"/>
                    </a:lnTo>
                    <a:lnTo>
                      <a:pt x="1898" y="492"/>
                    </a:lnTo>
                    <a:lnTo>
                      <a:pt x="1806" y="719"/>
                    </a:lnTo>
                    <a:lnTo>
                      <a:pt x="1604" y="701"/>
                    </a:lnTo>
                    <a:lnTo>
                      <a:pt x="1400" y="624"/>
                    </a:lnTo>
                    <a:lnTo>
                      <a:pt x="1121" y="341"/>
                    </a:lnTo>
                    <a:lnTo>
                      <a:pt x="1136" y="267"/>
                    </a:lnTo>
                    <a:lnTo>
                      <a:pt x="1226" y="0"/>
                    </a:lnTo>
                    <a:close/>
                  </a:path>
                </a:pathLst>
              </a:custGeom>
              <a:solidFill>
                <a:srgbClr val="000000"/>
              </a:solidFill>
              <a:ln w="9525">
                <a:noFill/>
                <a:round/>
                <a:headEnd/>
                <a:tailEnd/>
              </a:ln>
            </p:spPr>
            <p:txBody>
              <a:bodyPr/>
              <a:lstStyle/>
              <a:p>
                <a:pPr algn="ctr"/>
                <a:endParaRPr lang="pt-BR" sz="2400"/>
              </a:p>
            </p:txBody>
          </p:sp>
          <p:sp>
            <p:nvSpPr>
              <p:cNvPr id="785" name="Freeform 90"/>
              <p:cNvSpPr>
                <a:spLocks/>
              </p:cNvSpPr>
              <p:nvPr/>
            </p:nvSpPr>
            <p:spPr bwMode="auto">
              <a:xfrm>
                <a:off x="4201" y="3189"/>
                <a:ext cx="136" cy="197"/>
              </a:xfrm>
              <a:custGeom>
                <a:avLst/>
                <a:gdLst>
                  <a:gd name="T0" fmla="*/ 0 w 1094"/>
                  <a:gd name="T1" fmla="*/ 0 h 1577"/>
                  <a:gd name="T2" fmla="*/ 0 w 1094"/>
                  <a:gd name="T3" fmla="*/ 0 h 1577"/>
                  <a:gd name="T4" fmla="*/ 0 w 1094"/>
                  <a:gd name="T5" fmla="*/ 0 h 1577"/>
                  <a:gd name="T6" fmla="*/ 0 w 1094"/>
                  <a:gd name="T7" fmla="*/ 0 h 1577"/>
                  <a:gd name="T8" fmla="*/ 0 w 1094"/>
                  <a:gd name="T9" fmla="*/ 0 h 1577"/>
                  <a:gd name="T10" fmla="*/ 0 w 1094"/>
                  <a:gd name="T11" fmla="*/ 0 h 1577"/>
                  <a:gd name="T12" fmla="*/ 0 w 1094"/>
                  <a:gd name="T13" fmla="*/ 0 h 1577"/>
                  <a:gd name="T14" fmla="*/ 0 w 1094"/>
                  <a:gd name="T15" fmla="*/ 0 h 1577"/>
                  <a:gd name="T16" fmla="*/ 0 w 1094"/>
                  <a:gd name="T17" fmla="*/ 0 h 1577"/>
                  <a:gd name="T18" fmla="*/ 0 w 1094"/>
                  <a:gd name="T19" fmla="*/ 0 h 1577"/>
                  <a:gd name="T20" fmla="*/ 0 w 1094"/>
                  <a:gd name="T21" fmla="*/ 0 h 1577"/>
                  <a:gd name="T22" fmla="*/ 0 w 1094"/>
                  <a:gd name="T23" fmla="*/ 0 h 1577"/>
                  <a:gd name="T24" fmla="*/ 0 w 1094"/>
                  <a:gd name="T25" fmla="*/ 0 h 1577"/>
                  <a:gd name="T26" fmla="*/ 0 w 1094"/>
                  <a:gd name="T27" fmla="*/ 0 h 1577"/>
                  <a:gd name="T28" fmla="*/ 0 w 1094"/>
                  <a:gd name="T29" fmla="*/ 0 h 1577"/>
                  <a:gd name="T30" fmla="*/ 0 w 1094"/>
                  <a:gd name="T31" fmla="*/ 0 h 1577"/>
                  <a:gd name="T32" fmla="*/ 0 w 1094"/>
                  <a:gd name="T33" fmla="*/ 0 h 1577"/>
                  <a:gd name="T34" fmla="*/ 0 w 1094"/>
                  <a:gd name="T35" fmla="*/ 0 h 1577"/>
                  <a:gd name="T36" fmla="*/ 0 w 1094"/>
                  <a:gd name="T37" fmla="*/ 0 h 1577"/>
                  <a:gd name="T38" fmla="*/ 0 w 1094"/>
                  <a:gd name="T39" fmla="*/ 0 h 1577"/>
                  <a:gd name="T40" fmla="*/ 0 w 1094"/>
                  <a:gd name="T41" fmla="*/ 0 h 1577"/>
                  <a:gd name="T42" fmla="*/ 0 w 1094"/>
                  <a:gd name="T43" fmla="*/ 0 h 1577"/>
                  <a:gd name="T44" fmla="*/ 0 w 1094"/>
                  <a:gd name="T45" fmla="*/ 0 h 1577"/>
                  <a:gd name="T46" fmla="*/ 0 w 1094"/>
                  <a:gd name="T47" fmla="*/ 0 h 1577"/>
                  <a:gd name="T48" fmla="*/ 0 w 1094"/>
                  <a:gd name="T49" fmla="*/ 0 h 1577"/>
                  <a:gd name="T50" fmla="*/ 0 w 1094"/>
                  <a:gd name="T51" fmla="*/ 0 h 157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94"/>
                  <a:gd name="T79" fmla="*/ 0 h 1577"/>
                  <a:gd name="T80" fmla="*/ 1094 w 1094"/>
                  <a:gd name="T81" fmla="*/ 1577 h 157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94" h="1577">
                    <a:moveTo>
                      <a:pt x="436" y="0"/>
                    </a:moveTo>
                    <a:lnTo>
                      <a:pt x="173" y="129"/>
                    </a:lnTo>
                    <a:lnTo>
                      <a:pt x="0" y="581"/>
                    </a:lnTo>
                    <a:lnTo>
                      <a:pt x="17" y="901"/>
                    </a:lnTo>
                    <a:lnTo>
                      <a:pt x="1035" y="1577"/>
                    </a:lnTo>
                    <a:lnTo>
                      <a:pt x="1094" y="1480"/>
                    </a:lnTo>
                    <a:lnTo>
                      <a:pt x="1035" y="1371"/>
                    </a:lnTo>
                    <a:lnTo>
                      <a:pt x="978" y="1238"/>
                    </a:lnTo>
                    <a:lnTo>
                      <a:pt x="950" y="975"/>
                    </a:lnTo>
                    <a:lnTo>
                      <a:pt x="932" y="707"/>
                    </a:lnTo>
                    <a:lnTo>
                      <a:pt x="842" y="562"/>
                    </a:lnTo>
                    <a:lnTo>
                      <a:pt x="768" y="788"/>
                    </a:lnTo>
                    <a:lnTo>
                      <a:pt x="768" y="1074"/>
                    </a:lnTo>
                    <a:lnTo>
                      <a:pt x="890" y="1351"/>
                    </a:lnTo>
                    <a:lnTo>
                      <a:pt x="858" y="1408"/>
                    </a:lnTo>
                    <a:lnTo>
                      <a:pt x="712" y="1296"/>
                    </a:lnTo>
                    <a:lnTo>
                      <a:pt x="657" y="1107"/>
                    </a:lnTo>
                    <a:lnTo>
                      <a:pt x="685" y="881"/>
                    </a:lnTo>
                    <a:lnTo>
                      <a:pt x="582" y="1107"/>
                    </a:lnTo>
                    <a:lnTo>
                      <a:pt x="538" y="975"/>
                    </a:lnTo>
                    <a:lnTo>
                      <a:pt x="567" y="823"/>
                    </a:lnTo>
                    <a:lnTo>
                      <a:pt x="600" y="450"/>
                    </a:lnTo>
                    <a:lnTo>
                      <a:pt x="538" y="244"/>
                    </a:lnTo>
                    <a:lnTo>
                      <a:pt x="436" y="145"/>
                    </a:lnTo>
                    <a:lnTo>
                      <a:pt x="277" y="129"/>
                    </a:lnTo>
                    <a:lnTo>
                      <a:pt x="436" y="0"/>
                    </a:lnTo>
                    <a:close/>
                  </a:path>
                </a:pathLst>
              </a:custGeom>
              <a:solidFill>
                <a:srgbClr val="000000"/>
              </a:solidFill>
              <a:ln w="9525">
                <a:noFill/>
                <a:round/>
                <a:headEnd/>
                <a:tailEnd/>
              </a:ln>
            </p:spPr>
            <p:txBody>
              <a:bodyPr/>
              <a:lstStyle/>
              <a:p>
                <a:pPr algn="ctr"/>
                <a:endParaRPr lang="pt-BR" sz="2400"/>
              </a:p>
            </p:txBody>
          </p:sp>
          <p:sp>
            <p:nvSpPr>
              <p:cNvPr id="786" name="Freeform 91"/>
              <p:cNvSpPr>
                <a:spLocks/>
              </p:cNvSpPr>
              <p:nvPr/>
            </p:nvSpPr>
            <p:spPr bwMode="auto">
              <a:xfrm>
                <a:off x="4321" y="3207"/>
                <a:ext cx="18" cy="144"/>
              </a:xfrm>
              <a:custGeom>
                <a:avLst/>
                <a:gdLst>
                  <a:gd name="T0" fmla="*/ 0 w 145"/>
                  <a:gd name="T1" fmla="*/ 0 h 1151"/>
                  <a:gd name="T2" fmla="*/ 0 w 145"/>
                  <a:gd name="T3" fmla="*/ 0 h 1151"/>
                  <a:gd name="T4" fmla="*/ 0 w 145"/>
                  <a:gd name="T5" fmla="*/ 0 h 1151"/>
                  <a:gd name="T6" fmla="*/ 0 w 145"/>
                  <a:gd name="T7" fmla="*/ 0 h 1151"/>
                  <a:gd name="T8" fmla="*/ 0 w 145"/>
                  <a:gd name="T9" fmla="*/ 0 h 1151"/>
                  <a:gd name="T10" fmla="*/ 0 w 145"/>
                  <a:gd name="T11" fmla="*/ 0 h 1151"/>
                  <a:gd name="T12" fmla="*/ 0 w 145"/>
                  <a:gd name="T13" fmla="*/ 0 h 1151"/>
                  <a:gd name="T14" fmla="*/ 0 w 145"/>
                  <a:gd name="T15" fmla="*/ 0 h 1151"/>
                  <a:gd name="T16" fmla="*/ 0 w 145"/>
                  <a:gd name="T17" fmla="*/ 0 h 11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5"/>
                  <a:gd name="T28" fmla="*/ 0 h 1151"/>
                  <a:gd name="T29" fmla="*/ 145 w 145"/>
                  <a:gd name="T30" fmla="*/ 1151 h 11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5" h="1151">
                    <a:moveTo>
                      <a:pt x="0" y="0"/>
                    </a:moveTo>
                    <a:lnTo>
                      <a:pt x="83" y="285"/>
                    </a:lnTo>
                    <a:lnTo>
                      <a:pt x="115" y="621"/>
                    </a:lnTo>
                    <a:lnTo>
                      <a:pt x="115" y="907"/>
                    </a:lnTo>
                    <a:lnTo>
                      <a:pt x="104" y="1151"/>
                    </a:lnTo>
                    <a:lnTo>
                      <a:pt x="145" y="830"/>
                    </a:lnTo>
                    <a:lnTo>
                      <a:pt x="130" y="494"/>
                    </a:lnTo>
                    <a:lnTo>
                      <a:pt x="83" y="228"/>
                    </a:lnTo>
                    <a:lnTo>
                      <a:pt x="0" y="0"/>
                    </a:lnTo>
                    <a:close/>
                  </a:path>
                </a:pathLst>
              </a:custGeom>
              <a:solidFill>
                <a:srgbClr val="000000"/>
              </a:solidFill>
              <a:ln w="9525">
                <a:noFill/>
                <a:round/>
                <a:headEnd/>
                <a:tailEnd/>
              </a:ln>
            </p:spPr>
            <p:txBody>
              <a:bodyPr/>
              <a:lstStyle/>
              <a:p>
                <a:pPr algn="ctr"/>
                <a:endParaRPr lang="pt-BR" sz="2400"/>
              </a:p>
            </p:txBody>
          </p:sp>
          <p:sp>
            <p:nvSpPr>
              <p:cNvPr id="787" name="Freeform 92"/>
              <p:cNvSpPr>
                <a:spLocks/>
              </p:cNvSpPr>
              <p:nvPr/>
            </p:nvSpPr>
            <p:spPr bwMode="auto">
              <a:xfrm>
                <a:off x="4516" y="3116"/>
                <a:ext cx="142" cy="73"/>
              </a:xfrm>
              <a:custGeom>
                <a:avLst/>
                <a:gdLst>
                  <a:gd name="T0" fmla="*/ 0 w 1136"/>
                  <a:gd name="T1" fmla="*/ 0 h 585"/>
                  <a:gd name="T2" fmla="*/ 0 w 1136"/>
                  <a:gd name="T3" fmla="*/ 0 h 585"/>
                  <a:gd name="T4" fmla="*/ 0 w 1136"/>
                  <a:gd name="T5" fmla="*/ 0 h 585"/>
                  <a:gd name="T6" fmla="*/ 0 w 1136"/>
                  <a:gd name="T7" fmla="*/ 0 h 585"/>
                  <a:gd name="T8" fmla="*/ 0 w 1136"/>
                  <a:gd name="T9" fmla="*/ 0 h 585"/>
                  <a:gd name="T10" fmla="*/ 0 w 1136"/>
                  <a:gd name="T11" fmla="*/ 0 h 585"/>
                  <a:gd name="T12" fmla="*/ 0 w 1136"/>
                  <a:gd name="T13" fmla="*/ 0 h 585"/>
                  <a:gd name="T14" fmla="*/ 0 w 1136"/>
                  <a:gd name="T15" fmla="*/ 0 h 585"/>
                  <a:gd name="T16" fmla="*/ 0 w 1136"/>
                  <a:gd name="T17" fmla="*/ 0 h 585"/>
                  <a:gd name="T18" fmla="*/ 0 w 1136"/>
                  <a:gd name="T19" fmla="*/ 0 h 585"/>
                  <a:gd name="T20" fmla="*/ 0 w 1136"/>
                  <a:gd name="T21" fmla="*/ 0 h 585"/>
                  <a:gd name="T22" fmla="*/ 0 w 1136"/>
                  <a:gd name="T23" fmla="*/ 0 h 585"/>
                  <a:gd name="T24" fmla="*/ 0 w 1136"/>
                  <a:gd name="T25" fmla="*/ 0 h 585"/>
                  <a:gd name="T26" fmla="*/ 0 w 1136"/>
                  <a:gd name="T27" fmla="*/ 0 h 585"/>
                  <a:gd name="T28" fmla="*/ 0 w 1136"/>
                  <a:gd name="T29" fmla="*/ 0 h 5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36"/>
                  <a:gd name="T46" fmla="*/ 0 h 585"/>
                  <a:gd name="T47" fmla="*/ 1136 w 1136"/>
                  <a:gd name="T48" fmla="*/ 585 h 5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36" h="585">
                    <a:moveTo>
                      <a:pt x="0" y="567"/>
                    </a:moveTo>
                    <a:lnTo>
                      <a:pt x="70" y="567"/>
                    </a:lnTo>
                    <a:lnTo>
                      <a:pt x="186" y="453"/>
                    </a:lnTo>
                    <a:lnTo>
                      <a:pt x="272" y="281"/>
                    </a:lnTo>
                    <a:lnTo>
                      <a:pt x="204" y="0"/>
                    </a:lnTo>
                    <a:lnTo>
                      <a:pt x="305" y="264"/>
                    </a:lnTo>
                    <a:lnTo>
                      <a:pt x="698" y="338"/>
                    </a:lnTo>
                    <a:lnTo>
                      <a:pt x="1136" y="505"/>
                    </a:lnTo>
                    <a:lnTo>
                      <a:pt x="857" y="453"/>
                    </a:lnTo>
                    <a:lnTo>
                      <a:pt x="740" y="585"/>
                    </a:lnTo>
                    <a:lnTo>
                      <a:pt x="540" y="453"/>
                    </a:lnTo>
                    <a:lnTo>
                      <a:pt x="272" y="585"/>
                    </a:lnTo>
                    <a:lnTo>
                      <a:pt x="248" y="472"/>
                    </a:lnTo>
                    <a:lnTo>
                      <a:pt x="85" y="585"/>
                    </a:lnTo>
                    <a:lnTo>
                      <a:pt x="0" y="567"/>
                    </a:lnTo>
                    <a:close/>
                  </a:path>
                </a:pathLst>
              </a:custGeom>
              <a:solidFill>
                <a:srgbClr val="000000"/>
              </a:solidFill>
              <a:ln w="9525">
                <a:noFill/>
                <a:round/>
                <a:headEnd/>
                <a:tailEnd/>
              </a:ln>
            </p:spPr>
            <p:txBody>
              <a:bodyPr/>
              <a:lstStyle/>
              <a:p>
                <a:pPr algn="ctr"/>
                <a:endParaRPr lang="pt-BR" sz="2400"/>
              </a:p>
            </p:txBody>
          </p:sp>
          <p:sp>
            <p:nvSpPr>
              <p:cNvPr id="788" name="Freeform 93"/>
              <p:cNvSpPr>
                <a:spLocks/>
              </p:cNvSpPr>
              <p:nvPr/>
            </p:nvSpPr>
            <p:spPr bwMode="auto">
              <a:xfrm>
                <a:off x="4561" y="3179"/>
                <a:ext cx="220" cy="237"/>
              </a:xfrm>
              <a:custGeom>
                <a:avLst/>
                <a:gdLst>
                  <a:gd name="T0" fmla="*/ 0 w 1754"/>
                  <a:gd name="T1" fmla="*/ 0 h 1901"/>
                  <a:gd name="T2" fmla="*/ 0 w 1754"/>
                  <a:gd name="T3" fmla="*/ 0 h 1901"/>
                  <a:gd name="T4" fmla="*/ 0 w 1754"/>
                  <a:gd name="T5" fmla="*/ 0 h 1901"/>
                  <a:gd name="T6" fmla="*/ 0 w 1754"/>
                  <a:gd name="T7" fmla="*/ 0 h 1901"/>
                  <a:gd name="T8" fmla="*/ 0 w 1754"/>
                  <a:gd name="T9" fmla="*/ 0 h 1901"/>
                  <a:gd name="T10" fmla="*/ 0 w 1754"/>
                  <a:gd name="T11" fmla="*/ 0 h 1901"/>
                  <a:gd name="T12" fmla="*/ 0 w 1754"/>
                  <a:gd name="T13" fmla="*/ 0 h 1901"/>
                  <a:gd name="T14" fmla="*/ 0 w 1754"/>
                  <a:gd name="T15" fmla="*/ 0 h 1901"/>
                  <a:gd name="T16" fmla="*/ 0 w 1754"/>
                  <a:gd name="T17" fmla="*/ 0 h 1901"/>
                  <a:gd name="T18" fmla="*/ 0 w 1754"/>
                  <a:gd name="T19" fmla="*/ 0 h 1901"/>
                  <a:gd name="T20" fmla="*/ 0 w 1754"/>
                  <a:gd name="T21" fmla="*/ 0 h 1901"/>
                  <a:gd name="T22" fmla="*/ 0 w 1754"/>
                  <a:gd name="T23" fmla="*/ 0 h 1901"/>
                  <a:gd name="T24" fmla="*/ 0 w 1754"/>
                  <a:gd name="T25" fmla="*/ 0 h 1901"/>
                  <a:gd name="T26" fmla="*/ 0 w 1754"/>
                  <a:gd name="T27" fmla="*/ 0 h 1901"/>
                  <a:gd name="T28" fmla="*/ 0 w 1754"/>
                  <a:gd name="T29" fmla="*/ 0 h 1901"/>
                  <a:gd name="T30" fmla="*/ 0 w 1754"/>
                  <a:gd name="T31" fmla="*/ 0 h 1901"/>
                  <a:gd name="T32" fmla="*/ 0 w 1754"/>
                  <a:gd name="T33" fmla="*/ 0 h 1901"/>
                  <a:gd name="T34" fmla="*/ 0 w 1754"/>
                  <a:gd name="T35" fmla="*/ 0 h 1901"/>
                  <a:gd name="T36" fmla="*/ 0 w 1754"/>
                  <a:gd name="T37" fmla="*/ 0 h 1901"/>
                  <a:gd name="T38" fmla="*/ 0 w 1754"/>
                  <a:gd name="T39" fmla="*/ 0 h 1901"/>
                  <a:gd name="T40" fmla="*/ 0 w 1754"/>
                  <a:gd name="T41" fmla="*/ 0 h 1901"/>
                  <a:gd name="T42" fmla="*/ 0 w 1754"/>
                  <a:gd name="T43" fmla="*/ 0 h 1901"/>
                  <a:gd name="T44" fmla="*/ 0 w 1754"/>
                  <a:gd name="T45" fmla="*/ 0 h 1901"/>
                  <a:gd name="T46" fmla="*/ 0 w 1754"/>
                  <a:gd name="T47" fmla="*/ 0 h 1901"/>
                  <a:gd name="T48" fmla="*/ 0 w 1754"/>
                  <a:gd name="T49" fmla="*/ 0 h 1901"/>
                  <a:gd name="T50" fmla="*/ 0 w 1754"/>
                  <a:gd name="T51" fmla="*/ 0 h 1901"/>
                  <a:gd name="T52" fmla="*/ 0 w 1754"/>
                  <a:gd name="T53" fmla="*/ 0 h 1901"/>
                  <a:gd name="T54" fmla="*/ 0 w 1754"/>
                  <a:gd name="T55" fmla="*/ 0 h 1901"/>
                  <a:gd name="T56" fmla="*/ 0 w 1754"/>
                  <a:gd name="T57" fmla="*/ 0 h 1901"/>
                  <a:gd name="T58" fmla="*/ 0 w 1754"/>
                  <a:gd name="T59" fmla="*/ 0 h 1901"/>
                  <a:gd name="T60" fmla="*/ 0 w 1754"/>
                  <a:gd name="T61" fmla="*/ 0 h 1901"/>
                  <a:gd name="T62" fmla="*/ 0 w 1754"/>
                  <a:gd name="T63" fmla="*/ 0 h 1901"/>
                  <a:gd name="T64" fmla="*/ 0 w 1754"/>
                  <a:gd name="T65" fmla="*/ 0 h 1901"/>
                  <a:gd name="T66" fmla="*/ 0 w 1754"/>
                  <a:gd name="T67" fmla="*/ 0 h 1901"/>
                  <a:gd name="T68" fmla="*/ 0 w 1754"/>
                  <a:gd name="T69" fmla="*/ 0 h 190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54"/>
                  <a:gd name="T106" fmla="*/ 0 h 1901"/>
                  <a:gd name="T107" fmla="*/ 1754 w 1754"/>
                  <a:gd name="T108" fmla="*/ 1901 h 190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54" h="1901">
                    <a:moveTo>
                      <a:pt x="1007" y="0"/>
                    </a:moveTo>
                    <a:lnTo>
                      <a:pt x="1255" y="80"/>
                    </a:lnTo>
                    <a:lnTo>
                      <a:pt x="1475" y="435"/>
                    </a:lnTo>
                    <a:lnTo>
                      <a:pt x="1431" y="697"/>
                    </a:lnTo>
                    <a:lnTo>
                      <a:pt x="1754" y="1094"/>
                    </a:lnTo>
                    <a:lnTo>
                      <a:pt x="1622" y="1037"/>
                    </a:lnTo>
                    <a:lnTo>
                      <a:pt x="1415" y="829"/>
                    </a:lnTo>
                    <a:lnTo>
                      <a:pt x="1312" y="981"/>
                    </a:lnTo>
                    <a:lnTo>
                      <a:pt x="1312" y="1094"/>
                    </a:lnTo>
                    <a:lnTo>
                      <a:pt x="1222" y="1187"/>
                    </a:lnTo>
                    <a:lnTo>
                      <a:pt x="1083" y="1358"/>
                    </a:lnTo>
                    <a:lnTo>
                      <a:pt x="1023" y="1525"/>
                    </a:lnTo>
                    <a:lnTo>
                      <a:pt x="714" y="1881"/>
                    </a:lnTo>
                    <a:lnTo>
                      <a:pt x="585" y="1811"/>
                    </a:lnTo>
                    <a:lnTo>
                      <a:pt x="468" y="1789"/>
                    </a:lnTo>
                    <a:lnTo>
                      <a:pt x="274" y="1789"/>
                    </a:lnTo>
                    <a:lnTo>
                      <a:pt x="103" y="1901"/>
                    </a:lnTo>
                    <a:lnTo>
                      <a:pt x="0" y="1901"/>
                    </a:lnTo>
                    <a:lnTo>
                      <a:pt x="90" y="1864"/>
                    </a:lnTo>
                    <a:lnTo>
                      <a:pt x="274" y="1751"/>
                    </a:lnTo>
                    <a:lnTo>
                      <a:pt x="394" y="1733"/>
                    </a:lnTo>
                    <a:lnTo>
                      <a:pt x="440" y="1413"/>
                    </a:lnTo>
                    <a:lnTo>
                      <a:pt x="541" y="1244"/>
                    </a:lnTo>
                    <a:lnTo>
                      <a:pt x="613" y="1358"/>
                    </a:lnTo>
                    <a:lnTo>
                      <a:pt x="714" y="1244"/>
                    </a:lnTo>
                    <a:lnTo>
                      <a:pt x="714" y="719"/>
                    </a:lnTo>
                    <a:lnTo>
                      <a:pt x="949" y="1389"/>
                    </a:lnTo>
                    <a:lnTo>
                      <a:pt x="1083" y="1264"/>
                    </a:lnTo>
                    <a:lnTo>
                      <a:pt x="820" y="530"/>
                    </a:lnTo>
                    <a:lnTo>
                      <a:pt x="1023" y="756"/>
                    </a:lnTo>
                    <a:lnTo>
                      <a:pt x="1198" y="1055"/>
                    </a:lnTo>
                    <a:lnTo>
                      <a:pt x="1299" y="620"/>
                    </a:lnTo>
                    <a:lnTo>
                      <a:pt x="1299" y="209"/>
                    </a:lnTo>
                    <a:lnTo>
                      <a:pt x="1222" y="99"/>
                    </a:lnTo>
                    <a:lnTo>
                      <a:pt x="1007" y="0"/>
                    </a:lnTo>
                    <a:close/>
                  </a:path>
                </a:pathLst>
              </a:custGeom>
              <a:solidFill>
                <a:srgbClr val="000000"/>
              </a:solidFill>
              <a:ln w="9525">
                <a:noFill/>
                <a:round/>
                <a:headEnd/>
                <a:tailEnd/>
              </a:ln>
            </p:spPr>
            <p:txBody>
              <a:bodyPr/>
              <a:lstStyle/>
              <a:p>
                <a:pPr algn="ctr"/>
                <a:endParaRPr lang="pt-BR" sz="2400"/>
              </a:p>
            </p:txBody>
          </p:sp>
          <p:sp>
            <p:nvSpPr>
              <p:cNvPr id="789" name="Freeform 94"/>
              <p:cNvSpPr>
                <a:spLocks/>
              </p:cNvSpPr>
              <p:nvPr/>
            </p:nvSpPr>
            <p:spPr bwMode="auto">
              <a:xfrm>
                <a:off x="4640" y="3419"/>
                <a:ext cx="38" cy="56"/>
              </a:xfrm>
              <a:custGeom>
                <a:avLst/>
                <a:gdLst>
                  <a:gd name="T0" fmla="*/ 0 w 298"/>
                  <a:gd name="T1" fmla="*/ 0 h 450"/>
                  <a:gd name="T2" fmla="*/ 0 w 298"/>
                  <a:gd name="T3" fmla="*/ 0 h 450"/>
                  <a:gd name="T4" fmla="*/ 0 w 298"/>
                  <a:gd name="T5" fmla="*/ 0 h 450"/>
                  <a:gd name="T6" fmla="*/ 0 w 298"/>
                  <a:gd name="T7" fmla="*/ 0 h 450"/>
                  <a:gd name="T8" fmla="*/ 0 w 298"/>
                  <a:gd name="T9" fmla="*/ 0 h 450"/>
                  <a:gd name="T10" fmla="*/ 0 w 298"/>
                  <a:gd name="T11" fmla="*/ 0 h 450"/>
                  <a:gd name="T12" fmla="*/ 0 w 298"/>
                  <a:gd name="T13" fmla="*/ 0 h 450"/>
                  <a:gd name="T14" fmla="*/ 0 w 298"/>
                  <a:gd name="T15" fmla="*/ 0 h 450"/>
                  <a:gd name="T16" fmla="*/ 0 w 298"/>
                  <a:gd name="T17" fmla="*/ 0 h 450"/>
                  <a:gd name="T18" fmla="*/ 0 w 298"/>
                  <a:gd name="T19" fmla="*/ 0 h 450"/>
                  <a:gd name="T20" fmla="*/ 0 w 298"/>
                  <a:gd name="T21" fmla="*/ 0 h 450"/>
                  <a:gd name="T22" fmla="*/ 0 w 298"/>
                  <a:gd name="T23" fmla="*/ 0 h 450"/>
                  <a:gd name="T24" fmla="*/ 0 w 298"/>
                  <a:gd name="T25" fmla="*/ 0 h 450"/>
                  <a:gd name="T26" fmla="*/ 0 w 298"/>
                  <a:gd name="T27" fmla="*/ 0 h 4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8"/>
                  <a:gd name="T43" fmla="*/ 0 h 450"/>
                  <a:gd name="T44" fmla="*/ 298 w 298"/>
                  <a:gd name="T45" fmla="*/ 450 h 45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8" h="450">
                    <a:moveTo>
                      <a:pt x="0" y="0"/>
                    </a:moveTo>
                    <a:lnTo>
                      <a:pt x="114" y="8"/>
                    </a:lnTo>
                    <a:lnTo>
                      <a:pt x="275" y="90"/>
                    </a:lnTo>
                    <a:lnTo>
                      <a:pt x="298" y="151"/>
                    </a:lnTo>
                    <a:lnTo>
                      <a:pt x="233" y="259"/>
                    </a:lnTo>
                    <a:lnTo>
                      <a:pt x="194" y="413"/>
                    </a:lnTo>
                    <a:lnTo>
                      <a:pt x="83" y="450"/>
                    </a:lnTo>
                    <a:lnTo>
                      <a:pt x="171" y="393"/>
                    </a:lnTo>
                    <a:lnTo>
                      <a:pt x="210" y="305"/>
                    </a:lnTo>
                    <a:lnTo>
                      <a:pt x="210" y="217"/>
                    </a:lnTo>
                    <a:lnTo>
                      <a:pt x="261" y="129"/>
                    </a:lnTo>
                    <a:lnTo>
                      <a:pt x="210" y="79"/>
                    </a:lnTo>
                    <a:lnTo>
                      <a:pt x="95" y="12"/>
                    </a:lnTo>
                    <a:lnTo>
                      <a:pt x="0" y="0"/>
                    </a:lnTo>
                    <a:close/>
                  </a:path>
                </a:pathLst>
              </a:custGeom>
              <a:solidFill>
                <a:srgbClr val="000000"/>
              </a:solidFill>
              <a:ln w="9525">
                <a:noFill/>
                <a:round/>
                <a:headEnd/>
                <a:tailEnd/>
              </a:ln>
            </p:spPr>
            <p:txBody>
              <a:bodyPr/>
              <a:lstStyle/>
              <a:p>
                <a:pPr algn="ctr"/>
                <a:endParaRPr lang="pt-BR" sz="2400"/>
              </a:p>
            </p:txBody>
          </p:sp>
          <p:sp>
            <p:nvSpPr>
              <p:cNvPr id="790" name="Freeform 95"/>
              <p:cNvSpPr>
                <a:spLocks/>
              </p:cNvSpPr>
              <p:nvPr/>
            </p:nvSpPr>
            <p:spPr bwMode="auto">
              <a:xfrm>
                <a:off x="4633" y="3429"/>
                <a:ext cx="15" cy="44"/>
              </a:xfrm>
              <a:custGeom>
                <a:avLst/>
                <a:gdLst>
                  <a:gd name="T0" fmla="*/ 0 w 122"/>
                  <a:gd name="T1" fmla="*/ 0 h 353"/>
                  <a:gd name="T2" fmla="*/ 0 w 122"/>
                  <a:gd name="T3" fmla="*/ 0 h 353"/>
                  <a:gd name="T4" fmla="*/ 0 w 122"/>
                  <a:gd name="T5" fmla="*/ 0 h 353"/>
                  <a:gd name="T6" fmla="*/ 0 w 122"/>
                  <a:gd name="T7" fmla="*/ 0 h 353"/>
                  <a:gd name="T8" fmla="*/ 0 w 122"/>
                  <a:gd name="T9" fmla="*/ 0 h 353"/>
                  <a:gd name="T10" fmla="*/ 0 w 122"/>
                  <a:gd name="T11" fmla="*/ 0 h 353"/>
                  <a:gd name="T12" fmla="*/ 0 w 122"/>
                  <a:gd name="T13" fmla="*/ 0 h 353"/>
                  <a:gd name="T14" fmla="*/ 0 w 122"/>
                  <a:gd name="T15" fmla="*/ 0 h 353"/>
                  <a:gd name="T16" fmla="*/ 0 60000 65536"/>
                  <a:gd name="T17" fmla="*/ 0 60000 65536"/>
                  <a:gd name="T18" fmla="*/ 0 60000 65536"/>
                  <a:gd name="T19" fmla="*/ 0 60000 65536"/>
                  <a:gd name="T20" fmla="*/ 0 60000 65536"/>
                  <a:gd name="T21" fmla="*/ 0 60000 65536"/>
                  <a:gd name="T22" fmla="*/ 0 60000 65536"/>
                  <a:gd name="T23" fmla="*/ 0 60000 65536"/>
                  <a:gd name="T24" fmla="*/ 0 w 122"/>
                  <a:gd name="T25" fmla="*/ 0 h 353"/>
                  <a:gd name="T26" fmla="*/ 122 w 122"/>
                  <a:gd name="T27" fmla="*/ 353 h 35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2" h="353">
                    <a:moveTo>
                      <a:pt x="122" y="348"/>
                    </a:moveTo>
                    <a:lnTo>
                      <a:pt x="27" y="193"/>
                    </a:lnTo>
                    <a:lnTo>
                      <a:pt x="56" y="48"/>
                    </a:lnTo>
                    <a:lnTo>
                      <a:pt x="104" y="0"/>
                    </a:lnTo>
                    <a:lnTo>
                      <a:pt x="25" y="43"/>
                    </a:lnTo>
                    <a:lnTo>
                      <a:pt x="0" y="219"/>
                    </a:lnTo>
                    <a:lnTo>
                      <a:pt x="104" y="353"/>
                    </a:lnTo>
                    <a:lnTo>
                      <a:pt x="122" y="348"/>
                    </a:lnTo>
                    <a:close/>
                  </a:path>
                </a:pathLst>
              </a:custGeom>
              <a:solidFill>
                <a:srgbClr val="000000"/>
              </a:solidFill>
              <a:ln w="9525">
                <a:noFill/>
                <a:round/>
                <a:headEnd/>
                <a:tailEnd/>
              </a:ln>
            </p:spPr>
            <p:txBody>
              <a:bodyPr/>
              <a:lstStyle/>
              <a:p>
                <a:pPr algn="ctr"/>
                <a:endParaRPr lang="pt-BR" sz="2400"/>
              </a:p>
            </p:txBody>
          </p:sp>
          <p:sp>
            <p:nvSpPr>
              <p:cNvPr id="791" name="Freeform 96"/>
              <p:cNvSpPr>
                <a:spLocks/>
              </p:cNvSpPr>
              <p:nvPr/>
            </p:nvSpPr>
            <p:spPr bwMode="auto">
              <a:xfrm>
                <a:off x="4552" y="3447"/>
                <a:ext cx="81" cy="92"/>
              </a:xfrm>
              <a:custGeom>
                <a:avLst/>
                <a:gdLst>
                  <a:gd name="T0" fmla="*/ 0 w 653"/>
                  <a:gd name="T1" fmla="*/ 0 h 740"/>
                  <a:gd name="T2" fmla="*/ 0 w 653"/>
                  <a:gd name="T3" fmla="*/ 0 h 740"/>
                  <a:gd name="T4" fmla="*/ 0 w 653"/>
                  <a:gd name="T5" fmla="*/ 0 h 740"/>
                  <a:gd name="T6" fmla="*/ 0 w 653"/>
                  <a:gd name="T7" fmla="*/ 0 h 740"/>
                  <a:gd name="T8" fmla="*/ 0 w 653"/>
                  <a:gd name="T9" fmla="*/ 0 h 740"/>
                  <a:gd name="T10" fmla="*/ 0 w 653"/>
                  <a:gd name="T11" fmla="*/ 0 h 740"/>
                  <a:gd name="T12" fmla="*/ 0 w 653"/>
                  <a:gd name="T13" fmla="*/ 0 h 740"/>
                  <a:gd name="T14" fmla="*/ 0 w 653"/>
                  <a:gd name="T15" fmla="*/ 0 h 740"/>
                  <a:gd name="T16" fmla="*/ 0 w 653"/>
                  <a:gd name="T17" fmla="*/ 0 h 740"/>
                  <a:gd name="T18" fmla="*/ 0 w 653"/>
                  <a:gd name="T19" fmla="*/ 0 h 740"/>
                  <a:gd name="T20" fmla="*/ 0 w 653"/>
                  <a:gd name="T21" fmla="*/ 0 h 740"/>
                  <a:gd name="T22" fmla="*/ 0 w 653"/>
                  <a:gd name="T23" fmla="*/ 0 h 740"/>
                  <a:gd name="T24" fmla="*/ 0 w 653"/>
                  <a:gd name="T25" fmla="*/ 0 h 740"/>
                  <a:gd name="T26" fmla="*/ 0 w 653"/>
                  <a:gd name="T27" fmla="*/ 0 h 740"/>
                  <a:gd name="T28" fmla="*/ 0 w 653"/>
                  <a:gd name="T29" fmla="*/ 0 h 740"/>
                  <a:gd name="T30" fmla="*/ 0 w 653"/>
                  <a:gd name="T31" fmla="*/ 0 h 740"/>
                  <a:gd name="T32" fmla="*/ 0 w 653"/>
                  <a:gd name="T33" fmla="*/ 0 h 740"/>
                  <a:gd name="T34" fmla="*/ 0 w 653"/>
                  <a:gd name="T35" fmla="*/ 0 h 740"/>
                  <a:gd name="T36" fmla="*/ 0 w 653"/>
                  <a:gd name="T37" fmla="*/ 0 h 740"/>
                  <a:gd name="T38" fmla="*/ 0 w 653"/>
                  <a:gd name="T39" fmla="*/ 0 h 740"/>
                  <a:gd name="T40" fmla="*/ 0 w 653"/>
                  <a:gd name="T41" fmla="*/ 0 h 740"/>
                  <a:gd name="T42" fmla="*/ 0 w 653"/>
                  <a:gd name="T43" fmla="*/ 0 h 7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53"/>
                  <a:gd name="T67" fmla="*/ 0 h 740"/>
                  <a:gd name="T68" fmla="*/ 653 w 653"/>
                  <a:gd name="T69" fmla="*/ 740 h 74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53" h="740">
                    <a:moveTo>
                      <a:pt x="653" y="81"/>
                    </a:moveTo>
                    <a:lnTo>
                      <a:pt x="551" y="81"/>
                    </a:lnTo>
                    <a:lnTo>
                      <a:pt x="413" y="48"/>
                    </a:lnTo>
                    <a:lnTo>
                      <a:pt x="249" y="132"/>
                    </a:lnTo>
                    <a:lnTo>
                      <a:pt x="242" y="281"/>
                    </a:lnTo>
                    <a:lnTo>
                      <a:pt x="207" y="420"/>
                    </a:lnTo>
                    <a:lnTo>
                      <a:pt x="130" y="540"/>
                    </a:lnTo>
                    <a:lnTo>
                      <a:pt x="67" y="558"/>
                    </a:lnTo>
                    <a:lnTo>
                      <a:pt x="67" y="646"/>
                    </a:lnTo>
                    <a:lnTo>
                      <a:pt x="0" y="740"/>
                    </a:lnTo>
                    <a:lnTo>
                      <a:pt x="53" y="618"/>
                    </a:lnTo>
                    <a:lnTo>
                      <a:pt x="0" y="390"/>
                    </a:lnTo>
                    <a:lnTo>
                      <a:pt x="60" y="48"/>
                    </a:lnTo>
                    <a:lnTo>
                      <a:pt x="40" y="415"/>
                    </a:lnTo>
                    <a:lnTo>
                      <a:pt x="60" y="533"/>
                    </a:lnTo>
                    <a:lnTo>
                      <a:pt x="123" y="514"/>
                    </a:lnTo>
                    <a:lnTo>
                      <a:pt x="196" y="404"/>
                    </a:lnTo>
                    <a:lnTo>
                      <a:pt x="231" y="226"/>
                    </a:lnTo>
                    <a:lnTo>
                      <a:pt x="235" y="120"/>
                    </a:lnTo>
                    <a:lnTo>
                      <a:pt x="436" y="0"/>
                    </a:lnTo>
                    <a:lnTo>
                      <a:pt x="572" y="76"/>
                    </a:lnTo>
                    <a:lnTo>
                      <a:pt x="653" y="81"/>
                    </a:lnTo>
                    <a:close/>
                  </a:path>
                </a:pathLst>
              </a:custGeom>
              <a:solidFill>
                <a:srgbClr val="000000"/>
              </a:solidFill>
              <a:ln w="9525">
                <a:noFill/>
                <a:round/>
                <a:headEnd/>
                <a:tailEnd/>
              </a:ln>
            </p:spPr>
            <p:txBody>
              <a:bodyPr/>
              <a:lstStyle/>
              <a:p>
                <a:pPr algn="ctr"/>
                <a:endParaRPr lang="pt-BR" sz="2400"/>
              </a:p>
            </p:txBody>
          </p:sp>
          <p:sp>
            <p:nvSpPr>
              <p:cNvPr id="792" name="Freeform 97"/>
              <p:cNvSpPr>
                <a:spLocks/>
              </p:cNvSpPr>
              <p:nvPr/>
            </p:nvSpPr>
            <p:spPr bwMode="auto">
              <a:xfrm>
                <a:off x="4561" y="3416"/>
                <a:ext cx="31" cy="29"/>
              </a:xfrm>
              <a:custGeom>
                <a:avLst/>
                <a:gdLst>
                  <a:gd name="T0" fmla="*/ 0 w 249"/>
                  <a:gd name="T1" fmla="*/ 0 h 228"/>
                  <a:gd name="T2" fmla="*/ 0 w 249"/>
                  <a:gd name="T3" fmla="*/ 0 h 228"/>
                  <a:gd name="T4" fmla="*/ 0 w 249"/>
                  <a:gd name="T5" fmla="*/ 0 h 228"/>
                  <a:gd name="T6" fmla="*/ 0 w 249"/>
                  <a:gd name="T7" fmla="*/ 0 h 228"/>
                  <a:gd name="T8" fmla="*/ 0 w 249"/>
                  <a:gd name="T9" fmla="*/ 0 h 228"/>
                  <a:gd name="T10" fmla="*/ 0 w 249"/>
                  <a:gd name="T11" fmla="*/ 0 h 228"/>
                  <a:gd name="T12" fmla="*/ 0 60000 65536"/>
                  <a:gd name="T13" fmla="*/ 0 60000 65536"/>
                  <a:gd name="T14" fmla="*/ 0 60000 65536"/>
                  <a:gd name="T15" fmla="*/ 0 60000 65536"/>
                  <a:gd name="T16" fmla="*/ 0 60000 65536"/>
                  <a:gd name="T17" fmla="*/ 0 60000 65536"/>
                  <a:gd name="T18" fmla="*/ 0 w 249"/>
                  <a:gd name="T19" fmla="*/ 0 h 228"/>
                  <a:gd name="T20" fmla="*/ 249 w 249"/>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249" h="228">
                    <a:moveTo>
                      <a:pt x="0" y="228"/>
                    </a:moveTo>
                    <a:lnTo>
                      <a:pt x="78" y="138"/>
                    </a:lnTo>
                    <a:lnTo>
                      <a:pt x="249" y="0"/>
                    </a:lnTo>
                    <a:lnTo>
                      <a:pt x="42" y="129"/>
                    </a:lnTo>
                    <a:lnTo>
                      <a:pt x="0" y="205"/>
                    </a:lnTo>
                    <a:lnTo>
                      <a:pt x="0" y="228"/>
                    </a:lnTo>
                    <a:close/>
                  </a:path>
                </a:pathLst>
              </a:custGeom>
              <a:solidFill>
                <a:srgbClr val="000000"/>
              </a:solidFill>
              <a:ln w="9525">
                <a:noFill/>
                <a:round/>
                <a:headEnd/>
                <a:tailEnd/>
              </a:ln>
            </p:spPr>
            <p:txBody>
              <a:bodyPr/>
              <a:lstStyle/>
              <a:p>
                <a:pPr algn="ctr"/>
                <a:endParaRPr lang="pt-BR" sz="2400"/>
              </a:p>
            </p:txBody>
          </p:sp>
          <p:sp>
            <p:nvSpPr>
              <p:cNvPr id="793" name="Freeform 98"/>
              <p:cNvSpPr>
                <a:spLocks/>
              </p:cNvSpPr>
              <p:nvPr/>
            </p:nvSpPr>
            <p:spPr bwMode="auto">
              <a:xfrm>
                <a:off x="4508" y="3416"/>
                <a:ext cx="55" cy="121"/>
              </a:xfrm>
              <a:custGeom>
                <a:avLst/>
                <a:gdLst>
                  <a:gd name="T0" fmla="*/ 0 w 440"/>
                  <a:gd name="T1" fmla="*/ 0 h 969"/>
                  <a:gd name="T2" fmla="*/ 0 w 440"/>
                  <a:gd name="T3" fmla="*/ 0 h 969"/>
                  <a:gd name="T4" fmla="*/ 0 w 440"/>
                  <a:gd name="T5" fmla="*/ 0 h 969"/>
                  <a:gd name="T6" fmla="*/ 0 w 440"/>
                  <a:gd name="T7" fmla="*/ 0 h 969"/>
                  <a:gd name="T8" fmla="*/ 0 w 440"/>
                  <a:gd name="T9" fmla="*/ 0 h 969"/>
                  <a:gd name="T10" fmla="*/ 0 w 440"/>
                  <a:gd name="T11" fmla="*/ 0 h 969"/>
                  <a:gd name="T12" fmla="*/ 0 w 440"/>
                  <a:gd name="T13" fmla="*/ 0 h 969"/>
                  <a:gd name="T14" fmla="*/ 0 w 440"/>
                  <a:gd name="T15" fmla="*/ 0 h 969"/>
                  <a:gd name="T16" fmla="*/ 0 w 440"/>
                  <a:gd name="T17" fmla="*/ 0 h 969"/>
                  <a:gd name="T18" fmla="*/ 0 w 440"/>
                  <a:gd name="T19" fmla="*/ 0 h 969"/>
                  <a:gd name="T20" fmla="*/ 0 w 440"/>
                  <a:gd name="T21" fmla="*/ 0 h 969"/>
                  <a:gd name="T22" fmla="*/ 0 w 440"/>
                  <a:gd name="T23" fmla="*/ 0 h 969"/>
                  <a:gd name="T24" fmla="*/ 0 w 440"/>
                  <a:gd name="T25" fmla="*/ 0 h 969"/>
                  <a:gd name="T26" fmla="*/ 0 w 440"/>
                  <a:gd name="T27" fmla="*/ 0 h 969"/>
                  <a:gd name="T28" fmla="*/ 0 w 440"/>
                  <a:gd name="T29" fmla="*/ 0 h 969"/>
                  <a:gd name="T30" fmla="*/ 0 w 440"/>
                  <a:gd name="T31" fmla="*/ 0 h 969"/>
                  <a:gd name="T32" fmla="*/ 0 w 440"/>
                  <a:gd name="T33" fmla="*/ 0 h 969"/>
                  <a:gd name="T34" fmla="*/ 0 w 440"/>
                  <a:gd name="T35" fmla="*/ 0 h 969"/>
                  <a:gd name="T36" fmla="*/ 0 w 440"/>
                  <a:gd name="T37" fmla="*/ 0 h 969"/>
                  <a:gd name="T38" fmla="*/ 0 w 440"/>
                  <a:gd name="T39" fmla="*/ 0 h 969"/>
                  <a:gd name="T40" fmla="*/ 0 w 440"/>
                  <a:gd name="T41" fmla="*/ 0 h 969"/>
                  <a:gd name="T42" fmla="*/ 0 w 440"/>
                  <a:gd name="T43" fmla="*/ 0 h 969"/>
                  <a:gd name="T44" fmla="*/ 0 w 440"/>
                  <a:gd name="T45" fmla="*/ 0 h 969"/>
                  <a:gd name="T46" fmla="*/ 0 w 440"/>
                  <a:gd name="T47" fmla="*/ 0 h 969"/>
                  <a:gd name="T48" fmla="*/ 0 w 440"/>
                  <a:gd name="T49" fmla="*/ 0 h 96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40"/>
                  <a:gd name="T76" fmla="*/ 0 h 969"/>
                  <a:gd name="T77" fmla="*/ 440 w 440"/>
                  <a:gd name="T78" fmla="*/ 969 h 96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40" h="969">
                    <a:moveTo>
                      <a:pt x="440" y="0"/>
                    </a:moveTo>
                    <a:lnTo>
                      <a:pt x="320" y="138"/>
                    </a:lnTo>
                    <a:lnTo>
                      <a:pt x="181" y="389"/>
                    </a:lnTo>
                    <a:lnTo>
                      <a:pt x="187" y="468"/>
                    </a:lnTo>
                    <a:lnTo>
                      <a:pt x="288" y="934"/>
                    </a:lnTo>
                    <a:lnTo>
                      <a:pt x="334" y="969"/>
                    </a:lnTo>
                    <a:lnTo>
                      <a:pt x="276" y="945"/>
                    </a:lnTo>
                    <a:lnTo>
                      <a:pt x="269" y="914"/>
                    </a:lnTo>
                    <a:lnTo>
                      <a:pt x="229" y="941"/>
                    </a:lnTo>
                    <a:lnTo>
                      <a:pt x="147" y="894"/>
                    </a:lnTo>
                    <a:lnTo>
                      <a:pt x="103" y="791"/>
                    </a:lnTo>
                    <a:lnTo>
                      <a:pt x="161" y="888"/>
                    </a:lnTo>
                    <a:lnTo>
                      <a:pt x="229" y="914"/>
                    </a:lnTo>
                    <a:lnTo>
                      <a:pt x="255" y="894"/>
                    </a:lnTo>
                    <a:lnTo>
                      <a:pt x="147" y="422"/>
                    </a:lnTo>
                    <a:lnTo>
                      <a:pt x="147" y="362"/>
                    </a:lnTo>
                    <a:lnTo>
                      <a:pt x="352" y="62"/>
                    </a:lnTo>
                    <a:lnTo>
                      <a:pt x="246" y="116"/>
                    </a:lnTo>
                    <a:lnTo>
                      <a:pt x="163" y="228"/>
                    </a:lnTo>
                    <a:lnTo>
                      <a:pt x="172" y="185"/>
                    </a:lnTo>
                    <a:lnTo>
                      <a:pt x="0" y="228"/>
                    </a:lnTo>
                    <a:lnTo>
                      <a:pt x="207" y="127"/>
                    </a:lnTo>
                    <a:lnTo>
                      <a:pt x="255" y="83"/>
                    </a:lnTo>
                    <a:lnTo>
                      <a:pt x="419" y="9"/>
                    </a:lnTo>
                    <a:lnTo>
                      <a:pt x="440" y="0"/>
                    </a:lnTo>
                    <a:close/>
                  </a:path>
                </a:pathLst>
              </a:custGeom>
              <a:solidFill>
                <a:srgbClr val="000000"/>
              </a:solidFill>
              <a:ln w="9525">
                <a:noFill/>
                <a:round/>
                <a:headEnd/>
                <a:tailEnd/>
              </a:ln>
            </p:spPr>
            <p:txBody>
              <a:bodyPr/>
              <a:lstStyle/>
              <a:p>
                <a:pPr algn="ctr"/>
                <a:endParaRPr lang="pt-BR" sz="2400"/>
              </a:p>
            </p:txBody>
          </p:sp>
          <p:sp>
            <p:nvSpPr>
              <p:cNvPr id="794" name="Freeform 99"/>
              <p:cNvSpPr>
                <a:spLocks/>
              </p:cNvSpPr>
              <p:nvPr/>
            </p:nvSpPr>
            <p:spPr bwMode="auto">
              <a:xfrm>
                <a:off x="4493" y="3447"/>
                <a:ext cx="32" cy="68"/>
              </a:xfrm>
              <a:custGeom>
                <a:avLst/>
                <a:gdLst>
                  <a:gd name="T0" fmla="*/ 0 w 253"/>
                  <a:gd name="T1" fmla="*/ 0 h 542"/>
                  <a:gd name="T2" fmla="*/ 0 w 253"/>
                  <a:gd name="T3" fmla="*/ 0 h 542"/>
                  <a:gd name="T4" fmla="*/ 0 w 253"/>
                  <a:gd name="T5" fmla="*/ 0 h 542"/>
                  <a:gd name="T6" fmla="*/ 0 w 253"/>
                  <a:gd name="T7" fmla="*/ 0 h 542"/>
                  <a:gd name="T8" fmla="*/ 0 w 253"/>
                  <a:gd name="T9" fmla="*/ 0 h 542"/>
                  <a:gd name="T10" fmla="*/ 0 w 253"/>
                  <a:gd name="T11" fmla="*/ 0 h 542"/>
                  <a:gd name="T12" fmla="*/ 0 w 253"/>
                  <a:gd name="T13" fmla="*/ 0 h 542"/>
                  <a:gd name="T14" fmla="*/ 0 w 253"/>
                  <a:gd name="T15" fmla="*/ 0 h 542"/>
                  <a:gd name="T16" fmla="*/ 0 w 253"/>
                  <a:gd name="T17" fmla="*/ 0 h 542"/>
                  <a:gd name="T18" fmla="*/ 0 w 253"/>
                  <a:gd name="T19" fmla="*/ 0 h 542"/>
                  <a:gd name="T20" fmla="*/ 0 w 253"/>
                  <a:gd name="T21" fmla="*/ 0 h 542"/>
                  <a:gd name="T22" fmla="*/ 0 w 253"/>
                  <a:gd name="T23" fmla="*/ 0 h 542"/>
                  <a:gd name="T24" fmla="*/ 0 w 253"/>
                  <a:gd name="T25" fmla="*/ 0 h 542"/>
                  <a:gd name="T26" fmla="*/ 0 w 253"/>
                  <a:gd name="T27" fmla="*/ 0 h 542"/>
                  <a:gd name="T28" fmla="*/ 0 w 253"/>
                  <a:gd name="T29" fmla="*/ 0 h 542"/>
                  <a:gd name="T30" fmla="*/ 0 w 253"/>
                  <a:gd name="T31" fmla="*/ 0 h 542"/>
                  <a:gd name="T32" fmla="*/ 0 w 253"/>
                  <a:gd name="T33" fmla="*/ 0 h 5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3"/>
                  <a:gd name="T52" fmla="*/ 0 h 542"/>
                  <a:gd name="T53" fmla="*/ 253 w 253"/>
                  <a:gd name="T54" fmla="*/ 542 h 5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3" h="542">
                    <a:moveTo>
                      <a:pt x="253" y="17"/>
                    </a:moveTo>
                    <a:lnTo>
                      <a:pt x="171" y="118"/>
                    </a:lnTo>
                    <a:lnTo>
                      <a:pt x="145" y="186"/>
                    </a:lnTo>
                    <a:lnTo>
                      <a:pt x="150" y="289"/>
                    </a:lnTo>
                    <a:lnTo>
                      <a:pt x="217" y="542"/>
                    </a:lnTo>
                    <a:lnTo>
                      <a:pt x="104" y="404"/>
                    </a:lnTo>
                    <a:lnTo>
                      <a:pt x="12" y="334"/>
                    </a:lnTo>
                    <a:lnTo>
                      <a:pt x="0" y="240"/>
                    </a:lnTo>
                    <a:lnTo>
                      <a:pt x="0" y="69"/>
                    </a:lnTo>
                    <a:lnTo>
                      <a:pt x="81" y="0"/>
                    </a:lnTo>
                    <a:lnTo>
                      <a:pt x="12" y="74"/>
                    </a:lnTo>
                    <a:lnTo>
                      <a:pt x="12" y="219"/>
                    </a:lnTo>
                    <a:lnTo>
                      <a:pt x="46" y="296"/>
                    </a:lnTo>
                    <a:lnTo>
                      <a:pt x="145" y="362"/>
                    </a:lnTo>
                    <a:lnTo>
                      <a:pt x="127" y="208"/>
                    </a:lnTo>
                    <a:lnTo>
                      <a:pt x="159" y="109"/>
                    </a:lnTo>
                    <a:lnTo>
                      <a:pt x="253" y="17"/>
                    </a:lnTo>
                    <a:close/>
                  </a:path>
                </a:pathLst>
              </a:custGeom>
              <a:solidFill>
                <a:srgbClr val="000000"/>
              </a:solidFill>
              <a:ln w="9525">
                <a:noFill/>
                <a:round/>
                <a:headEnd/>
                <a:tailEnd/>
              </a:ln>
            </p:spPr>
            <p:txBody>
              <a:bodyPr/>
              <a:lstStyle/>
              <a:p>
                <a:pPr algn="ctr"/>
                <a:endParaRPr lang="pt-BR" sz="2400"/>
              </a:p>
            </p:txBody>
          </p:sp>
          <p:sp>
            <p:nvSpPr>
              <p:cNvPr id="795" name="Freeform 100"/>
              <p:cNvSpPr>
                <a:spLocks/>
              </p:cNvSpPr>
              <p:nvPr/>
            </p:nvSpPr>
            <p:spPr bwMode="auto">
              <a:xfrm>
                <a:off x="4652" y="3390"/>
                <a:ext cx="162" cy="77"/>
              </a:xfrm>
              <a:custGeom>
                <a:avLst/>
                <a:gdLst>
                  <a:gd name="T0" fmla="*/ 0 w 1296"/>
                  <a:gd name="T1" fmla="*/ 0 h 618"/>
                  <a:gd name="T2" fmla="*/ 0 w 1296"/>
                  <a:gd name="T3" fmla="*/ 0 h 618"/>
                  <a:gd name="T4" fmla="*/ 0 w 1296"/>
                  <a:gd name="T5" fmla="*/ 0 h 618"/>
                  <a:gd name="T6" fmla="*/ 0 w 1296"/>
                  <a:gd name="T7" fmla="*/ 0 h 618"/>
                  <a:gd name="T8" fmla="*/ 0 w 1296"/>
                  <a:gd name="T9" fmla="*/ 0 h 618"/>
                  <a:gd name="T10" fmla="*/ 0 w 1296"/>
                  <a:gd name="T11" fmla="*/ 0 h 618"/>
                  <a:gd name="T12" fmla="*/ 0 w 1296"/>
                  <a:gd name="T13" fmla="*/ 0 h 618"/>
                  <a:gd name="T14" fmla="*/ 0 w 1296"/>
                  <a:gd name="T15" fmla="*/ 0 h 618"/>
                  <a:gd name="T16" fmla="*/ 0 w 1296"/>
                  <a:gd name="T17" fmla="*/ 0 h 618"/>
                  <a:gd name="T18" fmla="*/ 0 w 1296"/>
                  <a:gd name="T19" fmla="*/ 0 h 618"/>
                  <a:gd name="T20" fmla="*/ 0 w 1296"/>
                  <a:gd name="T21" fmla="*/ 0 h 618"/>
                  <a:gd name="T22" fmla="*/ 0 w 1296"/>
                  <a:gd name="T23" fmla="*/ 0 h 618"/>
                  <a:gd name="T24" fmla="*/ 0 w 1296"/>
                  <a:gd name="T25" fmla="*/ 0 h 618"/>
                  <a:gd name="T26" fmla="*/ 0 w 1296"/>
                  <a:gd name="T27" fmla="*/ 0 h 618"/>
                  <a:gd name="T28" fmla="*/ 0 w 1296"/>
                  <a:gd name="T29" fmla="*/ 0 h 618"/>
                  <a:gd name="T30" fmla="*/ 0 w 1296"/>
                  <a:gd name="T31" fmla="*/ 0 h 61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96"/>
                  <a:gd name="T49" fmla="*/ 0 h 618"/>
                  <a:gd name="T50" fmla="*/ 1296 w 1296"/>
                  <a:gd name="T51" fmla="*/ 618 h 61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96" h="618">
                    <a:moveTo>
                      <a:pt x="493" y="618"/>
                    </a:moveTo>
                    <a:lnTo>
                      <a:pt x="311" y="332"/>
                    </a:lnTo>
                    <a:lnTo>
                      <a:pt x="340" y="311"/>
                    </a:lnTo>
                    <a:lnTo>
                      <a:pt x="924" y="572"/>
                    </a:lnTo>
                    <a:lnTo>
                      <a:pt x="940" y="511"/>
                    </a:lnTo>
                    <a:lnTo>
                      <a:pt x="581" y="286"/>
                    </a:lnTo>
                    <a:lnTo>
                      <a:pt x="0" y="177"/>
                    </a:lnTo>
                    <a:lnTo>
                      <a:pt x="617" y="247"/>
                    </a:lnTo>
                    <a:lnTo>
                      <a:pt x="786" y="352"/>
                    </a:lnTo>
                    <a:lnTo>
                      <a:pt x="995" y="177"/>
                    </a:lnTo>
                    <a:lnTo>
                      <a:pt x="1144" y="115"/>
                    </a:lnTo>
                    <a:lnTo>
                      <a:pt x="1212" y="0"/>
                    </a:lnTo>
                    <a:lnTo>
                      <a:pt x="1296" y="618"/>
                    </a:lnTo>
                    <a:lnTo>
                      <a:pt x="1212" y="399"/>
                    </a:lnTo>
                    <a:lnTo>
                      <a:pt x="995" y="618"/>
                    </a:lnTo>
                    <a:lnTo>
                      <a:pt x="493" y="618"/>
                    </a:lnTo>
                    <a:close/>
                  </a:path>
                </a:pathLst>
              </a:custGeom>
              <a:solidFill>
                <a:srgbClr val="000000"/>
              </a:solidFill>
              <a:ln w="9525">
                <a:noFill/>
                <a:round/>
                <a:headEnd/>
                <a:tailEnd/>
              </a:ln>
            </p:spPr>
            <p:txBody>
              <a:bodyPr/>
              <a:lstStyle/>
              <a:p>
                <a:pPr algn="ctr"/>
                <a:endParaRPr lang="pt-BR" sz="2400"/>
              </a:p>
            </p:txBody>
          </p:sp>
          <p:sp>
            <p:nvSpPr>
              <p:cNvPr id="796" name="Freeform 101"/>
              <p:cNvSpPr>
                <a:spLocks/>
              </p:cNvSpPr>
              <p:nvPr/>
            </p:nvSpPr>
            <p:spPr bwMode="auto">
              <a:xfrm>
                <a:off x="4744" y="3203"/>
                <a:ext cx="58" cy="192"/>
              </a:xfrm>
              <a:custGeom>
                <a:avLst/>
                <a:gdLst>
                  <a:gd name="T0" fmla="*/ 0 w 463"/>
                  <a:gd name="T1" fmla="*/ 0 h 1540"/>
                  <a:gd name="T2" fmla="*/ 0 w 463"/>
                  <a:gd name="T3" fmla="*/ 0 h 1540"/>
                  <a:gd name="T4" fmla="*/ 0 w 463"/>
                  <a:gd name="T5" fmla="*/ 0 h 1540"/>
                  <a:gd name="T6" fmla="*/ 0 w 463"/>
                  <a:gd name="T7" fmla="*/ 0 h 1540"/>
                  <a:gd name="T8" fmla="*/ 0 w 463"/>
                  <a:gd name="T9" fmla="*/ 0 h 1540"/>
                  <a:gd name="T10" fmla="*/ 0 w 463"/>
                  <a:gd name="T11" fmla="*/ 0 h 1540"/>
                  <a:gd name="T12" fmla="*/ 0 w 463"/>
                  <a:gd name="T13" fmla="*/ 0 h 1540"/>
                  <a:gd name="T14" fmla="*/ 0 w 463"/>
                  <a:gd name="T15" fmla="*/ 0 h 1540"/>
                  <a:gd name="T16" fmla="*/ 0 w 463"/>
                  <a:gd name="T17" fmla="*/ 0 h 1540"/>
                  <a:gd name="T18" fmla="*/ 0 w 463"/>
                  <a:gd name="T19" fmla="*/ 0 h 1540"/>
                  <a:gd name="T20" fmla="*/ 0 w 463"/>
                  <a:gd name="T21" fmla="*/ 0 h 1540"/>
                  <a:gd name="T22" fmla="*/ 0 w 463"/>
                  <a:gd name="T23" fmla="*/ 0 h 1540"/>
                  <a:gd name="T24" fmla="*/ 0 w 463"/>
                  <a:gd name="T25" fmla="*/ 0 h 15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3"/>
                  <a:gd name="T40" fmla="*/ 0 h 1540"/>
                  <a:gd name="T41" fmla="*/ 463 w 463"/>
                  <a:gd name="T42" fmla="*/ 1540 h 15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3" h="1540">
                    <a:moveTo>
                      <a:pt x="463" y="1494"/>
                    </a:moveTo>
                    <a:lnTo>
                      <a:pt x="193" y="1540"/>
                    </a:lnTo>
                    <a:lnTo>
                      <a:pt x="0" y="1427"/>
                    </a:lnTo>
                    <a:lnTo>
                      <a:pt x="174" y="1427"/>
                    </a:lnTo>
                    <a:lnTo>
                      <a:pt x="431" y="1258"/>
                    </a:lnTo>
                    <a:lnTo>
                      <a:pt x="313" y="1117"/>
                    </a:lnTo>
                    <a:lnTo>
                      <a:pt x="431" y="1185"/>
                    </a:lnTo>
                    <a:lnTo>
                      <a:pt x="431" y="860"/>
                    </a:lnTo>
                    <a:lnTo>
                      <a:pt x="413" y="357"/>
                    </a:lnTo>
                    <a:lnTo>
                      <a:pt x="361" y="0"/>
                    </a:lnTo>
                    <a:lnTo>
                      <a:pt x="431" y="308"/>
                    </a:lnTo>
                    <a:lnTo>
                      <a:pt x="463" y="1233"/>
                    </a:lnTo>
                    <a:lnTo>
                      <a:pt x="463" y="1494"/>
                    </a:lnTo>
                    <a:close/>
                  </a:path>
                </a:pathLst>
              </a:custGeom>
              <a:solidFill>
                <a:srgbClr val="000000"/>
              </a:solidFill>
              <a:ln w="9525">
                <a:noFill/>
                <a:round/>
                <a:headEnd/>
                <a:tailEnd/>
              </a:ln>
            </p:spPr>
            <p:txBody>
              <a:bodyPr/>
              <a:lstStyle/>
              <a:p>
                <a:pPr algn="ctr"/>
                <a:endParaRPr lang="pt-BR" sz="2400"/>
              </a:p>
            </p:txBody>
          </p:sp>
          <p:sp>
            <p:nvSpPr>
              <p:cNvPr id="797" name="Freeform 102"/>
              <p:cNvSpPr>
                <a:spLocks/>
              </p:cNvSpPr>
              <p:nvPr/>
            </p:nvSpPr>
            <p:spPr bwMode="auto">
              <a:xfrm>
                <a:off x="4753" y="3157"/>
                <a:ext cx="24" cy="100"/>
              </a:xfrm>
              <a:custGeom>
                <a:avLst/>
                <a:gdLst>
                  <a:gd name="T0" fmla="*/ 0 w 189"/>
                  <a:gd name="T1" fmla="*/ 0 h 805"/>
                  <a:gd name="T2" fmla="*/ 0 w 189"/>
                  <a:gd name="T3" fmla="*/ 0 h 805"/>
                  <a:gd name="T4" fmla="*/ 0 w 189"/>
                  <a:gd name="T5" fmla="*/ 0 h 805"/>
                  <a:gd name="T6" fmla="*/ 0 w 189"/>
                  <a:gd name="T7" fmla="*/ 0 h 805"/>
                  <a:gd name="T8" fmla="*/ 0 w 189"/>
                  <a:gd name="T9" fmla="*/ 0 h 805"/>
                  <a:gd name="T10" fmla="*/ 0 w 189"/>
                  <a:gd name="T11" fmla="*/ 0 h 805"/>
                  <a:gd name="T12" fmla="*/ 0 w 189"/>
                  <a:gd name="T13" fmla="*/ 0 h 805"/>
                  <a:gd name="T14" fmla="*/ 0 w 189"/>
                  <a:gd name="T15" fmla="*/ 0 h 805"/>
                  <a:gd name="T16" fmla="*/ 0 w 189"/>
                  <a:gd name="T17" fmla="*/ 0 h 805"/>
                  <a:gd name="T18" fmla="*/ 0 w 189"/>
                  <a:gd name="T19" fmla="*/ 0 h 805"/>
                  <a:gd name="T20" fmla="*/ 0 w 189"/>
                  <a:gd name="T21" fmla="*/ 0 h 805"/>
                  <a:gd name="T22" fmla="*/ 0 w 189"/>
                  <a:gd name="T23" fmla="*/ 0 h 8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9"/>
                  <a:gd name="T37" fmla="*/ 0 h 805"/>
                  <a:gd name="T38" fmla="*/ 189 w 189"/>
                  <a:gd name="T39" fmla="*/ 805 h 80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9" h="805">
                    <a:moveTo>
                      <a:pt x="0" y="636"/>
                    </a:moveTo>
                    <a:lnTo>
                      <a:pt x="171" y="805"/>
                    </a:lnTo>
                    <a:lnTo>
                      <a:pt x="65" y="636"/>
                    </a:lnTo>
                    <a:lnTo>
                      <a:pt x="65" y="348"/>
                    </a:lnTo>
                    <a:lnTo>
                      <a:pt x="151" y="411"/>
                    </a:lnTo>
                    <a:lnTo>
                      <a:pt x="99" y="240"/>
                    </a:lnTo>
                    <a:lnTo>
                      <a:pt x="189" y="0"/>
                    </a:lnTo>
                    <a:lnTo>
                      <a:pt x="53" y="216"/>
                    </a:lnTo>
                    <a:lnTo>
                      <a:pt x="53" y="279"/>
                    </a:lnTo>
                    <a:lnTo>
                      <a:pt x="17" y="348"/>
                    </a:lnTo>
                    <a:lnTo>
                      <a:pt x="17" y="611"/>
                    </a:lnTo>
                    <a:lnTo>
                      <a:pt x="0" y="636"/>
                    </a:lnTo>
                    <a:close/>
                  </a:path>
                </a:pathLst>
              </a:custGeom>
              <a:solidFill>
                <a:srgbClr val="000000"/>
              </a:solidFill>
              <a:ln w="9525">
                <a:noFill/>
                <a:round/>
                <a:headEnd/>
                <a:tailEnd/>
              </a:ln>
            </p:spPr>
            <p:txBody>
              <a:bodyPr/>
              <a:lstStyle/>
              <a:p>
                <a:pPr algn="ctr"/>
                <a:endParaRPr lang="pt-BR" sz="2400"/>
              </a:p>
            </p:txBody>
          </p:sp>
          <p:sp>
            <p:nvSpPr>
              <p:cNvPr id="798" name="Freeform 103"/>
              <p:cNvSpPr>
                <a:spLocks/>
              </p:cNvSpPr>
              <p:nvPr/>
            </p:nvSpPr>
            <p:spPr bwMode="auto">
              <a:xfrm>
                <a:off x="4862" y="3217"/>
                <a:ext cx="59" cy="250"/>
              </a:xfrm>
              <a:custGeom>
                <a:avLst/>
                <a:gdLst>
                  <a:gd name="T0" fmla="*/ 0 w 475"/>
                  <a:gd name="T1" fmla="*/ 0 h 2002"/>
                  <a:gd name="T2" fmla="*/ 0 w 475"/>
                  <a:gd name="T3" fmla="*/ 0 h 2002"/>
                  <a:gd name="T4" fmla="*/ 0 w 475"/>
                  <a:gd name="T5" fmla="*/ 0 h 2002"/>
                  <a:gd name="T6" fmla="*/ 0 w 475"/>
                  <a:gd name="T7" fmla="*/ 0 h 2002"/>
                  <a:gd name="T8" fmla="*/ 0 w 475"/>
                  <a:gd name="T9" fmla="*/ 0 h 2002"/>
                  <a:gd name="T10" fmla="*/ 0 w 475"/>
                  <a:gd name="T11" fmla="*/ 0 h 2002"/>
                  <a:gd name="T12" fmla="*/ 0 60000 65536"/>
                  <a:gd name="T13" fmla="*/ 0 60000 65536"/>
                  <a:gd name="T14" fmla="*/ 0 60000 65536"/>
                  <a:gd name="T15" fmla="*/ 0 60000 65536"/>
                  <a:gd name="T16" fmla="*/ 0 60000 65536"/>
                  <a:gd name="T17" fmla="*/ 0 60000 65536"/>
                  <a:gd name="T18" fmla="*/ 0 w 475"/>
                  <a:gd name="T19" fmla="*/ 0 h 2002"/>
                  <a:gd name="T20" fmla="*/ 475 w 475"/>
                  <a:gd name="T21" fmla="*/ 2002 h 2002"/>
                </a:gdLst>
                <a:ahLst/>
                <a:cxnLst>
                  <a:cxn ang="T12">
                    <a:pos x="T0" y="T1"/>
                  </a:cxn>
                  <a:cxn ang="T13">
                    <a:pos x="T2" y="T3"/>
                  </a:cxn>
                  <a:cxn ang="T14">
                    <a:pos x="T4" y="T5"/>
                  </a:cxn>
                  <a:cxn ang="T15">
                    <a:pos x="T6" y="T7"/>
                  </a:cxn>
                  <a:cxn ang="T16">
                    <a:pos x="T8" y="T9"/>
                  </a:cxn>
                  <a:cxn ang="T17">
                    <a:pos x="T10" y="T11"/>
                  </a:cxn>
                </a:cxnLst>
                <a:rect l="T18" t="T19" r="T20" b="T21"/>
                <a:pathLst>
                  <a:path w="475" h="2002">
                    <a:moveTo>
                      <a:pt x="475" y="2002"/>
                    </a:moveTo>
                    <a:lnTo>
                      <a:pt x="81" y="572"/>
                    </a:lnTo>
                    <a:lnTo>
                      <a:pt x="0" y="0"/>
                    </a:lnTo>
                    <a:lnTo>
                      <a:pt x="48" y="552"/>
                    </a:lnTo>
                    <a:lnTo>
                      <a:pt x="408" y="2002"/>
                    </a:lnTo>
                    <a:lnTo>
                      <a:pt x="475" y="2002"/>
                    </a:lnTo>
                    <a:close/>
                  </a:path>
                </a:pathLst>
              </a:custGeom>
              <a:solidFill>
                <a:srgbClr val="000000"/>
              </a:solidFill>
              <a:ln w="9525">
                <a:noFill/>
                <a:round/>
                <a:headEnd/>
                <a:tailEnd/>
              </a:ln>
            </p:spPr>
            <p:txBody>
              <a:bodyPr/>
              <a:lstStyle/>
              <a:p>
                <a:pPr algn="ctr"/>
                <a:endParaRPr lang="pt-BR" sz="2400"/>
              </a:p>
            </p:txBody>
          </p:sp>
          <p:sp>
            <p:nvSpPr>
              <p:cNvPr id="799" name="Freeform 104"/>
              <p:cNvSpPr>
                <a:spLocks/>
              </p:cNvSpPr>
              <p:nvPr/>
            </p:nvSpPr>
            <p:spPr bwMode="auto">
              <a:xfrm>
                <a:off x="4938" y="3516"/>
                <a:ext cx="21" cy="168"/>
              </a:xfrm>
              <a:custGeom>
                <a:avLst/>
                <a:gdLst>
                  <a:gd name="T0" fmla="*/ 0 w 171"/>
                  <a:gd name="T1" fmla="*/ 0 h 1340"/>
                  <a:gd name="T2" fmla="*/ 0 w 171"/>
                  <a:gd name="T3" fmla="*/ 0 h 1340"/>
                  <a:gd name="T4" fmla="*/ 0 w 171"/>
                  <a:gd name="T5" fmla="*/ 0 h 1340"/>
                  <a:gd name="T6" fmla="*/ 0 w 171"/>
                  <a:gd name="T7" fmla="*/ 0 h 1340"/>
                  <a:gd name="T8" fmla="*/ 0 w 171"/>
                  <a:gd name="T9" fmla="*/ 0 h 1340"/>
                  <a:gd name="T10" fmla="*/ 0 w 171"/>
                  <a:gd name="T11" fmla="*/ 0 h 1340"/>
                  <a:gd name="T12" fmla="*/ 0 60000 65536"/>
                  <a:gd name="T13" fmla="*/ 0 60000 65536"/>
                  <a:gd name="T14" fmla="*/ 0 60000 65536"/>
                  <a:gd name="T15" fmla="*/ 0 60000 65536"/>
                  <a:gd name="T16" fmla="*/ 0 60000 65536"/>
                  <a:gd name="T17" fmla="*/ 0 60000 65536"/>
                  <a:gd name="T18" fmla="*/ 0 w 171"/>
                  <a:gd name="T19" fmla="*/ 0 h 1340"/>
                  <a:gd name="T20" fmla="*/ 171 w 171"/>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171" h="1340">
                    <a:moveTo>
                      <a:pt x="18" y="42"/>
                    </a:moveTo>
                    <a:lnTo>
                      <a:pt x="171" y="528"/>
                    </a:lnTo>
                    <a:lnTo>
                      <a:pt x="171" y="725"/>
                    </a:lnTo>
                    <a:lnTo>
                      <a:pt x="0" y="1340"/>
                    </a:lnTo>
                    <a:lnTo>
                      <a:pt x="0" y="0"/>
                    </a:lnTo>
                    <a:lnTo>
                      <a:pt x="18" y="42"/>
                    </a:lnTo>
                    <a:close/>
                  </a:path>
                </a:pathLst>
              </a:custGeom>
              <a:solidFill>
                <a:srgbClr val="000000"/>
              </a:solidFill>
              <a:ln w="9525">
                <a:noFill/>
                <a:round/>
                <a:headEnd/>
                <a:tailEnd/>
              </a:ln>
            </p:spPr>
            <p:txBody>
              <a:bodyPr/>
              <a:lstStyle/>
              <a:p>
                <a:pPr algn="ctr"/>
                <a:endParaRPr lang="pt-BR" sz="2400"/>
              </a:p>
            </p:txBody>
          </p:sp>
          <p:sp>
            <p:nvSpPr>
              <p:cNvPr id="800" name="Freeform 105"/>
              <p:cNvSpPr>
                <a:spLocks/>
              </p:cNvSpPr>
              <p:nvPr/>
            </p:nvSpPr>
            <p:spPr bwMode="auto">
              <a:xfrm>
                <a:off x="4942" y="3099"/>
                <a:ext cx="71" cy="355"/>
              </a:xfrm>
              <a:custGeom>
                <a:avLst/>
                <a:gdLst>
                  <a:gd name="T0" fmla="*/ 0 w 562"/>
                  <a:gd name="T1" fmla="*/ 0 h 2840"/>
                  <a:gd name="T2" fmla="*/ 0 w 562"/>
                  <a:gd name="T3" fmla="*/ 0 h 2840"/>
                  <a:gd name="T4" fmla="*/ 0 w 562"/>
                  <a:gd name="T5" fmla="*/ 0 h 2840"/>
                  <a:gd name="T6" fmla="*/ 0 w 562"/>
                  <a:gd name="T7" fmla="*/ 0 h 2840"/>
                  <a:gd name="T8" fmla="*/ 0 w 562"/>
                  <a:gd name="T9" fmla="*/ 0 h 2840"/>
                  <a:gd name="T10" fmla="*/ 0 w 562"/>
                  <a:gd name="T11" fmla="*/ 0 h 2840"/>
                  <a:gd name="T12" fmla="*/ 0 w 562"/>
                  <a:gd name="T13" fmla="*/ 0 h 2840"/>
                  <a:gd name="T14" fmla="*/ 0 w 562"/>
                  <a:gd name="T15" fmla="*/ 0 h 2840"/>
                  <a:gd name="T16" fmla="*/ 0 w 562"/>
                  <a:gd name="T17" fmla="*/ 0 h 2840"/>
                  <a:gd name="T18" fmla="*/ 0 w 562"/>
                  <a:gd name="T19" fmla="*/ 0 h 2840"/>
                  <a:gd name="T20" fmla="*/ 0 w 562"/>
                  <a:gd name="T21" fmla="*/ 0 h 2840"/>
                  <a:gd name="T22" fmla="*/ 0 w 562"/>
                  <a:gd name="T23" fmla="*/ 0 h 2840"/>
                  <a:gd name="T24" fmla="*/ 0 w 562"/>
                  <a:gd name="T25" fmla="*/ 0 h 2840"/>
                  <a:gd name="T26" fmla="*/ 0 w 562"/>
                  <a:gd name="T27" fmla="*/ 0 h 2840"/>
                  <a:gd name="T28" fmla="*/ 0 w 562"/>
                  <a:gd name="T29" fmla="*/ 0 h 28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2"/>
                  <a:gd name="T46" fmla="*/ 0 h 2840"/>
                  <a:gd name="T47" fmla="*/ 562 w 562"/>
                  <a:gd name="T48" fmla="*/ 2840 h 28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2" h="2840">
                    <a:moveTo>
                      <a:pt x="0" y="0"/>
                    </a:moveTo>
                    <a:lnTo>
                      <a:pt x="0" y="330"/>
                    </a:lnTo>
                    <a:lnTo>
                      <a:pt x="103" y="904"/>
                    </a:lnTo>
                    <a:lnTo>
                      <a:pt x="103" y="1451"/>
                    </a:lnTo>
                    <a:lnTo>
                      <a:pt x="73" y="1741"/>
                    </a:lnTo>
                    <a:lnTo>
                      <a:pt x="136" y="2154"/>
                    </a:lnTo>
                    <a:lnTo>
                      <a:pt x="136" y="2796"/>
                    </a:lnTo>
                    <a:lnTo>
                      <a:pt x="189" y="2576"/>
                    </a:lnTo>
                    <a:lnTo>
                      <a:pt x="562" y="2840"/>
                    </a:lnTo>
                    <a:lnTo>
                      <a:pt x="189" y="2329"/>
                    </a:lnTo>
                    <a:lnTo>
                      <a:pt x="119" y="1849"/>
                    </a:lnTo>
                    <a:lnTo>
                      <a:pt x="136" y="1385"/>
                    </a:lnTo>
                    <a:lnTo>
                      <a:pt x="119" y="835"/>
                    </a:lnTo>
                    <a:lnTo>
                      <a:pt x="20" y="330"/>
                    </a:lnTo>
                    <a:lnTo>
                      <a:pt x="0" y="0"/>
                    </a:lnTo>
                    <a:close/>
                  </a:path>
                </a:pathLst>
              </a:custGeom>
              <a:solidFill>
                <a:srgbClr val="000000"/>
              </a:solidFill>
              <a:ln w="9525">
                <a:noFill/>
                <a:round/>
                <a:headEnd/>
                <a:tailEnd/>
              </a:ln>
            </p:spPr>
            <p:txBody>
              <a:bodyPr/>
              <a:lstStyle/>
              <a:p>
                <a:pPr algn="ctr"/>
                <a:endParaRPr lang="pt-BR" sz="2400"/>
              </a:p>
            </p:txBody>
          </p:sp>
          <p:sp>
            <p:nvSpPr>
              <p:cNvPr id="801" name="Freeform 106"/>
              <p:cNvSpPr>
                <a:spLocks/>
              </p:cNvSpPr>
              <p:nvPr/>
            </p:nvSpPr>
            <p:spPr bwMode="auto">
              <a:xfrm>
                <a:off x="4913" y="3448"/>
                <a:ext cx="149" cy="294"/>
              </a:xfrm>
              <a:custGeom>
                <a:avLst/>
                <a:gdLst>
                  <a:gd name="T0" fmla="*/ 0 w 1192"/>
                  <a:gd name="T1" fmla="*/ 0 h 2349"/>
                  <a:gd name="T2" fmla="*/ 0 w 1192"/>
                  <a:gd name="T3" fmla="*/ 0 h 2349"/>
                  <a:gd name="T4" fmla="*/ 0 w 1192"/>
                  <a:gd name="T5" fmla="*/ 0 h 2349"/>
                  <a:gd name="T6" fmla="*/ 0 w 1192"/>
                  <a:gd name="T7" fmla="*/ 0 h 2349"/>
                  <a:gd name="T8" fmla="*/ 0 w 1192"/>
                  <a:gd name="T9" fmla="*/ 0 h 2349"/>
                  <a:gd name="T10" fmla="*/ 0 w 1192"/>
                  <a:gd name="T11" fmla="*/ 0 h 2349"/>
                  <a:gd name="T12" fmla="*/ 0 w 1192"/>
                  <a:gd name="T13" fmla="*/ 0 h 2349"/>
                  <a:gd name="T14" fmla="*/ 0 w 1192"/>
                  <a:gd name="T15" fmla="*/ 0 h 2349"/>
                  <a:gd name="T16" fmla="*/ 0 w 1192"/>
                  <a:gd name="T17" fmla="*/ 0 h 2349"/>
                  <a:gd name="T18" fmla="*/ 0 w 1192"/>
                  <a:gd name="T19" fmla="*/ 0 h 2349"/>
                  <a:gd name="T20" fmla="*/ 0 w 1192"/>
                  <a:gd name="T21" fmla="*/ 0 h 2349"/>
                  <a:gd name="T22" fmla="*/ 0 w 1192"/>
                  <a:gd name="T23" fmla="*/ 0 h 2349"/>
                  <a:gd name="T24" fmla="*/ 0 w 1192"/>
                  <a:gd name="T25" fmla="*/ 0 h 2349"/>
                  <a:gd name="T26" fmla="*/ 0 w 1192"/>
                  <a:gd name="T27" fmla="*/ 0 h 2349"/>
                  <a:gd name="T28" fmla="*/ 0 w 1192"/>
                  <a:gd name="T29" fmla="*/ 0 h 2349"/>
                  <a:gd name="T30" fmla="*/ 0 w 1192"/>
                  <a:gd name="T31" fmla="*/ 0 h 2349"/>
                  <a:gd name="T32" fmla="*/ 0 w 1192"/>
                  <a:gd name="T33" fmla="*/ 0 h 2349"/>
                  <a:gd name="T34" fmla="*/ 0 w 1192"/>
                  <a:gd name="T35" fmla="*/ 0 h 2349"/>
                  <a:gd name="T36" fmla="*/ 0 w 1192"/>
                  <a:gd name="T37" fmla="*/ 0 h 2349"/>
                  <a:gd name="T38" fmla="*/ 0 w 1192"/>
                  <a:gd name="T39" fmla="*/ 0 h 234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92"/>
                  <a:gd name="T61" fmla="*/ 0 h 2349"/>
                  <a:gd name="T62" fmla="*/ 1192 w 1192"/>
                  <a:gd name="T63" fmla="*/ 2349 h 234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92" h="2349">
                    <a:moveTo>
                      <a:pt x="374" y="130"/>
                    </a:moveTo>
                    <a:lnTo>
                      <a:pt x="357" y="1075"/>
                    </a:lnTo>
                    <a:lnTo>
                      <a:pt x="203" y="1931"/>
                    </a:lnTo>
                    <a:lnTo>
                      <a:pt x="0" y="1931"/>
                    </a:lnTo>
                    <a:lnTo>
                      <a:pt x="311" y="1975"/>
                    </a:lnTo>
                    <a:lnTo>
                      <a:pt x="853" y="2173"/>
                    </a:lnTo>
                    <a:lnTo>
                      <a:pt x="1192" y="2349"/>
                    </a:lnTo>
                    <a:lnTo>
                      <a:pt x="1143" y="2020"/>
                    </a:lnTo>
                    <a:lnTo>
                      <a:pt x="1007" y="1778"/>
                    </a:lnTo>
                    <a:lnTo>
                      <a:pt x="987" y="1494"/>
                    </a:lnTo>
                    <a:lnTo>
                      <a:pt x="682" y="1165"/>
                    </a:lnTo>
                    <a:lnTo>
                      <a:pt x="1040" y="1101"/>
                    </a:lnTo>
                    <a:lnTo>
                      <a:pt x="698" y="874"/>
                    </a:lnTo>
                    <a:lnTo>
                      <a:pt x="546" y="679"/>
                    </a:lnTo>
                    <a:lnTo>
                      <a:pt x="579" y="566"/>
                    </a:lnTo>
                    <a:lnTo>
                      <a:pt x="1007" y="787"/>
                    </a:lnTo>
                    <a:lnTo>
                      <a:pt x="800" y="547"/>
                    </a:lnTo>
                    <a:lnTo>
                      <a:pt x="460" y="215"/>
                    </a:lnTo>
                    <a:lnTo>
                      <a:pt x="374" y="0"/>
                    </a:lnTo>
                    <a:lnTo>
                      <a:pt x="374" y="130"/>
                    </a:lnTo>
                    <a:close/>
                  </a:path>
                </a:pathLst>
              </a:custGeom>
              <a:solidFill>
                <a:srgbClr val="000000"/>
              </a:solidFill>
              <a:ln w="9525">
                <a:noFill/>
                <a:round/>
                <a:headEnd/>
                <a:tailEnd/>
              </a:ln>
            </p:spPr>
            <p:txBody>
              <a:bodyPr/>
              <a:lstStyle/>
              <a:p>
                <a:pPr algn="ctr"/>
                <a:endParaRPr lang="pt-BR" sz="2400"/>
              </a:p>
            </p:txBody>
          </p:sp>
          <p:sp>
            <p:nvSpPr>
              <p:cNvPr id="802" name="Freeform 107"/>
              <p:cNvSpPr>
                <a:spLocks/>
              </p:cNvSpPr>
              <p:nvPr/>
            </p:nvSpPr>
            <p:spPr bwMode="auto">
              <a:xfrm>
                <a:off x="5062" y="3692"/>
                <a:ext cx="79" cy="116"/>
              </a:xfrm>
              <a:custGeom>
                <a:avLst/>
                <a:gdLst>
                  <a:gd name="T0" fmla="*/ 0 w 633"/>
                  <a:gd name="T1" fmla="*/ 0 h 925"/>
                  <a:gd name="T2" fmla="*/ 0 w 633"/>
                  <a:gd name="T3" fmla="*/ 0 h 925"/>
                  <a:gd name="T4" fmla="*/ 0 w 633"/>
                  <a:gd name="T5" fmla="*/ 0 h 925"/>
                  <a:gd name="T6" fmla="*/ 0 w 633"/>
                  <a:gd name="T7" fmla="*/ 0 h 925"/>
                  <a:gd name="T8" fmla="*/ 0 w 633"/>
                  <a:gd name="T9" fmla="*/ 0 h 925"/>
                  <a:gd name="T10" fmla="*/ 0 w 633"/>
                  <a:gd name="T11" fmla="*/ 0 h 925"/>
                  <a:gd name="T12" fmla="*/ 0 w 633"/>
                  <a:gd name="T13" fmla="*/ 0 h 925"/>
                  <a:gd name="T14" fmla="*/ 0 w 633"/>
                  <a:gd name="T15" fmla="*/ 0 h 925"/>
                  <a:gd name="T16" fmla="*/ 0 w 633"/>
                  <a:gd name="T17" fmla="*/ 0 h 9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3"/>
                  <a:gd name="T28" fmla="*/ 0 h 925"/>
                  <a:gd name="T29" fmla="*/ 633 w 633"/>
                  <a:gd name="T30" fmla="*/ 925 h 9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3" h="925">
                    <a:moveTo>
                      <a:pt x="613" y="925"/>
                    </a:moveTo>
                    <a:lnTo>
                      <a:pt x="292" y="681"/>
                    </a:lnTo>
                    <a:lnTo>
                      <a:pt x="205" y="526"/>
                    </a:lnTo>
                    <a:lnTo>
                      <a:pt x="327" y="113"/>
                    </a:lnTo>
                    <a:lnTo>
                      <a:pt x="633" y="176"/>
                    </a:lnTo>
                    <a:lnTo>
                      <a:pt x="219" y="0"/>
                    </a:lnTo>
                    <a:lnTo>
                      <a:pt x="0" y="376"/>
                    </a:lnTo>
                    <a:lnTo>
                      <a:pt x="274" y="724"/>
                    </a:lnTo>
                    <a:lnTo>
                      <a:pt x="613" y="925"/>
                    </a:lnTo>
                    <a:close/>
                  </a:path>
                </a:pathLst>
              </a:custGeom>
              <a:solidFill>
                <a:srgbClr val="000000"/>
              </a:solidFill>
              <a:ln w="9525">
                <a:noFill/>
                <a:round/>
                <a:headEnd/>
                <a:tailEnd/>
              </a:ln>
            </p:spPr>
            <p:txBody>
              <a:bodyPr/>
              <a:lstStyle/>
              <a:p>
                <a:pPr algn="ctr"/>
                <a:endParaRPr lang="pt-BR" sz="2400"/>
              </a:p>
            </p:txBody>
          </p:sp>
          <p:sp>
            <p:nvSpPr>
              <p:cNvPr id="803" name="Freeform 108"/>
              <p:cNvSpPr>
                <a:spLocks/>
              </p:cNvSpPr>
              <p:nvPr/>
            </p:nvSpPr>
            <p:spPr bwMode="auto">
              <a:xfrm>
                <a:off x="4866" y="3176"/>
                <a:ext cx="35" cy="21"/>
              </a:xfrm>
              <a:custGeom>
                <a:avLst/>
                <a:gdLst>
                  <a:gd name="T0" fmla="*/ 0 w 277"/>
                  <a:gd name="T1" fmla="*/ 0 h 162"/>
                  <a:gd name="T2" fmla="*/ 0 w 277"/>
                  <a:gd name="T3" fmla="*/ 0 h 162"/>
                  <a:gd name="T4" fmla="*/ 0 w 277"/>
                  <a:gd name="T5" fmla="*/ 0 h 162"/>
                  <a:gd name="T6" fmla="*/ 0 w 277"/>
                  <a:gd name="T7" fmla="*/ 0 h 162"/>
                  <a:gd name="T8" fmla="*/ 0 60000 65536"/>
                  <a:gd name="T9" fmla="*/ 0 60000 65536"/>
                  <a:gd name="T10" fmla="*/ 0 60000 65536"/>
                  <a:gd name="T11" fmla="*/ 0 60000 65536"/>
                  <a:gd name="T12" fmla="*/ 0 w 277"/>
                  <a:gd name="T13" fmla="*/ 0 h 162"/>
                  <a:gd name="T14" fmla="*/ 277 w 277"/>
                  <a:gd name="T15" fmla="*/ 162 h 162"/>
                </a:gdLst>
                <a:ahLst/>
                <a:cxnLst>
                  <a:cxn ang="T8">
                    <a:pos x="T0" y="T1"/>
                  </a:cxn>
                  <a:cxn ang="T9">
                    <a:pos x="T2" y="T3"/>
                  </a:cxn>
                  <a:cxn ang="T10">
                    <a:pos x="T4" y="T5"/>
                  </a:cxn>
                  <a:cxn ang="T11">
                    <a:pos x="T6" y="T7"/>
                  </a:cxn>
                </a:cxnLst>
                <a:rect l="T12" t="T13" r="T14" b="T15"/>
                <a:pathLst>
                  <a:path w="277" h="162">
                    <a:moveTo>
                      <a:pt x="242" y="162"/>
                    </a:moveTo>
                    <a:lnTo>
                      <a:pt x="277" y="138"/>
                    </a:lnTo>
                    <a:lnTo>
                      <a:pt x="0" y="0"/>
                    </a:lnTo>
                    <a:lnTo>
                      <a:pt x="242" y="162"/>
                    </a:lnTo>
                    <a:close/>
                  </a:path>
                </a:pathLst>
              </a:custGeom>
              <a:solidFill>
                <a:srgbClr val="000000"/>
              </a:solidFill>
              <a:ln w="9525">
                <a:noFill/>
                <a:round/>
                <a:headEnd/>
                <a:tailEnd/>
              </a:ln>
            </p:spPr>
            <p:txBody>
              <a:bodyPr/>
              <a:lstStyle/>
              <a:p>
                <a:pPr algn="ctr"/>
                <a:endParaRPr lang="pt-BR" sz="2400"/>
              </a:p>
            </p:txBody>
          </p:sp>
          <p:sp>
            <p:nvSpPr>
              <p:cNvPr id="804" name="Freeform 109"/>
              <p:cNvSpPr>
                <a:spLocks/>
              </p:cNvSpPr>
              <p:nvPr/>
            </p:nvSpPr>
            <p:spPr bwMode="auto">
              <a:xfrm>
                <a:off x="4789" y="3097"/>
                <a:ext cx="149" cy="61"/>
              </a:xfrm>
              <a:custGeom>
                <a:avLst/>
                <a:gdLst>
                  <a:gd name="T0" fmla="*/ 0 w 1195"/>
                  <a:gd name="T1" fmla="*/ 0 h 484"/>
                  <a:gd name="T2" fmla="*/ 0 w 1195"/>
                  <a:gd name="T3" fmla="*/ 0 h 484"/>
                  <a:gd name="T4" fmla="*/ 0 w 1195"/>
                  <a:gd name="T5" fmla="*/ 0 h 484"/>
                  <a:gd name="T6" fmla="*/ 0 w 1195"/>
                  <a:gd name="T7" fmla="*/ 0 h 484"/>
                  <a:gd name="T8" fmla="*/ 0 w 1195"/>
                  <a:gd name="T9" fmla="*/ 0 h 484"/>
                  <a:gd name="T10" fmla="*/ 0 w 1195"/>
                  <a:gd name="T11" fmla="*/ 0 h 484"/>
                  <a:gd name="T12" fmla="*/ 0 w 1195"/>
                  <a:gd name="T13" fmla="*/ 0 h 484"/>
                  <a:gd name="T14" fmla="*/ 0 w 1195"/>
                  <a:gd name="T15" fmla="*/ 0 h 484"/>
                  <a:gd name="T16" fmla="*/ 0 w 1195"/>
                  <a:gd name="T17" fmla="*/ 0 h 484"/>
                  <a:gd name="T18" fmla="*/ 0 w 1195"/>
                  <a:gd name="T19" fmla="*/ 0 h 4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5"/>
                  <a:gd name="T31" fmla="*/ 0 h 484"/>
                  <a:gd name="T32" fmla="*/ 1195 w 1195"/>
                  <a:gd name="T33" fmla="*/ 484 h 48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5" h="484">
                    <a:moveTo>
                      <a:pt x="0" y="484"/>
                    </a:moveTo>
                    <a:lnTo>
                      <a:pt x="173" y="348"/>
                    </a:lnTo>
                    <a:lnTo>
                      <a:pt x="386" y="247"/>
                    </a:lnTo>
                    <a:lnTo>
                      <a:pt x="812" y="175"/>
                    </a:lnTo>
                    <a:lnTo>
                      <a:pt x="1195" y="0"/>
                    </a:lnTo>
                    <a:lnTo>
                      <a:pt x="826" y="187"/>
                    </a:lnTo>
                    <a:lnTo>
                      <a:pt x="674" y="223"/>
                    </a:lnTo>
                    <a:lnTo>
                      <a:pt x="386" y="288"/>
                    </a:lnTo>
                    <a:lnTo>
                      <a:pt x="164" y="383"/>
                    </a:lnTo>
                    <a:lnTo>
                      <a:pt x="0" y="484"/>
                    </a:lnTo>
                    <a:close/>
                  </a:path>
                </a:pathLst>
              </a:custGeom>
              <a:solidFill>
                <a:srgbClr val="000000"/>
              </a:solidFill>
              <a:ln w="9525">
                <a:noFill/>
                <a:round/>
                <a:headEnd/>
                <a:tailEnd/>
              </a:ln>
            </p:spPr>
            <p:txBody>
              <a:bodyPr/>
              <a:lstStyle/>
              <a:p>
                <a:pPr algn="ctr"/>
                <a:endParaRPr lang="pt-BR" sz="2400"/>
              </a:p>
            </p:txBody>
          </p:sp>
          <p:sp>
            <p:nvSpPr>
              <p:cNvPr id="805" name="Freeform 110"/>
              <p:cNvSpPr>
                <a:spLocks/>
              </p:cNvSpPr>
              <p:nvPr/>
            </p:nvSpPr>
            <p:spPr bwMode="auto">
              <a:xfrm>
                <a:off x="5094" y="3077"/>
                <a:ext cx="159" cy="47"/>
              </a:xfrm>
              <a:custGeom>
                <a:avLst/>
                <a:gdLst>
                  <a:gd name="T0" fmla="*/ 0 w 1275"/>
                  <a:gd name="T1" fmla="*/ 0 h 369"/>
                  <a:gd name="T2" fmla="*/ 0 w 1275"/>
                  <a:gd name="T3" fmla="*/ 0 h 369"/>
                  <a:gd name="T4" fmla="*/ 0 w 1275"/>
                  <a:gd name="T5" fmla="*/ 0 h 369"/>
                  <a:gd name="T6" fmla="*/ 0 w 1275"/>
                  <a:gd name="T7" fmla="*/ 0 h 369"/>
                  <a:gd name="T8" fmla="*/ 0 w 1275"/>
                  <a:gd name="T9" fmla="*/ 0 h 369"/>
                  <a:gd name="T10" fmla="*/ 0 w 1275"/>
                  <a:gd name="T11" fmla="*/ 0 h 369"/>
                  <a:gd name="T12" fmla="*/ 0 w 1275"/>
                  <a:gd name="T13" fmla="*/ 0 h 369"/>
                  <a:gd name="T14" fmla="*/ 0 w 1275"/>
                  <a:gd name="T15" fmla="*/ 0 h 369"/>
                  <a:gd name="T16" fmla="*/ 0 w 1275"/>
                  <a:gd name="T17" fmla="*/ 0 h 369"/>
                  <a:gd name="T18" fmla="*/ 0 w 1275"/>
                  <a:gd name="T19" fmla="*/ 0 h 3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75"/>
                  <a:gd name="T31" fmla="*/ 0 h 369"/>
                  <a:gd name="T32" fmla="*/ 1275 w 1275"/>
                  <a:gd name="T33" fmla="*/ 369 h 3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75" h="369">
                    <a:moveTo>
                      <a:pt x="13" y="0"/>
                    </a:moveTo>
                    <a:lnTo>
                      <a:pt x="413" y="197"/>
                    </a:lnTo>
                    <a:lnTo>
                      <a:pt x="802" y="283"/>
                    </a:lnTo>
                    <a:lnTo>
                      <a:pt x="1086" y="318"/>
                    </a:lnTo>
                    <a:lnTo>
                      <a:pt x="1275" y="369"/>
                    </a:lnTo>
                    <a:lnTo>
                      <a:pt x="1081" y="334"/>
                    </a:lnTo>
                    <a:lnTo>
                      <a:pt x="740" y="293"/>
                    </a:lnTo>
                    <a:lnTo>
                      <a:pt x="384" y="208"/>
                    </a:lnTo>
                    <a:lnTo>
                      <a:pt x="0" y="21"/>
                    </a:lnTo>
                    <a:lnTo>
                      <a:pt x="13" y="0"/>
                    </a:lnTo>
                    <a:close/>
                  </a:path>
                </a:pathLst>
              </a:custGeom>
              <a:solidFill>
                <a:srgbClr val="000000"/>
              </a:solidFill>
              <a:ln w="9525">
                <a:noFill/>
                <a:round/>
                <a:headEnd/>
                <a:tailEnd/>
              </a:ln>
            </p:spPr>
            <p:txBody>
              <a:bodyPr/>
              <a:lstStyle/>
              <a:p>
                <a:pPr algn="ctr"/>
                <a:endParaRPr lang="pt-BR" sz="2400"/>
              </a:p>
            </p:txBody>
          </p:sp>
          <p:sp>
            <p:nvSpPr>
              <p:cNvPr id="806" name="Freeform 111"/>
              <p:cNvSpPr>
                <a:spLocks/>
              </p:cNvSpPr>
              <p:nvPr/>
            </p:nvSpPr>
            <p:spPr bwMode="auto">
              <a:xfrm>
                <a:off x="5132" y="3147"/>
                <a:ext cx="25" cy="23"/>
              </a:xfrm>
              <a:custGeom>
                <a:avLst/>
                <a:gdLst>
                  <a:gd name="T0" fmla="*/ 0 w 203"/>
                  <a:gd name="T1" fmla="*/ 0 h 187"/>
                  <a:gd name="T2" fmla="*/ 0 w 203"/>
                  <a:gd name="T3" fmla="*/ 0 h 187"/>
                  <a:gd name="T4" fmla="*/ 0 w 203"/>
                  <a:gd name="T5" fmla="*/ 0 h 187"/>
                  <a:gd name="T6" fmla="*/ 0 w 203"/>
                  <a:gd name="T7" fmla="*/ 0 h 187"/>
                  <a:gd name="T8" fmla="*/ 0 60000 65536"/>
                  <a:gd name="T9" fmla="*/ 0 60000 65536"/>
                  <a:gd name="T10" fmla="*/ 0 60000 65536"/>
                  <a:gd name="T11" fmla="*/ 0 60000 65536"/>
                  <a:gd name="T12" fmla="*/ 0 w 203"/>
                  <a:gd name="T13" fmla="*/ 0 h 187"/>
                  <a:gd name="T14" fmla="*/ 203 w 203"/>
                  <a:gd name="T15" fmla="*/ 187 h 187"/>
                </a:gdLst>
                <a:ahLst/>
                <a:cxnLst>
                  <a:cxn ang="T8">
                    <a:pos x="T0" y="T1"/>
                  </a:cxn>
                  <a:cxn ang="T9">
                    <a:pos x="T2" y="T3"/>
                  </a:cxn>
                  <a:cxn ang="T10">
                    <a:pos x="T4" y="T5"/>
                  </a:cxn>
                  <a:cxn ang="T11">
                    <a:pos x="T6" y="T7"/>
                  </a:cxn>
                </a:cxnLst>
                <a:rect l="T12" t="T13" r="T14" b="T15"/>
                <a:pathLst>
                  <a:path w="203" h="187">
                    <a:moveTo>
                      <a:pt x="203" y="0"/>
                    </a:moveTo>
                    <a:lnTo>
                      <a:pt x="0" y="176"/>
                    </a:lnTo>
                    <a:lnTo>
                      <a:pt x="49" y="187"/>
                    </a:lnTo>
                    <a:lnTo>
                      <a:pt x="203" y="0"/>
                    </a:lnTo>
                    <a:close/>
                  </a:path>
                </a:pathLst>
              </a:custGeom>
              <a:solidFill>
                <a:srgbClr val="000000"/>
              </a:solidFill>
              <a:ln w="9525">
                <a:noFill/>
                <a:round/>
                <a:headEnd/>
                <a:tailEnd/>
              </a:ln>
            </p:spPr>
            <p:txBody>
              <a:bodyPr/>
              <a:lstStyle/>
              <a:p>
                <a:pPr algn="ctr"/>
                <a:endParaRPr lang="pt-BR" sz="2400"/>
              </a:p>
            </p:txBody>
          </p:sp>
          <p:sp>
            <p:nvSpPr>
              <p:cNvPr id="807" name="Freeform 112"/>
              <p:cNvSpPr>
                <a:spLocks/>
              </p:cNvSpPr>
              <p:nvPr/>
            </p:nvSpPr>
            <p:spPr bwMode="auto">
              <a:xfrm>
                <a:off x="4959" y="3101"/>
                <a:ext cx="127" cy="253"/>
              </a:xfrm>
              <a:custGeom>
                <a:avLst/>
                <a:gdLst>
                  <a:gd name="T0" fmla="*/ 0 w 1015"/>
                  <a:gd name="T1" fmla="*/ 0 h 2024"/>
                  <a:gd name="T2" fmla="*/ 0 w 1015"/>
                  <a:gd name="T3" fmla="*/ 0 h 2024"/>
                  <a:gd name="T4" fmla="*/ 0 w 1015"/>
                  <a:gd name="T5" fmla="*/ 0 h 2024"/>
                  <a:gd name="T6" fmla="*/ 0 w 1015"/>
                  <a:gd name="T7" fmla="*/ 0 h 2024"/>
                  <a:gd name="T8" fmla="*/ 0 w 1015"/>
                  <a:gd name="T9" fmla="*/ 0 h 2024"/>
                  <a:gd name="T10" fmla="*/ 0 w 1015"/>
                  <a:gd name="T11" fmla="*/ 0 h 2024"/>
                  <a:gd name="T12" fmla="*/ 0 w 1015"/>
                  <a:gd name="T13" fmla="*/ 0 h 2024"/>
                  <a:gd name="T14" fmla="*/ 0 w 1015"/>
                  <a:gd name="T15" fmla="*/ 0 h 2024"/>
                  <a:gd name="T16" fmla="*/ 0 w 1015"/>
                  <a:gd name="T17" fmla="*/ 0 h 2024"/>
                  <a:gd name="T18" fmla="*/ 0 w 1015"/>
                  <a:gd name="T19" fmla="*/ 0 h 2024"/>
                  <a:gd name="T20" fmla="*/ 0 w 1015"/>
                  <a:gd name="T21" fmla="*/ 0 h 2024"/>
                  <a:gd name="T22" fmla="*/ 0 w 1015"/>
                  <a:gd name="T23" fmla="*/ 0 h 2024"/>
                  <a:gd name="T24" fmla="*/ 0 w 1015"/>
                  <a:gd name="T25" fmla="*/ 0 h 2024"/>
                  <a:gd name="T26" fmla="*/ 0 w 1015"/>
                  <a:gd name="T27" fmla="*/ 0 h 2024"/>
                  <a:gd name="T28" fmla="*/ 0 w 1015"/>
                  <a:gd name="T29" fmla="*/ 0 h 2024"/>
                  <a:gd name="T30" fmla="*/ 0 w 1015"/>
                  <a:gd name="T31" fmla="*/ 0 h 2024"/>
                  <a:gd name="T32" fmla="*/ 0 w 1015"/>
                  <a:gd name="T33" fmla="*/ 0 h 2024"/>
                  <a:gd name="T34" fmla="*/ 0 w 1015"/>
                  <a:gd name="T35" fmla="*/ 0 h 2024"/>
                  <a:gd name="T36" fmla="*/ 0 w 1015"/>
                  <a:gd name="T37" fmla="*/ 0 h 2024"/>
                  <a:gd name="T38" fmla="*/ 0 w 1015"/>
                  <a:gd name="T39" fmla="*/ 0 h 2024"/>
                  <a:gd name="T40" fmla="*/ 0 w 1015"/>
                  <a:gd name="T41" fmla="*/ 0 h 2024"/>
                  <a:gd name="T42" fmla="*/ 0 w 1015"/>
                  <a:gd name="T43" fmla="*/ 0 h 2024"/>
                  <a:gd name="T44" fmla="*/ 0 w 1015"/>
                  <a:gd name="T45" fmla="*/ 0 h 2024"/>
                  <a:gd name="T46" fmla="*/ 0 w 1015"/>
                  <a:gd name="T47" fmla="*/ 0 h 2024"/>
                  <a:gd name="T48" fmla="*/ 0 w 1015"/>
                  <a:gd name="T49" fmla="*/ 0 h 2024"/>
                  <a:gd name="T50" fmla="*/ 0 w 1015"/>
                  <a:gd name="T51" fmla="*/ 0 h 2024"/>
                  <a:gd name="T52" fmla="*/ 0 w 1015"/>
                  <a:gd name="T53" fmla="*/ 0 h 2024"/>
                  <a:gd name="T54" fmla="*/ 0 w 1015"/>
                  <a:gd name="T55" fmla="*/ 0 h 2024"/>
                  <a:gd name="T56" fmla="*/ 0 w 1015"/>
                  <a:gd name="T57" fmla="*/ 0 h 2024"/>
                  <a:gd name="T58" fmla="*/ 0 w 1015"/>
                  <a:gd name="T59" fmla="*/ 0 h 2024"/>
                  <a:gd name="T60" fmla="*/ 0 w 1015"/>
                  <a:gd name="T61" fmla="*/ 0 h 2024"/>
                  <a:gd name="T62" fmla="*/ 0 w 1015"/>
                  <a:gd name="T63" fmla="*/ 0 h 2024"/>
                  <a:gd name="T64" fmla="*/ 0 w 1015"/>
                  <a:gd name="T65" fmla="*/ 0 h 2024"/>
                  <a:gd name="T66" fmla="*/ 0 w 1015"/>
                  <a:gd name="T67" fmla="*/ 0 h 2024"/>
                  <a:gd name="T68" fmla="*/ 0 w 1015"/>
                  <a:gd name="T69" fmla="*/ 0 h 2024"/>
                  <a:gd name="T70" fmla="*/ 0 w 1015"/>
                  <a:gd name="T71" fmla="*/ 0 h 2024"/>
                  <a:gd name="T72" fmla="*/ 0 w 1015"/>
                  <a:gd name="T73" fmla="*/ 0 h 2024"/>
                  <a:gd name="T74" fmla="*/ 0 w 1015"/>
                  <a:gd name="T75" fmla="*/ 0 h 2024"/>
                  <a:gd name="T76" fmla="*/ 0 w 1015"/>
                  <a:gd name="T77" fmla="*/ 0 h 2024"/>
                  <a:gd name="T78" fmla="*/ 0 w 1015"/>
                  <a:gd name="T79" fmla="*/ 0 h 2024"/>
                  <a:gd name="T80" fmla="*/ 0 w 1015"/>
                  <a:gd name="T81" fmla="*/ 0 h 2024"/>
                  <a:gd name="T82" fmla="*/ 0 w 1015"/>
                  <a:gd name="T83" fmla="*/ 0 h 2024"/>
                  <a:gd name="T84" fmla="*/ 0 w 1015"/>
                  <a:gd name="T85" fmla="*/ 0 h 2024"/>
                  <a:gd name="T86" fmla="*/ 0 w 1015"/>
                  <a:gd name="T87" fmla="*/ 0 h 2024"/>
                  <a:gd name="T88" fmla="*/ 0 w 1015"/>
                  <a:gd name="T89" fmla="*/ 0 h 2024"/>
                  <a:gd name="T90" fmla="*/ 0 w 1015"/>
                  <a:gd name="T91" fmla="*/ 0 h 2024"/>
                  <a:gd name="T92" fmla="*/ 0 w 1015"/>
                  <a:gd name="T93" fmla="*/ 0 h 2024"/>
                  <a:gd name="T94" fmla="*/ 0 w 1015"/>
                  <a:gd name="T95" fmla="*/ 0 h 2024"/>
                  <a:gd name="T96" fmla="*/ 0 w 1015"/>
                  <a:gd name="T97" fmla="*/ 0 h 2024"/>
                  <a:gd name="T98" fmla="*/ 0 w 1015"/>
                  <a:gd name="T99" fmla="*/ 0 h 2024"/>
                  <a:gd name="T100" fmla="*/ 0 w 1015"/>
                  <a:gd name="T101" fmla="*/ 0 h 2024"/>
                  <a:gd name="T102" fmla="*/ 0 w 1015"/>
                  <a:gd name="T103" fmla="*/ 0 h 2024"/>
                  <a:gd name="T104" fmla="*/ 0 w 1015"/>
                  <a:gd name="T105" fmla="*/ 0 h 2024"/>
                  <a:gd name="T106" fmla="*/ 0 w 1015"/>
                  <a:gd name="T107" fmla="*/ 0 h 2024"/>
                  <a:gd name="T108" fmla="*/ 0 w 1015"/>
                  <a:gd name="T109" fmla="*/ 0 h 202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15"/>
                  <a:gd name="T166" fmla="*/ 0 h 2024"/>
                  <a:gd name="T167" fmla="*/ 1015 w 1015"/>
                  <a:gd name="T168" fmla="*/ 2024 h 202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15" h="2024">
                    <a:moveTo>
                      <a:pt x="441" y="499"/>
                    </a:moveTo>
                    <a:lnTo>
                      <a:pt x="335" y="533"/>
                    </a:lnTo>
                    <a:lnTo>
                      <a:pt x="263" y="607"/>
                    </a:lnTo>
                    <a:lnTo>
                      <a:pt x="182" y="720"/>
                    </a:lnTo>
                    <a:lnTo>
                      <a:pt x="145" y="870"/>
                    </a:lnTo>
                    <a:lnTo>
                      <a:pt x="37" y="1193"/>
                    </a:lnTo>
                    <a:lnTo>
                      <a:pt x="0" y="1130"/>
                    </a:lnTo>
                    <a:lnTo>
                      <a:pt x="88" y="1365"/>
                    </a:lnTo>
                    <a:lnTo>
                      <a:pt x="204" y="1591"/>
                    </a:lnTo>
                    <a:lnTo>
                      <a:pt x="356" y="1780"/>
                    </a:lnTo>
                    <a:lnTo>
                      <a:pt x="483" y="1971"/>
                    </a:lnTo>
                    <a:lnTo>
                      <a:pt x="514" y="2024"/>
                    </a:lnTo>
                    <a:lnTo>
                      <a:pt x="406" y="1813"/>
                    </a:lnTo>
                    <a:lnTo>
                      <a:pt x="279" y="1639"/>
                    </a:lnTo>
                    <a:lnTo>
                      <a:pt x="204" y="1516"/>
                    </a:lnTo>
                    <a:lnTo>
                      <a:pt x="59" y="1206"/>
                    </a:lnTo>
                    <a:lnTo>
                      <a:pt x="211" y="729"/>
                    </a:lnTo>
                    <a:lnTo>
                      <a:pt x="250" y="692"/>
                    </a:lnTo>
                    <a:lnTo>
                      <a:pt x="376" y="833"/>
                    </a:lnTo>
                    <a:lnTo>
                      <a:pt x="307" y="1105"/>
                    </a:lnTo>
                    <a:lnTo>
                      <a:pt x="307" y="1554"/>
                    </a:lnTo>
                    <a:lnTo>
                      <a:pt x="330" y="1118"/>
                    </a:lnTo>
                    <a:lnTo>
                      <a:pt x="415" y="859"/>
                    </a:lnTo>
                    <a:lnTo>
                      <a:pt x="487" y="1105"/>
                    </a:lnTo>
                    <a:lnTo>
                      <a:pt x="558" y="1079"/>
                    </a:lnTo>
                    <a:lnTo>
                      <a:pt x="514" y="833"/>
                    </a:lnTo>
                    <a:lnTo>
                      <a:pt x="672" y="1105"/>
                    </a:lnTo>
                    <a:lnTo>
                      <a:pt x="734" y="1354"/>
                    </a:lnTo>
                    <a:lnTo>
                      <a:pt x="549" y="1971"/>
                    </a:lnTo>
                    <a:lnTo>
                      <a:pt x="780" y="1365"/>
                    </a:lnTo>
                    <a:lnTo>
                      <a:pt x="897" y="859"/>
                    </a:lnTo>
                    <a:lnTo>
                      <a:pt x="1015" y="0"/>
                    </a:lnTo>
                    <a:lnTo>
                      <a:pt x="877" y="756"/>
                    </a:lnTo>
                    <a:lnTo>
                      <a:pt x="828" y="892"/>
                    </a:lnTo>
                    <a:lnTo>
                      <a:pt x="771" y="778"/>
                    </a:lnTo>
                    <a:lnTo>
                      <a:pt x="734" y="595"/>
                    </a:lnTo>
                    <a:lnTo>
                      <a:pt x="655" y="547"/>
                    </a:lnTo>
                    <a:lnTo>
                      <a:pt x="521" y="510"/>
                    </a:lnTo>
                    <a:lnTo>
                      <a:pt x="639" y="595"/>
                    </a:lnTo>
                    <a:lnTo>
                      <a:pt x="626" y="720"/>
                    </a:lnTo>
                    <a:lnTo>
                      <a:pt x="600" y="819"/>
                    </a:lnTo>
                    <a:lnTo>
                      <a:pt x="692" y="607"/>
                    </a:lnTo>
                    <a:lnTo>
                      <a:pt x="720" y="657"/>
                    </a:lnTo>
                    <a:lnTo>
                      <a:pt x="762" y="819"/>
                    </a:lnTo>
                    <a:lnTo>
                      <a:pt x="828" y="945"/>
                    </a:lnTo>
                    <a:lnTo>
                      <a:pt x="762" y="1226"/>
                    </a:lnTo>
                    <a:lnTo>
                      <a:pt x="685" y="1031"/>
                    </a:lnTo>
                    <a:lnTo>
                      <a:pt x="514" y="793"/>
                    </a:lnTo>
                    <a:lnTo>
                      <a:pt x="464" y="793"/>
                    </a:lnTo>
                    <a:lnTo>
                      <a:pt x="424" y="807"/>
                    </a:lnTo>
                    <a:lnTo>
                      <a:pt x="384" y="720"/>
                    </a:lnTo>
                    <a:lnTo>
                      <a:pt x="406" y="692"/>
                    </a:lnTo>
                    <a:lnTo>
                      <a:pt x="483" y="756"/>
                    </a:lnTo>
                    <a:lnTo>
                      <a:pt x="356" y="558"/>
                    </a:lnTo>
                    <a:lnTo>
                      <a:pt x="441" y="499"/>
                    </a:lnTo>
                    <a:close/>
                  </a:path>
                </a:pathLst>
              </a:custGeom>
              <a:solidFill>
                <a:srgbClr val="000000"/>
              </a:solidFill>
              <a:ln w="9525">
                <a:noFill/>
                <a:round/>
                <a:headEnd/>
                <a:tailEnd/>
              </a:ln>
            </p:spPr>
            <p:txBody>
              <a:bodyPr/>
              <a:lstStyle/>
              <a:p>
                <a:pPr algn="ctr"/>
                <a:endParaRPr lang="pt-BR" sz="2400"/>
              </a:p>
            </p:txBody>
          </p:sp>
          <p:sp>
            <p:nvSpPr>
              <p:cNvPr id="808" name="Freeform 113"/>
              <p:cNvSpPr>
                <a:spLocks/>
              </p:cNvSpPr>
              <p:nvPr/>
            </p:nvSpPr>
            <p:spPr bwMode="auto">
              <a:xfrm>
                <a:off x="5070" y="3160"/>
                <a:ext cx="79" cy="577"/>
              </a:xfrm>
              <a:custGeom>
                <a:avLst/>
                <a:gdLst>
                  <a:gd name="T0" fmla="*/ 0 w 632"/>
                  <a:gd name="T1" fmla="*/ 0 h 4620"/>
                  <a:gd name="T2" fmla="*/ 0 w 632"/>
                  <a:gd name="T3" fmla="*/ 0 h 4620"/>
                  <a:gd name="T4" fmla="*/ 0 w 632"/>
                  <a:gd name="T5" fmla="*/ 0 h 4620"/>
                  <a:gd name="T6" fmla="*/ 0 w 632"/>
                  <a:gd name="T7" fmla="*/ 0 h 4620"/>
                  <a:gd name="T8" fmla="*/ 0 w 632"/>
                  <a:gd name="T9" fmla="*/ 0 h 4620"/>
                  <a:gd name="T10" fmla="*/ 0 w 632"/>
                  <a:gd name="T11" fmla="*/ 0 h 4620"/>
                  <a:gd name="T12" fmla="*/ 0 w 632"/>
                  <a:gd name="T13" fmla="*/ 0 h 4620"/>
                  <a:gd name="T14" fmla="*/ 0 w 632"/>
                  <a:gd name="T15" fmla="*/ 0 h 4620"/>
                  <a:gd name="T16" fmla="*/ 0 w 632"/>
                  <a:gd name="T17" fmla="*/ 0 h 4620"/>
                  <a:gd name="T18" fmla="*/ 0 w 632"/>
                  <a:gd name="T19" fmla="*/ 0 h 4620"/>
                  <a:gd name="T20" fmla="*/ 0 w 632"/>
                  <a:gd name="T21" fmla="*/ 0 h 4620"/>
                  <a:gd name="T22" fmla="*/ 0 w 632"/>
                  <a:gd name="T23" fmla="*/ 0 h 4620"/>
                  <a:gd name="T24" fmla="*/ 0 w 632"/>
                  <a:gd name="T25" fmla="*/ 0 h 4620"/>
                  <a:gd name="T26" fmla="*/ 0 w 632"/>
                  <a:gd name="T27" fmla="*/ 0 h 4620"/>
                  <a:gd name="T28" fmla="*/ 0 w 632"/>
                  <a:gd name="T29" fmla="*/ 0 h 4620"/>
                  <a:gd name="T30" fmla="*/ 0 w 632"/>
                  <a:gd name="T31" fmla="*/ 0 h 4620"/>
                  <a:gd name="T32" fmla="*/ 0 w 632"/>
                  <a:gd name="T33" fmla="*/ 0 h 46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32"/>
                  <a:gd name="T52" fmla="*/ 0 h 4620"/>
                  <a:gd name="T53" fmla="*/ 632 w 632"/>
                  <a:gd name="T54" fmla="*/ 4620 h 46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32" h="4620">
                    <a:moveTo>
                      <a:pt x="56" y="0"/>
                    </a:moveTo>
                    <a:lnTo>
                      <a:pt x="28" y="487"/>
                    </a:lnTo>
                    <a:lnTo>
                      <a:pt x="28" y="901"/>
                    </a:lnTo>
                    <a:lnTo>
                      <a:pt x="94" y="2683"/>
                    </a:lnTo>
                    <a:lnTo>
                      <a:pt x="155" y="3133"/>
                    </a:lnTo>
                    <a:lnTo>
                      <a:pt x="240" y="2577"/>
                    </a:lnTo>
                    <a:lnTo>
                      <a:pt x="512" y="1660"/>
                    </a:lnTo>
                    <a:lnTo>
                      <a:pt x="431" y="2063"/>
                    </a:lnTo>
                    <a:lnTo>
                      <a:pt x="296" y="2806"/>
                    </a:lnTo>
                    <a:lnTo>
                      <a:pt x="272" y="3340"/>
                    </a:lnTo>
                    <a:lnTo>
                      <a:pt x="312" y="3684"/>
                    </a:lnTo>
                    <a:lnTo>
                      <a:pt x="632" y="4620"/>
                    </a:lnTo>
                    <a:lnTo>
                      <a:pt x="240" y="3705"/>
                    </a:lnTo>
                    <a:lnTo>
                      <a:pt x="83" y="3045"/>
                    </a:lnTo>
                    <a:lnTo>
                      <a:pt x="46" y="2421"/>
                    </a:lnTo>
                    <a:lnTo>
                      <a:pt x="0" y="450"/>
                    </a:lnTo>
                    <a:lnTo>
                      <a:pt x="56" y="0"/>
                    </a:lnTo>
                    <a:close/>
                  </a:path>
                </a:pathLst>
              </a:custGeom>
              <a:solidFill>
                <a:srgbClr val="000000"/>
              </a:solidFill>
              <a:ln w="9525">
                <a:noFill/>
                <a:round/>
                <a:headEnd/>
                <a:tailEnd/>
              </a:ln>
            </p:spPr>
            <p:txBody>
              <a:bodyPr/>
              <a:lstStyle/>
              <a:p>
                <a:pPr algn="ctr"/>
                <a:endParaRPr lang="pt-BR" sz="2400"/>
              </a:p>
            </p:txBody>
          </p:sp>
          <p:sp>
            <p:nvSpPr>
              <p:cNvPr id="809" name="Freeform 114"/>
              <p:cNvSpPr>
                <a:spLocks/>
              </p:cNvSpPr>
              <p:nvPr/>
            </p:nvSpPr>
            <p:spPr bwMode="auto">
              <a:xfrm>
                <a:off x="5018" y="3394"/>
                <a:ext cx="17" cy="17"/>
              </a:xfrm>
              <a:custGeom>
                <a:avLst/>
                <a:gdLst>
                  <a:gd name="T0" fmla="*/ 0 w 137"/>
                  <a:gd name="T1" fmla="*/ 0 h 136"/>
                  <a:gd name="T2" fmla="*/ 0 w 137"/>
                  <a:gd name="T3" fmla="*/ 0 h 136"/>
                  <a:gd name="T4" fmla="*/ 0 w 137"/>
                  <a:gd name="T5" fmla="*/ 0 h 136"/>
                  <a:gd name="T6" fmla="*/ 0 w 137"/>
                  <a:gd name="T7" fmla="*/ 0 h 136"/>
                  <a:gd name="T8" fmla="*/ 0 w 137"/>
                  <a:gd name="T9" fmla="*/ 0 h 136"/>
                  <a:gd name="T10" fmla="*/ 0 w 137"/>
                  <a:gd name="T11" fmla="*/ 0 h 136"/>
                  <a:gd name="T12" fmla="*/ 0 w 137"/>
                  <a:gd name="T13" fmla="*/ 0 h 136"/>
                  <a:gd name="T14" fmla="*/ 0 w 137"/>
                  <a:gd name="T15" fmla="*/ 0 h 136"/>
                  <a:gd name="T16" fmla="*/ 0 w 137"/>
                  <a:gd name="T17" fmla="*/ 0 h 136"/>
                  <a:gd name="T18" fmla="*/ 0 w 137"/>
                  <a:gd name="T19" fmla="*/ 0 h 136"/>
                  <a:gd name="T20" fmla="*/ 0 w 137"/>
                  <a:gd name="T21" fmla="*/ 0 h 136"/>
                  <a:gd name="T22" fmla="*/ 0 w 137"/>
                  <a:gd name="T23" fmla="*/ 0 h 136"/>
                  <a:gd name="T24" fmla="*/ 0 w 137"/>
                  <a:gd name="T25" fmla="*/ 0 h 136"/>
                  <a:gd name="T26" fmla="*/ 0 w 137"/>
                  <a:gd name="T27" fmla="*/ 0 h 136"/>
                  <a:gd name="T28" fmla="*/ 0 w 137"/>
                  <a:gd name="T29" fmla="*/ 0 h 136"/>
                  <a:gd name="T30" fmla="*/ 0 w 137"/>
                  <a:gd name="T31" fmla="*/ 0 h 136"/>
                  <a:gd name="T32" fmla="*/ 0 w 137"/>
                  <a:gd name="T33" fmla="*/ 0 h 136"/>
                  <a:gd name="T34" fmla="*/ 0 w 137"/>
                  <a:gd name="T35" fmla="*/ 0 h 136"/>
                  <a:gd name="T36" fmla="*/ 0 w 137"/>
                  <a:gd name="T37" fmla="*/ 0 h 136"/>
                  <a:gd name="T38" fmla="*/ 0 w 137"/>
                  <a:gd name="T39" fmla="*/ 0 h 136"/>
                  <a:gd name="T40" fmla="*/ 0 w 137"/>
                  <a:gd name="T41" fmla="*/ 0 h 136"/>
                  <a:gd name="T42" fmla="*/ 0 w 137"/>
                  <a:gd name="T43" fmla="*/ 0 h 1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7"/>
                  <a:gd name="T67" fmla="*/ 0 h 136"/>
                  <a:gd name="T68" fmla="*/ 137 w 137"/>
                  <a:gd name="T69" fmla="*/ 136 h 1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7" h="136">
                    <a:moveTo>
                      <a:pt x="137" y="67"/>
                    </a:moveTo>
                    <a:lnTo>
                      <a:pt x="134" y="46"/>
                    </a:lnTo>
                    <a:lnTo>
                      <a:pt x="125" y="23"/>
                    </a:lnTo>
                    <a:lnTo>
                      <a:pt x="112" y="11"/>
                    </a:lnTo>
                    <a:lnTo>
                      <a:pt x="95" y="2"/>
                    </a:lnTo>
                    <a:lnTo>
                      <a:pt x="70" y="0"/>
                    </a:lnTo>
                    <a:lnTo>
                      <a:pt x="49" y="0"/>
                    </a:lnTo>
                    <a:lnTo>
                      <a:pt x="31" y="11"/>
                    </a:lnTo>
                    <a:lnTo>
                      <a:pt x="15" y="23"/>
                    </a:lnTo>
                    <a:lnTo>
                      <a:pt x="3" y="41"/>
                    </a:lnTo>
                    <a:lnTo>
                      <a:pt x="0" y="67"/>
                    </a:lnTo>
                    <a:lnTo>
                      <a:pt x="3" y="85"/>
                    </a:lnTo>
                    <a:lnTo>
                      <a:pt x="13" y="106"/>
                    </a:lnTo>
                    <a:lnTo>
                      <a:pt x="26" y="120"/>
                    </a:lnTo>
                    <a:lnTo>
                      <a:pt x="44" y="131"/>
                    </a:lnTo>
                    <a:lnTo>
                      <a:pt x="66" y="136"/>
                    </a:lnTo>
                    <a:lnTo>
                      <a:pt x="88" y="134"/>
                    </a:lnTo>
                    <a:lnTo>
                      <a:pt x="112" y="125"/>
                    </a:lnTo>
                    <a:lnTo>
                      <a:pt x="123" y="109"/>
                    </a:lnTo>
                    <a:lnTo>
                      <a:pt x="134" y="92"/>
                    </a:lnTo>
                    <a:lnTo>
                      <a:pt x="137" y="70"/>
                    </a:lnTo>
                    <a:lnTo>
                      <a:pt x="137" y="67"/>
                    </a:lnTo>
                    <a:close/>
                  </a:path>
                </a:pathLst>
              </a:custGeom>
              <a:noFill/>
              <a:ln w="0">
                <a:solidFill>
                  <a:srgbClr val="000000"/>
                </a:solidFill>
                <a:round/>
                <a:headEnd/>
                <a:tailEnd/>
              </a:ln>
            </p:spPr>
            <p:txBody>
              <a:bodyPr/>
              <a:lstStyle/>
              <a:p>
                <a:pPr algn="ctr"/>
                <a:endParaRPr lang="pt-BR" sz="2400"/>
              </a:p>
            </p:txBody>
          </p:sp>
          <p:sp>
            <p:nvSpPr>
              <p:cNvPr id="810" name="Freeform 115"/>
              <p:cNvSpPr>
                <a:spLocks/>
              </p:cNvSpPr>
              <p:nvPr/>
            </p:nvSpPr>
            <p:spPr bwMode="auto">
              <a:xfrm>
                <a:off x="5029" y="3456"/>
                <a:ext cx="18" cy="17"/>
              </a:xfrm>
              <a:custGeom>
                <a:avLst/>
                <a:gdLst>
                  <a:gd name="T0" fmla="*/ 0 w 138"/>
                  <a:gd name="T1" fmla="*/ 0 h 138"/>
                  <a:gd name="T2" fmla="*/ 0 w 138"/>
                  <a:gd name="T3" fmla="*/ 0 h 138"/>
                  <a:gd name="T4" fmla="*/ 0 w 138"/>
                  <a:gd name="T5" fmla="*/ 0 h 138"/>
                  <a:gd name="T6" fmla="*/ 0 w 138"/>
                  <a:gd name="T7" fmla="*/ 0 h 138"/>
                  <a:gd name="T8" fmla="*/ 0 w 138"/>
                  <a:gd name="T9" fmla="*/ 0 h 138"/>
                  <a:gd name="T10" fmla="*/ 0 w 138"/>
                  <a:gd name="T11" fmla="*/ 0 h 138"/>
                  <a:gd name="T12" fmla="*/ 0 w 138"/>
                  <a:gd name="T13" fmla="*/ 0 h 138"/>
                  <a:gd name="T14" fmla="*/ 0 w 138"/>
                  <a:gd name="T15" fmla="*/ 0 h 138"/>
                  <a:gd name="T16" fmla="*/ 0 w 138"/>
                  <a:gd name="T17" fmla="*/ 0 h 138"/>
                  <a:gd name="T18" fmla="*/ 0 w 138"/>
                  <a:gd name="T19" fmla="*/ 0 h 138"/>
                  <a:gd name="T20" fmla="*/ 0 w 138"/>
                  <a:gd name="T21" fmla="*/ 0 h 138"/>
                  <a:gd name="T22" fmla="*/ 0 w 138"/>
                  <a:gd name="T23" fmla="*/ 0 h 138"/>
                  <a:gd name="T24" fmla="*/ 0 w 138"/>
                  <a:gd name="T25" fmla="*/ 0 h 138"/>
                  <a:gd name="T26" fmla="*/ 0 w 138"/>
                  <a:gd name="T27" fmla="*/ 0 h 138"/>
                  <a:gd name="T28" fmla="*/ 0 w 138"/>
                  <a:gd name="T29" fmla="*/ 0 h 138"/>
                  <a:gd name="T30" fmla="*/ 0 w 138"/>
                  <a:gd name="T31" fmla="*/ 0 h 138"/>
                  <a:gd name="T32" fmla="*/ 0 w 138"/>
                  <a:gd name="T33" fmla="*/ 0 h 138"/>
                  <a:gd name="T34" fmla="*/ 0 w 138"/>
                  <a:gd name="T35" fmla="*/ 0 h 138"/>
                  <a:gd name="T36" fmla="*/ 0 w 138"/>
                  <a:gd name="T37" fmla="*/ 0 h 138"/>
                  <a:gd name="T38" fmla="*/ 0 w 138"/>
                  <a:gd name="T39" fmla="*/ 0 h 138"/>
                  <a:gd name="T40" fmla="*/ 0 w 138"/>
                  <a:gd name="T41" fmla="*/ 0 h 138"/>
                  <a:gd name="T42" fmla="*/ 0 w 138"/>
                  <a:gd name="T43" fmla="*/ 0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8"/>
                  <a:gd name="T67" fmla="*/ 0 h 138"/>
                  <a:gd name="T68" fmla="*/ 138 w 138"/>
                  <a:gd name="T69" fmla="*/ 138 h 13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8" h="138">
                    <a:moveTo>
                      <a:pt x="138" y="69"/>
                    </a:moveTo>
                    <a:lnTo>
                      <a:pt x="129" y="48"/>
                    </a:lnTo>
                    <a:lnTo>
                      <a:pt x="120" y="27"/>
                    </a:lnTo>
                    <a:lnTo>
                      <a:pt x="107" y="9"/>
                    </a:lnTo>
                    <a:lnTo>
                      <a:pt x="90" y="4"/>
                    </a:lnTo>
                    <a:lnTo>
                      <a:pt x="65" y="0"/>
                    </a:lnTo>
                    <a:lnTo>
                      <a:pt x="44" y="4"/>
                    </a:lnTo>
                    <a:lnTo>
                      <a:pt x="28" y="9"/>
                    </a:lnTo>
                    <a:lnTo>
                      <a:pt x="12" y="27"/>
                    </a:lnTo>
                    <a:lnTo>
                      <a:pt x="4" y="44"/>
                    </a:lnTo>
                    <a:lnTo>
                      <a:pt x="0" y="69"/>
                    </a:lnTo>
                    <a:lnTo>
                      <a:pt x="0" y="90"/>
                    </a:lnTo>
                    <a:lnTo>
                      <a:pt x="8" y="108"/>
                    </a:lnTo>
                    <a:lnTo>
                      <a:pt x="26" y="124"/>
                    </a:lnTo>
                    <a:lnTo>
                      <a:pt x="39" y="134"/>
                    </a:lnTo>
                    <a:lnTo>
                      <a:pt x="65" y="138"/>
                    </a:lnTo>
                    <a:lnTo>
                      <a:pt x="85" y="138"/>
                    </a:lnTo>
                    <a:lnTo>
                      <a:pt x="107" y="126"/>
                    </a:lnTo>
                    <a:lnTo>
                      <a:pt x="120" y="110"/>
                    </a:lnTo>
                    <a:lnTo>
                      <a:pt x="129" y="94"/>
                    </a:lnTo>
                    <a:lnTo>
                      <a:pt x="138" y="73"/>
                    </a:lnTo>
                    <a:lnTo>
                      <a:pt x="138" y="69"/>
                    </a:lnTo>
                    <a:close/>
                  </a:path>
                </a:pathLst>
              </a:custGeom>
              <a:noFill/>
              <a:ln w="0">
                <a:solidFill>
                  <a:srgbClr val="000000"/>
                </a:solidFill>
                <a:round/>
                <a:headEnd/>
                <a:tailEnd/>
              </a:ln>
            </p:spPr>
            <p:txBody>
              <a:bodyPr/>
              <a:lstStyle/>
              <a:p>
                <a:pPr algn="ctr"/>
                <a:endParaRPr lang="pt-BR" sz="2400"/>
              </a:p>
            </p:txBody>
          </p:sp>
          <p:sp>
            <p:nvSpPr>
              <p:cNvPr id="811" name="Freeform 116"/>
              <p:cNvSpPr>
                <a:spLocks/>
              </p:cNvSpPr>
              <p:nvPr/>
            </p:nvSpPr>
            <p:spPr bwMode="auto">
              <a:xfrm>
                <a:off x="5041" y="3514"/>
                <a:ext cx="17" cy="17"/>
              </a:xfrm>
              <a:custGeom>
                <a:avLst/>
                <a:gdLst>
                  <a:gd name="T0" fmla="*/ 0 w 136"/>
                  <a:gd name="T1" fmla="*/ 0 h 136"/>
                  <a:gd name="T2" fmla="*/ 0 w 136"/>
                  <a:gd name="T3" fmla="*/ 0 h 136"/>
                  <a:gd name="T4" fmla="*/ 0 w 136"/>
                  <a:gd name="T5" fmla="*/ 0 h 136"/>
                  <a:gd name="T6" fmla="*/ 0 w 136"/>
                  <a:gd name="T7" fmla="*/ 0 h 136"/>
                  <a:gd name="T8" fmla="*/ 0 w 136"/>
                  <a:gd name="T9" fmla="*/ 0 h 136"/>
                  <a:gd name="T10" fmla="*/ 0 w 136"/>
                  <a:gd name="T11" fmla="*/ 0 h 136"/>
                  <a:gd name="T12" fmla="*/ 0 w 136"/>
                  <a:gd name="T13" fmla="*/ 0 h 136"/>
                  <a:gd name="T14" fmla="*/ 0 w 136"/>
                  <a:gd name="T15" fmla="*/ 0 h 136"/>
                  <a:gd name="T16" fmla="*/ 0 w 136"/>
                  <a:gd name="T17" fmla="*/ 0 h 136"/>
                  <a:gd name="T18" fmla="*/ 0 w 136"/>
                  <a:gd name="T19" fmla="*/ 0 h 136"/>
                  <a:gd name="T20" fmla="*/ 0 w 136"/>
                  <a:gd name="T21" fmla="*/ 0 h 136"/>
                  <a:gd name="T22" fmla="*/ 0 w 136"/>
                  <a:gd name="T23" fmla="*/ 0 h 136"/>
                  <a:gd name="T24" fmla="*/ 0 w 136"/>
                  <a:gd name="T25" fmla="*/ 0 h 136"/>
                  <a:gd name="T26" fmla="*/ 0 w 136"/>
                  <a:gd name="T27" fmla="*/ 0 h 136"/>
                  <a:gd name="T28" fmla="*/ 0 w 136"/>
                  <a:gd name="T29" fmla="*/ 0 h 136"/>
                  <a:gd name="T30" fmla="*/ 0 w 136"/>
                  <a:gd name="T31" fmla="*/ 0 h 136"/>
                  <a:gd name="T32" fmla="*/ 0 w 136"/>
                  <a:gd name="T33" fmla="*/ 0 h 136"/>
                  <a:gd name="T34" fmla="*/ 0 w 136"/>
                  <a:gd name="T35" fmla="*/ 0 h 136"/>
                  <a:gd name="T36" fmla="*/ 0 w 136"/>
                  <a:gd name="T37" fmla="*/ 0 h 136"/>
                  <a:gd name="T38" fmla="*/ 0 w 136"/>
                  <a:gd name="T39" fmla="*/ 0 h 136"/>
                  <a:gd name="T40" fmla="*/ 0 w 136"/>
                  <a:gd name="T41" fmla="*/ 0 h 136"/>
                  <a:gd name="T42" fmla="*/ 0 w 136"/>
                  <a:gd name="T43" fmla="*/ 0 h 1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6"/>
                  <a:gd name="T67" fmla="*/ 0 h 136"/>
                  <a:gd name="T68" fmla="*/ 136 w 136"/>
                  <a:gd name="T69" fmla="*/ 136 h 1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6" h="136">
                    <a:moveTo>
                      <a:pt x="136" y="67"/>
                    </a:moveTo>
                    <a:lnTo>
                      <a:pt x="134" y="44"/>
                    </a:lnTo>
                    <a:lnTo>
                      <a:pt x="123" y="25"/>
                    </a:lnTo>
                    <a:lnTo>
                      <a:pt x="109" y="14"/>
                    </a:lnTo>
                    <a:lnTo>
                      <a:pt x="88" y="0"/>
                    </a:lnTo>
                    <a:lnTo>
                      <a:pt x="70" y="0"/>
                    </a:lnTo>
                    <a:lnTo>
                      <a:pt x="46" y="0"/>
                    </a:lnTo>
                    <a:lnTo>
                      <a:pt x="28" y="9"/>
                    </a:lnTo>
                    <a:lnTo>
                      <a:pt x="15" y="25"/>
                    </a:lnTo>
                    <a:lnTo>
                      <a:pt x="2" y="42"/>
                    </a:lnTo>
                    <a:lnTo>
                      <a:pt x="0" y="64"/>
                    </a:lnTo>
                    <a:lnTo>
                      <a:pt x="0" y="86"/>
                    </a:lnTo>
                    <a:lnTo>
                      <a:pt x="10" y="104"/>
                    </a:lnTo>
                    <a:lnTo>
                      <a:pt x="28" y="122"/>
                    </a:lnTo>
                    <a:lnTo>
                      <a:pt x="46" y="130"/>
                    </a:lnTo>
                    <a:lnTo>
                      <a:pt x="63" y="136"/>
                    </a:lnTo>
                    <a:lnTo>
                      <a:pt x="86" y="134"/>
                    </a:lnTo>
                    <a:lnTo>
                      <a:pt x="107" y="126"/>
                    </a:lnTo>
                    <a:lnTo>
                      <a:pt x="121" y="110"/>
                    </a:lnTo>
                    <a:lnTo>
                      <a:pt x="132" y="92"/>
                    </a:lnTo>
                    <a:lnTo>
                      <a:pt x="136" y="71"/>
                    </a:lnTo>
                    <a:lnTo>
                      <a:pt x="136" y="67"/>
                    </a:lnTo>
                    <a:close/>
                  </a:path>
                </a:pathLst>
              </a:custGeom>
              <a:noFill/>
              <a:ln w="0">
                <a:solidFill>
                  <a:srgbClr val="000000"/>
                </a:solidFill>
                <a:round/>
                <a:headEnd/>
                <a:tailEnd/>
              </a:ln>
            </p:spPr>
            <p:txBody>
              <a:bodyPr/>
              <a:lstStyle/>
              <a:p>
                <a:pPr algn="ctr"/>
                <a:endParaRPr lang="pt-BR" sz="2400"/>
              </a:p>
            </p:txBody>
          </p:sp>
          <p:sp>
            <p:nvSpPr>
              <p:cNvPr id="812" name="Freeform 117"/>
              <p:cNvSpPr>
                <a:spLocks/>
              </p:cNvSpPr>
              <p:nvPr/>
            </p:nvSpPr>
            <p:spPr bwMode="auto">
              <a:xfrm>
                <a:off x="5058" y="3581"/>
                <a:ext cx="18" cy="18"/>
              </a:xfrm>
              <a:custGeom>
                <a:avLst/>
                <a:gdLst>
                  <a:gd name="T0" fmla="*/ 0 w 141"/>
                  <a:gd name="T1" fmla="*/ 0 h 138"/>
                  <a:gd name="T2" fmla="*/ 0 w 141"/>
                  <a:gd name="T3" fmla="*/ 0 h 138"/>
                  <a:gd name="T4" fmla="*/ 0 w 141"/>
                  <a:gd name="T5" fmla="*/ 0 h 138"/>
                  <a:gd name="T6" fmla="*/ 0 w 141"/>
                  <a:gd name="T7" fmla="*/ 0 h 138"/>
                  <a:gd name="T8" fmla="*/ 0 w 141"/>
                  <a:gd name="T9" fmla="*/ 0 h 138"/>
                  <a:gd name="T10" fmla="*/ 0 w 141"/>
                  <a:gd name="T11" fmla="*/ 0 h 138"/>
                  <a:gd name="T12" fmla="*/ 0 w 141"/>
                  <a:gd name="T13" fmla="*/ 0 h 138"/>
                  <a:gd name="T14" fmla="*/ 0 w 141"/>
                  <a:gd name="T15" fmla="*/ 0 h 138"/>
                  <a:gd name="T16" fmla="*/ 0 w 141"/>
                  <a:gd name="T17" fmla="*/ 0 h 138"/>
                  <a:gd name="T18" fmla="*/ 0 w 141"/>
                  <a:gd name="T19" fmla="*/ 0 h 138"/>
                  <a:gd name="T20" fmla="*/ 0 w 141"/>
                  <a:gd name="T21" fmla="*/ 0 h 138"/>
                  <a:gd name="T22" fmla="*/ 0 w 141"/>
                  <a:gd name="T23" fmla="*/ 0 h 138"/>
                  <a:gd name="T24" fmla="*/ 0 w 141"/>
                  <a:gd name="T25" fmla="*/ 0 h 138"/>
                  <a:gd name="T26" fmla="*/ 0 w 141"/>
                  <a:gd name="T27" fmla="*/ 0 h 138"/>
                  <a:gd name="T28" fmla="*/ 0 w 141"/>
                  <a:gd name="T29" fmla="*/ 0 h 138"/>
                  <a:gd name="T30" fmla="*/ 0 w 141"/>
                  <a:gd name="T31" fmla="*/ 0 h 138"/>
                  <a:gd name="T32" fmla="*/ 0 w 141"/>
                  <a:gd name="T33" fmla="*/ 0 h 138"/>
                  <a:gd name="T34" fmla="*/ 0 w 141"/>
                  <a:gd name="T35" fmla="*/ 0 h 138"/>
                  <a:gd name="T36" fmla="*/ 0 w 141"/>
                  <a:gd name="T37" fmla="*/ 0 h 138"/>
                  <a:gd name="T38" fmla="*/ 0 w 141"/>
                  <a:gd name="T39" fmla="*/ 0 h 138"/>
                  <a:gd name="T40" fmla="*/ 0 w 141"/>
                  <a:gd name="T41" fmla="*/ 0 h 138"/>
                  <a:gd name="T42" fmla="*/ 0 w 141"/>
                  <a:gd name="T43" fmla="*/ 0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1"/>
                  <a:gd name="T67" fmla="*/ 0 h 138"/>
                  <a:gd name="T68" fmla="*/ 141 w 141"/>
                  <a:gd name="T69" fmla="*/ 138 h 13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1" h="138">
                    <a:moveTo>
                      <a:pt x="141" y="65"/>
                    </a:moveTo>
                    <a:lnTo>
                      <a:pt x="132" y="50"/>
                    </a:lnTo>
                    <a:lnTo>
                      <a:pt x="123" y="30"/>
                    </a:lnTo>
                    <a:lnTo>
                      <a:pt x="112" y="15"/>
                    </a:lnTo>
                    <a:lnTo>
                      <a:pt x="90" y="4"/>
                    </a:lnTo>
                    <a:lnTo>
                      <a:pt x="68" y="0"/>
                    </a:lnTo>
                    <a:lnTo>
                      <a:pt x="51" y="0"/>
                    </a:lnTo>
                    <a:lnTo>
                      <a:pt x="29" y="13"/>
                    </a:lnTo>
                    <a:lnTo>
                      <a:pt x="13" y="26"/>
                    </a:lnTo>
                    <a:lnTo>
                      <a:pt x="5" y="46"/>
                    </a:lnTo>
                    <a:lnTo>
                      <a:pt x="0" y="65"/>
                    </a:lnTo>
                    <a:lnTo>
                      <a:pt x="0" y="87"/>
                    </a:lnTo>
                    <a:lnTo>
                      <a:pt x="9" y="103"/>
                    </a:lnTo>
                    <a:lnTo>
                      <a:pt x="26" y="122"/>
                    </a:lnTo>
                    <a:lnTo>
                      <a:pt x="44" y="136"/>
                    </a:lnTo>
                    <a:lnTo>
                      <a:pt x="66" y="138"/>
                    </a:lnTo>
                    <a:lnTo>
                      <a:pt x="84" y="136"/>
                    </a:lnTo>
                    <a:lnTo>
                      <a:pt x="107" y="125"/>
                    </a:lnTo>
                    <a:lnTo>
                      <a:pt x="123" y="113"/>
                    </a:lnTo>
                    <a:lnTo>
                      <a:pt x="130" y="90"/>
                    </a:lnTo>
                    <a:lnTo>
                      <a:pt x="141" y="69"/>
                    </a:lnTo>
                    <a:lnTo>
                      <a:pt x="141" y="65"/>
                    </a:lnTo>
                    <a:close/>
                  </a:path>
                </a:pathLst>
              </a:custGeom>
              <a:noFill/>
              <a:ln w="0">
                <a:solidFill>
                  <a:srgbClr val="000000"/>
                </a:solidFill>
                <a:round/>
                <a:headEnd/>
                <a:tailEnd/>
              </a:ln>
            </p:spPr>
            <p:txBody>
              <a:bodyPr/>
              <a:lstStyle/>
              <a:p>
                <a:pPr algn="ctr"/>
                <a:endParaRPr lang="pt-BR" sz="2400"/>
              </a:p>
            </p:txBody>
          </p:sp>
          <p:sp>
            <p:nvSpPr>
              <p:cNvPr id="813" name="Freeform 118"/>
              <p:cNvSpPr>
                <a:spLocks/>
              </p:cNvSpPr>
              <p:nvPr/>
            </p:nvSpPr>
            <p:spPr bwMode="auto">
              <a:xfrm>
                <a:off x="5256" y="3458"/>
                <a:ext cx="216" cy="102"/>
              </a:xfrm>
              <a:custGeom>
                <a:avLst/>
                <a:gdLst>
                  <a:gd name="T0" fmla="*/ 0 w 1722"/>
                  <a:gd name="T1" fmla="*/ 0 h 816"/>
                  <a:gd name="T2" fmla="*/ 0 w 1722"/>
                  <a:gd name="T3" fmla="*/ 0 h 816"/>
                  <a:gd name="T4" fmla="*/ 0 w 1722"/>
                  <a:gd name="T5" fmla="*/ 0 h 816"/>
                  <a:gd name="T6" fmla="*/ 0 w 1722"/>
                  <a:gd name="T7" fmla="*/ 0 h 816"/>
                  <a:gd name="T8" fmla="*/ 0 w 1722"/>
                  <a:gd name="T9" fmla="*/ 0 h 816"/>
                  <a:gd name="T10" fmla="*/ 0 w 1722"/>
                  <a:gd name="T11" fmla="*/ 0 h 816"/>
                  <a:gd name="T12" fmla="*/ 0 w 1722"/>
                  <a:gd name="T13" fmla="*/ 0 h 816"/>
                  <a:gd name="T14" fmla="*/ 0 w 1722"/>
                  <a:gd name="T15" fmla="*/ 0 h 816"/>
                  <a:gd name="T16" fmla="*/ 0 w 1722"/>
                  <a:gd name="T17" fmla="*/ 0 h 816"/>
                  <a:gd name="T18" fmla="*/ 0 w 1722"/>
                  <a:gd name="T19" fmla="*/ 0 h 816"/>
                  <a:gd name="T20" fmla="*/ 0 w 1722"/>
                  <a:gd name="T21" fmla="*/ 0 h 816"/>
                  <a:gd name="T22" fmla="*/ 0 w 1722"/>
                  <a:gd name="T23" fmla="*/ 0 h 816"/>
                  <a:gd name="T24" fmla="*/ 0 w 1722"/>
                  <a:gd name="T25" fmla="*/ 0 h 816"/>
                  <a:gd name="T26" fmla="*/ 0 w 1722"/>
                  <a:gd name="T27" fmla="*/ 0 h 816"/>
                  <a:gd name="T28" fmla="*/ 0 w 1722"/>
                  <a:gd name="T29" fmla="*/ 0 h 816"/>
                  <a:gd name="T30" fmla="*/ 0 w 1722"/>
                  <a:gd name="T31" fmla="*/ 0 h 816"/>
                  <a:gd name="T32" fmla="*/ 0 w 1722"/>
                  <a:gd name="T33" fmla="*/ 0 h 816"/>
                  <a:gd name="T34" fmla="*/ 0 w 1722"/>
                  <a:gd name="T35" fmla="*/ 0 h 816"/>
                  <a:gd name="T36" fmla="*/ 0 w 1722"/>
                  <a:gd name="T37" fmla="*/ 0 h 816"/>
                  <a:gd name="T38" fmla="*/ 0 w 1722"/>
                  <a:gd name="T39" fmla="*/ 0 h 816"/>
                  <a:gd name="T40" fmla="*/ 0 w 1722"/>
                  <a:gd name="T41" fmla="*/ 0 h 816"/>
                  <a:gd name="T42" fmla="*/ 0 w 1722"/>
                  <a:gd name="T43" fmla="*/ 0 h 816"/>
                  <a:gd name="T44" fmla="*/ 0 w 1722"/>
                  <a:gd name="T45" fmla="*/ 0 h 81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22"/>
                  <a:gd name="T70" fmla="*/ 0 h 816"/>
                  <a:gd name="T71" fmla="*/ 1722 w 1722"/>
                  <a:gd name="T72" fmla="*/ 816 h 81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22" h="816">
                    <a:moveTo>
                      <a:pt x="0" y="816"/>
                    </a:moveTo>
                    <a:lnTo>
                      <a:pt x="307" y="452"/>
                    </a:lnTo>
                    <a:lnTo>
                      <a:pt x="560" y="226"/>
                    </a:lnTo>
                    <a:lnTo>
                      <a:pt x="846" y="72"/>
                    </a:lnTo>
                    <a:lnTo>
                      <a:pt x="1090" y="0"/>
                    </a:lnTo>
                    <a:lnTo>
                      <a:pt x="1397" y="0"/>
                    </a:lnTo>
                    <a:lnTo>
                      <a:pt x="1556" y="72"/>
                    </a:lnTo>
                    <a:lnTo>
                      <a:pt x="1722" y="433"/>
                    </a:lnTo>
                    <a:lnTo>
                      <a:pt x="1466" y="486"/>
                    </a:lnTo>
                    <a:lnTo>
                      <a:pt x="1208" y="452"/>
                    </a:lnTo>
                    <a:lnTo>
                      <a:pt x="980" y="433"/>
                    </a:lnTo>
                    <a:lnTo>
                      <a:pt x="832" y="452"/>
                    </a:lnTo>
                    <a:lnTo>
                      <a:pt x="228" y="675"/>
                    </a:lnTo>
                    <a:lnTo>
                      <a:pt x="912" y="346"/>
                    </a:lnTo>
                    <a:lnTo>
                      <a:pt x="1151" y="346"/>
                    </a:lnTo>
                    <a:lnTo>
                      <a:pt x="1661" y="395"/>
                    </a:lnTo>
                    <a:lnTo>
                      <a:pt x="1529" y="103"/>
                    </a:lnTo>
                    <a:lnTo>
                      <a:pt x="1340" y="55"/>
                    </a:lnTo>
                    <a:lnTo>
                      <a:pt x="1090" y="55"/>
                    </a:lnTo>
                    <a:lnTo>
                      <a:pt x="832" y="125"/>
                    </a:lnTo>
                    <a:lnTo>
                      <a:pt x="481" y="314"/>
                    </a:lnTo>
                    <a:lnTo>
                      <a:pt x="253" y="538"/>
                    </a:lnTo>
                    <a:lnTo>
                      <a:pt x="0" y="816"/>
                    </a:lnTo>
                    <a:close/>
                  </a:path>
                </a:pathLst>
              </a:custGeom>
              <a:solidFill>
                <a:srgbClr val="000000"/>
              </a:solidFill>
              <a:ln w="9525">
                <a:noFill/>
                <a:round/>
                <a:headEnd/>
                <a:tailEnd/>
              </a:ln>
            </p:spPr>
            <p:txBody>
              <a:bodyPr/>
              <a:lstStyle/>
              <a:p>
                <a:pPr algn="ctr"/>
                <a:endParaRPr lang="pt-BR" sz="2400"/>
              </a:p>
            </p:txBody>
          </p:sp>
          <p:sp>
            <p:nvSpPr>
              <p:cNvPr id="814" name="Freeform 119"/>
              <p:cNvSpPr>
                <a:spLocks/>
              </p:cNvSpPr>
              <p:nvPr/>
            </p:nvSpPr>
            <p:spPr bwMode="auto">
              <a:xfrm>
                <a:off x="4943" y="3735"/>
                <a:ext cx="105" cy="92"/>
              </a:xfrm>
              <a:custGeom>
                <a:avLst/>
                <a:gdLst>
                  <a:gd name="T0" fmla="*/ 0 w 844"/>
                  <a:gd name="T1" fmla="*/ 0 h 734"/>
                  <a:gd name="T2" fmla="*/ 0 w 844"/>
                  <a:gd name="T3" fmla="*/ 0 h 734"/>
                  <a:gd name="T4" fmla="*/ 0 w 844"/>
                  <a:gd name="T5" fmla="*/ 0 h 734"/>
                  <a:gd name="T6" fmla="*/ 0 w 844"/>
                  <a:gd name="T7" fmla="*/ 0 h 734"/>
                  <a:gd name="T8" fmla="*/ 0 w 844"/>
                  <a:gd name="T9" fmla="*/ 0 h 734"/>
                  <a:gd name="T10" fmla="*/ 0 w 844"/>
                  <a:gd name="T11" fmla="*/ 0 h 734"/>
                  <a:gd name="T12" fmla="*/ 0 w 844"/>
                  <a:gd name="T13" fmla="*/ 0 h 734"/>
                  <a:gd name="T14" fmla="*/ 0 w 844"/>
                  <a:gd name="T15" fmla="*/ 0 h 734"/>
                  <a:gd name="T16" fmla="*/ 0 w 844"/>
                  <a:gd name="T17" fmla="*/ 0 h 734"/>
                  <a:gd name="T18" fmla="*/ 0 w 844"/>
                  <a:gd name="T19" fmla="*/ 0 h 734"/>
                  <a:gd name="T20" fmla="*/ 0 w 844"/>
                  <a:gd name="T21" fmla="*/ 0 h 734"/>
                  <a:gd name="T22" fmla="*/ 0 w 844"/>
                  <a:gd name="T23" fmla="*/ 0 h 734"/>
                  <a:gd name="T24" fmla="*/ 0 w 844"/>
                  <a:gd name="T25" fmla="*/ 0 h 734"/>
                  <a:gd name="T26" fmla="*/ 0 w 844"/>
                  <a:gd name="T27" fmla="*/ 0 h 734"/>
                  <a:gd name="T28" fmla="*/ 0 w 844"/>
                  <a:gd name="T29" fmla="*/ 0 h 734"/>
                  <a:gd name="T30" fmla="*/ 0 w 844"/>
                  <a:gd name="T31" fmla="*/ 0 h 734"/>
                  <a:gd name="T32" fmla="*/ 0 w 844"/>
                  <a:gd name="T33" fmla="*/ 0 h 734"/>
                  <a:gd name="T34" fmla="*/ 0 w 844"/>
                  <a:gd name="T35" fmla="*/ 0 h 734"/>
                  <a:gd name="T36" fmla="*/ 0 w 844"/>
                  <a:gd name="T37" fmla="*/ 0 h 734"/>
                  <a:gd name="T38" fmla="*/ 0 w 844"/>
                  <a:gd name="T39" fmla="*/ 0 h 734"/>
                  <a:gd name="T40" fmla="*/ 0 w 844"/>
                  <a:gd name="T41" fmla="*/ 0 h 734"/>
                  <a:gd name="T42" fmla="*/ 0 w 844"/>
                  <a:gd name="T43" fmla="*/ 0 h 734"/>
                  <a:gd name="T44" fmla="*/ 0 w 844"/>
                  <a:gd name="T45" fmla="*/ 0 h 734"/>
                  <a:gd name="T46" fmla="*/ 0 w 844"/>
                  <a:gd name="T47" fmla="*/ 0 h 734"/>
                  <a:gd name="T48" fmla="*/ 0 w 844"/>
                  <a:gd name="T49" fmla="*/ 0 h 734"/>
                  <a:gd name="T50" fmla="*/ 0 w 844"/>
                  <a:gd name="T51" fmla="*/ 0 h 734"/>
                  <a:gd name="T52" fmla="*/ 0 w 844"/>
                  <a:gd name="T53" fmla="*/ 0 h 734"/>
                  <a:gd name="T54" fmla="*/ 0 w 844"/>
                  <a:gd name="T55" fmla="*/ 0 h 734"/>
                  <a:gd name="T56" fmla="*/ 0 w 844"/>
                  <a:gd name="T57" fmla="*/ 0 h 734"/>
                  <a:gd name="T58" fmla="*/ 0 w 844"/>
                  <a:gd name="T59" fmla="*/ 0 h 734"/>
                  <a:gd name="T60" fmla="*/ 0 w 844"/>
                  <a:gd name="T61" fmla="*/ 0 h 7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44"/>
                  <a:gd name="T94" fmla="*/ 0 h 734"/>
                  <a:gd name="T95" fmla="*/ 844 w 844"/>
                  <a:gd name="T96" fmla="*/ 734 h 7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44" h="734">
                    <a:moveTo>
                      <a:pt x="844" y="0"/>
                    </a:moveTo>
                    <a:lnTo>
                      <a:pt x="237" y="292"/>
                    </a:lnTo>
                    <a:lnTo>
                      <a:pt x="31" y="233"/>
                    </a:lnTo>
                    <a:lnTo>
                      <a:pt x="29" y="160"/>
                    </a:lnTo>
                    <a:lnTo>
                      <a:pt x="53" y="81"/>
                    </a:lnTo>
                    <a:lnTo>
                      <a:pt x="124" y="68"/>
                    </a:lnTo>
                    <a:lnTo>
                      <a:pt x="55" y="63"/>
                    </a:lnTo>
                    <a:lnTo>
                      <a:pt x="4" y="97"/>
                    </a:lnTo>
                    <a:lnTo>
                      <a:pt x="0" y="174"/>
                    </a:lnTo>
                    <a:lnTo>
                      <a:pt x="29" y="266"/>
                    </a:lnTo>
                    <a:lnTo>
                      <a:pt x="31" y="400"/>
                    </a:lnTo>
                    <a:lnTo>
                      <a:pt x="87" y="462"/>
                    </a:lnTo>
                    <a:lnTo>
                      <a:pt x="242" y="519"/>
                    </a:lnTo>
                    <a:lnTo>
                      <a:pt x="94" y="596"/>
                    </a:lnTo>
                    <a:lnTo>
                      <a:pt x="84" y="635"/>
                    </a:lnTo>
                    <a:lnTo>
                      <a:pt x="117" y="734"/>
                    </a:lnTo>
                    <a:lnTo>
                      <a:pt x="112" y="631"/>
                    </a:lnTo>
                    <a:lnTo>
                      <a:pt x="286" y="561"/>
                    </a:lnTo>
                    <a:lnTo>
                      <a:pt x="453" y="568"/>
                    </a:lnTo>
                    <a:lnTo>
                      <a:pt x="488" y="531"/>
                    </a:lnTo>
                    <a:lnTo>
                      <a:pt x="504" y="453"/>
                    </a:lnTo>
                    <a:lnTo>
                      <a:pt x="444" y="531"/>
                    </a:lnTo>
                    <a:lnTo>
                      <a:pt x="405" y="540"/>
                    </a:lnTo>
                    <a:lnTo>
                      <a:pt x="87" y="430"/>
                    </a:lnTo>
                    <a:lnTo>
                      <a:pt x="53" y="372"/>
                    </a:lnTo>
                    <a:lnTo>
                      <a:pt x="53" y="266"/>
                    </a:lnTo>
                    <a:lnTo>
                      <a:pt x="237" y="319"/>
                    </a:lnTo>
                    <a:lnTo>
                      <a:pt x="290" y="404"/>
                    </a:lnTo>
                    <a:lnTo>
                      <a:pt x="258" y="303"/>
                    </a:lnTo>
                    <a:lnTo>
                      <a:pt x="596" y="139"/>
                    </a:lnTo>
                    <a:lnTo>
                      <a:pt x="844" y="0"/>
                    </a:lnTo>
                    <a:close/>
                  </a:path>
                </a:pathLst>
              </a:custGeom>
              <a:solidFill>
                <a:srgbClr val="000000"/>
              </a:solidFill>
              <a:ln w="9525">
                <a:noFill/>
                <a:round/>
                <a:headEnd/>
                <a:tailEnd/>
              </a:ln>
            </p:spPr>
            <p:txBody>
              <a:bodyPr/>
              <a:lstStyle/>
              <a:p>
                <a:pPr algn="ctr"/>
                <a:endParaRPr lang="pt-BR" sz="2400"/>
              </a:p>
            </p:txBody>
          </p:sp>
          <p:sp>
            <p:nvSpPr>
              <p:cNvPr id="815" name="Freeform 120"/>
              <p:cNvSpPr>
                <a:spLocks/>
              </p:cNvSpPr>
              <p:nvPr/>
            </p:nvSpPr>
            <p:spPr bwMode="auto">
              <a:xfrm>
                <a:off x="4983" y="3763"/>
                <a:ext cx="114" cy="51"/>
              </a:xfrm>
              <a:custGeom>
                <a:avLst/>
                <a:gdLst>
                  <a:gd name="T0" fmla="*/ 0 w 910"/>
                  <a:gd name="T1" fmla="*/ 0 h 407"/>
                  <a:gd name="T2" fmla="*/ 0 w 910"/>
                  <a:gd name="T3" fmla="*/ 0 h 407"/>
                  <a:gd name="T4" fmla="*/ 0 w 910"/>
                  <a:gd name="T5" fmla="*/ 0 h 407"/>
                  <a:gd name="T6" fmla="*/ 0 w 910"/>
                  <a:gd name="T7" fmla="*/ 0 h 407"/>
                  <a:gd name="T8" fmla="*/ 0 w 910"/>
                  <a:gd name="T9" fmla="*/ 0 h 407"/>
                  <a:gd name="T10" fmla="*/ 0 w 910"/>
                  <a:gd name="T11" fmla="*/ 0 h 407"/>
                  <a:gd name="T12" fmla="*/ 0 w 910"/>
                  <a:gd name="T13" fmla="*/ 0 h 407"/>
                  <a:gd name="T14" fmla="*/ 0 w 910"/>
                  <a:gd name="T15" fmla="*/ 0 h 407"/>
                  <a:gd name="T16" fmla="*/ 0 w 910"/>
                  <a:gd name="T17" fmla="*/ 0 h 407"/>
                  <a:gd name="T18" fmla="*/ 0 w 910"/>
                  <a:gd name="T19" fmla="*/ 0 h 407"/>
                  <a:gd name="T20" fmla="*/ 0 w 910"/>
                  <a:gd name="T21" fmla="*/ 0 h 407"/>
                  <a:gd name="T22" fmla="*/ 0 w 910"/>
                  <a:gd name="T23" fmla="*/ 0 h 407"/>
                  <a:gd name="T24" fmla="*/ 0 w 910"/>
                  <a:gd name="T25" fmla="*/ 0 h 407"/>
                  <a:gd name="T26" fmla="*/ 0 w 910"/>
                  <a:gd name="T27" fmla="*/ 0 h 407"/>
                  <a:gd name="T28" fmla="*/ 0 w 910"/>
                  <a:gd name="T29" fmla="*/ 0 h 40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0"/>
                  <a:gd name="T46" fmla="*/ 0 h 407"/>
                  <a:gd name="T47" fmla="*/ 910 w 910"/>
                  <a:gd name="T48" fmla="*/ 407 h 40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0" h="407">
                    <a:moveTo>
                      <a:pt x="0" y="176"/>
                    </a:moveTo>
                    <a:lnTo>
                      <a:pt x="75" y="176"/>
                    </a:lnTo>
                    <a:lnTo>
                      <a:pt x="460" y="0"/>
                    </a:lnTo>
                    <a:lnTo>
                      <a:pt x="405" y="77"/>
                    </a:lnTo>
                    <a:lnTo>
                      <a:pt x="486" y="238"/>
                    </a:lnTo>
                    <a:lnTo>
                      <a:pt x="605" y="337"/>
                    </a:lnTo>
                    <a:lnTo>
                      <a:pt x="739" y="378"/>
                    </a:lnTo>
                    <a:lnTo>
                      <a:pt x="910" y="378"/>
                    </a:lnTo>
                    <a:lnTo>
                      <a:pt x="702" y="407"/>
                    </a:lnTo>
                    <a:lnTo>
                      <a:pt x="580" y="381"/>
                    </a:lnTo>
                    <a:lnTo>
                      <a:pt x="490" y="307"/>
                    </a:lnTo>
                    <a:lnTo>
                      <a:pt x="455" y="238"/>
                    </a:lnTo>
                    <a:lnTo>
                      <a:pt x="387" y="79"/>
                    </a:lnTo>
                    <a:lnTo>
                      <a:pt x="84" y="180"/>
                    </a:lnTo>
                    <a:lnTo>
                      <a:pt x="0" y="176"/>
                    </a:lnTo>
                    <a:close/>
                  </a:path>
                </a:pathLst>
              </a:custGeom>
              <a:solidFill>
                <a:srgbClr val="000000"/>
              </a:solidFill>
              <a:ln w="9525">
                <a:noFill/>
                <a:round/>
                <a:headEnd/>
                <a:tailEnd/>
              </a:ln>
            </p:spPr>
            <p:txBody>
              <a:bodyPr/>
              <a:lstStyle/>
              <a:p>
                <a:pPr algn="ctr"/>
                <a:endParaRPr lang="pt-BR" sz="2400"/>
              </a:p>
            </p:txBody>
          </p:sp>
          <p:sp>
            <p:nvSpPr>
              <p:cNvPr id="816" name="Freeform 121"/>
              <p:cNvSpPr>
                <a:spLocks/>
              </p:cNvSpPr>
              <p:nvPr/>
            </p:nvSpPr>
            <p:spPr bwMode="auto">
              <a:xfrm>
                <a:off x="4958" y="3805"/>
                <a:ext cx="31" cy="23"/>
              </a:xfrm>
              <a:custGeom>
                <a:avLst/>
                <a:gdLst>
                  <a:gd name="T0" fmla="*/ 0 w 249"/>
                  <a:gd name="T1" fmla="*/ 0 h 187"/>
                  <a:gd name="T2" fmla="*/ 0 w 249"/>
                  <a:gd name="T3" fmla="*/ 0 h 187"/>
                  <a:gd name="T4" fmla="*/ 0 w 249"/>
                  <a:gd name="T5" fmla="*/ 0 h 187"/>
                  <a:gd name="T6" fmla="*/ 0 w 249"/>
                  <a:gd name="T7" fmla="*/ 0 h 187"/>
                  <a:gd name="T8" fmla="*/ 0 w 249"/>
                  <a:gd name="T9" fmla="*/ 0 h 187"/>
                  <a:gd name="T10" fmla="*/ 0 w 249"/>
                  <a:gd name="T11" fmla="*/ 0 h 187"/>
                  <a:gd name="T12" fmla="*/ 0 w 249"/>
                  <a:gd name="T13" fmla="*/ 0 h 187"/>
                  <a:gd name="T14" fmla="*/ 0 w 249"/>
                  <a:gd name="T15" fmla="*/ 0 h 187"/>
                  <a:gd name="T16" fmla="*/ 0 w 249"/>
                  <a:gd name="T17" fmla="*/ 0 h 1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9"/>
                  <a:gd name="T28" fmla="*/ 0 h 187"/>
                  <a:gd name="T29" fmla="*/ 249 w 249"/>
                  <a:gd name="T30" fmla="*/ 187 h 1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9" h="187">
                    <a:moveTo>
                      <a:pt x="233" y="0"/>
                    </a:moveTo>
                    <a:lnTo>
                      <a:pt x="228" y="74"/>
                    </a:lnTo>
                    <a:lnTo>
                      <a:pt x="134" y="149"/>
                    </a:lnTo>
                    <a:lnTo>
                      <a:pt x="0" y="180"/>
                    </a:lnTo>
                    <a:lnTo>
                      <a:pt x="127" y="187"/>
                    </a:lnTo>
                    <a:lnTo>
                      <a:pt x="233" y="136"/>
                    </a:lnTo>
                    <a:lnTo>
                      <a:pt x="249" y="85"/>
                    </a:lnTo>
                    <a:lnTo>
                      <a:pt x="249" y="0"/>
                    </a:lnTo>
                    <a:lnTo>
                      <a:pt x="233" y="0"/>
                    </a:lnTo>
                    <a:close/>
                  </a:path>
                </a:pathLst>
              </a:custGeom>
              <a:solidFill>
                <a:srgbClr val="000000"/>
              </a:solidFill>
              <a:ln w="9525">
                <a:noFill/>
                <a:round/>
                <a:headEnd/>
                <a:tailEnd/>
              </a:ln>
            </p:spPr>
            <p:txBody>
              <a:bodyPr/>
              <a:lstStyle/>
              <a:p>
                <a:pPr algn="ctr"/>
                <a:endParaRPr lang="pt-BR" sz="2400"/>
              </a:p>
            </p:txBody>
          </p:sp>
          <p:sp>
            <p:nvSpPr>
              <p:cNvPr id="817" name="Freeform 122"/>
              <p:cNvSpPr>
                <a:spLocks/>
              </p:cNvSpPr>
              <p:nvPr/>
            </p:nvSpPr>
            <p:spPr bwMode="auto">
              <a:xfrm>
                <a:off x="4977" y="3829"/>
                <a:ext cx="138" cy="47"/>
              </a:xfrm>
              <a:custGeom>
                <a:avLst/>
                <a:gdLst>
                  <a:gd name="T0" fmla="*/ 0 w 1104"/>
                  <a:gd name="T1" fmla="*/ 0 h 376"/>
                  <a:gd name="T2" fmla="*/ 0 w 1104"/>
                  <a:gd name="T3" fmla="*/ 0 h 376"/>
                  <a:gd name="T4" fmla="*/ 0 w 1104"/>
                  <a:gd name="T5" fmla="*/ 0 h 376"/>
                  <a:gd name="T6" fmla="*/ 0 w 1104"/>
                  <a:gd name="T7" fmla="*/ 0 h 376"/>
                  <a:gd name="T8" fmla="*/ 0 w 1104"/>
                  <a:gd name="T9" fmla="*/ 0 h 376"/>
                  <a:gd name="T10" fmla="*/ 0 w 1104"/>
                  <a:gd name="T11" fmla="*/ 0 h 376"/>
                  <a:gd name="T12" fmla="*/ 0 w 1104"/>
                  <a:gd name="T13" fmla="*/ 0 h 376"/>
                  <a:gd name="T14" fmla="*/ 0 w 1104"/>
                  <a:gd name="T15" fmla="*/ 0 h 376"/>
                  <a:gd name="T16" fmla="*/ 0 w 1104"/>
                  <a:gd name="T17" fmla="*/ 0 h 376"/>
                  <a:gd name="T18" fmla="*/ 0 w 1104"/>
                  <a:gd name="T19" fmla="*/ 0 h 376"/>
                  <a:gd name="T20" fmla="*/ 0 w 1104"/>
                  <a:gd name="T21" fmla="*/ 0 h 376"/>
                  <a:gd name="T22" fmla="*/ 0 w 1104"/>
                  <a:gd name="T23" fmla="*/ 0 h 376"/>
                  <a:gd name="T24" fmla="*/ 0 w 1104"/>
                  <a:gd name="T25" fmla="*/ 0 h 376"/>
                  <a:gd name="T26" fmla="*/ 0 w 1104"/>
                  <a:gd name="T27" fmla="*/ 0 h 3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04"/>
                  <a:gd name="T43" fmla="*/ 0 h 376"/>
                  <a:gd name="T44" fmla="*/ 1104 w 1104"/>
                  <a:gd name="T45" fmla="*/ 376 h 37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04" h="376">
                    <a:moveTo>
                      <a:pt x="0" y="0"/>
                    </a:moveTo>
                    <a:lnTo>
                      <a:pt x="288" y="86"/>
                    </a:lnTo>
                    <a:lnTo>
                      <a:pt x="539" y="206"/>
                    </a:lnTo>
                    <a:lnTo>
                      <a:pt x="698" y="226"/>
                    </a:lnTo>
                    <a:lnTo>
                      <a:pt x="832" y="211"/>
                    </a:lnTo>
                    <a:lnTo>
                      <a:pt x="970" y="121"/>
                    </a:lnTo>
                    <a:lnTo>
                      <a:pt x="959" y="176"/>
                    </a:lnTo>
                    <a:lnTo>
                      <a:pt x="1104" y="246"/>
                    </a:lnTo>
                    <a:lnTo>
                      <a:pt x="1069" y="376"/>
                    </a:lnTo>
                    <a:lnTo>
                      <a:pt x="836" y="266"/>
                    </a:lnTo>
                    <a:lnTo>
                      <a:pt x="654" y="252"/>
                    </a:lnTo>
                    <a:lnTo>
                      <a:pt x="493" y="217"/>
                    </a:lnTo>
                    <a:lnTo>
                      <a:pt x="302" y="105"/>
                    </a:lnTo>
                    <a:lnTo>
                      <a:pt x="0" y="0"/>
                    </a:lnTo>
                    <a:close/>
                  </a:path>
                </a:pathLst>
              </a:custGeom>
              <a:solidFill>
                <a:srgbClr val="000000"/>
              </a:solidFill>
              <a:ln w="9525">
                <a:noFill/>
                <a:round/>
                <a:headEnd/>
                <a:tailEnd/>
              </a:ln>
            </p:spPr>
            <p:txBody>
              <a:bodyPr/>
              <a:lstStyle/>
              <a:p>
                <a:pPr algn="ctr"/>
                <a:endParaRPr lang="pt-BR" sz="2400"/>
              </a:p>
            </p:txBody>
          </p:sp>
          <p:sp>
            <p:nvSpPr>
              <p:cNvPr id="818" name="Freeform 123"/>
              <p:cNvSpPr>
                <a:spLocks/>
              </p:cNvSpPr>
              <p:nvPr/>
            </p:nvSpPr>
            <p:spPr bwMode="auto">
              <a:xfrm>
                <a:off x="4905" y="3690"/>
                <a:ext cx="93" cy="70"/>
              </a:xfrm>
              <a:custGeom>
                <a:avLst/>
                <a:gdLst>
                  <a:gd name="T0" fmla="*/ 0 w 749"/>
                  <a:gd name="T1" fmla="*/ 0 h 556"/>
                  <a:gd name="T2" fmla="*/ 0 w 749"/>
                  <a:gd name="T3" fmla="*/ 0 h 556"/>
                  <a:gd name="T4" fmla="*/ 0 w 749"/>
                  <a:gd name="T5" fmla="*/ 0 h 556"/>
                  <a:gd name="T6" fmla="*/ 0 w 749"/>
                  <a:gd name="T7" fmla="*/ 0 h 556"/>
                  <a:gd name="T8" fmla="*/ 0 w 749"/>
                  <a:gd name="T9" fmla="*/ 0 h 556"/>
                  <a:gd name="T10" fmla="*/ 0 w 749"/>
                  <a:gd name="T11" fmla="*/ 0 h 556"/>
                  <a:gd name="T12" fmla="*/ 0 w 749"/>
                  <a:gd name="T13" fmla="*/ 0 h 556"/>
                  <a:gd name="T14" fmla="*/ 0 w 749"/>
                  <a:gd name="T15" fmla="*/ 0 h 556"/>
                  <a:gd name="T16" fmla="*/ 0 w 749"/>
                  <a:gd name="T17" fmla="*/ 0 h 556"/>
                  <a:gd name="T18" fmla="*/ 0 w 749"/>
                  <a:gd name="T19" fmla="*/ 0 h 556"/>
                  <a:gd name="T20" fmla="*/ 0 w 749"/>
                  <a:gd name="T21" fmla="*/ 0 h 556"/>
                  <a:gd name="T22" fmla="*/ 0 w 749"/>
                  <a:gd name="T23" fmla="*/ 0 h 556"/>
                  <a:gd name="T24" fmla="*/ 0 w 749"/>
                  <a:gd name="T25" fmla="*/ 0 h 556"/>
                  <a:gd name="T26" fmla="*/ 0 w 749"/>
                  <a:gd name="T27" fmla="*/ 0 h 556"/>
                  <a:gd name="T28" fmla="*/ 0 w 749"/>
                  <a:gd name="T29" fmla="*/ 0 h 556"/>
                  <a:gd name="T30" fmla="*/ 0 w 749"/>
                  <a:gd name="T31" fmla="*/ 0 h 556"/>
                  <a:gd name="T32" fmla="*/ 0 w 749"/>
                  <a:gd name="T33" fmla="*/ 0 h 556"/>
                  <a:gd name="T34" fmla="*/ 0 w 749"/>
                  <a:gd name="T35" fmla="*/ 0 h 5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49"/>
                  <a:gd name="T55" fmla="*/ 0 h 556"/>
                  <a:gd name="T56" fmla="*/ 749 w 749"/>
                  <a:gd name="T57" fmla="*/ 556 h 5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49" h="556">
                    <a:moveTo>
                      <a:pt x="11" y="0"/>
                    </a:moveTo>
                    <a:lnTo>
                      <a:pt x="11" y="44"/>
                    </a:lnTo>
                    <a:lnTo>
                      <a:pt x="70" y="108"/>
                    </a:lnTo>
                    <a:lnTo>
                      <a:pt x="263" y="189"/>
                    </a:lnTo>
                    <a:lnTo>
                      <a:pt x="538" y="288"/>
                    </a:lnTo>
                    <a:lnTo>
                      <a:pt x="641" y="382"/>
                    </a:lnTo>
                    <a:lnTo>
                      <a:pt x="657" y="477"/>
                    </a:lnTo>
                    <a:lnTo>
                      <a:pt x="749" y="556"/>
                    </a:lnTo>
                    <a:lnTo>
                      <a:pt x="648" y="504"/>
                    </a:lnTo>
                    <a:lnTo>
                      <a:pt x="367" y="419"/>
                    </a:lnTo>
                    <a:lnTo>
                      <a:pt x="429" y="419"/>
                    </a:lnTo>
                    <a:lnTo>
                      <a:pt x="628" y="468"/>
                    </a:lnTo>
                    <a:lnTo>
                      <a:pt x="595" y="373"/>
                    </a:lnTo>
                    <a:lnTo>
                      <a:pt x="433" y="283"/>
                    </a:lnTo>
                    <a:lnTo>
                      <a:pt x="68" y="126"/>
                    </a:lnTo>
                    <a:lnTo>
                      <a:pt x="0" y="44"/>
                    </a:lnTo>
                    <a:lnTo>
                      <a:pt x="7" y="16"/>
                    </a:lnTo>
                    <a:lnTo>
                      <a:pt x="11" y="0"/>
                    </a:lnTo>
                    <a:close/>
                  </a:path>
                </a:pathLst>
              </a:custGeom>
              <a:solidFill>
                <a:srgbClr val="000000"/>
              </a:solidFill>
              <a:ln w="9525">
                <a:noFill/>
                <a:round/>
                <a:headEnd/>
                <a:tailEnd/>
              </a:ln>
            </p:spPr>
            <p:txBody>
              <a:bodyPr/>
              <a:lstStyle/>
              <a:p>
                <a:pPr algn="ctr"/>
                <a:endParaRPr lang="pt-BR" sz="2400"/>
              </a:p>
            </p:txBody>
          </p:sp>
          <p:sp>
            <p:nvSpPr>
              <p:cNvPr id="819" name="Freeform 124"/>
              <p:cNvSpPr>
                <a:spLocks/>
              </p:cNvSpPr>
              <p:nvPr/>
            </p:nvSpPr>
            <p:spPr bwMode="auto">
              <a:xfrm>
                <a:off x="5106" y="3798"/>
                <a:ext cx="35" cy="111"/>
              </a:xfrm>
              <a:custGeom>
                <a:avLst/>
                <a:gdLst>
                  <a:gd name="T0" fmla="*/ 0 w 279"/>
                  <a:gd name="T1" fmla="*/ 0 h 883"/>
                  <a:gd name="T2" fmla="*/ 0 w 279"/>
                  <a:gd name="T3" fmla="*/ 0 h 883"/>
                  <a:gd name="T4" fmla="*/ 0 w 279"/>
                  <a:gd name="T5" fmla="*/ 0 h 883"/>
                  <a:gd name="T6" fmla="*/ 0 w 279"/>
                  <a:gd name="T7" fmla="*/ 0 h 883"/>
                  <a:gd name="T8" fmla="*/ 0 w 279"/>
                  <a:gd name="T9" fmla="*/ 0 h 883"/>
                  <a:gd name="T10" fmla="*/ 0 w 279"/>
                  <a:gd name="T11" fmla="*/ 0 h 883"/>
                  <a:gd name="T12" fmla="*/ 0 w 279"/>
                  <a:gd name="T13" fmla="*/ 0 h 883"/>
                  <a:gd name="T14" fmla="*/ 0 60000 65536"/>
                  <a:gd name="T15" fmla="*/ 0 60000 65536"/>
                  <a:gd name="T16" fmla="*/ 0 60000 65536"/>
                  <a:gd name="T17" fmla="*/ 0 60000 65536"/>
                  <a:gd name="T18" fmla="*/ 0 60000 65536"/>
                  <a:gd name="T19" fmla="*/ 0 60000 65536"/>
                  <a:gd name="T20" fmla="*/ 0 60000 65536"/>
                  <a:gd name="T21" fmla="*/ 0 w 279"/>
                  <a:gd name="T22" fmla="*/ 0 h 883"/>
                  <a:gd name="T23" fmla="*/ 279 w 279"/>
                  <a:gd name="T24" fmla="*/ 883 h 8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9" h="883">
                    <a:moveTo>
                      <a:pt x="279" y="19"/>
                    </a:moveTo>
                    <a:lnTo>
                      <a:pt x="33" y="802"/>
                    </a:lnTo>
                    <a:lnTo>
                      <a:pt x="132" y="883"/>
                    </a:lnTo>
                    <a:lnTo>
                      <a:pt x="0" y="802"/>
                    </a:lnTo>
                    <a:lnTo>
                      <a:pt x="33" y="588"/>
                    </a:lnTo>
                    <a:lnTo>
                      <a:pt x="259" y="0"/>
                    </a:lnTo>
                    <a:lnTo>
                      <a:pt x="279" y="19"/>
                    </a:lnTo>
                    <a:close/>
                  </a:path>
                </a:pathLst>
              </a:custGeom>
              <a:solidFill>
                <a:srgbClr val="000000"/>
              </a:solidFill>
              <a:ln w="9525">
                <a:noFill/>
                <a:round/>
                <a:headEnd/>
                <a:tailEnd/>
              </a:ln>
            </p:spPr>
            <p:txBody>
              <a:bodyPr/>
              <a:lstStyle/>
              <a:p>
                <a:pPr algn="ctr"/>
                <a:endParaRPr lang="pt-BR" sz="2400"/>
              </a:p>
            </p:txBody>
          </p:sp>
          <p:sp>
            <p:nvSpPr>
              <p:cNvPr id="820" name="Freeform 125"/>
              <p:cNvSpPr>
                <a:spLocks/>
              </p:cNvSpPr>
              <p:nvPr/>
            </p:nvSpPr>
            <p:spPr bwMode="auto">
              <a:xfrm>
                <a:off x="5116" y="3563"/>
                <a:ext cx="136" cy="445"/>
              </a:xfrm>
              <a:custGeom>
                <a:avLst/>
                <a:gdLst>
                  <a:gd name="T0" fmla="*/ 0 w 1088"/>
                  <a:gd name="T1" fmla="*/ 0 h 3562"/>
                  <a:gd name="T2" fmla="*/ 0 w 1088"/>
                  <a:gd name="T3" fmla="*/ 0 h 3562"/>
                  <a:gd name="T4" fmla="*/ 0 w 1088"/>
                  <a:gd name="T5" fmla="*/ 0 h 3562"/>
                  <a:gd name="T6" fmla="*/ 0 w 1088"/>
                  <a:gd name="T7" fmla="*/ 0 h 3562"/>
                  <a:gd name="T8" fmla="*/ 0 w 1088"/>
                  <a:gd name="T9" fmla="*/ 0 h 3562"/>
                  <a:gd name="T10" fmla="*/ 0 w 1088"/>
                  <a:gd name="T11" fmla="*/ 0 h 3562"/>
                  <a:gd name="T12" fmla="*/ 0 w 1088"/>
                  <a:gd name="T13" fmla="*/ 0 h 3562"/>
                  <a:gd name="T14" fmla="*/ 0 w 1088"/>
                  <a:gd name="T15" fmla="*/ 0 h 3562"/>
                  <a:gd name="T16" fmla="*/ 0 w 1088"/>
                  <a:gd name="T17" fmla="*/ 0 h 3562"/>
                  <a:gd name="T18" fmla="*/ 0 w 1088"/>
                  <a:gd name="T19" fmla="*/ 0 h 3562"/>
                  <a:gd name="T20" fmla="*/ 0 w 1088"/>
                  <a:gd name="T21" fmla="*/ 0 h 3562"/>
                  <a:gd name="T22" fmla="*/ 0 w 1088"/>
                  <a:gd name="T23" fmla="*/ 0 h 3562"/>
                  <a:gd name="T24" fmla="*/ 0 w 1088"/>
                  <a:gd name="T25" fmla="*/ 0 h 3562"/>
                  <a:gd name="T26" fmla="*/ 0 w 1088"/>
                  <a:gd name="T27" fmla="*/ 0 h 3562"/>
                  <a:gd name="T28" fmla="*/ 0 w 1088"/>
                  <a:gd name="T29" fmla="*/ 0 h 3562"/>
                  <a:gd name="T30" fmla="*/ 0 w 1088"/>
                  <a:gd name="T31" fmla="*/ 0 h 3562"/>
                  <a:gd name="T32" fmla="*/ 0 w 1088"/>
                  <a:gd name="T33" fmla="*/ 0 h 3562"/>
                  <a:gd name="T34" fmla="*/ 0 w 1088"/>
                  <a:gd name="T35" fmla="*/ 0 h 3562"/>
                  <a:gd name="T36" fmla="*/ 0 w 1088"/>
                  <a:gd name="T37" fmla="*/ 0 h 3562"/>
                  <a:gd name="T38" fmla="*/ 0 w 1088"/>
                  <a:gd name="T39" fmla="*/ 0 h 3562"/>
                  <a:gd name="T40" fmla="*/ 0 w 1088"/>
                  <a:gd name="T41" fmla="*/ 0 h 3562"/>
                  <a:gd name="T42" fmla="*/ 0 w 1088"/>
                  <a:gd name="T43" fmla="*/ 0 h 3562"/>
                  <a:gd name="T44" fmla="*/ 0 w 1088"/>
                  <a:gd name="T45" fmla="*/ 0 h 3562"/>
                  <a:gd name="T46" fmla="*/ 0 w 1088"/>
                  <a:gd name="T47" fmla="*/ 0 h 356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8"/>
                  <a:gd name="T73" fmla="*/ 0 h 3562"/>
                  <a:gd name="T74" fmla="*/ 1088 w 1088"/>
                  <a:gd name="T75" fmla="*/ 3562 h 356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8" h="3562">
                    <a:moveTo>
                      <a:pt x="1088" y="0"/>
                    </a:moveTo>
                    <a:lnTo>
                      <a:pt x="826" y="270"/>
                    </a:lnTo>
                    <a:lnTo>
                      <a:pt x="620" y="589"/>
                    </a:lnTo>
                    <a:lnTo>
                      <a:pt x="536" y="877"/>
                    </a:lnTo>
                    <a:lnTo>
                      <a:pt x="404" y="1536"/>
                    </a:lnTo>
                    <a:lnTo>
                      <a:pt x="310" y="2497"/>
                    </a:lnTo>
                    <a:lnTo>
                      <a:pt x="176" y="2808"/>
                    </a:lnTo>
                    <a:lnTo>
                      <a:pt x="110" y="3267"/>
                    </a:lnTo>
                    <a:lnTo>
                      <a:pt x="13" y="3442"/>
                    </a:lnTo>
                    <a:lnTo>
                      <a:pt x="0" y="3562"/>
                    </a:lnTo>
                    <a:lnTo>
                      <a:pt x="29" y="3442"/>
                    </a:lnTo>
                    <a:lnTo>
                      <a:pt x="125" y="3267"/>
                    </a:lnTo>
                    <a:lnTo>
                      <a:pt x="229" y="2789"/>
                    </a:lnTo>
                    <a:lnTo>
                      <a:pt x="389" y="2407"/>
                    </a:lnTo>
                    <a:lnTo>
                      <a:pt x="697" y="1736"/>
                    </a:lnTo>
                    <a:lnTo>
                      <a:pt x="943" y="648"/>
                    </a:lnTo>
                    <a:lnTo>
                      <a:pt x="651" y="1238"/>
                    </a:lnTo>
                    <a:lnTo>
                      <a:pt x="549" y="1949"/>
                    </a:lnTo>
                    <a:lnTo>
                      <a:pt x="389" y="2327"/>
                    </a:lnTo>
                    <a:lnTo>
                      <a:pt x="455" y="1466"/>
                    </a:lnTo>
                    <a:lnTo>
                      <a:pt x="633" y="629"/>
                    </a:lnTo>
                    <a:lnTo>
                      <a:pt x="844" y="297"/>
                    </a:lnTo>
                    <a:lnTo>
                      <a:pt x="960" y="148"/>
                    </a:lnTo>
                    <a:lnTo>
                      <a:pt x="1088" y="0"/>
                    </a:lnTo>
                    <a:close/>
                  </a:path>
                </a:pathLst>
              </a:custGeom>
              <a:solidFill>
                <a:srgbClr val="000000"/>
              </a:solidFill>
              <a:ln w="9525">
                <a:noFill/>
                <a:round/>
                <a:headEnd/>
                <a:tailEnd/>
              </a:ln>
            </p:spPr>
            <p:txBody>
              <a:bodyPr/>
              <a:lstStyle/>
              <a:p>
                <a:pPr algn="ctr"/>
                <a:endParaRPr lang="pt-BR" sz="2400"/>
              </a:p>
            </p:txBody>
          </p:sp>
          <p:sp>
            <p:nvSpPr>
              <p:cNvPr id="821" name="Freeform 126"/>
              <p:cNvSpPr>
                <a:spLocks/>
              </p:cNvSpPr>
              <p:nvPr/>
            </p:nvSpPr>
            <p:spPr bwMode="auto">
              <a:xfrm>
                <a:off x="4908" y="3526"/>
                <a:ext cx="733" cy="776"/>
              </a:xfrm>
              <a:custGeom>
                <a:avLst/>
                <a:gdLst>
                  <a:gd name="T0" fmla="*/ 0 w 5859"/>
                  <a:gd name="T1" fmla="*/ 0 h 6211"/>
                  <a:gd name="T2" fmla="*/ 0 w 5859"/>
                  <a:gd name="T3" fmla="*/ 0 h 6211"/>
                  <a:gd name="T4" fmla="*/ 0 w 5859"/>
                  <a:gd name="T5" fmla="*/ 0 h 6211"/>
                  <a:gd name="T6" fmla="*/ 0 w 5859"/>
                  <a:gd name="T7" fmla="*/ 0 h 6211"/>
                  <a:gd name="T8" fmla="*/ 0 w 5859"/>
                  <a:gd name="T9" fmla="*/ 0 h 6211"/>
                  <a:gd name="T10" fmla="*/ 0 w 5859"/>
                  <a:gd name="T11" fmla="*/ 0 h 6211"/>
                  <a:gd name="T12" fmla="*/ 0 w 5859"/>
                  <a:gd name="T13" fmla="*/ 0 h 6211"/>
                  <a:gd name="T14" fmla="*/ 0 w 5859"/>
                  <a:gd name="T15" fmla="*/ 0 h 6211"/>
                  <a:gd name="T16" fmla="*/ 0 w 5859"/>
                  <a:gd name="T17" fmla="*/ 0 h 6211"/>
                  <a:gd name="T18" fmla="*/ 0 w 5859"/>
                  <a:gd name="T19" fmla="*/ 0 h 6211"/>
                  <a:gd name="T20" fmla="*/ 0 w 5859"/>
                  <a:gd name="T21" fmla="*/ 0 h 6211"/>
                  <a:gd name="T22" fmla="*/ 0 w 5859"/>
                  <a:gd name="T23" fmla="*/ 0 h 6211"/>
                  <a:gd name="T24" fmla="*/ 0 w 5859"/>
                  <a:gd name="T25" fmla="*/ 0 h 6211"/>
                  <a:gd name="T26" fmla="*/ 0 w 5859"/>
                  <a:gd name="T27" fmla="*/ 0 h 6211"/>
                  <a:gd name="T28" fmla="*/ 0 w 5859"/>
                  <a:gd name="T29" fmla="*/ 0 h 6211"/>
                  <a:gd name="T30" fmla="*/ 0 w 5859"/>
                  <a:gd name="T31" fmla="*/ 0 h 6211"/>
                  <a:gd name="T32" fmla="*/ 0 w 5859"/>
                  <a:gd name="T33" fmla="*/ 0 h 6211"/>
                  <a:gd name="T34" fmla="*/ 0 w 5859"/>
                  <a:gd name="T35" fmla="*/ 0 h 6211"/>
                  <a:gd name="T36" fmla="*/ 0 w 5859"/>
                  <a:gd name="T37" fmla="*/ 0 h 6211"/>
                  <a:gd name="T38" fmla="*/ 0 w 5859"/>
                  <a:gd name="T39" fmla="*/ 0 h 6211"/>
                  <a:gd name="T40" fmla="*/ 0 w 5859"/>
                  <a:gd name="T41" fmla="*/ 0 h 6211"/>
                  <a:gd name="T42" fmla="*/ 0 w 5859"/>
                  <a:gd name="T43" fmla="*/ 0 h 6211"/>
                  <a:gd name="T44" fmla="*/ 0 w 5859"/>
                  <a:gd name="T45" fmla="*/ 0 h 6211"/>
                  <a:gd name="T46" fmla="*/ 0 w 5859"/>
                  <a:gd name="T47" fmla="*/ 0 h 6211"/>
                  <a:gd name="T48" fmla="*/ 0 w 5859"/>
                  <a:gd name="T49" fmla="*/ 0 h 6211"/>
                  <a:gd name="T50" fmla="*/ 0 w 5859"/>
                  <a:gd name="T51" fmla="*/ 0 h 6211"/>
                  <a:gd name="T52" fmla="*/ 0 w 5859"/>
                  <a:gd name="T53" fmla="*/ 0 h 6211"/>
                  <a:gd name="T54" fmla="*/ 0 w 5859"/>
                  <a:gd name="T55" fmla="*/ 0 h 6211"/>
                  <a:gd name="T56" fmla="*/ 0 w 5859"/>
                  <a:gd name="T57" fmla="*/ 0 h 6211"/>
                  <a:gd name="T58" fmla="*/ 0 w 5859"/>
                  <a:gd name="T59" fmla="*/ 0 h 6211"/>
                  <a:gd name="T60" fmla="*/ 0 w 5859"/>
                  <a:gd name="T61" fmla="*/ 0 h 6211"/>
                  <a:gd name="T62" fmla="*/ 0 w 5859"/>
                  <a:gd name="T63" fmla="*/ 0 h 6211"/>
                  <a:gd name="T64" fmla="*/ 0 w 5859"/>
                  <a:gd name="T65" fmla="*/ 0 h 6211"/>
                  <a:gd name="T66" fmla="*/ 0 w 5859"/>
                  <a:gd name="T67" fmla="*/ 0 h 6211"/>
                  <a:gd name="T68" fmla="*/ 0 w 5859"/>
                  <a:gd name="T69" fmla="*/ 0 h 6211"/>
                  <a:gd name="T70" fmla="*/ 0 w 5859"/>
                  <a:gd name="T71" fmla="*/ 0 h 6211"/>
                  <a:gd name="T72" fmla="*/ 0 w 5859"/>
                  <a:gd name="T73" fmla="*/ 0 h 6211"/>
                  <a:gd name="T74" fmla="*/ 0 w 5859"/>
                  <a:gd name="T75" fmla="*/ 0 h 6211"/>
                  <a:gd name="T76" fmla="*/ 0 w 5859"/>
                  <a:gd name="T77" fmla="*/ 0 h 6211"/>
                  <a:gd name="T78" fmla="*/ 0 w 5859"/>
                  <a:gd name="T79" fmla="*/ 0 h 6211"/>
                  <a:gd name="T80" fmla="*/ 0 w 5859"/>
                  <a:gd name="T81" fmla="*/ 0 h 6211"/>
                  <a:gd name="T82" fmla="*/ 0 w 5859"/>
                  <a:gd name="T83" fmla="*/ 0 h 6211"/>
                  <a:gd name="T84" fmla="*/ 0 w 5859"/>
                  <a:gd name="T85" fmla="*/ 0 h 6211"/>
                  <a:gd name="T86" fmla="*/ 0 w 5859"/>
                  <a:gd name="T87" fmla="*/ 0 h 6211"/>
                  <a:gd name="T88" fmla="*/ 0 w 5859"/>
                  <a:gd name="T89" fmla="*/ 0 h 6211"/>
                  <a:gd name="T90" fmla="*/ 0 w 5859"/>
                  <a:gd name="T91" fmla="*/ 0 h 621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859"/>
                  <a:gd name="T139" fmla="*/ 0 h 6211"/>
                  <a:gd name="T140" fmla="*/ 5859 w 5859"/>
                  <a:gd name="T141" fmla="*/ 6211 h 621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859" h="6211">
                    <a:moveTo>
                      <a:pt x="3728" y="1425"/>
                    </a:moveTo>
                    <a:lnTo>
                      <a:pt x="3795" y="2031"/>
                    </a:lnTo>
                    <a:lnTo>
                      <a:pt x="3781" y="2460"/>
                    </a:lnTo>
                    <a:lnTo>
                      <a:pt x="3682" y="2811"/>
                    </a:lnTo>
                    <a:lnTo>
                      <a:pt x="3516" y="3145"/>
                    </a:lnTo>
                    <a:lnTo>
                      <a:pt x="3728" y="2875"/>
                    </a:lnTo>
                    <a:lnTo>
                      <a:pt x="3956" y="2414"/>
                    </a:lnTo>
                    <a:lnTo>
                      <a:pt x="4007" y="2013"/>
                    </a:lnTo>
                    <a:lnTo>
                      <a:pt x="3956" y="1552"/>
                    </a:lnTo>
                    <a:lnTo>
                      <a:pt x="3781" y="1091"/>
                    </a:lnTo>
                    <a:lnTo>
                      <a:pt x="3453" y="544"/>
                    </a:lnTo>
                    <a:lnTo>
                      <a:pt x="3747" y="482"/>
                    </a:lnTo>
                    <a:lnTo>
                      <a:pt x="4284" y="669"/>
                    </a:lnTo>
                    <a:lnTo>
                      <a:pt x="4754" y="505"/>
                    </a:lnTo>
                    <a:lnTo>
                      <a:pt x="5148" y="669"/>
                    </a:lnTo>
                    <a:lnTo>
                      <a:pt x="5063" y="379"/>
                    </a:lnTo>
                    <a:lnTo>
                      <a:pt x="4705" y="0"/>
                    </a:lnTo>
                    <a:lnTo>
                      <a:pt x="5293" y="482"/>
                    </a:lnTo>
                    <a:lnTo>
                      <a:pt x="5584" y="924"/>
                    </a:lnTo>
                    <a:lnTo>
                      <a:pt x="5778" y="1722"/>
                    </a:lnTo>
                    <a:lnTo>
                      <a:pt x="5859" y="2499"/>
                    </a:lnTo>
                    <a:lnTo>
                      <a:pt x="5679" y="2460"/>
                    </a:lnTo>
                    <a:lnTo>
                      <a:pt x="5378" y="2460"/>
                    </a:lnTo>
                    <a:lnTo>
                      <a:pt x="4855" y="2583"/>
                    </a:lnTo>
                    <a:lnTo>
                      <a:pt x="4348" y="2811"/>
                    </a:lnTo>
                    <a:lnTo>
                      <a:pt x="4057" y="3043"/>
                    </a:lnTo>
                    <a:lnTo>
                      <a:pt x="3839" y="3292"/>
                    </a:lnTo>
                    <a:lnTo>
                      <a:pt x="3633" y="3712"/>
                    </a:lnTo>
                    <a:lnTo>
                      <a:pt x="3420" y="4222"/>
                    </a:lnTo>
                    <a:lnTo>
                      <a:pt x="3341" y="4657"/>
                    </a:lnTo>
                    <a:lnTo>
                      <a:pt x="3292" y="5139"/>
                    </a:lnTo>
                    <a:lnTo>
                      <a:pt x="3292" y="4173"/>
                    </a:lnTo>
                    <a:lnTo>
                      <a:pt x="3011" y="4973"/>
                    </a:lnTo>
                    <a:lnTo>
                      <a:pt x="2737" y="6211"/>
                    </a:lnTo>
                    <a:lnTo>
                      <a:pt x="2638" y="5980"/>
                    </a:lnTo>
                    <a:lnTo>
                      <a:pt x="2539" y="6020"/>
                    </a:lnTo>
                    <a:lnTo>
                      <a:pt x="2539" y="5162"/>
                    </a:lnTo>
                    <a:lnTo>
                      <a:pt x="2405" y="5079"/>
                    </a:lnTo>
                    <a:lnTo>
                      <a:pt x="2284" y="5139"/>
                    </a:lnTo>
                    <a:lnTo>
                      <a:pt x="2379" y="5791"/>
                    </a:lnTo>
                    <a:lnTo>
                      <a:pt x="2269" y="5831"/>
                    </a:lnTo>
                    <a:lnTo>
                      <a:pt x="1677" y="5060"/>
                    </a:lnTo>
                    <a:lnTo>
                      <a:pt x="1268" y="5060"/>
                    </a:lnTo>
                    <a:lnTo>
                      <a:pt x="1187" y="5455"/>
                    </a:lnTo>
                    <a:lnTo>
                      <a:pt x="1372" y="5936"/>
                    </a:lnTo>
                    <a:lnTo>
                      <a:pt x="1119" y="5455"/>
                    </a:lnTo>
                    <a:lnTo>
                      <a:pt x="1155" y="5060"/>
                    </a:lnTo>
                    <a:lnTo>
                      <a:pt x="862" y="5014"/>
                    </a:lnTo>
                    <a:lnTo>
                      <a:pt x="16" y="4996"/>
                    </a:lnTo>
                    <a:lnTo>
                      <a:pt x="0" y="4427"/>
                    </a:lnTo>
                    <a:lnTo>
                      <a:pt x="65" y="4154"/>
                    </a:lnTo>
                    <a:lnTo>
                      <a:pt x="198" y="3982"/>
                    </a:lnTo>
                    <a:lnTo>
                      <a:pt x="376" y="3906"/>
                    </a:lnTo>
                    <a:lnTo>
                      <a:pt x="212" y="4030"/>
                    </a:lnTo>
                    <a:lnTo>
                      <a:pt x="117" y="4198"/>
                    </a:lnTo>
                    <a:lnTo>
                      <a:pt x="117" y="4380"/>
                    </a:lnTo>
                    <a:lnTo>
                      <a:pt x="245" y="4323"/>
                    </a:lnTo>
                    <a:lnTo>
                      <a:pt x="376" y="4427"/>
                    </a:lnTo>
                    <a:lnTo>
                      <a:pt x="585" y="4427"/>
                    </a:lnTo>
                    <a:lnTo>
                      <a:pt x="765" y="4784"/>
                    </a:lnTo>
                    <a:lnTo>
                      <a:pt x="961" y="4932"/>
                    </a:lnTo>
                    <a:lnTo>
                      <a:pt x="781" y="4302"/>
                    </a:lnTo>
                    <a:lnTo>
                      <a:pt x="1464" y="4932"/>
                    </a:lnTo>
                    <a:lnTo>
                      <a:pt x="1565" y="4910"/>
                    </a:lnTo>
                    <a:lnTo>
                      <a:pt x="1225" y="4362"/>
                    </a:lnTo>
                    <a:lnTo>
                      <a:pt x="1268" y="4302"/>
                    </a:lnTo>
                    <a:lnTo>
                      <a:pt x="1565" y="4743"/>
                    </a:lnTo>
                    <a:lnTo>
                      <a:pt x="1893" y="4869"/>
                    </a:lnTo>
                    <a:lnTo>
                      <a:pt x="1789" y="4551"/>
                    </a:lnTo>
                    <a:lnTo>
                      <a:pt x="2101" y="4825"/>
                    </a:lnTo>
                    <a:lnTo>
                      <a:pt x="2361" y="4636"/>
                    </a:lnTo>
                    <a:lnTo>
                      <a:pt x="2624" y="4611"/>
                    </a:lnTo>
                    <a:lnTo>
                      <a:pt x="2798" y="4279"/>
                    </a:lnTo>
                    <a:lnTo>
                      <a:pt x="2638" y="4721"/>
                    </a:lnTo>
                    <a:lnTo>
                      <a:pt x="2523" y="4869"/>
                    </a:lnTo>
                    <a:lnTo>
                      <a:pt x="2752" y="4761"/>
                    </a:lnTo>
                    <a:lnTo>
                      <a:pt x="3077" y="4154"/>
                    </a:lnTo>
                    <a:lnTo>
                      <a:pt x="3110" y="3965"/>
                    </a:lnTo>
                    <a:lnTo>
                      <a:pt x="2866" y="4115"/>
                    </a:lnTo>
                    <a:lnTo>
                      <a:pt x="2995" y="3820"/>
                    </a:lnTo>
                    <a:lnTo>
                      <a:pt x="2995" y="3481"/>
                    </a:lnTo>
                    <a:lnTo>
                      <a:pt x="2831" y="3546"/>
                    </a:lnTo>
                    <a:lnTo>
                      <a:pt x="3062" y="3103"/>
                    </a:lnTo>
                    <a:lnTo>
                      <a:pt x="3240" y="2601"/>
                    </a:lnTo>
                    <a:lnTo>
                      <a:pt x="3341" y="2013"/>
                    </a:lnTo>
                    <a:lnTo>
                      <a:pt x="3420" y="1448"/>
                    </a:lnTo>
                    <a:lnTo>
                      <a:pt x="3387" y="1992"/>
                    </a:lnTo>
                    <a:lnTo>
                      <a:pt x="3420" y="2269"/>
                    </a:lnTo>
                    <a:lnTo>
                      <a:pt x="3497" y="2478"/>
                    </a:lnTo>
                    <a:lnTo>
                      <a:pt x="3633" y="2200"/>
                    </a:lnTo>
                    <a:lnTo>
                      <a:pt x="3714" y="1743"/>
                    </a:lnTo>
                    <a:lnTo>
                      <a:pt x="3728" y="1425"/>
                    </a:lnTo>
                    <a:close/>
                  </a:path>
                </a:pathLst>
              </a:custGeom>
              <a:solidFill>
                <a:srgbClr val="000000"/>
              </a:solidFill>
              <a:ln w="9525">
                <a:noFill/>
                <a:round/>
                <a:headEnd/>
                <a:tailEnd/>
              </a:ln>
            </p:spPr>
            <p:txBody>
              <a:bodyPr/>
              <a:lstStyle/>
              <a:p>
                <a:pPr algn="ctr"/>
                <a:endParaRPr lang="pt-BR" sz="2400"/>
              </a:p>
            </p:txBody>
          </p:sp>
          <p:sp>
            <p:nvSpPr>
              <p:cNvPr id="822" name="Freeform 127"/>
              <p:cNvSpPr>
                <a:spLocks/>
              </p:cNvSpPr>
              <p:nvPr/>
            </p:nvSpPr>
            <p:spPr bwMode="auto">
              <a:xfrm>
                <a:off x="5114" y="4011"/>
                <a:ext cx="55" cy="115"/>
              </a:xfrm>
              <a:custGeom>
                <a:avLst/>
                <a:gdLst>
                  <a:gd name="T0" fmla="*/ 0 w 445"/>
                  <a:gd name="T1" fmla="*/ 0 h 921"/>
                  <a:gd name="T2" fmla="*/ 0 w 445"/>
                  <a:gd name="T3" fmla="*/ 0 h 921"/>
                  <a:gd name="T4" fmla="*/ 0 w 445"/>
                  <a:gd name="T5" fmla="*/ 0 h 921"/>
                  <a:gd name="T6" fmla="*/ 0 w 445"/>
                  <a:gd name="T7" fmla="*/ 0 h 921"/>
                  <a:gd name="T8" fmla="*/ 0 w 445"/>
                  <a:gd name="T9" fmla="*/ 0 h 921"/>
                  <a:gd name="T10" fmla="*/ 0 60000 65536"/>
                  <a:gd name="T11" fmla="*/ 0 60000 65536"/>
                  <a:gd name="T12" fmla="*/ 0 60000 65536"/>
                  <a:gd name="T13" fmla="*/ 0 60000 65536"/>
                  <a:gd name="T14" fmla="*/ 0 60000 65536"/>
                  <a:gd name="T15" fmla="*/ 0 w 445"/>
                  <a:gd name="T16" fmla="*/ 0 h 921"/>
                  <a:gd name="T17" fmla="*/ 445 w 445"/>
                  <a:gd name="T18" fmla="*/ 921 h 921"/>
                </a:gdLst>
                <a:ahLst/>
                <a:cxnLst>
                  <a:cxn ang="T10">
                    <a:pos x="T0" y="T1"/>
                  </a:cxn>
                  <a:cxn ang="T11">
                    <a:pos x="T2" y="T3"/>
                  </a:cxn>
                  <a:cxn ang="T12">
                    <a:pos x="T4" y="T5"/>
                  </a:cxn>
                  <a:cxn ang="T13">
                    <a:pos x="T6" y="T7"/>
                  </a:cxn>
                  <a:cxn ang="T14">
                    <a:pos x="T8" y="T9"/>
                  </a:cxn>
                </a:cxnLst>
                <a:rect l="T15" t="T16" r="T17" b="T18"/>
                <a:pathLst>
                  <a:path w="445" h="921">
                    <a:moveTo>
                      <a:pt x="0" y="0"/>
                    </a:moveTo>
                    <a:lnTo>
                      <a:pt x="81" y="231"/>
                    </a:lnTo>
                    <a:lnTo>
                      <a:pt x="445" y="921"/>
                    </a:lnTo>
                    <a:lnTo>
                      <a:pt x="49" y="289"/>
                    </a:lnTo>
                    <a:lnTo>
                      <a:pt x="0" y="0"/>
                    </a:lnTo>
                    <a:close/>
                  </a:path>
                </a:pathLst>
              </a:custGeom>
              <a:solidFill>
                <a:srgbClr val="000000"/>
              </a:solidFill>
              <a:ln w="9525">
                <a:noFill/>
                <a:round/>
                <a:headEnd/>
                <a:tailEnd/>
              </a:ln>
            </p:spPr>
            <p:txBody>
              <a:bodyPr/>
              <a:lstStyle/>
              <a:p>
                <a:pPr algn="ctr"/>
                <a:endParaRPr lang="pt-BR" sz="2400"/>
              </a:p>
            </p:txBody>
          </p:sp>
          <p:sp>
            <p:nvSpPr>
              <p:cNvPr id="823" name="Freeform 128"/>
              <p:cNvSpPr>
                <a:spLocks/>
              </p:cNvSpPr>
              <p:nvPr/>
            </p:nvSpPr>
            <p:spPr bwMode="auto">
              <a:xfrm>
                <a:off x="4953" y="3998"/>
                <a:ext cx="165" cy="68"/>
              </a:xfrm>
              <a:custGeom>
                <a:avLst/>
                <a:gdLst>
                  <a:gd name="T0" fmla="*/ 0 w 1318"/>
                  <a:gd name="T1" fmla="*/ 0 h 549"/>
                  <a:gd name="T2" fmla="*/ 0 w 1318"/>
                  <a:gd name="T3" fmla="*/ 0 h 549"/>
                  <a:gd name="T4" fmla="*/ 0 w 1318"/>
                  <a:gd name="T5" fmla="*/ 0 h 549"/>
                  <a:gd name="T6" fmla="*/ 0 w 1318"/>
                  <a:gd name="T7" fmla="*/ 0 h 549"/>
                  <a:gd name="T8" fmla="*/ 0 w 1318"/>
                  <a:gd name="T9" fmla="*/ 0 h 549"/>
                  <a:gd name="T10" fmla="*/ 0 w 1318"/>
                  <a:gd name="T11" fmla="*/ 0 h 549"/>
                  <a:gd name="T12" fmla="*/ 0 w 1318"/>
                  <a:gd name="T13" fmla="*/ 0 h 549"/>
                  <a:gd name="T14" fmla="*/ 0 w 1318"/>
                  <a:gd name="T15" fmla="*/ 0 h 549"/>
                  <a:gd name="T16" fmla="*/ 0 w 1318"/>
                  <a:gd name="T17" fmla="*/ 0 h 549"/>
                  <a:gd name="T18" fmla="*/ 0 w 1318"/>
                  <a:gd name="T19" fmla="*/ 0 h 549"/>
                  <a:gd name="T20" fmla="*/ 0 w 1318"/>
                  <a:gd name="T21" fmla="*/ 0 h 549"/>
                  <a:gd name="T22" fmla="*/ 0 w 1318"/>
                  <a:gd name="T23" fmla="*/ 0 h 549"/>
                  <a:gd name="T24" fmla="*/ 0 w 1318"/>
                  <a:gd name="T25" fmla="*/ 0 h 549"/>
                  <a:gd name="T26" fmla="*/ 0 w 1318"/>
                  <a:gd name="T27" fmla="*/ 0 h 549"/>
                  <a:gd name="T28" fmla="*/ 0 w 1318"/>
                  <a:gd name="T29" fmla="*/ 0 h 549"/>
                  <a:gd name="T30" fmla="*/ 0 w 1318"/>
                  <a:gd name="T31" fmla="*/ 0 h 549"/>
                  <a:gd name="T32" fmla="*/ 0 w 1318"/>
                  <a:gd name="T33" fmla="*/ 0 h 549"/>
                  <a:gd name="T34" fmla="*/ 0 w 1318"/>
                  <a:gd name="T35" fmla="*/ 0 h 5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18"/>
                  <a:gd name="T55" fmla="*/ 0 h 549"/>
                  <a:gd name="T56" fmla="*/ 1318 w 1318"/>
                  <a:gd name="T57" fmla="*/ 549 h 5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18" h="549">
                    <a:moveTo>
                      <a:pt x="1272" y="46"/>
                    </a:moveTo>
                    <a:lnTo>
                      <a:pt x="1156" y="0"/>
                    </a:lnTo>
                    <a:lnTo>
                      <a:pt x="1059" y="66"/>
                    </a:lnTo>
                    <a:lnTo>
                      <a:pt x="1043" y="191"/>
                    </a:lnTo>
                    <a:lnTo>
                      <a:pt x="815" y="191"/>
                    </a:lnTo>
                    <a:lnTo>
                      <a:pt x="648" y="83"/>
                    </a:lnTo>
                    <a:lnTo>
                      <a:pt x="522" y="150"/>
                    </a:lnTo>
                    <a:lnTo>
                      <a:pt x="0" y="150"/>
                    </a:lnTo>
                    <a:lnTo>
                      <a:pt x="540" y="191"/>
                    </a:lnTo>
                    <a:lnTo>
                      <a:pt x="602" y="274"/>
                    </a:lnTo>
                    <a:lnTo>
                      <a:pt x="750" y="256"/>
                    </a:lnTo>
                    <a:lnTo>
                      <a:pt x="621" y="486"/>
                    </a:lnTo>
                    <a:lnTo>
                      <a:pt x="637" y="549"/>
                    </a:lnTo>
                    <a:lnTo>
                      <a:pt x="846" y="235"/>
                    </a:lnTo>
                    <a:lnTo>
                      <a:pt x="1059" y="256"/>
                    </a:lnTo>
                    <a:lnTo>
                      <a:pt x="1156" y="83"/>
                    </a:lnTo>
                    <a:lnTo>
                      <a:pt x="1318" y="169"/>
                    </a:lnTo>
                    <a:lnTo>
                      <a:pt x="1272" y="46"/>
                    </a:lnTo>
                    <a:close/>
                  </a:path>
                </a:pathLst>
              </a:custGeom>
              <a:solidFill>
                <a:srgbClr val="000000"/>
              </a:solidFill>
              <a:ln w="9525">
                <a:noFill/>
                <a:round/>
                <a:headEnd/>
                <a:tailEnd/>
              </a:ln>
            </p:spPr>
            <p:txBody>
              <a:bodyPr/>
              <a:lstStyle/>
              <a:p>
                <a:pPr algn="ctr"/>
                <a:endParaRPr lang="pt-BR" sz="2400"/>
              </a:p>
            </p:txBody>
          </p:sp>
          <p:sp>
            <p:nvSpPr>
              <p:cNvPr id="824" name="Freeform 129"/>
              <p:cNvSpPr>
                <a:spLocks/>
              </p:cNvSpPr>
              <p:nvPr/>
            </p:nvSpPr>
            <p:spPr bwMode="auto">
              <a:xfrm>
                <a:off x="5067" y="3812"/>
                <a:ext cx="96" cy="210"/>
              </a:xfrm>
              <a:custGeom>
                <a:avLst/>
                <a:gdLst>
                  <a:gd name="T0" fmla="*/ 0 w 768"/>
                  <a:gd name="T1" fmla="*/ 0 h 1678"/>
                  <a:gd name="T2" fmla="*/ 0 w 768"/>
                  <a:gd name="T3" fmla="*/ 0 h 1678"/>
                  <a:gd name="T4" fmla="*/ 0 w 768"/>
                  <a:gd name="T5" fmla="*/ 0 h 1678"/>
                  <a:gd name="T6" fmla="*/ 0 w 768"/>
                  <a:gd name="T7" fmla="*/ 0 h 1678"/>
                  <a:gd name="T8" fmla="*/ 0 w 768"/>
                  <a:gd name="T9" fmla="*/ 0 h 1678"/>
                  <a:gd name="T10" fmla="*/ 0 w 768"/>
                  <a:gd name="T11" fmla="*/ 0 h 1678"/>
                  <a:gd name="T12" fmla="*/ 0 w 768"/>
                  <a:gd name="T13" fmla="*/ 0 h 1678"/>
                  <a:gd name="T14" fmla="*/ 0 w 768"/>
                  <a:gd name="T15" fmla="*/ 0 h 1678"/>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1678"/>
                  <a:gd name="T26" fmla="*/ 768 w 768"/>
                  <a:gd name="T27" fmla="*/ 1678 h 16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1678">
                    <a:moveTo>
                      <a:pt x="0" y="1678"/>
                    </a:moveTo>
                    <a:lnTo>
                      <a:pt x="313" y="944"/>
                    </a:lnTo>
                    <a:lnTo>
                      <a:pt x="768" y="0"/>
                    </a:lnTo>
                    <a:lnTo>
                      <a:pt x="363" y="1005"/>
                    </a:lnTo>
                    <a:lnTo>
                      <a:pt x="641" y="654"/>
                    </a:lnTo>
                    <a:lnTo>
                      <a:pt x="572" y="944"/>
                    </a:lnTo>
                    <a:lnTo>
                      <a:pt x="164" y="1379"/>
                    </a:lnTo>
                    <a:lnTo>
                      <a:pt x="0" y="1678"/>
                    </a:lnTo>
                    <a:close/>
                  </a:path>
                </a:pathLst>
              </a:custGeom>
              <a:solidFill>
                <a:srgbClr val="000000"/>
              </a:solidFill>
              <a:ln w="9525">
                <a:noFill/>
                <a:round/>
                <a:headEnd/>
                <a:tailEnd/>
              </a:ln>
            </p:spPr>
            <p:txBody>
              <a:bodyPr/>
              <a:lstStyle/>
              <a:p>
                <a:pPr algn="ctr"/>
                <a:endParaRPr lang="pt-BR" sz="2400"/>
              </a:p>
            </p:txBody>
          </p:sp>
          <p:sp>
            <p:nvSpPr>
              <p:cNvPr id="825" name="Freeform 130"/>
              <p:cNvSpPr>
                <a:spLocks/>
              </p:cNvSpPr>
              <p:nvPr/>
            </p:nvSpPr>
            <p:spPr bwMode="auto">
              <a:xfrm>
                <a:off x="4959" y="4148"/>
                <a:ext cx="53" cy="138"/>
              </a:xfrm>
              <a:custGeom>
                <a:avLst/>
                <a:gdLst>
                  <a:gd name="T0" fmla="*/ 0 w 426"/>
                  <a:gd name="T1" fmla="*/ 0 h 1111"/>
                  <a:gd name="T2" fmla="*/ 0 w 426"/>
                  <a:gd name="T3" fmla="*/ 0 h 1111"/>
                  <a:gd name="T4" fmla="*/ 0 w 426"/>
                  <a:gd name="T5" fmla="*/ 0 h 1111"/>
                  <a:gd name="T6" fmla="*/ 0 w 426"/>
                  <a:gd name="T7" fmla="*/ 0 h 1111"/>
                  <a:gd name="T8" fmla="*/ 0 w 426"/>
                  <a:gd name="T9" fmla="*/ 0 h 1111"/>
                  <a:gd name="T10" fmla="*/ 0 60000 65536"/>
                  <a:gd name="T11" fmla="*/ 0 60000 65536"/>
                  <a:gd name="T12" fmla="*/ 0 60000 65536"/>
                  <a:gd name="T13" fmla="*/ 0 60000 65536"/>
                  <a:gd name="T14" fmla="*/ 0 60000 65536"/>
                  <a:gd name="T15" fmla="*/ 0 w 426"/>
                  <a:gd name="T16" fmla="*/ 0 h 1111"/>
                  <a:gd name="T17" fmla="*/ 426 w 426"/>
                  <a:gd name="T18" fmla="*/ 1111 h 1111"/>
                </a:gdLst>
                <a:ahLst/>
                <a:cxnLst>
                  <a:cxn ang="T10">
                    <a:pos x="T0" y="T1"/>
                  </a:cxn>
                  <a:cxn ang="T11">
                    <a:pos x="T2" y="T3"/>
                  </a:cxn>
                  <a:cxn ang="T12">
                    <a:pos x="T4" y="T5"/>
                  </a:cxn>
                  <a:cxn ang="T13">
                    <a:pos x="T6" y="T7"/>
                  </a:cxn>
                  <a:cxn ang="T14">
                    <a:pos x="T8" y="T9"/>
                  </a:cxn>
                </a:cxnLst>
                <a:rect l="T15" t="T16" r="T17" b="T18"/>
                <a:pathLst>
                  <a:path w="426" h="1111">
                    <a:moveTo>
                      <a:pt x="426" y="41"/>
                    </a:moveTo>
                    <a:lnTo>
                      <a:pt x="0" y="1111"/>
                    </a:lnTo>
                    <a:lnTo>
                      <a:pt x="180" y="502"/>
                    </a:lnTo>
                    <a:lnTo>
                      <a:pt x="376" y="0"/>
                    </a:lnTo>
                    <a:lnTo>
                      <a:pt x="426" y="41"/>
                    </a:lnTo>
                    <a:close/>
                  </a:path>
                </a:pathLst>
              </a:custGeom>
              <a:solidFill>
                <a:srgbClr val="000000"/>
              </a:solidFill>
              <a:ln w="9525">
                <a:noFill/>
                <a:round/>
                <a:headEnd/>
                <a:tailEnd/>
              </a:ln>
            </p:spPr>
            <p:txBody>
              <a:bodyPr/>
              <a:lstStyle/>
              <a:p>
                <a:pPr algn="ctr"/>
                <a:endParaRPr lang="pt-BR" sz="2400"/>
              </a:p>
            </p:txBody>
          </p:sp>
          <p:sp>
            <p:nvSpPr>
              <p:cNvPr id="826" name="Freeform 131"/>
              <p:cNvSpPr>
                <a:spLocks/>
              </p:cNvSpPr>
              <p:nvPr/>
            </p:nvSpPr>
            <p:spPr bwMode="auto">
              <a:xfrm>
                <a:off x="5598" y="3830"/>
                <a:ext cx="84" cy="459"/>
              </a:xfrm>
              <a:custGeom>
                <a:avLst/>
                <a:gdLst>
                  <a:gd name="T0" fmla="*/ 0 w 669"/>
                  <a:gd name="T1" fmla="*/ 0 h 3670"/>
                  <a:gd name="T2" fmla="*/ 0 w 669"/>
                  <a:gd name="T3" fmla="*/ 0 h 3670"/>
                  <a:gd name="T4" fmla="*/ 0 w 669"/>
                  <a:gd name="T5" fmla="*/ 0 h 3670"/>
                  <a:gd name="T6" fmla="*/ 0 w 669"/>
                  <a:gd name="T7" fmla="*/ 0 h 3670"/>
                  <a:gd name="T8" fmla="*/ 0 w 669"/>
                  <a:gd name="T9" fmla="*/ 0 h 3670"/>
                  <a:gd name="T10" fmla="*/ 0 w 669"/>
                  <a:gd name="T11" fmla="*/ 0 h 3670"/>
                  <a:gd name="T12" fmla="*/ 0 w 669"/>
                  <a:gd name="T13" fmla="*/ 0 h 3670"/>
                  <a:gd name="T14" fmla="*/ 0 w 669"/>
                  <a:gd name="T15" fmla="*/ 0 h 3670"/>
                  <a:gd name="T16" fmla="*/ 0 w 669"/>
                  <a:gd name="T17" fmla="*/ 0 h 3670"/>
                  <a:gd name="T18" fmla="*/ 0 w 669"/>
                  <a:gd name="T19" fmla="*/ 0 h 3670"/>
                  <a:gd name="T20" fmla="*/ 0 w 669"/>
                  <a:gd name="T21" fmla="*/ 0 h 3670"/>
                  <a:gd name="T22" fmla="*/ 0 w 669"/>
                  <a:gd name="T23" fmla="*/ 0 h 3670"/>
                  <a:gd name="T24" fmla="*/ 0 w 669"/>
                  <a:gd name="T25" fmla="*/ 0 h 3670"/>
                  <a:gd name="T26" fmla="*/ 0 w 669"/>
                  <a:gd name="T27" fmla="*/ 0 h 3670"/>
                  <a:gd name="T28" fmla="*/ 0 w 669"/>
                  <a:gd name="T29" fmla="*/ 0 h 3670"/>
                  <a:gd name="T30" fmla="*/ 0 w 669"/>
                  <a:gd name="T31" fmla="*/ 0 h 3670"/>
                  <a:gd name="T32" fmla="*/ 0 w 669"/>
                  <a:gd name="T33" fmla="*/ 0 h 3670"/>
                  <a:gd name="T34" fmla="*/ 0 w 669"/>
                  <a:gd name="T35" fmla="*/ 0 h 3670"/>
                  <a:gd name="T36" fmla="*/ 0 w 669"/>
                  <a:gd name="T37" fmla="*/ 0 h 3670"/>
                  <a:gd name="T38" fmla="*/ 0 w 669"/>
                  <a:gd name="T39" fmla="*/ 0 h 3670"/>
                  <a:gd name="T40" fmla="*/ 0 w 669"/>
                  <a:gd name="T41" fmla="*/ 0 h 367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69"/>
                  <a:gd name="T64" fmla="*/ 0 h 3670"/>
                  <a:gd name="T65" fmla="*/ 669 w 669"/>
                  <a:gd name="T66" fmla="*/ 3670 h 367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69" h="3670">
                    <a:moveTo>
                      <a:pt x="143" y="27"/>
                    </a:moveTo>
                    <a:lnTo>
                      <a:pt x="390" y="103"/>
                    </a:lnTo>
                    <a:lnTo>
                      <a:pt x="507" y="255"/>
                    </a:lnTo>
                    <a:lnTo>
                      <a:pt x="571" y="631"/>
                    </a:lnTo>
                    <a:lnTo>
                      <a:pt x="590" y="1597"/>
                    </a:lnTo>
                    <a:lnTo>
                      <a:pt x="540" y="2328"/>
                    </a:lnTo>
                    <a:lnTo>
                      <a:pt x="459" y="2914"/>
                    </a:lnTo>
                    <a:lnTo>
                      <a:pt x="342" y="3294"/>
                    </a:lnTo>
                    <a:lnTo>
                      <a:pt x="261" y="3420"/>
                    </a:lnTo>
                    <a:lnTo>
                      <a:pt x="0" y="3670"/>
                    </a:lnTo>
                    <a:lnTo>
                      <a:pt x="296" y="3441"/>
                    </a:lnTo>
                    <a:lnTo>
                      <a:pt x="426" y="3255"/>
                    </a:lnTo>
                    <a:lnTo>
                      <a:pt x="521" y="2892"/>
                    </a:lnTo>
                    <a:lnTo>
                      <a:pt x="625" y="2162"/>
                    </a:lnTo>
                    <a:lnTo>
                      <a:pt x="669" y="1365"/>
                    </a:lnTo>
                    <a:lnTo>
                      <a:pt x="639" y="739"/>
                    </a:lnTo>
                    <a:lnTo>
                      <a:pt x="571" y="315"/>
                    </a:lnTo>
                    <a:lnTo>
                      <a:pt x="507" y="168"/>
                    </a:lnTo>
                    <a:lnTo>
                      <a:pt x="378" y="45"/>
                    </a:lnTo>
                    <a:lnTo>
                      <a:pt x="162" y="0"/>
                    </a:lnTo>
                    <a:lnTo>
                      <a:pt x="143" y="27"/>
                    </a:lnTo>
                    <a:close/>
                  </a:path>
                </a:pathLst>
              </a:custGeom>
              <a:solidFill>
                <a:srgbClr val="000000"/>
              </a:solidFill>
              <a:ln w="9525">
                <a:noFill/>
                <a:round/>
                <a:headEnd/>
                <a:tailEnd/>
              </a:ln>
            </p:spPr>
            <p:txBody>
              <a:bodyPr/>
              <a:lstStyle/>
              <a:p>
                <a:pPr algn="ctr"/>
                <a:endParaRPr lang="pt-BR" sz="2400"/>
              </a:p>
            </p:txBody>
          </p:sp>
          <p:sp>
            <p:nvSpPr>
              <p:cNvPr id="827" name="Freeform 132"/>
              <p:cNvSpPr>
                <a:spLocks/>
              </p:cNvSpPr>
              <p:nvPr/>
            </p:nvSpPr>
            <p:spPr bwMode="auto">
              <a:xfrm>
                <a:off x="4952" y="3908"/>
                <a:ext cx="18" cy="108"/>
              </a:xfrm>
              <a:custGeom>
                <a:avLst/>
                <a:gdLst>
                  <a:gd name="T0" fmla="*/ 0 w 149"/>
                  <a:gd name="T1" fmla="*/ 0 h 864"/>
                  <a:gd name="T2" fmla="*/ 0 w 149"/>
                  <a:gd name="T3" fmla="*/ 0 h 864"/>
                  <a:gd name="T4" fmla="*/ 0 w 149"/>
                  <a:gd name="T5" fmla="*/ 0 h 864"/>
                  <a:gd name="T6" fmla="*/ 0 w 149"/>
                  <a:gd name="T7" fmla="*/ 0 h 864"/>
                  <a:gd name="T8" fmla="*/ 0 w 149"/>
                  <a:gd name="T9" fmla="*/ 0 h 864"/>
                  <a:gd name="T10" fmla="*/ 0 w 149"/>
                  <a:gd name="T11" fmla="*/ 0 h 864"/>
                  <a:gd name="T12" fmla="*/ 0 w 149"/>
                  <a:gd name="T13" fmla="*/ 0 h 864"/>
                  <a:gd name="T14" fmla="*/ 0 w 149"/>
                  <a:gd name="T15" fmla="*/ 0 h 864"/>
                  <a:gd name="T16" fmla="*/ 0 60000 65536"/>
                  <a:gd name="T17" fmla="*/ 0 60000 65536"/>
                  <a:gd name="T18" fmla="*/ 0 60000 65536"/>
                  <a:gd name="T19" fmla="*/ 0 60000 65536"/>
                  <a:gd name="T20" fmla="*/ 0 60000 65536"/>
                  <a:gd name="T21" fmla="*/ 0 60000 65536"/>
                  <a:gd name="T22" fmla="*/ 0 60000 65536"/>
                  <a:gd name="T23" fmla="*/ 0 60000 65536"/>
                  <a:gd name="T24" fmla="*/ 0 w 149"/>
                  <a:gd name="T25" fmla="*/ 0 h 864"/>
                  <a:gd name="T26" fmla="*/ 149 w 149"/>
                  <a:gd name="T27" fmla="*/ 864 h 8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9" h="864">
                    <a:moveTo>
                      <a:pt x="57" y="864"/>
                    </a:moveTo>
                    <a:lnTo>
                      <a:pt x="149" y="558"/>
                    </a:lnTo>
                    <a:lnTo>
                      <a:pt x="44" y="281"/>
                    </a:lnTo>
                    <a:lnTo>
                      <a:pt x="9" y="0"/>
                    </a:lnTo>
                    <a:lnTo>
                      <a:pt x="19" y="281"/>
                    </a:lnTo>
                    <a:lnTo>
                      <a:pt x="127" y="567"/>
                    </a:lnTo>
                    <a:lnTo>
                      <a:pt x="0" y="864"/>
                    </a:lnTo>
                    <a:lnTo>
                      <a:pt x="57" y="864"/>
                    </a:lnTo>
                    <a:close/>
                  </a:path>
                </a:pathLst>
              </a:custGeom>
              <a:solidFill>
                <a:srgbClr val="000000"/>
              </a:solidFill>
              <a:ln w="9525">
                <a:noFill/>
                <a:round/>
                <a:headEnd/>
                <a:tailEnd/>
              </a:ln>
            </p:spPr>
            <p:txBody>
              <a:bodyPr/>
              <a:lstStyle/>
              <a:p>
                <a:pPr algn="ctr"/>
                <a:endParaRPr lang="pt-BR" sz="2400"/>
              </a:p>
            </p:txBody>
          </p:sp>
          <p:sp>
            <p:nvSpPr>
              <p:cNvPr id="828" name="Freeform 133"/>
              <p:cNvSpPr>
                <a:spLocks/>
              </p:cNvSpPr>
              <p:nvPr/>
            </p:nvSpPr>
            <p:spPr bwMode="auto">
              <a:xfrm>
                <a:off x="4837" y="3907"/>
                <a:ext cx="117" cy="77"/>
              </a:xfrm>
              <a:custGeom>
                <a:avLst/>
                <a:gdLst>
                  <a:gd name="T0" fmla="*/ 0 w 933"/>
                  <a:gd name="T1" fmla="*/ 0 h 616"/>
                  <a:gd name="T2" fmla="*/ 0 w 933"/>
                  <a:gd name="T3" fmla="*/ 0 h 616"/>
                  <a:gd name="T4" fmla="*/ 0 w 933"/>
                  <a:gd name="T5" fmla="*/ 0 h 616"/>
                  <a:gd name="T6" fmla="*/ 0 w 933"/>
                  <a:gd name="T7" fmla="*/ 0 h 616"/>
                  <a:gd name="T8" fmla="*/ 0 w 933"/>
                  <a:gd name="T9" fmla="*/ 0 h 616"/>
                  <a:gd name="T10" fmla="*/ 0 w 933"/>
                  <a:gd name="T11" fmla="*/ 0 h 616"/>
                  <a:gd name="T12" fmla="*/ 0 w 933"/>
                  <a:gd name="T13" fmla="*/ 0 h 616"/>
                  <a:gd name="T14" fmla="*/ 0 w 933"/>
                  <a:gd name="T15" fmla="*/ 0 h 616"/>
                  <a:gd name="T16" fmla="*/ 0 w 933"/>
                  <a:gd name="T17" fmla="*/ 0 h 616"/>
                  <a:gd name="T18" fmla="*/ 0 w 933"/>
                  <a:gd name="T19" fmla="*/ 0 h 616"/>
                  <a:gd name="T20" fmla="*/ 0 w 933"/>
                  <a:gd name="T21" fmla="*/ 0 h 616"/>
                  <a:gd name="T22" fmla="*/ 0 w 933"/>
                  <a:gd name="T23" fmla="*/ 0 h 616"/>
                  <a:gd name="T24" fmla="*/ 0 w 933"/>
                  <a:gd name="T25" fmla="*/ 0 h 616"/>
                  <a:gd name="T26" fmla="*/ 0 w 933"/>
                  <a:gd name="T27" fmla="*/ 0 h 616"/>
                  <a:gd name="T28" fmla="*/ 0 w 933"/>
                  <a:gd name="T29" fmla="*/ 0 h 616"/>
                  <a:gd name="T30" fmla="*/ 0 w 933"/>
                  <a:gd name="T31" fmla="*/ 0 h 616"/>
                  <a:gd name="T32" fmla="*/ 0 w 933"/>
                  <a:gd name="T33" fmla="*/ 0 h 616"/>
                  <a:gd name="T34" fmla="*/ 0 w 933"/>
                  <a:gd name="T35" fmla="*/ 0 h 616"/>
                  <a:gd name="T36" fmla="*/ 0 w 933"/>
                  <a:gd name="T37" fmla="*/ 0 h 6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33"/>
                  <a:gd name="T58" fmla="*/ 0 h 616"/>
                  <a:gd name="T59" fmla="*/ 933 w 933"/>
                  <a:gd name="T60" fmla="*/ 616 h 6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33" h="616">
                    <a:moveTo>
                      <a:pt x="873" y="0"/>
                    </a:moveTo>
                    <a:lnTo>
                      <a:pt x="758" y="106"/>
                    </a:lnTo>
                    <a:lnTo>
                      <a:pt x="737" y="337"/>
                    </a:lnTo>
                    <a:lnTo>
                      <a:pt x="548" y="131"/>
                    </a:lnTo>
                    <a:lnTo>
                      <a:pt x="458" y="131"/>
                    </a:lnTo>
                    <a:lnTo>
                      <a:pt x="325" y="166"/>
                    </a:lnTo>
                    <a:lnTo>
                      <a:pt x="94" y="106"/>
                    </a:lnTo>
                    <a:lnTo>
                      <a:pt x="31" y="124"/>
                    </a:lnTo>
                    <a:lnTo>
                      <a:pt x="0" y="235"/>
                    </a:lnTo>
                    <a:lnTo>
                      <a:pt x="62" y="131"/>
                    </a:lnTo>
                    <a:lnTo>
                      <a:pt x="126" y="131"/>
                    </a:lnTo>
                    <a:lnTo>
                      <a:pt x="352" y="210"/>
                    </a:lnTo>
                    <a:lnTo>
                      <a:pt x="508" y="154"/>
                    </a:lnTo>
                    <a:lnTo>
                      <a:pt x="548" y="154"/>
                    </a:lnTo>
                    <a:lnTo>
                      <a:pt x="816" y="438"/>
                    </a:lnTo>
                    <a:lnTo>
                      <a:pt x="933" y="616"/>
                    </a:lnTo>
                    <a:lnTo>
                      <a:pt x="822" y="381"/>
                    </a:lnTo>
                    <a:lnTo>
                      <a:pt x="790" y="106"/>
                    </a:lnTo>
                    <a:lnTo>
                      <a:pt x="873" y="0"/>
                    </a:lnTo>
                    <a:close/>
                  </a:path>
                </a:pathLst>
              </a:custGeom>
              <a:solidFill>
                <a:srgbClr val="000000"/>
              </a:solidFill>
              <a:ln w="9525">
                <a:noFill/>
                <a:round/>
                <a:headEnd/>
                <a:tailEnd/>
              </a:ln>
            </p:spPr>
            <p:txBody>
              <a:bodyPr/>
              <a:lstStyle/>
              <a:p>
                <a:pPr algn="ctr"/>
                <a:endParaRPr lang="pt-BR" sz="2400"/>
              </a:p>
            </p:txBody>
          </p:sp>
          <p:sp>
            <p:nvSpPr>
              <p:cNvPr id="829" name="Freeform 134"/>
              <p:cNvSpPr>
                <a:spLocks/>
              </p:cNvSpPr>
              <p:nvPr/>
            </p:nvSpPr>
            <p:spPr bwMode="auto">
              <a:xfrm>
                <a:off x="4792" y="3932"/>
                <a:ext cx="68" cy="62"/>
              </a:xfrm>
              <a:custGeom>
                <a:avLst/>
                <a:gdLst>
                  <a:gd name="T0" fmla="*/ 0 w 544"/>
                  <a:gd name="T1" fmla="*/ 0 h 497"/>
                  <a:gd name="T2" fmla="*/ 0 w 544"/>
                  <a:gd name="T3" fmla="*/ 0 h 497"/>
                  <a:gd name="T4" fmla="*/ 0 w 544"/>
                  <a:gd name="T5" fmla="*/ 0 h 497"/>
                  <a:gd name="T6" fmla="*/ 0 w 544"/>
                  <a:gd name="T7" fmla="*/ 0 h 497"/>
                  <a:gd name="T8" fmla="*/ 0 w 544"/>
                  <a:gd name="T9" fmla="*/ 0 h 497"/>
                  <a:gd name="T10" fmla="*/ 0 w 544"/>
                  <a:gd name="T11" fmla="*/ 0 h 497"/>
                  <a:gd name="T12" fmla="*/ 0 w 544"/>
                  <a:gd name="T13" fmla="*/ 0 h 497"/>
                  <a:gd name="T14" fmla="*/ 0 w 544"/>
                  <a:gd name="T15" fmla="*/ 0 h 497"/>
                  <a:gd name="T16" fmla="*/ 0 w 544"/>
                  <a:gd name="T17" fmla="*/ 0 h 497"/>
                  <a:gd name="T18" fmla="*/ 0 w 544"/>
                  <a:gd name="T19" fmla="*/ 0 h 497"/>
                  <a:gd name="T20" fmla="*/ 0 w 544"/>
                  <a:gd name="T21" fmla="*/ 0 h 497"/>
                  <a:gd name="T22" fmla="*/ 0 w 544"/>
                  <a:gd name="T23" fmla="*/ 0 h 497"/>
                  <a:gd name="T24" fmla="*/ 0 w 544"/>
                  <a:gd name="T25" fmla="*/ 0 h 497"/>
                  <a:gd name="T26" fmla="*/ 0 w 544"/>
                  <a:gd name="T27" fmla="*/ 0 h 497"/>
                  <a:gd name="T28" fmla="*/ 0 w 544"/>
                  <a:gd name="T29" fmla="*/ 0 h 497"/>
                  <a:gd name="T30" fmla="*/ 0 w 544"/>
                  <a:gd name="T31" fmla="*/ 0 h 497"/>
                  <a:gd name="T32" fmla="*/ 0 w 544"/>
                  <a:gd name="T33" fmla="*/ 0 h 497"/>
                  <a:gd name="T34" fmla="*/ 0 w 544"/>
                  <a:gd name="T35" fmla="*/ 0 h 497"/>
                  <a:gd name="T36" fmla="*/ 0 w 544"/>
                  <a:gd name="T37" fmla="*/ 0 h 497"/>
                  <a:gd name="T38" fmla="*/ 0 w 544"/>
                  <a:gd name="T39" fmla="*/ 0 h 497"/>
                  <a:gd name="T40" fmla="*/ 0 w 544"/>
                  <a:gd name="T41" fmla="*/ 0 h 4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4"/>
                  <a:gd name="T64" fmla="*/ 0 h 497"/>
                  <a:gd name="T65" fmla="*/ 544 w 544"/>
                  <a:gd name="T66" fmla="*/ 497 h 4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4" h="497">
                    <a:moveTo>
                      <a:pt x="544" y="124"/>
                    </a:moveTo>
                    <a:lnTo>
                      <a:pt x="380" y="27"/>
                    </a:lnTo>
                    <a:lnTo>
                      <a:pt x="265" y="0"/>
                    </a:lnTo>
                    <a:lnTo>
                      <a:pt x="173" y="64"/>
                    </a:lnTo>
                    <a:lnTo>
                      <a:pt x="165" y="112"/>
                    </a:lnTo>
                    <a:lnTo>
                      <a:pt x="96" y="110"/>
                    </a:lnTo>
                    <a:lnTo>
                      <a:pt x="11" y="173"/>
                    </a:lnTo>
                    <a:lnTo>
                      <a:pt x="0" y="313"/>
                    </a:lnTo>
                    <a:lnTo>
                      <a:pt x="59" y="456"/>
                    </a:lnTo>
                    <a:lnTo>
                      <a:pt x="182" y="497"/>
                    </a:lnTo>
                    <a:lnTo>
                      <a:pt x="43" y="354"/>
                    </a:lnTo>
                    <a:lnTo>
                      <a:pt x="22" y="228"/>
                    </a:lnTo>
                    <a:lnTo>
                      <a:pt x="43" y="167"/>
                    </a:lnTo>
                    <a:lnTo>
                      <a:pt x="117" y="136"/>
                    </a:lnTo>
                    <a:lnTo>
                      <a:pt x="177" y="142"/>
                    </a:lnTo>
                    <a:lnTo>
                      <a:pt x="371" y="270"/>
                    </a:lnTo>
                    <a:lnTo>
                      <a:pt x="182" y="110"/>
                    </a:lnTo>
                    <a:lnTo>
                      <a:pt x="195" y="64"/>
                    </a:lnTo>
                    <a:lnTo>
                      <a:pt x="288" y="20"/>
                    </a:lnTo>
                    <a:lnTo>
                      <a:pt x="456" y="110"/>
                    </a:lnTo>
                    <a:lnTo>
                      <a:pt x="544" y="124"/>
                    </a:lnTo>
                    <a:close/>
                  </a:path>
                </a:pathLst>
              </a:custGeom>
              <a:solidFill>
                <a:srgbClr val="000000"/>
              </a:solidFill>
              <a:ln w="9525">
                <a:noFill/>
                <a:round/>
                <a:headEnd/>
                <a:tailEnd/>
              </a:ln>
            </p:spPr>
            <p:txBody>
              <a:bodyPr/>
              <a:lstStyle/>
              <a:p>
                <a:pPr algn="ctr"/>
                <a:endParaRPr lang="pt-BR" sz="2400"/>
              </a:p>
            </p:txBody>
          </p:sp>
          <p:sp>
            <p:nvSpPr>
              <p:cNvPr id="830" name="Freeform 135"/>
              <p:cNvSpPr>
                <a:spLocks/>
              </p:cNvSpPr>
              <p:nvPr/>
            </p:nvSpPr>
            <p:spPr bwMode="auto">
              <a:xfrm>
                <a:off x="4817" y="3996"/>
                <a:ext cx="93" cy="94"/>
              </a:xfrm>
              <a:custGeom>
                <a:avLst/>
                <a:gdLst>
                  <a:gd name="T0" fmla="*/ 0 w 742"/>
                  <a:gd name="T1" fmla="*/ 0 h 757"/>
                  <a:gd name="T2" fmla="*/ 0 w 742"/>
                  <a:gd name="T3" fmla="*/ 0 h 757"/>
                  <a:gd name="T4" fmla="*/ 0 w 742"/>
                  <a:gd name="T5" fmla="*/ 0 h 757"/>
                  <a:gd name="T6" fmla="*/ 0 w 742"/>
                  <a:gd name="T7" fmla="*/ 0 h 757"/>
                  <a:gd name="T8" fmla="*/ 0 w 742"/>
                  <a:gd name="T9" fmla="*/ 0 h 757"/>
                  <a:gd name="T10" fmla="*/ 0 w 742"/>
                  <a:gd name="T11" fmla="*/ 0 h 757"/>
                  <a:gd name="T12" fmla="*/ 0 w 742"/>
                  <a:gd name="T13" fmla="*/ 0 h 757"/>
                  <a:gd name="T14" fmla="*/ 0 w 742"/>
                  <a:gd name="T15" fmla="*/ 0 h 757"/>
                  <a:gd name="T16" fmla="*/ 0 w 742"/>
                  <a:gd name="T17" fmla="*/ 0 h 757"/>
                  <a:gd name="T18" fmla="*/ 0 w 742"/>
                  <a:gd name="T19" fmla="*/ 0 h 757"/>
                  <a:gd name="T20" fmla="*/ 0 w 742"/>
                  <a:gd name="T21" fmla="*/ 0 h 757"/>
                  <a:gd name="T22" fmla="*/ 0 w 742"/>
                  <a:gd name="T23" fmla="*/ 0 h 757"/>
                  <a:gd name="T24" fmla="*/ 0 w 742"/>
                  <a:gd name="T25" fmla="*/ 0 h 757"/>
                  <a:gd name="T26" fmla="*/ 0 w 742"/>
                  <a:gd name="T27" fmla="*/ 0 h 757"/>
                  <a:gd name="T28" fmla="*/ 0 w 742"/>
                  <a:gd name="T29" fmla="*/ 0 h 757"/>
                  <a:gd name="T30" fmla="*/ 0 w 742"/>
                  <a:gd name="T31" fmla="*/ 0 h 75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42"/>
                  <a:gd name="T49" fmla="*/ 0 h 757"/>
                  <a:gd name="T50" fmla="*/ 742 w 742"/>
                  <a:gd name="T51" fmla="*/ 757 h 75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42" h="757">
                    <a:moveTo>
                      <a:pt x="0" y="0"/>
                    </a:moveTo>
                    <a:lnTo>
                      <a:pt x="65" y="99"/>
                    </a:lnTo>
                    <a:lnTo>
                      <a:pt x="152" y="279"/>
                    </a:lnTo>
                    <a:lnTo>
                      <a:pt x="277" y="462"/>
                    </a:lnTo>
                    <a:lnTo>
                      <a:pt x="399" y="583"/>
                    </a:lnTo>
                    <a:lnTo>
                      <a:pt x="501" y="667"/>
                    </a:lnTo>
                    <a:lnTo>
                      <a:pt x="588" y="722"/>
                    </a:lnTo>
                    <a:lnTo>
                      <a:pt x="666" y="735"/>
                    </a:lnTo>
                    <a:lnTo>
                      <a:pt x="742" y="735"/>
                    </a:lnTo>
                    <a:lnTo>
                      <a:pt x="742" y="757"/>
                    </a:lnTo>
                    <a:lnTo>
                      <a:pt x="565" y="754"/>
                    </a:lnTo>
                    <a:lnTo>
                      <a:pt x="441" y="682"/>
                    </a:lnTo>
                    <a:lnTo>
                      <a:pt x="296" y="533"/>
                    </a:lnTo>
                    <a:lnTo>
                      <a:pt x="162" y="355"/>
                    </a:lnTo>
                    <a:lnTo>
                      <a:pt x="101" y="219"/>
                    </a:lnTo>
                    <a:lnTo>
                      <a:pt x="0" y="0"/>
                    </a:lnTo>
                    <a:close/>
                  </a:path>
                </a:pathLst>
              </a:custGeom>
              <a:solidFill>
                <a:srgbClr val="000000"/>
              </a:solidFill>
              <a:ln w="9525">
                <a:noFill/>
                <a:round/>
                <a:headEnd/>
                <a:tailEnd/>
              </a:ln>
            </p:spPr>
            <p:txBody>
              <a:bodyPr/>
              <a:lstStyle/>
              <a:p>
                <a:pPr algn="ctr"/>
                <a:endParaRPr lang="pt-BR" sz="2400"/>
              </a:p>
            </p:txBody>
          </p:sp>
          <p:sp>
            <p:nvSpPr>
              <p:cNvPr id="831" name="Freeform 136"/>
              <p:cNvSpPr>
                <a:spLocks/>
              </p:cNvSpPr>
              <p:nvPr/>
            </p:nvSpPr>
            <p:spPr bwMode="auto">
              <a:xfrm>
                <a:off x="4281" y="3523"/>
                <a:ext cx="146" cy="307"/>
              </a:xfrm>
              <a:custGeom>
                <a:avLst/>
                <a:gdLst>
                  <a:gd name="T0" fmla="*/ 0 w 1164"/>
                  <a:gd name="T1" fmla="*/ 0 h 2451"/>
                  <a:gd name="T2" fmla="*/ 0 w 1164"/>
                  <a:gd name="T3" fmla="*/ 0 h 2451"/>
                  <a:gd name="T4" fmla="*/ 0 w 1164"/>
                  <a:gd name="T5" fmla="*/ 0 h 2451"/>
                  <a:gd name="T6" fmla="*/ 0 w 1164"/>
                  <a:gd name="T7" fmla="*/ 0 h 2451"/>
                  <a:gd name="T8" fmla="*/ 0 w 1164"/>
                  <a:gd name="T9" fmla="*/ 0 h 2451"/>
                  <a:gd name="T10" fmla="*/ 0 w 1164"/>
                  <a:gd name="T11" fmla="*/ 0 h 2451"/>
                  <a:gd name="T12" fmla="*/ 0 w 1164"/>
                  <a:gd name="T13" fmla="*/ 0 h 2451"/>
                  <a:gd name="T14" fmla="*/ 0 w 1164"/>
                  <a:gd name="T15" fmla="*/ 0 h 2451"/>
                  <a:gd name="T16" fmla="*/ 0 w 1164"/>
                  <a:gd name="T17" fmla="*/ 0 h 2451"/>
                  <a:gd name="T18" fmla="*/ 0 w 1164"/>
                  <a:gd name="T19" fmla="*/ 0 h 2451"/>
                  <a:gd name="T20" fmla="*/ 0 w 1164"/>
                  <a:gd name="T21" fmla="*/ 0 h 2451"/>
                  <a:gd name="T22" fmla="*/ 0 w 1164"/>
                  <a:gd name="T23" fmla="*/ 0 h 2451"/>
                  <a:gd name="T24" fmla="*/ 0 w 1164"/>
                  <a:gd name="T25" fmla="*/ 0 h 2451"/>
                  <a:gd name="T26" fmla="*/ 0 w 1164"/>
                  <a:gd name="T27" fmla="*/ 0 h 2451"/>
                  <a:gd name="T28" fmla="*/ 0 w 1164"/>
                  <a:gd name="T29" fmla="*/ 0 h 2451"/>
                  <a:gd name="T30" fmla="*/ 0 w 1164"/>
                  <a:gd name="T31" fmla="*/ 0 h 2451"/>
                  <a:gd name="T32" fmla="*/ 0 w 1164"/>
                  <a:gd name="T33" fmla="*/ 0 h 2451"/>
                  <a:gd name="T34" fmla="*/ 0 w 1164"/>
                  <a:gd name="T35" fmla="*/ 0 h 2451"/>
                  <a:gd name="T36" fmla="*/ 0 w 1164"/>
                  <a:gd name="T37" fmla="*/ 0 h 2451"/>
                  <a:gd name="T38" fmla="*/ 0 w 1164"/>
                  <a:gd name="T39" fmla="*/ 0 h 245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64"/>
                  <a:gd name="T61" fmla="*/ 0 h 2451"/>
                  <a:gd name="T62" fmla="*/ 1164 w 1164"/>
                  <a:gd name="T63" fmla="*/ 2451 h 245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64" h="2451">
                    <a:moveTo>
                      <a:pt x="1164" y="0"/>
                    </a:moveTo>
                    <a:lnTo>
                      <a:pt x="963" y="402"/>
                    </a:lnTo>
                    <a:lnTo>
                      <a:pt x="977" y="2030"/>
                    </a:lnTo>
                    <a:lnTo>
                      <a:pt x="910" y="1877"/>
                    </a:lnTo>
                    <a:lnTo>
                      <a:pt x="949" y="1718"/>
                    </a:lnTo>
                    <a:lnTo>
                      <a:pt x="853" y="821"/>
                    </a:lnTo>
                    <a:lnTo>
                      <a:pt x="426" y="2451"/>
                    </a:lnTo>
                    <a:lnTo>
                      <a:pt x="779" y="439"/>
                    </a:lnTo>
                    <a:lnTo>
                      <a:pt x="670" y="584"/>
                    </a:lnTo>
                    <a:lnTo>
                      <a:pt x="525" y="1061"/>
                    </a:lnTo>
                    <a:lnTo>
                      <a:pt x="571" y="620"/>
                    </a:lnTo>
                    <a:lnTo>
                      <a:pt x="637" y="402"/>
                    </a:lnTo>
                    <a:lnTo>
                      <a:pt x="466" y="584"/>
                    </a:lnTo>
                    <a:lnTo>
                      <a:pt x="399" y="510"/>
                    </a:lnTo>
                    <a:lnTo>
                      <a:pt x="140" y="1116"/>
                    </a:lnTo>
                    <a:lnTo>
                      <a:pt x="0" y="1702"/>
                    </a:lnTo>
                    <a:lnTo>
                      <a:pt x="122" y="951"/>
                    </a:lnTo>
                    <a:lnTo>
                      <a:pt x="426" y="254"/>
                    </a:lnTo>
                    <a:lnTo>
                      <a:pt x="910" y="17"/>
                    </a:lnTo>
                    <a:lnTo>
                      <a:pt x="1164" y="0"/>
                    </a:lnTo>
                    <a:close/>
                  </a:path>
                </a:pathLst>
              </a:custGeom>
              <a:solidFill>
                <a:srgbClr val="000000"/>
              </a:solidFill>
              <a:ln w="9525">
                <a:noFill/>
                <a:round/>
                <a:headEnd/>
                <a:tailEnd/>
              </a:ln>
            </p:spPr>
            <p:txBody>
              <a:bodyPr/>
              <a:lstStyle/>
              <a:p>
                <a:pPr algn="ctr"/>
                <a:endParaRPr lang="pt-BR" sz="2400"/>
              </a:p>
            </p:txBody>
          </p:sp>
          <p:sp>
            <p:nvSpPr>
              <p:cNvPr id="832" name="Freeform 137"/>
              <p:cNvSpPr>
                <a:spLocks/>
              </p:cNvSpPr>
              <p:nvPr/>
            </p:nvSpPr>
            <p:spPr bwMode="auto">
              <a:xfrm>
                <a:off x="4260" y="3706"/>
                <a:ext cx="78" cy="276"/>
              </a:xfrm>
              <a:custGeom>
                <a:avLst/>
                <a:gdLst>
                  <a:gd name="T0" fmla="*/ 0 w 621"/>
                  <a:gd name="T1" fmla="*/ 0 h 2209"/>
                  <a:gd name="T2" fmla="*/ 0 w 621"/>
                  <a:gd name="T3" fmla="*/ 0 h 2209"/>
                  <a:gd name="T4" fmla="*/ 0 w 621"/>
                  <a:gd name="T5" fmla="*/ 0 h 2209"/>
                  <a:gd name="T6" fmla="*/ 0 w 621"/>
                  <a:gd name="T7" fmla="*/ 0 h 2209"/>
                  <a:gd name="T8" fmla="*/ 0 w 621"/>
                  <a:gd name="T9" fmla="*/ 0 h 2209"/>
                  <a:gd name="T10" fmla="*/ 0 w 621"/>
                  <a:gd name="T11" fmla="*/ 0 h 2209"/>
                  <a:gd name="T12" fmla="*/ 0 w 621"/>
                  <a:gd name="T13" fmla="*/ 0 h 2209"/>
                  <a:gd name="T14" fmla="*/ 0 w 621"/>
                  <a:gd name="T15" fmla="*/ 0 h 2209"/>
                  <a:gd name="T16" fmla="*/ 0 w 621"/>
                  <a:gd name="T17" fmla="*/ 0 h 2209"/>
                  <a:gd name="T18" fmla="*/ 0 w 621"/>
                  <a:gd name="T19" fmla="*/ 0 h 2209"/>
                  <a:gd name="T20" fmla="*/ 0 w 621"/>
                  <a:gd name="T21" fmla="*/ 0 h 2209"/>
                  <a:gd name="T22" fmla="*/ 0 w 621"/>
                  <a:gd name="T23" fmla="*/ 0 h 2209"/>
                  <a:gd name="T24" fmla="*/ 0 w 621"/>
                  <a:gd name="T25" fmla="*/ 0 h 22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21"/>
                  <a:gd name="T40" fmla="*/ 0 h 2209"/>
                  <a:gd name="T41" fmla="*/ 621 w 621"/>
                  <a:gd name="T42" fmla="*/ 2209 h 22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21" h="2209">
                    <a:moveTo>
                      <a:pt x="240" y="0"/>
                    </a:moveTo>
                    <a:lnTo>
                      <a:pt x="169" y="1441"/>
                    </a:lnTo>
                    <a:lnTo>
                      <a:pt x="397" y="692"/>
                    </a:lnTo>
                    <a:lnTo>
                      <a:pt x="340" y="1291"/>
                    </a:lnTo>
                    <a:lnTo>
                      <a:pt x="184" y="2117"/>
                    </a:lnTo>
                    <a:lnTo>
                      <a:pt x="595" y="1021"/>
                    </a:lnTo>
                    <a:lnTo>
                      <a:pt x="397" y="2100"/>
                    </a:lnTo>
                    <a:lnTo>
                      <a:pt x="621" y="1863"/>
                    </a:lnTo>
                    <a:lnTo>
                      <a:pt x="621" y="2117"/>
                    </a:lnTo>
                    <a:lnTo>
                      <a:pt x="0" y="2209"/>
                    </a:lnTo>
                    <a:lnTo>
                      <a:pt x="56" y="1151"/>
                    </a:lnTo>
                    <a:lnTo>
                      <a:pt x="169" y="199"/>
                    </a:lnTo>
                    <a:lnTo>
                      <a:pt x="240" y="0"/>
                    </a:lnTo>
                    <a:close/>
                  </a:path>
                </a:pathLst>
              </a:custGeom>
              <a:solidFill>
                <a:srgbClr val="000000"/>
              </a:solidFill>
              <a:ln w="9525">
                <a:noFill/>
                <a:round/>
                <a:headEnd/>
                <a:tailEnd/>
              </a:ln>
            </p:spPr>
            <p:txBody>
              <a:bodyPr/>
              <a:lstStyle/>
              <a:p>
                <a:pPr algn="ctr"/>
                <a:endParaRPr lang="pt-BR" sz="2400"/>
              </a:p>
            </p:txBody>
          </p:sp>
          <p:sp>
            <p:nvSpPr>
              <p:cNvPr id="833" name="Freeform 138"/>
              <p:cNvSpPr>
                <a:spLocks/>
              </p:cNvSpPr>
              <p:nvPr/>
            </p:nvSpPr>
            <p:spPr bwMode="auto">
              <a:xfrm>
                <a:off x="4665" y="3468"/>
                <a:ext cx="273" cy="62"/>
              </a:xfrm>
              <a:custGeom>
                <a:avLst/>
                <a:gdLst>
                  <a:gd name="T0" fmla="*/ 0 w 2183"/>
                  <a:gd name="T1" fmla="*/ 0 h 497"/>
                  <a:gd name="T2" fmla="*/ 0 w 2183"/>
                  <a:gd name="T3" fmla="*/ 0 h 497"/>
                  <a:gd name="T4" fmla="*/ 0 w 2183"/>
                  <a:gd name="T5" fmla="*/ 0 h 497"/>
                  <a:gd name="T6" fmla="*/ 0 w 2183"/>
                  <a:gd name="T7" fmla="*/ 0 h 497"/>
                  <a:gd name="T8" fmla="*/ 0 60000 65536"/>
                  <a:gd name="T9" fmla="*/ 0 60000 65536"/>
                  <a:gd name="T10" fmla="*/ 0 60000 65536"/>
                  <a:gd name="T11" fmla="*/ 0 60000 65536"/>
                  <a:gd name="T12" fmla="*/ 0 w 2183"/>
                  <a:gd name="T13" fmla="*/ 0 h 497"/>
                  <a:gd name="T14" fmla="*/ 2183 w 2183"/>
                  <a:gd name="T15" fmla="*/ 497 h 497"/>
                </a:gdLst>
                <a:ahLst/>
                <a:cxnLst>
                  <a:cxn ang="T8">
                    <a:pos x="T0" y="T1"/>
                  </a:cxn>
                  <a:cxn ang="T9">
                    <a:pos x="T2" y="T3"/>
                  </a:cxn>
                  <a:cxn ang="T10">
                    <a:pos x="T4" y="T5"/>
                  </a:cxn>
                  <a:cxn ang="T11">
                    <a:pos x="T6" y="T7"/>
                  </a:cxn>
                </a:cxnLst>
                <a:rect l="T12" t="T13" r="T14" b="T15"/>
                <a:pathLst>
                  <a:path w="2183" h="497">
                    <a:moveTo>
                      <a:pt x="2183" y="497"/>
                    </a:moveTo>
                    <a:lnTo>
                      <a:pt x="2183" y="55"/>
                    </a:lnTo>
                    <a:lnTo>
                      <a:pt x="2139" y="0"/>
                    </a:lnTo>
                    <a:lnTo>
                      <a:pt x="0" y="0"/>
                    </a:lnTo>
                  </a:path>
                </a:pathLst>
              </a:custGeom>
              <a:noFill/>
              <a:ln w="0">
                <a:solidFill>
                  <a:srgbClr val="000000"/>
                </a:solidFill>
                <a:round/>
                <a:headEnd/>
                <a:tailEnd/>
              </a:ln>
            </p:spPr>
            <p:txBody>
              <a:bodyPr/>
              <a:lstStyle/>
              <a:p>
                <a:pPr algn="ctr"/>
                <a:endParaRPr lang="pt-BR" sz="2400"/>
              </a:p>
            </p:txBody>
          </p:sp>
          <p:sp>
            <p:nvSpPr>
              <p:cNvPr id="834" name="Line 139"/>
              <p:cNvSpPr>
                <a:spLocks noChangeShapeType="1"/>
              </p:cNvSpPr>
              <p:nvPr/>
            </p:nvSpPr>
            <p:spPr bwMode="auto">
              <a:xfrm flipH="1">
                <a:off x="4583" y="3468"/>
                <a:ext cx="60" cy="1"/>
              </a:xfrm>
              <a:prstGeom prst="line">
                <a:avLst/>
              </a:prstGeom>
              <a:noFill/>
              <a:ln w="0">
                <a:solidFill>
                  <a:srgbClr val="000000"/>
                </a:solidFill>
                <a:round/>
                <a:headEnd/>
                <a:tailEnd/>
              </a:ln>
            </p:spPr>
            <p:txBody>
              <a:bodyPr/>
              <a:lstStyle/>
              <a:p>
                <a:endParaRPr lang="pt-BR" sz="2400"/>
              </a:p>
            </p:txBody>
          </p:sp>
          <p:sp>
            <p:nvSpPr>
              <p:cNvPr id="835" name="Freeform 140"/>
              <p:cNvSpPr>
                <a:spLocks/>
              </p:cNvSpPr>
              <p:nvPr/>
            </p:nvSpPr>
            <p:spPr bwMode="auto">
              <a:xfrm>
                <a:off x="4425" y="3491"/>
                <a:ext cx="513" cy="370"/>
              </a:xfrm>
              <a:custGeom>
                <a:avLst/>
                <a:gdLst>
                  <a:gd name="T0" fmla="*/ 0 w 4099"/>
                  <a:gd name="T1" fmla="*/ 0 h 2963"/>
                  <a:gd name="T2" fmla="*/ 0 w 4099"/>
                  <a:gd name="T3" fmla="*/ 0 h 2963"/>
                  <a:gd name="T4" fmla="*/ 0 w 4099"/>
                  <a:gd name="T5" fmla="*/ 0 h 2963"/>
                  <a:gd name="T6" fmla="*/ 0 w 4099"/>
                  <a:gd name="T7" fmla="*/ 0 h 2963"/>
                  <a:gd name="T8" fmla="*/ 0 w 4099"/>
                  <a:gd name="T9" fmla="*/ 0 h 2963"/>
                  <a:gd name="T10" fmla="*/ 0 w 4099"/>
                  <a:gd name="T11" fmla="*/ 0 h 2963"/>
                  <a:gd name="T12" fmla="*/ 0 w 4099"/>
                  <a:gd name="T13" fmla="*/ 0 h 2963"/>
                  <a:gd name="T14" fmla="*/ 0 w 4099"/>
                  <a:gd name="T15" fmla="*/ 0 h 2963"/>
                  <a:gd name="T16" fmla="*/ 0 60000 65536"/>
                  <a:gd name="T17" fmla="*/ 0 60000 65536"/>
                  <a:gd name="T18" fmla="*/ 0 60000 65536"/>
                  <a:gd name="T19" fmla="*/ 0 60000 65536"/>
                  <a:gd name="T20" fmla="*/ 0 60000 65536"/>
                  <a:gd name="T21" fmla="*/ 0 60000 65536"/>
                  <a:gd name="T22" fmla="*/ 0 60000 65536"/>
                  <a:gd name="T23" fmla="*/ 0 60000 65536"/>
                  <a:gd name="T24" fmla="*/ 0 w 4099"/>
                  <a:gd name="T25" fmla="*/ 0 h 2963"/>
                  <a:gd name="T26" fmla="*/ 4099 w 4099"/>
                  <a:gd name="T27" fmla="*/ 2963 h 29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99" h="2963">
                    <a:moveTo>
                      <a:pt x="581" y="0"/>
                    </a:moveTo>
                    <a:lnTo>
                      <a:pt x="0" y="401"/>
                    </a:lnTo>
                    <a:lnTo>
                      <a:pt x="0" y="2778"/>
                    </a:lnTo>
                    <a:lnTo>
                      <a:pt x="1702" y="2963"/>
                    </a:lnTo>
                    <a:lnTo>
                      <a:pt x="4032" y="2709"/>
                    </a:lnTo>
                    <a:lnTo>
                      <a:pt x="4055" y="2691"/>
                    </a:lnTo>
                    <a:lnTo>
                      <a:pt x="4099" y="2617"/>
                    </a:lnTo>
                    <a:lnTo>
                      <a:pt x="4099" y="1812"/>
                    </a:lnTo>
                  </a:path>
                </a:pathLst>
              </a:custGeom>
              <a:noFill/>
              <a:ln w="0">
                <a:solidFill>
                  <a:srgbClr val="000000"/>
                </a:solidFill>
                <a:round/>
                <a:headEnd/>
                <a:tailEnd/>
              </a:ln>
            </p:spPr>
            <p:txBody>
              <a:bodyPr/>
              <a:lstStyle/>
              <a:p>
                <a:pPr algn="ctr"/>
                <a:endParaRPr lang="pt-BR" sz="2400"/>
              </a:p>
            </p:txBody>
          </p:sp>
          <p:sp>
            <p:nvSpPr>
              <p:cNvPr id="836" name="Freeform 141"/>
              <p:cNvSpPr>
                <a:spLocks/>
              </p:cNvSpPr>
              <p:nvPr/>
            </p:nvSpPr>
            <p:spPr bwMode="auto">
              <a:xfrm>
                <a:off x="4629" y="3468"/>
                <a:ext cx="9" cy="393"/>
              </a:xfrm>
              <a:custGeom>
                <a:avLst/>
                <a:gdLst>
                  <a:gd name="T0" fmla="*/ 0 w 70"/>
                  <a:gd name="T1" fmla="*/ 0 h 3147"/>
                  <a:gd name="T2" fmla="*/ 0 w 70"/>
                  <a:gd name="T3" fmla="*/ 0 h 3147"/>
                  <a:gd name="T4" fmla="*/ 0 w 70"/>
                  <a:gd name="T5" fmla="*/ 0 h 3147"/>
                  <a:gd name="T6" fmla="*/ 0 w 70"/>
                  <a:gd name="T7" fmla="*/ 0 h 3147"/>
                  <a:gd name="T8" fmla="*/ 0 60000 65536"/>
                  <a:gd name="T9" fmla="*/ 0 60000 65536"/>
                  <a:gd name="T10" fmla="*/ 0 60000 65536"/>
                  <a:gd name="T11" fmla="*/ 0 60000 65536"/>
                  <a:gd name="T12" fmla="*/ 0 w 70"/>
                  <a:gd name="T13" fmla="*/ 0 h 3147"/>
                  <a:gd name="T14" fmla="*/ 70 w 70"/>
                  <a:gd name="T15" fmla="*/ 3147 h 3147"/>
                </a:gdLst>
                <a:ahLst/>
                <a:cxnLst>
                  <a:cxn ang="T8">
                    <a:pos x="T0" y="T1"/>
                  </a:cxn>
                  <a:cxn ang="T9">
                    <a:pos x="T2" y="T3"/>
                  </a:cxn>
                  <a:cxn ang="T10">
                    <a:pos x="T4" y="T5"/>
                  </a:cxn>
                  <a:cxn ang="T11">
                    <a:pos x="T6" y="T7"/>
                  </a:cxn>
                </a:cxnLst>
                <a:rect l="T12" t="T13" r="T14" b="T15"/>
                <a:pathLst>
                  <a:path w="70" h="3147">
                    <a:moveTo>
                      <a:pt x="70" y="0"/>
                    </a:moveTo>
                    <a:lnTo>
                      <a:pt x="0" y="92"/>
                    </a:lnTo>
                    <a:lnTo>
                      <a:pt x="0" y="3035"/>
                    </a:lnTo>
                    <a:lnTo>
                      <a:pt x="70" y="3147"/>
                    </a:lnTo>
                  </a:path>
                </a:pathLst>
              </a:custGeom>
              <a:noFill/>
              <a:ln w="0">
                <a:solidFill>
                  <a:srgbClr val="000000"/>
                </a:solidFill>
                <a:round/>
                <a:headEnd/>
                <a:tailEnd/>
              </a:ln>
            </p:spPr>
            <p:txBody>
              <a:bodyPr/>
              <a:lstStyle/>
              <a:p>
                <a:pPr algn="ctr"/>
                <a:endParaRPr lang="pt-BR" sz="2400"/>
              </a:p>
            </p:txBody>
          </p:sp>
          <p:sp>
            <p:nvSpPr>
              <p:cNvPr id="837" name="Freeform 142"/>
              <p:cNvSpPr>
                <a:spLocks/>
              </p:cNvSpPr>
              <p:nvPr/>
            </p:nvSpPr>
            <p:spPr bwMode="auto">
              <a:xfrm>
                <a:off x="4869" y="3836"/>
                <a:ext cx="120" cy="105"/>
              </a:xfrm>
              <a:custGeom>
                <a:avLst/>
                <a:gdLst>
                  <a:gd name="T0" fmla="*/ 0 w 962"/>
                  <a:gd name="T1" fmla="*/ 0 h 840"/>
                  <a:gd name="T2" fmla="*/ 0 w 962"/>
                  <a:gd name="T3" fmla="*/ 0 h 840"/>
                  <a:gd name="T4" fmla="*/ 0 w 962"/>
                  <a:gd name="T5" fmla="*/ 0 h 840"/>
                  <a:gd name="T6" fmla="*/ 0 60000 65536"/>
                  <a:gd name="T7" fmla="*/ 0 60000 65536"/>
                  <a:gd name="T8" fmla="*/ 0 60000 65536"/>
                  <a:gd name="T9" fmla="*/ 0 w 962"/>
                  <a:gd name="T10" fmla="*/ 0 h 840"/>
                  <a:gd name="T11" fmla="*/ 962 w 962"/>
                  <a:gd name="T12" fmla="*/ 840 h 840"/>
                </a:gdLst>
                <a:ahLst/>
                <a:cxnLst>
                  <a:cxn ang="T6">
                    <a:pos x="T0" y="T1"/>
                  </a:cxn>
                  <a:cxn ang="T7">
                    <a:pos x="T2" y="T3"/>
                  </a:cxn>
                  <a:cxn ang="T8">
                    <a:pos x="T4" y="T5"/>
                  </a:cxn>
                </a:cxnLst>
                <a:rect l="T9" t="T10" r="T11" b="T12"/>
                <a:pathLst>
                  <a:path w="962" h="840">
                    <a:moveTo>
                      <a:pt x="0" y="0"/>
                    </a:moveTo>
                    <a:lnTo>
                      <a:pt x="962" y="73"/>
                    </a:lnTo>
                    <a:lnTo>
                      <a:pt x="962" y="840"/>
                    </a:lnTo>
                  </a:path>
                </a:pathLst>
              </a:custGeom>
              <a:noFill/>
              <a:ln w="0">
                <a:solidFill>
                  <a:srgbClr val="000000"/>
                </a:solidFill>
                <a:round/>
                <a:headEnd/>
                <a:tailEnd/>
              </a:ln>
            </p:spPr>
            <p:txBody>
              <a:bodyPr/>
              <a:lstStyle/>
              <a:p>
                <a:pPr algn="ctr"/>
                <a:endParaRPr lang="pt-BR" sz="2400"/>
              </a:p>
            </p:txBody>
          </p:sp>
          <p:sp>
            <p:nvSpPr>
              <p:cNvPr id="838" name="Freeform 143"/>
              <p:cNvSpPr>
                <a:spLocks/>
              </p:cNvSpPr>
              <p:nvPr/>
            </p:nvSpPr>
            <p:spPr bwMode="auto">
              <a:xfrm>
                <a:off x="4340" y="3843"/>
                <a:ext cx="649" cy="51"/>
              </a:xfrm>
              <a:custGeom>
                <a:avLst/>
                <a:gdLst>
                  <a:gd name="T0" fmla="*/ 0 w 5194"/>
                  <a:gd name="T1" fmla="*/ 0 h 407"/>
                  <a:gd name="T2" fmla="*/ 0 w 5194"/>
                  <a:gd name="T3" fmla="*/ 0 h 407"/>
                  <a:gd name="T4" fmla="*/ 0 w 5194"/>
                  <a:gd name="T5" fmla="*/ 0 h 407"/>
                  <a:gd name="T6" fmla="*/ 0 w 5194"/>
                  <a:gd name="T7" fmla="*/ 0 h 407"/>
                  <a:gd name="T8" fmla="*/ 0 60000 65536"/>
                  <a:gd name="T9" fmla="*/ 0 60000 65536"/>
                  <a:gd name="T10" fmla="*/ 0 60000 65536"/>
                  <a:gd name="T11" fmla="*/ 0 60000 65536"/>
                  <a:gd name="T12" fmla="*/ 0 w 5194"/>
                  <a:gd name="T13" fmla="*/ 0 h 407"/>
                  <a:gd name="T14" fmla="*/ 5194 w 5194"/>
                  <a:gd name="T15" fmla="*/ 407 h 407"/>
                </a:gdLst>
                <a:ahLst/>
                <a:cxnLst>
                  <a:cxn ang="T8">
                    <a:pos x="T0" y="T1"/>
                  </a:cxn>
                  <a:cxn ang="T9">
                    <a:pos x="T2" y="T3"/>
                  </a:cxn>
                  <a:cxn ang="T10">
                    <a:pos x="T4" y="T5"/>
                  </a:cxn>
                  <a:cxn ang="T11">
                    <a:pos x="T6" y="T7"/>
                  </a:cxn>
                </a:cxnLst>
                <a:rect l="T12" t="T13" r="T14" b="T15"/>
                <a:pathLst>
                  <a:path w="5194" h="407">
                    <a:moveTo>
                      <a:pt x="5194" y="23"/>
                    </a:moveTo>
                    <a:lnTo>
                      <a:pt x="2270" y="407"/>
                    </a:lnTo>
                    <a:lnTo>
                      <a:pt x="0" y="150"/>
                    </a:lnTo>
                    <a:lnTo>
                      <a:pt x="1026" y="0"/>
                    </a:lnTo>
                  </a:path>
                </a:pathLst>
              </a:custGeom>
              <a:noFill/>
              <a:ln w="0">
                <a:solidFill>
                  <a:srgbClr val="000000"/>
                </a:solidFill>
                <a:round/>
                <a:headEnd/>
                <a:tailEnd/>
              </a:ln>
            </p:spPr>
            <p:txBody>
              <a:bodyPr/>
              <a:lstStyle/>
              <a:p>
                <a:pPr algn="ctr"/>
                <a:endParaRPr lang="pt-BR" sz="2400"/>
              </a:p>
            </p:txBody>
          </p:sp>
          <p:sp>
            <p:nvSpPr>
              <p:cNvPr id="839" name="Freeform 144"/>
              <p:cNvSpPr>
                <a:spLocks/>
              </p:cNvSpPr>
              <p:nvPr/>
            </p:nvSpPr>
            <p:spPr bwMode="auto">
              <a:xfrm>
                <a:off x="4340" y="3861"/>
                <a:ext cx="283" cy="149"/>
              </a:xfrm>
              <a:custGeom>
                <a:avLst/>
                <a:gdLst>
                  <a:gd name="T0" fmla="*/ 0 w 2270"/>
                  <a:gd name="T1" fmla="*/ 0 h 1187"/>
                  <a:gd name="T2" fmla="*/ 0 w 2270"/>
                  <a:gd name="T3" fmla="*/ 0 h 1187"/>
                  <a:gd name="T4" fmla="*/ 0 w 2270"/>
                  <a:gd name="T5" fmla="*/ 0 h 1187"/>
                  <a:gd name="T6" fmla="*/ 0 w 2270"/>
                  <a:gd name="T7" fmla="*/ 0 h 1187"/>
                  <a:gd name="T8" fmla="*/ 0 60000 65536"/>
                  <a:gd name="T9" fmla="*/ 0 60000 65536"/>
                  <a:gd name="T10" fmla="*/ 0 60000 65536"/>
                  <a:gd name="T11" fmla="*/ 0 60000 65536"/>
                  <a:gd name="T12" fmla="*/ 0 w 2270"/>
                  <a:gd name="T13" fmla="*/ 0 h 1187"/>
                  <a:gd name="T14" fmla="*/ 2270 w 2270"/>
                  <a:gd name="T15" fmla="*/ 1187 h 1187"/>
                </a:gdLst>
                <a:ahLst/>
                <a:cxnLst>
                  <a:cxn ang="T8">
                    <a:pos x="T0" y="T1"/>
                  </a:cxn>
                  <a:cxn ang="T9">
                    <a:pos x="T2" y="T3"/>
                  </a:cxn>
                  <a:cxn ang="T10">
                    <a:pos x="T4" y="T5"/>
                  </a:cxn>
                  <a:cxn ang="T11">
                    <a:pos x="T6" y="T7"/>
                  </a:cxn>
                </a:cxnLst>
                <a:rect l="T12" t="T13" r="T14" b="T15"/>
                <a:pathLst>
                  <a:path w="2270" h="1187">
                    <a:moveTo>
                      <a:pt x="0" y="0"/>
                    </a:moveTo>
                    <a:lnTo>
                      <a:pt x="0" y="876"/>
                    </a:lnTo>
                    <a:lnTo>
                      <a:pt x="2270" y="1187"/>
                    </a:lnTo>
                    <a:lnTo>
                      <a:pt x="2270" y="257"/>
                    </a:lnTo>
                  </a:path>
                </a:pathLst>
              </a:custGeom>
              <a:noFill/>
              <a:ln w="0">
                <a:solidFill>
                  <a:srgbClr val="000000"/>
                </a:solidFill>
                <a:round/>
                <a:headEnd/>
                <a:tailEnd/>
              </a:ln>
            </p:spPr>
            <p:txBody>
              <a:bodyPr/>
              <a:lstStyle/>
              <a:p>
                <a:pPr algn="ctr"/>
                <a:endParaRPr lang="pt-BR" sz="2400"/>
              </a:p>
            </p:txBody>
          </p:sp>
          <p:sp>
            <p:nvSpPr>
              <p:cNvPr id="840" name="Line 145"/>
              <p:cNvSpPr>
                <a:spLocks noChangeShapeType="1"/>
              </p:cNvSpPr>
              <p:nvPr/>
            </p:nvSpPr>
            <p:spPr bwMode="auto">
              <a:xfrm flipH="1">
                <a:off x="4982" y="4003"/>
                <a:ext cx="94" cy="14"/>
              </a:xfrm>
              <a:prstGeom prst="line">
                <a:avLst/>
              </a:prstGeom>
              <a:noFill/>
              <a:ln w="0">
                <a:solidFill>
                  <a:srgbClr val="000000"/>
                </a:solidFill>
                <a:round/>
                <a:headEnd/>
                <a:tailEnd/>
              </a:ln>
            </p:spPr>
            <p:txBody>
              <a:bodyPr/>
              <a:lstStyle/>
              <a:p>
                <a:endParaRPr lang="pt-BR" sz="2400"/>
              </a:p>
            </p:txBody>
          </p:sp>
          <p:sp>
            <p:nvSpPr>
              <p:cNvPr id="841" name="Freeform 146"/>
              <p:cNvSpPr>
                <a:spLocks/>
              </p:cNvSpPr>
              <p:nvPr/>
            </p:nvSpPr>
            <p:spPr bwMode="auto">
              <a:xfrm>
                <a:off x="4633" y="3969"/>
                <a:ext cx="205" cy="77"/>
              </a:xfrm>
              <a:custGeom>
                <a:avLst/>
                <a:gdLst>
                  <a:gd name="T0" fmla="*/ 0 w 1644"/>
                  <a:gd name="T1" fmla="*/ 0 h 620"/>
                  <a:gd name="T2" fmla="*/ 0 w 1644"/>
                  <a:gd name="T3" fmla="*/ 0 h 620"/>
                  <a:gd name="T4" fmla="*/ 0 w 1644"/>
                  <a:gd name="T5" fmla="*/ 0 h 620"/>
                  <a:gd name="T6" fmla="*/ 0 w 1644"/>
                  <a:gd name="T7" fmla="*/ 0 h 620"/>
                  <a:gd name="T8" fmla="*/ 0 60000 65536"/>
                  <a:gd name="T9" fmla="*/ 0 60000 65536"/>
                  <a:gd name="T10" fmla="*/ 0 60000 65536"/>
                  <a:gd name="T11" fmla="*/ 0 60000 65536"/>
                  <a:gd name="T12" fmla="*/ 0 w 1644"/>
                  <a:gd name="T13" fmla="*/ 0 h 620"/>
                  <a:gd name="T14" fmla="*/ 1644 w 1644"/>
                  <a:gd name="T15" fmla="*/ 620 h 620"/>
                </a:gdLst>
                <a:ahLst/>
                <a:cxnLst>
                  <a:cxn ang="T8">
                    <a:pos x="T0" y="T1"/>
                  </a:cxn>
                  <a:cxn ang="T9">
                    <a:pos x="T2" y="T3"/>
                  </a:cxn>
                  <a:cxn ang="T10">
                    <a:pos x="T4" y="T5"/>
                  </a:cxn>
                  <a:cxn ang="T11">
                    <a:pos x="T6" y="T7"/>
                  </a:cxn>
                </a:cxnLst>
                <a:rect l="T12" t="T13" r="T14" b="T15"/>
                <a:pathLst>
                  <a:path w="1644" h="620">
                    <a:moveTo>
                      <a:pt x="1644" y="567"/>
                    </a:moveTo>
                    <a:lnTo>
                      <a:pt x="1245" y="620"/>
                    </a:lnTo>
                    <a:lnTo>
                      <a:pt x="0" y="183"/>
                    </a:lnTo>
                    <a:lnTo>
                      <a:pt x="1301" y="0"/>
                    </a:lnTo>
                  </a:path>
                </a:pathLst>
              </a:custGeom>
              <a:noFill/>
              <a:ln w="0">
                <a:solidFill>
                  <a:srgbClr val="000000"/>
                </a:solidFill>
                <a:round/>
                <a:headEnd/>
                <a:tailEnd/>
              </a:ln>
            </p:spPr>
            <p:txBody>
              <a:bodyPr/>
              <a:lstStyle/>
              <a:p>
                <a:pPr algn="ctr"/>
                <a:endParaRPr lang="pt-BR" sz="2400"/>
              </a:p>
            </p:txBody>
          </p:sp>
          <p:sp>
            <p:nvSpPr>
              <p:cNvPr id="842" name="Freeform 147"/>
              <p:cNvSpPr>
                <a:spLocks/>
              </p:cNvSpPr>
              <p:nvPr/>
            </p:nvSpPr>
            <p:spPr bwMode="auto">
              <a:xfrm>
                <a:off x="4957" y="3937"/>
                <a:ext cx="142" cy="18"/>
              </a:xfrm>
              <a:custGeom>
                <a:avLst/>
                <a:gdLst>
                  <a:gd name="T0" fmla="*/ 0 w 1134"/>
                  <a:gd name="T1" fmla="*/ 0 h 143"/>
                  <a:gd name="T2" fmla="*/ 0 w 1134"/>
                  <a:gd name="T3" fmla="*/ 0 h 143"/>
                  <a:gd name="T4" fmla="*/ 0 w 1134"/>
                  <a:gd name="T5" fmla="*/ 0 h 143"/>
                  <a:gd name="T6" fmla="*/ 0 60000 65536"/>
                  <a:gd name="T7" fmla="*/ 0 60000 65536"/>
                  <a:gd name="T8" fmla="*/ 0 60000 65536"/>
                  <a:gd name="T9" fmla="*/ 0 w 1134"/>
                  <a:gd name="T10" fmla="*/ 0 h 143"/>
                  <a:gd name="T11" fmla="*/ 1134 w 1134"/>
                  <a:gd name="T12" fmla="*/ 143 h 143"/>
                </a:gdLst>
                <a:ahLst/>
                <a:cxnLst>
                  <a:cxn ang="T6">
                    <a:pos x="T0" y="T1"/>
                  </a:cxn>
                  <a:cxn ang="T7">
                    <a:pos x="T2" y="T3"/>
                  </a:cxn>
                  <a:cxn ang="T8">
                    <a:pos x="T4" y="T5"/>
                  </a:cxn>
                </a:cxnLst>
                <a:rect l="T9" t="T10" r="T11" b="T12"/>
                <a:pathLst>
                  <a:path w="1134" h="143">
                    <a:moveTo>
                      <a:pt x="0" y="73"/>
                    </a:moveTo>
                    <a:lnTo>
                      <a:pt x="620" y="0"/>
                    </a:lnTo>
                    <a:lnTo>
                      <a:pt x="1134" y="143"/>
                    </a:lnTo>
                  </a:path>
                </a:pathLst>
              </a:custGeom>
              <a:noFill/>
              <a:ln w="0">
                <a:solidFill>
                  <a:srgbClr val="000000"/>
                </a:solidFill>
                <a:round/>
                <a:headEnd/>
                <a:tailEnd/>
              </a:ln>
            </p:spPr>
            <p:txBody>
              <a:bodyPr/>
              <a:lstStyle/>
              <a:p>
                <a:pPr algn="ctr"/>
                <a:endParaRPr lang="pt-BR" sz="2400"/>
              </a:p>
            </p:txBody>
          </p:sp>
          <p:sp>
            <p:nvSpPr>
              <p:cNvPr id="843" name="Freeform 148"/>
              <p:cNvSpPr>
                <a:spLocks/>
              </p:cNvSpPr>
              <p:nvPr/>
            </p:nvSpPr>
            <p:spPr bwMode="auto">
              <a:xfrm>
                <a:off x="4627" y="3992"/>
                <a:ext cx="163" cy="70"/>
              </a:xfrm>
              <a:custGeom>
                <a:avLst/>
                <a:gdLst>
                  <a:gd name="T0" fmla="*/ 0 w 1305"/>
                  <a:gd name="T1" fmla="*/ 0 h 567"/>
                  <a:gd name="T2" fmla="*/ 0 w 1305"/>
                  <a:gd name="T3" fmla="*/ 0 h 567"/>
                  <a:gd name="T4" fmla="*/ 0 w 1305"/>
                  <a:gd name="T5" fmla="*/ 0 h 567"/>
                  <a:gd name="T6" fmla="*/ 0 w 1305"/>
                  <a:gd name="T7" fmla="*/ 0 h 567"/>
                  <a:gd name="T8" fmla="*/ 0 60000 65536"/>
                  <a:gd name="T9" fmla="*/ 0 60000 65536"/>
                  <a:gd name="T10" fmla="*/ 0 60000 65536"/>
                  <a:gd name="T11" fmla="*/ 0 60000 65536"/>
                  <a:gd name="T12" fmla="*/ 0 w 1305"/>
                  <a:gd name="T13" fmla="*/ 0 h 567"/>
                  <a:gd name="T14" fmla="*/ 1305 w 1305"/>
                  <a:gd name="T15" fmla="*/ 567 h 567"/>
                </a:gdLst>
                <a:ahLst/>
                <a:cxnLst>
                  <a:cxn ang="T8">
                    <a:pos x="T0" y="T1"/>
                  </a:cxn>
                  <a:cxn ang="T9">
                    <a:pos x="T2" y="T3"/>
                  </a:cxn>
                  <a:cxn ang="T10">
                    <a:pos x="T4" y="T5"/>
                  </a:cxn>
                  <a:cxn ang="T11">
                    <a:pos x="T6" y="T7"/>
                  </a:cxn>
                </a:cxnLst>
                <a:rect l="T12" t="T13" r="T14" b="T15"/>
                <a:pathLst>
                  <a:path w="1305" h="567">
                    <a:moveTo>
                      <a:pt x="28" y="0"/>
                    </a:moveTo>
                    <a:lnTo>
                      <a:pt x="0" y="255"/>
                    </a:lnTo>
                    <a:lnTo>
                      <a:pt x="1277" y="567"/>
                    </a:lnTo>
                    <a:lnTo>
                      <a:pt x="1305" y="437"/>
                    </a:lnTo>
                  </a:path>
                </a:pathLst>
              </a:custGeom>
              <a:noFill/>
              <a:ln w="0">
                <a:solidFill>
                  <a:srgbClr val="000000"/>
                </a:solidFill>
                <a:round/>
                <a:headEnd/>
                <a:tailEnd/>
              </a:ln>
            </p:spPr>
            <p:txBody>
              <a:bodyPr/>
              <a:lstStyle/>
              <a:p>
                <a:pPr algn="ctr"/>
                <a:endParaRPr lang="pt-BR" sz="2400"/>
              </a:p>
            </p:txBody>
          </p:sp>
          <p:sp>
            <p:nvSpPr>
              <p:cNvPr id="844" name="Line 149"/>
              <p:cNvSpPr>
                <a:spLocks noChangeShapeType="1"/>
              </p:cNvSpPr>
              <p:nvPr/>
            </p:nvSpPr>
            <p:spPr bwMode="auto">
              <a:xfrm flipV="1">
                <a:off x="4787" y="4054"/>
                <a:ext cx="60" cy="8"/>
              </a:xfrm>
              <a:prstGeom prst="line">
                <a:avLst/>
              </a:prstGeom>
              <a:noFill/>
              <a:ln w="0">
                <a:solidFill>
                  <a:srgbClr val="000000"/>
                </a:solidFill>
                <a:round/>
                <a:headEnd/>
                <a:tailEnd/>
              </a:ln>
            </p:spPr>
            <p:txBody>
              <a:bodyPr/>
              <a:lstStyle/>
              <a:p>
                <a:endParaRPr lang="pt-BR" sz="2400"/>
              </a:p>
            </p:txBody>
          </p:sp>
          <p:sp>
            <p:nvSpPr>
              <p:cNvPr id="845" name="Freeform 150"/>
              <p:cNvSpPr>
                <a:spLocks/>
              </p:cNvSpPr>
              <p:nvPr/>
            </p:nvSpPr>
            <p:spPr bwMode="auto">
              <a:xfrm>
                <a:off x="4179" y="3970"/>
                <a:ext cx="162" cy="324"/>
              </a:xfrm>
              <a:custGeom>
                <a:avLst/>
                <a:gdLst>
                  <a:gd name="T0" fmla="*/ 0 w 1293"/>
                  <a:gd name="T1" fmla="*/ 0 h 2592"/>
                  <a:gd name="T2" fmla="*/ 0 w 1293"/>
                  <a:gd name="T3" fmla="*/ 0 h 2592"/>
                  <a:gd name="T4" fmla="*/ 0 w 1293"/>
                  <a:gd name="T5" fmla="*/ 0 h 2592"/>
                  <a:gd name="T6" fmla="*/ 0 60000 65536"/>
                  <a:gd name="T7" fmla="*/ 0 60000 65536"/>
                  <a:gd name="T8" fmla="*/ 0 60000 65536"/>
                  <a:gd name="T9" fmla="*/ 0 w 1293"/>
                  <a:gd name="T10" fmla="*/ 0 h 2592"/>
                  <a:gd name="T11" fmla="*/ 1293 w 1293"/>
                  <a:gd name="T12" fmla="*/ 2592 h 2592"/>
                </a:gdLst>
                <a:ahLst/>
                <a:cxnLst>
                  <a:cxn ang="T6">
                    <a:pos x="T0" y="T1"/>
                  </a:cxn>
                  <a:cxn ang="T7">
                    <a:pos x="T2" y="T3"/>
                  </a:cxn>
                  <a:cxn ang="T8">
                    <a:pos x="T4" y="T5"/>
                  </a:cxn>
                </a:cxnLst>
                <a:rect l="T9" t="T10" r="T11" b="T12"/>
                <a:pathLst>
                  <a:path w="1293" h="2592">
                    <a:moveTo>
                      <a:pt x="1293" y="0"/>
                    </a:moveTo>
                    <a:lnTo>
                      <a:pt x="0" y="235"/>
                    </a:lnTo>
                    <a:lnTo>
                      <a:pt x="0" y="2592"/>
                    </a:lnTo>
                  </a:path>
                </a:pathLst>
              </a:custGeom>
              <a:noFill/>
              <a:ln w="0">
                <a:solidFill>
                  <a:srgbClr val="000000"/>
                </a:solidFill>
                <a:round/>
                <a:headEnd/>
                <a:tailEnd/>
              </a:ln>
            </p:spPr>
            <p:txBody>
              <a:bodyPr/>
              <a:lstStyle/>
              <a:p>
                <a:pPr algn="ctr"/>
                <a:endParaRPr lang="pt-BR" sz="2400"/>
              </a:p>
            </p:txBody>
          </p:sp>
          <p:sp>
            <p:nvSpPr>
              <p:cNvPr id="846" name="Freeform 151"/>
              <p:cNvSpPr>
                <a:spLocks/>
              </p:cNvSpPr>
              <p:nvPr/>
            </p:nvSpPr>
            <p:spPr bwMode="auto">
              <a:xfrm>
                <a:off x="4179" y="3999"/>
                <a:ext cx="684" cy="91"/>
              </a:xfrm>
              <a:custGeom>
                <a:avLst/>
                <a:gdLst>
                  <a:gd name="T0" fmla="*/ 0 w 5474"/>
                  <a:gd name="T1" fmla="*/ 0 h 732"/>
                  <a:gd name="T2" fmla="*/ 0 w 5474"/>
                  <a:gd name="T3" fmla="*/ 0 h 732"/>
                  <a:gd name="T4" fmla="*/ 0 w 5474"/>
                  <a:gd name="T5" fmla="*/ 0 h 732"/>
                  <a:gd name="T6" fmla="*/ 0 60000 65536"/>
                  <a:gd name="T7" fmla="*/ 0 60000 65536"/>
                  <a:gd name="T8" fmla="*/ 0 60000 65536"/>
                  <a:gd name="T9" fmla="*/ 0 w 5474"/>
                  <a:gd name="T10" fmla="*/ 0 h 732"/>
                  <a:gd name="T11" fmla="*/ 5474 w 5474"/>
                  <a:gd name="T12" fmla="*/ 732 h 732"/>
                </a:gdLst>
                <a:ahLst/>
                <a:cxnLst>
                  <a:cxn ang="T6">
                    <a:pos x="T0" y="T1"/>
                  </a:cxn>
                  <a:cxn ang="T7">
                    <a:pos x="T2" y="T3"/>
                  </a:cxn>
                  <a:cxn ang="T8">
                    <a:pos x="T4" y="T5"/>
                  </a:cxn>
                </a:cxnLst>
                <a:rect l="T9" t="T10" r="T11" b="T12"/>
                <a:pathLst>
                  <a:path w="5474" h="732">
                    <a:moveTo>
                      <a:pt x="0" y="0"/>
                    </a:moveTo>
                    <a:lnTo>
                      <a:pt x="4553" y="732"/>
                    </a:lnTo>
                    <a:lnTo>
                      <a:pt x="5474" y="567"/>
                    </a:lnTo>
                  </a:path>
                </a:pathLst>
              </a:custGeom>
              <a:noFill/>
              <a:ln w="0">
                <a:solidFill>
                  <a:srgbClr val="000000"/>
                </a:solidFill>
                <a:round/>
                <a:headEnd/>
                <a:tailEnd/>
              </a:ln>
            </p:spPr>
            <p:txBody>
              <a:bodyPr/>
              <a:lstStyle/>
              <a:p>
                <a:pPr algn="ctr"/>
                <a:endParaRPr lang="pt-BR" sz="2400"/>
              </a:p>
            </p:txBody>
          </p:sp>
          <p:sp>
            <p:nvSpPr>
              <p:cNvPr id="847" name="Line 152"/>
              <p:cNvSpPr>
                <a:spLocks noChangeShapeType="1"/>
              </p:cNvSpPr>
              <p:nvPr/>
            </p:nvSpPr>
            <p:spPr bwMode="auto">
              <a:xfrm>
                <a:off x="4748" y="4093"/>
                <a:ext cx="1" cy="201"/>
              </a:xfrm>
              <a:prstGeom prst="line">
                <a:avLst/>
              </a:prstGeom>
              <a:noFill/>
              <a:ln w="0">
                <a:solidFill>
                  <a:srgbClr val="000000"/>
                </a:solidFill>
                <a:round/>
                <a:headEnd/>
                <a:tailEnd/>
              </a:ln>
            </p:spPr>
            <p:txBody>
              <a:bodyPr/>
              <a:lstStyle/>
              <a:p>
                <a:endParaRPr lang="pt-BR" sz="2400"/>
              </a:p>
            </p:txBody>
          </p:sp>
          <p:sp>
            <p:nvSpPr>
              <p:cNvPr id="848" name="Freeform 153"/>
              <p:cNvSpPr>
                <a:spLocks/>
              </p:cNvSpPr>
              <p:nvPr/>
            </p:nvSpPr>
            <p:spPr bwMode="auto">
              <a:xfrm>
                <a:off x="4414" y="3020"/>
                <a:ext cx="15" cy="15"/>
              </a:xfrm>
              <a:custGeom>
                <a:avLst/>
                <a:gdLst>
                  <a:gd name="T0" fmla="*/ 0 w 122"/>
                  <a:gd name="T1" fmla="*/ 0 h 119"/>
                  <a:gd name="T2" fmla="*/ 0 w 122"/>
                  <a:gd name="T3" fmla="*/ 0 h 119"/>
                  <a:gd name="T4" fmla="*/ 0 w 122"/>
                  <a:gd name="T5" fmla="*/ 0 h 119"/>
                  <a:gd name="T6" fmla="*/ 0 w 122"/>
                  <a:gd name="T7" fmla="*/ 0 h 119"/>
                  <a:gd name="T8" fmla="*/ 0 w 122"/>
                  <a:gd name="T9" fmla="*/ 0 h 119"/>
                  <a:gd name="T10" fmla="*/ 0 w 122"/>
                  <a:gd name="T11" fmla="*/ 0 h 119"/>
                  <a:gd name="T12" fmla="*/ 0 w 122"/>
                  <a:gd name="T13" fmla="*/ 0 h 119"/>
                  <a:gd name="T14" fmla="*/ 0 w 122"/>
                  <a:gd name="T15" fmla="*/ 0 h 119"/>
                  <a:gd name="T16" fmla="*/ 0 w 122"/>
                  <a:gd name="T17" fmla="*/ 0 h 119"/>
                  <a:gd name="T18" fmla="*/ 0 w 122"/>
                  <a:gd name="T19" fmla="*/ 0 h 119"/>
                  <a:gd name="T20" fmla="*/ 0 w 122"/>
                  <a:gd name="T21" fmla="*/ 0 h 119"/>
                  <a:gd name="T22" fmla="*/ 0 w 122"/>
                  <a:gd name="T23" fmla="*/ 0 h 119"/>
                  <a:gd name="T24" fmla="*/ 0 w 122"/>
                  <a:gd name="T25" fmla="*/ 0 h 119"/>
                  <a:gd name="T26" fmla="*/ 0 w 122"/>
                  <a:gd name="T27" fmla="*/ 0 h 119"/>
                  <a:gd name="T28" fmla="*/ 0 w 122"/>
                  <a:gd name="T29" fmla="*/ 0 h 119"/>
                  <a:gd name="T30" fmla="*/ 0 w 122"/>
                  <a:gd name="T31" fmla="*/ 0 h 119"/>
                  <a:gd name="T32" fmla="*/ 0 w 122"/>
                  <a:gd name="T33" fmla="*/ 0 h 119"/>
                  <a:gd name="T34" fmla="*/ 0 w 122"/>
                  <a:gd name="T35" fmla="*/ 0 h 119"/>
                  <a:gd name="T36" fmla="*/ 0 w 122"/>
                  <a:gd name="T37" fmla="*/ 0 h 119"/>
                  <a:gd name="T38" fmla="*/ 0 w 122"/>
                  <a:gd name="T39" fmla="*/ 0 h 119"/>
                  <a:gd name="T40" fmla="*/ 0 w 122"/>
                  <a:gd name="T41" fmla="*/ 0 h 11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2"/>
                  <a:gd name="T64" fmla="*/ 0 h 119"/>
                  <a:gd name="T65" fmla="*/ 122 w 122"/>
                  <a:gd name="T66" fmla="*/ 119 h 11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2" h="119">
                    <a:moveTo>
                      <a:pt x="122" y="57"/>
                    </a:moveTo>
                    <a:lnTo>
                      <a:pt x="117" y="44"/>
                    </a:lnTo>
                    <a:lnTo>
                      <a:pt x="106" y="25"/>
                    </a:lnTo>
                    <a:lnTo>
                      <a:pt x="95" y="13"/>
                    </a:lnTo>
                    <a:lnTo>
                      <a:pt x="76" y="4"/>
                    </a:lnTo>
                    <a:lnTo>
                      <a:pt x="60" y="0"/>
                    </a:lnTo>
                    <a:lnTo>
                      <a:pt x="41" y="4"/>
                    </a:lnTo>
                    <a:lnTo>
                      <a:pt x="25" y="13"/>
                    </a:lnTo>
                    <a:lnTo>
                      <a:pt x="12" y="29"/>
                    </a:lnTo>
                    <a:lnTo>
                      <a:pt x="0" y="44"/>
                    </a:lnTo>
                    <a:lnTo>
                      <a:pt x="0" y="64"/>
                    </a:lnTo>
                    <a:lnTo>
                      <a:pt x="5" y="82"/>
                    </a:lnTo>
                    <a:lnTo>
                      <a:pt x="14" y="99"/>
                    </a:lnTo>
                    <a:lnTo>
                      <a:pt x="27" y="110"/>
                    </a:lnTo>
                    <a:lnTo>
                      <a:pt x="47" y="119"/>
                    </a:lnTo>
                    <a:lnTo>
                      <a:pt x="62" y="119"/>
                    </a:lnTo>
                    <a:lnTo>
                      <a:pt x="83" y="115"/>
                    </a:lnTo>
                    <a:lnTo>
                      <a:pt x="99" y="106"/>
                    </a:lnTo>
                    <a:lnTo>
                      <a:pt x="113" y="92"/>
                    </a:lnTo>
                    <a:lnTo>
                      <a:pt x="120" y="69"/>
                    </a:lnTo>
                    <a:lnTo>
                      <a:pt x="122" y="57"/>
                    </a:lnTo>
                    <a:close/>
                  </a:path>
                </a:pathLst>
              </a:custGeom>
              <a:noFill/>
              <a:ln w="0">
                <a:solidFill>
                  <a:srgbClr val="000000"/>
                </a:solidFill>
                <a:round/>
                <a:headEnd/>
                <a:tailEnd/>
              </a:ln>
            </p:spPr>
            <p:txBody>
              <a:bodyPr/>
              <a:lstStyle/>
              <a:p>
                <a:pPr algn="ctr"/>
                <a:endParaRPr lang="pt-BR" sz="2400"/>
              </a:p>
            </p:txBody>
          </p:sp>
          <p:sp>
            <p:nvSpPr>
              <p:cNvPr id="849" name="Freeform 154"/>
              <p:cNvSpPr>
                <a:spLocks/>
              </p:cNvSpPr>
              <p:nvPr/>
            </p:nvSpPr>
            <p:spPr bwMode="auto">
              <a:xfrm>
                <a:off x="4642" y="3482"/>
                <a:ext cx="283" cy="365"/>
              </a:xfrm>
              <a:custGeom>
                <a:avLst/>
                <a:gdLst>
                  <a:gd name="T0" fmla="*/ 0 w 2269"/>
                  <a:gd name="T1" fmla="*/ 0 h 2925"/>
                  <a:gd name="T2" fmla="*/ 0 w 2269"/>
                  <a:gd name="T3" fmla="*/ 0 h 2925"/>
                  <a:gd name="T4" fmla="*/ 0 w 2269"/>
                  <a:gd name="T5" fmla="*/ 0 h 2925"/>
                  <a:gd name="T6" fmla="*/ 0 w 2269"/>
                  <a:gd name="T7" fmla="*/ 0 h 2925"/>
                  <a:gd name="T8" fmla="*/ 0 w 2269"/>
                  <a:gd name="T9" fmla="*/ 0 h 2925"/>
                  <a:gd name="T10" fmla="*/ 0 w 2269"/>
                  <a:gd name="T11" fmla="*/ 0 h 2925"/>
                  <a:gd name="T12" fmla="*/ 0 w 2269"/>
                  <a:gd name="T13" fmla="*/ 0 h 2925"/>
                  <a:gd name="T14" fmla="*/ 0 w 2269"/>
                  <a:gd name="T15" fmla="*/ 0 h 2925"/>
                  <a:gd name="T16" fmla="*/ 0 w 2269"/>
                  <a:gd name="T17" fmla="*/ 0 h 2925"/>
                  <a:gd name="T18" fmla="*/ 0 w 2269"/>
                  <a:gd name="T19" fmla="*/ 0 h 2925"/>
                  <a:gd name="T20" fmla="*/ 0 w 2269"/>
                  <a:gd name="T21" fmla="*/ 0 h 2925"/>
                  <a:gd name="T22" fmla="*/ 0 w 2269"/>
                  <a:gd name="T23" fmla="*/ 0 h 2925"/>
                  <a:gd name="T24" fmla="*/ 0 w 2269"/>
                  <a:gd name="T25" fmla="*/ 0 h 29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69"/>
                  <a:gd name="T40" fmla="*/ 0 h 2925"/>
                  <a:gd name="T41" fmla="*/ 2269 w 2269"/>
                  <a:gd name="T42" fmla="*/ 2925 h 29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69" h="2925">
                    <a:moveTo>
                      <a:pt x="2257" y="1826"/>
                    </a:moveTo>
                    <a:lnTo>
                      <a:pt x="2170" y="1778"/>
                    </a:lnTo>
                    <a:lnTo>
                      <a:pt x="2129" y="1705"/>
                    </a:lnTo>
                    <a:lnTo>
                      <a:pt x="2129" y="1655"/>
                    </a:lnTo>
                    <a:lnTo>
                      <a:pt x="2257" y="1655"/>
                    </a:lnTo>
                    <a:lnTo>
                      <a:pt x="2269" y="1663"/>
                    </a:lnTo>
                    <a:lnTo>
                      <a:pt x="2269" y="0"/>
                    </a:lnTo>
                    <a:lnTo>
                      <a:pt x="0" y="0"/>
                    </a:lnTo>
                    <a:lnTo>
                      <a:pt x="0" y="2910"/>
                    </a:lnTo>
                    <a:lnTo>
                      <a:pt x="26" y="2925"/>
                    </a:lnTo>
                    <a:lnTo>
                      <a:pt x="2269" y="2691"/>
                    </a:lnTo>
                    <a:lnTo>
                      <a:pt x="2269" y="1848"/>
                    </a:lnTo>
                    <a:lnTo>
                      <a:pt x="2257" y="1826"/>
                    </a:lnTo>
                    <a:close/>
                  </a:path>
                </a:pathLst>
              </a:custGeom>
              <a:noFill/>
              <a:ln w="0">
                <a:solidFill>
                  <a:srgbClr val="000000"/>
                </a:solidFill>
                <a:round/>
                <a:headEnd/>
                <a:tailEnd/>
              </a:ln>
            </p:spPr>
            <p:txBody>
              <a:bodyPr/>
              <a:lstStyle/>
              <a:p>
                <a:pPr algn="ctr"/>
                <a:endParaRPr lang="pt-BR" sz="2400"/>
              </a:p>
            </p:txBody>
          </p:sp>
          <p:sp>
            <p:nvSpPr>
              <p:cNvPr id="850" name="Freeform 155"/>
              <p:cNvSpPr>
                <a:spLocks/>
              </p:cNvSpPr>
              <p:nvPr/>
            </p:nvSpPr>
            <p:spPr bwMode="auto">
              <a:xfrm>
                <a:off x="4684" y="3502"/>
                <a:ext cx="209" cy="306"/>
              </a:xfrm>
              <a:custGeom>
                <a:avLst/>
                <a:gdLst>
                  <a:gd name="T0" fmla="*/ 0 w 1679"/>
                  <a:gd name="T1" fmla="*/ 0 h 2450"/>
                  <a:gd name="T2" fmla="*/ 0 w 1679"/>
                  <a:gd name="T3" fmla="*/ 0 h 2450"/>
                  <a:gd name="T4" fmla="*/ 0 w 1679"/>
                  <a:gd name="T5" fmla="*/ 0 h 2450"/>
                  <a:gd name="T6" fmla="*/ 0 w 1679"/>
                  <a:gd name="T7" fmla="*/ 0 h 2450"/>
                  <a:gd name="T8" fmla="*/ 0 w 1679"/>
                  <a:gd name="T9" fmla="*/ 0 h 2450"/>
                  <a:gd name="T10" fmla="*/ 0 w 1679"/>
                  <a:gd name="T11" fmla="*/ 0 h 2450"/>
                  <a:gd name="T12" fmla="*/ 0 w 1679"/>
                  <a:gd name="T13" fmla="*/ 0 h 2450"/>
                  <a:gd name="T14" fmla="*/ 0 w 1679"/>
                  <a:gd name="T15" fmla="*/ 0 h 2450"/>
                  <a:gd name="T16" fmla="*/ 0 w 1679"/>
                  <a:gd name="T17" fmla="*/ 0 h 2450"/>
                  <a:gd name="T18" fmla="*/ 0 w 1679"/>
                  <a:gd name="T19" fmla="*/ 0 h 2450"/>
                  <a:gd name="T20" fmla="*/ 0 w 1679"/>
                  <a:gd name="T21" fmla="*/ 0 h 2450"/>
                  <a:gd name="T22" fmla="*/ 0 w 1679"/>
                  <a:gd name="T23" fmla="*/ 0 h 2450"/>
                  <a:gd name="T24" fmla="*/ 0 w 1679"/>
                  <a:gd name="T25" fmla="*/ 0 h 2450"/>
                  <a:gd name="T26" fmla="*/ 0 w 1679"/>
                  <a:gd name="T27" fmla="*/ 0 h 2450"/>
                  <a:gd name="T28" fmla="*/ 0 w 1679"/>
                  <a:gd name="T29" fmla="*/ 0 h 2450"/>
                  <a:gd name="T30" fmla="*/ 0 w 1679"/>
                  <a:gd name="T31" fmla="*/ 0 h 2450"/>
                  <a:gd name="T32" fmla="*/ 0 w 1679"/>
                  <a:gd name="T33" fmla="*/ 0 h 2450"/>
                  <a:gd name="T34" fmla="*/ 0 w 1679"/>
                  <a:gd name="T35" fmla="*/ 0 h 2450"/>
                  <a:gd name="T36" fmla="*/ 0 w 1679"/>
                  <a:gd name="T37" fmla="*/ 0 h 2450"/>
                  <a:gd name="T38" fmla="*/ 0 w 1679"/>
                  <a:gd name="T39" fmla="*/ 0 h 2450"/>
                  <a:gd name="T40" fmla="*/ 0 w 1679"/>
                  <a:gd name="T41" fmla="*/ 0 h 2450"/>
                  <a:gd name="T42" fmla="*/ 0 w 1679"/>
                  <a:gd name="T43" fmla="*/ 0 h 2450"/>
                  <a:gd name="T44" fmla="*/ 0 w 1679"/>
                  <a:gd name="T45" fmla="*/ 0 h 2450"/>
                  <a:gd name="T46" fmla="*/ 0 w 1679"/>
                  <a:gd name="T47" fmla="*/ 0 h 2450"/>
                  <a:gd name="T48" fmla="*/ 0 w 1679"/>
                  <a:gd name="T49" fmla="*/ 0 h 2450"/>
                  <a:gd name="T50" fmla="*/ 0 w 1679"/>
                  <a:gd name="T51" fmla="*/ 0 h 2450"/>
                  <a:gd name="T52" fmla="*/ 0 w 1679"/>
                  <a:gd name="T53" fmla="*/ 0 h 2450"/>
                  <a:gd name="T54" fmla="*/ 0 w 1679"/>
                  <a:gd name="T55" fmla="*/ 0 h 2450"/>
                  <a:gd name="T56" fmla="*/ 0 w 1679"/>
                  <a:gd name="T57" fmla="*/ 0 h 2450"/>
                  <a:gd name="T58" fmla="*/ 0 w 1679"/>
                  <a:gd name="T59" fmla="*/ 0 h 2450"/>
                  <a:gd name="T60" fmla="*/ 0 w 1679"/>
                  <a:gd name="T61" fmla="*/ 0 h 2450"/>
                  <a:gd name="T62" fmla="*/ 0 w 1679"/>
                  <a:gd name="T63" fmla="*/ 0 h 2450"/>
                  <a:gd name="T64" fmla="*/ 0 w 1679"/>
                  <a:gd name="T65" fmla="*/ 0 h 2450"/>
                  <a:gd name="T66" fmla="*/ 0 w 1679"/>
                  <a:gd name="T67" fmla="*/ 0 h 2450"/>
                  <a:gd name="T68" fmla="*/ 0 w 1679"/>
                  <a:gd name="T69" fmla="*/ 0 h 2450"/>
                  <a:gd name="T70" fmla="*/ 0 w 1679"/>
                  <a:gd name="T71" fmla="*/ 0 h 2450"/>
                  <a:gd name="T72" fmla="*/ 0 w 1679"/>
                  <a:gd name="T73" fmla="*/ 0 h 2450"/>
                  <a:gd name="T74" fmla="*/ 0 w 1679"/>
                  <a:gd name="T75" fmla="*/ 0 h 2450"/>
                  <a:gd name="T76" fmla="*/ 0 w 1679"/>
                  <a:gd name="T77" fmla="*/ 0 h 2450"/>
                  <a:gd name="T78" fmla="*/ 0 w 1679"/>
                  <a:gd name="T79" fmla="*/ 0 h 2450"/>
                  <a:gd name="T80" fmla="*/ 0 w 1679"/>
                  <a:gd name="T81" fmla="*/ 0 h 2450"/>
                  <a:gd name="T82" fmla="*/ 0 w 1679"/>
                  <a:gd name="T83" fmla="*/ 0 h 2450"/>
                  <a:gd name="T84" fmla="*/ 0 w 1679"/>
                  <a:gd name="T85" fmla="*/ 0 h 2450"/>
                  <a:gd name="T86" fmla="*/ 0 w 1679"/>
                  <a:gd name="T87" fmla="*/ 0 h 2450"/>
                  <a:gd name="T88" fmla="*/ 0 w 1679"/>
                  <a:gd name="T89" fmla="*/ 0 h 24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79"/>
                  <a:gd name="T136" fmla="*/ 0 h 2450"/>
                  <a:gd name="T137" fmla="*/ 1679 w 1679"/>
                  <a:gd name="T138" fmla="*/ 2450 h 245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79" h="2450">
                    <a:moveTo>
                      <a:pt x="1679" y="1226"/>
                    </a:moveTo>
                    <a:lnTo>
                      <a:pt x="1672" y="1139"/>
                    </a:lnTo>
                    <a:lnTo>
                      <a:pt x="1666" y="1053"/>
                    </a:lnTo>
                    <a:lnTo>
                      <a:pt x="1654" y="970"/>
                    </a:lnTo>
                    <a:lnTo>
                      <a:pt x="1644" y="887"/>
                    </a:lnTo>
                    <a:lnTo>
                      <a:pt x="1622" y="802"/>
                    </a:lnTo>
                    <a:lnTo>
                      <a:pt x="1597" y="723"/>
                    </a:lnTo>
                    <a:lnTo>
                      <a:pt x="1576" y="649"/>
                    </a:lnTo>
                    <a:lnTo>
                      <a:pt x="1547" y="572"/>
                    </a:lnTo>
                    <a:lnTo>
                      <a:pt x="1511" y="500"/>
                    </a:lnTo>
                    <a:lnTo>
                      <a:pt x="1477" y="431"/>
                    </a:lnTo>
                    <a:lnTo>
                      <a:pt x="1439" y="371"/>
                    </a:lnTo>
                    <a:lnTo>
                      <a:pt x="1396" y="308"/>
                    </a:lnTo>
                    <a:lnTo>
                      <a:pt x="1349" y="258"/>
                    </a:lnTo>
                    <a:lnTo>
                      <a:pt x="1303" y="205"/>
                    </a:lnTo>
                    <a:lnTo>
                      <a:pt x="1253" y="159"/>
                    </a:lnTo>
                    <a:lnTo>
                      <a:pt x="1200" y="117"/>
                    </a:lnTo>
                    <a:lnTo>
                      <a:pt x="1145" y="87"/>
                    </a:lnTo>
                    <a:lnTo>
                      <a:pt x="1085" y="55"/>
                    </a:lnTo>
                    <a:lnTo>
                      <a:pt x="1031" y="36"/>
                    </a:lnTo>
                    <a:lnTo>
                      <a:pt x="974" y="20"/>
                    </a:lnTo>
                    <a:lnTo>
                      <a:pt x="914" y="7"/>
                    </a:lnTo>
                    <a:lnTo>
                      <a:pt x="857" y="0"/>
                    </a:lnTo>
                    <a:lnTo>
                      <a:pt x="804" y="4"/>
                    </a:lnTo>
                    <a:lnTo>
                      <a:pt x="741" y="9"/>
                    </a:lnTo>
                    <a:lnTo>
                      <a:pt x="683" y="20"/>
                    </a:lnTo>
                    <a:lnTo>
                      <a:pt x="621" y="40"/>
                    </a:lnTo>
                    <a:lnTo>
                      <a:pt x="566" y="64"/>
                    </a:lnTo>
                    <a:lnTo>
                      <a:pt x="512" y="92"/>
                    </a:lnTo>
                    <a:lnTo>
                      <a:pt x="459" y="130"/>
                    </a:lnTo>
                    <a:lnTo>
                      <a:pt x="404" y="172"/>
                    </a:lnTo>
                    <a:lnTo>
                      <a:pt x="356" y="216"/>
                    </a:lnTo>
                    <a:lnTo>
                      <a:pt x="310" y="273"/>
                    </a:lnTo>
                    <a:lnTo>
                      <a:pt x="266" y="325"/>
                    </a:lnTo>
                    <a:lnTo>
                      <a:pt x="224" y="387"/>
                    </a:lnTo>
                    <a:lnTo>
                      <a:pt x="185" y="451"/>
                    </a:lnTo>
                    <a:lnTo>
                      <a:pt x="151" y="521"/>
                    </a:lnTo>
                    <a:lnTo>
                      <a:pt x="119" y="594"/>
                    </a:lnTo>
                    <a:lnTo>
                      <a:pt x="88" y="671"/>
                    </a:lnTo>
                    <a:lnTo>
                      <a:pt x="63" y="749"/>
                    </a:lnTo>
                    <a:lnTo>
                      <a:pt x="47" y="829"/>
                    </a:lnTo>
                    <a:lnTo>
                      <a:pt x="26" y="908"/>
                    </a:lnTo>
                    <a:lnTo>
                      <a:pt x="15" y="993"/>
                    </a:lnTo>
                    <a:lnTo>
                      <a:pt x="4" y="1079"/>
                    </a:lnTo>
                    <a:lnTo>
                      <a:pt x="0" y="1168"/>
                    </a:lnTo>
                    <a:lnTo>
                      <a:pt x="0" y="1251"/>
                    </a:lnTo>
                    <a:lnTo>
                      <a:pt x="0" y="1339"/>
                    </a:lnTo>
                    <a:lnTo>
                      <a:pt x="4" y="1418"/>
                    </a:lnTo>
                    <a:lnTo>
                      <a:pt x="22" y="1508"/>
                    </a:lnTo>
                    <a:lnTo>
                      <a:pt x="38" y="1590"/>
                    </a:lnTo>
                    <a:lnTo>
                      <a:pt x="57" y="1671"/>
                    </a:lnTo>
                    <a:lnTo>
                      <a:pt x="79" y="1747"/>
                    </a:lnTo>
                    <a:lnTo>
                      <a:pt x="107" y="1826"/>
                    </a:lnTo>
                    <a:lnTo>
                      <a:pt x="139" y="1899"/>
                    </a:lnTo>
                    <a:lnTo>
                      <a:pt x="171" y="1969"/>
                    </a:lnTo>
                    <a:lnTo>
                      <a:pt x="209" y="2035"/>
                    </a:lnTo>
                    <a:lnTo>
                      <a:pt x="246" y="2097"/>
                    </a:lnTo>
                    <a:lnTo>
                      <a:pt x="290" y="2156"/>
                    </a:lnTo>
                    <a:lnTo>
                      <a:pt x="338" y="2206"/>
                    </a:lnTo>
                    <a:lnTo>
                      <a:pt x="389" y="2259"/>
                    </a:lnTo>
                    <a:lnTo>
                      <a:pt x="437" y="2303"/>
                    </a:lnTo>
                    <a:lnTo>
                      <a:pt x="490" y="2339"/>
                    </a:lnTo>
                    <a:lnTo>
                      <a:pt x="545" y="2374"/>
                    </a:lnTo>
                    <a:lnTo>
                      <a:pt x="602" y="2400"/>
                    </a:lnTo>
                    <a:lnTo>
                      <a:pt x="657" y="2422"/>
                    </a:lnTo>
                    <a:lnTo>
                      <a:pt x="716" y="2437"/>
                    </a:lnTo>
                    <a:lnTo>
                      <a:pt x="776" y="2446"/>
                    </a:lnTo>
                    <a:lnTo>
                      <a:pt x="833" y="2450"/>
                    </a:lnTo>
                    <a:lnTo>
                      <a:pt x="894" y="2446"/>
                    </a:lnTo>
                    <a:lnTo>
                      <a:pt x="949" y="2437"/>
                    </a:lnTo>
                    <a:lnTo>
                      <a:pt x="1006" y="2422"/>
                    </a:lnTo>
                    <a:lnTo>
                      <a:pt x="1066" y="2406"/>
                    </a:lnTo>
                    <a:lnTo>
                      <a:pt x="1121" y="2376"/>
                    </a:lnTo>
                    <a:lnTo>
                      <a:pt x="1177" y="2345"/>
                    </a:lnTo>
                    <a:lnTo>
                      <a:pt x="1228" y="2305"/>
                    </a:lnTo>
                    <a:lnTo>
                      <a:pt x="1281" y="2266"/>
                    </a:lnTo>
                    <a:lnTo>
                      <a:pt x="1331" y="2213"/>
                    </a:lnTo>
                    <a:lnTo>
                      <a:pt x="1375" y="2160"/>
                    </a:lnTo>
                    <a:lnTo>
                      <a:pt x="1419" y="2104"/>
                    </a:lnTo>
                    <a:lnTo>
                      <a:pt x="1461" y="2040"/>
                    </a:lnTo>
                    <a:lnTo>
                      <a:pt x="1499" y="1978"/>
                    </a:lnTo>
                    <a:lnTo>
                      <a:pt x="1534" y="1910"/>
                    </a:lnTo>
                    <a:lnTo>
                      <a:pt x="1567" y="1835"/>
                    </a:lnTo>
                    <a:lnTo>
                      <a:pt x="1589" y="1756"/>
                    </a:lnTo>
                    <a:lnTo>
                      <a:pt x="1615" y="1680"/>
                    </a:lnTo>
                    <a:lnTo>
                      <a:pt x="1631" y="1598"/>
                    </a:lnTo>
                    <a:lnTo>
                      <a:pt x="1650" y="1517"/>
                    </a:lnTo>
                    <a:lnTo>
                      <a:pt x="1659" y="1431"/>
                    </a:lnTo>
                    <a:lnTo>
                      <a:pt x="1668" y="1348"/>
                    </a:lnTo>
                    <a:lnTo>
                      <a:pt x="1675" y="1260"/>
                    </a:lnTo>
                    <a:lnTo>
                      <a:pt x="1679" y="1226"/>
                    </a:lnTo>
                    <a:close/>
                  </a:path>
                </a:pathLst>
              </a:custGeom>
              <a:noFill/>
              <a:ln w="0">
                <a:solidFill>
                  <a:srgbClr val="000000"/>
                </a:solidFill>
                <a:round/>
                <a:headEnd/>
                <a:tailEnd/>
              </a:ln>
            </p:spPr>
            <p:txBody>
              <a:bodyPr/>
              <a:lstStyle/>
              <a:p>
                <a:pPr algn="ctr"/>
                <a:endParaRPr lang="pt-BR" sz="2400"/>
              </a:p>
            </p:txBody>
          </p:sp>
          <p:sp>
            <p:nvSpPr>
              <p:cNvPr id="851" name="Freeform 156"/>
              <p:cNvSpPr>
                <a:spLocks/>
              </p:cNvSpPr>
              <p:nvPr/>
            </p:nvSpPr>
            <p:spPr bwMode="auto">
              <a:xfrm>
                <a:off x="4788" y="3502"/>
                <a:ext cx="105" cy="257"/>
              </a:xfrm>
              <a:custGeom>
                <a:avLst/>
                <a:gdLst>
                  <a:gd name="T0" fmla="*/ 0 w 842"/>
                  <a:gd name="T1" fmla="*/ 0 h 2056"/>
                  <a:gd name="T2" fmla="*/ 0 w 842"/>
                  <a:gd name="T3" fmla="*/ 0 h 2056"/>
                  <a:gd name="T4" fmla="*/ 0 w 842"/>
                  <a:gd name="T5" fmla="*/ 0 h 2056"/>
                  <a:gd name="T6" fmla="*/ 0 w 842"/>
                  <a:gd name="T7" fmla="*/ 0 h 2056"/>
                  <a:gd name="T8" fmla="*/ 0 w 842"/>
                  <a:gd name="T9" fmla="*/ 0 h 2056"/>
                  <a:gd name="T10" fmla="*/ 0 w 842"/>
                  <a:gd name="T11" fmla="*/ 0 h 2056"/>
                  <a:gd name="T12" fmla="*/ 0 w 842"/>
                  <a:gd name="T13" fmla="*/ 0 h 2056"/>
                  <a:gd name="T14" fmla="*/ 0 w 842"/>
                  <a:gd name="T15" fmla="*/ 0 h 2056"/>
                  <a:gd name="T16" fmla="*/ 0 w 842"/>
                  <a:gd name="T17" fmla="*/ 0 h 2056"/>
                  <a:gd name="T18" fmla="*/ 0 w 842"/>
                  <a:gd name="T19" fmla="*/ 0 h 2056"/>
                  <a:gd name="T20" fmla="*/ 0 w 842"/>
                  <a:gd name="T21" fmla="*/ 0 h 2056"/>
                  <a:gd name="T22" fmla="*/ 0 w 842"/>
                  <a:gd name="T23" fmla="*/ 0 h 2056"/>
                  <a:gd name="T24" fmla="*/ 0 w 842"/>
                  <a:gd name="T25" fmla="*/ 0 h 2056"/>
                  <a:gd name="T26" fmla="*/ 0 w 842"/>
                  <a:gd name="T27" fmla="*/ 0 h 2056"/>
                  <a:gd name="T28" fmla="*/ 0 w 842"/>
                  <a:gd name="T29" fmla="*/ 0 h 2056"/>
                  <a:gd name="T30" fmla="*/ 0 w 842"/>
                  <a:gd name="T31" fmla="*/ 0 h 2056"/>
                  <a:gd name="T32" fmla="*/ 0 w 842"/>
                  <a:gd name="T33" fmla="*/ 0 h 2056"/>
                  <a:gd name="T34" fmla="*/ 0 w 842"/>
                  <a:gd name="T35" fmla="*/ 0 h 2056"/>
                  <a:gd name="T36" fmla="*/ 0 w 842"/>
                  <a:gd name="T37" fmla="*/ 0 h 2056"/>
                  <a:gd name="T38" fmla="*/ 0 w 842"/>
                  <a:gd name="T39" fmla="*/ 0 h 2056"/>
                  <a:gd name="T40" fmla="*/ 0 w 842"/>
                  <a:gd name="T41" fmla="*/ 0 h 2056"/>
                  <a:gd name="T42" fmla="*/ 0 w 842"/>
                  <a:gd name="T43" fmla="*/ 0 h 2056"/>
                  <a:gd name="T44" fmla="*/ 0 w 842"/>
                  <a:gd name="T45" fmla="*/ 0 h 2056"/>
                  <a:gd name="T46" fmla="*/ 0 w 842"/>
                  <a:gd name="T47" fmla="*/ 0 h 2056"/>
                  <a:gd name="T48" fmla="*/ 0 w 842"/>
                  <a:gd name="T49" fmla="*/ 0 h 2056"/>
                  <a:gd name="T50" fmla="*/ 0 w 842"/>
                  <a:gd name="T51" fmla="*/ 0 h 2056"/>
                  <a:gd name="T52" fmla="*/ 0 w 842"/>
                  <a:gd name="T53" fmla="*/ 0 h 2056"/>
                  <a:gd name="T54" fmla="*/ 0 w 842"/>
                  <a:gd name="T55" fmla="*/ 0 h 2056"/>
                  <a:gd name="T56" fmla="*/ 0 w 842"/>
                  <a:gd name="T57" fmla="*/ 0 h 2056"/>
                  <a:gd name="T58" fmla="*/ 0 w 842"/>
                  <a:gd name="T59" fmla="*/ 0 h 2056"/>
                  <a:gd name="T60" fmla="*/ 0 w 842"/>
                  <a:gd name="T61" fmla="*/ 0 h 2056"/>
                  <a:gd name="T62" fmla="*/ 0 w 842"/>
                  <a:gd name="T63" fmla="*/ 0 h 2056"/>
                  <a:gd name="T64" fmla="*/ 0 w 842"/>
                  <a:gd name="T65" fmla="*/ 0 h 2056"/>
                  <a:gd name="T66" fmla="*/ 0 w 842"/>
                  <a:gd name="T67" fmla="*/ 0 h 2056"/>
                  <a:gd name="T68" fmla="*/ 0 w 842"/>
                  <a:gd name="T69" fmla="*/ 0 h 2056"/>
                  <a:gd name="T70" fmla="*/ 0 w 842"/>
                  <a:gd name="T71" fmla="*/ 0 h 2056"/>
                  <a:gd name="T72" fmla="*/ 0 w 842"/>
                  <a:gd name="T73" fmla="*/ 0 h 20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42"/>
                  <a:gd name="T112" fmla="*/ 0 h 2056"/>
                  <a:gd name="T113" fmla="*/ 842 w 842"/>
                  <a:gd name="T114" fmla="*/ 2056 h 205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42" h="2056">
                    <a:moveTo>
                      <a:pt x="616" y="2056"/>
                    </a:moveTo>
                    <a:lnTo>
                      <a:pt x="653" y="1994"/>
                    </a:lnTo>
                    <a:lnTo>
                      <a:pt x="686" y="1925"/>
                    </a:lnTo>
                    <a:lnTo>
                      <a:pt x="716" y="1851"/>
                    </a:lnTo>
                    <a:lnTo>
                      <a:pt x="748" y="1776"/>
                    </a:lnTo>
                    <a:lnTo>
                      <a:pt x="771" y="1695"/>
                    </a:lnTo>
                    <a:lnTo>
                      <a:pt x="794" y="1618"/>
                    </a:lnTo>
                    <a:lnTo>
                      <a:pt x="807" y="1535"/>
                    </a:lnTo>
                    <a:lnTo>
                      <a:pt x="822" y="1448"/>
                    </a:lnTo>
                    <a:lnTo>
                      <a:pt x="831" y="1367"/>
                    </a:lnTo>
                    <a:lnTo>
                      <a:pt x="842" y="1280"/>
                    </a:lnTo>
                    <a:lnTo>
                      <a:pt x="842" y="1196"/>
                    </a:lnTo>
                    <a:lnTo>
                      <a:pt x="835" y="1109"/>
                    </a:lnTo>
                    <a:lnTo>
                      <a:pt x="829" y="1024"/>
                    </a:lnTo>
                    <a:lnTo>
                      <a:pt x="817" y="939"/>
                    </a:lnTo>
                    <a:lnTo>
                      <a:pt x="800" y="856"/>
                    </a:lnTo>
                    <a:lnTo>
                      <a:pt x="780" y="777"/>
                    </a:lnTo>
                    <a:lnTo>
                      <a:pt x="760" y="696"/>
                    </a:lnTo>
                    <a:lnTo>
                      <a:pt x="732" y="618"/>
                    </a:lnTo>
                    <a:lnTo>
                      <a:pt x="701" y="546"/>
                    </a:lnTo>
                    <a:lnTo>
                      <a:pt x="667" y="473"/>
                    </a:lnTo>
                    <a:lnTo>
                      <a:pt x="628" y="410"/>
                    </a:lnTo>
                    <a:lnTo>
                      <a:pt x="591" y="348"/>
                    </a:lnTo>
                    <a:lnTo>
                      <a:pt x="545" y="291"/>
                    </a:lnTo>
                    <a:lnTo>
                      <a:pt x="501" y="236"/>
                    </a:lnTo>
                    <a:lnTo>
                      <a:pt x="451" y="189"/>
                    </a:lnTo>
                    <a:lnTo>
                      <a:pt x="400" y="141"/>
                    </a:lnTo>
                    <a:lnTo>
                      <a:pt x="345" y="106"/>
                    </a:lnTo>
                    <a:lnTo>
                      <a:pt x="292" y="78"/>
                    </a:lnTo>
                    <a:lnTo>
                      <a:pt x="236" y="44"/>
                    </a:lnTo>
                    <a:lnTo>
                      <a:pt x="178" y="27"/>
                    </a:lnTo>
                    <a:lnTo>
                      <a:pt x="121" y="12"/>
                    </a:lnTo>
                    <a:lnTo>
                      <a:pt x="63" y="3"/>
                    </a:lnTo>
                    <a:lnTo>
                      <a:pt x="3" y="0"/>
                    </a:lnTo>
                    <a:lnTo>
                      <a:pt x="0" y="0"/>
                    </a:lnTo>
                    <a:lnTo>
                      <a:pt x="0" y="1225"/>
                    </a:lnTo>
                    <a:lnTo>
                      <a:pt x="616" y="2056"/>
                    </a:lnTo>
                    <a:close/>
                  </a:path>
                </a:pathLst>
              </a:custGeom>
              <a:noFill/>
              <a:ln w="0">
                <a:solidFill>
                  <a:srgbClr val="000000"/>
                </a:solidFill>
                <a:round/>
                <a:headEnd/>
                <a:tailEnd/>
              </a:ln>
            </p:spPr>
            <p:txBody>
              <a:bodyPr/>
              <a:lstStyle/>
              <a:p>
                <a:pPr algn="ctr"/>
                <a:endParaRPr lang="pt-BR" sz="2400"/>
              </a:p>
            </p:txBody>
          </p:sp>
          <p:sp>
            <p:nvSpPr>
              <p:cNvPr id="852" name="Freeform 157"/>
              <p:cNvSpPr>
                <a:spLocks/>
              </p:cNvSpPr>
              <p:nvPr/>
            </p:nvSpPr>
            <p:spPr bwMode="auto">
              <a:xfrm>
                <a:off x="4756" y="3655"/>
                <a:ext cx="109" cy="153"/>
              </a:xfrm>
              <a:custGeom>
                <a:avLst/>
                <a:gdLst>
                  <a:gd name="T0" fmla="*/ 0 w 873"/>
                  <a:gd name="T1" fmla="*/ 0 h 1219"/>
                  <a:gd name="T2" fmla="*/ 0 w 873"/>
                  <a:gd name="T3" fmla="*/ 0 h 1219"/>
                  <a:gd name="T4" fmla="*/ 0 w 873"/>
                  <a:gd name="T5" fmla="*/ 0 h 1219"/>
                  <a:gd name="T6" fmla="*/ 0 w 873"/>
                  <a:gd name="T7" fmla="*/ 0 h 1219"/>
                  <a:gd name="T8" fmla="*/ 0 w 873"/>
                  <a:gd name="T9" fmla="*/ 0 h 1219"/>
                  <a:gd name="T10" fmla="*/ 0 w 873"/>
                  <a:gd name="T11" fmla="*/ 0 h 1219"/>
                  <a:gd name="T12" fmla="*/ 0 w 873"/>
                  <a:gd name="T13" fmla="*/ 0 h 1219"/>
                  <a:gd name="T14" fmla="*/ 0 w 873"/>
                  <a:gd name="T15" fmla="*/ 0 h 1219"/>
                  <a:gd name="T16" fmla="*/ 0 w 873"/>
                  <a:gd name="T17" fmla="*/ 0 h 1219"/>
                  <a:gd name="T18" fmla="*/ 0 w 873"/>
                  <a:gd name="T19" fmla="*/ 0 h 1219"/>
                  <a:gd name="T20" fmla="*/ 0 w 873"/>
                  <a:gd name="T21" fmla="*/ 0 h 1219"/>
                  <a:gd name="T22" fmla="*/ 0 w 873"/>
                  <a:gd name="T23" fmla="*/ 0 h 1219"/>
                  <a:gd name="T24" fmla="*/ 0 w 873"/>
                  <a:gd name="T25" fmla="*/ 0 h 1219"/>
                  <a:gd name="T26" fmla="*/ 0 w 873"/>
                  <a:gd name="T27" fmla="*/ 0 h 1219"/>
                  <a:gd name="T28" fmla="*/ 0 w 873"/>
                  <a:gd name="T29" fmla="*/ 0 h 1219"/>
                  <a:gd name="T30" fmla="*/ 0 w 873"/>
                  <a:gd name="T31" fmla="*/ 0 h 1219"/>
                  <a:gd name="T32" fmla="*/ 0 w 873"/>
                  <a:gd name="T33" fmla="*/ 0 h 1219"/>
                  <a:gd name="T34" fmla="*/ 0 w 873"/>
                  <a:gd name="T35" fmla="*/ 0 h 1219"/>
                  <a:gd name="T36" fmla="*/ 0 w 873"/>
                  <a:gd name="T37" fmla="*/ 0 h 12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3"/>
                  <a:gd name="T58" fmla="*/ 0 h 1219"/>
                  <a:gd name="T59" fmla="*/ 873 w 873"/>
                  <a:gd name="T60" fmla="*/ 1219 h 12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3" h="1219">
                    <a:moveTo>
                      <a:pt x="0" y="1164"/>
                    </a:moveTo>
                    <a:lnTo>
                      <a:pt x="59" y="1184"/>
                    </a:lnTo>
                    <a:lnTo>
                      <a:pt x="117" y="1202"/>
                    </a:lnTo>
                    <a:lnTo>
                      <a:pt x="175" y="1212"/>
                    </a:lnTo>
                    <a:lnTo>
                      <a:pt x="237" y="1219"/>
                    </a:lnTo>
                    <a:lnTo>
                      <a:pt x="297" y="1217"/>
                    </a:lnTo>
                    <a:lnTo>
                      <a:pt x="354" y="1210"/>
                    </a:lnTo>
                    <a:lnTo>
                      <a:pt x="411" y="1198"/>
                    </a:lnTo>
                    <a:lnTo>
                      <a:pt x="468" y="1177"/>
                    </a:lnTo>
                    <a:lnTo>
                      <a:pt x="528" y="1154"/>
                    </a:lnTo>
                    <a:lnTo>
                      <a:pt x="583" y="1122"/>
                    </a:lnTo>
                    <a:lnTo>
                      <a:pt x="636" y="1085"/>
                    </a:lnTo>
                    <a:lnTo>
                      <a:pt x="688" y="1041"/>
                    </a:lnTo>
                    <a:lnTo>
                      <a:pt x="738" y="995"/>
                    </a:lnTo>
                    <a:lnTo>
                      <a:pt x="786" y="945"/>
                    </a:lnTo>
                    <a:lnTo>
                      <a:pt x="832" y="889"/>
                    </a:lnTo>
                    <a:lnTo>
                      <a:pt x="873" y="831"/>
                    </a:lnTo>
                    <a:lnTo>
                      <a:pt x="257" y="0"/>
                    </a:lnTo>
                    <a:lnTo>
                      <a:pt x="0" y="1164"/>
                    </a:lnTo>
                    <a:close/>
                  </a:path>
                </a:pathLst>
              </a:custGeom>
              <a:noFill/>
              <a:ln w="0">
                <a:solidFill>
                  <a:srgbClr val="000000"/>
                </a:solidFill>
                <a:round/>
                <a:headEnd/>
                <a:tailEnd/>
              </a:ln>
            </p:spPr>
            <p:txBody>
              <a:bodyPr/>
              <a:lstStyle/>
              <a:p>
                <a:pPr algn="ctr"/>
                <a:endParaRPr lang="pt-BR" sz="2400"/>
              </a:p>
            </p:txBody>
          </p:sp>
          <p:sp>
            <p:nvSpPr>
              <p:cNvPr id="853" name="Freeform 158"/>
              <p:cNvSpPr>
                <a:spLocks/>
              </p:cNvSpPr>
              <p:nvPr/>
            </p:nvSpPr>
            <p:spPr bwMode="auto">
              <a:xfrm>
                <a:off x="4712" y="3655"/>
                <a:ext cx="76" cy="146"/>
              </a:xfrm>
              <a:custGeom>
                <a:avLst/>
                <a:gdLst>
                  <a:gd name="T0" fmla="*/ 0 w 608"/>
                  <a:gd name="T1" fmla="*/ 0 h 1164"/>
                  <a:gd name="T2" fmla="*/ 0 w 608"/>
                  <a:gd name="T3" fmla="*/ 0 h 1164"/>
                  <a:gd name="T4" fmla="*/ 0 w 608"/>
                  <a:gd name="T5" fmla="*/ 0 h 1164"/>
                  <a:gd name="T6" fmla="*/ 0 w 608"/>
                  <a:gd name="T7" fmla="*/ 0 h 1164"/>
                  <a:gd name="T8" fmla="*/ 0 w 608"/>
                  <a:gd name="T9" fmla="*/ 0 h 1164"/>
                  <a:gd name="T10" fmla="*/ 0 w 608"/>
                  <a:gd name="T11" fmla="*/ 0 h 1164"/>
                  <a:gd name="T12" fmla="*/ 0 w 608"/>
                  <a:gd name="T13" fmla="*/ 0 h 1164"/>
                  <a:gd name="T14" fmla="*/ 0 w 608"/>
                  <a:gd name="T15" fmla="*/ 0 h 1164"/>
                  <a:gd name="T16" fmla="*/ 0 w 608"/>
                  <a:gd name="T17" fmla="*/ 0 h 1164"/>
                  <a:gd name="T18" fmla="*/ 0 w 608"/>
                  <a:gd name="T19" fmla="*/ 0 h 11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8"/>
                  <a:gd name="T31" fmla="*/ 0 h 1164"/>
                  <a:gd name="T32" fmla="*/ 608 w 608"/>
                  <a:gd name="T33" fmla="*/ 1164 h 11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8" h="1164">
                    <a:moveTo>
                      <a:pt x="0" y="837"/>
                    </a:moveTo>
                    <a:lnTo>
                      <a:pt x="41" y="896"/>
                    </a:lnTo>
                    <a:lnTo>
                      <a:pt x="90" y="956"/>
                    </a:lnTo>
                    <a:lnTo>
                      <a:pt x="140" y="1004"/>
                    </a:lnTo>
                    <a:lnTo>
                      <a:pt x="189" y="1050"/>
                    </a:lnTo>
                    <a:lnTo>
                      <a:pt x="245" y="1099"/>
                    </a:lnTo>
                    <a:lnTo>
                      <a:pt x="298" y="1131"/>
                    </a:lnTo>
                    <a:lnTo>
                      <a:pt x="351" y="1164"/>
                    </a:lnTo>
                    <a:lnTo>
                      <a:pt x="608" y="0"/>
                    </a:lnTo>
                    <a:lnTo>
                      <a:pt x="0" y="837"/>
                    </a:lnTo>
                    <a:close/>
                  </a:path>
                </a:pathLst>
              </a:custGeom>
              <a:noFill/>
              <a:ln w="0">
                <a:solidFill>
                  <a:srgbClr val="000000"/>
                </a:solidFill>
                <a:round/>
                <a:headEnd/>
                <a:tailEnd/>
              </a:ln>
            </p:spPr>
            <p:txBody>
              <a:bodyPr/>
              <a:lstStyle/>
              <a:p>
                <a:pPr algn="ctr"/>
                <a:endParaRPr lang="pt-BR" sz="2400"/>
              </a:p>
            </p:txBody>
          </p:sp>
          <p:sp>
            <p:nvSpPr>
              <p:cNvPr id="854" name="Freeform 159"/>
              <p:cNvSpPr>
                <a:spLocks/>
              </p:cNvSpPr>
              <p:nvPr/>
            </p:nvSpPr>
            <p:spPr bwMode="auto">
              <a:xfrm>
                <a:off x="4684" y="3608"/>
                <a:ext cx="104" cy="152"/>
              </a:xfrm>
              <a:custGeom>
                <a:avLst/>
                <a:gdLst>
                  <a:gd name="T0" fmla="*/ 0 w 837"/>
                  <a:gd name="T1" fmla="*/ 0 h 1220"/>
                  <a:gd name="T2" fmla="*/ 0 w 837"/>
                  <a:gd name="T3" fmla="*/ 0 h 1220"/>
                  <a:gd name="T4" fmla="*/ 0 w 837"/>
                  <a:gd name="T5" fmla="*/ 0 h 1220"/>
                  <a:gd name="T6" fmla="*/ 0 w 837"/>
                  <a:gd name="T7" fmla="*/ 0 h 1220"/>
                  <a:gd name="T8" fmla="*/ 0 w 837"/>
                  <a:gd name="T9" fmla="*/ 0 h 1220"/>
                  <a:gd name="T10" fmla="*/ 0 w 837"/>
                  <a:gd name="T11" fmla="*/ 0 h 1220"/>
                  <a:gd name="T12" fmla="*/ 0 w 837"/>
                  <a:gd name="T13" fmla="*/ 0 h 1220"/>
                  <a:gd name="T14" fmla="*/ 0 w 837"/>
                  <a:gd name="T15" fmla="*/ 0 h 1220"/>
                  <a:gd name="T16" fmla="*/ 0 w 837"/>
                  <a:gd name="T17" fmla="*/ 0 h 1220"/>
                  <a:gd name="T18" fmla="*/ 0 w 837"/>
                  <a:gd name="T19" fmla="*/ 0 h 1220"/>
                  <a:gd name="T20" fmla="*/ 0 w 837"/>
                  <a:gd name="T21" fmla="*/ 0 h 1220"/>
                  <a:gd name="T22" fmla="*/ 0 w 837"/>
                  <a:gd name="T23" fmla="*/ 0 h 1220"/>
                  <a:gd name="T24" fmla="*/ 0 w 837"/>
                  <a:gd name="T25" fmla="*/ 0 h 1220"/>
                  <a:gd name="T26" fmla="*/ 0 w 837"/>
                  <a:gd name="T27" fmla="*/ 0 h 1220"/>
                  <a:gd name="T28" fmla="*/ 0 w 837"/>
                  <a:gd name="T29" fmla="*/ 0 h 1220"/>
                  <a:gd name="T30" fmla="*/ 0 w 837"/>
                  <a:gd name="T31" fmla="*/ 0 h 1220"/>
                  <a:gd name="T32" fmla="*/ 0 w 837"/>
                  <a:gd name="T33" fmla="*/ 0 h 1220"/>
                  <a:gd name="T34" fmla="*/ 0 w 837"/>
                  <a:gd name="T35" fmla="*/ 0 h 1220"/>
                  <a:gd name="T36" fmla="*/ 0 w 837"/>
                  <a:gd name="T37" fmla="*/ 0 h 12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7"/>
                  <a:gd name="T58" fmla="*/ 0 h 1220"/>
                  <a:gd name="T59" fmla="*/ 837 w 837"/>
                  <a:gd name="T60" fmla="*/ 1220 h 122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7" h="1220">
                    <a:moveTo>
                      <a:pt x="40" y="0"/>
                    </a:moveTo>
                    <a:lnTo>
                      <a:pt x="24" y="87"/>
                    </a:lnTo>
                    <a:lnTo>
                      <a:pt x="15" y="172"/>
                    </a:lnTo>
                    <a:lnTo>
                      <a:pt x="4" y="258"/>
                    </a:lnTo>
                    <a:lnTo>
                      <a:pt x="0" y="345"/>
                    </a:lnTo>
                    <a:lnTo>
                      <a:pt x="0" y="433"/>
                    </a:lnTo>
                    <a:lnTo>
                      <a:pt x="4" y="516"/>
                    </a:lnTo>
                    <a:lnTo>
                      <a:pt x="15" y="606"/>
                    </a:lnTo>
                    <a:lnTo>
                      <a:pt x="31" y="691"/>
                    </a:lnTo>
                    <a:lnTo>
                      <a:pt x="47" y="772"/>
                    </a:lnTo>
                    <a:lnTo>
                      <a:pt x="63" y="853"/>
                    </a:lnTo>
                    <a:lnTo>
                      <a:pt x="90" y="936"/>
                    </a:lnTo>
                    <a:lnTo>
                      <a:pt x="123" y="1009"/>
                    </a:lnTo>
                    <a:lnTo>
                      <a:pt x="151" y="1083"/>
                    </a:lnTo>
                    <a:lnTo>
                      <a:pt x="185" y="1154"/>
                    </a:lnTo>
                    <a:lnTo>
                      <a:pt x="224" y="1220"/>
                    </a:lnTo>
                    <a:lnTo>
                      <a:pt x="229" y="1220"/>
                    </a:lnTo>
                    <a:lnTo>
                      <a:pt x="837" y="383"/>
                    </a:lnTo>
                    <a:lnTo>
                      <a:pt x="40" y="0"/>
                    </a:lnTo>
                    <a:close/>
                  </a:path>
                </a:pathLst>
              </a:custGeom>
              <a:noFill/>
              <a:ln w="0">
                <a:solidFill>
                  <a:srgbClr val="000000"/>
                </a:solidFill>
                <a:round/>
                <a:headEnd/>
                <a:tailEnd/>
              </a:ln>
            </p:spPr>
            <p:txBody>
              <a:bodyPr/>
              <a:lstStyle/>
              <a:p>
                <a:pPr algn="ctr"/>
                <a:endParaRPr lang="pt-BR" sz="2400"/>
              </a:p>
            </p:txBody>
          </p:sp>
        </p:grpSp>
        <p:grpSp>
          <p:nvGrpSpPr>
            <p:cNvPr id="6" name="Group 160"/>
            <p:cNvGrpSpPr>
              <a:grpSpLocks/>
            </p:cNvGrpSpPr>
            <p:nvPr/>
          </p:nvGrpSpPr>
          <p:grpSpPr bwMode="auto">
            <a:xfrm>
              <a:off x="4135441" y="779017"/>
              <a:ext cx="3317877" cy="1805448"/>
              <a:chOff x="2605" y="400"/>
              <a:chExt cx="2090" cy="1196"/>
            </a:xfrm>
          </p:grpSpPr>
          <p:sp>
            <p:nvSpPr>
              <p:cNvPr id="543" name="Freeform 161"/>
              <p:cNvSpPr>
                <a:spLocks/>
              </p:cNvSpPr>
              <p:nvPr/>
            </p:nvSpPr>
            <p:spPr bwMode="auto">
              <a:xfrm>
                <a:off x="3501" y="1335"/>
                <a:ext cx="590" cy="224"/>
              </a:xfrm>
              <a:custGeom>
                <a:avLst/>
                <a:gdLst>
                  <a:gd name="T0" fmla="*/ 0 w 4719"/>
                  <a:gd name="T1" fmla="*/ 0 h 1793"/>
                  <a:gd name="T2" fmla="*/ 0 w 4719"/>
                  <a:gd name="T3" fmla="*/ 0 h 1793"/>
                  <a:gd name="T4" fmla="*/ 0 w 4719"/>
                  <a:gd name="T5" fmla="*/ 0 h 1793"/>
                  <a:gd name="T6" fmla="*/ 0 w 4719"/>
                  <a:gd name="T7" fmla="*/ 0 h 1793"/>
                  <a:gd name="T8" fmla="*/ 0 w 4719"/>
                  <a:gd name="T9" fmla="*/ 0 h 1793"/>
                  <a:gd name="T10" fmla="*/ 0 60000 65536"/>
                  <a:gd name="T11" fmla="*/ 0 60000 65536"/>
                  <a:gd name="T12" fmla="*/ 0 60000 65536"/>
                  <a:gd name="T13" fmla="*/ 0 60000 65536"/>
                  <a:gd name="T14" fmla="*/ 0 60000 65536"/>
                  <a:gd name="T15" fmla="*/ 0 w 4719"/>
                  <a:gd name="T16" fmla="*/ 0 h 1793"/>
                  <a:gd name="T17" fmla="*/ 4719 w 4719"/>
                  <a:gd name="T18" fmla="*/ 1793 h 1793"/>
                </a:gdLst>
                <a:ahLst/>
                <a:cxnLst>
                  <a:cxn ang="T10">
                    <a:pos x="T0" y="T1"/>
                  </a:cxn>
                  <a:cxn ang="T11">
                    <a:pos x="T2" y="T3"/>
                  </a:cxn>
                  <a:cxn ang="T12">
                    <a:pos x="T4" y="T5"/>
                  </a:cxn>
                  <a:cxn ang="T13">
                    <a:pos x="T6" y="T7"/>
                  </a:cxn>
                  <a:cxn ang="T14">
                    <a:pos x="T8" y="T9"/>
                  </a:cxn>
                </a:cxnLst>
                <a:rect l="T15" t="T16" r="T17" b="T18"/>
                <a:pathLst>
                  <a:path w="4719" h="1793">
                    <a:moveTo>
                      <a:pt x="0" y="1092"/>
                    </a:moveTo>
                    <a:lnTo>
                      <a:pt x="1754" y="0"/>
                    </a:lnTo>
                    <a:lnTo>
                      <a:pt x="4719" y="540"/>
                    </a:lnTo>
                    <a:lnTo>
                      <a:pt x="3152" y="1793"/>
                    </a:lnTo>
                    <a:lnTo>
                      <a:pt x="0" y="1092"/>
                    </a:lnTo>
                    <a:close/>
                  </a:path>
                </a:pathLst>
              </a:custGeom>
              <a:solidFill>
                <a:srgbClr val="FFEA00"/>
              </a:solidFill>
              <a:ln w="9525">
                <a:noFill/>
                <a:round/>
                <a:headEnd/>
                <a:tailEnd/>
              </a:ln>
            </p:spPr>
            <p:txBody>
              <a:bodyPr/>
              <a:lstStyle/>
              <a:p>
                <a:pPr algn="ctr"/>
                <a:endParaRPr lang="pt-BR" sz="2400"/>
              </a:p>
            </p:txBody>
          </p:sp>
          <p:sp>
            <p:nvSpPr>
              <p:cNvPr id="544" name="Freeform 162"/>
              <p:cNvSpPr>
                <a:spLocks/>
              </p:cNvSpPr>
              <p:nvPr/>
            </p:nvSpPr>
            <p:spPr bwMode="auto">
              <a:xfrm>
                <a:off x="4188" y="975"/>
                <a:ext cx="456" cy="522"/>
              </a:xfrm>
              <a:custGeom>
                <a:avLst/>
                <a:gdLst>
                  <a:gd name="T0" fmla="*/ 0 w 3652"/>
                  <a:gd name="T1" fmla="*/ 0 h 4180"/>
                  <a:gd name="T2" fmla="*/ 0 w 3652"/>
                  <a:gd name="T3" fmla="*/ 0 h 4180"/>
                  <a:gd name="T4" fmla="*/ 0 w 3652"/>
                  <a:gd name="T5" fmla="*/ 0 h 4180"/>
                  <a:gd name="T6" fmla="*/ 0 w 3652"/>
                  <a:gd name="T7" fmla="*/ 0 h 4180"/>
                  <a:gd name="T8" fmla="*/ 0 w 3652"/>
                  <a:gd name="T9" fmla="*/ 0 h 4180"/>
                  <a:gd name="T10" fmla="*/ 0 w 3652"/>
                  <a:gd name="T11" fmla="*/ 0 h 4180"/>
                  <a:gd name="T12" fmla="*/ 0 w 3652"/>
                  <a:gd name="T13" fmla="*/ 0 h 4180"/>
                  <a:gd name="T14" fmla="*/ 0 w 3652"/>
                  <a:gd name="T15" fmla="*/ 0 h 4180"/>
                  <a:gd name="T16" fmla="*/ 0 w 3652"/>
                  <a:gd name="T17" fmla="*/ 0 h 4180"/>
                  <a:gd name="T18" fmla="*/ 0 w 3652"/>
                  <a:gd name="T19" fmla="*/ 0 h 4180"/>
                  <a:gd name="T20" fmla="*/ 0 w 3652"/>
                  <a:gd name="T21" fmla="*/ 0 h 4180"/>
                  <a:gd name="T22" fmla="*/ 0 w 3652"/>
                  <a:gd name="T23" fmla="*/ 0 h 4180"/>
                  <a:gd name="T24" fmla="*/ 0 w 3652"/>
                  <a:gd name="T25" fmla="*/ 0 h 4180"/>
                  <a:gd name="T26" fmla="*/ 0 w 3652"/>
                  <a:gd name="T27" fmla="*/ 0 h 4180"/>
                  <a:gd name="T28" fmla="*/ 0 w 3652"/>
                  <a:gd name="T29" fmla="*/ 0 h 4180"/>
                  <a:gd name="T30" fmla="*/ 0 w 3652"/>
                  <a:gd name="T31" fmla="*/ 0 h 4180"/>
                  <a:gd name="T32" fmla="*/ 0 w 3652"/>
                  <a:gd name="T33" fmla="*/ 0 h 4180"/>
                  <a:gd name="T34" fmla="*/ 0 w 3652"/>
                  <a:gd name="T35" fmla="*/ 0 h 4180"/>
                  <a:gd name="T36" fmla="*/ 0 w 3652"/>
                  <a:gd name="T37" fmla="*/ 0 h 418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52"/>
                  <a:gd name="T58" fmla="*/ 0 h 4180"/>
                  <a:gd name="T59" fmla="*/ 3652 w 3652"/>
                  <a:gd name="T60" fmla="*/ 4180 h 418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52" h="4180">
                    <a:moveTo>
                      <a:pt x="0" y="3426"/>
                    </a:moveTo>
                    <a:lnTo>
                      <a:pt x="336" y="3237"/>
                    </a:lnTo>
                    <a:lnTo>
                      <a:pt x="811" y="2928"/>
                    </a:lnTo>
                    <a:lnTo>
                      <a:pt x="1169" y="2730"/>
                    </a:lnTo>
                    <a:lnTo>
                      <a:pt x="1246" y="1547"/>
                    </a:lnTo>
                    <a:lnTo>
                      <a:pt x="1387" y="1005"/>
                    </a:lnTo>
                    <a:lnTo>
                      <a:pt x="2134" y="0"/>
                    </a:lnTo>
                    <a:lnTo>
                      <a:pt x="2758" y="173"/>
                    </a:lnTo>
                    <a:lnTo>
                      <a:pt x="3057" y="297"/>
                    </a:lnTo>
                    <a:lnTo>
                      <a:pt x="3331" y="470"/>
                    </a:lnTo>
                    <a:lnTo>
                      <a:pt x="3505" y="668"/>
                    </a:lnTo>
                    <a:lnTo>
                      <a:pt x="3568" y="805"/>
                    </a:lnTo>
                    <a:lnTo>
                      <a:pt x="3652" y="1485"/>
                    </a:lnTo>
                    <a:lnTo>
                      <a:pt x="3220" y="2817"/>
                    </a:lnTo>
                    <a:lnTo>
                      <a:pt x="2008" y="3597"/>
                    </a:lnTo>
                    <a:lnTo>
                      <a:pt x="1448" y="3922"/>
                    </a:lnTo>
                    <a:lnTo>
                      <a:pt x="589" y="4180"/>
                    </a:lnTo>
                    <a:lnTo>
                      <a:pt x="87" y="3659"/>
                    </a:lnTo>
                    <a:lnTo>
                      <a:pt x="0" y="3426"/>
                    </a:lnTo>
                    <a:close/>
                  </a:path>
                </a:pathLst>
              </a:custGeom>
              <a:solidFill>
                <a:srgbClr val="00235B"/>
              </a:solidFill>
              <a:ln w="9525">
                <a:noFill/>
                <a:round/>
                <a:headEnd/>
                <a:tailEnd/>
              </a:ln>
            </p:spPr>
            <p:txBody>
              <a:bodyPr/>
              <a:lstStyle/>
              <a:p>
                <a:pPr algn="ctr"/>
                <a:endParaRPr lang="pt-BR" sz="2400"/>
              </a:p>
            </p:txBody>
          </p:sp>
          <p:sp>
            <p:nvSpPr>
              <p:cNvPr id="545" name="Freeform 163"/>
              <p:cNvSpPr>
                <a:spLocks/>
              </p:cNvSpPr>
              <p:nvPr/>
            </p:nvSpPr>
            <p:spPr bwMode="auto">
              <a:xfrm>
                <a:off x="3926" y="1365"/>
                <a:ext cx="257" cy="194"/>
              </a:xfrm>
              <a:custGeom>
                <a:avLst/>
                <a:gdLst>
                  <a:gd name="T0" fmla="*/ 0 w 2062"/>
                  <a:gd name="T1" fmla="*/ 0 h 1554"/>
                  <a:gd name="T2" fmla="*/ 0 w 2062"/>
                  <a:gd name="T3" fmla="*/ 0 h 1554"/>
                  <a:gd name="T4" fmla="*/ 0 w 2062"/>
                  <a:gd name="T5" fmla="*/ 0 h 1554"/>
                  <a:gd name="T6" fmla="*/ 0 w 2062"/>
                  <a:gd name="T7" fmla="*/ 0 h 1554"/>
                  <a:gd name="T8" fmla="*/ 0 w 2062"/>
                  <a:gd name="T9" fmla="*/ 0 h 1554"/>
                  <a:gd name="T10" fmla="*/ 0 w 2062"/>
                  <a:gd name="T11" fmla="*/ 0 h 1554"/>
                  <a:gd name="T12" fmla="*/ 0 w 2062"/>
                  <a:gd name="T13" fmla="*/ 0 h 1554"/>
                  <a:gd name="T14" fmla="*/ 0 w 2062"/>
                  <a:gd name="T15" fmla="*/ 0 h 1554"/>
                  <a:gd name="T16" fmla="*/ 0 w 2062"/>
                  <a:gd name="T17" fmla="*/ 0 h 1554"/>
                  <a:gd name="T18" fmla="*/ 0 w 2062"/>
                  <a:gd name="T19" fmla="*/ 0 h 1554"/>
                  <a:gd name="T20" fmla="*/ 0 w 2062"/>
                  <a:gd name="T21" fmla="*/ 0 h 1554"/>
                  <a:gd name="T22" fmla="*/ 0 w 2062"/>
                  <a:gd name="T23" fmla="*/ 0 h 1554"/>
                  <a:gd name="T24" fmla="*/ 0 w 2062"/>
                  <a:gd name="T25" fmla="*/ 0 h 1554"/>
                  <a:gd name="T26" fmla="*/ 0 w 2062"/>
                  <a:gd name="T27" fmla="*/ 0 h 1554"/>
                  <a:gd name="T28" fmla="*/ 0 w 2062"/>
                  <a:gd name="T29" fmla="*/ 0 h 1554"/>
                  <a:gd name="T30" fmla="*/ 0 w 2062"/>
                  <a:gd name="T31" fmla="*/ 0 h 1554"/>
                  <a:gd name="T32" fmla="*/ 0 w 2062"/>
                  <a:gd name="T33" fmla="*/ 0 h 1554"/>
                  <a:gd name="T34" fmla="*/ 0 w 2062"/>
                  <a:gd name="T35" fmla="*/ 0 h 1554"/>
                  <a:gd name="T36" fmla="*/ 0 w 2062"/>
                  <a:gd name="T37" fmla="*/ 0 h 1554"/>
                  <a:gd name="T38" fmla="*/ 0 w 2062"/>
                  <a:gd name="T39" fmla="*/ 0 h 1554"/>
                  <a:gd name="T40" fmla="*/ 0 w 2062"/>
                  <a:gd name="T41" fmla="*/ 0 h 1554"/>
                  <a:gd name="T42" fmla="*/ 0 w 2062"/>
                  <a:gd name="T43" fmla="*/ 0 h 1554"/>
                  <a:gd name="T44" fmla="*/ 0 w 2062"/>
                  <a:gd name="T45" fmla="*/ 0 h 1554"/>
                  <a:gd name="T46" fmla="*/ 0 w 2062"/>
                  <a:gd name="T47" fmla="*/ 0 h 1554"/>
                  <a:gd name="T48" fmla="*/ 0 w 2062"/>
                  <a:gd name="T49" fmla="*/ 0 h 1554"/>
                  <a:gd name="T50" fmla="*/ 0 w 2062"/>
                  <a:gd name="T51" fmla="*/ 0 h 1554"/>
                  <a:gd name="T52" fmla="*/ 0 w 2062"/>
                  <a:gd name="T53" fmla="*/ 0 h 1554"/>
                  <a:gd name="T54" fmla="*/ 0 w 2062"/>
                  <a:gd name="T55" fmla="*/ 0 h 1554"/>
                  <a:gd name="T56" fmla="*/ 0 w 2062"/>
                  <a:gd name="T57" fmla="*/ 0 h 1554"/>
                  <a:gd name="T58" fmla="*/ 0 w 2062"/>
                  <a:gd name="T59" fmla="*/ 0 h 1554"/>
                  <a:gd name="T60" fmla="*/ 0 w 2062"/>
                  <a:gd name="T61" fmla="*/ 0 h 1554"/>
                  <a:gd name="T62" fmla="*/ 0 w 2062"/>
                  <a:gd name="T63" fmla="*/ 0 h 1554"/>
                  <a:gd name="T64" fmla="*/ 0 w 2062"/>
                  <a:gd name="T65" fmla="*/ 0 h 1554"/>
                  <a:gd name="T66" fmla="*/ 0 w 2062"/>
                  <a:gd name="T67" fmla="*/ 0 h 1554"/>
                  <a:gd name="T68" fmla="*/ 0 w 2062"/>
                  <a:gd name="T69" fmla="*/ 0 h 1554"/>
                  <a:gd name="T70" fmla="*/ 0 w 2062"/>
                  <a:gd name="T71" fmla="*/ 0 h 1554"/>
                  <a:gd name="T72" fmla="*/ 0 w 2062"/>
                  <a:gd name="T73" fmla="*/ 0 h 1554"/>
                  <a:gd name="T74" fmla="*/ 0 w 2062"/>
                  <a:gd name="T75" fmla="*/ 0 h 1554"/>
                  <a:gd name="T76" fmla="*/ 0 w 2062"/>
                  <a:gd name="T77" fmla="*/ 0 h 1554"/>
                  <a:gd name="T78" fmla="*/ 0 w 2062"/>
                  <a:gd name="T79" fmla="*/ 0 h 1554"/>
                  <a:gd name="T80" fmla="*/ 0 w 2062"/>
                  <a:gd name="T81" fmla="*/ 0 h 1554"/>
                  <a:gd name="T82" fmla="*/ 0 w 2062"/>
                  <a:gd name="T83" fmla="*/ 0 h 1554"/>
                  <a:gd name="T84" fmla="*/ 0 w 2062"/>
                  <a:gd name="T85" fmla="*/ 0 h 1554"/>
                  <a:gd name="T86" fmla="*/ 0 w 2062"/>
                  <a:gd name="T87" fmla="*/ 0 h 1554"/>
                  <a:gd name="T88" fmla="*/ 0 w 2062"/>
                  <a:gd name="T89" fmla="*/ 0 h 1554"/>
                  <a:gd name="T90" fmla="*/ 0 w 2062"/>
                  <a:gd name="T91" fmla="*/ 0 h 1554"/>
                  <a:gd name="T92" fmla="*/ 0 w 2062"/>
                  <a:gd name="T93" fmla="*/ 0 h 1554"/>
                  <a:gd name="T94" fmla="*/ 0 w 2062"/>
                  <a:gd name="T95" fmla="*/ 0 h 1554"/>
                  <a:gd name="T96" fmla="*/ 0 w 2062"/>
                  <a:gd name="T97" fmla="*/ 0 h 1554"/>
                  <a:gd name="T98" fmla="*/ 0 w 2062"/>
                  <a:gd name="T99" fmla="*/ 0 h 1554"/>
                  <a:gd name="T100" fmla="*/ 0 w 2062"/>
                  <a:gd name="T101" fmla="*/ 0 h 1554"/>
                  <a:gd name="T102" fmla="*/ 0 w 2062"/>
                  <a:gd name="T103" fmla="*/ 0 h 1554"/>
                  <a:gd name="T104" fmla="*/ 0 w 2062"/>
                  <a:gd name="T105" fmla="*/ 0 h 1554"/>
                  <a:gd name="T106" fmla="*/ 0 w 2062"/>
                  <a:gd name="T107" fmla="*/ 0 h 1554"/>
                  <a:gd name="T108" fmla="*/ 0 w 2062"/>
                  <a:gd name="T109" fmla="*/ 0 h 1554"/>
                  <a:gd name="T110" fmla="*/ 0 w 2062"/>
                  <a:gd name="T111" fmla="*/ 0 h 1554"/>
                  <a:gd name="T112" fmla="*/ 0 w 2062"/>
                  <a:gd name="T113" fmla="*/ 0 h 1554"/>
                  <a:gd name="T114" fmla="*/ 0 w 2062"/>
                  <a:gd name="T115" fmla="*/ 0 h 1554"/>
                  <a:gd name="T116" fmla="*/ 0 w 2062"/>
                  <a:gd name="T117" fmla="*/ 0 h 1554"/>
                  <a:gd name="T118" fmla="*/ 0 w 2062"/>
                  <a:gd name="T119" fmla="*/ 0 h 1554"/>
                  <a:gd name="T120" fmla="*/ 0 w 2062"/>
                  <a:gd name="T121" fmla="*/ 0 h 1554"/>
                  <a:gd name="T122" fmla="*/ 0 w 2062"/>
                  <a:gd name="T123" fmla="*/ 0 h 1554"/>
                  <a:gd name="T124" fmla="*/ 0 w 2062"/>
                  <a:gd name="T125" fmla="*/ 0 h 155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062"/>
                  <a:gd name="T190" fmla="*/ 0 h 1554"/>
                  <a:gd name="T191" fmla="*/ 2062 w 2062"/>
                  <a:gd name="T192" fmla="*/ 1554 h 155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062" h="1554">
                    <a:moveTo>
                      <a:pt x="796" y="0"/>
                    </a:moveTo>
                    <a:lnTo>
                      <a:pt x="780" y="8"/>
                    </a:lnTo>
                    <a:lnTo>
                      <a:pt x="807" y="136"/>
                    </a:lnTo>
                    <a:lnTo>
                      <a:pt x="858" y="230"/>
                    </a:lnTo>
                    <a:lnTo>
                      <a:pt x="906" y="293"/>
                    </a:lnTo>
                    <a:lnTo>
                      <a:pt x="952" y="327"/>
                    </a:lnTo>
                    <a:lnTo>
                      <a:pt x="1093" y="342"/>
                    </a:lnTo>
                    <a:lnTo>
                      <a:pt x="1117" y="373"/>
                    </a:lnTo>
                    <a:lnTo>
                      <a:pt x="1144" y="413"/>
                    </a:lnTo>
                    <a:lnTo>
                      <a:pt x="994" y="487"/>
                    </a:lnTo>
                    <a:lnTo>
                      <a:pt x="858" y="542"/>
                    </a:lnTo>
                    <a:lnTo>
                      <a:pt x="614" y="597"/>
                    </a:lnTo>
                    <a:lnTo>
                      <a:pt x="187" y="678"/>
                    </a:lnTo>
                    <a:lnTo>
                      <a:pt x="93" y="720"/>
                    </a:lnTo>
                    <a:lnTo>
                      <a:pt x="86" y="762"/>
                    </a:lnTo>
                    <a:lnTo>
                      <a:pt x="108" y="771"/>
                    </a:lnTo>
                    <a:lnTo>
                      <a:pt x="868" y="733"/>
                    </a:lnTo>
                    <a:lnTo>
                      <a:pt x="614" y="844"/>
                    </a:lnTo>
                    <a:lnTo>
                      <a:pt x="471" y="879"/>
                    </a:lnTo>
                    <a:lnTo>
                      <a:pt x="157" y="929"/>
                    </a:lnTo>
                    <a:lnTo>
                      <a:pt x="68" y="964"/>
                    </a:lnTo>
                    <a:lnTo>
                      <a:pt x="0" y="1012"/>
                    </a:lnTo>
                    <a:lnTo>
                      <a:pt x="0" y="1021"/>
                    </a:lnTo>
                    <a:lnTo>
                      <a:pt x="65" y="1077"/>
                    </a:lnTo>
                    <a:lnTo>
                      <a:pt x="948" y="943"/>
                    </a:lnTo>
                    <a:lnTo>
                      <a:pt x="906" y="1012"/>
                    </a:lnTo>
                    <a:lnTo>
                      <a:pt x="734" y="1105"/>
                    </a:lnTo>
                    <a:lnTo>
                      <a:pt x="528" y="1199"/>
                    </a:lnTo>
                    <a:lnTo>
                      <a:pt x="273" y="1287"/>
                    </a:lnTo>
                    <a:lnTo>
                      <a:pt x="259" y="1307"/>
                    </a:lnTo>
                    <a:lnTo>
                      <a:pt x="261" y="1342"/>
                    </a:lnTo>
                    <a:lnTo>
                      <a:pt x="295" y="1370"/>
                    </a:lnTo>
                    <a:lnTo>
                      <a:pt x="363" y="1370"/>
                    </a:lnTo>
                    <a:lnTo>
                      <a:pt x="491" y="1342"/>
                    </a:lnTo>
                    <a:lnTo>
                      <a:pt x="796" y="1241"/>
                    </a:lnTo>
                    <a:lnTo>
                      <a:pt x="994" y="1186"/>
                    </a:lnTo>
                    <a:lnTo>
                      <a:pt x="1117" y="1176"/>
                    </a:lnTo>
                    <a:lnTo>
                      <a:pt x="1105" y="1192"/>
                    </a:lnTo>
                    <a:lnTo>
                      <a:pt x="1011" y="1331"/>
                    </a:lnTo>
                    <a:lnTo>
                      <a:pt x="923" y="1423"/>
                    </a:lnTo>
                    <a:lnTo>
                      <a:pt x="662" y="1520"/>
                    </a:lnTo>
                    <a:lnTo>
                      <a:pt x="664" y="1536"/>
                    </a:lnTo>
                    <a:lnTo>
                      <a:pt x="710" y="1554"/>
                    </a:lnTo>
                    <a:lnTo>
                      <a:pt x="868" y="1522"/>
                    </a:lnTo>
                    <a:lnTo>
                      <a:pt x="1093" y="1467"/>
                    </a:lnTo>
                    <a:lnTo>
                      <a:pt x="1148" y="1437"/>
                    </a:lnTo>
                    <a:lnTo>
                      <a:pt x="1244" y="1316"/>
                    </a:lnTo>
                    <a:lnTo>
                      <a:pt x="1529" y="1186"/>
                    </a:lnTo>
                    <a:lnTo>
                      <a:pt x="1708" y="1087"/>
                    </a:lnTo>
                    <a:lnTo>
                      <a:pt x="1849" y="1028"/>
                    </a:lnTo>
                    <a:lnTo>
                      <a:pt x="1974" y="997"/>
                    </a:lnTo>
                    <a:lnTo>
                      <a:pt x="2062" y="975"/>
                    </a:lnTo>
                    <a:lnTo>
                      <a:pt x="2062" y="929"/>
                    </a:lnTo>
                    <a:lnTo>
                      <a:pt x="2022" y="771"/>
                    </a:lnTo>
                    <a:lnTo>
                      <a:pt x="1997" y="661"/>
                    </a:lnTo>
                    <a:lnTo>
                      <a:pt x="1849" y="501"/>
                    </a:lnTo>
                    <a:lnTo>
                      <a:pt x="1677" y="402"/>
                    </a:lnTo>
                    <a:lnTo>
                      <a:pt x="1486" y="286"/>
                    </a:lnTo>
                    <a:lnTo>
                      <a:pt x="1266" y="194"/>
                    </a:lnTo>
                    <a:lnTo>
                      <a:pt x="1097" y="184"/>
                    </a:lnTo>
                    <a:lnTo>
                      <a:pt x="957" y="153"/>
                    </a:lnTo>
                    <a:lnTo>
                      <a:pt x="881" y="92"/>
                    </a:lnTo>
                    <a:lnTo>
                      <a:pt x="796" y="0"/>
                    </a:lnTo>
                    <a:close/>
                  </a:path>
                </a:pathLst>
              </a:custGeom>
              <a:solidFill>
                <a:srgbClr val="FFC98E"/>
              </a:solidFill>
              <a:ln w="9525">
                <a:noFill/>
                <a:round/>
                <a:headEnd/>
                <a:tailEnd/>
              </a:ln>
            </p:spPr>
            <p:txBody>
              <a:bodyPr/>
              <a:lstStyle/>
              <a:p>
                <a:pPr algn="ctr"/>
                <a:endParaRPr lang="pt-BR" sz="2400"/>
              </a:p>
            </p:txBody>
          </p:sp>
          <p:sp>
            <p:nvSpPr>
              <p:cNvPr id="546" name="Freeform 164"/>
              <p:cNvSpPr>
                <a:spLocks/>
              </p:cNvSpPr>
              <p:nvPr/>
            </p:nvSpPr>
            <p:spPr bwMode="auto">
              <a:xfrm>
                <a:off x="4152" y="1406"/>
                <a:ext cx="108" cy="95"/>
              </a:xfrm>
              <a:custGeom>
                <a:avLst/>
                <a:gdLst>
                  <a:gd name="T0" fmla="*/ 0 w 864"/>
                  <a:gd name="T1" fmla="*/ 0 h 764"/>
                  <a:gd name="T2" fmla="*/ 0 w 864"/>
                  <a:gd name="T3" fmla="*/ 0 h 764"/>
                  <a:gd name="T4" fmla="*/ 0 w 864"/>
                  <a:gd name="T5" fmla="*/ 0 h 764"/>
                  <a:gd name="T6" fmla="*/ 0 w 864"/>
                  <a:gd name="T7" fmla="*/ 0 h 764"/>
                  <a:gd name="T8" fmla="*/ 0 w 864"/>
                  <a:gd name="T9" fmla="*/ 0 h 764"/>
                  <a:gd name="T10" fmla="*/ 0 w 864"/>
                  <a:gd name="T11" fmla="*/ 0 h 764"/>
                  <a:gd name="T12" fmla="*/ 0 w 864"/>
                  <a:gd name="T13" fmla="*/ 0 h 764"/>
                  <a:gd name="T14" fmla="*/ 0 w 864"/>
                  <a:gd name="T15" fmla="*/ 0 h 764"/>
                  <a:gd name="T16" fmla="*/ 0 w 864"/>
                  <a:gd name="T17" fmla="*/ 0 h 764"/>
                  <a:gd name="T18" fmla="*/ 0 w 864"/>
                  <a:gd name="T19" fmla="*/ 0 h 764"/>
                  <a:gd name="T20" fmla="*/ 0 w 864"/>
                  <a:gd name="T21" fmla="*/ 0 h 764"/>
                  <a:gd name="T22" fmla="*/ 0 w 864"/>
                  <a:gd name="T23" fmla="*/ 0 h 764"/>
                  <a:gd name="T24" fmla="*/ 0 w 864"/>
                  <a:gd name="T25" fmla="*/ 0 h 764"/>
                  <a:gd name="T26" fmla="*/ 0 w 864"/>
                  <a:gd name="T27" fmla="*/ 0 h 7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64"/>
                  <a:gd name="T43" fmla="*/ 0 h 764"/>
                  <a:gd name="T44" fmla="*/ 864 w 864"/>
                  <a:gd name="T45" fmla="*/ 764 h 76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64" h="764">
                    <a:moveTo>
                      <a:pt x="357" y="0"/>
                    </a:moveTo>
                    <a:lnTo>
                      <a:pt x="477" y="70"/>
                    </a:lnTo>
                    <a:lnTo>
                      <a:pt x="640" y="211"/>
                    </a:lnTo>
                    <a:lnTo>
                      <a:pt x="754" y="321"/>
                    </a:lnTo>
                    <a:lnTo>
                      <a:pt x="841" y="444"/>
                    </a:lnTo>
                    <a:lnTo>
                      <a:pt x="864" y="527"/>
                    </a:lnTo>
                    <a:lnTo>
                      <a:pt x="864" y="602"/>
                    </a:lnTo>
                    <a:lnTo>
                      <a:pt x="850" y="663"/>
                    </a:lnTo>
                    <a:lnTo>
                      <a:pt x="249" y="764"/>
                    </a:lnTo>
                    <a:lnTo>
                      <a:pt x="244" y="624"/>
                    </a:lnTo>
                    <a:lnTo>
                      <a:pt x="225" y="464"/>
                    </a:lnTo>
                    <a:lnTo>
                      <a:pt x="184" y="345"/>
                    </a:lnTo>
                    <a:lnTo>
                      <a:pt x="0" y="112"/>
                    </a:lnTo>
                    <a:lnTo>
                      <a:pt x="357" y="0"/>
                    </a:lnTo>
                    <a:close/>
                  </a:path>
                </a:pathLst>
              </a:custGeom>
              <a:solidFill>
                <a:srgbClr val="FFFFFF"/>
              </a:solidFill>
              <a:ln w="9525">
                <a:noFill/>
                <a:round/>
                <a:headEnd/>
                <a:tailEnd/>
              </a:ln>
            </p:spPr>
            <p:txBody>
              <a:bodyPr/>
              <a:lstStyle/>
              <a:p>
                <a:pPr algn="ctr"/>
                <a:endParaRPr lang="pt-BR" sz="2400"/>
              </a:p>
            </p:txBody>
          </p:sp>
          <p:sp>
            <p:nvSpPr>
              <p:cNvPr id="547" name="Freeform 165"/>
              <p:cNvSpPr>
                <a:spLocks/>
              </p:cNvSpPr>
              <p:nvPr/>
            </p:nvSpPr>
            <p:spPr bwMode="auto">
              <a:xfrm>
                <a:off x="4278" y="953"/>
                <a:ext cx="142" cy="383"/>
              </a:xfrm>
              <a:custGeom>
                <a:avLst/>
                <a:gdLst>
                  <a:gd name="T0" fmla="*/ 0 w 1136"/>
                  <a:gd name="T1" fmla="*/ 0 h 3065"/>
                  <a:gd name="T2" fmla="*/ 0 w 1136"/>
                  <a:gd name="T3" fmla="*/ 0 h 3065"/>
                  <a:gd name="T4" fmla="*/ 0 w 1136"/>
                  <a:gd name="T5" fmla="*/ 0 h 3065"/>
                  <a:gd name="T6" fmla="*/ 0 w 1136"/>
                  <a:gd name="T7" fmla="*/ 0 h 3065"/>
                  <a:gd name="T8" fmla="*/ 0 w 1136"/>
                  <a:gd name="T9" fmla="*/ 0 h 3065"/>
                  <a:gd name="T10" fmla="*/ 0 w 1136"/>
                  <a:gd name="T11" fmla="*/ 0 h 3065"/>
                  <a:gd name="T12" fmla="*/ 0 w 1136"/>
                  <a:gd name="T13" fmla="*/ 0 h 3065"/>
                  <a:gd name="T14" fmla="*/ 0 w 1136"/>
                  <a:gd name="T15" fmla="*/ 0 h 3065"/>
                  <a:gd name="T16" fmla="*/ 0 w 1136"/>
                  <a:gd name="T17" fmla="*/ 0 h 3065"/>
                  <a:gd name="T18" fmla="*/ 0 w 1136"/>
                  <a:gd name="T19" fmla="*/ 0 h 3065"/>
                  <a:gd name="T20" fmla="*/ 0 w 1136"/>
                  <a:gd name="T21" fmla="*/ 0 h 3065"/>
                  <a:gd name="T22" fmla="*/ 0 w 1136"/>
                  <a:gd name="T23" fmla="*/ 0 h 3065"/>
                  <a:gd name="T24" fmla="*/ 0 w 1136"/>
                  <a:gd name="T25" fmla="*/ 0 h 3065"/>
                  <a:gd name="T26" fmla="*/ 0 w 1136"/>
                  <a:gd name="T27" fmla="*/ 0 h 3065"/>
                  <a:gd name="T28" fmla="*/ 0 w 1136"/>
                  <a:gd name="T29" fmla="*/ 0 h 3065"/>
                  <a:gd name="T30" fmla="*/ 0 w 1136"/>
                  <a:gd name="T31" fmla="*/ 0 h 3065"/>
                  <a:gd name="T32" fmla="*/ 0 w 1136"/>
                  <a:gd name="T33" fmla="*/ 0 h 3065"/>
                  <a:gd name="T34" fmla="*/ 0 w 1136"/>
                  <a:gd name="T35" fmla="*/ 0 h 30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36"/>
                  <a:gd name="T55" fmla="*/ 0 h 3065"/>
                  <a:gd name="T56" fmla="*/ 1136 w 1136"/>
                  <a:gd name="T57" fmla="*/ 3065 h 30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36" h="3065">
                    <a:moveTo>
                      <a:pt x="1063" y="0"/>
                    </a:moveTo>
                    <a:lnTo>
                      <a:pt x="1136" y="102"/>
                    </a:lnTo>
                    <a:lnTo>
                      <a:pt x="1044" y="516"/>
                    </a:lnTo>
                    <a:lnTo>
                      <a:pt x="710" y="1153"/>
                    </a:lnTo>
                    <a:lnTo>
                      <a:pt x="629" y="1377"/>
                    </a:lnTo>
                    <a:lnTo>
                      <a:pt x="560" y="1644"/>
                    </a:lnTo>
                    <a:lnTo>
                      <a:pt x="525" y="1868"/>
                    </a:lnTo>
                    <a:lnTo>
                      <a:pt x="537" y="2091"/>
                    </a:lnTo>
                    <a:lnTo>
                      <a:pt x="571" y="2370"/>
                    </a:lnTo>
                    <a:lnTo>
                      <a:pt x="629" y="2829"/>
                    </a:lnTo>
                    <a:lnTo>
                      <a:pt x="177" y="3065"/>
                    </a:lnTo>
                    <a:lnTo>
                      <a:pt x="122" y="2404"/>
                    </a:lnTo>
                    <a:lnTo>
                      <a:pt x="134" y="1935"/>
                    </a:lnTo>
                    <a:lnTo>
                      <a:pt x="177" y="1676"/>
                    </a:lnTo>
                    <a:lnTo>
                      <a:pt x="210" y="1443"/>
                    </a:lnTo>
                    <a:lnTo>
                      <a:pt x="0" y="715"/>
                    </a:lnTo>
                    <a:lnTo>
                      <a:pt x="617" y="138"/>
                    </a:lnTo>
                    <a:lnTo>
                      <a:pt x="1063" y="0"/>
                    </a:lnTo>
                    <a:close/>
                  </a:path>
                </a:pathLst>
              </a:custGeom>
              <a:solidFill>
                <a:srgbClr val="FFFFFF"/>
              </a:solidFill>
              <a:ln w="9525">
                <a:noFill/>
                <a:round/>
                <a:headEnd/>
                <a:tailEnd/>
              </a:ln>
            </p:spPr>
            <p:txBody>
              <a:bodyPr/>
              <a:lstStyle/>
              <a:p>
                <a:pPr algn="ctr"/>
                <a:endParaRPr lang="pt-BR" sz="2400"/>
              </a:p>
            </p:txBody>
          </p:sp>
          <p:sp>
            <p:nvSpPr>
              <p:cNvPr id="548" name="Freeform 166"/>
              <p:cNvSpPr>
                <a:spLocks/>
              </p:cNvSpPr>
              <p:nvPr/>
            </p:nvSpPr>
            <p:spPr bwMode="auto">
              <a:xfrm>
                <a:off x="4193" y="805"/>
                <a:ext cx="224" cy="242"/>
              </a:xfrm>
              <a:custGeom>
                <a:avLst/>
                <a:gdLst>
                  <a:gd name="T0" fmla="*/ 0 w 1786"/>
                  <a:gd name="T1" fmla="*/ 0 h 1939"/>
                  <a:gd name="T2" fmla="*/ 0 w 1786"/>
                  <a:gd name="T3" fmla="*/ 0 h 1939"/>
                  <a:gd name="T4" fmla="*/ 0 w 1786"/>
                  <a:gd name="T5" fmla="*/ 0 h 1939"/>
                  <a:gd name="T6" fmla="*/ 0 w 1786"/>
                  <a:gd name="T7" fmla="*/ 0 h 1939"/>
                  <a:gd name="T8" fmla="*/ 0 w 1786"/>
                  <a:gd name="T9" fmla="*/ 0 h 1939"/>
                  <a:gd name="T10" fmla="*/ 0 w 1786"/>
                  <a:gd name="T11" fmla="*/ 0 h 1939"/>
                  <a:gd name="T12" fmla="*/ 0 w 1786"/>
                  <a:gd name="T13" fmla="*/ 0 h 1939"/>
                  <a:gd name="T14" fmla="*/ 0 w 1786"/>
                  <a:gd name="T15" fmla="*/ 0 h 1939"/>
                  <a:gd name="T16" fmla="*/ 0 w 1786"/>
                  <a:gd name="T17" fmla="*/ 0 h 1939"/>
                  <a:gd name="T18" fmla="*/ 0 w 1786"/>
                  <a:gd name="T19" fmla="*/ 0 h 1939"/>
                  <a:gd name="T20" fmla="*/ 0 w 1786"/>
                  <a:gd name="T21" fmla="*/ 0 h 1939"/>
                  <a:gd name="T22" fmla="*/ 0 w 1786"/>
                  <a:gd name="T23" fmla="*/ 0 h 1939"/>
                  <a:gd name="T24" fmla="*/ 0 w 1786"/>
                  <a:gd name="T25" fmla="*/ 0 h 1939"/>
                  <a:gd name="T26" fmla="*/ 0 w 1786"/>
                  <a:gd name="T27" fmla="*/ 0 h 1939"/>
                  <a:gd name="T28" fmla="*/ 0 w 1786"/>
                  <a:gd name="T29" fmla="*/ 0 h 1939"/>
                  <a:gd name="T30" fmla="*/ 0 w 1786"/>
                  <a:gd name="T31" fmla="*/ 0 h 1939"/>
                  <a:gd name="T32" fmla="*/ 0 w 1786"/>
                  <a:gd name="T33" fmla="*/ 0 h 1939"/>
                  <a:gd name="T34" fmla="*/ 0 w 1786"/>
                  <a:gd name="T35" fmla="*/ 0 h 1939"/>
                  <a:gd name="T36" fmla="*/ 0 w 1786"/>
                  <a:gd name="T37" fmla="*/ 0 h 1939"/>
                  <a:gd name="T38" fmla="*/ 0 w 1786"/>
                  <a:gd name="T39" fmla="*/ 0 h 1939"/>
                  <a:gd name="T40" fmla="*/ 0 w 1786"/>
                  <a:gd name="T41" fmla="*/ 0 h 1939"/>
                  <a:gd name="T42" fmla="*/ 0 w 1786"/>
                  <a:gd name="T43" fmla="*/ 0 h 1939"/>
                  <a:gd name="T44" fmla="*/ 0 w 1786"/>
                  <a:gd name="T45" fmla="*/ 0 h 1939"/>
                  <a:gd name="T46" fmla="*/ 0 w 1786"/>
                  <a:gd name="T47" fmla="*/ 0 h 1939"/>
                  <a:gd name="T48" fmla="*/ 0 w 1786"/>
                  <a:gd name="T49" fmla="*/ 0 h 1939"/>
                  <a:gd name="T50" fmla="*/ 0 w 1786"/>
                  <a:gd name="T51" fmla="*/ 0 h 1939"/>
                  <a:gd name="T52" fmla="*/ 0 w 1786"/>
                  <a:gd name="T53" fmla="*/ 0 h 1939"/>
                  <a:gd name="T54" fmla="*/ 0 w 1786"/>
                  <a:gd name="T55" fmla="*/ 0 h 1939"/>
                  <a:gd name="T56" fmla="*/ 0 w 1786"/>
                  <a:gd name="T57" fmla="*/ 0 h 1939"/>
                  <a:gd name="T58" fmla="*/ 0 w 1786"/>
                  <a:gd name="T59" fmla="*/ 0 h 1939"/>
                  <a:gd name="T60" fmla="*/ 0 w 1786"/>
                  <a:gd name="T61" fmla="*/ 0 h 193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86"/>
                  <a:gd name="T94" fmla="*/ 0 h 1939"/>
                  <a:gd name="T95" fmla="*/ 1786 w 1786"/>
                  <a:gd name="T96" fmla="*/ 1939 h 193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86" h="1939">
                    <a:moveTo>
                      <a:pt x="68" y="136"/>
                    </a:moveTo>
                    <a:lnTo>
                      <a:pt x="0" y="741"/>
                    </a:lnTo>
                    <a:lnTo>
                      <a:pt x="68" y="899"/>
                    </a:lnTo>
                    <a:lnTo>
                      <a:pt x="68" y="960"/>
                    </a:lnTo>
                    <a:lnTo>
                      <a:pt x="68" y="1066"/>
                    </a:lnTo>
                    <a:lnTo>
                      <a:pt x="43" y="1165"/>
                    </a:lnTo>
                    <a:lnTo>
                      <a:pt x="87" y="1287"/>
                    </a:lnTo>
                    <a:lnTo>
                      <a:pt x="202" y="1432"/>
                    </a:lnTo>
                    <a:lnTo>
                      <a:pt x="244" y="1512"/>
                    </a:lnTo>
                    <a:lnTo>
                      <a:pt x="327" y="1655"/>
                    </a:lnTo>
                    <a:lnTo>
                      <a:pt x="391" y="1884"/>
                    </a:lnTo>
                    <a:lnTo>
                      <a:pt x="448" y="1939"/>
                    </a:lnTo>
                    <a:lnTo>
                      <a:pt x="596" y="1939"/>
                    </a:lnTo>
                    <a:lnTo>
                      <a:pt x="833" y="1900"/>
                    </a:lnTo>
                    <a:lnTo>
                      <a:pt x="991" y="1866"/>
                    </a:lnTo>
                    <a:lnTo>
                      <a:pt x="1178" y="1923"/>
                    </a:lnTo>
                    <a:lnTo>
                      <a:pt x="1311" y="1859"/>
                    </a:lnTo>
                    <a:lnTo>
                      <a:pt x="1448" y="1701"/>
                    </a:lnTo>
                    <a:lnTo>
                      <a:pt x="1639" y="1512"/>
                    </a:lnTo>
                    <a:lnTo>
                      <a:pt x="1696" y="1398"/>
                    </a:lnTo>
                    <a:lnTo>
                      <a:pt x="1728" y="1277"/>
                    </a:lnTo>
                    <a:lnTo>
                      <a:pt x="1719" y="1121"/>
                    </a:lnTo>
                    <a:lnTo>
                      <a:pt x="1705" y="918"/>
                    </a:lnTo>
                    <a:lnTo>
                      <a:pt x="1749" y="828"/>
                    </a:lnTo>
                    <a:lnTo>
                      <a:pt x="1786" y="639"/>
                    </a:lnTo>
                    <a:lnTo>
                      <a:pt x="1774" y="563"/>
                    </a:lnTo>
                    <a:lnTo>
                      <a:pt x="1719" y="517"/>
                    </a:lnTo>
                    <a:lnTo>
                      <a:pt x="741" y="0"/>
                    </a:lnTo>
                    <a:lnTo>
                      <a:pt x="573" y="0"/>
                    </a:lnTo>
                    <a:lnTo>
                      <a:pt x="169" y="123"/>
                    </a:lnTo>
                    <a:lnTo>
                      <a:pt x="68" y="136"/>
                    </a:lnTo>
                    <a:close/>
                  </a:path>
                </a:pathLst>
              </a:custGeom>
              <a:solidFill>
                <a:srgbClr val="FFC98E"/>
              </a:solidFill>
              <a:ln w="9525">
                <a:noFill/>
                <a:round/>
                <a:headEnd/>
                <a:tailEnd/>
              </a:ln>
            </p:spPr>
            <p:txBody>
              <a:bodyPr/>
              <a:lstStyle/>
              <a:p>
                <a:pPr algn="ctr"/>
                <a:endParaRPr lang="pt-BR" sz="2400"/>
              </a:p>
            </p:txBody>
          </p:sp>
          <p:sp>
            <p:nvSpPr>
              <p:cNvPr id="549" name="Freeform 167"/>
              <p:cNvSpPr>
                <a:spLocks/>
              </p:cNvSpPr>
              <p:nvPr/>
            </p:nvSpPr>
            <p:spPr bwMode="auto">
              <a:xfrm>
                <a:off x="4295" y="1068"/>
                <a:ext cx="61" cy="267"/>
              </a:xfrm>
              <a:custGeom>
                <a:avLst/>
                <a:gdLst>
                  <a:gd name="T0" fmla="*/ 0 w 495"/>
                  <a:gd name="T1" fmla="*/ 0 h 2134"/>
                  <a:gd name="T2" fmla="*/ 0 w 495"/>
                  <a:gd name="T3" fmla="*/ 0 h 2134"/>
                  <a:gd name="T4" fmla="*/ 0 w 495"/>
                  <a:gd name="T5" fmla="*/ 0 h 2134"/>
                  <a:gd name="T6" fmla="*/ 0 w 495"/>
                  <a:gd name="T7" fmla="*/ 0 h 2134"/>
                  <a:gd name="T8" fmla="*/ 0 w 495"/>
                  <a:gd name="T9" fmla="*/ 0 h 2134"/>
                  <a:gd name="T10" fmla="*/ 0 w 495"/>
                  <a:gd name="T11" fmla="*/ 0 h 2134"/>
                  <a:gd name="T12" fmla="*/ 0 w 495"/>
                  <a:gd name="T13" fmla="*/ 0 h 2134"/>
                  <a:gd name="T14" fmla="*/ 0 w 495"/>
                  <a:gd name="T15" fmla="*/ 0 h 2134"/>
                  <a:gd name="T16" fmla="*/ 0 w 495"/>
                  <a:gd name="T17" fmla="*/ 0 h 2134"/>
                  <a:gd name="T18" fmla="*/ 0 w 495"/>
                  <a:gd name="T19" fmla="*/ 0 h 2134"/>
                  <a:gd name="T20" fmla="*/ 0 w 495"/>
                  <a:gd name="T21" fmla="*/ 0 h 2134"/>
                  <a:gd name="T22" fmla="*/ 0 w 495"/>
                  <a:gd name="T23" fmla="*/ 0 h 2134"/>
                  <a:gd name="T24" fmla="*/ 0 w 495"/>
                  <a:gd name="T25" fmla="*/ 0 h 2134"/>
                  <a:gd name="T26" fmla="*/ 0 w 495"/>
                  <a:gd name="T27" fmla="*/ 0 h 2134"/>
                  <a:gd name="T28" fmla="*/ 0 w 495"/>
                  <a:gd name="T29" fmla="*/ 0 h 2134"/>
                  <a:gd name="T30" fmla="*/ 0 w 495"/>
                  <a:gd name="T31" fmla="*/ 0 h 2134"/>
                  <a:gd name="T32" fmla="*/ 0 w 495"/>
                  <a:gd name="T33" fmla="*/ 0 h 2134"/>
                  <a:gd name="T34" fmla="*/ 0 w 495"/>
                  <a:gd name="T35" fmla="*/ 0 h 2134"/>
                  <a:gd name="T36" fmla="*/ 0 w 495"/>
                  <a:gd name="T37" fmla="*/ 0 h 213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95"/>
                  <a:gd name="T58" fmla="*/ 0 h 2134"/>
                  <a:gd name="T59" fmla="*/ 495 w 495"/>
                  <a:gd name="T60" fmla="*/ 2134 h 213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95" h="2134">
                    <a:moveTo>
                      <a:pt x="221" y="0"/>
                    </a:moveTo>
                    <a:lnTo>
                      <a:pt x="158" y="99"/>
                    </a:lnTo>
                    <a:lnTo>
                      <a:pt x="133" y="224"/>
                    </a:lnTo>
                    <a:lnTo>
                      <a:pt x="133" y="325"/>
                    </a:lnTo>
                    <a:lnTo>
                      <a:pt x="142" y="389"/>
                    </a:lnTo>
                    <a:lnTo>
                      <a:pt x="68" y="602"/>
                    </a:lnTo>
                    <a:lnTo>
                      <a:pt x="24" y="795"/>
                    </a:lnTo>
                    <a:lnTo>
                      <a:pt x="0" y="1127"/>
                    </a:lnTo>
                    <a:lnTo>
                      <a:pt x="0" y="1418"/>
                    </a:lnTo>
                    <a:lnTo>
                      <a:pt x="11" y="1699"/>
                    </a:lnTo>
                    <a:lnTo>
                      <a:pt x="68" y="2134"/>
                    </a:lnTo>
                    <a:lnTo>
                      <a:pt x="495" y="1911"/>
                    </a:lnTo>
                    <a:lnTo>
                      <a:pt x="426" y="1409"/>
                    </a:lnTo>
                    <a:lnTo>
                      <a:pt x="403" y="1072"/>
                    </a:lnTo>
                    <a:lnTo>
                      <a:pt x="369" y="682"/>
                    </a:lnTo>
                    <a:lnTo>
                      <a:pt x="357" y="512"/>
                    </a:lnTo>
                    <a:lnTo>
                      <a:pt x="313" y="350"/>
                    </a:lnTo>
                    <a:lnTo>
                      <a:pt x="235" y="124"/>
                    </a:lnTo>
                    <a:lnTo>
                      <a:pt x="221" y="0"/>
                    </a:lnTo>
                    <a:close/>
                  </a:path>
                </a:pathLst>
              </a:custGeom>
              <a:solidFill>
                <a:srgbClr val="FFEA00"/>
              </a:solidFill>
              <a:ln w="9525">
                <a:noFill/>
                <a:round/>
                <a:headEnd/>
                <a:tailEnd/>
              </a:ln>
            </p:spPr>
            <p:txBody>
              <a:bodyPr/>
              <a:lstStyle/>
              <a:p>
                <a:pPr algn="ctr"/>
                <a:endParaRPr lang="pt-BR" sz="2400"/>
              </a:p>
            </p:txBody>
          </p:sp>
          <p:sp>
            <p:nvSpPr>
              <p:cNvPr id="550" name="Freeform 168"/>
              <p:cNvSpPr>
                <a:spLocks/>
              </p:cNvSpPr>
              <p:nvPr/>
            </p:nvSpPr>
            <p:spPr bwMode="auto">
              <a:xfrm>
                <a:off x="4233" y="991"/>
                <a:ext cx="40" cy="14"/>
              </a:xfrm>
              <a:custGeom>
                <a:avLst/>
                <a:gdLst>
                  <a:gd name="T0" fmla="*/ 0 w 316"/>
                  <a:gd name="T1" fmla="*/ 0 h 112"/>
                  <a:gd name="T2" fmla="*/ 0 w 316"/>
                  <a:gd name="T3" fmla="*/ 0 h 112"/>
                  <a:gd name="T4" fmla="*/ 0 w 316"/>
                  <a:gd name="T5" fmla="*/ 0 h 112"/>
                  <a:gd name="T6" fmla="*/ 0 w 316"/>
                  <a:gd name="T7" fmla="*/ 0 h 112"/>
                  <a:gd name="T8" fmla="*/ 0 w 316"/>
                  <a:gd name="T9" fmla="*/ 0 h 112"/>
                  <a:gd name="T10" fmla="*/ 0 w 316"/>
                  <a:gd name="T11" fmla="*/ 0 h 112"/>
                  <a:gd name="T12" fmla="*/ 0 w 316"/>
                  <a:gd name="T13" fmla="*/ 0 h 112"/>
                  <a:gd name="T14" fmla="*/ 0 w 316"/>
                  <a:gd name="T15" fmla="*/ 0 h 112"/>
                  <a:gd name="T16" fmla="*/ 0 60000 65536"/>
                  <a:gd name="T17" fmla="*/ 0 60000 65536"/>
                  <a:gd name="T18" fmla="*/ 0 60000 65536"/>
                  <a:gd name="T19" fmla="*/ 0 60000 65536"/>
                  <a:gd name="T20" fmla="*/ 0 60000 65536"/>
                  <a:gd name="T21" fmla="*/ 0 60000 65536"/>
                  <a:gd name="T22" fmla="*/ 0 60000 65536"/>
                  <a:gd name="T23" fmla="*/ 0 60000 65536"/>
                  <a:gd name="T24" fmla="*/ 0 w 316"/>
                  <a:gd name="T25" fmla="*/ 0 h 112"/>
                  <a:gd name="T26" fmla="*/ 316 w 316"/>
                  <a:gd name="T27" fmla="*/ 112 h 1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6" h="112">
                    <a:moveTo>
                      <a:pt x="0" y="24"/>
                    </a:moveTo>
                    <a:lnTo>
                      <a:pt x="50" y="24"/>
                    </a:lnTo>
                    <a:lnTo>
                      <a:pt x="113" y="13"/>
                    </a:lnTo>
                    <a:lnTo>
                      <a:pt x="316" y="0"/>
                    </a:lnTo>
                    <a:lnTo>
                      <a:pt x="305" y="43"/>
                    </a:lnTo>
                    <a:lnTo>
                      <a:pt x="184" y="112"/>
                    </a:lnTo>
                    <a:lnTo>
                      <a:pt x="61" y="112"/>
                    </a:lnTo>
                    <a:lnTo>
                      <a:pt x="0" y="24"/>
                    </a:lnTo>
                    <a:close/>
                  </a:path>
                </a:pathLst>
              </a:custGeom>
              <a:solidFill>
                <a:srgbClr val="FFFFFF"/>
              </a:solidFill>
              <a:ln w="9525">
                <a:noFill/>
                <a:round/>
                <a:headEnd/>
                <a:tailEnd/>
              </a:ln>
            </p:spPr>
            <p:txBody>
              <a:bodyPr/>
              <a:lstStyle/>
              <a:p>
                <a:pPr algn="ctr"/>
                <a:endParaRPr lang="pt-BR" sz="2400"/>
              </a:p>
            </p:txBody>
          </p:sp>
          <p:sp>
            <p:nvSpPr>
              <p:cNvPr id="551" name="Freeform 169"/>
              <p:cNvSpPr>
                <a:spLocks/>
              </p:cNvSpPr>
              <p:nvPr/>
            </p:nvSpPr>
            <p:spPr bwMode="auto">
              <a:xfrm>
                <a:off x="3706" y="941"/>
                <a:ext cx="480" cy="416"/>
              </a:xfrm>
              <a:custGeom>
                <a:avLst/>
                <a:gdLst>
                  <a:gd name="T0" fmla="*/ 0 w 3840"/>
                  <a:gd name="T1" fmla="*/ 0 h 3333"/>
                  <a:gd name="T2" fmla="*/ 0 w 3840"/>
                  <a:gd name="T3" fmla="*/ 0 h 3333"/>
                  <a:gd name="T4" fmla="*/ 0 w 3840"/>
                  <a:gd name="T5" fmla="*/ 0 h 3333"/>
                  <a:gd name="T6" fmla="*/ 0 w 3840"/>
                  <a:gd name="T7" fmla="*/ 0 h 3333"/>
                  <a:gd name="T8" fmla="*/ 0 w 3840"/>
                  <a:gd name="T9" fmla="*/ 0 h 3333"/>
                  <a:gd name="T10" fmla="*/ 0 w 3840"/>
                  <a:gd name="T11" fmla="*/ 0 h 3333"/>
                  <a:gd name="T12" fmla="*/ 0 w 3840"/>
                  <a:gd name="T13" fmla="*/ 0 h 3333"/>
                  <a:gd name="T14" fmla="*/ 0 w 3840"/>
                  <a:gd name="T15" fmla="*/ 0 h 3333"/>
                  <a:gd name="T16" fmla="*/ 0 w 3840"/>
                  <a:gd name="T17" fmla="*/ 0 h 3333"/>
                  <a:gd name="T18" fmla="*/ 0 w 3840"/>
                  <a:gd name="T19" fmla="*/ 0 h 3333"/>
                  <a:gd name="T20" fmla="*/ 0 w 3840"/>
                  <a:gd name="T21" fmla="*/ 0 h 3333"/>
                  <a:gd name="T22" fmla="*/ 0 w 3840"/>
                  <a:gd name="T23" fmla="*/ 0 h 3333"/>
                  <a:gd name="T24" fmla="*/ 0 w 3840"/>
                  <a:gd name="T25" fmla="*/ 0 h 3333"/>
                  <a:gd name="T26" fmla="*/ 0 w 3840"/>
                  <a:gd name="T27" fmla="*/ 0 h 3333"/>
                  <a:gd name="T28" fmla="*/ 0 w 3840"/>
                  <a:gd name="T29" fmla="*/ 0 h 3333"/>
                  <a:gd name="T30" fmla="*/ 0 w 3840"/>
                  <a:gd name="T31" fmla="*/ 0 h 3333"/>
                  <a:gd name="T32" fmla="*/ 0 w 3840"/>
                  <a:gd name="T33" fmla="*/ 0 h 3333"/>
                  <a:gd name="T34" fmla="*/ 0 w 3840"/>
                  <a:gd name="T35" fmla="*/ 0 h 3333"/>
                  <a:gd name="T36" fmla="*/ 0 w 3840"/>
                  <a:gd name="T37" fmla="*/ 0 h 3333"/>
                  <a:gd name="T38" fmla="*/ 0 w 3840"/>
                  <a:gd name="T39" fmla="*/ 0 h 3333"/>
                  <a:gd name="T40" fmla="*/ 0 w 3840"/>
                  <a:gd name="T41" fmla="*/ 0 h 3333"/>
                  <a:gd name="T42" fmla="*/ 0 w 3840"/>
                  <a:gd name="T43" fmla="*/ 0 h 3333"/>
                  <a:gd name="T44" fmla="*/ 0 w 3840"/>
                  <a:gd name="T45" fmla="*/ 0 h 3333"/>
                  <a:gd name="T46" fmla="*/ 0 w 3840"/>
                  <a:gd name="T47" fmla="*/ 0 h 333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40"/>
                  <a:gd name="T73" fmla="*/ 0 h 3333"/>
                  <a:gd name="T74" fmla="*/ 3840 w 3840"/>
                  <a:gd name="T75" fmla="*/ 3333 h 333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40" h="3333">
                    <a:moveTo>
                      <a:pt x="3670" y="3333"/>
                    </a:moveTo>
                    <a:lnTo>
                      <a:pt x="3840" y="1946"/>
                    </a:lnTo>
                    <a:lnTo>
                      <a:pt x="3785" y="1118"/>
                    </a:lnTo>
                    <a:lnTo>
                      <a:pt x="3659" y="707"/>
                    </a:lnTo>
                    <a:lnTo>
                      <a:pt x="3635" y="463"/>
                    </a:lnTo>
                    <a:lnTo>
                      <a:pt x="3197" y="300"/>
                    </a:lnTo>
                    <a:lnTo>
                      <a:pt x="2674" y="168"/>
                    </a:lnTo>
                    <a:lnTo>
                      <a:pt x="2358" y="0"/>
                    </a:lnTo>
                    <a:lnTo>
                      <a:pt x="1281" y="159"/>
                    </a:lnTo>
                    <a:lnTo>
                      <a:pt x="938" y="300"/>
                    </a:lnTo>
                    <a:lnTo>
                      <a:pt x="581" y="391"/>
                    </a:lnTo>
                    <a:lnTo>
                      <a:pt x="558" y="463"/>
                    </a:lnTo>
                    <a:lnTo>
                      <a:pt x="581" y="816"/>
                    </a:lnTo>
                    <a:lnTo>
                      <a:pt x="539" y="1019"/>
                    </a:lnTo>
                    <a:lnTo>
                      <a:pt x="516" y="1164"/>
                    </a:lnTo>
                    <a:lnTo>
                      <a:pt x="539" y="1261"/>
                    </a:lnTo>
                    <a:lnTo>
                      <a:pt x="581" y="1355"/>
                    </a:lnTo>
                    <a:lnTo>
                      <a:pt x="525" y="1509"/>
                    </a:lnTo>
                    <a:lnTo>
                      <a:pt x="539" y="1646"/>
                    </a:lnTo>
                    <a:lnTo>
                      <a:pt x="412" y="1892"/>
                    </a:lnTo>
                    <a:lnTo>
                      <a:pt x="315" y="2146"/>
                    </a:lnTo>
                    <a:lnTo>
                      <a:pt x="189" y="2259"/>
                    </a:lnTo>
                    <a:lnTo>
                      <a:pt x="0" y="2672"/>
                    </a:lnTo>
                    <a:lnTo>
                      <a:pt x="3670" y="3333"/>
                    </a:lnTo>
                    <a:close/>
                  </a:path>
                </a:pathLst>
              </a:custGeom>
              <a:solidFill>
                <a:srgbClr val="00420C"/>
              </a:solidFill>
              <a:ln w="9525">
                <a:noFill/>
                <a:round/>
                <a:headEnd/>
                <a:tailEnd/>
              </a:ln>
            </p:spPr>
            <p:txBody>
              <a:bodyPr/>
              <a:lstStyle/>
              <a:p>
                <a:pPr algn="ctr"/>
                <a:endParaRPr lang="pt-BR" sz="2400"/>
              </a:p>
            </p:txBody>
          </p:sp>
          <p:sp>
            <p:nvSpPr>
              <p:cNvPr id="552" name="Freeform 170"/>
              <p:cNvSpPr>
                <a:spLocks/>
              </p:cNvSpPr>
              <p:nvPr/>
            </p:nvSpPr>
            <p:spPr bwMode="auto">
              <a:xfrm>
                <a:off x="3947" y="1016"/>
                <a:ext cx="358" cy="268"/>
              </a:xfrm>
              <a:custGeom>
                <a:avLst/>
                <a:gdLst>
                  <a:gd name="T0" fmla="*/ 0 w 2866"/>
                  <a:gd name="T1" fmla="*/ 0 h 2144"/>
                  <a:gd name="T2" fmla="*/ 0 w 2866"/>
                  <a:gd name="T3" fmla="*/ 0 h 2144"/>
                  <a:gd name="T4" fmla="*/ 0 w 2866"/>
                  <a:gd name="T5" fmla="*/ 0 h 2144"/>
                  <a:gd name="T6" fmla="*/ 0 w 2866"/>
                  <a:gd name="T7" fmla="*/ 0 h 2144"/>
                  <a:gd name="T8" fmla="*/ 0 w 2866"/>
                  <a:gd name="T9" fmla="*/ 0 h 2144"/>
                  <a:gd name="T10" fmla="*/ 0 w 2866"/>
                  <a:gd name="T11" fmla="*/ 0 h 2144"/>
                  <a:gd name="T12" fmla="*/ 0 w 2866"/>
                  <a:gd name="T13" fmla="*/ 0 h 2144"/>
                  <a:gd name="T14" fmla="*/ 0 w 2866"/>
                  <a:gd name="T15" fmla="*/ 0 h 2144"/>
                  <a:gd name="T16" fmla="*/ 0 w 2866"/>
                  <a:gd name="T17" fmla="*/ 0 h 2144"/>
                  <a:gd name="T18" fmla="*/ 0 w 2866"/>
                  <a:gd name="T19" fmla="*/ 0 h 2144"/>
                  <a:gd name="T20" fmla="*/ 0 w 2866"/>
                  <a:gd name="T21" fmla="*/ 0 h 2144"/>
                  <a:gd name="T22" fmla="*/ 0 w 2866"/>
                  <a:gd name="T23" fmla="*/ 0 h 2144"/>
                  <a:gd name="T24" fmla="*/ 0 w 2866"/>
                  <a:gd name="T25" fmla="*/ 0 h 2144"/>
                  <a:gd name="T26" fmla="*/ 0 w 2866"/>
                  <a:gd name="T27" fmla="*/ 0 h 2144"/>
                  <a:gd name="T28" fmla="*/ 0 w 2866"/>
                  <a:gd name="T29" fmla="*/ 0 h 2144"/>
                  <a:gd name="T30" fmla="*/ 0 w 2866"/>
                  <a:gd name="T31" fmla="*/ 0 h 2144"/>
                  <a:gd name="T32" fmla="*/ 0 w 2866"/>
                  <a:gd name="T33" fmla="*/ 0 h 2144"/>
                  <a:gd name="T34" fmla="*/ 0 w 2866"/>
                  <a:gd name="T35" fmla="*/ 0 h 2144"/>
                  <a:gd name="T36" fmla="*/ 0 w 2866"/>
                  <a:gd name="T37" fmla="*/ 0 h 2144"/>
                  <a:gd name="T38" fmla="*/ 0 w 2866"/>
                  <a:gd name="T39" fmla="*/ 0 h 2144"/>
                  <a:gd name="T40" fmla="*/ 0 w 2866"/>
                  <a:gd name="T41" fmla="*/ 0 h 2144"/>
                  <a:gd name="T42" fmla="*/ 0 w 2866"/>
                  <a:gd name="T43" fmla="*/ 0 h 2144"/>
                  <a:gd name="T44" fmla="*/ 0 w 2866"/>
                  <a:gd name="T45" fmla="*/ 0 h 2144"/>
                  <a:gd name="T46" fmla="*/ 0 w 2866"/>
                  <a:gd name="T47" fmla="*/ 0 h 2144"/>
                  <a:gd name="T48" fmla="*/ 0 w 2866"/>
                  <a:gd name="T49" fmla="*/ 0 h 21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866"/>
                  <a:gd name="T76" fmla="*/ 0 h 2144"/>
                  <a:gd name="T77" fmla="*/ 2866 w 2866"/>
                  <a:gd name="T78" fmla="*/ 2144 h 21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866" h="2144">
                    <a:moveTo>
                      <a:pt x="2704" y="222"/>
                    </a:moveTo>
                    <a:lnTo>
                      <a:pt x="2719" y="325"/>
                    </a:lnTo>
                    <a:lnTo>
                      <a:pt x="2743" y="413"/>
                    </a:lnTo>
                    <a:lnTo>
                      <a:pt x="2796" y="537"/>
                    </a:lnTo>
                    <a:lnTo>
                      <a:pt x="2820" y="678"/>
                    </a:lnTo>
                    <a:lnTo>
                      <a:pt x="2842" y="848"/>
                    </a:lnTo>
                    <a:lnTo>
                      <a:pt x="2866" y="959"/>
                    </a:lnTo>
                    <a:lnTo>
                      <a:pt x="2808" y="1151"/>
                    </a:lnTo>
                    <a:lnTo>
                      <a:pt x="2787" y="1376"/>
                    </a:lnTo>
                    <a:lnTo>
                      <a:pt x="2774" y="1609"/>
                    </a:lnTo>
                    <a:lnTo>
                      <a:pt x="2517" y="2002"/>
                    </a:lnTo>
                    <a:lnTo>
                      <a:pt x="2102" y="1756"/>
                    </a:lnTo>
                    <a:lnTo>
                      <a:pt x="47" y="2144"/>
                    </a:lnTo>
                    <a:lnTo>
                      <a:pt x="0" y="1653"/>
                    </a:lnTo>
                    <a:lnTo>
                      <a:pt x="493" y="1439"/>
                    </a:lnTo>
                    <a:lnTo>
                      <a:pt x="1462" y="971"/>
                    </a:lnTo>
                    <a:lnTo>
                      <a:pt x="1482" y="749"/>
                    </a:lnTo>
                    <a:lnTo>
                      <a:pt x="1720" y="615"/>
                    </a:lnTo>
                    <a:lnTo>
                      <a:pt x="1934" y="233"/>
                    </a:lnTo>
                    <a:lnTo>
                      <a:pt x="2066" y="101"/>
                    </a:lnTo>
                    <a:lnTo>
                      <a:pt x="2289" y="0"/>
                    </a:lnTo>
                    <a:lnTo>
                      <a:pt x="2383" y="194"/>
                    </a:lnTo>
                    <a:lnTo>
                      <a:pt x="2460" y="249"/>
                    </a:lnTo>
                    <a:lnTo>
                      <a:pt x="2651" y="249"/>
                    </a:lnTo>
                    <a:lnTo>
                      <a:pt x="2704" y="222"/>
                    </a:lnTo>
                    <a:close/>
                  </a:path>
                </a:pathLst>
              </a:custGeom>
              <a:solidFill>
                <a:srgbClr val="00235B"/>
              </a:solidFill>
              <a:ln w="9525">
                <a:noFill/>
                <a:round/>
                <a:headEnd/>
                <a:tailEnd/>
              </a:ln>
            </p:spPr>
            <p:txBody>
              <a:bodyPr/>
              <a:lstStyle/>
              <a:p>
                <a:pPr algn="ctr"/>
                <a:endParaRPr lang="pt-BR" sz="2400"/>
              </a:p>
            </p:txBody>
          </p:sp>
          <p:sp>
            <p:nvSpPr>
              <p:cNvPr id="553" name="Freeform 171"/>
              <p:cNvSpPr>
                <a:spLocks/>
              </p:cNvSpPr>
              <p:nvPr/>
            </p:nvSpPr>
            <p:spPr bwMode="auto">
              <a:xfrm>
                <a:off x="3916" y="1226"/>
                <a:ext cx="69" cy="90"/>
              </a:xfrm>
              <a:custGeom>
                <a:avLst/>
                <a:gdLst>
                  <a:gd name="T0" fmla="*/ 0 w 551"/>
                  <a:gd name="T1" fmla="*/ 0 h 726"/>
                  <a:gd name="T2" fmla="*/ 0 w 551"/>
                  <a:gd name="T3" fmla="*/ 0 h 726"/>
                  <a:gd name="T4" fmla="*/ 0 w 551"/>
                  <a:gd name="T5" fmla="*/ 0 h 726"/>
                  <a:gd name="T6" fmla="*/ 0 w 551"/>
                  <a:gd name="T7" fmla="*/ 0 h 726"/>
                  <a:gd name="T8" fmla="*/ 0 w 551"/>
                  <a:gd name="T9" fmla="*/ 0 h 726"/>
                  <a:gd name="T10" fmla="*/ 0 w 551"/>
                  <a:gd name="T11" fmla="*/ 0 h 726"/>
                  <a:gd name="T12" fmla="*/ 0 w 551"/>
                  <a:gd name="T13" fmla="*/ 0 h 726"/>
                  <a:gd name="T14" fmla="*/ 0 w 551"/>
                  <a:gd name="T15" fmla="*/ 0 h 726"/>
                  <a:gd name="T16" fmla="*/ 0 w 551"/>
                  <a:gd name="T17" fmla="*/ 0 h 726"/>
                  <a:gd name="T18" fmla="*/ 0 w 551"/>
                  <a:gd name="T19" fmla="*/ 0 h 726"/>
                  <a:gd name="T20" fmla="*/ 0 w 551"/>
                  <a:gd name="T21" fmla="*/ 0 h 7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1"/>
                  <a:gd name="T34" fmla="*/ 0 h 726"/>
                  <a:gd name="T35" fmla="*/ 551 w 551"/>
                  <a:gd name="T36" fmla="*/ 726 h 7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1" h="726">
                    <a:moveTo>
                      <a:pt x="261" y="0"/>
                    </a:moveTo>
                    <a:lnTo>
                      <a:pt x="0" y="82"/>
                    </a:lnTo>
                    <a:lnTo>
                      <a:pt x="283" y="726"/>
                    </a:lnTo>
                    <a:lnTo>
                      <a:pt x="459" y="717"/>
                    </a:lnTo>
                    <a:lnTo>
                      <a:pt x="517" y="671"/>
                    </a:lnTo>
                    <a:lnTo>
                      <a:pt x="551" y="560"/>
                    </a:lnTo>
                    <a:lnTo>
                      <a:pt x="551" y="380"/>
                    </a:lnTo>
                    <a:lnTo>
                      <a:pt x="517" y="225"/>
                    </a:lnTo>
                    <a:lnTo>
                      <a:pt x="448" y="104"/>
                    </a:lnTo>
                    <a:lnTo>
                      <a:pt x="369" y="37"/>
                    </a:lnTo>
                    <a:lnTo>
                      <a:pt x="261" y="0"/>
                    </a:lnTo>
                    <a:close/>
                  </a:path>
                </a:pathLst>
              </a:custGeom>
              <a:solidFill>
                <a:srgbClr val="FFFFFF"/>
              </a:solidFill>
              <a:ln w="9525">
                <a:noFill/>
                <a:round/>
                <a:headEnd/>
                <a:tailEnd/>
              </a:ln>
            </p:spPr>
            <p:txBody>
              <a:bodyPr/>
              <a:lstStyle/>
              <a:p>
                <a:pPr algn="ctr"/>
                <a:endParaRPr lang="pt-BR" sz="2400"/>
              </a:p>
            </p:txBody>
          </p:sp>
          <p:sp>
            <p:nvSpPr>
              <p:cNvPr id="554" name="Freeform 172"/>
              <p:cNvSpPr>
                <a:spLocks/>
              </p:cNvSpPr>
              <p:nvPr/>
            </p:nvSpPr>
            <p:spPr bwMode="auto">
              <a:xfrm>
                <a:off x="3777" y="1239"/>
                <a:ext cx="175" cy="129"/>
              </a:xfrm>
              <a:custGeom>
                <a:avLst/>
                <a:gdLst>
                  <a:gd name="T0" fmla="*/ 0 w 1395"/>
                  <a:gd name="T1" fmla="*/ 0 h 1031"/>
                  <a:gd name="T2" fmla="*/ 0 w 1395"/>
                  <a:gd name="T3" fmla="*/ 0 h 1031"/>
                  <a:gd name="T4" fmla="*/ 0 w 1395"/>
                  <a:gd name="T5" fmla="*/ 0 h 1031"/>
                  <a:gd name="T6" fmla="*/ 0 w 1395"/>
                  <a:gd name="T7" fmla="*/ 0 h 1031"/>
                  <a:gd name="T8" fmla="*/ 0 w 1395"/>
                  <a:gd name="T9" fmla="*/ 0 h 1031"/>
                  <a:gd name="T10" fmla="*/ 0 w 1395"/>
                  <a:gd name="T11" fmla="*/ 0 h 1031"/>
                  <a:gd name="T12" fmla="*/ 0 w 1395"/>
                  <a:gd name="T13" fmla="*/ 0 h 1031"/>
                  <a:gd name="T14" fmla="*/ 0 w 1395"/>
                  <a:gd name="T15" fmla="*/ 0 h 1031"/>
                  <a:gd name="T16" fmla="*/ 0 w 1395"/>
                  <a:gd name="T17" fmla="*/ 0 h 1031"/>
                  <a:gd name="T18" fmla="*/ 0 w 1395"/>
                  <a:gd name="T19" fmla="*/ 0 h 1031"/>
                  <a:gd name="T20" fmla="*/ 0 w 1395"/>
                  <a:gd name="T21" fmla="*/ 0 h 1031"/>
                  <a:gd name="T22" fmla="*/ 0 w 1395"/>
                  <a:gd name="T23" fmla="*/ 0 h 1031"/>
                  <a:gd name="T24" fmla="*/ 0 w 1395"/>
                  <a:gd name="T25" fmla="*/ 0 h 1031"/>
                  <a:gd name="T26" fmla="*/ 0 w 1395"/>
                  <a:gd name="T27" fmla="*/ 0 h 1031"/>
                  <a:gd name="T28" fmla="*/ 0 w 1395"/>
                  <a:gd name="T29" fmla="*/ 0 h 1031"/>
                  <a:gd name="T30" fmla="*/ 0 w 1395"/>
                  <a:gd name="T31" fmla="*/ 0 h 1031"/>
                  <a:gd name="T32" fmla="*/ 0 w 1395"/>
                  <a:gd name="T33" fmla="*/ 0 h 1031"/>
                  <a:gd name="T34" fmla="*/ 0 w 1395"/>
                  <a:gd name="T35" fmla="*/ 0 h 1031"/>
                  <a:gd name="T36" fmla="*/ 0 w 1395"/>
                  <a:gd name="T37" fmla="*/ 0 h 1031"/>
                  <a:gd name="T38" fmla="*/ 0 w 1395"/>
                  <a:gd name="T39" fmla="*/ 0 h 1031"/>
                  <a:gd name="T40" fmla="*/ 0 w 1395"/>
                  <a:gd name="T41" fmla="*/ 0 h 1031"/>
                  <a:gd name="T42" fmla="*/ 0 w 1395"/>
                  <a:gd name="T43" fmla="*/ 0 h 1031"/>
                  <a:gd name="T44" fmla="*/ 0 w 1395"/>
                  <a:gd name="T45" fmla="*/ 0 h 1031"/>
                  <a:gd name="T46" fmla="*/ 0 w 1395"/>
                  <a:gd name="T47" fmla="*/ 0 h 1031"/>
                  <a:gd name="T48" fmla="*/ 0 w 1395"/>
                  <a:gd name="T49" fmla="*/ 0 h 1031"/>
                  <a:gd name="T50" fmla="*/ 0 w 1395"/>
                  <a:gd name="T51" fmla="*/ 0 h 1031"/>
                  <a:gd name="T52" fmla="*/ 0 w 1395"/>
                  <a:gd name="T53" fmla="*/ 0 h 1031"/>
                  <a:gd name="T54" fmla="*/ 0 w 1395"/>
                  <a:gd name="T55" fmla="*/ 0 h 1031"/>
                  <a:gd name="T56" fmla="*/ 0 w 1395"/>
                  <a:gd name="T57" fmla="*/ 0 h 103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95"/>
                  <a:gd name="T88" fmla="*/ 0 h 1031"/>
                  <a:gd name="T89" fmla="*/ 1395 w 1395"/>
                  <a:gd name="T90" fmla="*/ 1031 h 103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95" h="1031">
                    <a:moveTo>
                      <a:pt x="57" y="662"/>
                    </a:moveTo>
                    <a:lnTo>
                      <a:pt x="0" y="295"/>
                    </a:lnTo>
                    <a:lnTo>
                      <a:pt x="514" y="115"/>
                    </a:lnTo>
                    <a:lnTo>
                      <a:pt x="1032" y="0"/>
                    </a:lnTo>
                    <a:lnTo>
                      <a:pt x="1147" y="16"/>
                    </a:lnTo>
                    <a:lnTo>
                      <a:pt x="1267" y="81"/>
                    </a:lnTo>
                    <a:lnTo>
                      <a:pt x="1347" y="203"/>
                    </a:lnTo>
                    <a:lnTo>
                      <a:pt x="1395" y="339"/>
                    </a:lnTo>
                    <a:lnTo>
                      <a:pt x="1380" y="385"/>
                    </a:lnTo>
                    <a:lnTo>
                      <a:pt x="1256" y="450"/>
                    </a:lnTo>
                    <a:lnTo>
                      <a:pt x="1156" y="632"/>
                    </a:lnTo>
                    <a:lnTo>
                      <a:pt x="1147" y="692"/>
                    </a:lnTo>
                    <a:lnTo>
                      <a:pt x="751" y="918"/>
                    </a:lnTo>
                    <a:lnTo>
                      <a:pt x="751" y="853"/>
                    </a:lnTo>
                    <a:lnTo>
                      <a:pt x="786" y="706"/>
                    </a:lnTo>
                    <a:lnTo>
                      <a:pt x="931" y="607"/>
                    </a:lnTo>
                    <a:lnTo>
                      <a:pt x="905" y="506"/>
                    </a:lnTo>
                    <a:lnTo>
                      <a:pt x="631" y="462"/>
                    </a:lnTo>
                    <a:lnTo>
                      <a:pt x="525" y="616"/>
                    </a:lnTo>
                    <a:lnTo>
                      <a:pt x="415" y="776"/>
                    </a:lnTo>
                    <a:lnTo>
                      <a:pt x="316" y="875"/>
                    </a:lnTo>
                    <a:lnTo>
                      <a:pt x="209" y="976"/>
                    </a:lnTo>
                    <a:lnTo>
                      <a:pt x="136" y="1020"/>
                    </a:lnTo>
                    <a:lnTo>
                      <a:pt x="68" y="1031"/>
                    </a:lnTo>
                    <a:lnTo>
                      <a:pt x="33" y="1007"/>
                    </a:lnTo>
                    <a:lnTo>
                      <a:pt x="147" y="875"/>
                    </a:lnTo>
                    <a:lnTo>
                      <a:pt x="202" y="782"/>
                    </a:lnTo>
                    <a:lnTo>
                      <a:pt x="147" y="717"/>
                    </a:lnTo>
                    <a:lnTo>
                      <a:pt x="57" y="662"/>
                    </a:lnTo>
                    <a:close/>
                  </a:path>
                </a:pathLst>
              </a:custGeom>
              <a:solidFill>
                <a:srgbClr val="FFC98E"/>
              </a:solidFill>
              <a:ln w="9525">
                <a:noFill/>
                <a:round/>
                <a:headEnd/>
                <a:tailEnd/>
              </a:ln>
            </p:spPr>
            <p:txBody>
              <a:bodyPr/>
              <a:lstStyle/>
              <a:p>
                <a:pPr algn="ctr"/>
                <a:endParaRPr lang="pt-BR" sz="2400"/>
              </a:p>
            </p:txBody>
          </p:sp>
          <p:sp>
            <p:nvSpPr>
              <p:cNvPr id="555" name="Freeform 173"/>
              <p:cNvSpPr>
                <a:spLocks/>
              </p:cNvSpPr>
              <p:nvPr/>
            </p:nvSpPr>
            <p:spPr bwMode="auto">
              <a:xfrm>
                <a:off x="3843" y="850"/>
                <a:ext cx="148" cy="264"/>
              </a:xfrm>
              <a:custGeom>
                <a:avLst/>
                <a:gdLst>
                  <a:gd name="T0" fmla="*/ 0 w 1180"/>
                  <a:gd name="T1" fmla="*/ 0 h 2108"/>
                  <a:gd name="T2" fmla="*/ 0 w 1180"/>
                  <a:gd name="T3" fmla="*/ 0 h 2108"/>
                  <a:gd name="T4" fmla="*/ 0 w 1180"/>
                  <a:gd name="T5" fmla="*/ 0 h 2108"/>
                  <a:gd name="T6" fmla="*/ 0 w 1180"/>
                  <a:gd name="T7" fmla="*/ 0 h 2108"/>
                  <a:gd name="T8" fmla="*/ 0 w 1180"/>
                  <a:gd name="T9" fmla="*/ 0 h 2108"/>
                  <a:gd name="T10" fmla="*/ 0 w 1180"/>
                  <a:gd name="T11" fmla="*/ 0 h 2108"/>
                  <a:gd name="T12" fmla="*/ 0 w 1180"/>
                  <a:gd name="T13" fmla="*/ 0 h 2108"/>
                  <a:gd name="T14" fmla="*/ 0 w 1180"/>
                  <a:gd name="T15" fmla="*/ 0 h 2108"/>
                  <a:gd name="T16" fmla="*/ 0 w 1180"/>
                  <a:gd name="T17" fmla="*/ 0 h 2108"/>
                  <a:gd name="T18" fmla="*/ 0 w 1180"/>
                  <a:gd name="T19" fmla="*/ 0 h 2108"/>
                  <a:gd name="T20" fmla="*/ 0 w 1180"/>
                  <a:gd name="T21" fmla="*/ 0 h 2108"/>
                  <a:gd name="T22" fmla="*/ 0 w 1180"/>
                  <a:gd name="T23" fmla="*/ 0 h 2108"/>
                  <a:gd name="T24" fmla="*/ 0 w 1180"/>
                  <a:gd name="T25" fmla="*/ 0 h 2108"/>
                  <a:gd name="T26" fmla="*/ 0 w 1180"/>
                  <a:gd name="T27" fmla="*/ 0 h 2108"/>
                  <a:gd name="T28" fmla="*/ 0 w 1180"/>
                  <a:gd name="T29" fmla="*/ 0 h 2108"/>
                  <a:gd name="T30" fmla="*/ 0 w 1180"/>
                  <a:gd name="T31" fmla="*/ 0 h 2108"/>
                  <a:gd name="T32" fmla="*/ 0 w 1180"/>
                  <a:gd name="T33" fmla="*/ 0 h 210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80"/>
                  <a:gd name="T52" fmla="*/ 0 h 2108"/>
                  <a:gd name="T53" fmla="*/ 1180 w 1180"/>
                  <a:gd name="T54" fmla="*/ 2108 h 210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80" h="2108">
                    <a:moveTo>
                      <a:pt x="37" y="56"/>
                    </a:moveTo>
                    <a:lnTo>
                      <a:pt x="13" y="155"/>
                    </a:lnTo>
                    <a:lnTo>
                      <a:pt x="0" y="268"/>
                    </a:lnTo>
                    <a:lnTo>
                      <a:pt x="13" y="392"/>
                    </a:lnTo>
                    <a:lnTo>
                      <a:pt x="37" y="598"/>
                    </a:lnTo>
                    <a:lnTo>
                      <a:pt x="106" y="735"/>
                    </a:lnTo>
                    <a:lnTo>
                      <a:pt x="226" y="925"/>
                    </a:lnTo>
                    <a:lnTo>
                      <a:pt x="417" y="1160"/>
                    </a:lnTo>
                    <a:lnTo>
                      <a:pt x="542" y="1271"/>
                    </a:lnTo>
                    <a:lnTo>
                      <a:pt x="798" y="2108"/>
                    </a:lnTo>
                    <a:lnTo>
                      <a:pt x="1169" y="1451"/>
                    </a:lnTo>
                    <a:lnTo>
                      <a:pt x="1180" y="546"/>
                    </a:lnTo>
                    <a:lnTo>
                      <a:pt x="1158" y="344"/>
                    </a:lnTo>
                    <a:lnTo>
                      <a:pt x="1138" y="222"/>
                    </a:lnTo>
                    <a:lnTo>
                      <a:pt x="956" y="21"/>
                    </a:lnTo>
                    <a:lnTo>
                      <a:pt x="90" y="0"/>
                    </a:lnTo>
                    <a:lnTo>
                      <a:pt x="37" y="56"/>
                    </a:lnTo>
                    <a:close/>
                  </a:path>
                </a:pathLst>
              </a:custGeom>
              <a:solidFill>
                <a:srgbClr val="FFC98E"/>
              </a:solidFill>
              <a:ln w="9525">
                <a:noFill/>
                <a:round/>
                <a:headEnd/>
                <a:tailEnd/>
              </a:ln>
            </p:spPr>
            <p:txBody>
              <a:bodyPr/>
              <a:lstStyle/>
              <a:p>
                <a:pPr algn="ctr"/>
                <a:endParaRPr lang="pt-BR" sz="2400"/>
              </a:p>
            </p:txBody>
          </p:sp>
          <p:sp>
            <p:nvSpPr>
              <p:cNvPr id="556" name="Freeform 174"/>
              <p:cNvSpPr>
                <a:spLocks/>
              </p:cNvSpPr>
              <p:nvPr/>
            </p:nvSpPr>
            <p:spPr bwMode="auto">
              <a:xfrm>
                <a:off x="3814" y="779"/>
                <a:ext cx="166" cy="140"/>
              </a:xfrm>
              <a:custGeom>
                <a:avLst/>
                <a:gdLst>
                  <a:gd name="T0" fmla="*/ 0 w 1325"/>
                  <a:gd name="T1" fmla="*/ 0 h 1119"/>
                  <a:gd name="T2" fmla="*/ 0 w 1325"/>
                  <a:gd name="T3" fmla="*/ 0 h 1119"/>
                  <a:gd name="T4" fmla="*/ 0 w 1325"/>
                  <a:gd name="T5" fmla="*/ 0 h 1119"/>
                  <a:gd name="T6" fmla="*/ 0 w 1325"/>
                  <a:gd name="T7" fmla="*/ 0 h 1119"/>
                  <a:gd name="T8" fmla="*/ 0 w 1325"/>
                  <a:gd name="T9" fmla="*/ 0 h 1119"/>
                  <a:gd name="T10" fmla="*/ 0 w 1325"/>
                  <a:gd name="T11" fmla="*/ 0 h 1119"/>
                  <a:gd name="T12" fmla="*/ 0 w 1325"/>
                  <a:gd name="T13" fmla="*/ 0 h 1119"/>
                  <a:gd name="T14" fmla="*/ 0 w 1325"/>
                  <a:gd name="T15" fmla="*/ 0 h 1119"/>
                  <a:gd name="T16" fmla="*/ 0 w 1325"/>
                  <a:gd name="T17" fmla="*/ 0 h 1119"/>
                  <a:gd name="T18" fmla="*/ 0 w 1325"/>
                  <a:gd name="T19" fmla="*/ 0 h 1119"/>
                  <a:gd name="T20" fmla="*/ 0 w 1325"/>
                  <a:gd name="T21" fmla="*/ 0 h 1119"/>
                  <a:gd name="T22" fmla="*/ 0 w 1325"/>
                  <a:gd name="T23" fmla="*/ 0 h 1119"/>
                  <a:gd name="T24" fmla="*/ 0 w 1325"/>
                  <a:gd name="T25" fmla="*/ 0 h 1119"/>
                  <a:gd name="T26" fmla="*/ 0 w 1325"/>
                  <a:gd name="T27" fmla="*/ 0 h 1119"/>
                  <a:gd name="T28" fmla="*/ 0 w 1325"/>
                  <a:gd name="T29" fmla="*/ 0 h 1119"/>
                  <a:gd name="T30" fmla="*/ 0 w 1325"/>
                  <a:gd name="T31" fmla="*/ 0 h 1119"/>
                  <a:gd name="T32" fmla="*/ 0 w 1325"/>
                  <a:gd name="T33" fmla="*/ 0 h 1119"/>
                  <a:gd name="T34" fmla="*/ 0 w 1325"/>
                  <a:gd name="T35" fmla="*/ 0 h 1119"/>
                  <a:gd name="T36" fmla="*/ 0 w 1325"/>
                  <a:gd name="T37" fmla="*/ 0 h 1119"/>
                  <a:gd name="T38" fmla="*/ 0 w 1325"/>
                  <a:gd name="T39" fmla="*/ 0 h 1119"/>
                  <a:gd name="T40" fmla="*/ 0 w 1325"/>
                  <a:gd name="T41" fmla="*/ 0 h 1119"/>
                  <a:gd name="T42" fmla="*/ 0 w 1325"/>
                  <a:gd name="T43" fmla="*/ 0 h 1119"/>
                  <a:gd name="T44" fmla="*/ 0 w 1325"/>
                  <a:gd name="T45" fmla="*/ 0 h 1119"/>
                  <a:gd name="T46" fmla="*/ 0 w 1325"/>
                  <a:gd name="T47" fmla="*/ 0 h 1119"/>
                  <a:gd name="T48" fmla="*/ 0 w 1325"/>
                  <a:gd name="T49" fmla="*/ 0 h 1119"/>
                  <a:gd name="T50" fmla="*/ 0 w 1325"/>
                  <a:gd name="T51" fmla="*/ 0 h 111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25"/>
                  <a:gd name="T79" fmla="*/ 0 h 1119"/>
                  <a:gd name="T80" fmla="*/ 1325 w 1325"/>
                  <a:gd name="T81" fmla="*/ 1119 h 111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25" h="1119">
                    <a:moveTo>
                      <a:pt x="270" y="672"/>
                    </a:moveTo>
                    <a:lnTo>
                      <a:pt x="314" y="605"/>
                    </a:lnTo>
                    <a:lnTo>
                      <a:pt x="402" y="594"/>
                    </a:lnTo>
                    <a:lnTo>
                      <a:pt x="560" y="672"/>
                    </a:lnTo>
                    <a:lnTo>
                      <a:pt x="719" y="719"/>
                    </a:lnTo>
                    <a:lnTo>
                      <a:pt x="855" y="681"/>
                    </a:lnTo>
                    <a:lnTo>
                      <a:pt x="1022" y="629"/>
                    </a:lnTo>
                    <a:lnTo>
                      <a:pt x="1155" y="638"/>
                    </a:lnTo>
                    <a:lnTo>
                      <a:pt x="1325" y="693"/>
                    </a:lnTo>
                    <a:lnTo>
                      <a:pt x="1325" y="372"/>
                    </a:lnTo>
                    <a:lnTo>
                      <a:pt x="1189" y="156"/>
                    </a:lnTo>
                    <a:lnTo>
                      <a:pt x="1022" y="36"/>
                    </a:lnTo>
                    <a:lnTo>
                      <a:pt x="685" y="0"/>
                    </a:lnTo>
                    <a:lnTo>
                      <a:pt x="369" y="55"/>
                    </a:lnTo>
                    <a:lnTo>
                      <a:pt x="222" y="167"/>
                    </a:lnTo>
                    <a:lnTo>
                      <a:pt x="113" y="310"/>
                    </a:lnTo>
                    <a:lnTo>
                      <a:pt x="88" y="451"/>
                    </a:lnTo>
                    <a:lnTo>
                      <a:pt x="88" y="492"/>
                    </a:lnTo>
                    <a:lnTo>
                      <a:pt x="136" y="613"/>
                    </a:lnTo>
                    <a:lnTo>
                      <a:pt x="69" y="629"/>
                    </a:lnTo>
                    <a:lnTo>
                      <a:pt x="0" y="850"/>
                    </a:lnTo>
                    <a:lnTo>
                      <a:pt x="55" y="998"/>
                    </a:lnTo>
                    <a:lnTo>
                      <a:pt x="233" y="1119"/>
                    </a:lnTo>
                    <a:lnTo>
                      <a:pt x="233" y="905"/>
                    </a:lnTo>
                    <a:lnTo>
                      <a:pt x="246" y="728"/>
                    </a:lnTo>
                    <a:lnTo>
                      <a:pt x="270" y="672"/>
                    </a:lnTo>
                    <a:close/>
                  </a:path>
                </a:pathLst>
              </a:custGeom>
              <a:solidFill>
                <a:srgbClr val="FFEA00"/>
              </a:solidFill>
              <a:ln w="9525">
                <a:noFill/>
                <a:round/>
                <a:headEnd/>
                <a:tailEnd/>
              </a:ln>
            </p:spPr>
            <p:txBody>
              <a:bodyPr/>
              <a:lstStyle/>
              <a:p>
                <a:pPr algn="ctr"/>
                <a:endParaRPr lang="pt-BR" sz="2400"/>
              </a:p>
            </p:txBody>
          </p:sp>
          <p:sp>
            <p:nvSpPr>
              <p:cNvPr id="557" name="Freeform 175"/>
              <p:cNvSpPr>
                <a:spLocks/>
              </p:cNvSpPr>
              <p:nvPr/>
            </p:nvSpPr>
            <p:spPr bwMode="auto">
              <a:xfrm>
                <a:off x="3922" y="959"/>
                <a:ext cx="31" cy="22"/>
              </a:xfrm>
              <a:custGeom>
                <a:avLst/>
                <a:gdLst>
                  <a:gd name="T0" fmla="*/ 0 w 248"/>
                  <a:gd name="T1" fmla="*/ 0 h 180"/>
                  <a:gd name="T2" fmla="*/ 0 w 248"/>
                  <a:gd name="T3" fmla="*/ 0 h 180"/>
                  <a:gd name="T4" fmla="*/ 0 w 248"/>
                  <a:gd name="T5" fmla="*/ 0 h 180"/>
                  <a:gd name="T6" fmla="*/ 0 w 248"/>
                  <a:gd name="T7" fmla="*/ 0 h 180"/>
                  <a:gd name="T8" fmla="*/ 0 w 248"/>
                  <a:gd name="T9" fmla="*/ 0 h 180"/>
                  <a:gd name="T10" fmla="*/ 0 w 248"/>
                  <a:gd name="T11" fmla="*/ 0 h 180"/>
                  <a:gd name="T12" fmla="*/ 0 w 248"/>
                  <a:gd name="T13" fmla="*/ 0 h 180"/>
                  <a:gd name="T14" fmla="*/ 0 w 248"/>
                  <a:gd name="T15" fmla="*/ 0 h 180"/>
                  <a:gd name="T16" fmla="*/ 0 60000 65536"/>
                  <a:gd name="T17" fmla="*/ 0 60000 65536"/>
                  <a:gd name="T18" fmla="*/ 0 60000 65536"/>
                  <a:gd name="T19" fmla="*/ 0 60000 65536"/>
                  <a:gd name="T20" fmla="*/ 0 60000 65536"/>
                  <a:gd name="T21" fmla="*/ 0 60000 65536"/>
                  <a:gd name="T22" fmla="*/ 0 60000 65536"/>
                  <a:gd name="T23" fmla="*/ 0 60000 65536"/>
                  <a:gd name="T24" fmla="*/ 0 w 248"/>
                  <a:gd name="T25" fmla="*/ 0 h 180"/>
                  <a:gd name="T26" fmla="*/ 248 w 248"/>
                  <a:gd name="T27" fmla="*/ 180 h 1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8" h="180">
                    <a:moveTo>
                      <a:pt x="0" y="149"/>
                    </a:moveTo>
                    <a:lnTo>
                      <a:pt x="79" y="180"/>
                    </a:lnTo>
                    <a:lnTo>
                      <a:pt x="158" y="169"/>
                    </a:lnTo>
                    <a:lnTo>
                      <a:pt x="224" y="125"/>
                    </a:lnTo>
                    <a:lnTo>
                      <a:pt x="248" y="0"/>
                    </a:lnTo>
                    <a:lnTo>
                      <a:pt x="111" y="113"/>
                    </a:lnTo>
                    <a:lnTo>
                      <a:pt x="0" y="113"/>
                    </a:lnTo>
                    <a:lnTo>
                      <a:pt x="0" y="149"/>
                    </a:lnTo>
                    <a:close/>
                  </a:path>
                </a:pathLst>
              </a:custGeom>
              <a:solidFill>
                <a:srgbClr val="FF0000"/>
              </a:solidFill>
              <a:ln w="9525">
                <a:noFill/>
                <a:round/>
                <a:headEnd/>
                <a:tailEnd/>
              </a:ln>
            </p:spPr>
            <p:txBody>
              <a:bodyPr/>
              <a:lstStyle/>
              <a:p>
                <a:pPr algn="ctr"/>
                <a:endParaRPr lang="pt-BR" sz="2400"/>
              </a:p>
            </p:txBody>
          </p:sp>
          <p:sp>
            <p:nvSpPr>
              <p:cNvPr id="558" name="Freeform 176"/>
              <p:cNvSpPr>
                <a:spLocks/>
              </p:cNvSpPr>
              <p:nvPr/>
            </p:nvSpPr>
            <p:spPr bwMode="auto">
              <a:xfrm>
                <a:off x="3988" y="906"/>
                <a:ext cx="15" cy="26"/>
              </a:xfrm>
              <a:custGeom>
                <a:avLst/>
                <a:gdLst>
                  <a:gd name="T0" fmla="*/ 0 w 126"/>
                  <a:gd name="T1" fmla="*/ 0 h 208"/>
                  <a:gd name="T2" fmla="*/ 0 w 126"/>
                  <a:gd name="T3" fmla="*/ 0 h 208"/>
                  <a:gd name="T4" fmla="*/ 0 w 126"/>
                  <a:gd name="T5" fmla="*/ 0 h 208"/>
                  <a:gd name="T6" fmla="*/ 0 w 126"/>
                  <a:gd name="T7" fmla="*/ 0 h 208"/>
                  <a:gd name="T8" fmla="*/ 0 w 126"/>
                  <a:gd name="T9" fmla="*/ 0 h 208"/>
                  <a:gd name="T10" fmla="*/ 0 w 126"/>
                  <a:gd name="T11" fmla="*/ 0 h 208"/>
                  <a:gd name="T12" fmla="*/ 0 w 126"/>
                  <a:gd name="T13" fmla="*/ 0 h 208"/>
                  <a:gd name="T14" fmla="*/ 0 60000 65536"/>
                  <a:gd name="T15" fmla="*/ 0 60000 65536"/>
                  <a:gd name="T16" fmla="*/ 0 60000 65536"/>
                  <a:gd name="T17" fmla="*/ 0 60000 65536"/>
                  <a:gd name="T18" fmla="*/ 0 60000 65536"/>
                  <a:gd name="T19" fmla="*/ 0 60000 65536"/>
                  <a:gd name="T20" fmla="*/ 0 60000 65536"/>
                  <a:gd name="T21" fmla="*/ 0 w 126"/>
                  <a:gd name="T22" fmla="*/ 0 h 208"/>
                  <a:gd name="T23" fmla="*/ 126 w 126"/>
                  <a:gd name="T24" fmla="*/ 208 h 2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08">
                    <a:moveTo>
                      <a:pt x="11" y="19"/>
                    </a:moveTo>
                    <a:lnTo>
                      <a:pt x="0" y="164"/>
                    </a:lnTo>
                    <a:lnTo>
                      <a:pt x="68" y="208"/>
                    </a:lnTo>
                    <a:lnTo>
                      <a:pt x="126" y="143"/>
                    </a:lnTo>
                    <a:lnTo>
                      <a:pt x="126" y="77"/>
                    </a:lnTo>
                    <a:lnTo>
                      <a:pt x="82" y="0"/>
                    </a:lnTo>
                    <a:lnTo>
                      <a:pt x="11" y="19"/>
                    </a:lnTo>
                    <a:close/>
                  </a:path>
                </a:pathLst>
              </a:custGeom>
              <a:solidFill>
                <a:srgbClr val="FF0000"/>
              </a:solidFill>
              <a:ln w="9525">
                <a:noFill/>
                <a:round/>
                <a:headEnd/>
                <a:tailEnd/>
              </a:ln>
            </p:spPr>
            <p:txBody>
              <a:bodyPr/>
              <a:lstStyle/>
              <a:p>
                <a:pPr algn="ctr"/>
                <a:endParaRPr lang="pt-BR" sz="2400"/>
              </a:p>
            </p:txBody>
          </p:sp>
          <p:sp>
            <p:nvSpPr>
              <p:cNvPr id="559" name="Freeform 177"/>
              <p:cNvSpPr>
                <a:spLocks/>
              </p:cNvSpPr>
              <p:nvPr/>
            </p:nvSpPr>
            <p:spPr bwMode="auto">
              <a:xfrm>
                <a:off x="3852" y="939"/>
                <a:ext cx="14" cy="24"/>
              </a:xfrm>
              <a:custGeom>
                <a:avLst/>
                <a:gdLst>
                  <a:gd name="T0" fmla="*/ 0 w 113"/>
                  <a:gd name="T1" fmla="*/ 0 h 189"/>
                  <a:gd name="T2" fmla="*/ 0 w 113"/>
                  <a:gd name="T3" fmla="*/ 0 h 189"/>
                  <a:gd name="T4" fmla="*/ 0 w 113"/>
                  <a:gd name="T5" fmla="*/ 0 h 189"/>
                  <a:gd name="T6" fmla="*/ 0 w 113"/>
                  <a:gd name="T7" fmla="*/ 0 h 189"/>
                  <a:gd name="T8" fmla="*/ 0 w 113"/>
                  <a:gd name="T9" fmla="*/ 0 h 189"/>
                  <a:gd name="T10" fmla="*/ 0 w 113"/>
                  <a:gd name="T11" fmla="*/ 0 h 189"/>
                  <a:gd name="T12" fmla="*/ 0 60000 65536"/>
                  <a:gd name="T13" fmla="*/ 0 60000 65536"/>
                  <a:gd name="T14" fmla="*/ 0 60000 65536"/>
                  <a:gd name="T15" fmla="*/ 0 60000 65536"/>
                  <a:gd name="T16" fmla="*/ 0 60000 65536"/>
                  <a:gd name="T17" fmla="*/ 0 60000 65536"/>
                  <a:gd name="T18" fmla="*/ 0 w 113"/>
                  <a:gd name="T19" fmla="*/ 0 h 189"/>
                  <a:gd name="T20" fmla="*/ 113 w 113"/>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113" h="189">
                    <a:moveTo>
                      <a:pt x="19" y="0"/>
                    </a:moveTo>
                    <a:lnTo>
                      <a:pt x="0" y="22"/>
                    </a:lnTo>
                    <a:lnTo>
                      <a:pt x="0" y="145"/>
                    </a:lnTo>
                    <a:lnTo>
                      <a:pt x="52" y="189"/>
                    </a:lnTo>
                    <a:lnTo>
                      <a:pt x="113" y="154"/>
                    </a:lnTo>
                    <a:lnTo>
                      <a:pt x="19" y="0"/>
                    </a:lnTo>
                    <a:close/>
                  </a:path>
                </a:pathLst>
              </a:custGeom>
              <a:solidFill>
                <a:srgbClr val="FF0000"/>
              </a:solidFill>
              <a:ln w="9525">
                <a:noFill/>
                <a:round/>
                <a:headEnd/>
                <a:tailEnd/>
              </a:ln>
            </p:spPr>
            <p:txBody>
              <a:bodyPr/>
              <a:lstStyle/>
              <a:p>
                <a:pPr algn="ctr"/>
                <a:endParaRPr lang="pt-BR" sz="2400"/>
              </a:p>
            </p:txBody>
          </p:sp>
          <p:sp>
            <p:nvSpPr>
              <p:cNvPr id="560" name="Freeform 178"/>
              <p:cNvSpPr>
                <a:spLocks/>
              </p:cNvSpPr>
              <p:nvPr/>
            </p:nvSpPr>
            <p:spPr bwMode="auto">
              <a:xfrm>
                <a:off x="3231" y="1186"/>
                <a:ext cx="361" cy="203"/>
              </a:xfrm>
              <a:custGeom>
                <a:avLst/>
                <a:gdLst>
                  <a:gd name="T0" fmla="*/ 0 w 2891"/>
                  <a:gd name="T1" fmla="*/ 0 h 1625"/>
                  <a:gd name="T2" fmla="*/ 0 w 2891"/>
                  <a:gd name="T3" fmla="*/ 0 h 1625"/>
                  <a:gd name="T4" fmla="*/ 0 w 2891"/>
                  <a:gd name="T5" fmla="*/ 0 h 1625"/>
                  <a:gd name="T6" fmla="*/ 0 w 2891"/>
                  <a:gd name="T7" fmla="*/ 0 h 1625"/>
                  <a:gd name="T8" fmla="*/ 0 w 2891"/>
                  <a:gd name="T9" fmla="*/ 0 h 1625"/>
                  <a:gd name="T10" fmla="*/ 0 w 2891"/>
                  <a:gd name="T11" fmla="*/ 0 h 1625"/>
                  <a:gd name="T12" fmla="*/ 0 w 2891"/>
                  <a:gd name="T13" fmla="*/ 0 h 1625"/>
                  <a:gd name="T14" fmla="*/ 0 w 2891"/>
                  <a:gd name="T15" fmla="*/ 0 h 1625"/>
                  <a:gd name="T16" fmla="*/ 0 w 2891"/>
                  <a:gd name="T17" fmla="*/ 0 h 1625"/>
                  <a:gd name="T18" fmla="*/ 0 w 2891"/>
                  <a:gd name="T19" fmla="*/ 0 h 1625"/>
                  <a:gd name="T20" fmla="*/ 0 w 2891"/>
                  <a:gd name="T21" fmla="*/ 0 h 1625"/>
                  <a:gd name="T22" fmla="*/ 0 w 2891"/>
                  <a:gd name="T23" fmla="*/ 0 h 1625"/>
                  <a:gd name="T24" fmla="*/ 0 w 2891"/>
                  <a:gd name="T25" fmla="*/ 0 h 1625"/>
                  <a:gd name="T26" fmla="*/ 0 w 2891"/>
                  <a:gd name="T27" fmla="*/ 0 h 1625"/>
                  <a:gd name="T28" fmla="*/ 0 w 2891"/>
                  <a:gd name="T29" fmla="*/ 0 h 1625"/>
                  <a:gd name="T30" fmla="*/ 0 w 2891"/>
                  <a:gd name="T31" fmla="*/ 0 h 1625"/>
                  <a:gd name="T32" fmla="*/ 0 w 2891"/>
                  <a:gd name="T33" fmla="*/ 0 h 1625"/>
                  <a:gd name="T34" fmla="*/ 0 w 2891"/>
                  <a:gd name="T35" fmla="*/ 0 h 1625"/>
                  <a:gd name="T36" fmla="*/ 0 w 2891"/>
                  <a:gd name="T37" fmla="*/ 0 h 1625"/>
                  <a:gd name="T38" fmla="*/ 0 w 2891"/>
                  <a:gd name="T39" fmla="*/ 0 h 1625"/>
                  <a:gd name="T40" fmla="*/ 0 w 2891"/>
                  <a:gd name="T41" fmla="*/ 0 h 1625"/>
                  <a:gd name="T42" fmla="*/ 0 w 2891"/>
                  <a:gd name="T43" fmla="*/ 0 h 1625"/>
                  <a:gd name="T44" fmla="*/ 0 w 2891"/>
                  <a:gd name="T45" fmla="*/ 0 h 1625"/>
                  <a:gd name="T46" fmla="*/ 0 w 2891"/>
                  <a:gd name="T47" fmla="*/ 0 h 1625"/>
                  <a:gd name="T48" fmla="*/ 0 w 2891"/>
                  <a:gd name="T49" fmla="*/ 0 h 1625"/>
                  <a:gd name="T50" fmla="*/ 0 w 2891"/>
                  <a:gd name="T51" fmla="*/ 0 h 1625"/>
                  <a:gd name="T52" fmla="*/ 0 w 2891"/>
                  <a:gd name="T53" fmla="*/ 0 h 1625"/>
                  <a:gd name="T54" fmla="*/ 0 w 2891"/>
                  <a:gd name="T55" fmla="*/ 0 h 1625"/>
                  <a:gd name="T56" fmla="*/ 0 w 2891"/>
                  <a:gd name="T57" fmla="*/ 0 h 1625"/>
                  <a:gd name="T58" fmla="*/ 0 w 2891"/>
                  <a:gd name="T59" fmla="*/ 0 h 162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91"/>
                  <a:gd name="T91" fmla="*/ 0 h 1625"/>
                  <a:gd name="T92" fmla="*/ 2891 w 2891"/>
                  <a:gd name="T93" fmla="*/ 1625 h 162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91" h="1625">
                    <a:moveTo>
                      <a:pt x="0" y="435"/>
                    </a:moveTo>
                    <a:lnTo>
                      <a:pt x="269" y="1060"/>
                    </a:lnTo>
                    <a:lnTo>
                      <a:pt x="410" y="1295"/>
                    </a:lnTo>
                    <a:lnTo>
                      <a:pt x="643" y="1483"/>
                    </a:lnTo>
                    <a:lnTo>
                      <a:pt x="939" y="1602"/>
                    </a:lnTo>
                    <a:lnTo>
                      <a:pt x="1212" y="1625"/>
                    </a:lnTo>
                    <a:lnTo>
                      <a:pt x="1519" y="1620"/>
                    </a:lnTo>
                    <a:lnTo>
                      <a:pt x="1791" y="1595"/>
                    </a:lnTo>
                    <a:lnTo>
                      <a:pt x="2027" y="1549"/>
                    </a:lnTo>
                    <a:lnTo>
                      <a:pt x="2231" y="1505"/>
                    </a:lnTo>
                    <a:lnTo>
                      <a:pt x="2398" y="1470"/>
                    </a:lnTo>
                    <a:lnTo>
                      <a:pt x="2566" y="1445"/>
                    </a:lnTo>
                    <a:lnTo>
                      <a:pt x="2764" y="1433"/>
                    </a:lnTo>
                    <a:lnTo>
                      <a:pt x="2891" y="1436"/>
                    </a:lnTo>
                    <a:lnTo>
                      <a:pt x="2677" y="1371"/>
                    </a:lnTo>
                    <a:lnTo>
                      <a:pt x="2515" y="1290"/>
                    </a:lnTo>
                    <a:lnTo>
                      <a:pt x="2379" y="1193"/>
                    </a:lnTo>
                    <a:lnTo>
                      <a:pt x="2240" y="1060"/>
                    </a:lnTo>
                    <a:lnTo>
                      <a:pt x="2130" y="914"/>
                    </a:lnTo>
                    <a:lnTo>
                      <a:pt x="2061" y="793"/>
                    </a:lnTo>
                    <a:lnTo>
                      <a:pt x="1955" y="587"/>
                    </a:lnTo>
                    <a:lnTo>
                      <a:pt x="1824" y="338"/>
                    </a:lnTo>
                    <a:lnTo>
                      <a:pt x="1688" y="0"/>
                    </a:lnTo>
                    <a:lnTo>
                      <a:pt x="1533" y="81"/>
                    </a:lnTo>
                    <a:lnTo>
                      <a:pt x="1289" y="136"/>
                    </a:lnTo>
                    <a:lnTo>
                      <a:pt x="1044" y="191"/>
                    </a:lnTo>
                    <a:lnTo>
                      <a:pt x="812" y="251"/>
                    </a:lnTo>
                    <a:lnTo>
                      <a:pt x="443" y="347"/>
                    </a:lnTo>
                    <a:lnTo>
                      <a:pt x="242" y="410"/>
                    </a:lnTo>
                    <a:lnTo>
                      <a:pt x="0" y="435"/>
                    </a:lnTo>
                    <a:close/>
                  </a:path>
                </a:pathLst>
              </a:custGeom>
              <a:solidFill>
                <a:srgbClr val="FFFFFF"/>
              </a:solidFill>
              <a:ln w="9525">
                <a:noFill/>
                <a:round/>
                <a:headEnd/>
                <a:tailEnd/>
              </a:ln>
            </p:spPr>
            <p:txBody>
              <a:bodyPr/>
              <a:lstStyle/>
              <a:p>
                <a:pPr algn="ctr"/>
                <a:endParaRPr lang="pt-BR" sz="2400"/>
              </a:p>
            </p:txBody>
          </p:sp>
          <p:sp>
            <p:nvSpPr>
              <p:cNvPr id="561" name="Freeform 179"/>
              <p:cNvSpPr>
                <a:spLocks/>
              </p:cNvSpPr>
              <p:nvPr/>
            </p:nvSpPr>
            <p:spPr bwMode="auto">
              <a:xfrm>
                <a:off x="3362" y="889"/>
                <a:ext cx="173" cy="353"/>
              </a:xfrm>
              <a:custGeom>
                <a:avLst/>
                <a:gdLst>
                  <a:gd name="T0" fmla="*/ 0 w 1386"/>
                  <a:gd name="T1" fmla="*/ 0 h 2827"/>
                  <a:gd name="T2" fmla="*/ 0 w 1386"/>
                  <a:gd name="T3" fmla="*/ 0 h 2827"/>
                  <a:gd name="T4" fmla="*/ 0 w 1386"/>
                  <a:gd name="T5" fmla="*/ 0 h 2827"/>
                  <a:gd name="T6" fmla="*/ 0 w 1386"/>
                  <a:gd name="T7" fmla="*/ 0 h 2827"/>
                  <a:gd name="T8" fmla="*/ 0 w 1386"/>
                  <a:gd name="T9" fmla="*/ 0 h 2827"/>
                  <a:gd name="T10" fmla="*/ 0 w 1386"/>
                  <a:gd name="T11" fmla="*/ 0 h 2827"/>
                  <a:gd name="T12" fmla="*/ 0 w 1386"/>
                  <a:gd name="T13" fmla="*/ 0 h 2827"/>
                  <a:gd name="T14" fmla="*/ 0 w 1386"/>
                  <a:gd name="T15" fmla="*/ 0 h 2827"/>
                  <a:gd name="T16" fmla="*/ 0 w 1386"/>
                  <a:gd name="T17" fmla="*/ 0 h 2827"/>
                  <a:gd name="T18" fmla="*/ 0 w 1386"/>
                  <a:gd name="T19" fmla="*/ 0 h 28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86"/>
                  <a:gd name="T31" fmla="*/ 0 h 2827"/>
                  <a:gd name="T32" fmla="*/ 1386 w 1386"/>
                  <a:gd name="T33" fmla="*/ 2827 h 28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86" h="2827">
                    <a:moveTo>
                      <a:pt x="58" y="29"/>
                    </a:moveTo>
                    <a:lnTo>
                      <a:pt x="0" y="844"/>
                    </a:lnTo>
                    <a:lnTo>
                      <a:pt x="154" y="2622"/>
                    </a:lnTo>
                    <a:lnTo>
                      <a:pt x="1347" y="2827"/>
                    </a:lnTo>
                    <a:lnTo>
                      <a:pt x="1386" y="1889"/>
                    </a:lnTo>
                    <a:lnTo>
                      <a:pt x="1328" y="1352"/>
                    </a:lnTo>
                    <a:lnTo>
                      <a:pt x="1288" y="965"/>
                    </a:lnTo>
                    <a:lnTo>
                      <a:pt x="1192" y="619"/>
                    </a:lnTo>
                    <a:lnTo>
                      <a:pt x="943" y="0"/>
                    </a:lnTo>
                    <a:lnTo>
                      <a:pt x="58" y="29"/>
                    </a:lnTo>
                    <a:close/>
                  </a:path>
                </a:pathLst>
              </a:custGeom>
              <a:solidFill>
                <a:srgbClr val="FFFFFF"/>
              </a:solidFill>
              <a:ln w="9525">
                <a:noFill/>
                <a:round/>
                <a:headEnd/>
                <a:tailEnd/>
              </a:ln>
            </p:spPr>
            <p:txBody>
              <a:bodyPr/>
              <a:lstStyle/>
              <a:p>
                <a:pPr algn="ctr"/>
                <a:endParaRPr lang="pt-BR" sz="2400"/>
              </a:p>
            </p:txBody>
          </p:sp>
          <p:sp>
            <p:nvSpPr>
              <p:cNvPr id="562" name="Freeform 180"/>
              <p:cNvSpPr>
                <a:spLocks/>
              </p:cNvSpPr>
              <p:nvPr/>
            </p:nvSpPr>
            <p:spPr bwMode="auto">
              <a:xfrm>
                <a:off x="3276" y="1135"/>
                <a:ext cx="86" cy="109"/>
              </a:xfrm>
              <a:custGeom>
                <a:avLst/>
                <a:gdLst>
                  <a:gd name="T0" fmla="*/ 0 w 692"/>
                  <a:gd name="T1" fmla="*/ 0 h 869"/>
                  <a:gd name="T2" fmla="*/ 0 w 692"/>
                  <a:gd name="T3" fmla="*/ 0 h 869"/>
                  <a:gd name="T4" fmla="*/ 0 w 692"/>
                  <a:gd name="T5" fmla="*/ 0 h 869"/>
                  <a:gd name="T6" fmla="*/ 0 w 692"/>
                  <a:gd name="T7" fmla="*/ 0 h 869"/>
                  <a:gd name="T8" fmla="*/ 0 w 692"/>
                  <a:gd name="T9" fmla="*/ 0 h 869"/>
                  <a:gd name="T10" fmla="*/ 0 w 692"/>
                  <a:gd name="T11" fmla="*/ 0 h 869"/>
                  <a:gd name="T12" fmla="*/ 0 w 692"/>
                  <a:gd name="T13" fmla="*/ 0 h 869"/>
                  <a:gd name="T14" fmla="*/ 0 w 692"/>
                  <a:gd name="T15" fmla="*/ 0 h 869"/>
                  <a:gd name="T16" fmla="*/ 0 w 692"/>
                  <a:gd name="T17" fmla="*/ 0 h 869"/>
                  <a:gd name="T18" fmla="*/ 0 w 692"/>
                  <a:gd name="T19" fmla="*/ 0 h 869"/>
                  <a:gd name="T20" fmla="*/ 0 w 692"/>
                  <a:gd name="T21" fmla="*/ 0 h 869"/>
                  <a:gd name="T22" fmla="*/ 0 w 692"/>
                  <a:gd name="T23" fmla="*/ 0 h 869"/>
                  <a:gd name="T24" fmla="*/ 0 w 692"/>
                  <a:gd name="T25" fmla="*/ 0 h 869"/>
                  <a:gd name="T26" fmla="*/ 0 w 692"/>
                  <a:gd name="T27" fmla="*/ 0 h 869"/>
                  <a:gd name="T28" fmla="*/ 0 w 692"/>
                  <a:gd name="T29" fmla="*/ 0 h 869"/>
                  <a:gd name="T30" fmla="*/ 0 w 692"/>
                  <a:gd name="T31" fmla="*/ 0 h 869"/>
                  <a:gd name="T32" fmla="*/ 0 w 692"/>
                  <a:gd name="T33" fmla="*/ 0 h 8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92"/>
                  <a:gd name="T52" fmla="*/ 0 h 869"/>
                  <a:gd name="T53" fmla="*/ 692 w 692"/>
                  <a:gd name="T54" fmla="*/ 869 h 8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92" h="869">
                    <a:moveTo>
                      <a:pt x="0" y="441"/>
                    </a:moveTo>
                    <a:lnTo>
                      <a:pt x="0" y="595"/>
                    </a:lnTo>
                    <a:lnTo>
                      <a:pt x="70" y="720"/>
                    </a:lnTo>
                    <a:lnTo>
                      <a:pt x="386" y="756"/>
                    </a:lnTo>
                    <a:lnTo>
                      <a:pt x="499" y="869"/>
                    </a:lnTo>
                    <a:lnTo>
                      <a:pt x="527" y="869"/>
                    </a:lnTo>
                    <a:lnTo>
                      <a:pt x="517" y="579"/>
                    </a:lnTo>
                    <a:lnTo>
                      <a:pt x="609" y="687"/>
                    </a:lnTo>
                    <a:lnTo>
                      <a:pt x="676" y="720"/>
                    </a:lnTo>
                    <a:lnTo>
                      <a:pt x="692" y="720"/>
                    </a:lnTo>
                    <a:lnTo>
                      <a:pt x="676" y="537"/>
                    </a:lnTo>
                    <a:lnTo>
                      <a:pt x="666" y="426"/>
                    </a:lnTo>
                    <a:lnTo>
                      <a:pt x="554" y="43"/>
                    </a:lnTo>
                    <a:lnTo>
                      <a:pt x="429" y="0"/>
                    </a:lnTo>
                    <a:lnTo>
                      <a:pt x="109" y="166"/>
                    </a:lnTo>
                    <a:lnTo>
                      <a:pt x="10" y="316"/>
                    </a:lnTo>
                    <a:lnTo>
                      <a:pt x="0" y="441"/>
                    </a:lnTo>
                    <a:close/>
                  </a:path>
                </a:pathLst>
              </a:custGeom>
              <a:solidFill>
                <a:srgbClr val="FFC98E"/>
              </a:solidFill>
              <a:ln w="9525">
                <a:noFill/>
                <a:round/>
                <a:headEnd/>
                <a:tailEnd/>
              </a:ln>
            </p:spPr>
            <p:txBody>
              <a:bodyPr/>
              <a:lstStyle/>
              <a:p>
                <a:pPr algn="ctr"/>
                <a:endParaRPr lang="pt-BR" sz="2400"/>
              </a:p>
            </p:txBody>
          </p:sp>
          <p:sp>
            <p:nvSpPr>
              <p:cNvPr id="563" name="Freeform 181"/>
              <p:cNvSpPr>
                <a:spLocks/>
              </p:cNvSpPr>
              <p:nvPr/>
            </p:nvSpPr>
            <p:spPr bwMode="auto">
              <a:xfrm>
                <a:off x="3338" y="778"/>
                <a:ext cx="164" cy="176"/>
              </a:xfrm>
              <a:custGeom>
                <a:avLst/>
                <a:gdLst>
                  <a:gd name="T0" fmla="*/ 0 w 1314"/>
                  <a:gd name="T1" fmla="*/ 0 h 1406"/>
                  <a:gd name="T2" fmla="*/ 0 w 1314"/>
                  <a:gd name="T3" fmla="*/ 0 h 1406"/>
                  <a:gd name="T4" fmla="*/ 0 w 1314"/>
                  <a:gd name="T5" fmla="*/ 0 h 1406"/>
                  <a:gd name="T6" fmla="*/ 0 w 1314"/>
                  <a:gd name="T7" fmla="*/ 0 h 1406"/>
                  <a:gd name="T8" fmla="*/ 0 w 1314"/>
                  <a:gd name="T9" fmla="*/ 0 h 1406"/>
                  <a:gd name="T10" fmla="*/ 0 w 1314"/>
                  <a:gd name="T11" fmla="*/ 0 h 1406"/>
                  <a:gd name="T12" fmla="*/ 0 w 1314"/>
                  <a:gd name="T13" fmla="*/ 0 h 1406"/>
                  <a:gd name="T14" fmla="*/ 0 w 1314"/>
                  <a:gd name="T15" fmla="*/ 0 h 1406"/>
                  <a:gd name="T16" fmla="*/ 0 w 1314"/>
                  <a:gd name="T17" fmla="*/ 0 h 1406"/>
                  <a:gd name="T18" fmla="*/ 0 w 1314"/>
                  <a:gd name="T19" fmla="*/ 0 h 1406"/>
                  <a:gd name="T20" fmla="*/ 0 w 1314"/>
                  <a:gd name="T21" fmla="*/ 0 h 1406"/>
                  <a:gd name="T22" fmla="*/ 0 w 1314"/>
                  <a:gd name="T23" fmla="*/ 0 h 1406"/>
                  <a:gd name="T24" fmla="*/ 0 w 1314"/>
                  <a:gd name="T25" fmla="*/ 0 h 1406"/>
                  <a:gd name="T26" fmla="*/ 0 w 1314"/>
                  <a:gd name="T27" fmla="*/ 0 h 1406"/>
                  <a:gd name="T28" fmla="*/ 0 w 1314"/>
                  <a:gd name="T29" fmla="*/ 0 h 1406"/>
                  <a:gd name="T30" fmla="*/ 0 w 1314"/>
                  <a:gd name="T31" fmla="*/ 0 h 1406"/>
                  <a:gd name="T32" fmla="*/ 0 w 1314"/>
                  <a:gd name="T33" fmla="*/ 0 h 140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14"/>
                  <a:gd name="T52" fmla="*/ 0 h 1406"/>
                  <a:gd name="T53" fmla="*/ 1314 w 1314"/>
                  <a:gd name="T54" fmla="*/ 1406 h 140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14" h="1406">
                    <a:moveTo>
                      <a:pt x="0" y="581"/>
                    </a:moveTo>
                    <a:lnTo>
                      <a:pt x="55" y="803"/>
                    </a:lnTo>
                    <a:lnTo>
                      <a:pt x="152" y="952"/>
                    </a:lnTo>
                    <a:lnTo>
                      <a:pt x="276" y="952"/>
                    </a:lnTo>
                    <a:lnTo>
                      <a:pt x="470" y="1227"/>
                    </a:lnTo>
                    <a:lnTo>
                      <a:pt x="701" y="1367"/>
                    </a:lnTo>
                    <a:lnTo>
                      <a:pt x="1037" y="1406"/>
                    </a:lnTo>
                    <a:lnTo>
                      <a:pt x="1248" y="1353"/>
                    </a:lnTo>
                    <a:lnTo>
                      <a:pt x="1314" y="1148"/>
                    </a:lnTo>
                    <a:lnTo>
                      <a:pt x="1288" y="830"/>
                    </a:lnTo>
                    <a:lnTo>
                      <a:pt x="1259" y="625"/>
                    </a:lnTo>
                    <a:lnTo>
                      <a:pt x="1233" y="509"/>
                    </a:lnTo>
                    <a:lnTo>
                      <a:pt x="1189" y="401"/>
                    </a:lnTo>
                    <a:lnTo>
                      <a:pt x="1136" y="265"/>
                    </a:lnTo>
                    <a:lnTo>
                      <a:pt x="1055" y="85"/>
                    </a:lnTo>
                    <a:lnTo>
                      <a:pt x="28" y="0"/>
                    </a:lnTo>
                    <a:lnTo>
                      <a:pt x="0" y="581"/>
                    </a:lnTo>
                    <a:close/>
                  </a:path>
                </a:pathLst>
              </a:custGeom>
              <a:solidFill>
                <a:srgbClr val="FFC98E"/>
              </a:solidFill>
              <a:ln w="9525">
                <a:noFill/>
                <a:round/>
                <a:headEnd/>
                <a:tailEnd/>
              </a:ln>
            </p:spPr>
            <p:txBody>
              <a:bodyPr/>
              <a:lstStyle/>
              <a:p>
                <a:pPr algn="ctr"/>
                <a:endParaRPr lang="pt-BR" sz="2400"/>
              </a:p>
            </p:txBody>
          </p:sp>
          <p:sp>
            <p:nvSpPr>
              <p:cNvPr id="564" name="Freeform 182"/>
              <p:cNvSpPr>
                <a:spLocks/>
              </p:cNvSpPr>
              <p:nvPr/>
            </p:nvSpPr>
            <p:spPr bwMode="auto">
              <a:xfrm>
                <a:off x="3430" y="951"/>
                <a:ext cx="72" cy="288"/>
              </a:xfrm>
              <a:custGeom>
                <a:avLst/>
                <a:gdLst>
                  <a:gd name="T0" fmla="*/ 0 w 576"/>
                  <a:gd name="T1" fmla="*/ 0 h 2303"/>
                  <a:gd name="T2" fmla="*/ 0 w 576"/>
                  <a:gd name="T3" fmla="*/ 0 h 2303"/>
                  <a:gd name="T4" fmla="*/ 0 w 576"/>
                  <a:gd name="T5" fmla="*/ 0 h 2303"/>
                  <a:gd name="T6" fmla="*/ 0 w 576"/>
                  <a:gd name="T7" fmla="*/ 0 h 2303"/>
                  <a:gd name="T8" fmla="*/ 0 w 576"/>
                  <a:gd name="T9" fmla="*/ 0 h 2303"/>
                  <a:gd name="T10" fmla="*/ 0 w 576"/>
                  <a:gd name="T11" fmla="*/ 0 h 2303"/>
                  <a:gd name="T12" fmla="*/ 0 w 576"/>
                  <a:gd name="T13" fmla="*/ 0 h 2303"/>
                  <a:gd name="T14" fmla="*/ 0 w 576"/>
                  <a:gd name="T15" fmla="*/ 0 h 2303"/>
                  <a:gd name="T16" fmla="*/ 0 w 576"/>
                  <a:gd name="T17" fmla="*/ 0 h 2303"/>
                  <a:gd name="T18" fmla="*/ 0 w 576"/>
                  <a:gd name="T19" fmla="*/ 0 h 2303"/>
                  <a:gd name="T20" fmla="*/ 0 w 576"/>
                  <a:gd name="T21" fmla="*/ 0 h 2303"/>
                  <a:gd name="T22" fmla="*/ 0 w 576"/>
                  <a:gd name="T23" fmla="*/ 0 h 2303"/>
                  <a:gd name="T24" fmla="*/ 0 w 576"/>
                  <a:gd name="T25" fmla="*/ 0 h 2303"/>
                  <a:gd name="T26" fmla="*/ 0 w 576"/>
                  <a:gd name="T27" fmla="*/ 0 h 2303"/>
                  <a:gd name="T28" fmla="*/ 0 w 576"/>
                  <a:gd name="T29" fmla="*/ 0 h 2303"/>
                  <a:gd name="T30" fmla="*/ 0 w 576"/>
                  <a:gd name="T31" fmla="*/ 0 h 2303"/>
                  <a:gd name="T32" fmla="*/ 0 w 576"/>
                  <a:gd name="T33" fmla="*/ 0 h 2303"/>
                  <a:gd name="T34" fmla="*/ 0 w 576"/>
                  <a:gd name="T35" fmla="*/ 0 h 2303"/>
                  <a:gd name="T36" fmla="*/ 0 w 576"/>
                  <a:gd name="T37" fmla="*/ 0 h 2303"/>
                  <a:gd name="T38" fmla="*/ 0 w 576"/>
                  <a:gd name="T39" fmla="*/ 0 h 2303"/>
                  <a:gd name="T40" fmla="*/ 0 w 576"/>
                  <a:gd name="T41" fmla="*/ 0 h 23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6"/>
                  <a:gd name="T64" fmla="*/ 0 h 2303"/>
                  <a:gd name="T65" fmla="*/ 576 w 576"/>
                  <a:gd name="T66" fmla="*/ 2303 h 23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6" h="2303">
                    <a:moveTo>
                      <a:pt x="0" y="57"/>
                    </a:moveTo>
                    <a:lnTo>
                      <a:pt x="92" y="167"/>
                    </a:lnTo>
                    <a:lnTo>
                      <a:pt x="108" y="237"/>
                    </a:lnTo>
                    <a:lnTo>
                      <a:pt x="24" y="541"/>
                    </a:lnTo>
                    <a:lnTo>
                      <a:pt x="9" y="815"/>
                    </a:lnTo>
                    <a:lnTo>
                      <a:pt x="0" y="1035"/>
                    </a:lnTo>
                    <a:lnTo>
                      <a:pt x="24" y="1309"/>
                    </a:lnTo>
                    <a:lnTo>
                      <a:pt x="50" y="1916"/>
                    </a:lnTo>
                    <a:lnTo>
                      <a:pt x="92" y="1890"/>
                    </a:lnTo>
                    <a:lnTo>
                      <a:pt x="158" y="2054"/>
                    </a:lnTo>
                    <a:lnTo>
                      <a:pt x="255" y="2248"/>
                    </a:lnTo>
                    <a:lnTo>
                      <a:pt x="576" y="2303"/>
                    </a:lnTo>
                    <a:lnTo>
                      <a:pt x="474" y="1931"/>
                    </a:lnTo>
                    <a:lnTo>
                      <a:pt x="398" y="1461"/>
                    </a:lnTo>
                    <a:lnTo>
                      <a:pt x="368" y="1079"/>
                    </a:lnTo>
                    <a:lnTo>
                      <a:pt x="368" y="733"/>
                    </a:lnTo>
                    <a:lnTo>
                      <a:pt x="317" y="428"/>
                    </a:lnTo>
                    <a:lnTo>
                      <a:pt x="255" y="209"/>
                    </a:lnTo>
                    <a:lnTo>
                      <a:pt x="191" y="41"/>
                    </a:lnTo>
                    <a:lnTo>
                      <a:pt x="24" y="0"/>
                    </a:lnTo>
                    <a:lnTo>
                      <a:pt x="0" y="57"/>
                    </a:lnTo>
                    <a:close/>
                  </a:path>
                </a:pathLst>
              </a:custGeom>
              <a:solidFill>
                <a:srgbClr val="FFEA00"/>
              </a:solidFill>
              <a:ln w="9525">
                <a:noFill/>
                <a:round/>
                <a:headEnd/>
                <a:tailEnd/>
              </a:ln>
            </p:spPr>
            <p:txBody>
              <a:bodyPr/>
              <a:lstStyle/>
              <a:p>
                <a:pPr algn="ctr"/>
                <a:endParaRPr lang="pt-BR" sz="2400"/>
              </a:p>
            </p:txBody>
          </p:sp>
          <p:sp>
            <p:nvSpPr>
              <p:cNvPr id="565" name="Freeform 183"/>
              <p:cNvSpPr>
                <a:spLocks/>
              </p:cNvSpPr>
              <p:nvPr/>
            </p:nvSpPr>
            <p:spPr bwMode="auto">
              <a:xfrm>
                <a:off x="3319" y="734"/>
                <a:ext cx="117" cy="145"/>
              </a:xfrm>
              <a:custGeom>
                <a:avLst/>
                <a:gdLst>
                  <a:gd name="T0" fmla="*/ 0 w 938"/>
                  <a:gd name="T1" fmla="*/ 0 h 1158"/>
                  <a:gd name="T2" fmla="*/ 0 w 938"/>
                  <a:gd name="T3" fmla="*/ 0 h 1158"/>
                  <a:gd name="T4" fmla="*/ 0 w 938"/>
                  <a:gd name="T5" fmla="*/ 0 h 1158"/>
                  <a:gd name="T6" fmla="*/ 0 w 938"/>
                  <a:gd name="T7" fmla="*/ 0 h 1158"/>
                  <a:gd name="T8" fmla="*/ 0 w 938"/>
                  <a:gd name="T9" fmla="*/ 0 h 1158"/>
                  <a:gd name="T10" fmla="*/ 0 w 938"/>
                  <a:gd name="T11" fmla="*/ 0 h 1158"/>
                  <a:gd name="T12" fmla="*/ 0 w 938"/>
                  <a:gd name="T13" fmla="*/ 0 h 1158"/>
                  <a:gd name="T14" fmla="*/ 0 w 938"/>
                  <a:gd name="T15" fmla="*/ 0 h 1158"/>
                  <a:gd name="T16" fmla="*/ 0 w 938"/>
                  <a:gd name="T17" fmla="*/ 0 h 1158"/>
                  <a:gd name="T18" fmla="*/ 0 w 938"/>
                  <a:gd name="T19" fmla="*/ 0 h 1158"/>
                  <a:gd name="T20" fmla="*/ 0 w 938"/>
                  <a:gd name="T21" fmla="*/ 0 h 1158"/>
                  <a:gd name="T22" fmla="*/ 0 w 938"/>
                  <a:gd name="T23" fmla="*/ 0 h 1158"/>
                  <a:gd name="T24" fmla="*/ 0 w 938"/>
                  <a:gd name="T25" fmla="*/ 0 h 1158"/>
                  <a:gd name="T26" fmla="*/ 0 w 938"/>
                  <a:gd name="T27" fmla="*/ 0 h 1158"/>
                  <a:gd name="T28" fmla="*/ 0 w 938"/>
                  <a:gd name="T29" fmla="*/ 0 h 1158"/>
                  <a:gd name="T30" fmla="*/ 0 w 938"/>
                  <a:gd name="T31" fmla="*/ 0 h 1158"/>
                  <a:gd name="T32" fmla="*/ 0 w 938"/>
                  <a:gd name="T33" fmla="*/ 0 h 1158"/>
                  <a:gd name="T34" fmla="*/ 0 w 938"/>
                  <a:gd name="T35" fmla="*/ 0 h 1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38"/>
                  <a:gd name="T55" fmla="*/ 0 h 1158"/>
                  <a:gd name="T56" fmla="*/ 938 w 938"/>
                  <a:gd name="T57" fmla="*/ 1158 h 1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38" h="1158">
                    <a:moveTo>
                      <a:pt x="0" y="413"/>
                    </a:moveTo>
                    <a:lnTo>
                      <a:pt x="0" y="687"/>
                    </a:lnTo>
                    <a:lnTo>
                      <a:pt x="110" y="922"/>
                    </a:lnTo>
                    <a:lnTo>
                      <a:pt x="260" y="1019"/>
                    </a:lnTo>
                    <a:lnTo>
                      <a:pt x="413" y="1158"/>
                    </a:lnTo>
                    <a:lnTo>
                      <a:pt x="413" y="1044"/>
                    </a:lnTo>
                    <a:lnTo>
                      <a:pt x="275" y="756"/>
                    </a:lnTo>
                    <a:lnTo>
                      <a:pt x="231" y="537"/>
                    </a:lnTo>
                    <a:lnTo>
                      <a:pt x="290" y="452"/>
                    </a:lnTo>
                    <a:lnTo>
                      <a:pt x="401" y="424"/>
                    </a:lnTo>
                    <a:lnTo>
                      <a:pt x="677" y="496"/>
                    </a:lnTo>
                    <a:lnTo>
                      <a:pt x="938" y="440"/>
                    </a:lnTo>
                    <a:lnTo>
                      <a:pt x="633" y="11"/>
                    </a:lnTo>
                    <a:lnTo>
                      <a:pt x="290" y="0"/>
                    </a:lnTo>
                    <a:lnTo>
                      <a:pt x="134" y="152"/>
                    </a:lnTo>
                    <a:lnTo>
                      <a:pt x="53" y="260"/>
                    </a:lnTo>
                    <a:lnTo>
                      <a:pt x="11" y="355"/>
                    </a:lnTo>
                    <a:lnTo>
                      <a:pt x="0" y="413"/>
                    </a:lnTo>
                    <a:close/>
                  </a:path>
                </a:pathLst>
              </a:custGeom>
              <a:solidFill>
                <a:srgbClr val="515151"/>
              </a:solidFill>
              <a:ln w="9525">
                <a:noFill/>
                <a:round/>
                <a:headEnd/>
                <a:tailEnd/>
              </a:ln>
            </p:spPr>
            <p:txBody>
              <a:bodyPr/>
              <a:lstStyle/>
              <a:p>
                <a:pPr algn="ctr"/>
                <a:endParaRPr lang="pt-BR" sz="2400"/>
              </a:p>
            </p:txBody>
          </p:sp>
          <p:sp>
            <p:nvSpPr>
              <p:cNvPr id="566" name="Freeform 184"/>
              <p:cNvSpPr>
                <a:spLocks/>
              </p:cNvSpPr>
              <p:nvPr/>
            </p:nvSpPr>
            <p:spPr bwMode="auto">
              <a:xfrm>
                <a:off x="2691" y="536"/>
                <a:ext cx="623" cy="422"/>
              </a:xfrm>
              <a:custGeom>
                <a:avLst/>
                <a:gdLst>
                  <a:gd name="T0" fmla="*/ 0 w 4986"/>
                  <a:gd name="T1" fmla="*/ 0 h 3377"/>
                  <a:gd name="T2" fmla="*/ 0 w 4986"/>
                  <a:gd name="T3" fmla="*/ 0 h 3377"/>
                  <a:gd name="T4" fmla="*/ 0 w 4986"/>
                  <a:gd name="T5" fmla="*/ 0 h 3377"/>
                  <a:gd name="T6" fmla="*/ 0 w 4986"/>
                  <a:gd name="T7" fmla="*/ 0 h 3377"/>
                  <a:gd name="T8" fmla="*/ 0 w 4986"/>
                  <a:gd name="T9" fmla="*/ 0 h 3377"/>
                  <a:gd name="T10" fmla="*/ 0 w 4986"/>
                  <a:gd name="T11" fmla="*/ 0 h 3377"/>
                  <a:gd name="T12" fmla="*/ 0 w 4986"/>
                  <a:gd name="T13" fmla="*/ 0 h 3377"/>
                  <a:gd name="T14" fmla="*/ 0 w 4986"/>
                  <a:gd name="T15" fmla="*/ 0 h 3377"/>
                  <a:gd name="T16" fmla="*/ 0 w 4986"/>
                  <a:gd name="T17" fmla="*/ 0 h 3377"/>
                  <a:gd name="T18" fmla="*/ 0 w 4986"/>
                  <a:gd name="T19" fmla="*/ 0 h 3377"/>
                  <a:gd name="T20" fmla="*/ 0 w 4986"/>
                  <a:gd name="T21" fmla="*/ 0 h 3377"/>
                  <a:gd name="T22" fmla="*/ 0 w 4986"/>
                  <a:gd name="T23" fmla="*/ 0 h 3377"/>
                  <a:gd name="T24" fmla="*/ 0 w 4986"/>
                  <a:gd name="T25" fmla="*/ 0 h 3377"/>
                  <a:gd name="T26" fmla="*/ 0 w 4986"/>
                  <a:gd name="T27" fmla="*/ 0 h 3377"/>
                  <a:gd name="T28" fmla="*/ 0 w 4986"/>
                  <a:gd name="T29" fmla="*/ 0 h 3377"/>
                  <a:gd name="T30" fmla="*/ 0 w 4986"/>
                  <a:gd name="T31" fmla="*/ 0 h 3377"/>
                  <a:gd name="T32" fmla="*/ 0 w 4986"/>
                  <a:gd name="T33" fmla="*/ 0 h 3377"/>
                  <a:gd name="T34" fmla="*/ 0 w 4986"/>
                  <a:gd name="T35" fmla="*/ 0 h 3377"/>
                  <a:gd name="T36" fmla="*/ 0 w 4986"/>
                  <a:gd name="T37" fmla="*/ 0 h 3377"/>
                  <a:gd name="T38" fmla="*/ 0 w 4986"/>
                  <a:gd name="T39" fmla="*/ 0 h 3377"/>
                  <a:gd name="T40" fmla="*/ 0 w 4986"/>
                  <a:gd name="T41" fmla="*/ 0 h 3377"/>
                  <a:gd name="T42" fmla="*/ 0 w 4986"/>
                  <a:gd name="T43" fmla="*/ 0 h 3377"/>
                  <a:gd name="T44" fmla="*/ 0 w 4986"/>
                  <a:gd name="T45" fmla="*/ 0 h 3377"/>
                  <a:gd name="T46" fmla="*/ 0 w 4986"/>
                  <a:gd name="T47" fmla="*/ 0 h 337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986"/>
                  <a:gd name="T73" fmla="*/ 0 h 3377"/>
                  <a:gd name="T74" fmla="*/ 4986 w 4986"/>
                  <a:gd name="T75" fmla="*/ 3377 h 337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986" h="3377">
                    <a:moveTo>
                      <a:pt x="0" y="2990"/>
                    </a:moveTo>
                    <a:lnTo>
                      <a:pt x="221" y="2372"/>
                    </a:lnTo>
                    <a:lnTo>
                      <a:pt x="567" y="1973"/>
                    </a:lnTo>
                    <a:lnTo>
                      <a:pt x="829" y="1445"/>
                    </a:lnTo>
                    <a:lnTo>
                      <a:pt x="1229" y="1035"/>
                    </a:lnTo>
                    <a:lnTo>
                      <a:pt x="1535" y="940"/>
                    </a:lnTo>
                    <a:lnTo>
                      <a:pt x="1759" y="700"/>
                    </a:lnTo>
                    <a:lnTo>
                      <a:pt x="1741" y="581"/>
                    </a:lnTo>
                    <a:lnTo>
                      <a:pt x="2422" y="0"/>
                    </a:lnTo>
                    <a:lnTo>
                      <a:pt x="2851" y="67"/>
                    </a:lnTo>
                    <a:lnTo>
                      <a:pt x="3088" y="111"/>
                    </a:lnTo>
                    <a:lnTo>
                      <a:pt x="3464" y="25"/>
                    </a:lnTo>
                    <a:lnTo>
                      <a:pt x="3670" y="0"/>
                    </a:lnTo>
                    <a:lnTo>
                      <a:pt x="4431" y="355"/>
                    </a:lnTo>
                    <a:lnTo>
                      <a:pt x="4986" y="1270"/>
                    </a:lnTo>
                    <a:lnTo>
                      <a:pt x="2842" y="3377"/>
                    </a:lnTo>
                    <a:lnTo>
                      <a:pt x="2116" y="1724"/>
                    </a:lnTo>
                    <a:lnTo>
                      <a:pt x="2132" y="1311"/>
                    </a:lnTo>
                    <a:lnTo>
                      <a:pt x="1883" y="1533"/>
                    </a:lnTo>
                    <a:lnTo>
                      <a:pt x="1662" y="1863"/>
                    </a:lnTo>
                    <a:lnTo>
                      <a:pt x="1148" y="2179"/>
                    </a:lnTo>
                    <a:lnTo>
                      <a:pt x="456" y="3199"/>
                    </a:lnTo>
                    <a:lnTo>
                      <a:pt x="150" y="3186"/>
                    </a:lnTo>
                    <a:lnTo>
                      <a:pt x="0" y="2990"/>
                    </a:lnTo>
                    <a:close/>
                  </a:path>
                </a:pathLst>
              </a:custGeom>
              <a:solidFill>
                <a:srgbClr val="515151"/>
              </a:solidFill>
              <a:ln w="9525">
                <a:noFill/>
                <a:round/>
                <a:headEnd/>
                <a:tailEnd/>
              </a:ln>
            </p:spPr>
            <p:txBody>
              <a:bodyPr/>
              <a:lstStyle/>
              <a:p>
                <a:pPr algn="ctr"/>
                <a:endParaRPr lang="pt-BR" sz="2400"/>
              </a:p>
            </p:txBody>
          </p:sp>
          <p:sp>
            <p:nvSpPr>
              <p:cNvPr id="567" name="Freeform 185"/>
              <p:cNvSpPr>
                <a:spLocks/>
              </p:cNvSpPr>
              <p:nvPr/>
            </p:nvSpPr>
            <p:spPr bwMode="auto">
              <a:xfrm>
                <a:off x="2618" y="962"/>
                <a:ext cx="288" cy="239"/>
              </a:xfrm>
              <a:custGeom>
                <a:avLst/>
                <a:gdLst>
                  <a:gd name="T0" fmla="*/ 0 w 2298"/>
                  <a:gd name="T1" fmla="*/ 0 h 1910"/>
                  <a:gd name="T2" fmla="*/ 0 w 2298"/>
                  <a:gd name="T3" fmla="*/ 0 h 1910"/>
                  <a:gd name="T4" fmla="*/ 0 w 2298"/>
                  <a:gd name="T5" fmla="*/ 0 h 1910"/>
                  <a:gd name="T6" fmla="*/ 0 w 2298"/>
                  <a:gd name="T7" fmla="*/ 0 h 1910"/>
                  <a:gd name="T8" fmla="*/ 0 60000 65536"/>
                  <a:gd name="T9" fmla="*/ 0 60000 65536"/>
                  <a:gd name="T10" fmla="*/ 0 60000 65536"/>
                  <a:gd name="T11" fmla="*/ 0 60000 65536"/>
                  <a:gd name="T12" fmla="*/ 0 w 2298"/>
                  <a:gd name="T13" fmla="*/ 0 h 1910"/>
                  <a:gd name="T14" fmla="*/ 2298 w 2298"/>
                  <a:gd name="T15" fmla="*/ 1910 h 1910"/>
                </a:gdLst>
                <a:ahLst/>
                <a:cxnLst>
                  <a:cxn ang="T8">
                    <a:pos x="T0" y="T1"/>
                  </a:cxn>
                  <a:cxn ang="T9">
                    <a:pos x="T2" y="T3"/>
                  </a:cxn>
                  <a:cxn ang="T10">
                    <a:pos x="T4" y="T5"/>
                  </a:cxn>
                  <a:cxn ang="T11">
                    <a:pos x="T6" y="T7"/>
                  </a:cxn>
                </a:cxnLst>
                <a:rect l="T12" t="T13" r="T14" b="T15"/>
                <a:pathLst>
                  <a:path w="2298" h="1910">
                    <a:moveTo>
                      <a:pt x="2298" y="0"/>
                    </a:moveTo>
                    <a:lnTo>
                      <a:pt x="0" y="0"/>
                    </a:lnTo>
                    <a:lnTo>
                      <a:pt x="0" y="1910"/>
                    </a:lnTo>
                    <a:lnTo>
                      <a:pt x="2298" y="0"/>
                    </a:lnTo>
                    <a:close/>
                  </a:path>
                </a:pathLst>
              </a:custGeom>
              <a:solidFill>
                <a:srgbClr val="FFEA00"/>
              </a:solidFill>
              <a:ln w="9525">
                <a:noFill/>
                <a:round/>
                <a:headEnd/>
                <a:tailEnd/>
              </a:ln>
            </p:spPr>
            <p:txBody>
              <a:bodyPr/>
              <a:lstStyle/>
              <a:p>
                <a:pPr algn="ctr"/>
                <a:endParaRPr lang="pt-BR" sz="2400"/>
              </a:p>
            </p:txBody>
          </p:sp>
          <p:sp>
            <p:nvSpPr>
              <p:cNvPr id="568" name="Freeform 186"/>
              <p:cNvSpPr>
                <a:spLocks/>
              </p:cNvSpPr>
              <p:nvPr/>
            </p:nvSpPr>
            <p:spPr bwMode="auto">
              <a:xfrm>
                <a:off x="2619" y="979"/>
                <a:ext cx="571" cy="488"/>
              </a:xfrm>
              <a:custGeom>
                <a:avLst/>
                <a:gdLst>
                  <a:gd name="T0" fmla="*/ 0 w 4566"/>
                  <a:gd name="T1" fmla="*/ 0 h 3907"/>
                  <a:gd name="T2" fmla="*/ 0 w 4566"/>
                  <a:gd name="T3" fmla="*/ 0 h 3907"/>
                  <a:gd name="T4" fmla="*/ 0 w 4566"/>
                  <a:gd name="T5" fmla="*/ 0 h 3907"/>
                  <a:gd name="T6" fmla="*/ 0 w 4566"/>
                  <a:gd name="T7" fmla="*/ 0 h 3907"/>
                  <a:gd name="T8" fmla="*/ 0 w 4566"/>
                  <a:gd name="T9" fmla="*/ 0 h 3907"/>
                  <a:gd name="T10" fmla="*/ 0 w 4566"/>
                  <a:gd name="T11" fmla="*/ 0 h 3907"/>
                  <a:gd name="T12" fmla="*/ 0 w 4566"/>
                  <a:gd name="T13" fmla="*/ 0 h 3907"/>
                  <a:gd name="T14" fmla="*/ 0 w 4566"/>
                  <a:gd name="T15" fmla="*/ 0 h 3907"/>
                  <a:gd name="T16" fmla="*/ 0 w 4566"/>
                  <a:gd name="T17" fmla="*/ 0 h 3907"/>
                  <a:gd name="T18" fmla="*/ 0 w 4566"/>
                  <a:gd name="T19" fmla="*/ 0 h 3907"/>
                  <a:gd name="T20" fmla="*/ 0 w 4566"/>
                  <a:gd name="T21" fmla="*/ 0 h 3907"/>
                  <a:gd name="T22" fmla="*/ 0 w 4566"/>
                  <a:gd name="T23" fmla="*/ 0 h 3907"/>
                  <a:gd name="T24" fmla="*/ 0 w 4566"/>
                  <a:gd name="T25" fmla="*/ 0 h 3907"/>
                  <a:gd name="T26" fmla="*/ 0 w 4566"/>
                  <a:gd name="T27" fmla="*/ 0 h 3907"/>
                  <a:gd name="T28" fmla="*/ 0 w 4566"/>
                  <a:gd name="T29" fmla="*/ 0 h 3907"/>
                  <a:gd name="T30" fmla="*/ 0 w 4566"/>
                  <a:gd name="T31" fmla="*/ 0 h 3907"/>
                  <a:gd name="T32" fmla="*/ 0 w 4566"/>
                  <a:gd name="T33" fmla="*/ 0 h 3907"/>
                  <a:gd name="T34" fmla="*/ 0 w 4566"/>
                  <a:gd name="T35" fmla="*/ 0 h 3907"/>
                  <a:gd name="T36" fmla="*/ 0 w 4566"/>
                  <a:gd name="T37" fmla="*/ 0 h 3907"/>
                  <a:gd name="T38" fmla="*/ 0 w 4566"/>
                  <a:gd name="T39" fmla="*/ 0 h 3907"/>
                  <a:gd name="T40" fmla="*/ 0 w 4566"/>
                  <a:gd name="T41" fmla="*/ 0 h 3907"/>
                  <a:gd name="T42" fmla="*/ 0 w 4566"/>
                  <a:gd name="T43" fmla="*/ 0 h 3907"/>
                  <a:gd name="T44" fmla="*/ 0 w 4566"/>
                  <a:gd name="T45" fmla="*/ 0 h 3907"/>
                  <a:gd name="T46" fmla="*/ 0 w 4566"/>
                  <a:gd name="T47" fmla="*/ 0 h 3907"/>
                  <a:gd name="T48" fmla="*/ 0 w 4566"/>
                  <a:gd name="T49" fmla="*/ 0 h 3907"/>
                  <a:gd name="T50" fmla="*/ 0 w 4566"/>
                  <a:gd name="T51" fmla="*/ 0 h 3907"/>
                  <a:gd name="T52" fmla="*/ 0 w 4566"/>
                  <a:gd name="T53" fmla="*/ 0 h 3907"/>
                  <a:gd name="T54" fmla="*/ 0 w 4566"/>
                  <a:gd name="T55" fmla="*/ 0 h 3907"/>
                  <a:gd name="T56" fmla="*/ 0 w 4566"/>
                  <a:gd name="T57" fmla="*/ 0 h 3907"/>
                  <a:gd name="T58" fmla="*/ 0 w 4566"/>
                  <a:gd name="T59" fmla="*/ 0 h 3907"/>
                  <a:gd name="T60" fmla="*/ 0 w 4566"/>
                  <a:gd name="T61" fmla="*/ 0 h 390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566"/>
                  <a:gd name="T94" fmla="*/ 0 h 3907"/>
                  <a:gd name="T95" fmla="*/ 4566 w 4566"/>
                  <a:gd name="T96" fmla="*/ 3907 h 390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566" h="3907">
                    <a:moveTo>
                      <a:pt x="511" y="3907"/>
                    </a:moveTo>
                    <a:lnTo>
                      <a:pt x="693" y="3877"/>
                    </a:lnTo>
                    <a:lnTo>
                      <a:pt x="905" y="3826"/>
                    </a:lnTo>
                    <a:lnTo>
                      <a:pt x="1178" y="3711"/>
                    </a:lnTo>
                    <a:lnTo>
                      <a:pt x="1354" y="3626"/>
                    </a:lnTo>
                    <a:lnTo>
                      <a:pt x="1519" y="3503"/>
                    </a:lnTo>
                    <a:lnTo>
                      <a:pt x="1763" y="3250"/>
                    </a:lnTo>
                    <a:lnTo>
                      <a:pt x="1455" y="2773"/>
                    </a:lnTo>
                    <a:lnTo>
                      <a:pt x="3611" y="2085"/>
                    </a:lnTo>
                    <a:lnTo>
                      <a:pt x="3328" y="2461"/>
                    </a:lnTo>
                    <a:lnTo>
                      <a:pt x="3611" y="2591"/>
                    </a:lnTo>
                    <a:lnTo>
                      <a:pt x="4474" y="2501"/>
                    </a:lnTo>
                    <a:lnTo>
                      <a:pt x="4566" y="1903"/>
                    </a:lnTo>
                    <a:lnTo>
                      <a:pt x="4545" y="1793"/>
                    </a:lnTo>
                    <a:lnTo>
                      <a:pt x="4483" y="1541"/>
                    </a:lnTo>
                    <a:lnTo>
                      <a:pt x="4352" y="1152"/>
                    </a:lnTo>
                    <a:lnTo>
                      <a:pt x="4281" y="1103"/>
                    </a:lnTo>
                    <a:lnTo>
                      <a:pt x="4191" y="1090"/>
                    </a:lnTo>
                    <a:lnTo>
                      <a:pt x="3936" y="0"/>
                    </a:lnTo>
                    <a:lnTo>
                      <a:pt x="1921" y="9"/>
                    </a:lnTo>
                    <a:lnTo>
                      <a:pt x="1747" y="244"/>
                    </a:lnTo>
                    <a:lnTo>
                      <a:pt x="1415" y="356"/>
                    </a:lnTo>
                    <a:lnTo>
                      <a:pt x="1037" y="619"/>
                    </a:lnTo>
                    <a:lnTo>
                      <a:pt x="894" y="739"/>
                    </a:lnTo>
                    <a:lnTo>
                      <a:pt x="772" y="923"/>
                    </a:lnTo>
                    <a:lnTo>
                      <a:pt x="693" y="1114"/>
                    </a:lnTo>
                    <a:lnTo>
                      <a:pt x="0" y="2512"/>
                    </a:lnTo>
                    <a:lnTo>
                      <a:pt x="73" y="2717"/>
                    </a:lnTo>
                    <a:lnTo>
                      <a:pt x="22" y="2998"/>
                    </a:lnTo>
                    <a:lnTo>
                      <a:pt x="479" y="3845"/>
                    </a:lnTo>
                    <a:lnTo>
                      <a:pt x="511" y="3907"/>
                    </a:lnTo>
                    <a:close/>
                  </a:path>
                </a:pathLst>
              </a:custGeom>
              <a:solidFill>
                <a:srgbClr val="FF0000"/>
              </a:solidFill>
              <a:ln w="9525">
                <a:noFill/>
                <a:round/>
                <a:headEnd/>
                <a:tailEnd/>
              </a:ln>
            </p:spPr>
            <p:txBody>
              <a:bodyPr/>
              <a:lstStyle/>
              <a:p>
                <a:pPr algn="ctr"/>
                <a:endParaRPr lang="pt-BR" sz="2400"/>
              </a:p>
            </p:txBody>
          </p:sp>
          <p:sp>
            <p:nvSpPr>
              <p:cNvPr id="569" name="Freeform 187"/>
              <p:cNvSpPr>
                <a:spLocks/>
              </p:cNvSpPr>
              <p:nvPr/>
            </p:nvSpPr>
            <p:spPr bwMode="auto">
              <a:xfrm>
                <a:off x="2787" y="1322"/>
                <a:ext cx="284" cy="221"/>
              </a:xfrm>
              <a:custGeom>
                <a:avLst/>
                <a:gdLst>
                  <a:gd name="T0" fmla="*/ 0 w 2279"/>
                  <a:gd name="T1" fmla="*/ 0 h 1769"/>
                  <a:gd name="T2" fmla="*/ 0 w 2279"/>
                  <a:gd name="T3" fmla="*/ 0 h 1769"/>
                  <a:gd name="T4" fmla="*/ 0 w 2279"/>
                  <a:gd name="T5" fmla="*/ 0 h 1769"/>
                  <a:gd name="T6" fmla="*/ 0 w 2279"/>
                  <a:gd name="T7" fmla="*/ 0 h 1769"/>
                  <a:gd name="T8" fmla="*/ 0 w 2279"/>
                  <a:gd name="T9" fmla="*/ 0 h 1769"/>
                  <a:gd name="T10" fmla="*/ 0 w 2279"/>
                  <a:gd name="T11" fmla="*/ 0 h 1769"/>
                  <a:gd name="T12" fmla="*/ 0 60000 65536"/>
                  <a:gd name="T13" fmla="*/ 0 60000 65536"/>
                  <a:gd name="T14" fmla="*/ 0 60000 65536"/>
                  <a:gd name="T15" fmla="*/ 0 60000 65536"/>
                  <a:gd name="T16" fmla="*/ 0 60000 65536"/>
                  <a:gd name="T17" fmla="*/ 0 60000 65536"/>
                  <a:gd name="T18" fmla="*/ 0 w 2279"/>
                  <a:gd name="T19" fmla="*/ 0 h 1769"/>
                  <a:gd name="T20" fmla="*/ 2279 w 2279"/>
                  <a:gd name="T21" fmla="*/ 1769 h 1769"/>
                </a:gdLst>
                <a:ahLst/>
                <a:cxnLst>
                  <a:cxn ang="T12">
                    <a:pos x="T0" y="T1"/>
                  </a:cxn>
                  <a:cxn ang="T13">
                    <a:pos x="T2" y="T3"/>
                  </a:cxn>
                  <a:cxn ang="T14">
                    <a:pos x="T4" y="T5"/>
                  </a:cxn>
                  <a:cxn ang="T15">
                    <a:pos x="T6" y="T7"/>
                  </a:cxn>
                  <a:cxn ang="T16">
                    <a:pos x="T8" y="T9"/>
                  </a:cxn>
                  <a:cxn ang="T17">
                    <a:pos x="T10" y="T11"/>
                  </a:cxn>
                </a:cxnLst>
                <a:rect l="T18" t="T19" r="T20" b="T21"/>
                <a:pathLst>
                  <a:path w="2279" h="1769">
                    <a:moveTo>
                      <a:pt x="268" y="281"/>
                    </a:moveTo>
                    <a:lnTo>
                      <a:pt x="1154" y="0"/>
                    </a:lnTo>
                    <a:lnTo>
                      <a:pt x="2279" y="1072"/>
                    </a:lnTo>
                    <a:lnTo>
                      <a:pt x="774" y="1769"/>
                    </a:lnTo>
                    <a:lnTo>
                      <a:pt x="0" y="863"/>
                    </a:lnTo>
                    <a:lnTo>
                      <a:pt x="268" y="281"/>
                    </a:lnTo>
                    <a:close/>
                  </a:path>
                </a:pathLst>
              </a:custGeom>
              <a:solidFill>
                <a:srgbClr val="FFFFFF"/>
              </a:solidFill>
              <a:ln w="9525">
                <a:noFill/>
                <a:round/>
                <a:headEnd/>
                <a:tailEnd/>
              </a:ln>
            </p:spPr>
            <p:txBody>
              <a:bodyPr/>
              <a:lstStyle/>
              <a:p>
                <a:pPr algn="ctr"/>
                <a:endParaRPr lang="pt-BR" sz="2400"/>
              </a:p>
            </p:txBody>
          </p:sp>
          <p:sp>
            <p:nvSpPr>
              <p:cNvPr id="570" name="Freeform 188"/>
              <p:cNvSpPr>
                <a:spLocks/>
              </p:cNvSpPr>
              <p:nvPr/>
            </p:nvSpPr>
            <p:spPr bwMode="auto">
              <a:xfrm>
                <a:off x="2955" y="1283"/>
                <a:ext cx="132" cy="84"/>
              </a:xfrm>
              <a:custGeom>
                <a:avLst/>
                <a:gdLst>
                  <a:gd name="T0" fmla="*/ 0 w 1055"/>
                  <a:gd name="T1" fmla="*/ 0 h 675"/>
                  <a:gd name="T2" fmla="*/ 0 w 1055"/>
                  <a:gd name="T3" fmla="*/ 0 h 675"/>
                  <a:gd name="T4" fmla="*/ 0 w 1055"/>
                  <a:gd name="T5" fmla="*/ 0 h 675"/>
                  <a:gd name="T6" fmla="*/ 0 w 1055"/>
                  <a:gd name="T7" fmla="*/ 0 h 675"/>
                  <a:gd name="T8" fmla="*/ 0 w 1055"/>
                  <a:gd name="T9" fmla="*/ 0 h 675"/>
                  <a:gd name="T10" fmla="*/ 0 w 1055"/>
                  <a:gd name="T11" fmla="*/ 0 h 675"/>
                  <a:gd name="T12" fmla="*/ 0 w 1055"/>
                  <a:gd name="T13" fmla="*/ 0 h 675"/>
                  <a:gd name="T14" fmla="*/ 0 w 1055"/>
                  <a:gd name="T15" fmla="*/ 0 h 675"/>
                  <a:gd name="T16" fmla="*/ 0 w 1055"/>
                  <a:gd name="T17" fmla="*/ 0 h 675"/>
                  <a:gd name="T18" fmla="*/ 0 w 1055"/>
                  <a:gd name="T19" fmla="*/ 0 h 675"/>
                  <a:gd name="T20" fmla="*/ 0 w 1055"/>
                  <a:gd name="T21" fmla="*/ 0 h 675"/>
                  <a:gd name="T22" fmla="*/ 0 w 1055"/>
                  <a:gd name="T23" fmla="*/ 0 h 675"/>
                  <a:gd name="T24" fmla="*/ 0 w 1055"/>
                  <a:gd name="T25" fmla="*/ 0 h 675"/>
                  <a:gd name="T26" fmla="*/ 0 w 1055"/>
                  <a:gd name="T27" fmla="*/ 0 h 675"/>
                  <a:gd name="T28" fmla="*/ 0 w 1055"/>
                  <a:gd name="T29" fmla="*/ 0 h 675"/>
                  <a:gd name="T30" fmla="*/ 0 w 1055"/>
                  <a:gd name="T31" fmla="*/ 0 h 675"/>
                  <a:gd name="T32" fmla="*/ 0 w 1055"/>
                  <a:gd name="T33" fmla="*/ 0 h 675"/>
                  <a:gd name="T34" fmla="*/ 0 w 1055"/>
                  <a:gd name="T35" fmla="*/ 0 h 675"/>
                  <a:gd name="T36" fmla="*/ 0 w 1055"/>
                  <a:gd name="T37" fmla="*/ 0 h 675"/>
                  <a:gd name="T38" fmla="*/ 0 w 1055"/>
                  <a:gd name="T39" fmla="*/ 0 h 675"/>
                  <a:gd name="T40" fmla="*/ 0 w 1055"/>
                  <a:gd name="T41" fmla="*/ 0 h 675"/>
                  <a:gd name="T42" fmla="*/ 0 w 1055"/>
                  <a:gd name="T43" fmla="*/ 0 h 675"/>
                  <a:gd name="T44" fmla="*/ 0 w 1055"/>
                  <a:gd name="T45" fmla="*/ 0 h 675"/>
                  <a:gd name="T46" fmla="*/ 0 w 1055"/>
                  <a:gd name="T47" fmla="*/ 0 h 675"/>
                  <a:gd name="T48" fmla="*/ 0 w 1055"/>
                  <a:gd name="T49" fmla="*/ 0 h 675"/>
                  <a:gd name="T50" fmla="*/ 0 w 1055"/>
                  <a:gd name="T51" fmla="*/ 0 h 675"/>
                  <a:gd name="T52" fmla="*/ 0 w 1055"/>
                  <a:gd name="T53" fmla="*/ 0 h 675"/>
                  <a:gd name="T54" fmla="*/ 0 w 1055"/>
                  <a:gd name="T55" fmla="*/ 0 h 67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55"/>
                  <a:gd name="T85" fmla="*/ 0 h 675"/>
                  <a:gd name="T86" fmla="*/ 1055 w 1055"/>
                  <a:gd name="T87" fmla="*/ 675 h 67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55" h="675">
                    <a:moveTo>
                      <a:pt x="0" y="627"/>
                    </a:moveTo>
                    <a:lnTo>
                      <a:pt x="64" y="339"/>
                    </a:lnTo>
                    <a:lnTo>
                      <a:pt x="87" y="274"/>
                    </a:lnTo>
                    <a:lnTo>
                      <a:pt x="290" y="16"/>
                    </a:lnTo>
                    <a:lnTo>
                      <a:pt x="352" y="0"/>
                    </a:lnTo>
                    <a:lnTo>
                      <a:pt x="703" y="43"/>
                    </a:lnTo>
                    <a:lnTo>
                      <a:pt x="783" y="58"/>
                    </a:lnTo>
                    <a:lnTo>
                      <a:pt x="986" y="131"/>
                    </a:lnTo>
                    <a:lnTo>
                      <a:pt x="1044" y="181"/>
                    </a:lnTo>
                    <a:lnTo>
                      <a:pt x="1055" y="234"/>
                    </a:lnTo>
                    <a:lnTo>
                      <a:pt x="1055" y="297"/>
                    </a:lnTo>
                    <a:lnTo>
                      <a:pt x="1030" y="339"/>
                    </a:lnTo>
                    <a:lnTo>
                      <a:pt x="975" y="368"/>
                    </a:lnTo>
                    <a:lnTo>
                      <a:pt x="896" y="376"/>
                    </a:lnTo>
                    <a:lnTo>
                      <a:pt x="811" y="427"/>
                    </a:lnTo>
                    <a:lnTo>
                      <a:pt x="712" y="493"/>
                    </a:lnTo>
                    <a:lnTo>
                      <a:pt x="615" y="581"/>
                    </a:lnTo>
                    <a:lnTo>
                      <a:pt x="532" y="603"/>
                    </a:lnTo>
                    <a:lnTo>
                      <a:pt x="440" y="610"/>
                    </a:lnTo>
                    <a:lnTo>
                      <a:pt x="400" y="613"/>
                    </a:lnTo>
                    <a:lnTo>
                      <a:pt x="327" y="658"/>
                    </a:lnTo>
                    <a:lnTo>
                      <a:pt x="248" y="675"/>
                    </a:lnTo>
                    <a:lnTo>
                      <a:pt x="228" y="610"/>
                    </a:lnTo>
                    <a:lnTo>
                      <a:pt x="184" y="647"/>
                    </a:lnTo>
                    <a:lnTo>
                      <a:pt x="128" y="671"/>
                    </a:lnTo>
                    <a:lnTo>
                      <a:pt x="117" y="581"/>
                    </a:lnTo>
                    <a:lnTo>
                      <a:pt x="46" y="610"/>
                    </a:lnTo>
                    <a:lnTo>
                      <a:pt x="0" y="627"/>
                    </a:lnTo>
                    <a:close/>
                  </a:path>
                </a:pathLst>
              </a:custGeom>
              <a:solidFill>
                <a:srgbClr val="FFC98E"/>
              </a:solidFill>
              <a:ln w="9525">
                <a:noFill/>
                <a:round/>
                <a:headEnd/>
                <a:tailEnd/>
              </a:ln>
            </p:spPr>
            <p:txBody>
              <a:bodyPr/>
              <a:lstStyle/>
              <a:p>
                <a:pPr algn="ctr"/>
                <a:endParaRPr lang="pt-BR" sz="2400"/>
              </a:p>
            </p:txBody>
          </p:sp>
          <p:sp>
            <p:nvSpPr>
              <p:cNvPr id="571" name="Freeform 189"/>
              <p:cNvSpPr>
                <a:spLocks/>
              </p:cNvSpPr>
              <p:nvPr/>
            </p:nvSpPr>
            <p:spPr bwMode="auto">
              <a:xfrm>
                <a:off x="2900" y="1318"/>
                <a:ext cx="9" cy="148"/>
              </a:xfrm>
              <a:custGeom>
                <a:avLst/>
                <a:gdLst>
                  <a:gd name="T0" fmla="*/ 0 w 75"/>
                  <a:gd name="T1" fmla="*/ 0 h 1182"/>
                  <a:gd name="T2" fmla="*/ 0 w 75"/>
                  <a:gd name="T3" fmla="*/ 0 h 1182"/>
                  <a:gd name="T4" fmla="*/ 0 w 75"/>
                  <a:gd name="T5" fmla="*/ 0 h 1182"/>
                  <a:gd name="T6" fmla="*/ 0 w 75"/>
                  <a:gd name="T7" fmla="*/ 0 h 1182"/>
                  <a:gd name="T8" fmla="*/ 0 w 75"/>
                  <a:gd name="T9" fmla="*/ 0 h 1182"/>
                  <a:gd name="T10" fmla="*/ 0 w 75"/>
                  <a:gd name="T11" fmla="*/ 0 h 1182"/>
                  <a:gd name="T12" fmla="*/ 0 w 75"/>
                  <a:gd name="T13" fmla="*/ 0 h 1182"/>
                  <a:gd name="T14" fmla="*/ 0 60000 65536"/>
                  <a:gd name="T15" fmla="*/ 0 60000 65536"/>
                  <a:gd name="T16" fmla="*/ 0 60000 65536"/>
                  <a:gd name="T17" fmla="*/ 0 60000 65536"/>
                  <a:gd name="T18" fmla="*/ 0 60000 65536"/>
                  <a:gd name="T19" fmla="*/ 0 60000 65536"/>
                  <a:gd name="T20" fmla="*/ 0 60000 65536"/>
                  <a:gd name="T21" fmla="*/ 0 w 75"/>
                  <a:gd name="T22" fmla="*/ 0 h 1182"/>
                  <a:gd name="T23" fmla="*/ 75 w 75"/>
                  <a:gd name="T24" fmla="*/ 1182 h 1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 h="1182">
                    <a:moveTo>
                      <a:pt x="0" y="1182"/>
                    </a:moveTo>
                    <a:lnTo>
                      <a:pt x="0" y="17"/>
                    </a:lnTo>
                    <a:lnTo>
                      <a:pt x="24" y="0"/>
                    </a:lnTo>
                    <a:lnTo>
                      <a:pt x="49" y="0"/>
                    </a:lnTo>
                    <a:lnTo>
                      <a:pt x="75" y="17"/>
                    </a:lnTo>
                    <a:lnTo>
                      <a:pt x="75" y="1182"/>
                    </a:lnTo>
                    <a:lnTo>
                      <a:pt x="0" y="1182"/>
                    </a:lnTo>
                    <a:close/>
                  </a:path>
                </a:pathLst>
              </a:custGeom>
              <a:solidFill>
                <a:srgbClr val="FFEA00"/>
              </a:solidFill>
              <a:ln w="9525">
                <a:noFill/>
                <a:round/>
                <a:headEnd/>
                <a:tailEnd/>
              </a:ln>
            </p:spPr>
            <p:txBody>
              <a:bodyPr/>
              <a:lstStyle/>
              <a:p>
                <a:pPr algn="ctr"/>
                <a:endParaRPr lang="pt-BR" sz="2400"/>
              </a:p>
            </p:txBody>
          </p:sp>
          <p:sp>
            <p:nvSpPr>
              <p:cNvPr id="572" name="Freeform 190"/>
              <p:cNvSpPr>
                <a:spLocks/>
              </p:cNvSpPr>
              <p:nvPr/>
            </p:nvSpPr>
            <p:spPr bwMode="auto">
              <a:xfrm>
                <a:off x="2792" y="1359"/>
                <a:ext cx="163" cy="91"/>
              </a:xfrm>
              <a:custGeom>
                <a:avLst/>
                <a:gdLst>
                  <a:gd name="T0" fmla="*/ 0 w 1308"/>
                  <a:gd name="T1" fmla="*/ 0 h 729"/>
                  <a:gd name="T2" fmla="*/ 0 w 1308"/>
                  <a:gd name="T3" fmla="*/ 0 h 729"/>
                  <a:gd name="T4" fmla="*/ 0 w 1308"/>
                  <a:gd name="T5" fmla="*/ 0 h 729"/>
                  <a:gd name="T6" fmla="*/ 0 w 1308"/>
                  <a:gd name="T7" fmla="*/ 0 h 729"/>
                  <a:gd name="T8" fmla="*/ 0 w 1308"/>
                  <a:gd name="T9" fmla="*/ 0 h 729"/>
                  <a:gd name="T10" fmla="*/ 0 w 1308"/>
                  <a:gd name="T11" fmla="*/ 0 h 729"/>
                  <a:gd name="T12" fmla="*/ 0 w 1308"/>
                  <a:gd name="T13" fmla="*/ 0 h 729"/>
                  <a:gd name="T14" fmla="*/ 0 w 1308"/>
                  <a:gd name="T15" fmla="*/ 0 h 729"/>
                  <a:gd name="T16" fmla="*/ 0 w 1308"/>
                  <a:gd name="T17" fmla="*/ 0 h 729"/>
                  <a:gd name="T18" fmla="*/ 0 w 1308"/>
                  <a:gd name="T19" fmla="*/ 0 h 729"/>
                  <a:gd name="T20" fmla="*/ 0 w 1308"/>
                  <a:gd name="T21" fmla="*/ 0 h 729"/>
                  <a:gd name="T22" fmla="*/ 0 w 1308"/>
                  <a:gd name="T23" fmla="*/ 0 h 729"/>
                  <a:gd name="T24" fmla="*/ 0 w 1308"/>
                  <a:gd name="T25" fmla="*/ 0 h 729"/>
                  <a:gd name="T26" fmla="*/ 0 w 1308"/>
                  <a:gd name="T27" fmla="*/ 0 h 729"/>
                  <a:gd name="T28" fmla="*/ 0 w 1308"/>
                  <a:gd name="T29" fmla="*/ 0 h 729"/>
                  <a:gd name="T30" fmla="*/ 0 w 1308"/>
                  <a:gd name="T31" fmla="*/ 0 h 729"/>
                  <a:gd name="T32" fmla="*/ 0 w 1308"/>
                  <a:gd name="T33" fmla="*/ 0 h 729"/>
                  <a:gd name="T34" fmla="*/ 0 w 1308"/>
                  <a:gd name="T35" fmla="*/ 0 h 729"/>
                  <a:gd name="T36" fmla="*/ 0 w 1308"/>
                  <a:gd name="T37" fmla="*/ 0 h 729"/>
                  <a:gd name="T38" fmla="*/ 0 w 1308"/>
                  <a:gd name="T39" fmla="*/ 0 h 729"/>
                  <a:gd name="T40" fmla="*/ 0 w 1308"/>
                  <a:gd name="T41" fmla="*/ 0 h 729"/>
                  <a:gd name="T42" fmla="*/ 0 w 1308"/>
                  <a:gd name="T43" fmla="*/ 0 h 729"/>
                  <a:gd name="T44" fmla="*/ 0 w 1308"/>
                  <a:gd name="T45" fmla="*/ 0 h 729"/>
                  <a:gd name="T46" fmla="*/ 0 w 1308"/>
                  <a:gd name="T47" fmla="*/ 0 h 729"/>
                  <a:gd name="T48" fmla="*/ 0 w 1308"/>
                  <a:gd name="T49" fmla="*/ 0 h 729"/>
                  <a:gd name="T50" fmla="*/ 0 w 1308"/>
                  <a:gd name="T51" fmla="*/ 0 h 72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08"/>
                  <a:gd name="T79" fmla="*/ 0 h 729"/>
                  <a:gd name="T80" fmla="*/ 1308 w 1308"/>
                  <a:gd name="T81" fmla="*/ 729 h 72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08" h="729">
                    <a:moveTo>
                      <a:pt x="858" y="441"/>
                    </a:moveTo>
                    <a:lnTo>
                      <a:pt x="1040" y="464"/>
                    </a:lnTo>
                    <a:lnTo>
                      <a:pt x="1257" y="496"/>
                    </a:lnTo>
                    <a:lnTo>
                      <a:pt x="1294" y="487"/>
                    </a:lnTo>
                    <a:lnTo>
                      <a:pt x="1308" y="480"/>
                    </a:lnTo>
                    <a:lnTo>
                      <a:pt x="1301" y="446"/>
                    </a:lnTo>
                    <a:lnTo>
                      <a:pt x="1270" y="408"/>
                    </a:lnTo>
                    <a:lnTo>
                      <a:pt x="1176" y="371"/>
                    </a:lnTo>
                    <a:lnTo>
                      <a:pt x="1038" y="330"/>
                    </a:lnTo>
                    <a:lnTo>
                      <a:pt x="918" y="268"/>
                    </a:lnTo>
                    <a:lnTo>
                      <a:pt x="858" y="219"/>
                    </a:lnTo>
                    <a:lnTo>
                      <a:pt x="858" y="52"/>
                    </a:lnTo>
                    <a:lnTo>
                      <a:pt x="782" y="0"/>
                    </a:lnTo>
                    <a:lnTo>
                      <a:pt x="264" y="65"/>
                    </a:lnTo>
                    <a:lnTo>
                      <a:pt x="73" y="171"/>
                    </a:lnTo>
                    <a:lnTo>
                      <a:pt x="0" y="283"/>
                    </a:lnTo>
                    <a:lnTo>
                      <a:pt x="139" y="376"/>
                    </a:lnTo>
                    <a:lnTo>
                      <a:pt x="224" y="455"/>
                    </a:lnTo>
                    <a:lnTo>
                      <a:pt x="310" y="540"/>
                    </a:lnTo>
                    <a:lnTo>
                      <a:pt x="367" y="619"/>
                    </a:lnTo>
                    <a:lnTo>
                      <a:pt x="406" y="663"/>
                    </a:lnTo>
                    <a:lnTo>
                      <a:pt x="440" y="681"/>
                    </a:lnTo>
                    <a:lnTo>
                      <a:pt x="703" y="729"/>
                    </a:lnTo>
                    <a:lnTo>
                      <a:pt x="747" y="727"/>
                    </a:lnTo>
                    <a:lnTo>
                      <a:pt x="858" y="588"/>
                    </a:lnTo>
                    <a:lnTo>
                      <a:pt x="858" y="441"/>
                    </a:lnTo>
                    <a:close/>
                  </a:path>
                </a:pathLst>
              </a:custGeom>
              <a:solidFill>
                <a:srgbClr val="FFC98E"/>
              </a:solidFill>
              <a:ln w="9525">
                <a:noFill/>
                <a:round/>
                <a:headEnd/>
                <a:tailEnd/>
              </a:ln>
            </p:spPr>
            <p:txBody>
              <a:bodyPr/>
              <a:lstStyle/>
              <a:p>
                <a:pPr algn="ctr"/>
                <a:endParaRPr lang="pt-BR" sz="2400"/>
              </a:p>
            </p:txBody>
          </p:sp>
          <p:sp>
            <p:nvSpPr>
              <p:cNvPr id="573" name="Freeform 191"/>
              <p:cNvSpPr>
                <a:spLocks/>
              </p:cNvSpPr>
              <p:nvPr/>
            </p:nvSpPr>
            <p:spPr bwMode="auto">
              <a:xfrm>
                <a:off x="2900" y="1464"/>
                <a:ext cx="9" cy="20"/>
              </a:xfrm>
              <a:custGeom>
                <a:avLst/>
                <a:gdLst>
                  <a:gd name="T0" fmla="*/ 0 w 75"/>
                  <a:gd name="T1" fmla="*/ 0 h 166"/>
                  <a:gd name="T2" fmla="*/ 0 w 75"/>
                  <a:gd name="T3" fmla="*/ 0 h 166"/>
                  <a:gd name="T4" fmla="*/ 0 w 75"/>
                  <a:gd name="T5" fmla="*/ 0 h 166"/>
                  <a:gd name="T6" fmla="*/ 0 w 75"/>
                  <a:gd name="T7" fmla="*/ 0 h 166"/>
                  <a:gd name="T8" fmla="*/ 0 w 75"/>
                  <a:gd name="T9" fmla="*/ 0 h 166"/>
                  <a:gd name="T10" fmla="*/ 0 w 75"/>
                  <a:gd name="T11" fmla="*/ 0 h 166"/>
                  <a:gd name="T12" fmla="*/ 0 60000 65536"/>
                  <a:gd name="T13" fmla="*/ 0 60000 65536"/>
                  <a:gd name="T14" fmla="*/ 0 60000 65536"/>
                  <a:gd name="T15" fmla="*/ 0 60000 65536"/>
                  <a:gd name="T16" fmla="*/ 0 60000 65536"/>
                  <a:gd name="T17" fmla="*/ 0 60000 65536"/>
                  <a:gd name="T18" fmla="*/ 0 w 75"/>
                  <a:gd name="T19" fmla="*/ 0 h 166"/>
                  <a:gd name="T20" fmla="*/ 75 w 75"/>
                  <a:gd name="T21" fmla="*/ 166 h 166"/>
                </a:gdLst>
                <a:ahLst/>
                <a:cxnLst>
                  <a:cxn ang="T12">
                    <a:pos x="T0" y="T1"/>
                  </a:cxn>
                  <a:cxn ang="T13">
                    <a:pos x="T2" y="T3"/>
                  </a:cxn>
                  <a:cxn ang="T14">
                    <a:pos x="T4" y="T5"/>
                  </a:cxn>
                  <a:cxn ang="T15">
                    <a:pos x="T6" y="T7"/>
                  </a:cxn>
                  <a:cxn ang="T16">
                    <a:pos x="T8" y="T9"/>
                  </a:cxn>
                  <a:cxn ang="T17">
                    <a:pos x="T10" y="T11"/>
                  </a:cxn>
                </a:cxnLst>
                <a:rect l="T18" t="T19" r="T20" b="T21"/>
                <a:pathLst>
                  <a:path w="75" h="166">
                    <a:moveTo>
                      <a:pt x="0" y="23"/>
                    </a:moveTo>
                    <a:lnTo>
                      <a:pt x="31" y="166"/>
                    </a:lnTo>
                    <a:lnTo>
                      <a:pt x="75" y="23"/>
                    </a:lnTo>
                    <a:lnTo>
                      <a:pt x="61" y="7"/>
                    </a:lnTo>
                    <a:lnTo>
                      <a:pt x="17" y="0"/>
                    </a:lnTo>
                    <a:lnTo>
                      <a:pt x="0" y="23"/>
                    </a:lnTo>
                    <a:close/>
                  </a:path>
                </a:pathLst>
              </a:custGeom>
              <a:solidFill>
                <a:srgbClr val="FFC98E"/>
              </a:solidFill>
              <a:ln w="9525">
                <a:noFill/>
                <a:round/>
                <a:headEnd/>
                <a:tailEnd/>
              </a:ln>
            </p:spPr>
            <p:txBody>
              <a:bodyPr/>
              <a:lstStyle/>
              <a:p>
                <a:pPr algn="ctr"/>
                <a:endParaRPr lang="pt-BR" sz="2400"/>
              </a:p>
            </p:txBody>
          </p:sp>
          <p:sp>
            <p:nvSpPr>
              <p:cNvPr id="574" name="Freeform 192"/>
              <p:cNvSpPr>
                <a:spLocks/>
              </p:cNvSpPr>
              <p:nvPr/>
            </p:nvSpPr>
            <p:spPr bwMode="auto">
              <a:xfrm>
                <a:off x="2903" y="972"/>
                <a:ext cx="136" cy="327"/>
              </a:xfrm>
              <a:custGeom>
                <a:avLst/>
                <a:gdLst>
                  <a:gd name="T0" fmla="*/ 0 w 1092"/>
                  <a:gd name="T1" fmla="*/ 0 h 2615"/>
                  <a:gd name="T2" fmla="*/ 0 w 1092"/>
                  <a:gd name="T3" fmla="*/ 0 h 2615"/>
                  <a:gd name="T4" fmla="*/ 0 w 1092"/>
                  <a:gd name="T5" fmla="*/ 0 h 2615"/>
                  <a:gd name="T6" fmla="*/ 0 w 1092"/>
                  <a:gd name="T7" fmla="*/ 0 h 2615"/>
                  <a:gd name="T8" fmla="*/ 0 w 1092"/>
                  <a:gd name="T9" fmla="*/ 0 h 2615"/>
                  <a:gd name="T10" fmla="*/ 0 w 1092"/>
                  <a:gd name="T11" fmla="*/ 0 h 2615"/>
                  <a:gd name="T12" fmla="*/ 0 w 1092"/>
                  <a:gd name="T13" fmla="*/ 0 h 2615"/>
                  <a:gd name="T14" fmla="*/ 0 w 1092"/>
                  <a:gd name="T15" fmla="*/ 0 h 2615"/>
                  <a:gd name="T16" fmla="*/ 0 w 1092"/>
                  <a:gd name="T17" fmla="*/ 0 h 2615"/>
                  <a:gd name="T18" fmla="*/ 0 w 1092"/>
                  <a:gd name="T19" fmla="*/ 0 h 2615"/>
                  <a:gd name="T20" fmla="*/ 0 w 1092"/>
                  <a:gd name="T21" fmla="*/ 0 h 2615"/>
                  <a:gd name="T22" fmla="*/ 0 w 1092"/>
                  <a:gd name="T23" fmla="*/ 0 h 2615"/>
                  <a:gd name="T24" fmla="*/ 0 w 1092"/>
                  <a:gd name="T25" fmla="*/ 0 h 2615"/>
                  <a:gd name="T26" fmla="*/ 0 w 1092"/>
                  <a:gd name="T27" fmla="*/ 0 h 2615"/>
                  <a:gd name="T28" fmla="*/ 0 w 1092"/>
                  <a:gd name="T29" fmla="*/ 0 h 2615"/>
                  <a:gd name="T30" fmla="*/ 0 w 1092"/>
                  <a:gd name="T31" fmla="*/ 0 h 2615"/>
                  <a:gd name="T32" fmla="*/ 0 w 1092"/>
                  <a:gd name="T33" fmla="*/ 0 h 2615"/>
                  <a:gd name="T34" fmla="*/ 0 w 1092"/>
                  <a:gd name="T35" fmla="*/ 0 h 2615"/>
                  <a:gd name="T36" fmla="*/ 0 w 1092"/>
                  <a:gd name="T37" fmla="*/ 0 h 26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92"/>
                  <a:gd name="T58" fmla="*/ 0 h 2615"/>
                  <a:gd name="T59" fmla="*/ 1092 w 1092"/>
                  <a:gd name="T60" fmla="*/ 2615 h 26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92" h="2615">
                    <a:moveTo>
                      <a:pt x="126" y="195"/>
                    </a:moveTo>
                    <a:lnTo>
                      <a:pt x="170" y="382"/>
                    </a:lnTo>
                    <a:lnTo>
                      <a:pt x="226" y="732"/>
                    </a:lnTo>
                    <a:lnTo>
                      <a:pt x="266" y="1002"/>
                    </a:lnTo>
                    <a:lnTo>
                      <a:pt x="255" y="1301"/>
                    </a:lnTo>
                    <a:lnTo>
                      <a:pt x="226" y="1609"/>
                    </a:lnTo>
                    <a:lnTo>
                      <a:pt x="140" y="2053"/>
                    </a:lnTo>
                    <a:lnTo>
                      <a:pt x="0" y="2615"/>
                    </a:lnTo>
                    <a:lnTo>
                      <a:pt x="744" y="2369"/>
                    </a:lnTo>
                    <a:lnTo>
                      <a:pt x="931" y="1924"/>
                    </a:lnTo>
                    <a:lnTo>
                      <a:pt x="1026" y="1546"/>
                    </a:lnTo>
                    <a:lnTo>
                      <a:pt x="1085" y="1126"/>
                    </a:lnTo>
                    <a:lnTo>
                      <a:pt x="1092" y="824"/>
                    </a:lnTo>
                    <a:lnTo>
                      <a:pt x="1072" y="562"/>
                    </a:lnTo>
                    <a:lnTo>
                      <a:pt x="1026" y="343"/>
                    </a:lnTo>
                    <a:lnTo>
                      <a:pt x="961" y="170"/>
                    </a:lnTo>
                    <a:lnTo>
                      <a:pt x="905" y="73"/>
                    </a:lnTo>
                    <a:lnTo>
                      <a:pt x="387" y="0"/>
                    </a:lnTo>
                    <a:lnTo>
                      <a:pt x="126" y="195"/>
                    </a:lnTo>
                    <a:close/>
                  </a:path>
                </a:pathLst>
              </a:custGeom>
              <a:solidFill>
                <a:srgbClr val="FFFFFF"/>
              </a:solidFill>
              <a:ln w="9525">
                <a:noFill/>
                <a:round/>
                <a:headEnd/>
                <a:tailEnd/>
              </a:ln>
            </p:spPr>
            <p:txBody>
              <a:bodyPr/>
              <a:lstStyle/>
              <a:p>
                <a:pPr algn="ctr"/>
                <a:endParaRPr lang="pt-BR" sz="2400"/>
              </a:p>
            </p:txBody>
          </p:sp>
          <p:sp>
            <p:nvSpPr>
              <p:cNvPr id="575" name="Freeform 193"/>
              <p:cNvSpPr>
                <a:spLocks/>
              </p:cNvSpPr>
              <p:nvPr/>
            </p:nvSpPr>
            <p:spPr bwMode="auto">
              <a:xfrm>
                <a:off x="2942" y="1042"/>
                <a:ext cx="121" cy="178"/>
              </a:xfrm>
              <a:custGeom>
                <a:avLst/>
                <a:gdLst>
                  <a:gd name="T0" fmla="*/ 0 w 971"/>
                  <a:gd name="T1" fmla="*/ 0 h 1425"/>
                  <a:gd name="T2" fmla="*/ 0 w 971"/>
                  <a:gd name="T3" fmla="*/ 0 h 1425"/>
                  <a:gd name="T4" fmla="*/ 0 w 971"/>
                  <a:gd name="T5" fmla="*/ 0 h 1425"/>
                  <a:gd name="T6" fmla="*/ 0 w 971"/>
                  <a:gd name="T7" fmla="*/ 0 h 1425"/>
                  <a:gd name="T8" fmla="*/ 0 w 971"/>
                  <a:gd name="T9" fmla="*/ 0 h 1425"/>
                  <a:gd name="T10" fmla="*/ 0 w 971"/>
                  <a:gd name="T11" fmla="*/ 0 h 1425"/>
                  <a:gd name="T12" fmla="*/ 0 w 971"/>
                  <a:gd name="T13" fmla="*/ 0 h 1425"/>
                  <a:gd name="T14" fmla="*/ 0 w 971"/>
                  <a:gd name="T15" fmla="*/ 0 h 1425"/>
                  <a:gd name="T16" fmla="*/ 0 w 971"/>
                  <a:gd name="T17" fmla="*/ 0 h 1425"/>
                  <a:gd name="T18" fmla="*/ 0 w 971"/>
                  <a:gd name="T19" fmla="*/ 0 h 1425"/>
                  <a:gd name="T20" fmla="*/ 0 w 971"/>
                  <a:gd name="T21" fmla="*/ 0 h 1425"/>
                  <a:gd name="T22" fmla="*/ 0 w 971"/>
                  <a:gd name="T23" fmla="*/ 0 h 1425"/>
                  <a:gd name="T24" fmla="*/ 0 w 971"/>
                  <a:gd name="T25" fmla="*/ 0 h 1425"/>
                  <a:gd name="T26" fmla="*/ 0 w 971"/>
                  <a:gd name="T27" fmla="*/ 0 h 1425"/>
                  <a:gd name="T28" fmla="*/ 0 w 971"/>
                  <a:gd name="T29" fmla="*/ 0 h 1425"/>
                  <a:gd name="T30" fmla="*/ 0 w 971"/>
                  <a:gd name="T31" fmla="*/ 0 h 1425"/>
                  <a:gd name="T32" fmla="*/ 0 w 971"/>
                  <a:gd name="T33" fmla="*/ 0 h 1425"/>
                  <a:gd name="T34" fmla="*/ 0 w 971"/>
                  <a:gd name="T35" fmla="*/ 0 h 1425"/>
                  <a:gd name="T36" fmla="*/ 0 w 971"/>
                  <a:gd name="T37" fmla="*/ 0 h 1425"/>
                  <a:gd name="T38" fmla="*/ 0 w 971"/>
                  <a:gd name="T39" fmla="*/ 0 h 1425"/>
                  <a:gd name="T40" fmla="*/ 0 w 971"/>
                  <a:gd name="T41" fmla="*/ 0 h 1425"/>
                  <a:gd name="T42" fmla="*/ 0 w 971"/>
                  <a:gd name="T43" fmla="*/ 0 h 1425"/>
                  <a:gd name="T44" fmla="*/ 0 w 971"/>
                  <a:gd name="T45" fmla="*/ 0 h 142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71"/>
                  <a:gd name="T70" fmla="*/ 0 h 1425"/>
                  <a:gd name="T71" fmla="*/ 971 w 971"/>
                  <a:gd name="T72" fmla="*/ 1425 h 142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71" h="1425">
                    <a:moveTo>
                      <a:pt x="452" y="0"/>
                    </a:moveTo>
                    <a:lnTo>
                      <a:pt x="434" y="101"/>
                    </a:lnTo>
                    <a:lnTo>
                      <a:pt x="369" y="251"/>
                    </a:lnTo>
                    <a:lnTo>
                      <a:pt x="303" y="346"/>
                    </a:lnTo>
                    <a:lnTo>
                      <a:pt x="226" y="412"/>
                    </a:lnTo>
                    <a:lnTo>
                      <a:pt x="0" y="1161"/>
                    </a:lnTo>
                    <a:lnTo>
                      <a:pt x="206" y="1302"/>
                    </a:lnTo>
                    <a:lnTo>
                      <a:pt x="206" y="1376"/>
                    </a:lnTo>
                    <a:lnTo>
                      <a:pt x="292" y="1425"/>
                    </a:lnTo>
                    <a:lnTo>
                      <a:pt x="483" y="1418"/>
                    </a:lnTo>
                    <a:lnTo>
                      <a:pt x="604" y="1425"/>
                    </a:lnTo>
                    <a:lnTo>
                      <a:pt x="791" y="1313"/>
                    </a:lnTo>
                    <a:lnTo>
                      <a:pt x="934" y="1170"/>
                    </a:lnTo>
                    <a:lnTo>
                      <a:pt x="971" y="1095"/>
                    </a:lnTo>
                    <a:lnTo>
                      <a:pt x="813" y="919"/>
                    </a:lnTo>
                    <a:lnTo>
                      <a:pt x="727" y="657"/>
                    </a:lnTo>
                    <a:lnTo>
                      <a:pt x="709" y="479"/>
                    </a:lnTo>
                    <a:lnTo>
                      <a:pt x="662" y="346"/>
                    </a:lnTo>
                    <a:lnTo>
                      <a:pt x="568" y="235"/>
                    </a:lnTo>
                    <a:lnTo>
                      <a:pt x="595" y="150"/>
                    </a:lnTo>
                    <a:lnTo>
                      <a:pt x="604" y="73"/>
                    </a:lnTo>
                    <a:lnTo>
                      <a:pt x="584" y="41"/>
                    </a:lnTo>
                    <a:lnTo>
                      <a:pt x="452" y="0"/>
                    </a:lnTo>
                    <a:close/>
                  </a:path>
                </a:pathLst>
              </a:custGeom>
              <a:solidFill>
                <a:srgbClr val="FFEA00"/>
              </a:solidFill>
              <a:ln w="9525">
                <a:noFill/>
                <a:round/>
                <a:headEnd/>
                <a:tailEnd/>
              </a:ln>
            </p:spPr>
            <p:txBody>
              <a:bodyPr/>
              <a:lstStyle/>
              <a:p>
                <a:pPr algn="ctr"/>
                <a:endParaRPr lang="pt-BR" sz="2400"/>
              </a:p>
            </p:txBody>
          </p:sp>
          <p:sp>
            <p:nvSpPr>
              <p:cNvPr id="576" name="Freeform 194"/>
              <p:cNvSpPr>
                <a:spLocks/>
              </p:cNvSpPr>
              <p:nvPr/>
            </p:nvSpPr>
            <p:spPr bwMode="auto">
              <a:xfrm>
                <a:off x="2900" y="792"/>
                <a:ext cx="177" cy="247"/>
              </a:xfrm>
              <a:custGeom>
                <a:avLst/>
                <a:gdLst>
                  <a:gd name="T0" fmla="*/ 0 w 1419"/>
                  <a:gd name="T1" fmla="*/ 0 h 1976"/>
                  <a:gd name="T2" fmla="*/ 0 w 1419"/>
                  <a:gd name="T3" fmla="*/ 0 h 1976"/>
                  <a:gd name="T4" fmla="*/ 0 w 1419"/>
                  <a:gd name="T5" fmla="*/ 0 h 1976"/>
                  <a:gd name="T6" fmla="*/ 0 w 1419"/>
                  <a:gd name="T7" fmla="*/ 0 h 1976"/>
                  <a:gd name="T8" fmla="*/ 0 w 1419"/>
                  <a:gd name="T9" fmla="*/ 0 h 1976"/>
                  <a:gd name="T10" fmla="*/ 0 w 1419"/>
                  <a:gd name="T11" fmla="*/ 0 h 1976"/>
                  <a:gd name="T12" fmla="*/ 0 w 1419"/>
                  <a:gd name="T13" fmla="*/ 0 h 1976"/>
                  <a:gd name="T14" fmla="*/ 0 w 1419"/>
                  <a:gd name="T15" fmla="*/ 0 h 1976"/>
                  <a:gd name="T16" fmla="*/ 0 w 1419"/>
                  <a:gd name="T17" fmla="*/ 0 h 1976"/>
                  <a:gd name="T18" fmla="*/ 0 w 1419"/>
                  <a:gd name="T19" fmla="*/ 0 h 1976"/>
                  <a:gd name="T20" fmla="*/ 0 w 1419"/>
                  <a:gd name="T21" fmla="*/ 0 h 1976"/>
                  <a:gd name="T22" fmla="*/ 0 w 1419"/>
                  <a:gd name="T23" fmla="*/ 0 h 1976"/>
                  <a:gd name="T24" fmla="*/ 0 w 1419"/>
                  <a:gd name="T25" fmla="*/ 0 h 1976"/>
                  <a:gd name="T26" fmla="*/ 0 w 1419"/>
                  <a:gd name="T27" fmla="*/ 0 h 1976"/>
                  <a:gd name="T28" fmla="*/ 0 w 1419"/>
                  <a:gd name="T29" fmla="*/ 0 h 1976"/>
                  <a:gd name="T30" fmla="*/ 0 w 1419"/>
                  <a:gd name="T31" fmla="*/ 0 h 1976"/>
                  <a:gd name="T32" fmla="*/ 0 w 1419"/>
                  <a:gd name="T33" fmla="*/ 0 h 1976"/>
                  <a:gd name="T34" fmla="*/ 0 w 1419"/>
                  <a:gd name="T35" fmla="*/ 0 h 1976"/>
                  <a:gd name="T36" fmla="*/ 0 w 1419"/>
                  <a:gd name="T37" fmla="*/ 0 h 1976"/>
                  <a:gd name="T38" fmla="*/ 0 w 1419"/>
                  <a:gd name="T39" fmla="*/ 0 h 1976"/>
                  <a:gd name="T40" fmla="*/ 0 w 1419"/>
                  <a:gd name="T41" fmla="*/ 0 h 1976"/>
                  <a:gd name="T42" fmla="*/ 0 w 1419"/>
                  <a:gd name="T43" fmla="*/ 0 h 1976"/>
                  <a:gd name="T44" fmla="*/ 0 w 1419"/>
                  <a:gd name="T45" fmla="*/ 0 h 1976"/>
                  <a:gd name="T46" fmla="*/ 0 w 1419"/>
                  <a:gd name="T47" fmla="*/ 0 h 1976"/>
                  <a:gd name="T48" fmla="*/ 0 w 1419"/>
                  <a:gd name="T49" fmla="*/ 0 h 19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19"/>
                  <a:gd name="T76" fmla="*/ 0 h 1976"/>
                  <a:gd name="T77" fmla="*/ 1419 w 1419"/>
                  <a:gd name="T78" fmla="*/ 1976 h 197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19" h="1976">
                    <a:moveTo>
                      <a:pt x="1197" y="0"/>
                    </a:moveTo>
                    <a:lnTo>
                      <a:pt x="1278" y="159"/>
                    </a:lnTo>
                    <a:lnTo>
                      <a:pt x="1352" y="355"/>
                    </a:lnTo>
                    <a:lnTo>
                      <a:pt x="1361" y="493"/>
                    </a:lnTo>
                    <a:lnTo>
                      <a:pt x="1400" y="581"/>
                    </a:lnTo>
                    <a:lnTo>
                      <a:pt x="1419" y="662"/>
                    </a:lnTo>
                    <a:lnTo>
                      <a:pt x="1413" y="749"/>
                    </a:lnTo>
                    <a:lnTo>
                      <a:pt x="1389" y="919"/>
                    </a:lnTo>
                    <a:lnTo>
                      <a:pt x="1375" y="1102"/>
                    </a:lnTo>
                    <a:lnTo>
                      <a:pt x="1361" y="1297"/>
                    </a:lnTo>
                    <a:lnTo>
                      <a:pt x="1340" y="1392"/>
                    </a:lnTo>
                    <a:lnTo>
                      <a:pt x="1308" y="1457"/>
                    </a:lnTo>
                    <a:lnTo>
                      <a:pt x="1227" y="1510"/>
                    </a:lnTo>
                    <a:lnTo>
                      <a:pt x="1094" y="1538"/>
                    </a:lnTo>
                    <a:lnTo>
                      <a:pt x="978" y="1517"/>
                    </a:lnTo>
                    <a:lnTo>
                      <a:pt x="921" y="1530"/>
                    </a:lnTo>
                    <a:lnTo>
                      <a:pt x="844" y="1679"/>
                    </a:lnTo>
                    <a:lnTo>
                      <a:pt x="802" y="1831"/>
                    </a:lnTo>
                    <a:lnTo>
                      <a:pt x="766" y="1976"/>
                    </a:lnTo>
                    <a:lnTo>
                      <a:pt x="391" y="1734"/>
                    </a:lnTo>
                    <a:lnTo>
                      <a:pt x="199" y="1620"/>
                    </a:lnTo>
                    <a:lnTo>
                      <a:pt x="0" y="972"/>
                    </a:lnTo>
                    <a:lnTo>
                      <a:pt x="84" y="558"/>
                    </a:lnTo>
                    <a:lnTo>
                      <a:pt x="890" y="27"/>
                    </a:lnTo>
                    <a:lnTo>
                      <a:pt x="1197" y="0"/>
                    </a:lnTo>
                    <a:close/>
                  </a:path>
                </a:pathLst>
              </a:custGeom>
              <a:solidFill>
                <a:srgbClr val="FFC98E"/>
              </a:solidFill>
              <a:ln w="9525">
                <a:noFill/>
                <a:round/>
                <a:headEnd/>
                <a:tailEnd/>
              </a:ln>
            </p:spPr>
            <p:txBody>
              <a:bodyPr/>
              <a:lstStyle/>
              <a:p>
                <a:pPr algn="ctr"/>
                <a:endParaRPr lang="pt-BR" sz="2400"/>
              </a:p>
            </p:txBody>
          </p:sp>
          <p:sp>
            <p:nvSpPr>
              <p:cNvPr id="577" name="Freeform 195"/>
              <p:cNvSpPr>
                <a:spLocks/>
              </p:cNvSpPr>
              <p:nvPr/>
            </p:nvSpPr>
            <p:spPr bwMode="auto">
              <a:xfrm>
                <a:off x="2924" y="925"/>
                <a:ext cx="24" cy="23"/>
              </a:xfrm>
              <a:custGeom>
                <a:avLst/>
                <a:gdLst>
                  <a:gd name="T0" fmla="*/ 0 w 189"/>
                  <a:gd name="T1" fmla="*/ 0 h 186"/>
                  <a:gd name="T2" fmla="*/ 0 w 189"/>
                  <a:gd name="T3" fmla="*/ 0 h 186"/>
                  <a:gd name="T4" fmla="*/ 0 w 189"/>
                  <a:gd name="T5" fmla="*/ 0 h 186"/>
                  <a:gd name="T6" fmla="*/ 0 w 189"/>
                  <a:gd name="T7" fmla="*/ 0 h 186"/>
                  <a:gd name="T8" fmla="*/ 0 w 189"/>
                  <a:gd name="T9" fmla="*/ 0 h 186"/>
                  <a:gd name="T10" fmla="*/ 0 w 189"/>
                  <a:gd name="T11" fmla="*/ 0 h 186"/>
                  <a:gd name="T12" fmla="*/ 0 w 189"/>
                  <a:gd name="T13" fmla="*/ 0 h 186"/>
                  <a:gd name="T14" fmla="*/ 0 w 189"/>
                  <a:gd name="T15" fmla="*/ 0 h 186"/>
                  <a:gd name="T16" fmla="*/ 0 w 189"/>
                  <a:gd name="T17" fmla="*/ 0 h 186"/>
                  <a:gd name="T18" fmla="*/ 0 w 189"/>
                  <a:gd name="T19" fmla="*/ 0 h 186"/>
                  <a:gd name="T20" fmla="*/ 0 w 189"/>
                  <a:gd name="T21" fmla="*/ 0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9"/>
                  <a:gd name="T34" fmla="*/ 0 h 186"/>
                  <a:gd name="T35" fmla="*/ 189 w 189"/>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9" h="186">
                    <a:moveTo>
                      <a:pt x="30" y="27"/>
                    </a:moveTo>
                    <a:lnTo>
                      <a:pt x="76" y="0"/>
                    </a:lnTo>
                    <a:lnTo>
                      <a:pt x="131" y="7"/>
                    </a:lnTo>
                    <a:lnTo>
                      <a:pt x="184" y="57"/>
                    </a:lnTo>
                    <a:lnTo>
                      <a:pt x="189" y="121"/>
                    </a:lnTo>
                    <a:lnTo>
                      <a:pt x="164" y="163"/>
                    </a:lnTo>
                    <a:lnTo>
                      <a:pt x="111" y="186"/>
                    </a:lnTo>
                    <a:lnTo>
                      <a:pt x="43" y="181"/>
                    </a:lnTo>
                    <a:lnTo>
                      <a:pt x="0" y="159"/>
                    </a:lnTo>
                    <a:lnTo>
                      <a:pt x="0" y="71"/>
                    </a:lnTo>
                    <a:lnTo>
                      <a:pt x="30" y="27"/>
                    </a:lnTo>
                    <a:close/>
                  </a:path>
                </a:pathLst>
              </a:custGeom>
              <a:solidFill>
                <a:srgbClr val="FF0000"/>
              </a:solidFill>
              <a:ln w="9525">
                <a:noFill/>
                <a:round/>
                <a:headEnd/>
                <a:tailEnd/>
              </a:ln>
            </p:spPr>
            <p:txBody>
              <a:bodyPr/>
              <a:lstStyle/>
              <a:p>
                <a:pPr algn="ctr"/>
                <a:endParaRPr lang="pt-BR" sz="2400"/>
              </a:p>
            </p:txBody>
          </p:sp>
          <p:sp>
            <p:nvSpPr>
              <p:cNvPr id="578" name="Freeform 196"/>
              <p:cNvSpPr>
                <a:spLocks/>
              </p:cNvSpPr>
              <p:nvPr/>
            </p:nvSpPr>
            <p:spPr bwMode="auto">
              <a:xfrm>
                <a:off x="2880" y="750"/>
                <a:ext cx="134" cy="84"/>
              </a:xfrm>
              <a:custGeom>
                <a:avLst/>
                <a:gdLst>
                  <a:gd name="T0" fmla="*/ 0 w 1068"/>
                  <a:gd name="T1" fmla="*/ 0 h 668"/>
                  <a:gd name="T2" fmla="*/ 0 w 1068"/>
                  <a:gd name="T3" fmla="*/ 0 h 668"/>
                  <a:gd name="T4" fmla="*/ 0 w 1068"/>
                  <a:gd name="T5" fmla="*/ 0 h 668"/>
                  <a:gd name="T6" fmla="*/ 0 w 1068"/>
                  <a:gd name="T7" fmla="*/ 0 h 668"/>
                  <a:gd name="T8" fmla="*/ 0 w 1068"/>
                  <a:gd name="T9" fmla="*/ 0 h 668"/>
                  <a:gd name="T10" fmla="*/ 0 w 1068"/>
                  <a:gd name="T11" fmla="*/ 0 h 668"/>
                  <a:gd name="T12" fmla="*/ 0 w 1068"/>
                  <a:gd name="T13" fmla="*/ 0 h 668"/>
                  <a:gd name="T14" fmla="*/ 0 w 1068"/>
                  <a:gd name="T15" fmla="*/ 0 h 668"/>
                  <a:gd name="T16" fmla="*/ 0 60000 65536"/>
                  <a:gd name="T17" fmla="*/ 0 60000 65536"/>
                  <a:gd name="T18" fmla="*/ 0 60000 65536"/>
                  <a:gd name="T19" fmla="*/ 0 60000 65536"/>
                  <a:gd name="T20" fmla="*/ 0 60000 65536"/>
                  <a:gd name="T21" fmla="*/ 0 60000 65536"/>
                  <a:gd name="T22" fmla="*/ 0 60000 65536"/>
                  <a:gd name="T23" fmla="*/ 0 60000 65536"/>
                  <a:gd name="T24" fmla="*/ 0 w 1068"/>
                  <a:gd name="T25" fmla="*/ 0 h 668"/>
                  <a:gd name="T26" fmla="*/ 1068 w 1068"/>
                  <a:gd name="T27" fmla="*/ 668 h 6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68" h="668">
                    <a:moveTo>
                      <a:pt x="1068" y="294"/>
                    </a:moveTo>
                    <a:lnTo>
                      <a:pt x="745" y="668"/>
                    </a:lnTo>
                    <a:lnTo>
                      <a:pt x="0" y="622"/>
                    </a:lnTo>
                    <a:lnTo>
                      <a:pt x="16" y="334"/>
                    </a:lnTo>
                    <a:lnTo>
                      <a:pt x="94" y="160"/>
                    </a:lnTo>
                    <a:lnTo>
                      <a:pt x="209" y="59"/>
                    </a:lnTo>
                    <a:lnTo>
                      <a:pt x="396" y="0"/>
                    </a:lnTo>
                    <a:lnTo>
                      <a:pt x="1068" y="294"/>
                    </a:lnTo>
                    <a:close/>
                  </a:path>
                </a:pathLst>
              </a:custGeom>
              <a:solidFill>
                <a:srgbClr val="70230C"/>
              </a:solidFill>
              <a:ln w="9525">
                <a:noFill/>
                <a:round/>
                <a:headEnd/>
                <a:tailEnd/>
              </a:ln>
            </p:spPr>
            <p:txBody>
              <a:bodyPr/>
              <a:lstStyle/>
              <a:p>
                <a:pPr algn="ctr"/>
                <a:endParaRPr lang="pt-BR" sz="2400"/>
              </a:p>
            </p:txBody>
          </p:sp>
          <p:sp>
            <p:nvSpPr>
              <p:cNvPr id="579" name="Freeform 197"/>
              <p:cNvSpPr>
                <a:spLocks/>
              </p:cNvSpPr>
              <p:nvPr/>
            </p:nvSpPr>
            <p:spPr bwMode="auto">
              <a:xfrm>
                <a:off x="3102" y="532"/>
                <a:ext cx="145" cy="307"/>
              </a:xfrm>
              <a:custGeom>
                <a:avLst/>
                <a:gdLst>
                  <a:gd name="T0" fmla="*/ 0 w 1155"/>
                  <a:gd name="T1" fmla="*/ 0 h 2453"/>
                  <a:gd name="T2" fmla="*/ 0 w 1155"/>
                  <a:gd name="T3" fmla="*/ 0 h 2453"/>
                  <a:gd name="T4" fmla="*/ 0 w 1155"/>
                  <a:gd name="T5" fmla="*/ 0 h 2453"/>
                  <a:gd name="T6" fmla="*/ 0 w 1155"/>
                  <a:gd name="T7" fmla="*/ 0 h 2453"/>
                  <a:gd name="T8" fmla="*/ 0 w 1155"/>
                  <a:gd name="T9" fmla="*/ 0 h 2453"/>
                  <a:gd name="T10" fmla="*/ 0 w 1155"/>
                  <a:gd name="T11" fmla="*/ 0 h 2453"/>
                  <a:gd name="T12" fmla="*/ 0 w 1155"/>
                  <a:gd name="T13" fmla="*/ 0 h 2453"/>
                  <a:gd name="T14" fmla="*/ 0 w 1155"/>
                  <a:gd name="T15" fmla="*/ 0 h 2453"/>
                  <a:gd name="T16" fmla="*/ 0 w 1155"/>
                  <a:gd name="T17" fmla="*/ 0 h 2453"/>
                  <a:gd name="T18" fmla="*/ 0 w 1155"/>
                  <a:gd name="T19" fmla="*/ 0 h 2453"/>
                  <a:gd name="T20" fmla="*/ 0 w 1155"/>
                  <a:gd name="T21" fmla="*/ 0 h 2453"/>
                  <a:gd name="T22" fmla="*/ 0 w 1155"/>
                  <a:gd name="T23" fmla="*/ 0 h 2453"/>
                  <a:gd name="T24" fmla="*/ 0 w 1155"/>
                  <a:gd name="T25" fmla="*/ 0 h 2453"/>
                  <a:gd name="T26" fmla="*/ 0 w 1155"/>
                  <a:gd name="T27" fmla="*/ 0 h 2453"/>
                  <a:gd name="T28" fmla="*/ 0 w 1155"/>
                  <a:gd name="T29" fmla="*/ 0 h 2453"/>
                  <a:gd name="T30" fmla="*/ 0 w 1155"/>
                  <a:gd name="T31" fmla="*/ 0 h 2453"/>
                  <a:gd name="T32" fmla="*/ 0 w 1155"/>
                  <a:gd name="T33" fmla="*/ 0 h 2453"/>
                  <a:gd name="T34" fmla="*/ 0 w 1155"/>
                  <a:gd name="T35" fmla="*/ 0 h 2453"/>
                  <a:gd name="T36" fmla="*/ 0 w 1155"/>
                  <a:gd name="T37" fmla="*/ 0 h 2453"/>
                  <a:gd name="T38" fmla="*/ 0 w 1155"/>
                  <a:gd name="T39" fmla="*/ 0 h 2453"/>
                  <a:gd name="T40" fmla="*/ 0 w 1155"/>
                  <a:gd name="T41" fmla="*/ 0 h 2453"/>
                  <a:gd name="T42" fmla="*/ 0 w 1155"/>
                  <a:gd name="T43" fmla="*/ 0 h 2453"/>
                  <a:gd name="T44" fmla="*/ 0 w 1155"/>
                  <a:gd name="T45" fmla="*/ 0 h 245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55"/>
                  <a:gd name="T70" fmla="*/ 0 h 2453"/>
                  <a:gd name="T71" fmla="*/ 1155 w 1155"/>
                  <a:gd name="T72" fmla="*/ 2453 h 245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55" h="2453">
                    <a:moveTo>
                      <a:pt x="387" y="0"/>
                    </a:moveTo>
                    <a:lnTo>
                      <a:pt x="313" y="49"/>
                    </a:lnTo>
                    <a:lnTo>
                      <a:pt x="242" y="187"/>
                    </a:lnTo>
                    <a:lnTo>
                      <a:pt x="194" y="357"/>
                    </a:lnTo>
                    <a:lnTo>
                      <a:pt x="170" y="541"/>
                    </a:lnTo>
                    <a:lnTo>
                      <a:pt x="163" y="855"/>
                    </a:lnTo>
                    <a:lnTo>
                      <a:pt x="126" y="1268"/>
                    </a:lnTo>
                    <a:lnTo>
                      <a:pt x="99" y="1583"/>
                    </a:lnTo>
                    <a:lnTo>
                      <a:pt x="73" y="1899"/>
                    </a:lnTo>
                    <a:lnTo>
                      <a:pt x="44" y="2137"/>
                    </a:lnTo>
                    <a:lnTo>
                      <a:pt x="0" y="2453"/>
                    </a:lnTo>
                    <a:lnTo>
                      <a:pt x="152" y="2356"/>
                    </a:lnTo>
                    <a:lnTo>
                      <a:pt x="297" y="2238"/>
                    </a:lnTo>
                    <a:lnTo>
                      <a:pt x="401" y="2130"/>
                    </a:lnTo>
                    <a:lnTo>
                      <a:pt x="539" y="1939"/>
                    </a:lnTo>
                    <a:lnTo>
                      <a:pt x="699" y="1687"/>
                    </a:lnTo>
                    <a:lnTo>
                      <a:pt x="823" y="1473"/>
                    </a:lnTo>
                    <a:lnTo>
                      <a:pt x="936" y="1192"/>
                    </a:lnTo>
                    <a:lnTo>
                      <a:pt x="1044" y="911"/>
                    </a:lnTo>
                    <a:lnTo>
                      <a:pt x="1104" y="638"/>
                    </a:lnTo>
                    <a:lnTo>
                      <a:pt x="1128" y="419"/>
                    </a:lnTo>
                    <a:lnTo>
                      <a:pt x="1155" y="111"/>
                    </a:lnTo>
                    <a:lnTo>
                      <a:pt x="387" y="0"/>
                    </a:lnTo>
                    <a:close/>
                  </a:path>
                </a:pathLst>
              </a:custGeom>
              <a:solidFill>
                <a:srgbClr val="FFFFFF"/>
              </a:solidFill>
              <a:ln w="9525">
                <a:noFill/>
                <a:round/>
                <a:headEnd/>
                <a:tailEnd/>
              </a:ln>
            </p:spPr>
            <p:txBody>
              <a:bodyPr/>
              <a:lstStyle/>
              <a:p>
                <a:pPr algn="ctr"/>
                <a:endParaRPr lang="pt-BR" sz="2400"/>
              </a:p>
            </p:txBody>
          </p:sp>
          <p:sp>
            <p:nvSpPr>
              <p:cNvPr id="580" name="Freeform 198"/>
              <p:cNvSpPr>
                <a:spLocks/>
              </p:cNvSpPr>
              <p:nvPr/>
            </p:nvSpPr>
            <p:spPr bwMode="auto">
              <a:xfrm>
                <a:off x="3102" y="643"/>
                <a:ext cx="81" cy="197"/>
              </a:xfrm>
              <a:custGeom>
                <a:avLst/>
                <a:gdLst>
                  <a:gd name="T0" fmla="*/ 0 w 649"/>
                  <a:gd name="T1" fmla="*/ 0 h 1577"/>
                  <a:gd name="T2" fmla="*/ 0 w 649"/>
                  <a:gd name="T3" fmla="*/ 0 h 1577"/>
                  <a:gd name="T4" fmla="*/ 0 w 649"/>
                  <a:gd name="T5" fmla="*/ 0 h 1577"/>
                  <a:gd name="T6" fmla="*/ 0 w 649"/>
                  <a:gd name="T7" fmla="*/ 0 h 1577"/>
                  <a:gd name="T8" fmla="*/ 0 w 649"/>
                  <a:gd name="T9" fmla="*/ 0 h 1577"/>
                  <a:gd name="T10" fmla="*/ 0 w 649"/>
                  <a:gd name="T11" fmla="*/ 0 h 1577"/>
                  <a:gd name="T12" fmla="*/ 0 w 649"/>
                  <a:gd name="T13" fmla="*/ 0 h 1577"/>
                  <a:gd name="T14" fmla="*/ 0 w 649"/>
                  <a:gd name="T15" fmla="*/ 0 h 1577"/>
                  <a:gd name="T16" fmla="*/ 0 w 649"/>
                  <a:gd name="T17" fmla="*/ 0 h 1577"/>
                  <a:gd name="T18" fmla="*/ 0 w 649"/>
                  <a:gd name="T19" fmla="*/ 0 h 1577"/>
                  <a:gd name="T20" fmla="*/ 0 w 649"/>
                  <a:gd name="T21" fmla="*/ 0 h 1577"/>
                  <a:gd name="T22" fmla="*/ 0 w 649"/>
                  <a:gd name="T23" fmla="*/ 0 h 1577"/>
                  <a:gd name="T24" fmla="*/ 0 w 649"/>
                  <a:gd name="T25" fmla="*/ 0 h 1577"/>
                  <a:gd name="T26" fmla="*/ 0 w 649"/>
                  <a:gd name="T27" fmla="*/ 0 h 1577"/>
                  <a:gd name="T28" fmla="*/ 0 w 649"/>
                  <a:gd name="T29" fmla="*/ 0 h 1577"/>
                  <a:gd name="T30" fmla="*/ 0 w 649"/>
                  <a:gd name="T31" fmla="*/ 0 h 1577"/>
                  <a:gd name="T32" fmla="*/ 0 w 649"/>
                  <a:gd name="T33" fmla="*/ 0 h 157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49"/>
                  <a:gd name="T52" fmla="*/ 0 h 1577"/>
                  <a:gd name="T53" fmla="*/ 649 w 649"/>
                  <a:gd name="T54" fmla="*/ 1577 h 157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49" h="1577">
                    <a:moveTo>
                      <a:pt x="649" y="0"/>
                    </a:moveTo>
                    <a:lnTo>
                      <a:pt x="511" y="112"/>
                    </a:lnTo>
                    <a:lnTo>
                      <a:pt x="511" y="193"/>
                    </a:lnTo>
                    <a:lnTo>
                      <a:pt x="361" y="501"/>
                    </a:lnTo>
                    <a:lnTo>
                      <a:pt x="200" y="808"/>
                    </a:lnTo>
                    <a:lnTo>
                      <a:pt x="79" y="976"/>
                    </a:lnTo>
                    <a:lnTo>
                      <a:pt x="55" y="1280"/>
                    </a:lnTo>
                    <a:lnTo>
                      <a:pt x="0" y="1577"/>
                    </a:lnTo>
                    <a:lnTo>
                      <a:pt x="90" y="1520"/>
                    </a:lnTo>
                    <a:lnTo>
                      <a:pt x="228" y="1315"/>
                    </a:lnTo>
                    <a:lnTo>
                      <a:pt x="345" y="1089"/>
                    </a:lnTo>
                    <a:lnTo>
                      <a:pt x="421" y="865"/>
                    </a:lnTo>
                    <a:lnTo>
                      <a:pt x="495" y="617"/>
                    </a:lnTo>
                    <a:lnTo>
                      <a:pt x="560" y="358"/>
                    </a:lnTo>
                    <a:lnTo>
                      <a:pt x="591" y="204"/>
                    </a:lnTo>
                    <a:lnTo>
                      <a:pt x="608" y="107"/>
                    </a:lnTo>
                    <a:lnTo>
                      <a:pt x="649" y="0"/>
                    </a:lnTo>
                    <a:close/>
                  </a:path>
                </a:pathLst>
              </a:custGeom>
              <a:solidFill>
                <a:srgbClr val="FF0000"/>
              </a:solidFill>
              <a:ln w="9525">
                <a:noFill/>
                <a:round/>
                <a:headEnd/>
                <a:tailEnd/>
              </a:ln>
            </p:spPr>
            <p:txBody>
              <a:bodyPr/>
              <a:lstStyle/>
              <a:p>
                <a:pPr algn="ctr"/>
                <a:endParaRPr lang="pt-BR" sz="2400"/>
              </a:p>
            </p:txBody>
          </p:sp>
          <p:sp>
            <p:nvSpPr>
              <p:cNvPr id="581" name="Freeform 199"/>
              <p:cNvSpPr>
                <a:spLocks/>
              </p:cNvSpPr>
              <p:nvPr/>
            </p:nvSpPr>
            <p:spPr bwMode="auto">
              <a:xfrm>
                <a:off x="2684" y="909"/>
                <a:ext cx="53" cy="41"/>
              </a:xfrm>
              <a:custGeom>
                <a:avLst/>
                <a:gdLst>
                  <a:gd name="T0" fmla="*/ 0 w 425"/>
                  <a:gd name="T1" fmla="*/ 0 h 334"/>
                  <a:gd name="T2" fmla="*/ 0 w 425"/>
                  <a:gd name="T3" fmla="*/ 0 h 334"/>
                  <a:gd name="T4" fmla="*/ 0 w 425"/>
                  <a:gd name="T5" fmla="*/ 0 h 334"/>
                  <a:gd name="T6" fmla="*/ 0 w 425"/>
                  <a:gd name="T7" fmla="*/ 0 h 334"/>
                  <a:gd name="T8" fmla="*/ 0 w 425"/>
                  <a:gd name="T9" fmla="*/ 0 h 334"/>
                  <a:gd name="T10" fmla="*/ 0 w 425"/>
                  <a:gd name="T11" fmla="*/ 0 h 334"/>
                  <a:gd name="T12" fmla="*/ 0 w 425"/>
                  <a:gd name="T13" fmla="*/ 0 h 334"/>
                  <a:gd name="T14" fmla="*/ 0 60000 65536"/>
                  <a:gd name="T15" fmla="*/ 0 60000 65536"/>
                  <a:gd name="T16" fmla="*/ 0 60000 65536"/>
                  <a:gd name="T17" fmla="*/ 0 60000 65536"/>
                  <a:gd name="T18" fmla="*/ 0 60000 65536"/>
                  <a:gd name="T19" fmla="*/ 0 60000 65536"/>
                  <a:gd name="T20" fmla="*/ 0 60000 65536"/>
                  <a:gd name="T21" fmla="*/ 0 w 425"/>
                  <a:gd name="T22" fmla="*/ 0 h 334"/>
                  <a:gd name="T23" fmla="*/ 425 w 425"/>
                  <a:gd name="T24" fmla="*/ 334 h 3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5" h="334">
                    <a:moveTo>
                      <a:pt x="46" y="0"/>
                    </a:moveTo>
                    <a:lnTo>
                      <a:pt x="0" y="145"/>
                    </a:lnTo>
                    <a:lnTo>
                      <a:pt x="353" y="334"/>
                    </a:lnTo>
                    <a:lnTo>
                      <a:pt x="425" y="238"/>
                    </a:lnTo>
                    <a:lnTo>
                      <a:pt x="390" y="157"/>
                    </a:lnTo>
                    <a:lnTo>
                      <a:pt x="228" y="46"/>
                    </a:lnTo>
                    <a:lnTo>
                      <a:pt x="46" y="0"/>
                    </a:lnTo>
                    <a:close/>
                  </a:path>
                </a:pathLst>
              </a:custGeom>
              <a:solidFill>
                <a:srgbClr val="FFFFFF"/>
              </a:solidFill>
              <a:ln w="9525">
                <a:noFill/>
                <a:round/>
                <a:headEnd/>
                <a:tailEnd/>
              </a:ln>
            </p:spPr>
            <p:txBody>
              <a:bodyPr/>
              <a:lstStyle/>
              <a:p>
                <a:pPr algn="ctr"/>
                <a:endParaRPr lang="pt-BR" sz="2400"/>
              </a:p>
            </p:txBody>
          </p:sp>
          <p:sp>
            <p:nvSpPr>
              <p:cNvPr id="582" name="Freeform 200"/>
              <p:cNvSpPr>
                <a:spLocks/>
              </p:cNvSpPr>
              <p:nvPr/>
            </p:nvSpPr>
            <p:spPr bwMode="auto">
              <a:xfrm>
                <a:off x="2607" y="927"/>
                <a:ext cx="104" cy="67"/>
              </a:xfrm>
              <a:custGeom>
                <a:avLst/>
                <a:gdLst>
                  <a:gd name="T0" fmla="*/ 0 w 834"/>
                  <a:gd name="T1" fmla="*/ 0 h 530"/>
                  <a:gd name="T2" fmla="*/ 0 w 834"/>
                  <a:gd name="T3" fmla="*/ 0 h 530"/>
                  <a:gd name="T4" fmla="*/ 0 w 834"/>
                  <a:gd name="T5" fmla="*/ 0 h 530"/>
                  <a:gd name="T6" fmla="*/ 0 w 834"/>
                  <a:gd name="T7" fmla="*/ 0 h 530"/>
                  <a:gd name="T8" fmla="*/ 0 w 834"/>
                  <a:gd name="T9" fmla="*/ 0 h 530"/>
                  <a:gd name="T10" fmla="*/ 0 w 834"/>
                  <a:gd name="T11" fmla="*/ 0 h 530"/>
                  <a:gd name="T12" fmla="*/ 0 w 834"/>
                  <a:gd name="T13" fmla="*/ 0 h 530"/>
                  <a:gd name="T14" fmla="*/ 0 w 834"/>
                  <a:gd name="T15" fmla="*/ 0 h 530"/>
                  <a:gd name="T16" fmla="*/ 0 w 834"/>
                  <a:gd name="T17" fmla="*/ 0 h 530"/>
                  <a:gd name="T18" fmla="*/ 0 w 834"/>
                  <a:gd name="T19" fmla="*/ 0 h 530"/>
                  <a:gd name="T20" fmla="*/ 0 w 834"/>
                  <a:gd name="T21" fmla="*/ 0 h 530"/>
                  <a:gd name="T22" fmla="*/ 0 w 834"/>
                  <a:gd name="T23" fmla="*/ 0 h 530"/>
                  <a:gd name="T24" fmla="*/ 0 w 834"/>
                  <a:gd name="T25" fmla="*/ 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34"/>
                  <a:gd name="T40" fmla="*/ 0 h 530"/>
                  <a:gd name="T41" fmla="*/ 834 w 834"/>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34" h="530">
                    <a:moveTo>
                      <a:pt x="613" y="0"/>
                    </a:moveTo>
                    <a:lnTo>
                      <a:pt x="173" y="46"/>
                    </a:lnTo>
                    <a:lnTo>
                      <a:pt x="0" y="358"/>
                    </a:lnTo>
                    <a:lnTo>
                      <a:pt x="51" y="525"/>
                    </a:lnTo>
                    <a:lnTo>
                      <a:pt x="69" y="530"/>
                    </a:lnTo>
                    <a:lnTo>
                      <a:pt x="100" y="358"/>
                    </a:lnTo>
                    <a:lnTo>
                      <a:pt x="332" y="228"/>
                    </a:lnTo>
                    <a:lnTo>
                      <a:pt x="424" y="286"/>
                    </a:lnTo>
                    <a:lnTo>
                      <a:pt x="417" y="382"/>
                    </a:lnTo>
                    <a:lnTo>
                      <a:pt x="468" y="420"/>
                    </a:lnTo>
                    <a:lnTo>
                      <a:pt x="584" y="367"/>
                    </a:lnTo>
                    <a:lnTo>
                      <a:pt x="834" y="103"/>
                    </a:lnTo>
                    <a:lnTo>
                      <a:pt x="613" y="0"/>
                    </a:lnTo>
                    <a:close/>
                  </a:path>
                </a:pathLst>
              </a:custGeom>
              <a:solidFill>
                <a:srgbClr val="70230C"/>
              </a:solidFill>
              <a:ln w="9525">
                <a:noFill/>
                <a:round/>
                <a:headEnd/>
                <a:tailEnd/>
              </a:ln>
            </p:spPr>
            <p:txBody>
              <a:bodyPr/>
              <a:lstStyle/>
              <a:p>
                <a:pPr algn="ctr"/>
                <a:endParaRPr lang="pt-BR" sz="2400"/>
              </a:p>
            </p:txBody>
          </p:sp>
          <p:sp>
            <p:nvSpPr>
              <p:cNvPr id="583" name="Freeform 201"/>
              <p:cNvSpPr>
                <a:spLocks/>
              </p:cNvSpPr>
              <p:nvPr/>
            </p:nvSpPr>
            <p:spPr bwMode="auto">
              <a:xfrm>
                <a:off x="3135" y="427"/>
                <a:ext cx="122" cy="196"/>
              </a:xfrm>
              <a:custGeom>
                <a:avLst/>
                <a:gdLst>
                  <a:gd name="T0" fmla="*/ 0 w 975"/>
                  <a:gd name="T1" fmla="*/ 0 h 1565"/>
                  <a:gd name="T2" fmla="*/ 0 w 975"/>
                  <a:gd name="T3" fmla="*/ 0 h 1565"/>
                  <a:gd name="T4" fmla="*/ 0 w 975"/>
                  <a:gd name="T5" fmla="*/ 0 h 1565"/>
                  <a:gd name="T6" fmla="*/ 0 w 975"/>
                  <a:gd name="T7" fmla="*/ 0 h 1565"/>
                  <a:gd name="T8" fmla="*/ 0 w 975"/>
                  <a:gd name="T9" fmla="*/ 0 h 1565"/>
                  <a:gd name="T10" fmla="*/ 0 w 975"/>
                  <a:gd name="T11" fmla="*/ 0 h 1565"/>
                  <a:gd name="T12" fmla="*/ 0 w 975"/>
                  <a:gd name="T13" fmla="*/ 0 h 1565"/>
                  <a:gd name="T14" fmla="*/ 0 w 975"/>
                  <a:gd name="T15" fmla="*/ 0 h 1565"/>
                  <a:gd name="T16" fmla="*/ 0 w 975"/>
                  <a:gd name="T17" fmla="*/ 0 h 1565"/>
                  <a:gd name="T18" fmla="*/ 0 w 975"/>
                  <a:gd name="T19" fmla="*/ 0 h 1565"/>
                  <a:gd name="T20" fmla="*/ 0 w 975"/>
                  <a:gd name="T21" fmla="*/ 0 h 1565"/>
                  <a:gd name="T22" fmla="*/ 0 w 975"/>
                  <a:gd name="T23" fmla="*/ 0 h 1565"/>
                  <a:gd name="T24" fmla="*/ 0 w 975"/>
                  <a:gd name="T25" fmla="*/ 0 h 15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5"/>
                  <a:gd name="T40" fmla="*/ 0 h 1565"/>
                  <a:gd name="T41" fmla="*/ 975 w 975"/>
                  <a:gd name="T42" fmla="*/ 1565 h 15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5" h="1565">
                    <a:moveTo>
                      <a:pt x="436" y="1565"/>
                    </a:moveTo>
                    <a:lnTo>
                      <a:pt x="533" y="1501"/>
                    </a:lnTo>
                    <a:lnTo>
                      <a:pt x="803" y="1350"/>
                    </a:lnTo>
                    <a:lnTo>
                      <a:pt x="975" y="779"/>
                    </a:lnTo>
                    <a:lnTo>
                      <a:pt x="766" y="0"/>
                    </a:lnTo>
                    <a:lnTo>
                      <a:pt x="221" y="3"/>
                    </a:lnTo>
                    <a:lnTo>
                      <a:pt x="100" y="456"/>
                    </a:lnTo>
                    <a:lnTo>
                      <a:pt x="21" y="489"/>
                    </a:lnTo>
                    <a:lnTo>
                      <a:pt x="0" y="532"/>
                    </a:lnTo>
                    <a:lnTo>
                      <a:pt x="0" y="600"/>
                    </a:lnTo>
                    <a:lnTo>
                      <a:pt x="194" y="849"/>
                    </a:lnTo>
                    <a:lnTo>
                      <a:pt x="422" y="1524"/>
                    </a:lnTo>
                    <a:lnTo>
                      <a:pt x="436" y="1565"/>
                    </a:lnTo>
                    <a:close/>
                  </a:path>
                </a:pathLst>
              </a:custGeom>
              <a:solidFill>
                <a:srgbClr val="70230C"/>
              </a:solidFill>
              <a:ln w="9525">
                <a:noFill/>
                <a:round/>
                <a:headEnd/>
                <a:tailEnd/>
              </a:ln>
            </p:spPr>
            <p:txBody>
              <a:bodyPr/>
              <a:lstStyle/>
              <a:p>
                <a:pPr algn="ctr"/>
                <a:endParaRPr lang="pt-BR" sz="2400"/>
              </a:p>
            </p:txBody>
          </p:sp>
          <p:sp>
            <p:nvSpPr>
              <p:cNvPr id="584" name="Freeform 202"/>
              <p:cNvSpPr>
                <a:spLocks/>
              </p:cNvSpPr>
              <p:nvPr/>
            </p:nvSpPr>
            <p:spPr bwMode="auto">
              <a:xfrm>
                <a:off x="4183" y="737"/>
                <a:ext cx="239" cy="215"/>
              </a:xfrm>
              <a:custGeom>
                <a:avLst/>
                <a:gdLst>
                  <a:gd name="T0" fmla="*/ 0 w 1909"/>
                  <a:gd name="T1" fmla="*/ 0 h 1725"/>
                  <a:gd name="T2" fmla="*/ 0 w 1909"/>
                  <a:gd name="T3" fmla="*/ 0 h 1725"/>
                  <a:gd name="T4" fmla="*/ 0 w 1909"/>
                  <a:gd name="T5" fmla="*/ 0 h 1725"/>
                  <a:gd name="T6" fmla="*/ 0 w 1909"/>
                  <a:gd name="T7" fmla="*/ 0 h 1725"/>
                  <a:gd name="T8" fmla="*/ 0 w 1909"/>
                  <a:gd name="T9" fmla="*/ 0 h 1725"/>
                  <a:gd name="T10" fmla="*/ 0 w 1909"/>
                  <a:gd name="T11" fmla="*/ 0 h 1725"/>
                  <a:gd name="T12" fmla="*/ 0 w 1909"/>
                  <a:gd name="T13" fmla="*/ 0 h 1725"/>
                  <a:gd name="T14" fmla="*/ 0 w 1909"/>
                  <a:gd name="T15" fmla="*/ 0 h 1725"/>
                  <a:gd name="T16" fmla="*/ 0 w 1909"/>
                  <a:gd name="T17" fmla="*/ 0 h 1725"/>
                  <a:gd name="T18" fmla="*/ 0 w 1909"/>
                  <a:gd name="T19" fmla="*/ 0 h 1725"/>
                  <a:gd name="T20" fmla="*/ 0 w 1909"/>
                  <a:gd name="T21" fmla="*/ 0 h 1725"/>
                  <a:gd name="T22" fmla="*/ 0 w 1909"/>
                  <a:gd name="T23" fmla="*/ 0 h 1725"/>
                  <a:gd name="T24" fmla="*/ 0 w 1909"/>
                  <a:gd name="T25" fmla="*/ 0 h 1725"/>
                  <a:gd name="T26" fmla="*/ 0 w 1909"/>
                  <a:gd name="T27" fmla="*/ 0 h 1725"/>
                  <a:gd name="T28" fmla="*/ 0 w 1909"/>
                  <a:gd name="T29" fmla="*/ 0 h 1725"/>
                  <a:gd name="T30" fmla="*/ 0 w 1909"/>
                  <a:gd name="T31" fmla="*/ 0 h 1725"/>
                  <a:gd name="T32" fmla="*/ 0 w 1909"/>
                  <a:gd name="T33" fmla="*/ 0 h 1725"/>
                  <a:gd name="T34" fmla="*/ 0 w 1909"/>
                  <a:gd name="T35" fmla="*/ 0 h 1725"/>
                  <a:gd name="T36" fmla="*/ 0 w 1909"/>
                  <a:gd name="T37" fmla="*/ 0 h 1725"/>
                  <a:gd name="T38" fmla="*/ 0 w 1909"/>
                  <a:gd name="T39" fmla="*/ 0 h 1725"/>
                  <a:gd name="T40" fmla="*/ 0 w 1909"/>
                  <a:gd name="T41" fmla="*/ 0 h 1725"/>
                  <a:gd name="T42" fmla="*/ 0 w 1909"/>
                  <a:gd name="T43" fmla="*/ 0 h 1725"/>
                  <a:gd name="T44" fmla="*/ 0 w 1909"/>
                  <a:gd name="T45" fmla="*/ 0 h 1725"/>
                  <a:gd name="T46" fmla="*/ 0 w 1909"/>
                  <a:gd name="T47" fmla="*/ 0 h 1725"/>
                  <a:gd name="T48" fmla="*/ 0 w 1909"/>
                  <a:gd name="T49" fmla="*/ 0 h 1725"/>
                  <a:gd name="T50" fmla="*/ 0 w 1909"/>
                  <a:gd name="T51" fmla="*/ 0 h 1725"/>
                  <a:gd name="T52" fmla="*/ 0 w 1909"/>
                  <a:gd name="T53" fmla="*/ 0 h 1725"/>
                  <a:gd name="T54" fmla="*/ 0 w 1909"/>
                  <a:gd name="T55" fmla="*/ 0 h 1725"/>
                  <a:gd name="T56" fmla="*/ 0 w 1909"/>
                  <a:gd name="T57" fmla="*/ 0 h 1725"/>
                  <a:gd name="T58" fmla="*/ 0 w 1909"/>
                  <a:gd name="T59" fmla="*/ 0 h 1725"/>
                  <a:gd name="T60" fmla="*/ 0 w 1909"/>
                  <a:gd name="T61" fmla="*/ 0 h 1725"/>
                  <a:gd name="T62" fmla="*/ 0 w 1909"/>
                  <a:gd name="T63" fmla="*/ 0 h 1725"/>
                  <a:gd name="T64" fmla="*/ 0 w 1909"/>
                  <a:gd name="T65" fmla="*/ 0 h 1725"/>
                  <a:gd name="T66" fmla="*/ 0 w 1909"/>
                  <a:gd name="T67" fmla="*/ 0 h 1725"/>
                  <a:gd name="T68" fmla="*/ 0 w 1909"/>
                  <a:gd name="T69" fmla="*/ 0 h 1725"/>
                  <a:gd name="T70" fmla="*/ 0 w 1909"/>
                  <a:gd name="T71" fmla="*/ 0 h 1725"/>
                  <a:gd name="T72" fmla="*/ 0 w 1909"/>
                  <a:gd name="T73" fmla="*/ 0 h 1725"/>
                  <a:gd name="T74" fmla="*/ 0 w 1909"/>
                  <a:gd name="T75" fmla="*/ 0 h 1725"/>
                  <a:gd name="T76" fmla="*/ 0 w 1909"/>
                  <a:gd name="T77" fmla="*/ 0 h 1725"/>
                  <a:gd name="T78" fmla="*/ 0 w 1909"/>
                  <a:gd name="T79" fmla="*/ 0 h 1725"/>
                  <a:gd name="T80" fmla="*/ 0 w 1909"/>
                  <a:gd name="T81" fmla="*/ 0 h 1725"/>
                  <a:gd name="T82" fmla="*/ 0 w 1909"/>
                  <a:gd name="T83" fmla="*/ 0 h 1725"/>
                  <a:gd name="T84" fmla="*/ 0 w 1909"/>
                  <a:gd name="T85" fmla="*/ 0 h 1725"/>
                  <a:gd name="T86" fmla="*/ 0 w 1909"/>
                  <a:gd name="T87" fmla="*/ 0 h 1725"/>
                  <a:gd name="T88" fmla="*/ 0 w 1909"/>
                  <a:gd name="T89" fmla="*/ 0 h 1725"/>
                  <a:gd name="T90" fmla="*/ 0 w 1909"/>
                  <a:gd name="T91" fmla="*/ 0 h 1725"/>
                  <a:gd name="T92" fmla="*/ 0 w 1909"/>
                  <a:gd name="T93" fmla="*/ 0 h 1725"/>
                  <a:gd name="T94" fmla="*/ 0 w 1909"/>
                  <a:gd name="T95" fmla="*/ 0 h 1725"/>
                  <a:gd name="T96" fmla="*/ 0 w 1909"/>
                  <a:gd name="T97" fmla="*/ 0 h 1725"/>
                  <a:gd name="T98" fmla="*/ 0 w 1909"/>
                  <a:gd name="T99" fmla="*/ 0 h 1725"/>
                  <a:gd name="T100" fmla="*/ 0 w 1909"/>
                  <a:gd name="T101" fmla="*/ 0 h 1725"/>
                  <a:gd name="T102" fmla="*/ 0 w 1909"/>
                  <a:gd name="T103" fmla="*/ 0 h 1725"/>
                  <a:gd name="T104" fmla="*/ 0 w 1909"/>
                  <a:gd name="T105" fmla="*/ 0 h 1725"/>
                  <a:gd name="T106" fmla="*/ 0 w 1909"/>
                  <a:gd name="T107" fmla="*/ 0 h 17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909"/>
                  <a:gd name="T163" fmla="*/ 0 h 1725"/>
                  <a:gd name="T164" fmla="*/ 1909 w 1909"/>
                  <a:gd name="T165" fmla="*/ 1725 h 17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909" h="1725">
                    <a:moveTo>
                      <a:pt x="101" y="1046"/>
                    </a:moveTo>
                    <a:lnTo>
                      <a:pt x="131" y="725"/>
                    </a:lnTo>
                    <a:lnTo>
                      <a:pt x="52" y="646"/>
                    </a:lnTo>
                    <a:lnTo>
                      <a:pt x="9" y="569"/>
                    </a:lnTo>
                    <a:lnTo>
                      <a:pt x="0" y="519"/>
                    </a:lnTo>
                    <a:lnTo>
                      <a:pt x="9" y="448"/>
                    </a:lnTo>
                    <a:lnTo>
                      <a:pt x="81" y="360"/>
                    </a:lnTo>
                    <a:lnTo>
                      <a:pt x="362" y="209"/>
                    </a:lnTo>
                    <a:lnTo>
                      <a:pt x="661" y="88"/>
                    </a:lnTo>
                    <a:lnTo>
                      <a:pt x="1092" y="0"/>
                    </a:lnTo>
                    <a:lnTo>
                      <a:pt x="1434" y="20"/>
                    </a:lnTo>
                    <a:lnTo>
                      <a:pt x="1698" y="97"/>
                    </a:lnTo>
                    <a:lnTo>
                      <a:pt x="1855" y="282"/>
                    </a:lnTo>
                    <a:lnTo>
                      <a:pt x="1909" y="561"/>
                    </a:lnTo>
                    <a:lnTo>
                      <a:pt x="1909" y="912"/>
                    </a:lnTo>
                    <a:lnTo>
                      <a:pt x="1892" y="1204"/>
                    </a:lnTo>
                    <a:lnTo>
                      <a:pt x="1839" y="1437"/>
                    </a:lnTo>
                    <a:lnTo>
                      <a:pt x="1802" y="1626"/>
                    </a:lnTo>
                    <a:lnTo>
                      <a:pt x="1802" y="1725"/>
                    </a:lnTo>
                    <a:lnTo>
                      <a:pt x="1766" y="1527"/>
                    </a:lnTo>
                    <a:lnTo>
                      <a:pt x="1661" y="1626"/>
                    </a:lnTo>
                    <a:lnTo>
                      <a:pt x="1588" y="1661"/>
                    </a:lnTo>
                    <a:lnTo>
                      <a:pt x="1544" y="1640"/>
                    </a:lnTo>
                    <a:lnTo>
                      <a:pt x="1523" y="1560"/>
                    </a:lnTo>
                    <a:lnTo>
                      <a:pt x="1595" y="1604"/>
                    </a:lnTo>
                    <a:lnTo>
                      <a:pt x="1650" y="1598"/>
                    </a:lnTo>
                    <a:lnTo>
                      <a:pt x="1716" y="1547"/>
                    </a:lnTo>
                    <a:lnTo>
                      <a:pt x="1795" y="1437"/>
                    </a:lnTo>
                    <a:lnTo>
                      <a:pt x="1839" y="1310"/>
                    </a:lnTo>
                    <a:lnTo>
                      <a:pt x="1855" y="1197"/>
                    </a:lnTo>
                    <a:lnTo>
                      <a:pt x="1830" y="1110"/>
                    </a:lnTo>
                    <a:lnTo>
                      <a:pt x="1758" y="1070"/>
                    </a:lnTo>
                    <a:lnTo>
                      <a:pt x="1678" y="1070"/>
                    </a:lnTo>
                    <a:lnTo>
                      <a:pt x="1617" y="1110"/>
                    </a:lnTo>
                    <a:lnTo>
                      <a:pt x="1544" y="1197"/>
                    </a:lnTo>
                    <a:lnTo>
                      <a:pt x="1523" y="1253"/>
                    </a:lnTo>
                    <a:lnTo>
                      <a:pt x="1472" y="1259"/>
                    </a:lnTo>
                    <a:lnTo>
                      <a:pt x="1424" y="1315"/>
                    </a:lnTo>
                    <a:lnTo>
                      <a:pt x="1401" y="1363"/>
                    </a:lnTo>
                    <a:lnTo>
                      <a:pt x="1300" y="1366"/>
                    </a:lnTo>
                    <a:lnTo>
                      <a:pt x="1233" y="1179"/>
                    </a:lnTo>
                    <a:lnTo>
                      <a:pt x="1162" y="1096"/>
                    </a:lnTo>
                    <a:lnTo>
                      <a:pt x="1079" y="1055"/>
                    </a:lnTo>
                    <a:lnTo>
                      <a:pt x="1048" y="983"/>
                    </a:lnTo>
                    <a:lnTo>
                      <a:pt x="1028" y="840"/>
                    </a:lnTo>
                    <a:lnTo>
                      <a:pt x="984" y="745"/>
                    </a:lnTo>
                    <a:lnTo>
                      <a:pt x="918" y="670"/>
                    </a:lnTo>
                    <a:lnTo>
                      <a:pt x="811" y="639"/>
                    </a:lnTo>
                    <a:lnTo>
                      <a:pt x="677" y="646"/>
                    </a:lnTo>
                    <a:lnTo>
                      <a:pt x="534" y="683"/>
                    </a:lnTo>
                    <a:lnTo>
                      <a:pt x="389" y="709"/>
                    </a:lnTo>
                    <a:lnTo>
                      <a:pt x="279" y="743"/>
                    </a:lnTo>
                    <a:lnTo>
                      <a:pt x="142" y="743"/>
                    </a:lnTo>
                    <a:lnTo>
                      <a:pt x="101" y="1046"/>
                    </a:lnTo>
                    <a:close/>
                  </a:path>
                </a:pathLst>
              </a:custGeom>
              <a:solidFill>
                <a:srgbClr val="000000"/>
              </a:solidFill>
              <a:ln w="9525">
                <a:noFill/>
                <a:round/>
                <a:headEnd/>
                <a:tailEnd/>
              </a:ln>
            </p:spPr>
            <p:txBody>
              <a:bodyPr/>
              <a:lstStyle/>
              <a:p>
                <a:pPr algn="ctr"/>
                <a:endParaRPr lang="pt-BR" sz="2400"/>
              </a:p>
            </p:txBody>
          </p:sp>
          <p:sp>
            <p:nvSpPr>
              <p:cNvPr id="585" name="Freeform 203"/>
              <p:cNvSpPr>
                <a:spLocks/>
              </p:cNvSpPr>
              <p:nvPr/>
            </p:nvSpPr>
            <p:spPr bwMode="auto">
              <a:xfrm>
                <a:off x="4378" y="880"/>
                <a:ext cx="36" cy="39"/>
              </a:xfrm>
              <a:custGeom>
                <a:avLst/>
                <a:gdLst>
                  <a:gd name="T0" fmla="*/ 0 w 286"/>
                  <a:gd name="T1" fmla="*/ 0 h 310"/>
                  <a:gd name="T2" fmla="*/ 0 w 286"/>
                  <a:gd name="T3" fmla="*/ 0 h 310"/>
                  <a:gd name="T4" fmla="*/ 0 w 286"/>
                  <a:gd name="T5" fmla="*/ 0 h 310"/>
                  <a:gd name="T6" fmla="*/ 0 w 286"/>
                  <a:gd name="T7" fmla="*/ 0 h 310"/>
                  <a:gd name="T8" fmla="*/ 0 w 286"/>
                  <a:gd name="T9" fmla="*/ 0 h 310"/>
                  <a:gd name="T10" fmla="*/ 0 w 286"/>
                  <a:gd name="T11" fmla="*/ 0 h 310"/>
                  <a:gd name="T12" fmla="*/ 0 w 286"/>
                  <a:gd name="T13" fmla="*/ 0 h 310"/>
                  <a:gd name="T14" fmla="*/ 0 w 286"/>
                  <a:gd name="T15" fmla="*/ 0 h 310"/>
                  <a:gd name="T16" fmla="*/ 0 w 286"/>
                  <a:gd name="T17" fmla="*/ 0 h 310"/>
                  <a:gd name="T18" fmla="*/ 0 w 286"/>
                  <a:gd name="T19" fmla="*/ 0 h 310"/>
                  <a:gd name="T20" fmla="*/ 0 w 286"/>
                  <a:gd name="T21" fmla="*/ 0 h 310"/>
                  <a:gd name="T22" fmla="*/ 0 w 286"/>
                  <a:gd name="T23" fmla="*/ 0 h 310"/>
                  <a:gd name="T24" fmla="*/ 0 w 286"/>
                  <a:gd name="T25" fmla="*/ 0 h 310"/>
                  <a:gd name="T26" fmla="*/ 0 w 286"/>
                  <a:gd name="T27" fmla="*/ 0 h 310"/>
                  <a:gd name="T28" fmla="*/ 0 w 286"/>
                  <a:gd name="T29" fmla="*/ 0 h 3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6"/>
                  <a:gd name="T46" fmla="*/ 0 h 310"/>
                  <a:gd name="T47" fmla="*/ 286 w 286"/>
                  <a:gd name="T48" fmla="*/ 310 h 3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6" h="310">
                    <a:moveTo>
                      <a:pt x="7" y="182"/>
                    </a:moveTo>
                    <a:lnTo>
                      <a:pt x="59" y="123"/>
                    </a:lnTo>
                    <a:lnTo>
                      <a:pt x="129" y="59"/>
                    </a:lnTo>
                    <a:lnTo>
                      <a:pt x="200" y="22"/>
                    </a:lnTo>
                    <a:lnTo>
                      <a:pt x="286" y="0"/>
                    </a:lnTo>
                    <a:lnTo>
                      <a:pt x="187" y="52"/>
                    </a:lnTo>
                    <a:lnTo>
                      <a:pt x="70" y="131"/>
                    </a:lnTo>
                    <a:lnTo>
                      <a:pt x="103" y="211"/>
                    </a:lnTo>
                    <a:lnTo>
                      <a:pt x="103" y="266"/>
                    </a:lnTo>
                    <a:lnTo>
                      <a:pt x="37" y="301"/>
                    </a:lnTo>
                    <a:lnTo>
                      <a:pt x="0" y="310"/>
                    </a:lnTo>
                    <a:lnTo>
                      <a:pt x="21" y="276"/>
                    </a:lnTo>
                    <a:lnTo>
                      <a:pt x="21" y="237"/>
                    </a:lnTo>
                    <a:lnTo>
                      <a:pt x="0" y="211"/>
                    </a:lnTo>
                    <a:lnTo>
                      <a:pt x="7" y="182"/>
                    </a:lnTo>
                    <a:close/>
                  </a:path>
                </a:pathLst>
              </a:custGeom>
              <a:solidFill>
                <a:srgbClr val="000000"/>
              </a:solidFill>
              <a:ln w="9525">
                <a:noFill/>
                <a:round/>
                <a:headEnd/>
                <a:tailEnd/>
              </a:ln>
            </p:spPr>
            <p:txBody>
              <a:bodyPr/>
              <a:lstStyle/>
              <a:p>
                <a:pPr algn="ctr"/>
                <a:endParaRPr lang="pt-BR" sz="2400"/>
              </a:p>
            </p:txBody>
          </p:sp>
          <p:sp>
            <p:nvSpPr>
              <p:cNvPr id="586" name="Freeform 204"/>
              <p:cNvSpPr>
                <a:spLocks/>
              </p:cNvSpPr>
              <p:nvPr/>
            </p:nvSpPr>
            <p:spPr bwMode="auto">
              <a:xfrm>
                <a:off x="4392" y="886"/>
                <a:ext cx="11" cy="34"/>
              </a:xfrm>
              <a:custGeom>
                <a:avLst/>
                <a:gdLst>
                  <a:gd name="T0" fmla="*/ 0 w 92"/>
                  <a:gd name="T1" fmla="*/ 0 h 271"/>
                  <a:gd name="T2" fmla="*/ 0 w 92"/>
                  <a:gd name="T3" fmla="*/ 0 h 271"/>
                  <a:gd name="T4" fmla="*/ 0 w 92"/>
                  <a:gd name="T5" fmla="*/ 0 h 271"/>
                  <a:gd name="T6" fmla="*/ 0 w 92"/>
                  <a:gd name="T7" fmla="*/ 0 h 271"/>
                  <a:gd name="T8" fmla="*/ 0 w 92"/>
                  <a:gd name="T9" fmla="*/ 0 h 271"/>
                  <a:gd name="T10" fmla="*/ 0 w 92"/>
                  <a:gd name="T11" fmla="*/ 0 h 271"/>
                  <a:gd name="T12" fmla="*/ 0 w 92"/>
                  <a:gd name="T13" fmla="*/ 0 h 271"/>
                  <a:gd name="T14" fmla="*/ 0 w 92"/>
                  <a:gd name="T15" fmla="*/ 0 h 271"/>
                  <a:gd name="T16" fmla="*/ 0 w 92"/>
                  <a:gd name="T17" fmla="*/ 0 h 271"/>
                  <a:gd name="T18" fmla="*/ 0 w 92"/>
                  <a:gd name="T19" fmla="*/ 0 h 271"/>
                  <a:gd name="T20" fmla="*/ 0 w 92"/>
                  <a:gd name="T21" fmla="*/ 0 h 2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2"/>
                  <a:gd name="T34" fmla="*/ 0 h 271"/>
                  <a:gd name="T35" fmla="*/ 92 w 92"/>
                  <a:gd name="T36" fmla="*/ 271 h 27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2" h="271">
                    <a:moveTo>
                      <a:pt x="21" y="35"/>
                    </a:moveTo>
                    <a:lnTo>
                      <a:pt x="50" y="79"/>
                    </a:lnTo>
                    <a:lnTo>
                      <a:pt x="54" y="150"/>
                    </a:lnTo>
                    <a:lnTo>
                      <a:pt x="32" y="224"/>
                    </a:lnTo>
                    <a:lnTo>
                      <a:pt x="0" y="271"/>
                    </a:lnTo>
                    <a:lnTo>
                      <a:pt x="72" y="192"/>
                    </a:lnTo>
                    <a:lnTo>
                      <a:pt x="88" y="130"/>
                    </a:lnTo>
                    <a:lnTo>
                      <a:pt x="88" y="62"/>
                    </a:lnTo>
                    <a:lnTo>
                      <a:pt x="92" y="18"/>
                    </a:lnTo>
                    <a:lnTo>
                      <a:pt x="72" y="0"/>
                    </a:lnTo>
                    <a:lnTo>
                      <a:pt x="21" y="35"/>
                    </a:lnTo>
                    <a:close/>
                  </a:path>
                </a:pathLst>
              </a:custGeom>
              <a:solidFill>
                <a:srgbClr val="000000"/>
              </a:solidFill>
              <a:ln w="9525">
                <a:noFill/>
                <a:round/>
                <a:headEnd/>
                <a:tailEnd/>
              </a:ln>
            </p:spPr>
            <p:txBody>
              <a:bodyPr/>
              <a:lstStyle/>
              <a:p>
                <a:pPr algn="ctr"/>
                <a:endParaRPr lang="pt-BR" sz="2400"/>
              </a:p>
            </p:txBody>
          </p:sp>
          <p:sp>
            <p:nvSpPr>
              <p:cNvPr id="587" name="Freeform 205"/>
              <p:cNvSpPr>
                <a:spLocks/>
              </p:cNvSpPr>
              <p:nvPr/>
            </p:nvSpPr>
            <p:spPr bwMode="auto">
              <a:xfrm>
                <a:off x="4199" y="933"/>
                <a:ext cx="215" cy="132"/>
              </a:xfrm>
              <a:custGeom>
                <a:avLst/>
                <a:gdLst>
                  <a:gd name="T0" fmla="*/ 0 w 1722"/>
                  <a:gd name="T1" fmla="*/ 0 h 1055"/>
                  <a:gd name="T2" fmla="*/ 0 w 1722"/>
                  <a:gd name="T3" fmla="*/ 0 h 1055"/>
                  <a:gd name="T4" fmla="*/ 0 w 1722"/>
                  <a:gd name="T5" fmla="*/ 0 h 1055"/>
                  <a:gd name="T6" fmla="*/ 0 w 1722"/>
                  <a:gd name="T7" fmla="*/ 0 h 1055"/>
                  <a:gd name="T8" fmla="*/ 0 w 1722"/>
                  <a:gd name="T9" fmla="*/ 0 h 1055"/>
                  <a:gd name="T10" fmla="*/ 0 w 1722"/>
                  <a:gd name="T11" fmla="*/ 0 h 1055"/>
                  <a:gd name="T12" fmla="*/ 0 w 1722"/>
                  <a:gd name="T13" fmla="*/ 0 h 1055"/>
                  <a:gd name="T14" fmla="*/ 0 w 1722"/>
                  <a:gd name="T15" fmla="*/ 0 h 1055"/>
                  <a:gd name="T16" fmla="*/ 0 w 1722"/>
                  <a:gd name="T17" fmla="*/ 0 h 1055"/>
                  <a:gd name="T18" fmla="*/ 0 w 1722"/>
                  <a:gd name="T19" fmla="*/ 0 h 1055"/>
                  <a:gd name="T20" fmla="*/ 0 w 1722"/>
                  <a:gd name="T21" fmla="*/ 0 h 1055"/>
                  <a:gd name="T22" fmla="*/ 0 w 1722"/>
                  <a:gd name="T23" fmla="*/ 0 h 1055"/>
                  <a:gd name="T24" fmla="*/ 0 w 1722"/>
                  <a:gd name="T25" fmla="*/ 0 h 1055"/>
                  <a:gd name="T26" fmla="*/ 0 w 1722"/>
                  <a:gd name="T27" fmla="*/ 0 h 1055"/>
                  <a:gd name="T28" fmla="*/ 0 w 1722"/>
                  <a:gd name="T29" fmla="*/ 0 h 1055"/>
                  <a:gd name="T30" fmla="*/ 0 w 1722"/>
                  <a:gd name="T31" fmla="*/ 0 h 1055"/>
                  <a:gd name="T32" fmla="*/ 0 w 1722"/>
                  <a:gd name="T33" fmla="*/ 0 h 1055"/>
                  <a:gd name="T34" fmla="*/ 0 w 1722"/>
                  <a:gd name="T35" fmla="*/ 0 h 1055"/>
                  <a:gd name="T36" fmla="*/ 0 w 1722"/>
                  <a:gd name="T37" fmla="*/ 0 h 1055"/>
                  <a:gd name="T38" fmla="*/ 0 w 1722"/>
                  <a:gd name="T39" fmla="*/ 0 h 1055"/>
                  <a:gd name="T40" fmla="*/ 0 w 1722"/>
                  <a:gd name="T41" fmla="*/ 0 h 1055"/>
                  <a:gd name="T42" fmla="*/ 0 w 1722"/>
                  <a:gd name="T43" fmla="*/ 0 h 1055"/>
                  <a:gd name="T44" fmla="*/ 0 w 1722"/>
                  <a:gd name="T45" fmla="*/ 0 h 1055"/>
                  <a:gd name="T46" fmla="*/ 0 w 1722"/>
                  <a:gd name="T47" fmla="*/ 0 h 1055"/>
                  <a:gd name="T48" fmla="*/ 0 w 1722"/>
                  <a:gd name="T49" fmla="*/ 0 h 1055"/>
                  <a:gd name="T50" fmla="*/ 0 w 1722"/>
                  <a:gd name="T51" fmla="*/ 0 h 1055"/>
                  <a:gd name="T52" fmla="*/ 0 w 1722"/>
                  <a:gd name="T53" fmla="*/ 0 h 1055"/>
                  <a:gd name="T54" fmla="*/ 0 w 1722"/>
                  <a:gd name="T55" fmla="*/ 0 h 1055"/>
                  <a:gd name="T56" fmla="*/ 0 w 1722"/>
                  <a:gd name="T57" fmla="*/ 0 h 1055"/>
                  <a:gd name="T58" fmla="*/ 0 w 1722"/>
                  <a:gd name="T59" fmla="*/ 0 h 1055"/>
                  <a:gd name="T60" fmla="*/ 0 w 1722"/>
                  <a:gd name="T61" fmla="*/ 0 h 1055"/>
                  <a:gd name="T62" fmla="*/ 0 w 1722"/>
                  <a:gd name="T63" fmla="*/ 0 h 1055"/>
                  <a:gd name="T64" fmla="*/ 0 w 1722"/>
                  <a:gd name="T65" fmla="*/ 0 h 1055"/>
                  <a:gd name="T66" fmla="*/ 0 w 1722"/>
                  <a:gd name="T67" fmla="*/ 0 h 1055"/>
                  <a:gd name="T68" fmla="*/ 0 w 1722"/>
                  <a:gd name="T69" fmla="*/ 0 h 1055"/>
                  <a:gd name="T70" fmla="*/ 0 w 1722"/>
                  <a:gd name="T71" fmla="*/ 0 h 1055"/>
                  <a:gd name="T72" fmla="*/ 0 w 1722"/>
                  <a:gd name="T73" fmla="*/ 0 h 1055"/>
                  <a:gd name="T74" fmla="*/ 0 w 1722"/>
                  <a:gd name="T75" fmla="*/ 0 h 1055"/>
                  <a:gd name="T76" fmla="*/ 0 w 1722"/>
                  <a:gd name="T77" fmla="*/ 0 h 1055"/>
                  <a:gd name="T78" fmla="*/ 0 w 1722"/>
                  <a:gd name="T79" fmla="*/ 0 h 1055"/>
                  <a:gd name="T80" fmla="*/ 0 w 1722"/>
                  <a:gd name="T81" fmla="*/ 0 h 105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22"/>
                  <a:gd name="T124" fmla="*/ 0 h 1055"/>
                  <a:gd name="T125" fmla="*/ 1722 w 1722"/>
                  <a:gd name="T126" fmla="*/ 1055 h 105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22" h="1055">
                    <a:moveTo>
                      <a:pt x="20" y="9"/>
                    </a:moveTo>
                    <a:lnTo>
                      <a:pt x="0" y="163"/>
                    </a:lnTo>
                    <a:lnTo>
                      <a:pt x="9" y="233"/>
                    </a:lnTo>
                    <a:lnTo>
                      <a:pt x="58" y="320"/>
                    </a:lnTo>
                    <a:lnTo>
                      <a:pt x="172" y="451"/>
                    </a:lnTo>
                    <a:lnTo>
                      <a:pt x="279" y="641"/>
                    </a:lnTo>
                    <a:lnTo>
                      <a:pt x="337" y="841"/>
                    </a:lnTo>
                    <a:lnTo>
                      <a:pt x="350" y="899"/>
                    </a:lnTo>
                    <a:lnTo>
                      <a:pt x="385" y="917"/>
                    </a:lnTo>
                    <a:lnTo>
                      <a:pt x="467" y="934"/>
                    </a:lnTo>
                    <a:lnTo>
                      <a:pt x="572" y="934"/>
                    </a:lnTo>
                    <a:lnTo>
                      <a:pt x="759" y="919"/>
                    </a:lnTo>
                    <a:lnTo>
                      <a:pt x="844" y="917"/>
                    </a:lnTo>
                    <a:lnTo>
                      <a:pt x="970" y="1055"/>
                    </a:lnTo>
                    <a:lnTo>
                      <a:pt x="1176" y="934"/>
                    </a:lnTo>
                    <a:lnTo>
                      <a:pt x="1328" y="784"/>
                    </a:lnTo>
                    <a:lnTo>
                      <a:pt x="1515" y="597"/>
                    </a:lnTo>
                    <a:lnTo>
                      <a:pt x="1623" y="451"/>
                    </a:lnTo>
                    <a:lnTo>
                      <a:pt x="1722" y="211"/>
                    </a:lnTo>
                    <a:lnTo>
                      <a:pt x="1588" y="475"/>
                    </a:lnTo>
                    <a:lnTo>
                      <a:pt x="1464" y="604"/>
                    </a:lnTo>
                    <a:lnTo>
                      <a:pt x="1293" y="747"/>
                    </a:lnTo>
                    <a:lnTo>
                      <a:pt x="1155" y="732"/>
                    </a:lnTo>
                    <a:lnTo>
                      <a:pt x="1284" y="622"/>
                    </a:lnTo>
                    <a:lnTo>
                      <a:pt x="1344" y="373"/>
                    </a:lnTo>
                    <a:lnTo>
                      <a:pt x="1344" y="0"/>
                    </a:lnTo>
                    <a:lnTo>
                      <a:pt x="1319" y="200"/>
                    </a:lnTo>
                    <a:lnTo>
                      <a:pt x="939" y="778"/>
                    </a:lnTo>
                    <a:lnTo>
                      <a:pt x="759" y="862"/>
                    </a:lnTo>
                    <a:lnTo>
                      <a:pt x="530" y="890"/>
                    </a:lnTo>
                    <a:lnTo>
                      <a:pt x="431" y="881"/>
                    </a:lnTo>
                    <a:lnTo>
                      <a:pt x="364" y="862"/>
                    </a:lnTo>
                    <a:lnTo>
                      <a:pt x="302" y="668"/>
                    </a:lnTo>
                    <a:lnTo>
                      <a:pt x="227" y="523"/>
                    </a:lnTo>
                    <a:lnTo>
                      <a:pt x="179" y="422"/>
                    </a:lnTo>
                    <a:lnTo>
                      <a:pt x="154" y="327"/>
                    </a:lnTo>
                    <a:lnTo>
                      <a:pt x="99" y="277"/>
                    </a:lnTo>
                    <a:lnTo>
                      <a:pt x="44" y="233"/>
                    </a:lnTo>
                    <a:lnTo>
                      <a:pt x="9" y="156"/>
                    </a:lnTo>
                    <a:lnTo>
                      <a:pt x="20" y="71"/>
                    </a:lnTo>
                    <a:lnTo>
                      <a:pt x="20" y="9"/>
                    </a:lnTo>
                    <a:close/>
                  </a:path>
                </a:pathLst>
              </a:custGeom>
              <a:solidFill>
                <a:srgbClr val="000000"/>
              </a:solidFill>
              <a:ln w="9525">
                <a:noFill/>
                <a:round/>
                <a:headEnd/>
                <a:tailEnd/>
              </a:ln>
            </p:spPr>
            <p:txBody>
              <a:bodyPr/>
              <a:lstStyle/>
              <a:p>
                <a:pPr algn="ctr"/>
                <a:endParaRPr lang="pt-BR" sz="2400"/>
              </a:p>
            </p:txBody>
          </p:sp>
          <p:sp>
            <p:nvSpPr>
              <p:cNvPr id="588" name="Freeform 206"/>
              <p:cNvSpPr>
                <a:spLocks/>
              </p:cNvSpPr>
              <p:nvPr/>
            </p:nvSpPr>
            <p:spPr bwMode="auto">
              <a:xfrm>
                <a:off x="4206" y="1010"/>
                <a:ext cx="30" cy="19"/>
              </a:xfrm>
              <a:custGeom>
                <a:avLst/>
                <a:gdLst>
                  <a:gd name="T0" fmla="*/ 0 w 239"/>
                  <a:gd name="T1" fmla="*/ 0 h 152"/>
                  <a:gd name="T2" fmla="*/ 0 w 239"/>
                  <a:gd name="T3" fmla="*/ 0 h 152"/>
                  <a:gd name="T4" fmla="*/ 0 w 239"/>
                  <a:gd name="T5" fmla="*/ 0 h 152"/>
                  <a:gd name="T6" fmla="*/ 0 w 239"/>
                  <a:gd name="T7" fmla="*/ 0 h 152"/>
                  <a:gd name="T8" fmla="*/ 0 60000 65536"/>
                  <a:gd name="T9" fmla="*/ 0 60000 65536"/>
                  <a:gd name="T10" fmla="*/ 0 60000 65536"/>
                  <a:gd name="T11" fmla="*/ 0 60000 65536"/>
                  <a:gd name="T12" fmla="*/ 0 w 239"/>
                  <a:gd name="T13" fmla="*/ 0 h 152"/>
                  <a:gd name="T14" fmla="*/ 239 w 239"/>
                  <a:gd name="T15" fmla="*/ 152 h 152"/>
                </a:gdLst>
                <a:ahLst/>
                <a:cxnLst>
                  <a:cxn ang="T8">
                    <a:pos x="T0" y="T1"/>
                  </a:cxn>
                  <a:cxn ang="T9">
                    <a:pos x="T2" y="T3"/>
                  </a:cxn>
                  <a:cxn ang="T10">
                    <a:pos x="T4" y="T5"/>
                  </a:cxn>
                  <a:cxn ang="T11">
                    <a:pos x="T6" y="T7"/>
                  </a:cxn>
                </a:cxnLst>
                <a:rect l="T12" t="T13" r="T14" b="T15"/>
                <a:pathLst>
                  <a:path w="239" h="152">
                    <a:moveTo>
                      <a:pt x="205" y="0"/>
                    </a:moveTo>
                    <a:lnTo>
                      <a:pt x="0" y="152"/>
                    </a:lnTo>
                    <a:lnTo>
                      <a:pt x="239" y="83"/>
                    </a:lnTo>
                    <a:lnTo>
                      <a:pt x="205" y="0"/>
                    </a:lnTo>
                    <a:close/>
                  </a:path>
                </a:pathLst>
              </a:custGeom>
              <a:solidFill>
                <a:srgbClr val="000000"/>
              </a:solidFill>
              <a:ln w="9525">
                <a:noFill/>
                <a:round/>
                <a:headEnd/>
                <a:tailEnd/>
              </a:ln>
            </p:spPr>
            <p:txBody>
              <a:bodyPr/>
              <a:lstStyle/>
              <a:p>
                <a:pPr algn="ctr"/>
                <a:endParaRPr lang="pt-BR" sz="2400"/>
              </a:p>
            </p:txBody>
          </p:sp>
          <p:sp>
            <p:nvSpPr>
              <p:cNvPr id="589" name="Freeform 207"/>
              <p:cNvSpPr>
                <a:spLocks/>
              </p:cNvSpPr>
              <p:nvPr/>
            </p:nvSpPr>
            <p:spPr bwMode="auto">
              <a:xfrm>
                <a:off x="4244" y="892"/>
                <a:ext cx="60" cy="22"/>
              </a:xfrm>
              <a:custGeom>
                <a:avLst/>
                <a:gdLst>
                  <a:gd name="T0" fmla="*/ 0 w 485"/>
                  <a:gd name="T1" fmla="*/ 0 h 177"/>
                  <a:gd name="T2" fmla="*/ 0 w 485"/>
                  <a:gd name="T3" fmla="*/ 0 h 177"/>
                  <a:gd name="T4" fmla="*/ 0 w 485"/>
                  <a:gd name="T5" fmla="*/ 0 h 177"/>
                  <a:gd name="T6" fmla="*/ 0 w 485"/>
                  <a:gd name="T7" fmla="*/ 0 h 177"/>
                  <a:gd name="T8" fmla="*/ 0 w 485"/>
                  <a:gd name="T9" fmla="*/ 0 h 177"/>
                  <a:gd name="T10" fmla="*/ 0 w 485"/>
                  <a:gd name="T11" fmla="*/ 0 h 177"/>
                  <a:gd name="T12" fmla="*/ 0 w 485"/>
                  <a:gd name="T13" fmla="*/ 0 h 177"/>
                  <a:gd name="T14" fmla="*/ 0 w 485"/>
                  <a:gd name="T15" fmla="*/ 0 h 177"/>
                  <a:gd name="T16" fmla="*/ 0 60000 65536"/>
                  <a:gd name="T17" fmla="*/ 0 60000 65536"/>
                  <a:gd name="T18" fmla="*/ 0 60000 65536"/>
                  <a:gd name="T19" fmla="*/ 0 60000 65536"/>
                  <a:gd name="T20" fmla="*/ 0 60000 65536"/>
                  <a:gd name="T21" fmla="*/ 0 60000 65536"/>
                  <a:gd name="T22" fmla="*/ 0 60000 65536"/>
                  <a:gd name="T23" fmla="*/ 0 60000 65536"/>
                  <a:gd name="T24" fmla="*/ 0 w 485"/>
                  <a:gd name="T25" fmla="*/ 0 h 177"/>
                  <a:gd name="T26" fmla="*/ 485 w 485"/>
                  <a:gd name="T27" fmla="*/ 177 h 17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5" h="177">
                    <a:moveTo>
                      <a:pt x="0" y="147"/>
                    </a:moveTo>
                    <a:lnTo>
                      <a:pt x="28" y="92"/>
                    </a:lnTo>
                    <a:lnTo>
                      <a:pt x="150" y="32"/>
                    </a:lnTo>
                    <a:lnTo>
                      <a:pt x="284" y="0"/>
                    </a:lnTo>
                    <a:lnTo>
                      <a:pt x="485" y="27"/>
                    </a:lnTo>
                    <a:lnTo>
                      <a:pt x="301" y="57"/>
                    </a:lnTo>
                    <a:lnTo>
                      <a:pt x="19" y="177"/>
                    </a:lnTo>
                    <a:lnTo>
                      <a:pt x="0" y="147"/>
                    </a:lnTo>
                    <a:close/>
                  </a:path>
                </a:pathLst>
              </a:custGeom>
              <a:solidFill>
                <a:srgbClr val="000000"/>
              </a:solidFill>
              <a:ln w="9525">
                <a:noFill/>
                <a:round/>
                <a:headEnd/>
                <a:tailEnd/>
              </a:ln>
            </p:spPr>
            <p:txBody>
              <a:bodyPr/>
              <a:lstStyle/>
              <a:p>
                <a:pPr algn="ctr"/>
                <a:endParaRPr lang="pt-BR" sz="2400"/>
              </a:p>
            </p:txBody>
          </p:sp>
          <p:sp>
            <p:nvSpPr>
              <p:cNvPr id="590" name="Freeform 208"/>
              <p:cNvSpPr>
                <a:spLocks/>
              </p:cNvSpPr>
              <p:nvPr/>
            </p:nvSpPr>
            <p:spPr bwMode="auto">
              <a:xfrm>
                <a:off x="4192" y="896"/>
                <a:ext cx="28" cy="16"/>
              </a:xfrm>
              <a:custGeom>
                <a:avLst/>
                <a:gdLst>
                  <a:gd name="T0" fmla="*/ 0 w 221"/>
                  <a:gd name="T1" fmla="*/ 0 h 124"/>
                  <a:gd name="T2" fmla="*/ 0 w 221"/>
                  <a:gd name="T3" fmla="*/ 0 h 124"/>
                  <a:gd name="T4" fmla="*/ 0 w 221"/>
                  <a:gd name="T5" fmla="*/ 0 h 124"/>
                  <a:gd name="T6" fmla="*/ 0 w 221"/>
                  <a:gd name="T7" fmla="*/ 0 h 124"/>
                  <a:gd name="T8" fmla="*/ 0 w 221"/>
                  <a:gd name="T9" fmla="*/ 0 h 124"/>
                  <a:gd name="T10" fmla="*/ 0 w 221"/>
                  <a:gd name="T11" fmla="*/ 0 h 124"/>
                  <a:gd name="T12" fmla="*/ 0 w 221"/>
                  <a:gd name="T13" fmla="*/ 0 h 124"/>
                  <a:gd name="T14" fmla="*/ 0 w 221"/>
                  <a:gd name="T15" fmla="*/ 0 h 124"/>
                  <a:gd name="T16" fmla="*/ 0 60000 65536"/>
                  <a:gd name="T17" fmla="*/ 0 60000 65536"/>
                  <a:gd name="T18" fmla="*/ 0 60000 65536"/>
                  <a:gd name="T19" fmla="*/ 0 60000 65536"/>
                  <a:gd name="T20" fmla="*/ 0 60000 65536"/>
                  <a:gd name="T21" fmla="*/ 0 60000 65536"/>
                  <a:gd name="T22" fmla="*/ 0 60000 65536"/>
                  <a:gd name="T23" fmla="*/ 0 60000 65536"/>
                  <a:gd name="T24" fmla="*/ 0 w 221"/>
                  <a:gd name="T25" fmla="*/ 0 h 124"/>
                  <a:gd name="T26" fmla="*/ 221 w 221"/>
                  <a:gd name="T27" fmla="*/ 124 h 1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1" h="124">
                    <a:moveTo>
                      <a:pt x="221" y="124"/>
                    </a:moveTo>
                    <a:lnTo>
                      <a:pt x="201" y="89"/>
                    </a:lnTo>
                    <a:lnTo>
                      <a:pt x="141" y="46"/>
                    </a:lnTo>
                    <a:lnTo>
                      <a:pt x="21" y="0"/>
                    </a:lnTo>
                    <a:lnTo>
                      <a:pt x="0" y="16"/>
                    </a:lnTo>
                    <a:lnTo>
                      <a:pt x="35" y="60"/>
                    </a:lnTo>
                    <a:lnTo>
                      <a:pt x="180" y="115"/>
                    </a:lnTo>
                    <a:lnTo>
                      <a:pt x="221" y="124"/>
                    </a:lnTo>
                    <a:close/>
                  </a:path>
                </a:pathLst>
              </a:custGeom>
              <a:solidFill>
                <a:srgbClr val="000000"/>
              </a:solidFill>
              <a:ln w="9525">
                <a:noFill/>
                <a:round/>
                <a:headEnd/>
                <a:tailEnd/>
              </a:ln>
            </p:spPr>
            <p:txBody>
              <a:bodyPr/>
              <a:lstStyle/>
              <a:p>
                <a:pPr algn="ctr"/>
                <a:endParaRPr lang="pt-BR" sz="2400"/>
              </a:p>
            </p:txBody>
          </p:sp>
          <p:sp>
            <p:nvSpPr>
              <p:cNvPr id="591" name="Freeform 209"/>
              <p:cNvSpPr>
                <a:spLocks/>
              </p:cNvSpPr>
              <p:nvPr/>
            </p:nvSpPr>
            <p:spPr bwMode="auto">
              <a:xfrm>
                <a:off x="4210" y="913"/>
                <a:ext cx="55" cy="69"/>
              </a:xfrm>
              <a:custGeom>
                <a:avLst/>
                <a:gdLst>
                  <a:gd name="T0" fmla="*/ 0 w 443"/>
                  <a:gd name="T1" fmla="*/ 0 h 558"/>
                  <a:gd name="T2" fmla="*/ 0 w 443"/>
                  <a:gd name="T3" fmla="*/ 0 h 558"/>
                  <a:gd name="T4" fmla="*/ 0 w 443"/>
                  <a:gd name="T5" fmla="*/ 0 h 558"/>
                  <a:gd name="T6" fmla="*/ 0 w 443"/>
                  <a:gd name="T7" fmla="*/ 0 h 558"/>
                  <a:gd name="T8" fmla="*/ 0 w 443"/>
                  <a:gd name="T9" fmla="*/ 0 h 558"/>
                  <a:gd name="T10" fmla="*/ 0 w 443"/>
                  <a:gd name="T11" fmla="*/ 0 h 558"/>
                  <a:gd name="T12" fmla="*/ 0 w 443"/>
                  <a:gd name="T13" fmla="*/ 0 h 558"/>
                  <a:gd name="T14" fmla="*/ 0 w 443"/>
                  <a:gd name="T15" fmla="*/ 0 h 558"/>
                  <a:gd name="T16" fmla="*/ 0 w 443"/>
                  <a:gd name="T17" fmla="*/ 0 h 558"/>
                  <a:gd name="T18" fmla="*/ 0 w 443"/>
                  <a:gd name="T19" fmla="*/ 0 h 558"/>
                  <a:gd name="T20" fmla="*/ 0 w 443"/>
                  <a:gd name="T21" fmla="*/ 0 h 558"/>
                  <a:gd name="T22" fmla="*/ 0 w 443"/>
                  <a:gd name="T23" fmla="*/ 0 h 558"/>
                  <a:gd name="T24" fmla="*/ 0 w 443"/>
                  <a:gd name="T25" fmla="*/ 0 h 558"/>
                  <a:gd name="T26" fmla="*/ 0 w 443"/>
                  <a:gd name="T27" fmla="*/ 0 h 558"/>
                  <a:gd name="T28" fmla="*/ 0 w 443"/>
                  <a:gd name="T29" fmla="*/ 0 h 558"/>
                  <a:gd name="T30" fmla="*/ 0 w 443"/>
                  <a:gd name="T31" fmla="*/ 0 h 558"/>
                  <a:gd name="T32" fmla="*/ 0 w 443"/>
                  <a:gd name="T33" fmla="*/ 0 h 558"/>
                  <a:gd name="T34" fmla="*/ 0 w 443"/>
                  <a:gd name="T35" fmla="*/ 0 h 558"/>
                  <a:gd name="T36" fmla="*/ 0 w 443"/>
                  <a:gd name="T37" fmla="*/ 0 h 558"/>
                  <a:gd name="T38" fmla="*/ 0 w 443"/>
                  <a:gd name="T39" fmla="*/ 0 h 558"/>
                  <a:gd name="T40" fmla="*/ 0 w 443"/>
                  <a:gd name="T41" fmla="*/ 0 h 558"/>
                  <a:gd name="T42" fmla="*/ 0 w 443"/>
                  <a:gd name="T43" fmla="*/ 0 h 558"/>
                  <a:gd name="T44" fmla="*/ 0 w 443"/>
                  <a:gd name="T45" fmla="*/ 0 h 558"/>
                  <a:gd name="T46" fmla="*/ 0 w 443"/>
                  <a:gd name="T47" fmla="*/ 0 h 558"/>
                  <a:gd name="T48" fmla="*/ 0 w 443"/>
                  <a:gd name="T49" fmla="*/ 0 h 558"/>
                  <a:gd name="T50" fmla="*/ 0 w 443"/>
                  <a:gd name="T51" fmla="*/ 0 h 558"/>
                  <a:gd name="T52" fmla="*/ 0 w 443"/>
                  <a:gd name="T53" fmla="*/ 0 h 558"/>
                  <a:gd name="T54" fmla="*/ 0 w 443"/>
                  <a:gd name="T55" fmla="*/ 0 h 558"/>
                  <a:gd name="T56" fmla="*/ 0 w 443"/>
                  <a:gd name="T57" fmla="*/ 0 h 558"/>
                  <a:gd name="T58" fmla="*/ 0 w 443"/>
                  <a:gd name="T59" fmla="*/ 0 h 558"/>
                  <a:gd name="T60" fmla="*/ 0 w 443"/>
                  <a:gd name="T61" fmla="*/ 0 h 558"/>
                  <a:gd name="T62" fmla="*/ 0 w 443"/>
                  <a:gd name="T63" fmla="*/ 0 h 558"/>
                  <a:gd name="T64" fmla="*/ 0 w 443"/>
                  <a:gd name="T65" fmla="*/ 0 h 558"/>
                  <a:gd name="T66" fmla="*/ 0 w 443"/>
                  <a:gd name="T67" fmla="*/ 0 h 558"/>
                  <a:gd name="T68" fmla="*/ 0 w 443"/>
                  <a:gd name="T69" fmla="*/ 0 h 558"/>
                  <a:gd name="T70" fmla="*/ 0 w 443"/>
                  <a:gd name="T71" fmla="*/ 0 h 558"/>
                  <a:gd name="T72" fmla="*/ 0 w 443"/>
                  <a:gd name="T73" fmla="*/ 0 h 55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43"/>
                  <a:gd name="T112" fmla="*/ 0 h 558"/>
                  <a:gd name="T113" fmla="*/ 443 w 443"/>
                  <a:gd name="T114" fmla="*/ 558 h 55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43" h="558">
                    <a:moveTo>
                      <a:pt x="114" y="39"/>
                    </a:moveTo>
                    <a:lnTo>
                      <a:pt x="125" y="85"/>
                    </a:lnTo>
                    <a:lnTo>
                      <a:pt x="114" y="166"/>
                    </a:lnTo>
                    <a:lnTo>
                      <a:pt x="63" y="293"/>
                    </a:lnTo>
                    <a:lnTo>
                      <a:pt x="17" y="404"/>
                    </a:lnTo>
                    <a:lnTo>
                      <a:pt x="28" y="441"/>
                    </a:lnTo>
                    <a:lnTo>
                      <a:pt x="68" y="476"/>
                    </a:lnTo>
                    <a:lnTo>
                      <a:pt x="125" y="491"/>
                    </a:lnTo>
                    <a:lnTo>
                      <a:pt x="199" y="450"/>
                    </a:lnTo>
                    <a:lnTo>
                      <a:pt x="281" y="441"/>
                    </a:lnTo>
                    <a:lnTo>
                      <a:pt x="356" y="457"/>
                    </a:lnTo>
                    <a:lnTo>
                      <a:pt x="395" y="457"/>
                    </a:lnTo>
                    <a:lnTo>
                      <a:pt x="422" y="436"/>
                    </a:lnTo>
                    <a:lnTo>
                      <a:pt x="422" y="415"/>
                    </a:lnTo>
                    <a:lnTo>
                      <a:pt x="406" y="386"/>
                    </a:lnTo>
                    <a:lnTo>
                      <a:pt x="356" y="335"/>
                    </a:lnTo>
                    <a:lnTo>
                      <a:pt x="430" y="386"/>
                    </a:lnTo>
                    <a:lnTo>
                      <a:pt x="443" y="415"/>
                    </a:lnTo>
                    <a:lnTo>
                      <a:pt x="443" y="441"/>
                    </a:lnTo>
                    <a:lnTo>
                      <a:pt x="430" y="476"/>
                    </a:lnTo>
                    <a:lnTo>
                      <a:pt x="399" y="491"/>
                    </a:lnTo>
                    <a:lnTo>
                      <a:pt x="371" y="485"/>
                    </a:lnTo>
                    <a:lnTo>
                      <a:pt x="307" y="485"/>
                    </a:lnTo>
                    <a:lnTo>
                      <a:pt x="272" y="507"/>
                    </a:lnTo>
                    <a:lnTo>
                      <a:pt x="204" y="558"/>
                    </a:lnTo>
                    <a:lnTo>
                      <a:pt x="187" y="558"/>
                    </a:lnTo>
                    <a:lnTo>
                      <a:pt x="151" y="542"/>
                    </a:lnTo>
                    <a:lnTo>
                      <a:pt x="125" y="514"/>
                    </a:lnTo>
                    <a:lnTo>
                      <a:pt x="56" y="491"/>
                    </a:lnTo>
                    <a:lnTo>
                      <a:pt x="17" y="457"/>
                    </a:lnTo>
                    <a:lnTo>
                      <a:pt x="0" y="427"/>
                    </a:lnTo>
                    <a:lnTo>
                      <a:pt x="0" y="401"/>
                    </a:lnTo>
                    <a:lnTo>
                      <a:pt x="83" y="166"/>
                    </a:lnTo>
                    <a:lnTo>
                      <a:pt x="107" y="100"/>
                    </a:lnTo>
                    <a:lnTo>
                      <a:pt x="100" y="56"/>
                    </a:lnTo>
                    <a:lnTo>
                      <a:pt x="90" y="0"/>
                    </a:lnTo>
                    <a:lnTo>
                      <a:pt x="114" y="39"/>
                    </a:lnTo>
                    <a:close/>
                  </a:path>
                </a:pathLst>
              </a:custGeom>
              <a:solidFill>
                <a:srgbClr val="000000"/>
              </a:solidFill>
              <a:ln w="9525">
                <a:noFill/>
                <a:round/>
                <a:headEnd/>
                <a:tailEnd/>
              </a:ln>
            </p:spPr>
            <p:txBody>
              <a:bodyPr/>
              <a:lstStyle/>
              <a:p>
                <a:pPr algn="ctr"/>
                <a:endParaRPr lang="pt-BR" sz="2400"/>
              </a:p>
            </p:txBody>
          </p:sp>
          <p:sp>
            <p:nvSpPr>
              <p:cNvPr id="592" name="Freeform 210"/>
              <p:cNvSpPr>
                <a:spLocks/>
              </p:cNvSpPr>
              <p:nvPr/>
            </p:nvSpPr>
            <p:spPr bwMode="auto">
              <a:xfrm>
                <a:off x="4202" y="918"/>
                <a:ext cx="21" cy="10"/>
              </a:xfrm>
              <a:custGeom>
                <a:avLst/>
                <a:gdLst>
                  <a:gd name="T0" fmla="*/ 0 w 167"/>
                  <a:gd name="T1" fmla="*/ 0 h 86"/>
                  <a:gd name="T2" fmla="*/ 0 w 167"/>
                  <a:gd name="T3" fmla="*/ 0 h 86"/>
                  <a:gd name="T4" fmla="*/ 0 w 167"/>
                  <a:gd name="T5" fmla="*/ 0 h 86"/>
                  <a:gd name="T6" fmla="*/ 0 w 167"/>
                  <a:gd name="T7" fmla="*/ 0 h 86"/>
                  <a:gd name="T8" fmla="*/ 0 w 167"/>
                  <a:gd name="T9" fmla="*/ 0 h 86"/>
                  <a:gd name="T10" fmla="*/ 0 w 167"/>
                  <a:gd name="T11" fmla="*/ 0 h 86"/>
                  <a:gd name="T12" fmla="*/ 0 60000 65536"/>
                  <a:gd name="T13" fmla="*/ 0 60000 65536"/>
                  <a:gd name="T14" fmla="*/ 0 60000 65536"/>
                  <a:gd name="T15" fmla="*/ 0 60000 65536"/>
                  <a:gd name="T16" fmla="*/ 0 60000 65536"/>
                  <a:gd name="T17" fmla="*/ 0 60000 65536"/>
                  <a:gd name="T18" fmla="*/ 0 w 167"/>
                  <a:gd name="T19" fmla="*/ 0 h 86"/>
                  <a:gd name="T20" fmla="*/ 167 w 167"/>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167" h="86">
                    <a:moveTo>
                      <a:pt x="0" y="0"/>
                    </a:moveTo>
                    <a:lnTo>
                      <a:pt x="167" y="56"/>
                    </a:lnTo>
                    <a:lnTo>
                      <a:pt x="150" y="86"/>
                    </a:lnTo>
                    <a:lnTo>
                      <a:pt x="102" y="81"/>
                    </a:lnTo>
                    <a:lnTo>
                      <a:pt x="60" y="56"/>
                    </a:lnTo>
                    <a:lnTo>
                      <a:pt x="0" y="0"/>
                    </a:lnTo>
                    <a:close/>
                  </a:path>
                </a:pathLst>
              </a:custGeom>
              <a:solidFill>
                <a:srgbClr val="000000"/>
              </a:solidFill>
              <a:ln w="9525">
                <a:noFill/>
                <a:round/>
                <a:headEnd/>
                <a:tailEnd/>
              </a:ln>
            </p:spPr>
            <p:txBody>
              <a:bodyPr/>
              <a:lstStyle/>
              <a:p>
                <a:pPr algn="ctr"/>
                <a:endParaRPr lang="pt-BR" sz="2400"/>
              </a:p>
            </p:txBody>
          </p:sp>
          <p:sp>
            <p:nvSpPr>
              <p:cNvPr id="593" name="Freeform 211"/>
              <p:cNvSpPr>
                <a:spLocks/>
              </p:cNvSpPr>
              <p:nvPr/>
            </p:nvSpPr>
            <p:spPr bwMode="auto">
              <a:xfrm>
                <a:off x="4253" y="913"/>
                <a:ext cx="41" cy="13"/>
              </a:xfrm>
              <a:custGeom>
                <a:avLst/>
                <a:gdLst>
                  <a:gd name="T0" fmla="*/ 0 w 328"/>
                  <a:gd name="T1" fmla="*/ 0 h 107"/>
                  <a:gd name="T2" fmla="*/ 0 w 328"/>
                  <a:gd name="T3" fmla="*/ 0 h 107"/>
                  <a:gd name="T4" fmla="*/ 0 w 328"/>
                  <a:gd name="T5" fmla="*/ 0 h 107"/>
                  <a:gd name="T6" fmla="*/ 0 w 328"/>
                  <a:gd name="T7" fmla="*/ 0 h 107"/>
                  <a:gd name="T8" fmla="*/ 0 w 328"/>
                  <a:gd name="T9" fmla="*/ 0 h 107"/>
                  <a:gd name="T10" fmla="*/ 0 w 328"/>
                  <a:gd name="T11" fmla="*/ 0 h 107"/>
                  <a:gd name="T12" fmla="*/ 0 w 328"/>
                  <a:gd name="T13" fmla="*/ 0 h 107"/>
                  <a:gd name="T14" fmla="*/ 0 w 328"/>
                  <a:gd name="T15" fmla="*/ 0 h 107"/>
                  <a:gd name="T16" fmla="*/ 0 w 328"/>
                  <a:gd name="T17" fmla="*/ 0 h 107"/>
                  <a:gd name="T18" fmla="*/ 0 w 328"/>
                  <a:gd name="T19" fmla="*/ 0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8"/>
                  <a:gd name="T31" fmla="*/ 0 h 107"/>
                  <a:gd name="T32" fmla="*/ 328 w 328"/>
                  <a:gd name="T33" fmla="*/ 107 h 10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8" h="107">
                    <a:moveTo>
                      <a:pt x="0" y="74"/>
                    </a:moveTo>
                    <a:lnTo>
                      <a:pt x="86" y="63"/>
                    </a:lnTo>
                    <a:lnTo>
                      <a:pt x="192" y="39"/>
                    </a:lnTo>
                    <a:lnTo>
                      <a:pt x="328" y="0"/>
                    </a:lnTo>
                    <a:lnTo>
                      <a:pt x="201" y="63"/>
                    </a:lnTo>
                    <a:lnTo>
                      <a:pt x="127" y="100"/>
                    </a:lnTo>
                    <a:lnTo>
                      <a:pt x="62" y="107"/>
                    </a:lnTo>
                    <a:lnTo>
                      <a:pt x="12" y="100"/>
                    </a:lnTo>
                    <a:lnTo>
                      <a:pt x="0" y="97"/>
                    </a:lnTo>
                    <a:lnTo>
                      <a:pt x="0" y="74"/>
                    </a:lnTo>
                    <a:close/>
                  </a:path>
                </a:pathLst>
              </a:custGeom>
              <a:solidFill>
                <a:srgbClr val="000000"/>
              </a:solidFill>
              <a:ln w="9525">
                <a:noFill/>
                <a:round/>
                <a:headEnd/>
                <a:tailEnd/>
              </a:ln>
            </p:spPr>
            <p:txBody>
              <a:bodyPr/>
              <a:lstStyle/>
              <a:p>
                <a:pPr algn="ctr"/>
                <a:endParaRPr lang="pt-BR" sz="2400"/>
              </a:p>
            </p:txBody>
          </p:sp>
          <p:sp>
            <p:nvSpPr>
              <p:cNvPr id="594" name="Freeform 212"/>
              <p:cNvSpPr>
                <a:spLocks/>
              </p:cNvSpPr>
              <p:nvPr/>
            </p:nvSpPr>
            <p:spPr bwMode="auto">
              <a:xfrm>
                <a:off x="4233" y="991"/>
                <a:ext cx="49" cy="14"/>
              </a:xfrm>
              <a:custGeom>
                <a:avLst/>
                <a:gdLst>
                  <a:gd name="T0" fmla="*/ 0 w 390"/>
                  <a:gd name="T1" fmla="*/ 0 h 113"/>
                  <a:gd name="T2" fmla="*/ 0 w 390"/>
                  <a:gd name="T3" fmla="*/ 0 h 113"/>
                  <a:gd name="T4" fmla="*/ 0 w 390"/>
                  <a:gd name="T5" fmla="*/ 0 h 113"/>
                  <a:gd name="T6" fmla="*/ 0 w 390"/>
                  <a:gd name="T7" fmla="*/ 0 h 113"/>
                  <a:gd name="T8" fmla="*/ 0 w 390"/>
                  <a:gd name="T9" fmla="*/ 0 h 113"/>
                  <a:gd name="T10" fmla="*/ 0 w 390"/>
                  <a:gd name="T11" fmla="*/ 0 h 113"/>
                  <a:gd name="T12" fmla="*/ 0 w 390"/>
                  <a:gd name="T13" fmla="*/ 0 h 113"/>
                  <a:gd name="T14" fmla="*/ 0 w 390"/>
                  <a:gd name="T15" fmla="*/ 0 h 113"/>
                  <a:gd name="T16" fmla="*/ 0 w 390"/>
                  <a:gd name="T17" fmla="*/ 0 h 113"/>
                  <a:gd name="T18" fmla="*/ 0 w 390"/>
                  <a:gd name="T19" fmla="*/ 0 h 113"/>
                  <a:gd name="T20" fmla="*/ 0 w 390"/>
                  <a:gd name="T21" fmla="*/ 0 h 113"/>
                  <a:gd name="T22" fmla="*/ 0 w 390"/>
                  <a:gd name="T23" fmla="*/ 0 h 113"/>
                  <a:gd name="T24" fmla="*/ 0 w 390"/>
                  <a:gd name="T25" fmla="*/ 0 h 113"/>
                  <a:gd name="T26" fmla="*/ 0 w 390"/>
                  <a:gd name="T27" fmla="*/ 0 h 113"/>
                  <a:gd name="T28" fmla="*/ 0 w 390"/>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0"/>
                  <a:gd name="T46" fmla="*/ 0 h 113"/>
                  <a:gd name="T47" fmla="*/ 390 w 390"/>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0" h="113">
                    <a:moveTo>
                      <a:pt x="0" y="0"/>
                    </a:moveTo>
                    <a:lnTo>
                      <a:pt x="41" y="11"/>
                    </a:lnTo>
                    <a:lnTo>
                      <a:pt x="136" y="0"/>
                    </a:lnTo>
                    <a:lnTo>
                      <a:pt x="307" y="5"/>
                    </a:lnTo>
                    <a:lnTo>
                      <a:pt x="390" y="20"/>
                    </a:lnTo>
                    <a:lnTo>
                      <a:pt x="279" y="73"/>
                    </a:lnTo>
                    <a:lnTo>
                      <a:pt x="184" y="113"/>
                    </a:lnTo>
                    <a:lnTo>
                      <a:pt x="300" y="48"/>
                    </a:lnTo>
                    <a:lnTo>
                      <a:pt x="291" y="20"/>
                    </a:lnTo>
                    <a:lnTo>
                      <a:pt x="164" y="20"/>
                    </a:lnTo>
                    <a:lnTo>
                      <a:pt x="50" y="25"/>
                    </a:lnTo>
                    <a:lnTo>
                      <a:pt x="17" y="25"/>
                    </a:lnTo>
                    <a:lnTo>
                      <a:pt x="35" y="84"/>
                    </a:lnTo>
                    <a:lnTo>
                      <a:pt x="0" y="25"/>
                    </a:lnTo>
                    <a:lnTo>
                      <a:pt x="0" y="0"/>
                    </a:lnTo>
                    <a:close/>
                  </a:path>
                </a:pathLst>
              </a:custGeom>
              <a:solidFill>
                <a:srgbClr val="000000"/>
              </a:solidFill>
              <a:ln w="9525">
                <a:noFill/>
                <a:round/>
                <a:headEnd/>
                <a:tailEnd/>
              </a:ln>
            </p:spPr>
            <p:txBody>
              <a:bodyPr/>
              <a:lstStyle/>
              <a:p>
                <a:pPr algn="ctr"/>
                <a:endParaRPr lang="pt-BR" sz="2400"/>
              </a:p>
            </p:txBody>
          </p:sp>
          <p:sp>
            <p:nvSpPr>
              <p:cNvPr id="595" name="Freeform 213"/>
              <p:cNvSpPr>
                <a:spLocks/>
              </p:cNvSpPr>
              <p:nvPr/>
            </p:nvSpPr>
            <p:spPr bwMode="auto">
              <a:xfrm>
                <a:off x="4245" y="1014"/>
                <a:ext cx="17" cy="7"/>
              </a:xfrm>
              <a:custGeom>
                <a:avLst/>
                <a:gdLst>
                  <a:gd name="T0" fmla="*/ 0 w 133"/>
                  <a:gd name="T1" fmla="*/ 0 h 57"/>
                  <a:gd name="T2" fmla="*/ 0 w 133"/>
                  <a:gd name="T3" fmla="*/ 0 h 57"/>
                  <a:gd name="T4" fmla="*/ 0 w 133"/>
                  <a:gd name="T5" fmla="*/ 0 h 57"/>
                  <a:gd name="T6" fmla="*/ 0 w 133"/>
                  <a:gd name="T7" fmla="*/ 0 h 57"/>
                  <a:gd name="T8" fmla="*/ 0 w 133"/>
                  <a:gd name="T9" fmla="*/ 0 h 57"/>
                  <a:gd name="T10" fmla="*/ 0 60000 65536"/>
                  <a:gd name="T11" fmla="*/ 0 60000 65536"/>
                  <a:gd name="T12" fmla="*/ 0 60000 65536"/>
                  <a:gd name="T13" fmla="*/ 0 60000 65536"/>
                  <a:gd name="T14" fmla="*/ 0 60000 65536"/>
                  <a:gd name="T15" fmla="*/ 0 w 133"/>
                  <a:gd name="T16" fmla="*/ 0 h 57"/>
                  <a:gd name="T17" fmla="*/ 133 w 133"/>
                  <a:gd name="T18" fmla="*/ 57 h 57"/>
                </a:gdLst>
                <a:ahLst/>
                <a:cxnLst>
                  <a:cxn ang="T10">
                    <a:pos x="T0" y="T1"/>
                  </a:cxn>
                  <a:cxn ang="T11">
                    <a:pos x="T2" y="T3"/>
                  </a:cxn>
                  <a:cxn ang="T12">
                    <a:pos x="T4" y="T5"/>
                  </a:cxn>
                  <a:cxn ang="T13">
                    <a:pos x="T6" y="T7"/>
                  </a:cxn>
                  <a:cxn ang="T14">
                    <a:pos x="T8" y="T9"/>
                  </a:cxn>
                </a:cxnLst>
                <a:rect l="T15" t="T16" r="T17" b="T18"/>
                <a:pathLst>
                  <a:path w="133" h="57">
                    <a:moveTo>
                      <a:pt x="0" y="0"/>
                    </a:moveTo>
                    <a:lnTo>
                      <a:pt x="23" y="57"/>
                    </a:lnTo>
                    <a:lnTo>
                      <a:pt x="133" y="57"/>
                    </a:lnTo>
                    <a:lnTo>
                      <a:pt x="81" y="4"/>
                    </a:lnTo>
                    <a:lnTo>
                      <a:pt x="0" y="0"/>
                    </a:lnTo>
                    <a:close/>
                  </a:path>
                </a:pathLst>
              </a:custGeom>
              <a:solidFill>
                <a:srgbClr val="000000"/>
              </a:solidFill>
              <a:ln w="9525">
                <a:noFill/>
                <a:round/>
                <a:headEnd/>
                <a:tailEnd/>
              </a:ln>
            </p:spPr>
            <p:txBody>
              <a:bodyPr/>
              <a:lstStyle/>
              <a:p>
                <a:pPr algn="ctr"/>
                <a:endParaRPr lang="pt-BR" sz="2400"/>
              </a:p>
            </p:txBody>
          </p:sp>
          <p:sp>
            <p:nvSpPr>
              <p:cNvPr id="596" name="Freeform 214"/>
              <p:cNvSpPr>
                <a:spLocks/>
              </p:cNvSpPr>
              <p:nvPr/>
            </p:nvSpPr>
            <p:spPr bwMode="auto">
              <a:xfrm>
                <a:off x="4261" y="927"/>
                <a:ext cx="29" cy="7"/>
              </a:xfrm>
              <a:custGeom>
                <a:avLst/>
                <a:gdLst>
                  <a:gd name="T0" fmla="*/ 0 w 238"/>
                  <a:gd name="T1" fmla="*/ 0 h 60"/>
                  <a:gd name="T2" fmla="*/ 0 w 238"/>
                  <a:gd name="T3" fmla="*/ 0 h 60"/>
                  <a:gd name="T4" fmla="*/ 0 w 238"/>
                  <a:gd name="T5" fmla="*/ 0 h 60"/>
                  <a:gd name="T6" fmla="*/ 0 w 238"/>
                  <a:gd name="T7" fmla="*/ 0 h 60"/>
                  <a:gd name="T8" fmla="*/ 0 w 238"/>
                  <a:gd name="T9" fmla="*/ 0 h 60"/>
                  <a:gd name="T10" fmla="*/ 0 w 238"/>
                  <a:gd name="T11" fmla="*/ 0 h 60"/>
                  <a:gd name="T12" fmla="*/ 0 w 238"/>
                  <a:gd name="T13" fmla="*/ 0 h 60"/>
                  <a:gd name="T14" fmla="*/ 0 w 238"/>
                  <a:gd name="T15" fmla="*/ 0 h 60"/>
                  <a:gd name="T16" fmla="*/ 0 w 238"/>
                  <a:gd name="T17" fmla="*/ 0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60"/>
                  <a:gd name="T29" fmla="*/ 238 w 238"/>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60">
                    <a:moveTo>
                      <a:pt x="0" y="53"/>
                    </a:moveTo>
                    <a:lnTo>
                      <a:pt x="60" y="60"/>
                    </a:lnTo>
                    <a:lnTo>
                      <a:pt x="123" y="60"/>
                    </a:lnTo>
                    <a:lnTo>
                      <a:pt x="182" y="32"/>
                    </a:lnTo>
                    <a:lnTo>
                      <a:pt x="238" y="0"/>
                    </a:lnTo>
                    <a:lnTo>
                      <a:pt x="160" y="35"/>
                    </a:lnTo>
                    <a:lnTo>
                      <a:pt x="97" y="53"/>
                    </a:lnTo>
                    <a:lnTo>
                      <a:pt x="51" y="53"/>
                    </a:lnTo>
                    <a:lnTo>
                      <a:pt x="0" y="53"/>
                    </a:lnTo>
                    <a:close/>
                  </a:path>
                </a:pathLst>
              </a:custGeom>
              <a:solidFill>
                <a:srgbClr val="000000"/>
              </a:solidFill>
              <a:ln w="9525">
                <a:noFill/>
                <a:round/>
                <a:headEnd/>
                <a:tailEnd/>
              </a:ln>
            </p:spPr>
            <p:txBody>
              <a:bodyPr/>
              <a:lstStyle/>
              <a:p>
                <a:pPr algn="ctr"/>
                <a:endParaRPr lang="pt-BR" sz="2400"/>
              </a:p>
            </p:txBody>
          </p:sp>
          <p:sp>
            <p:nvSpPr>
              <p:cNvPr id="597" name="Freeform 215"/>
              <p:cNvSpPr>
                <a:spLocks/>
              </p:cNvSpPr>
              <p:nvPr/>
            </p:nvSpPr>
            <p:spPr bwMode="auto">
              <a:xfrm>
                <a:off x="4205" y="929"/>
                <a:ext cx="12" cy="6"/>
              </a:xfrm>
              <a:custGeom>
                <a:avLst/>
                <a:gdLst>
                  <a:gd name="T0" fmla="*/ 0 w 92"/>
                  <a:gd name="T1" fmla="*/ 0 h 44"/>
                  <a:gd name="T2" fmla="*/ 0 w 92"/>
                  <a:gd name="T3" fmla="*/ 0 h 44"/>
                  <a:gd name="T4" fmla="*/ 0 w 92"/>
                  <a:gd name="T5" fmla="*/ 0 h 44"/>
                  <a:gd name="T6" fmla="*/ 0 w 92"/>
                  <a:gd name="T7" fmla="*/ 0 h 44"/>
                  <a:gd name="T8" fmla="*/ 0 w 92"/>
                  <a:gd name="T9" fmla="*/ 0 h 44"/>
                  <a:gd name="T10" fmla="*/ 0 w 92"/>
                  <a:gd name="T11" fmla="*/ 0 h 44"/>
                  <a:gd name="T12" fmla="*/ 0 60000 65536"/>
                  <a:gd name="T13" fmla="*/ 0 60000 65536"/>
                  <a:gd name="T14" fmla="*/ 0 60000 65536"/>
                  <a:gd name="T15" fmla="*/ 0 60000 65536"/>
                  <a:gd name="T16" fmla="*/ 0 60000 65536"/>
                  <a:gd name="T17" fmla="*/ 0 60000 65536"/>
                  <a:gd name="T18" fmla="*/ 0 w 92"/>
                  <a:gd name="T19" fmla="*/ 0 h 44"/>
                  <a:gd name="T20" fmla="*/ 92 w 92"/>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92" h="44">
                    <a:moveTo>
                      <a:pt x="92" y="32"/>
                    </a:moveTo>
                    <a:lnTo>
                      <a:pt x="53" y="39"/>
                    </a:lnTo>
                    <a:lnTo>
                      <a:pt x="0" y="0"/>
                    </a:lnTo>
                    <a:lnTo>
                      <a:pt x="39" y="44"/>
                    </a:lnTo>
                    <a:lnTo>
                      <a:pt x="73" y="44"/>
                    </a:lnTo>
                    <a:lnTo>
                      <a:pt x="92" y="32"/>
                    </a:lnTo>
                    <a:close/>
                  </a:path>
                </a:pathLst>
              </a:custGeom>
              <a:solidFill>
                <a:srgbClr val="000000"/>
              </a:solidFill>
              <a:ln w="9525">
                <a:noFill/>
                <a:round/>
                <a:headEnd/>
                <a:tailEnd/>
              </a:ln>
            </p:spPr>
            <p:txBody>
              <a:bodyPr/>
              <a:lstStyle/>
              <a:p>
                <a:pPr algn="ctr"/>
                <a:endParaRPr lang="pt-BR" sz="2400"/>
              </a:p>
            </p:txBody>
          </p:sp>
          <p:sp>
            <p:nvSpPr>
              <p:cNvPr id="598" name="Freeform 216"/>
              <p:cNvSpPr>
                <a:spLocks/>
              </p:cNvSpPr>
              <p:nvPr/>
            </p:nvSpPr>
            <p:spPr bwMode="auto">
              <a:xfrm>
                <a:off x="3865" y="907"/>
                <a:ext cx="27" cy="14"/>
              </a:xfrm>
              <a:custGeom>
                <a:avLst/>
                <a:gdLst>
                  <a:gd name="T0" fmla="*/ 0 w 221"/>
                  <a:gd name="T1" fmla="*/ 0 h 107"/>
                  <a:gd name="T2" fmla="*/ 0 w 221"/>
                  <a:gd name="T3" fmla="*/ 0 h 107"/>
                  <a:gd name="T4" fmla="*/ 0 w 221"/>
                  <a:gd name="T5" fmla="*/ 0 h 107"/>
                  <a:gd name="T6" fmla="*/ 0 w 221"/>
                  <a:gd name="T7" fmla="*/ 0 h 107"/>
                  <a:gd name="T8" fmla="*/ 0 w 221"/>
                  <a:gd name="T9" fmla="*/ 0 h 107"/>
                  <a:gd name="T10" fmla="*/ 0 w 221"/>
                  <a:gd name="T11" fmla="*/ 0 h 107"/>
                  <a:gd name="T12" fmla="*/ 0 60000 65536"/>
                  <a:gd name="T13" fmla="*/ 0 60000 65536"/>
                  <a:gd name="T14" fmla="*/ 0 60000 65536"/>
                  <a:gd name="T15" fmla="*/ 0 60000 65536"/>
                  <a:gd name="T16" fmla="*/ 0 60000 65536"/>
                  <a:gd name="T17" fmla="*/ 0 60000 65536"/>
                  <a:gd name="T18" fmla="*/ 0 w 221"/>
                  <a:gd name="T19" fmla="*/ 0 h 107"/>
                  <a:gd name="T20" fmla="*/ 221 w 221"/>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221" h="107">
                    <a:moveTo>
                      <a:pt x="0" y="42"/>
                    </a:moveTo>
                    <a:lnTo>
                      <a:pt x="93" y="0"/>
                    </a:lnTo>
                    <a:lnTo>
                      <a:pt x="214" y="33"/>
                    </a:lnTo>
                    <a:lnTo>
                      <a:pt x="221" y="107"/>
                    </a:lnTo>
                    <a:lnTo>
                      <a:pt x="86" y="37"/>
                    </a:lnTo>
                    <a:lnTo>
                      <a:pt x="0" y="42"/>
                    </a:lnTo>
                    <a:close/>
                  </a:path>
                </a:pathLst>
              </a:custGeom>
              <a:solidFill>
                <a:srgbClr val="000000"/>
              </a:solidFill>
              <a:ln w="9525">
                <a:noFill/>
                <a:round/>
                <a:headEnd/>
                <a:tailEnd/>
              </a:ln>
            </p:spPr>
            <p:txBody>
              <a:bodyPr/>
              <a:lstStyle/>
              <a:p>
                <a:pPr algn="ctr"/>
                <a:endParaRPr lang="pt-BR" sz="2400"/>
              </a:p>
            </p:txBody>
          </p:sp>
          <p:sp>
            <p:nvSpPr>
              <p:cNvPr id="599" name="Freeform 217"/>
              <p:cNvSpPr>
                <a:spLocks/>
              </p:cNvSpPr>
              <p:nvPr/>
            </p:nvSpPr>
            <p:spPr bwMode="auto">
              <a:xfrm>
                <a:off x="3868" y="916"/>
                <a:ext cx="19" cy="16"/>
              </a:xfrm>
              <a:custGeom>
                <a:avLst/>
                <a:gdLst>
                  <a:gd name="T0" fmla="*/ 0 w 155"/>
                  <a:gd name="T1" fmla="*/ 0 h 129"/>
                  <a:gd name="T2" fmla="*/ 0 w 155"/>
                  <a:gd name="T3" fmla="*/ 0 h 129"/>
                  <a:gd name="T4" fmla="*/ 0 w 155"/>
                  <a:gd name="T5" fmla="*/ 0 h 129"/>
                  <a:gd name="T6" fmla="*/ 0 w 155"/>
                  <a:gd name="T7" fmla="*/ 0 h 129"/>
                  <a:gd name="T8" fmla="*/ 0 w 155"/>
                  <a:gd name="T9" fmla="*/ 0 h 129"/>
                  <a:gd name="T10" fmla="*/ 0 w 155"/>
                  <a:gd name="T11" fmla="*/ 0 h 129"/>
                  <a:gd name="T12" fmla="*/ 0 w 155"/>
                  <a:gd name="T13" fmla="*/ 0 h 129"/>
                  <a:gd name="T14" fmla="*/ 0 w 155"/>
                  <a:gd name="T15" fmla="*/ 0 h 129"/>
                  <a:gd name="T16" fmla="*/ 0 w 155"/>
                  <a:gd name="T17" fmla="*/ 0 h 129"/>
                  <a:gd name="T18" fmla="*/ 0 w 155"/>
                  <a:gd name="T19" fmla="*/ 0 h 129"/>
                  <a:gd name="T20" fmla="*/ 0 w 155"/>
                  <a:gd name="T21" fmla="*/ 0 h 1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5"/>
                  <a:gd name="T34" fmla="*/ 0 h 129"/>
                  <a:gd name="T35" fmla="*/ 155 w 155"/>
                  <a:gd name="T36" fmla="*/ 129 h 1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5" h="129">
                    <a:moveTo>
                      <a:pt x="125" y="0"/>
                    </a:moveTo>
                    <a:lnTo>
                      <a:pt x="83" y="28"/>
                    </a:lnTo>
                    <a:lnTo>
                      <a:pt x="15" y="50"/>
                    </a:lnTo>
                    <a:lnTo>
                      <a:pt x="0" y="81"/>
                    </a:lnTo>
                    <a:lnTo>
                      <a:pt x="0" y="122"/>
                    </a:lnTo>
                    <a:lnTo>
                      <a:pt x="31" y="108"/>
                    </a:lnTo>
                    <a:lnTo>
                      <a:pt x="61" y="129"/>
                    </a:lnTo>
                    <a:lnTo>
                      <a:pt x="65" y="64"/>
                    </a:lnTo>
                    <a:lnTo>
                      <a:pt x="107" y="50"/>
                    </a:lnTo>
                    <a:lnTo>
                      <a:pt x="155" y="13"/>
                    </a:lnTo>
                    <a:lnTo>
                      <a:pt x="125" y="0"/>
                    </a:lnTo>
                    <a:close/>
                  </a:path>
                </a:pathLst>
              </a:custGeom>
              <a:solidFill>
                <a:srgbClr val="000000"/>
              </a:solidFill>
              <a:ln w="9525">
                <a:noFill/>
                <a:round/>
                <a:headEnd/>
                <a:tailEnd/>
              </a:ln>
            </p:spPr>
            <p:txBody>
              <a:bodyPr/>
              <a:lstStyle/>
              <a:p>
                <a:pPr algn="ctr"/>
                <a:endParaRPr lang="pt-BR" sz="2400"/>
              </a:p>
            </p:txBody>
          </p:sp>
          <p:sp>
            <p:nvSpPr>
              <p:cNvPr id="600" name="Freeform 218"/>
              <p:cNvSpPr>
                <a:spLocks/>
              </p:cNvSpPr>
              <p:nvPr/>
            </p:nvSpPr>
            <p:spPr bwMode="auto">
              <a:xfrm>
                <a:off x="3916" y="877"/>
                <a:ext cx="45" cy="78"/>
              </a:xfrm>
              <a:custGeom>
                <a:avLst/>
                <a:gdLst>
                  <a:gd name="T0" fmla="*/ 0 w 367"/>
                  <a:gd name="T1" fmla="*/ 0 h 624"/>
                  <a:gd name="T2" fmla="*/ 0 w 367"/>
                  <a:gd name="T3" fmla="*/ 0 h 624"/>
                  <a:gd name="T4" fmla="*/ 0 w 367"/>
                  <a:gd name="T5" fmla="*/ 0 h 624"/>
                  <a:gd name="T6" fmla="*/ 0 w 367"/>
                  <a:gd name="T7" fmla="*/ 0 h 624"/>
                  <a:gd name="T8" fmla="*/ 0 w 367"/>
                  <a:gd name="T9" fmla="*/ 0 h 624"/>
                  <a:gd name="T10" fmla="*/ 0 w 367"/>
                  <a:gd name="T11" fmla="*/ 0 h 624"/>
                  <a:gd name="T12" fmla="*/ 0 w 367"/>
                  <a:gd name="T13" fmla="*/ 0 h 624"/>
                  <a:gd name="T14" fmla="*/ 0 w 367"/>
                  <a:gd name="T15" fmla="*/ 0 h 624"/>
                  <a:gd name="T16" fmla="*/ 0 w 367"/>
                  <a:gd name="T17" fmla="*/ 0 h 624"/>
                  <a:gd name="T18" fmla="*/ 0 w 367"/>
                  <a:gd name="T19" fmla="*/ 0 h 624"/>
                  <a:gd name="T20" fmla="*/ 0 w 367"/>
                  <a:gd name="T21" fmla="*/ 0 h 624"/>
                  <a:gd name="T22" fmla="*/ 0 w 367"/>
                  <a:gd name="T23" fmla="*/ 0 h 624"/>
                  <a:gd name="T24" fmla="*/ 0 w 367"/>
                  <a:gd name="T25" fmla="*/ 0 h 624"/>
                  <a:gd name="T26" fmla="*/ 0 w 367"/>
                  <a:gd name="T27" fmla="*/ 0 h 624"/>
                  <a:gd name="T28" fmla="*/ 0 w 367"/>
                  <a:gd name="T29" fmla="*/ 0 h 624"/>
                  <a:gd name="T30" fmla="*/ 0 w 367"/>
                  <a:gd name="T31" fmla="*/ 0 h 624"/>
                  <a:gd name="T32" fmla="*/ 0 w 367"/>
                  <a:gd name="T33" fmla="*/ 0 h 624"/>
                  <a:gd name="T34" fmla="*/ 0 w 367"/>
                  <a:gd name="T35" fmla="*/ 0 h 624"/>
                  <a:gd name="T36" fmla="*/ 0 w 367"/>
                  <a:gd name="T37" fmla="*/ 0 h 624"/>
                  <a:gd name="T38" fmla="*/ 0 w 367"/>
                  <a:gd name="T39" fmla="*/ 0 h 6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7"/>
                  <a:gd name="T61" fmla="*/ 0 h 624"/>
                  <a:gd name="T62" fmla="*/ 367 w 367"/>
                  <a:gd name="T63" fmla="*/ 624 h 6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7" h="624">
                    <a:moveTo>
                      <a:pt x="0" y="192"/>
                    </a:moveTo>
                    <a:lnTo>
                      <a:pt x="123" y="19"/>
                    </a:lnTo>
                    <a:lnTo>
                      <a:pt x="367" y="0"/>
                    </a:lnTo>
                    <a:lnTo>
                      <a:pt x="162" y="33"/>
                    </a:lnTo>
                    <a:lnTo>
                      <a:pt x="125" y="107"/>
                    </a:lnTo>
                    <a:lnTo>
                      <a:pt x="35" y="224"/>
                    </a:lnTo>
                    <a:lnTo>
                      <a:pt x="35" y="332"/>
                    </a:lnTo>
                    <a:lnTo>
                      <a:pt x="99" y="450"/>
                    </a:lnTo>
                    <a:lnTo>
                      <a:pt x="143" y="473"/>
                    </a:lnTo>
                    <a:lnTo>
                      <a:pt x="143" y="536"/>
                    </a:lnTo>
                    <a:lnTo>
                      <a:pt x="174" y="501"/>
                    </a:lnTo>
                    <a:lnTo>
                      <a:pt x="218" y="492"/>
                    </a:lnTo>
                    <a:lnTo>
                      <a:pt x="209" y="521"/>
                    </a:lnTo>
                    <a:lnTo>
                      <a:pt x="143" y="567"/>
                    </a:lnTo>
                    <a:lnTo>
                      <a:pt x="105" y="624"/>
                    </a:lnTo>
                    <a:lnTo>
                      <a:pt x="26" y="613"/>
                    </a:lnTo>
                    <a:lnTo>
                      <a:pt x="81" y="598"/>
                    </a:lnTo>
                    <a:lnTo>
                      <a:pt x="99" y="492"/>
                    </a:lnTo>
                    <a:lnTo>
                      <a:pt x="0" y="298"/>
                    </a:lnTo>
                    <a:lnTo>
                      <a:pt x="0" y="192"/>
                    </a:lnTo>
                    <a:close/>
                  </a:path>
                </a:pathLst>
              </a:custGeom>
              <a:solidFill>
                <a:srgbClr val="000000"/>
              </a:solidFill>
              <a:ln w="9525">
                <a:noFill/>
                <a:round/>
                <a:headEnd/>
                <a:tailEnd/>
              </a:ln>
            </p:spPr>
            <p:txBody>
              <a:bodyPr/>
              <a:lstStyle/>
              <a:p>
                <a:pPr algn="ctr"/>
                <a:endParaRPr lang="pt-BR" sz="2400"/>
              </a:p>
            </p:txBody>
          </p:sp>
          <p:sp>
            <p:nvSpPr>
              <p:cNvPr id="601" name="Freeform 219"/>
              <p:cNvSpPr>
                <a:spLocks/>
              </p:cNvSpPr>
              <p:nvPr/>
            </p:nvSpPr>
            <p:spPr bwMode="auto">
              <a:xfrm>
                <a:off x="3921" y="892"/>
                <a:ext cx="42" cy="18"/>
              </a:xfrm>
              <a:custGeom>
                <a:avLst/>
                <a:gdLst>
                  <a:gd name="T0" fmla="*/ 0 w 339"/>
                  <a:gd name="T1" fmla="*/ 0 h 143"/>
                  <a:gd name="T2" fmla="*/ 0 w 339"/>
                  <a:gd name="T3" fmla="*/ 0 h 143"/>
                  <a:gd name="T4" fmla="*/ 0 w 339"/>
                  <a:gd name="T5" fmla="*/ 0 h 143"/>
                  <a:gd name="T6" fmla="*/ 0 w 339"/>
                  <a:gd name="T7" fmla="*/ 0 h 143"/>
                  <a:gd name="T8" fmla="*/ 0 w 339"/>
                  <a:gd name="T9" fmla="*/ 0 h 143"/>
                  <a:gd name="T10" fmla="*/ 0 w 339"/>
                  <a:gd name="T11" fmla="*/ 0 h 143"/>
                  <a:gd name="T12" fmla="*/ 0 w 339"/>
                  <a:gd name="T13" fmla="*/ 0 h 143"/>
                  <a:gd name="T14" fmla="*/ 0 w 339"/>
                  <a:gd name="T15" fmla="*/ 0 h 143"/>
                  <a:gd name="T16" fmla="*/ 0 w 339"/>
                  <a:gd name="T17" fmla="*/ 0 h 143"/>
                  <a:gd name="T18" fmla="*/ 0 w 339"/>
                  <a:gd name="T19" fmla="*/ 0 h 1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9"/>
                  <a:gd name="T31" fmla="*/ 0 h 143"/>
                  <a:gd name="T32" fmla="*/ 339 w 339"/>
                  <a:gd name="T33" fmla="*/ 143 h 1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9" h="143">
                    <a:moveTo>
                      <a:pt x="39" y="41"/>
                    </a:moveTo>
                    <a:lnTo>
                      <a:pt x="109" y="35"/>
                    </a:lnTo>
                    <a:lnTo>
                      <a:pt x="215" y="0"/>
                    </a:lnTo>
                    <a:lnTo>
                      <a:pt x="339" y="0"/>
                    </a:lnTo>
                    <a:lnTo>
                      <a:pt x="252" y="50"/>
                    </a:lnTo>
                    <a:lnTo>
                      <a:pt x="194" y="64"/>
                    </a:lnTo>
                    <a:lnTo>
                      <a:pt x="88" y="83"/>
                    </a:lnTo>
                    <a:lnTo>
                      <a:pt x="63" y="143"/>
                    </a:lnTo>
                    <a:lnTo>
                      <a:pt x="0" y="68"/>
                    </a:lnTo>
                    <a:lnTo>
                      <a:pt x="39" y="41"/>
                    </a:lnTo>
                    <a:close/>
                  </a:path>
                </a:pathLst>
              </a:custGeom>
              <a:solidFill>
                <a:srgbClr val="000000"/>
              </a:solidFill>
              <a:ln w="9525">
                <a:noFill/>
                <a:round/>
                <a:headEnd/>
                <a:tailEnd/>
              </a:ln>
            </p:spPr>
            <p:txBody>
              <a:bodyPr/>
              <a:lstStyle/>
              <a:p>
                <a:pPr algn="ctr"/>
                <a:endParaRPr lang="pt-BR" sz="2400"/>
              </a:p>
            </p:txBody>
          </p:sp>
          <p:sp>
            <p:nvSpPr>
              <p:cNvPr id="602" name="Freeform 220"/>
              <p:cNvSpPr>
                <a:spLocks/>
              </p:cNvSpPr>
              <p:nvPr/>
            </p:nvSpPr>
            <p:spPr bwMode="auto">
              <a:xfrm>
                <a:off x="3822" y="775"/>
                <a:ext cx="173" cy="135"/>
              </a:xfrm>
              <a:custGeom>
                <a:avLst/>
                <a:gdLst>
                  <a:gd name="T0" fmla="*/ 0 w 1390"/>
                  <a:gd name="T1" fmla="*/ 0 h 1077"/>
                  <a:gd name="T2" fmla="*/ 0 w 1390"/>
                  <a:gd name="T3" fmla="*/ 0 h 1077"/>
                  <a:gd name="T4" fmla="*/ 0 w 1390"/>
                  <a:gd name="T5" fmla="*/ 0 h 1077"/>
                  <a:gd name="T6" fmla="*/ 0 w 1390"/>
                  <a:gd name="T7" fmla="*/ 0 h 1077"/>
                  <a:gd name="T8" fmla="*/ 0 w 1390"/>
                  <a:gd name="T9" fmla="*/ 0 h 1077"/>
                  <a:gd name="T10" fmla="*/ 0 w 1390"/>
                  <a:gd name="T11" fmla="*/ 0 h 1077"/>
                  <a:gd name="T12" fmla="*/ 0 w 1390"/>
                  <a:gd name="T13" fmla="*/ 0 h 1077"/>
                  <a:gd name="T14" fmla="*/ 0 w 1390"/>
                  <a:gd name="T15" fmla="*/ 0 h 1077"/>
                  <a:gd name="T16" fmla="*/ 0 w 1390"/>
                  <a:gd name="T17" fmla="*/ 0 h 1077"/>
                  <a:gd name="T18" fmla="*/ 0 w 1390"/>
                  <a:gd name="T19" fmla="*/ 0 h 1077"/>
                  <a:gd name="T20" fmla="*/ 0 w 1390"/>
                  <a:gd name="T21" fmla="*/ 0 h 1077"/>
                  <a:gd name="T22" fmla="*/ 0 w 1390"/>
                  <a:gd name="T23" fmla="*/ 0 h 1077"/>
                  <a:gd name="T24" fmla="*/ 0 w 1390"/>
                  <a:gd name="T25" fmla="*/ 0 h 1077"/>
                  <a:gd name="T26" fmla="*/ 0 w 1390"/>
                  <a:gd name="T27" fmla="*/ 0 h 1077"/>
                  <a:gd name="T28" fmla="*/ 0 w 1390"/>
                  <a:gd name="T29" fmla="*/ 0 h 1077"/>
                  <a:gd name="T30" fmla="*/ 0 w 1390"/>
                  <a:gd name="T31" fmla="*/ 0 h 1077"/>
                  <a:gd name="T32" fmla="*/ 0 w 1390"/>
                  <a:gd name="T33" fmla="*/ 0 h 1077"/>
                  <a:gd name="T34" fmla="*/ 0 w 1390"/>
                  <a:gd name="T35" fmla="*/ 0 h 1077"/>
                  <a:gd name="T36" fmla="*/ 0 w 1390"/>
                  <a:gd name="T37" fmla="*/ 0 h 1077"/>
                  <a:gd name="T38" fmla="*/ 0 w 1390"/>
                  <a:gd name="T39" fmla="*/ 0 h 1077"/>
                  <a:gd name="T40" fmla="*/ 0 w 1390"/>
                  <a:gd name="T41" fmla="*/ 0 h 1077"/>
                  <a:gd name="T42" fmla="*/ 0 w 1390"/>
                  <a:gd name="T43" fmla="*/ 0 h 1077"/>
                  <a:gd name="T44" fmla="*/ 0 w 1390"/>
                  <a:gd name="T45" fmla="*/ 0 h 1077"/>
                  <a:gd name="T46" fmla="*/ 0 w 1390"/>
                  <a:gd name="T47" fmla="*/ 0 h 1077"/>
                  <a:gd name="T48" fmla="*/ 0 w 1390"/>
                  <a:gd name="T49" fmla="*/ 0 h 1077"/>
                  <a:gd name="T50" fmla="*/ 0 w 1390"/>
                  <a:gd name="T51" fmla="*/ 0 h 1077"/>
                  <a:gd name="T52" fmla="*/ 0 w 1390"/>
                  <a:gd name="T53" fmla="*/ 0 h 1077"/>
                  <a:gd name="T54" fmla="*/ 0 w 1390"/>
                  <a:gd name="T55" fmla="*/ 0 h 1077"/>
                  <a:gd name="T56" fmla="*/ 0 w 1390"/>
                  <a:gd name="T57" fmla="*/ 0 h 1077"/>
                  <a:gd name="T58" fmla="*/ 0 w 1390"/>
                  <a:gd name="T59" fmla="*/ 0 h 1077"/>
                  <a:gd name="T60" fmla="*/ 0 w 1390"/>
                  <a:gd name="T61" fmla="*/ 0 h 1077"/>
                  <a:gd name="T62" fmla="*/ 0 w 1390"/>
                  <a:gd name="T63" fmla="*/ 0 h 1077"/>
                  <a:gd name="T64" fmla="*/ 0 w 1390"/>
                  <a:gd name="T65" fmla="*/ 0 h 1077"/>
                  <a:gd name="T66" fmla="*/ 0 w 1390"/>
                  <a:gd name="T67" fmla="*/ 0 h 1077"/>
                  <a:gd name="T68" fmla="*/ 0 w 1390"/>
                  <a:gd name="T69" fmla="*/ 0 h 107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390"/>
                  <a:gd name="T106" fmla="*/ 0 h 1077"/>
                  <a:gd name="T107" fmla="*/ 1390 w 1390"/>
                  <a:gd name="T108" fmla="*/ 1077 h 107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390" h="1077">
                    <a:moveTo>
                      <a:pt x="193" y="703"/>
                    </a:moveTo>
                    <a:lnTo>
                      <a:pt x="127" y="620"/>
                    </a:lnTo>
                    <a:lnTo>
                      <a:pt x="160" y="551"/>
                    </a:lnTo>
                    <a:lnTo>
                      <a:pt x="270" y="536"/>
                    </a:lnTo>
                    <a:lnTo>
                      <a:pt x="386" y="622"/>
                    </a:lnTo>
                    <a:lnTo>
                      <a:pt x="560" y="698"/>
                    </a:lnTo>
                    <a:lnTo>
                      <a:pt x="705" y="712"/>
                    </a:lnTo>
                    <a:lnTo>
                      <a:pt x="837" y="675"/>
                    </a:lnTo>
                    <a:lnTo>
                      <a:pt x="1008" y="648"/>
                    </a:lnTo>
                    <a:lnTo>
                      <a:pt x="1142" y="670"/>
                    </a:lnTo>
                    <a:lnTo>
                      <a:pt x="1056" y="606"/>
                    </a:lnTo>
                    <a:lnTo>
                      <a:pt x="925" y="578"/>
                    </a:lnTo>
                    <a:lnTo>
                      <a:pt x="786" y="567"/>
                    </a:lnTo>
                    <a:lnTo>
                      <a:pt x="661" y="547"/>
                    </a:lnTo>
                    <a:lnTo>
                      <a:pt x="850" y="542"/>
                    </a:lnTo>
                    <a:lnTo>
                      <a:pt x="712" y="468"/>
                    </a:lnTo>
                    <a:lnTo>
                      <a:pt x="602" y="385"/>
                    </a:lnTo>
                    <a:lnTo>
                      <a:pt x="494" y="345"/>
                    </a:lnTo>
                    <a:lnTo>
                      <a:pt x="360" y="325"/>
                    </a:lnTo>
                    <a:lnTo>
                      <a:pt x="226" y="364"/>
                    </a:lnTo>
                    <a:lnTo>
                      <a:pt x="367" y="311"/>
                    </a:lnTo>
                    <a:lnTo>
                      <a:pt x="507" y="311"/>
                    </a:lnTo>
                    <a:lnTo>
                      <a:pt x="731" y="360"/>
                    </a:lnTo>
                    <a:lnTo>
                      <a:pt x="625" y="277"/>
                    </a:lnTo>
                    <a:lnTo>
                      <a:pt x="503" y="237"/>
                    </a:lnTo>
                    <a:lnTo>
                      <a:pt x="630" y="237"/>
                    </a:lnTo>
                    <a:lnTo>
                      <a:pt x="810" y="270"/>
                    </a:lnTo>
                    <a:lnTo>
                      <a:pt x="999" y="336"/>
                    </a:lnTo>
                    <a:lnTo>
                      <a:pt x="892" y="228"/>
                    </a:lnTo>
                    <a:lnTo>
                      <a:pt x="786" y="182"/>
                    </a:lnTo>
                    <a:lnTo>
                      <a:pt x="1003" y="212"/>
                    </a:lnTo>
                    <a:lnTo>
                      <a:pt x="1132" y="277"/>
                    </a:lnTo>
                    <a:lnTo>
                      <a:pt x="1213" y="351"/>
                    </a:lnTo>
                    <a:lnTo>
                      <a:pt x="1118" y="189"/>
                    </a:lnTo>
                    <a:lnTo>
                      <a:pt x="920" y="70"/>
                    </a:lnTo>
                    <a:lnTo>
                      <a:pt x="731" y="44"/>
                    </a:lnTo>
                    <a:lnTo>
                      <a:pt x="480" y="59"/>
                    </a:lnTo>
                    <a:lnTo>
                      <a:pt x="281" y="118"/>
                    </a:lnTo>
                    <a:lnTo>
                      <a:pt x="184" y="202"/>
                    </a:lnTo>
                    <a:lnTo>
                      <a:pt x="111" y="292"/>
                    </a:lnTo>
                    <a:lnTo>
                      <a:pt x="33" y="435"/>
                    </a:lnTo>
                    <a:lnTo>
                      <a:pt x="26" y="486"/>
                    </a:lnTo>
                    <a:lnTo>
                      <a:pt x="51" y="542"/>
                    </a:lnTo>
                    <a:lnTo>
                      <a:pt x="74" y="613"/>
                    </a:lnTo>
                    <a:lnTo>
                      <a:pt x="12" y="530"/>
                    </a:lnTo>
                    <a:lnTo>
                      <a:pt x="0" y="457"/>
                    </a:lnTo>
                    <a:lnTo>
                      <a:pt x="33" y="371"/>
                    </a:lnTo>
                    <a:lnTo>
                      <a:pt x="162" y="178"/>
                    </a:lnTo>
                    <a:lnTo>
                      <a:pt x="330" y="59"/>
                    </a:lnTo>
                    <a:lnTo>
                      <a:pt x="643" y="0"/>
                    </a:lnTo>
                    <a:lnTo>
                      <a:pt x="955" y="44"/>
                    </a:lnTo>
                    <a:lnTo>
                      <a:pt x="1182" y="202"/>
                    </a:lnTo>
                    <a:lnTo>
                      <a:pt x="1335" y="399"/>
                    </a:lnTo>
                    <a:lnTo>
                      <a:pt x="1377" y="586"/>
                    </a:lnTo>
                    <a:lnTo>
                      <a:pt x="1390" y="830"/>
                    </a:lnTo>
                    <a:lnTo>
                      <a:pt x="1362" y="943"/>
                    </a:lnTo>
                    <a:lnTo>
                      <a:pt x="1347" y="1077"/>
                    </a:lnTo>
                    <a:lnTo>
                      <a:pt x="1335" y="912"/>
                    </a:lnTo>
                    <a:lnTo>
                      <a:pt x="1270" y="837"/>
                    </a:lnTo>
                    <a:lnTo>
                      <a:pt x="1182" y="703"/>
                    </a:lnTo>
                    <a:lnTo>
                      <a:pt x="1086" y="675"/>
                    </a:lnTo>
                    <a:lnTo>
                      <a:pt x="1003" y="664"/>
                    </a:lnTo>
                    <a:lnTo>
                      <a:pt x="856" y="687"/>
                    </a:lnTo>
                    <a:lnTo>
                      <a:pt x="758" y="738"/>
                    </a:lnTo>
                    <a:lnTo>
                      <a:pt x="674" y="754"/>
                    </a:lnTo>
                    <a:lnTo>
                      <a:pt x="604" y="749"/>
                    </a:lnTo>
                    <a:lnTo>
                      <a:pt x="452" y="703"/>
                    </a:lnTo>
                    <a:lnTo>
                      <a:pt x="330" y="639"/>
                    </a:lnTo>
                    <a:lnTo>
                      <a:pt x="201" y="712"/>
                    </a:lnTo>
                    <a:lnTo>
                      <a:pt x="193" y="703"/>
                    </a:lnTo>
                    <a:close/>
                  </a:path>
                </a:pathLst>
              </a:custGeom>
              <a:solidFill>
                <a:srgbClr val="000000"/>
              </a:solidFill>
              <a:ln w="9525">
                <a:noFill/>
                <a:round/>
                <a:headEnd/>
                <a:tailEnd/>
              </a:ln>
            </p:spPr>
            <p:txBody>
              <a:bodyPr/>
              <a:lstStyle/>
              <a:p>
                <a:pPr algn="ctr"/>
                <a:endParaRPr lang="pt-BR" sz="2400"/>
              </a:p>
            </p:txBody>
          </p:sp>
          <p:sp>
            <p:nvSpPr>
              <p:cNvPr id="603" name="Freeform 221"/>
              <p:cNvSpPr>
                <a:spLocks/>
              </p:cNvSpPr>
              <p:nvPr/>
            </p:nvSpPr>
            <p:spPr bwMode="auto">
              <a:xfrm>
                <a:off x="3810" y="852"/>
                <a:ext cx="44" cy="85"/>
              </a:xfrm>
              <a:custGeom>
                <a:avLst/>
                <a:gdLst>
                  <a:gd name="T0" fmla="*/ 0 w 349"/>
                  <a:gd name="T1" fmla="*/ 0 h 683"/>
                  <a:gd name="T2" fmla="*/ 0 w 349"/>
                  <a:gd name="T3" fmla="*/ 0 h 683"/>
                  <a:gd name="T4" fmla="*/ 0 w 349"/>
                  <a:gd name="T5" fmla="*/ 0 h 683"/>
                  <a:gd name="T6" fmla="*/ 0 w 349"/>
                  <a:gd name="T7" fmla="*/ 0 h 683"/>
                  <a:gd name="T8" fmla="*/ 0 w 349"/>
                  <a:gd name="T9" fmla="*/ 0 h 683"/>
                  <a:gd name="T10" fmla="*/ 0 w 349"/>
                  <a:gd name="T11" fmla="*/ 0 h 683"/>
                  <a:gd name="T12" fmla="*/ 0 w 349"/>
                  <a:gd name="T13" fmla="*/ 0 h 683"/>
                  <a:gd name="T14" fmla="*/ 0 w 349"/>
                  <a:gd name="T15" fmla="*/ 0 h 683"/>
                  <a:gd name="T16" fmla="*/ 0 w 349"/>
                  <a:gd name="T17" fmla="*/ 0 h 683"/>
                  <a:gd name="T18" fmla="*/ 0 w 349"/>
                  <a:gd name="T19" fmla="*/ 0 h 683"/>
                  <a:gd name="T20" fmla="*/ 0 w 349"/>
                  <a:gd name="T21" fmla="*/ 0 h 683"/>
                  <a:gd name="T22" fmla="*/ 0 w 349"/>
                  <a:gd name="T23" fmla="*/ 0 h 683"/>
                  <a:gd name="T24" fmla="*/ 0 w 349"/>
                  <a:gd name="T25" fmla="*/ 0 h 683"/>
                  <a:gd name="T26" fmla="*/ 0 w 349"/>
                  <a:gd name="T27" fmla="*/ 0 h 683"/>
                  <a:gd name="T28" fmla="*/ 0 w 349"/>
                  <a:gd name="T29" fmla="*/ 0 h 683"/>
                  <a:gd name="T30" fmla="*/ 0 w 349"/>
                  <a:gd name="T31" fmla="*/ 0 h 683"/>
                  <a:gd name="T32" fmla="*/ 0 w 349"/>
                  <a:gd name="T33" fmla="*/ 0 h 683"/>
                  <a:gd name="T34" fmla="*/ 0 w 349"/>
                  <a:gd name="T35" fmla="*/ 0 h 683"/>
                  <a:gd name="T36" fmla="*/ 0 w 349"/>
                  <a:gd name="T37" fmla="*/ 0 h 683"/>
                  <a:gd name="T38" fmla="*/ 0 w 349"/>
                  <a:gd name="T39" fmla="*/ 0 h 683"/>
                  <a:gd name="T40" fmla="*/ 0 w 349"/>
                  <a:gd name="T41" fmla="*/ 0 h 683"/>
                  <a:gd name="T42" fmla="*/ 0 w 349"/>
                  <a:gd name="T43" fmla="*/ 0 h 683"/>
                  <a:gd name="T44" fmla="*/ 0 w 349"/>
                  <a:gd name="T45" fmla="*/ 0 h 683"/>
                  <a:gd name="T46" fmla="*/ 0 w 349"/>
                  <a:gd name="T47" fmla="*/ 0 h 683"/>
                  <a:gd name="T48" fmla="*/ 0 w 349"/>
                  <a:gd name="T49" fmla="*/ 0 h 683"/>
                  <a:gd name="T50" fmla="*/ 0 w 349"/>
                  <a:gd name="T51" fmla="*/ 0 h 683"/>
                  <a:gd name="T52" fmla="*/ 0 w 349"/>
                  <a:gd name="T53" fmla="*/ 0 h 683"/>
                  <a:gd name="T54" fmla="*/ 0 w 349"/>
                  <a:gd name="T55" fmla="*/ 0 h 683"/>
                  <a:gd name="T56" fmla="*/ 0 w 349"/>
                  <a:gd name="T57" fmla="*/ 0 h 683"/>
                  <a:gd name="T58" fmla="*/ 0 w 349"/>
                  <a:gd name="T59" fmla="*/ 0 h 683"/>
                  <a:gd name="T60" fmla="*/ 0 w 349"/>
                  <a:gd name="T61" fmla="*/ 0 h 683"/>
                  <a:gd name="T62" fmla="*/ 0 w 349"/>
                  <a:gd name="T63" fmla="*/ 0 h 683"/>
                  <a:gd name="T64" fmla="*/ 0 w 349"/>
                  <a:gd name="T65" fmla="*/ 0 h 683"/>
                  <a:gd name="T66" fmla="*/ 0 w 349"/>
                  <a:gd name="T67" fmla="*/ 0 h 683"/>
                  <a:gd name="T68" fmla="*/ 0 w 349"/>
                  <a:gd name="T69" fmla="*/ 0 h 6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49"/>
                  <a:gd name="T106" fmla="*/ 0 h 683"/>
                  <a:gd name="T107" fmla="*/ 349 w 349"/>
                  <a:gd name="T108" fmla="*/ 683 h 68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49" h="683">
                    <a:moveTo>
                      <a:pt x="283" y="106"/>
                    </a:moveTo>
                    <a:lnTo>
                      <a:pt x="252" y="81"/>
                    </a:lnTo>
                    <a:lnTo>
                      <a:pt x="217" y="74"/>
                    </a:lnTo>
                    <a:lnTo>
                      <a:pt x="201" y="112"/>
                    </a:lnTo>
                    <a:lnTo>
                      <a:pt x="199" y="171"/>
                    </a:lnTo>
                    <a:lnTo>
                      <a:pt x="192" y="246"/>
                    </a:lnTo>
                    <a:lnTo>
                      <a:pt x="164" y="307"/>
                    </a:lnTo>
                    <a:lnTo>
                      <a:pt x="141" y="353"/>
                    </a:lnTo>
                    <a:lnTo>
                      <a:pt x="141" y="411"/>
                    </a:lnTo>
                    <a:lnTo>
                      <a:pt x="141" y="442"/>
                    </a:lnTo>
                    <a:lnTo>
                      <a:pt x="79" y="399"/>
                    </a:lnTo>
                    <a:lnTo>
                      <a:pt x="56" y="330"/>
                    </a:lnTo>
                    <a:lnTo>
                      <a:pt x="98" y="237"/>
                    </a:lnTo>
                    <a:lnTo>
                      <a:pt x="123" y="141"/>
                    </a:lnTo>
                    <a:lnTo>
                      <a:pt x="123" y="62"/>
                    </a:lnTo>
                    <a:lnTo>
                      <a:pt x="141" y="30"/>
                    </a:lnTo>
                    <a:lnTo>
                      <a:pt x="164" y="26"/>
                    </a:lnTo>
                    <a:lnTo>
                      <a:pt x="123" y="0"/>
                    </a:lnTo>
                    <a:lnTo>
                      <a:pt x="52" y="18"/>
                    </a:lnTo>
                    <a:lnTo>
                      <a:pt x="17" y="70"/>
                    </a:lnTo>
                    <a:lnTo>
                      <a:pt x="0" y="178"/>
                    </a:lnTo>
                    <a:lnTo>
                      <a:pt x="6" y="274"/>
                    </a:lnTo>
                    <a:lnTo>
                      <a:pt x="30" y="343"/>
                    </a:lnTo>
                    <a:lnTo>
                      <a:pt x="58" y="404"/>
                    </a:lnTo>
                    <a:lnTo>
                      <a:pt x="123" y="464"/>
                    </a:lnTo>
                    <a:lnTo>
                      <a:pt x="187" y="505"/>
                    </a:lnTo>
                    <a:lnTo>
                      <a:pt x="213" y="545"/>
                    </a:lnTo>
                    <a:lnTo>
                      <a:pt x="243" y="593"/>
                    </a:lnTo>
                    <a:lnTo>
                      <a:pt x="274" y="629"/>
                    </a:lnTo>
                    <a:lnTo>
                      <a:pt x="309" y="646"/>
                    </a:lnTo>
                    <a:lnTo>
                      <a:pt x="349" y="683"/>
                    </a:lnTo>
                    <a:lnTo>
                      <a:pt x="309" y="569"/>
                    </a:lnTo>
                    <a:lnTo>
                      <a:pt x="279" y="290"/>
                    </a:lnTo>
                    <a:lnTo>
                      <a:pt x="305" y="81"/>
                    </a:lnTo>
                    <a:lnTo>
                      <a:pt x="283" y="106"/>
                    </a:lnTo>
                    <a:close/>
                  </a:path>
                </a:pathLst>
              </a:custGeom>
              <a:solidFill>
                <a:srgbClr val="000000"/>
              </a:solidFill>
              <a:ln w="9525">
                <a:noFill/>
                <a:round/>
                <a:headEnd/>
                <a:tailEnd/>
              </a:ln>
            </p:spPr>
            <p:txBody>
              <a:bodyPr/>
              <a:lstStyle/>
              <a:p>
                <a:pPr algn="ctr"/>
                <a:endParaRPr lang="pt-BR" sz="2400"/>
              </a:p>
            </p:txBody>
          </p:sp>
          <p:sp>
            <p:nvSpPr>
              <p:cNvPr id="604" name="Freeform 222"/>
              <p:cNvSpPr>
                <a:spLocks/>
              </p:cNvSpPr>
              <p:nvPr/>
            </p:nvSpPr>
            <p:spPr bwMode="auto">
              <a:xfrm>
                <a:off x="3852" y="924"/>
                <a:ext cx="138" cy="88"/>
              </a:xfrm>
              <a:custGeom>
                <a:avLst/>
                <a:gdLst>
                  <a:gd name="T0" fmla="*/ 0 w 1105"/>
                  <a:gd name="T1" fmla="*/ 0 h 705"/>
                  <a:gd name="T2" fmla="*/ 0 w 1105"/>
                  <a:gd name="T3" fmla="*/ 0 h 705"/>
                  <a:gd name="T4" fmla="*/ 0 w 1105"/>
                  <a:gd name="T5" fmla="*/ 0 h 705"/>
                  <a:gd name="T6" fmla="*/ 0 w 1105"/>
                  <a:gd name="T7" fmla="*/ 0 h 705"/>
                  <a:gd name="T8" fmla="*/ 0 w 1105"/>
                  <a:gd name="T9" fmla="*/ 0 h 705"/>
                  <a:gd name="T10" fmla="*/ 0 w 1105"/>
                  <a:gd name="T11" fmla="*/ 0 h 705"/>
                  <a:gd name="T12" fmla="*/ 0 w 1105"/>
                  <a:gd name="T13" fmla="*/ 0 h 705"/>
                  <a:gd name="T14" fmla="*/ 0 w 1105"/>
                  <a:gd name="T15" fmla="*/ 0 h 705"/>
                  <a:gd name="T16" fmla="*/ 0 w 1105"/>
                  <a:gd name="T17" fmla="*/ 0 h 705"/>
                  <a:gd name="T18" fmla="*/ 0 w 1105"/>
                  <a:gd name="T19" fmla="*/ 0 h 705"/>
                  <a:gd name="T20" fmla="*/ 0 w 1105"/>
                  <a:gd name="T21" fmla="*/ 0 h 705"/>
                  <a:gd name="T22" fmla="*/ 0 w 1105"/>
                  <a:gd name="T23" fmla="*/ 0 h 705"/>
                  <a:gd name="T24" fmla="*/ 0 w 1105"/>
                  <a:gd name="T25" fmla="*/ 0 h 705"/>
                  <a:gd name="T26" fmla="*/ 0 w 1105"/>
                  <a:gd name="T27" fmla="*/ 0 h 705"/>
                  <a:gd name="T28" fmla="*/ 0 w 1105"/>
                  <a:gd name="T29" fmla="*/ 0 h 705"/>
                  <a:gd name="T30" fmla="*/ 0 w 1105"/>
                  <a:gd name="T31" fmla="*/ 0 h 705"/>
                  <a:gd name="T32" fmla="*/ 0 w 1105"/>
                  <a:gd name="T33" fmla="*/ 0 h 705"/>
                  <a:gd name="T34" fmla="*/ 0 w 1105"/>
                  <a:gd name="T35" fmla="*/ 0 h 705"/>
                  <a:gd name="T36" fmla="*/ 0 w 1105"/>
                  <a:gd name="T37" fmla="*/ 0 h 705"/>
                  <a:gd name="T38" fmla="*/ 0 w 1105"/>
                  <a:gd name="T39" fmla="*/ 0 h 705"/>
                  <a:gd name="T40" fmla="*/ 0 w 1105"/>
                  <a:gd name="T41" fmla="*/ 0 h 705"/>
                  <a:gd name="T42" fmla="*/ 0 w 1105"/>
                  <a:gd name="T43" fmla="*/ 0 h 705"/>
                  <a:gd name="T44" fmla="*/ 0 w 1105"/>
                  <a:gd name="T45" fmla="*/ 0 h 705"/>
                  <a:gd name="T46" fmla="*/ 0 w 1105"/>
                  <a:gd name="T47" fmla="*/ 0 h 705"/>
                  <a:gd name="T48" fmla="*/ 0 w 1105"/>
                  <a:gd name="T49" fmla="*/ 0 h 705"/>
                  <a:gd name="T50" fmla="*/ 0 w 1105"/>
                  <a:gd name="T51" fmla="*/ 0 h 705"/>
                  <a:gd name="T52" fmla="*/ 0 w 1105"/>
                  <a:gd name="T53" fmla="*/ 0 h 705"/>
                  <a:gd name="T54" fmla="*/ 0 w 1105"/>
                  <a:gd name="T55" fmla="*/ 0 h 705"/>
                  <a:gd name="T56" fmla="*/ 0 w 1105"/>
                  <a:gd name="T57" fmla="*/ 0 h 705"/>
                  <a:gd name="T58" fmla="*/ 0 w 1105"/>
                  <a:gd name="T59" fmla="*/ 0 h 705"/>
                  <a:gd name="T60" fmla="*/ 0 w 1105"/>
                  <a:gd name="T61" fmla="*/ 0 h 705"/>
                  <a:gd name="T62" fmla="*/ 0 w 1105"/>
                  <a:gd name="T63" fmla="*/ 0 h 705"/>
                  <a:gd name="T64" fmla="*/ 0 w 1105"/>
                  <a:gd name="T65" fmla="*/ 0 h 7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05"/>
                  <a:gd name="T100" fmla="*/ 0 h 705"/>
                  <a:gd name="T101" fmla="*/ 1105 w 1105"/>
                  <a:gd name="T102" fmla="*/ 705 h 7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05" h="705">
                    <a:moveTo>
                      <a:pt x="35" y="131"/>
                    </a:moveTo>
                    <a:lnTo>
                      <a:pt x="113" y="270"/>
                    </a:lnTo>
                    <a:lnTo>
                      <a:pt x="228" y="386"/>
                    </a:lnTo>
                    <a:lnTo>
                      <a:pt x="388" y="572"/>
                    </a:lnTo>
                    <a:lnTo>
                      <a:pt x="526" y="611"/>
                    </a:lnTo>
                    <a:lnTo>
                      <a:pt x="632" y="652"/>
                    </a:lnTo>
                    <a:lnTo>
                      <a:pt x="706" y="646"/>
                    </a:lnTo>
                    <a:lnTo>
                      <a:pt x="925" y="572"/>
                    </a:lnTo>
                    <a:lnTo>
                      <a:pt x="948" y="518"/>
                    </a:lnTo>
                    <a:lnTo>
                      <a:pt x="1017" y="334"/>
                    </a:lnTo>
                    <a:lnTo>
                      <a:pt x="1079" y="180"/>
                    </a:lnTo>
                    <a:lnTo>
                      <a:pt x="1093" y="0"/>
                    </a:lnTo>
                    <a:lnTo>
                      <a:pt x="1105" y="252"/>
                    </a:lnTo>
                    <a:lnTo>
                      <a:pt x="1010" y="448"/>
                    </a:lnTo>
                    <a:lnTo>
                      <a:pt x="957" y="606"/>
                    </a:lnTo>
                    <a:lnTo>
                      <a:pt x="925" y="632"/>
                    </a:lnTo>
                    <a:lnTo>
                      <a:pt x="667" y="705"/>
                    </a:lnTo>
                    <a:lnTo>
                      <a:pt x="595" y="669"/>
                    </a:lnTo>
                    <a:lnTo>
                      <a:pt x="360" y="604"/>
                    </a:lnTo>
                    <a:lnTo>
                      <a:pt x="293" y="533"/>
                    </a:lnTo>
                    <a:lnTo>
                      <a:pt x="125" y="314"/>
                    </a:lnTo>
                    <a:lnTo>
                      <a:pt x="83" y="337"/>
                    </a:lnTo>
                    <a:lnTo>
                      <a:pt x="39" y="325"/>
                    </a:lnTo>
                    <a:lnTo>
                      <a:pt x="1" y="279"/>
                    </a:lnTo>
                    <a:lnTo>
                      <a:pt x="1" y="203"/>
                    </a:lnTo>
                    <a:lnTo>
                      <a:pt x="17" y="270"/>
                    </a:lnTo>
                    <a:lnTo>
                      <a:pt x="52" y="302"/>
                    </a:lnTo>
                    <a:lnTo>
                      <a:pt x="76" y="261"/>
                    </a:lnTo>
                    <a:lnTo>
                      <a:pt x="17" y="138"/>
                    </a:lnTo>
                    <a:lnTo>
                      <a:pt x="0" y="153"/>
                    </a:lnTo>
                    <a:lnTo>
                      <a:pt x="8" y="118"/>
                    </a:lnTo>
                    <a:lnTo>
                      <a:pt x="1" y="65"/>
                    </a:lnTo>
                    <a:lnTo>
                      <a:pt x="35" y="131"/>
                    </a:lnTo>
                    <a:close/>
                  </a:path>
                </a:pathLst>
              </a:custGeom>
              <a:solidFill>
                <a:srgbClr val="000000"/>
              </a:solidFill>
              <a:ln w="9525">
                <a:noFill/>
                <a:round/>
                <a:headEnd/>
                <a:tailEnd/>
              </a:ln>
            </p:spPr>
            <p:txBody>
              <a:bodyPr/>
              <a:lstStyle/>
              <a:p>
                <a:pPr algn="ctr"/>
                <a:endParaRPr lang="pt-BR" sz="2400"/>
              </a:p>
            </p:txBody>
          </p:sp>
          <p:sp>
            <p:nvSpPr>
              <p:cNvPr id="605" name="Freeform 223"/>
              <p:cNvSpPr>
                <a:spLocks/>
              </p:cNvSpPr>
              <p:nvPr/>
            </p:nvSpPr>
            <p:spPr bwMode="auto">
              <a:xfrm>
                <a:off x="3919" y="956"/>
                <a:ext cx="45" cy="31"/>
              </a:xfrm>
              <a:custGeom>
                <a:avLst/>
                <a:gdLst>
                  <a:gd name="T0" fmla="*/ 0 w 365"/>
                  <a:gd name="T1" fmla="*/ 0 h 246"/>
                  <a:gd name="T2" fmla="*/ 0 w 365"/>
                  <a:gd name="T3" fmla="*/ 0 h 246"/>
                  <a:gd name="T4" fmla="*/ 0 w 365"/>
                  <a:gd name="T5" fmla="*/ 0 h 246"/>
                  <a:gd name="T6" fmla="*/ 0 w 365"/>
                  <a:gd name="T7" fmla="*/ 0 h 246"/>
                  <a:gd name="T8" fmla="*/ 0 w 365"/>
                  <a:gd name="T9" fmla="*/ 0 h 246"/>
                  <a:gd name="T10" fmla="*/ 0 w 365"/>
                  <a:gd name="T11" fmla="*/ 0 h 246"/>
                  <a:gd name="T12" fmla="*/ 0 w 365"/>
                  <a:gd name="T13" fmla="*/ 0 h 246"/>
                  <a:gd name="T14" fmla="*/ 0 w 365"/>
                  <a:gd name="T15" fmla="*/ 0 h 246"/>
                  <a:gd name="T16" fmla="*/ 0 w 365"/>
                  <a:gd name="T17" fmla="*/ 0 h 246"/>
                  <a:gd name="T18" fmla="*/ 0 w 365"/>
                  <a:gd name="T19" fmla="*/ 0 h 246"/>
                  <a:gd name="T20" fmla="*/ 0 w 365"/>
                  <a:gd name="T21" fmla="*/ 0 h 246"/>
                  <a:gd name="T22" fmla="*/ 0 w 365"/>
                  <a:gd name="T23" fmla="*/ 0 h 246"/>
                  <a:gd name="T24" fmla="*/ 0 w 365"/>
                  <a:gd name="T25" fmla="*/ 0 h 246"/>
                  <a:gd name="T26" fmla="*/ 0 w 365"/>
                  <a:gd name="T27" fmla="*/ 0 h 246"/>
                  <a:gd name="T28" fmla="*/ 0 w 365"/>
                  <a:gd name="T29" fmla="*/ 0 h 246"/>
                  <a:gd name="T30" fmla="*/ 0 w 365"/>
                  <a:gd name="T31" fmla="*/ 0 h 246"/>
                  <a:gd name="T32" fmla="*/ 0 w 365"/>
                  <a:gd name="T33" fmla="*/ 0 h 246"/>
                  <a:gd name="T34" fmla="*/ 0 w 365"/>
                  <a:gd name="T35" fmla="*/ 0 h 246"/>
                  <a:gd name="T36" fmla="*/ 0 w 365"/>
                  <a:gd name="T37" fmla="*/ 0 h 246"/>
                  <a:gd name="T38" fmla="*/ 0 w 365"/>
                  <a:gd name="T39" fmla="*/ 0 h 246"/>
                  <a:gd name="T40" fmla="*/ 0 w 365"/>
                  <a:gd name="T41" fmla="*/ 0 h 246"/>
                  <a:gd name="T42" fmla="*/ 0 w 365"/>
                  <a:gd name="T43" fmla="*/ 0 h 246"/>
                  <a:gd name="T44" fmla="*/ 0 w 365"/>
                  <a:gd name="T45" fmla="*/ 0 h 2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65"/>
                  <a:gd name="T70" fmla="*/ 0 h 246"/>
                  <a:gd name="T71" fmla="*/ 365 w 365"/>
                  <a:gd name="T72" fmla="*/ 246 h 2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65" h="246">
                    <a:moveTo>
                      <a:pt x="0" y="151"/>
                    </a:moveTo>
                    <a:lnTo>
                      <a:pt x="33" y="136"/>
                    </a:lnTo>
                    <a:lnTo>
                      <a:pt x="93" y="127"/>
                    </a:lnTo>
                    <a:lnTo>
                      <a:pt x="150" y="127"/>
                    </a:lnTo>
                    <a:lnTo>
                      <a:pt x="210" y="75"/>
                    </a:lnTo>
                    <a:lnTo>
                      <a:pt x="242" y="68"/>
                    </a:lnTo>
                    <a:lnTo>
                      <a:pt x="242" y="140"/>
                    </a:lnTo>
                    <a:lnTo>
                      <a:pt x="183" y="195"/>
                    </a:lnTo>
                    <a:lnTo>
                      <a:pt x="97" y="207"/>
                    </a:lnTo>
                    <a:lnTo>
                      <a:pt x="143" y="246"/>
                    </a:lnTo>
                    <a:lnTo>
                      <a:pt x="192" y="216"/>
                    </a:lnTo>
                    <a:lnTo>
                      <a:pt x="258" y="213"/>
                    </a:lnTo>
                    <a:lnTo>
                      <a:pt x="291" y="213"/>
                    </a:lnTo>
                    <a:lnTo>
                      <a:pt x="293" y="136"/>
                    </a:lnTo>
                    <a:lnTo>
                      <a:pt x="300" y="66"/>
                    </a:lnTo>
                    <a:lnTo>
                      <a:pt x="365" y="34"/>
                    </a:lnTo>
                    <a:lnTo>
                      <a:pt x="323" y="2"/>
                    </a:lnTo>
                    <a:lnTo>
                      <a:pt x="242" y="0"/>
                    </a:lnTo>
                    <a:lnTo>
                      <a:pt x="178" y="20"/>
                    </a:lnTo>
                    <a:lnTo>
                      <a:pt x="122" y="83"/>
                    </a:lnTo>
                    <a:lnTo>
                      <a:pt x="73" y="96"/>
                    </a:lnTo>
                    <a:lnTo>
                      <a:pt x="25" y="126"/>
                    </a:lnTo>
                    <a:lnTo>
                      <a:pt x="0" y="151"/>
                    </a:lnTo>
                    <a:close/>
                  </a:path>
                </a:pathLst>
              </a:custGeom>
              <a:solidFill>
                <a:srgbClr val="000000"/>
              </a:solidFill>
              <a:ln w="9525">
                <a:noFill/>
                <a:round/>
                <a:headEnd/>
                <a:tailEnd/>
              </a:ln>
            </p:spPr>
            <p:txBody>
              <a:bodyPr/>
              <a:lstStyle/>
              <a:p>
                <a:pPr algn="ctr"/>
                <a:endParaRPr lang="pt-BR" sz="2400"/>
              </a:p>
            </p:txBody>
          </p:sp>
          <p:sp>
            <p:nvSpPr>
              <p:cNvPr id="606" name="Freeform 224"/>
              <p:cNvSpPr>
                <a:spLocks/>
              </p:cNvSpPr>
              <p:nvPr/>
            </p:nvSpPr>
            <p:spPr bwMode="auto">
              <a:xfrm>
                <a:off x="3989" y="905"/>
                <a:ext cx="16" cy="32"/>
              </a:xfrm>
              <a:custGeom>
                <a:avLst/>
                <a:gdLst>
                  <a:gd name="T0" fmla="*/ 0 w 132"/>
                  <a:gd name="T1" fmla="*/ 0 h 251"/>
                  <a:gd name="T2" fmla="*/ 0 w 132"/>
                  <a:gd name="T3" fmla="*/ 0 h 251"/>
                  <a:gd name="T4" fmla="*/ 0 w 132"/>
                  <a:gd name="T5" fmla="*/ 0 h 251"/>
                  <a:gd name="T6" fmla="*/ 0 w 132"/>
                  <a:gd name="T7" fmla="*/ 0 h 251"/>
                  <a:gd name="T8" fmla="*/ 0 w 132"/>
                  <a:gd name="T9" fmla="*/ 0 h 251"/>
                  <a:gd name="T10" fmla="*/ 0 w 132"/>
                  <a:gd name="T11" fmla="*/ 0 h 251"/>
                  <a:gd name="T12" fmla="*/ 0 w 132"/>
                  <a:gd name="T13" fmla="*/ 0 h 251"/>
                  <a:gd name="T14" fmla="*/ 0 w 132"/>
                  <a:gd name="T15" fmla="*/ 0 h 251"/>
                  <a:gd name="T16" fmla="*/ 0 w 132"/>
                  <a:gd name="T17" fmla="*/ 0 h 251"/>
                  <a:gd name="T18" fmla="*/ 0 w 132"/>
                  <a:gd name="T19" fmla="*/ 0 h 251"/>
                  <a:gd name="T20" fmla="*/ 0 w 132"/>
                  <a:gd name="T21" fmla="*/ 0 h 251"/>
                  <a:gd name="T22" fmla="*/ 0 w 132"/>
                  <a:gd name="T23" fmla="*/ 0 h 251"/>
                  <a:gd name="T24" fmla="*/ 0 w 132"/>
                  <a:gd name="T25" fmla="*/ 0 h 251"/>
                  <a:gd name="T26" fmla="*/ 0 w 132"/>
                  <a:gd name="T27" fmla="*/ 0 h 251"/>
                  <a:gd name="T28" fmla="*/ 0 w 132"/>
                  <a:gd name="T29" fmla="*/ 0 h 251"/>
                  <a:gd name="T30" fmla="*/ 0 w 132"/>
                  <a:gd name="T31" fmla="*/ 0 h 251"/>
                  <a:gd name="T32" fmla="*/ 0 w 132"/>
                  <a:gd name="T33" fmla="*/ 0 h 251"/>
                  <a:gd name="T34" fmla="*/ 0 w 132"/>
                  <a:gd name="T35" fmla="*/ 0 h 2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251"/>
                  <a:gd name="T56" fmla="*/ 132 w 132"/>
                  <a:gd name="T57" fmla="*/ 251 h 2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251">
                    <a:moveTo>
                      <a:pt x="3" y="157"/>
                    </a:moveTo>
                    <a:lnTo>
                      <a:pt x="51" y="189"/>
                    </a:lnTo>
                    <a:lnTo>
                      <a:pt x="86" y="160"/>
                    </a:lnTo>
                    <a:lnTo>
                      <a:pt x="115" y="114"/>
                    </a:lnTo>
                    <a:lnTo>
                      <a:pt x="111" y="74"/>
                    </a:lnTo>
                    <a:lnTo>
                      <a:pt x="71" y="16"/>
                    </a:lnTo>
                    <a:lnTo>
                      <a:pt x="34" y="18"/>
                    </a:lnTo>
                    <a:lnTo>
                      <a:pt x="23" y="35"/>
                    </a:lnTo>
                    <a:lnTo>
                      <a:pt x="27" y="5"/>
                    </a:lnTo>
                    <a:lnTo>
                      <a:pt x="62" y="0"/>
                    </a:lnTo>
                    <a:lnTo>
                      <a:pt x="106" y="18"/>
                    </a:lnTo>
                    <a:lnTo>
                      <a:pt x="132" y="86"/>
                    </a:lnTo>
                    <a:lnTo>
                      <a:pt x="129" y="150"/>
                    </a:lnTo>
                    <a:lnTo>
                      <a:pt x="106" y="222"/>
                    </a:lnTo>
                    <a:lnTo>
                      <a:pt x="64" y="251"/>
                    </a:lnTo>
                    <a:lnTo>
                      <a:pt x="34" y="249"/>
                    </a:lnTo>
                    <a:lnTo>
                      <a:pt x="0" y="233"/>
                    </a:lnTo>
                    <a:lnTo>
                      <a:pt x="3" y="157"/>
                    </a:lnTo>
                    <a:close/>
                  </a:path>
                </a:pathLst>
              </a:custGeom>
              <a:solidFill>
                <a:srgbClr val="000000"/>
              </a:solidFill>
              <a:ln w="9525">
                <a:noFill/>
                <a:round/>
                <a:headEnd/>
                <a:tailEnd/>
              </a:ln>
            </p:spPr>
            <p:txBody>
              <a:bodyPr/>
              <a:lstStyle/>
              <a:p>
                <a:pPr algn="ctr"/>
                <a:endParaRPr lang="pt-BR" sz="2400"/>
              </a:p>
            </p:txBody>
          </p:sp>
          <p:sp>
            <p:nvSpPr>
              <p:cNvPr id="607" name="Freeform 225"/>
              <p:cNvSpPr>
                <a:spLocks/>
              </p:cNvSpPr>
              <p:nvPr/>
            </p:nvSpPr>
            <p:spPr bwMode="auto">
              <a:xfrm>
                <a:off x="3865" y="930"/>
                <a:ext cx="166" cy="266"/>
              </a:xfrm>
              <a:custGeom>
                <a:avLst/>
                <a:gdLst>
                  <a:gd name="T0" fmla="*/ 0 w 1327"/>
                  <a:gd name="T1" fmla="*/ 0 h 2133"/>
                  <a:gd name="T2" fmla="*/ 0 w 1327"/>
                  <a:gd name="T3" fmla="*/ 0 h 2133"/>
                  <a:gd name="T4" fmla="*/ 0 w 1327"/>
                  <a:gd name="T5" fmla="*/ 0 h 2133"/>
                  <a:gd name="T6" fmla="*/ 0 w 1327"/>
                  <a:gd name="T7" fmla="*/ 0 h 2133"/>
                  <a:gd name="T8" fmla="*/ 0 w 1327"/>
                  <a:gd name="T9" fmla="*/ 0 h 2133"/>
                  <a:gd name="T10" fmla="*/ 0 w 1327"/>
                  <a:gd name="T11" fmla="*/ 0 h 2133"/>
                  <a:gd name="T12" fmla="*/ 0 w 1327"/>
                  <a:gd name="T13" fmla="*/ 0 h 2133"/>
                  <a:gd name="T14" fmla="*/ 0 w 1327"/>
                  <a:gd name="T15" fmla="*/ 0 h 2133"/>
                  <a:gd name="T16" fmla="*/ 0 w 1327"/>
                  <a:gd name="T17" fmla="*/ 0 h 2133"/>
                  <a:gd name="T18" fmla="*/ 0 w 1327"/>
                  <a:gd name="T19" fmla="*/ 0 h 2133"/>
                  <a:gd name="T20" fmla="*/ 0 w 1327"/>
                  <a:gd name="T21" fmla="*/ 0 h 2133"/>
                  <a:gd name="T22" fmla="*/ 0 w 1327"/>
                  <a:gd name="T23" fmla="*/ 0 h 2133"/>
                  <a:gd name="T24" fmla="*/ 0 w 1327"/>
                  <a:gd name="T25" fmla="*/ 0 h 2133"/>
                  <a:gd name="T26" fmla="*/ 0 w 1327"/>
                  <a:gd name="T27" fmla="*/ 0 h 2133"/>
                  <a:gd name="T28" fmla="*/ 0 w 1327"/>
                  <a:gd name="T29" fmla="*/ 0 h 2133"/>
                  <a:gd name="T30" fmla="*/ 0 w 1327"/>
                  <a:gd name="T31" fmla="*/ 0 h 2133"/>
                  <a:gd name="T32" fmla="*/ 0 w 1327"/>
                  <a:gd name="T33" fmla="*/ 0 h 2133"/>
                  <a:gd name="T34" fmla="*/ 0 w 1327"/>
                  <a:gd name="T35" fmla="*/ 0 h 2133"/>
                  <a:gd name="T36" fmla="*/ 0 w 1327"/>
                  <a:gd name="T37" fmla="*/ 0 h 2133"/>
                  <a:gd name="T38" fmla="*/ 0 w 1327"/>
                  <a:gd name="T39" fmla="*/ 0 h 2133"/>
                  <a:gd name="T40" fmla="*/ 0 w 1327"/>
                  <a:gd name="T41" fmla="*/ 0 h 2133"/>
                  <a:gd name="T42" fmla="*/ 0 w 1327"/>
                  <a:gd name="T43" fmla="*/ 0 h 2133"/>
                  <a:gd name="T44" fmla="*/ 0 w 1327"/>
                  <a:gd name="T45" fmla="*/ 0 h 2133"/>
                  <a:gd name="T46" fmla="*/ 0 w 1327"/>
                  <a:gd name="T47" fmla="*/ 0 h 2133"/>
                  <a:gd name="T48" fmla="*/ 0 w 1327"/>
                  <a:gd name="T49" fmla="*/ 0 h 2133"/>
                  <a:gd name="T50" fmla="*/ 0 w 1327"/>
                  <a:gd name="T51" fmla="*/ 0 h 2133"/>
                  <a:gd name="T52" fmla="*/ 0 w 1327"/>
                  <a:gd name="T53" fmla="*/ 0 h 213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327"/>
                  <a:gd name="T82" fmla="*/ 0 h 2133"/>
                  <a:gd name="T83" fmla="*/ 1327 w 1327"/>
                  <a:gd name="T84" fmla="*/ 2133 h 213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327" h="2133">
                    <a:moveTo>
                      <a:pt x="449" y="595"/>
                    </a:moveTo>
                    <a:lnTo>
                      <a:pt x="582" y="973"/>
                    </a:lnTo>
                    <a:lnTo>
                      <a:pt x="472" y="782"/>
                    </a:lnTo>
                    <a:lnTo>
                      <a:pt x="428" y="817"/>
                    </a:lnTo>
                    <a:lnTo>
                      <a:pt x="631" y="1395"/>
                    </a:lnTo>
                    <a:lnTo>
                      <a:pt x="899" y="916"/>
                    </a:lnTo>
                    <a:lnTo>
                      <a:pt x="1013" y="637"/>
                    </a:lnTo>
                    <a:lnTo>
                      <a:pt x="1064" y="459"/>
                    </a:lnTo>
                    <a:lnTo>
                      <a:pt x="1064" y="382"/>
                    </a:lnTo>
                    <a:lnTo>
                      <a:pt x="1064" y="336"/>
                    </a:lnTo>
                    <a:lnTo>
                      <a:pt x="986" y="169"/>
                    </a:lnTo>
                    <a:lnTo>
                      <a:pt x="986" y="0"/>
                    </a:lnTo>
                    <a:lnTo>
                      <a:pt x="1064" y="0"/>
                    </a:lnTo>
                    <a:lnTo>
                      <a:pt x="1235" y="402"/>
                    </a:lnTo>
                    <a:lnTo>
                      <a:pt x="1327" y="904"/>
                    </a:lnTo>
                    <a:lnTo>
                      <a:pt x="974" y="888"/>
                    </a:lnTo>
                    <a:lnTo>
                      <a:pt x="974" y="1231"/>
                    </a:lnTo>
                    <a:lnTo>
                      <a:pt x="719" y="1372"/>
                    </a:lnTo>
                    <a:lnTo>
                      <a:pt x="472" y="1734"/>
                    </a:lnTo>
                    <a:lnTo>
                      <a:pt x="472" y="2133"/>
                    </a:lnTo>
                    <a:lnTo>
                      <a:pt x="435" y="1734"/>
                    </a:lnTo>
                    <a:lnTo>
                      <a:pt x="177" y="1318"/>
                    </a:lnTo>
                    <a:lnTo>
                      <a:pt x="356" y="1019"/>
                    </a:lnTo>
                    <a:lnTo>
                      <a:pt x="0" y="863"/>
                    </a:lnTo>
                    <a:lnTo>
                      <a:pt x="177" y="560"/>
                    </a:lnTo>
                    <a:lnTo>
                      <a:pt x="235" y="526"/>
                    </a:lnTo>
                    <a:lnTo>
                      <a:pt x="449" y="595"/>
                    </a:lnTo>
                    <a:close/>
                  </a:path>
                </a:pathLst>
              </a:custGeom>
              <a:solidFill>
                <a:srgbClr val="000000"/>
              </a:solidFill>
              <a:ln w="9525">
                <a:noFill/>
                <a:round/>
                <a:headEnd/>
                <a:tailEnd/>
              </a:ln>
            </p:spPr>
            <p:txBody>
              <a:bodyPr/>
              <a:lstStyle/>
              <a:p>
                <a:pPr algn="ctr"/>
                <a:endParaRPr lang="pt-BR" sz="2400"/>
              </a:p>
            </p:txBody>
          </p:sp>
          <p:sp>
            <p:nvSpPr>
              <p:cNvPr id="608" name="Freeform 226"/>
              <p:cNvSpPr>
                <a:spLocks/>
              </p:cNvSpPr>
              <p:nvPr/>
            </p:nvSpPr>
            <p:spPr bwMode="auto">
              <a:xfrm>
                <a:off x="3934" y="951"/>
                <a:ext cx="67" cy="85"/>
              </a:xfrm>
              <a:custGeom>
                <a:avLst/>
                <a:gdLst>
                  <a:gd name="T0" fmla="*/ 0 w 535"/>
                  <a:gd name="T1" fmla="*/ 0 h 681"/>
                  <a:gd name="T2" fmla="*/ 0 w 535"/>
                  <a:gd name="T3" fmla="*/ 0 h 681"/>
                  <a:gd name="T4" fmla="*/ 0 w 535"/>
                  <a:gd name="T5" fmla="*/ 0 h 681"/>
                  <a:gd name="T6" fmla="*/ 0 w 535"/>
                  <a:gd name="T7" fmla="*/ 0 h 681"/>
                  <a:gd name="T8" fmla="*/ 0 w 535"/>
                  <a:gd name="T9" fmla="*/ 0 h 681"/>
                  <a:gd name="T10" fmla="*/ 0 w 535"/>
                  <a:gd name="T11" fmla="*/ 0 h 681"/>
                  <a:gd name="T12" fmla="*/ 0 w 535"/>
                  <a:gd name="T13" fmla="*/ 0 h 681"/>
                  <a:gd name="T14" fmla="*/ 0 w 535"/>
                  <a:gd name="T15" fmla="*/ 0 h 681"/>
                  <a:gd name="T16" fmla="*/ 0 60000 65536"/>
                  <a:gd name="T17" fmla="*/ 0 60000 65536"/>
                  <a:gd name="T18" fmla="*/ 0 60000 65536"/>
                  <a:gd name="T19" fmla="*/ 0 60000 65536"/>
                  <a:gd name="T20" fmla="*/ 0 60000 65536"/>
                  <a:gd name="T21" fmla="*/ 0 60000 65536"/>
                  <a:gd name="T22" fmla="*/ 0 60000 65536"/>
                  <a:gd name="T23" fmla="*/ 0 60000 65536"/>
                  <a:gd name="T24" fmla="*/ 0 w 535"/>
                  <a:gd name="T25" fmla="*/ 0 h 681"/>
                  <a:gd name="T26" fmla="*/ 535 w 535"/>
                  <a:gd name="T27" fmla="*/ 681 h 6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5" h="681">
                    <a:moveTo>
                      <a:pt x="0" y="479"/>
                    </a:moveTo>
                    <a:lnTo>
                      <a:pt x="201" y="604"/>
                    </a:lnTo>
                    <a:lnTo>
                      <a:pt x="401" y="681"/>
                    </a:lnTo>
                    <a:lnTo>
                      <a:pt x="535" y="327"/>
                    </a:lnTo>
                    <a:lnTo>
                      <a:pt x="535" y="112"/>
                    </a:lnTo>
                    <a:lnTo>
                      <a:pt x="415" y="0"/>
                    </a:lnTo>
                    <a:lnTo>
                      <a:pt x="281" y="391"/>
                    </a:lnTo>
                    <a:lnTo>
                      <a:pt x="0" y="479"/>
                    </a:lnTo>
                    <a:close/>
                  </a:path>
                </a:pathLst>
              </a:custGeom>
              <a:solidFill>
                <a:srgbClr val="000000"/>
              </a:solidFill>
              <a:ln w="9525">
                <a:noFill/>
                <a:round/>
                <a:headEnd/>
                <a:tailEnd/>
              </a:ln>
            </p:spPr>
            <p:txBody>
              <a:bodyPr/>
              <a:lstStyle/>
              <a:p>
                <a:pPr algn="ctr"/>
                <a:endParaRPr lang="pt-BR" sz="2400"/>
              </a:p>
            </p:txBody>
          </p:sp>
          <p:sp>
            <p:nvSpPr>
              <p:cNvPr id="609" name="Freeform 227"/>
              <p:cNvSpPr>
                <a:spLocks/>
              </p:cNvSpPr>
              <p:nvPr/>
            </p:nvSpPr>
            <p:spPr bwMode="auto">
              <a:xfrm>
                <a:off x="4013" y="948"/>
                <a:ext cx="141" cy="144"/>
              </a:xfrm>
              <a:custGeom>
                <a:avLst/>
                <a:gdLst>
                  <a:gd name="T0" fmla="*/ 0 w 1132"/>
                  <a:gd name="T1" fmla="*/ 0 h 1151"/>
                  <a:gd name="T2" fmla="*/ 0 w 1132"/>
                  <a:gd name="T3" fmla="*/ 0 h 1151"/>
                  <a:gd name="T4" fmla="*/ 0 w 1132"/>
                  <a:gd name="T5" fmla="*/ 0 h 1151"/>
                  <a:gd name="T6" fmla="*/ 0 w 1132"/>
                  <a:gd name="T7" fmla="*/ 0 h 1151"/>
                  <a:gd name="T8" fmla="*/ 0 w 1132"/>
                  <a:gd name="T9" fmla="*/ 0 h 1151"/>
                  <a:gd name="T10" fmla="*/ 0 w 1132"/>
                  <a:gd name="T11" fmla="*/ 0 h 1151"/>
                  <a:gd name="T12" fmla="*/ 0 w 1132"/>
                  <a:gd name="T13" fmla="*/ 0 h 1151"/>
                  <a:gd name="T14" fmla="*/ 0 w 1132"/>
                  <a:gd name="T15" fmla="*/ 0 h 1151"/>
                  <a:gd name="T16" fmla="*/ 0 w 1132"/>
                  <a:gd name="T17" fmla="*/ 0 h 1151"/>
                  <a:gd name="T18" fmla="*/ 0 w 1132"/>
                  <a:gd name="T19" fmla="*/ 0 h 1151"/>
                  <a:gd name="T20" fmla="*/ 0 w 1132"/>
                  <a:gd name="T21" fmla="*/ 0 h 1151"/>
                  <a:gd name="T22" fmla="*/ 0 w 1132"/>
                  <a:gd name="T23" fmla="*/ 0 h 1151"/>
                  <a:gd name="T24" fmla="*/ 0 w 1132"/>
                  <a:gd name="T25" fmla="*/ 0 h 1151"/>
                  <a:gd name="T26" fmla="*/ 0 w 1132"/>
                  <a:gd name="T27" fmla="*/ 0 h 11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32"/>
                  <a:gd name="T43" fmla="*/ 0 h 1151"/>
                  <a:gd name="T44" fmla="*/ 1132 w 1132"/>
                  <a:gd name="T45" fmla="*/ 1151 h 11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32" h="1151">
                    <a:moveTo>
                      <a:pt x="301" y="1151"/>
                    </a:moveTo>
                    <a:lnTo>
                      <a:pt x="288" y="501"/>
                    </a:lnTo>
                    <a:lnTo>
                      <a:pt x="403" y="379"/>
                    </a:lnTo>
                    <a:lnTo>
                      <a:pt x="560" y="301"/>
                    </a:lnTo>
                    <a:lnTo>
                      <a:pt x="786" y="266"/>
                    </a:lnTo>
                    <a:lnTo>
                      <a:pt x="1132" y="379"/>
                    </a:lnTo>
                    <a:lnTo>
                      <a:pt x="751" y="224"/>
                    </a:lnTo>
                    <a:lnTo>
                      <a:pt x="369" y="109"/>
                    </a:lnTo>
                    <a:lnTo>
                      <a:pt x="200" y="90"/>
                    </a:lnTo>
                    <a:lnTo>
                      <a:pt x="0" y="0"/>
                    </a:lnTo>
                    <a:lnTo>
                      <a:pt x="209" y="134"/>
                    </a:lnTo>
                    <a:lnTo>
                      <a:pt x="244" y="255"/>
                    </a:lnTo>
                    <a:lnTo>
                      <a:pt x="268" y="558"/>
                    </a:lnTo>
                    <a:lnTo>
                      <a:pt x="301" y="1151"/>
                    </a:lnTo>
                    <a:close/>
                  </a:path>
                </a:pathLst>
              </a:custGeom>
              <a:solidFill>
                <a:srgbClr val="000000"/>
              </a:solidFill>
              <a:ln w="9525">
                <a:noFill/>
                <a:round/>
                <a:headEnd/>
                <a:tailEnd/>
              </a:ln>
            </p:spPr>
            <p:txBody>
              <a:bodyPr/>
              <a:lstStyle/>
              <a:p>
                <a:pPr algn="ctr"/>
                <a:endParaRPr lang="pt-BR" sz="2400"/>
              </a:p>
            </p:txBody>
          </p:sp>
          <p:sp>
            <p:nvSpPr>
              <p:cNvPr id="610" name="Freeform 228"/>
              <p:cNvSpPr>
                <a:spLocks/>
              </p:cNvSpPr>
              <p:nvPr/>
            </p:nvSpPr>
            <p:spPr bwMode="auto">
              <a:xfrm>
                <a:off x="3952" y="1103"/>
                <a:ext cx="78" cy="104"/>
              </a:xfrm>
              <a:custGeom>
                <a:avLst/>
                <a:gdLst>
                  <a:gd name="T0" fmla="*/ 0 w 620"/>
                  <a:gd name="T1" fmla="*/ 0 h 829"/>
                  <a:gd name="T2" fmla="*/ 0 w 620"/>
                  <a:gd name="T3" fmla="*/ 0 h 829"/>
                  <a:gd name="T4" fmla="*/ 0 w 620"/>
                  <a:gd name="T5" fmla="*/ 0 h 829"/>
                  <a:gd name="T6" fmla="*/ 0 w 620"/>
                  <a:gd name="T7" fmla="*/ 0 h 829"/>
                  <a:gd name="T8" fmla="*/ 0 w 620"/>
                  <a:gd name="T9" fmla="*/ 0 h 829"/>
                  <a:gd name="T10" fmla="*/ 0 w 620"/>
                  <a:gd name="T11" fmla="*/ 0 h 829"/>
                  <a:gd name="T12" fmla="*/ 0 w 620"/>
                  <a:gd name="T13" fmla="*/ 0 h 829"/>
                  <a:gd name="T14" fmla="*/ 0 w 620"/>
                  <a:gd name="T15" fmla="*/ 0 h 829"/>
                  <a:gd name="T16" fmla="*/ 0 w 620"/>
                  <a:gd name="T17" fmla="*/ 0 h 829"/>
                  <a:gd name="T18" fmla="*/ 0 w 620"/>
                  <a:gd name="T19" fmla="*/ 0 h 829"/>
                  <a:gd name="T20" fmla="*/ 0 w 620"/>
                  <a:gd name="T21" fmla="*/ 0 h 8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20"/>
                  <a:gd name="T34" fmla="*/ 0 h 829"/>
                  <a:gd name="T35" fmla="*/ 620 w 620"/>
                  <a:gd name="T36" fmla="*/ 829 h 8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20" h="829">
                    <a:moveTo>
                      <a:pt x="449" y="0"/>
                    </a:moveTo>
                    <a:lnTo>
                      <a:pt x="525" y="224"/>
                    </a:lnTo>
                    <a:lnTo>
                      <a:pt x="339" y="371"/>
                    </a:lnTo>
                    <a:lnTo>
                      <a:pt x="189" y="503"/>
                    </a:lnTo>
                    <a:lnTo>
                      <a:pt x="110" y="615"/>
                    </a:lnTo>
                    <a:lnTo>
                      <a:pt x="0" y="829"/>
                    </a:lnTo>
                    <a:lnTo>
                      <a:pt x="145" y="578"/>
                    </a:lnTo>
                    <a:lnTo>
                      <a:pt x="255" y="459"/>
                    </a:lnTo>
                    <a:lnTo>
                      <a:pt x="416" y="357"/>
                    </a:lnTo>
                    <a:lnTo>
                      <a:pt x="620" y="258"/>
                    </a:lnTo>
                    <a:lnTo>
                      <a:pt x="449" y="0"/>
                    </a:lnTo>
                    <a:close/>
                  </a:path>
                </a:pathLst>
              </a:custGeom>
              <a:solidFill>
                <a:srgbClr val="000000"/>
              </a:solidFill>
              <a:ln w="9525">
                <a:noFill/>
                <a:round/>
                <a:headEnd/>
                <a:tailEnd/>
              </a:ln>
            </p:spPr>
            <p:txBody>
              <a:bodyPr/>
              <a:lstStyle/>
              <a:p>
                <a:pPr algn="ctr"/>
                <a:endParaRPr lang="pt-BR" sz="2400"/>
              </a:p>
            </p:txBody>
          </p:sp>
          <p:sp>
            <p:nvSpPr>
              <p:cNvPr id="611" name="Freeform 229"/>
              <p:cNvSpPr>
                <a:spLocks/>
              </p:cNvSpPr>
              <p:nvPr/>
            </p:nvSpPr>
            <p:spPr bwMode="auto">
              <a:xfrm>
                <a:off x="3767" y="963"/>
                <a:ext cx="101" cy="292"/>
              </a:xfrm>
              <a:custGeom>
                <a:avLst/>
                <a:gdLst>
                  <a:gd name="T0" fmla="*/ 0 w 807"/>
                  <a:gd name="T1" fmla="*/ 0 h 2335"/>
                  <a:gd name="T2" fmla="*/ 0 w 807"/>
                  <a:gd name="T3" fmla="*/ 0 h 2335"/>
                  <a:gd name="T4" fmla="*/ 0 w 807"/>
                  <a:gd name="T5" fmla="*/ 0 h 2335"/>
                  <a:gd name="T6" fmla="*/ 0 w 807"/>
                  <a:gd name="T7" fmla="*/ 0 h 2335"/>
                  <a:gd name="T8" fmla="*/ 0 w 807"/>
                  <a:gd name="T9" fmla="*/ 0 h 2335"/>
                  <a:gd name="T10" fmla="*/ 0 w 807"/>
                  <a:gd name="T11" fmla="*/ 0 h 2335"/>
                  <a:gd name="T12" fmla="*/ 0 w 807"/>
                  <a:gd name="T13" fmla="*/ 0 h 2335"/>
                  <a:gd name="T14" fmla="*/ 0 w 807"/>
                  <a:gd name="T15" fmla="*/ 0 h 2335"/>
                  <a:gd name="T16" fmla="*/ 0 w 807"/>
                  <a:gd name="T17" fmla="*/ 0 h 2335"/>
                  <a:gd name="T18" fmla="*/ 0 w 807"/>
                  <a:gd name="T19" fmla="*/ 0 h 2335"/>
                  <a:gd name="T20" fmla="*/ 0 w 807"/>
                  <a:gd name="T21" fmla="*/ 0 h 2335"/>
                  <a:gd name="T22" fmla="*/ 0 w 807"/>
                  <a:gd name="T23" fmla="*/ 0 h 2335"/>
                  <a:gd name="T24" fmla="*/ 0 w 807"/>
                  <a:gd name="T25" fmla="*/ 0 h 2335"/>
                  <a:gd name="T26" fmla="*/ 0 w 807"/>
                  <a:gd name="T27" fmla="*/ 0 h 2335"/>
                  <a:gd name="T28" fmla="*/ 0 w 807"/>
                  <a:gd name="T29" fmla="*/ 0 h 2335"/>
                  <a:gd name="T30" fmla="*/ 0 w 807"/>
                  <a:gd name="T31" fmla="*/ 0 h 2335"/>
                  <a:gd name="T32" fmla="*/ 0 w 807"/>
                  <a:gd name="T33" fmla="*/ 0 h 2335"/>
                  <a:gd name="T34" fmla="*/ 0 w 807"/>
                  <a:gd name="T35" fmla="*/ 0 h 2335"/>
                  <a:gd name="T36" fmla="*/ 0 w 807"/>
                  <a:gd name="T37" fmla="*/ 0 h 2335"/>
                  <a:gd name="T38" fmla="*/ 0 w 807"/>
                  <a:gd name="T39" fmla="*/ 0 h 2335"/>
                  <a:gd name="T40" fmla="*/ 0 w 807"/>
                  <a:gd name="T41" fmla="*/ 0 h 2335"/>
                  <a:gd name="T42" fmla="*/ 0 w 807"/>
                  <a:gd name="T43" fmla="*/ 0 h 2335"/>
                  <a:gd name="T44" fmla="*/ 0 w 807"/>
                  <a:gd name="T45" fmla="*/ 0 h 2335"/>
                  <a:gd name="T46" fmla="*/ 0 w 807"/>
                  <a:gd name="T47" fmla="*/ 0 h 2335"/>
                  <a:gd name="T48" fmla="*/ 0 w 807"/>
                  <a:gd name="T49" fmla="*/ 0 h 2335"/>
                  <a:gd name="T50" fmla="*/ 0 w 807"/>
                  <a:gd name="T51" fmla="*/ 0 h 23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07"/>
                  <a:gd name="T79" fmla="*/ 0 h 2335"/>
                  <a:gd name="T80" fmla="*/ 807 w 807"/>
                  <a:gd name="T81" fmla="*/ 2335 h 233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07" h="2335">
                    <a:moveTo>
                      <a:pt x="717" y="0"/>
                    </a:moveTo>
                    <a:lnTo>
                      <a:pt x="448" y="103"/>
                    </a:lnTo>
                    <a:lnTo>
                      <a:pt x="77" y="191"/>
                    </a:lnTo>
                    <a:lnTo>
                      <a:pt x="21" y="258"/>
                    </a:lnTo>
                    <a:lnTo>
                      <a:pt x="56" y="620"/>
                    </a:lnTo>
                    <a:lnTo>
                      <a:pt x="0" y="973"/>
                    </a:lnTo>
                    <a:lnTo>
                      <a:pt x="31" y="1104"/>
                    </a:lnTo>
                    <a:lnTo>
                      <a:pt x="132" y="1265"/>
                    </a:lnTo>
                    <a:lnTo>
                      <a:pt x="358" y="1542"/>
                    </a:lnTo>
                    <a:lnTo>
                      <a:pt x="67" y="1127"/>
                    </a:lnTo>
                    <a:lnTo>
                      <a:pt x="21" y="1009"/>
                    </a:lnTo>
                    <a:lnTo>
                      <a:pt x="109" y="675"/>
                    </a:lnTo>
                    <a:lnTo>
                      <a:pt x="256" y="963"/>
                    </a:lnTo>
                    <a:lnTo>
                      <a:pt x="425" y="1364"/>
                    </a:lnTo>
                    <a:lnTo>
                      <a:pt x="503" y="1821"/>
                    </a:lnTo>
                    <a:lnTo>
                      <a:pt x="583" y="1991"/>
                    </a:lnTo>
                    <a:lnTo>
                      <a:pt x="618" y="2335"/>
                    </a:lnTo>
                    <a:lnTo>
                      <a:pt x="618" y="1955"/>
                    </a:lnTo>
                    <a:lnTo>
                      <a:pt x="535" y="1747"/>
                    </a:lnTo>
                    <a:lnTo>
                      <a:pt x="390" y="973"/>
                    </a:lnTo>
                    <a:lnTo>
                      <a:pt x="372" y="1099"/>
                    </a:lnTo>
                    <a:lnTo>
                      <a:pt x="88" y="303"/>
                    </a:lnTo>
                    <a:lnTo>
                      <a:pt x="100" y="228"/>
                    </a:lnTo>
                    <a:lnTo>
                      <a:pt x="448" y="134"/>
                    </a:lnTo>
                    <a:lnTo>
                      <a:pt x="807" y="13"/>
                    </a:lnTo>
                    <a:lnTo>
                      <a:pt x="717" y="0"/>
                    </a:lnTo>
                    <a:close/>
                  </a:path>
                </a:pathLst>
              </a:custGeom>
              <a:solidFill>
                <a:srgbClr val="000000"/>
              </a:solidFill>
              <a:ln w="9525">
                <a:noFill/>
                <a:round/>
                <a:headEnd/>
                <a:tailEnd/>
              </a:ln>
            </p:spPr>
            <p:txBody>
              <a:bodyPr/>
              <a:lstStyle/>
              <a:p>
                <a:pPr algn="ctr"/>
                <a:endParaRPr lang="pt-BR" sz="2400"/>
              </a:p>
            </p:txBody>
          </p:sp>
          <p:sp>
            <p:nvSpPr>
              <p:cNvPr id="612" name="Freeform 230"/>
              <p:cNvSpPr>
                <a:spLocks/>
              </p:cNvSpPr>
              <p:nvPr/>
            </p:nvSpPr>
            <p:spPr bwMode="auto">
              <a:xfrm>
                <a:off x="3949" y="1103"/>
                <a:ext cx="293" cy="265"/>
              </a:xfrm>
              <a:custGeom>
                <a:avLst/>
                <a:gdLst>
                  <a:gd name="T0" fmla="*/ 0 w 2345"/>
                  <a:gd name="T1" fmla="*/ 0 h 2123"/>
                  <a:gd name="T2" fmla="*/ 0 w 2345"/>
                  <a:gd name="T3" fmla="*/ 0 h 2123"/>
                  <a:gd name="T4" fmla="*/ 0 w 2345"/>
                  <a:gd name="T5" fmla="*/ 0 h 2123"/>
                  <a:gd name="T6" fmla="*/ 0 w 2345"/>
                  <a:gd name="T7" fmla="*/ 0 h 2123"/>
                  <a:gd name="T8" fmla="*/ 0 w 2345"/>
                  <a:gd name="T9" fmla="*/ 0 h 2123"/>
                  <a:gd name="T10" fmla="*/ 0 w 2345"/>
                  <a:gd name="T11" fmla="*/ 0 h 2123"/>
                  <a:gd name="T12" fmla="*/ 0 w 2345"/>
                  <a:gd name="T13" fmla="*/ 0 h 2123"/>
                  <a:gd name="T14" fmla="*/ 0 w 2345"/>
                  <a:gd name="T15" fmla="*/ 0 h 2123"/>
                  <a:gd name="T16" fmla="*/ 0 w 2345"/>
                  <a:gd name="T17" fmla="*/ 0 h 2123"/>
                  <a:gd name="T18" fmla="*/ 0 w 2345"/>
                  <a:gd name="T19" fmla="*/ 0 h 2123"/>
                  <a:gd name="T20" fmla="*/ 0 w 2345"/>
                  <a:gd name="T21" fmla="*/ 0 h 2123"/>
                  <a:gd name="T22" fmla="*/ 0 w 2345"/>
                  <a:gd name="T23" fmla="*/ 0 h 2123"/>
                  <a:gd name="T24" fmla="*/ 0 w 2345"/>
                  <a:gd name="T25" fmla="*/ 0 h 2123"/>
                  <a:gd name="T26" fmla="*/ 0 w 2345"/>
                  <a:gd name="T27" fmla="*/ 0 h 2123"/>
                  <a:gd name="T28" fmla="*/ 0 w 2345"/>
                  <a:gd name="T29" fmla="*/ 0 h 2123"/>
                  <a:gd name="T30" fmla="*/ 0 w 2345"/>
                  <a:gd name="T31" fmla="*/ 0 h 2123"/>
                  <a:gd name="T32" fmla="*/ 0 w 2345"/>
                  <a:gd name="T33" fmla="*/ 0 h 2123"/>
                  <a:gd name="T34" fmla="*/ 0 w 2345"/>
                  <a:gd name="T35" fmla="*/ 0 h 2123"/>
                  <a:gd name="T36" fmla="*/ 0 w 2345"/>
                  <a:gd name="T37" fmla="*/ 0 h 2123"/>
                  <a:gd name="T38" fmla="*/ 0 w 2345"/>
                  <a:gd name="T39" fmla="*/ 0 h 2123"/>
                  <a:gd name="T40" fmla="*/ 0 w 2345"/>
                  <a:gd name="T41" fmla="*/ 0 h 2123"/>
                  <a:gd name="T42" fmla="*/ 0 w 2345"/>
                  <a:gd name="T43" fmla="*/ 0 h 2123"/>
                  <a:gd name="T44" fmla="*/ 0 w 2345"/>
                  <a:gd name="T45" fmla="*/ 0 h 2123"/>
                  <a:gd name="T46" fmla="*/ 0 w 2345"/>
                  <a:gd name="T47" fmla="*/ 0 h 2123"/>
                  <a:gd name="T48" fmla="*/ 0 w 2345"/>
                  <a:gd name="T49" fmla="*/ 0 h 2123"/>
                  <a:gd name="T50" fmla="*/ 0 w 2345"/>
                  <a:gd name="T51" fmla="*/ 0 h 2123"/>
                  <a:gd name="T52" fmla="*/ 0 w 2345"/>
                  <a:gd name="T53" fmla="*/ 0 h 2123"/>
                  <a:gd name="T54" fmla="*/ 0 w 2345"/>
                  <a:gd name="T55" fmla="*/ 0 h 2123"/>
                  <a:gd name="T56" fmla="*/ 0 w 2345"/>
                  <a:gd name="T57" fmla="*/ 0 h 2123"/>
                  <a:gd name="T58" fmla="*/ 0 w 2345"/>
                  <a:gd name="T59" fmla="*/ 0 h 2123"/>
                  <a:gd name="T60" fmla="*/ 0 w 2345"/>
                  <a:gd name="T61" fmla="*/ 0 h 2123"/>
                  <a:gd name="T62" fmla="*/ 0 w 2345"/>
                  <a:gd name="T63" fmla="*/ 0 h 2123"/>
                  <a:gd name="T64" fmla="*/ 0 w 2345"/>
                  <a:gd name="T65" fmla="*/ 0 h 2123"/>
                  <a:gd name="T66" fmla="*/ 0 w 2345"/>
                  <a:gd name="T67" fmla="*/ 0 h 2123"/>
                  <a:gd name="T68" fmla="*/ 0 w 2345"/>
                  <a:gd name="T69" fmla="*/ 0 h 212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345"/>
                  <a:gd name="T106" fmla="*/ 0 h 2123"/>
                  <a:gd name="T107" fmla="*/ 2345 w 2345"/>
                  <a:gd name="T108" fmla="*/ 2123 h 212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345" h="2123">
                    <a:moveTo>
                      <a:pt x="1992" y="0"/>
                    </a:moveTo>
                    <a:lnTo>
                      <a:pt x="2123" y="853"/>
                    </a:lnTo>
                    <a:lnTo>
                      <a:pt x="2222" y="1464"/>
                    </a:lnTo>
                    <a:lnTo>
                      <a:pt x="2345" y="2123"/>
                    </a:lnTo>
                    <a:lnTo>
                      <a:pt x="2323" y="2123"/>
                    </a:lnTo>
                    <a:lnTo>
                      <a:pt x="2123" y="1152"/>
                    </a:lnTo>
                    <a:lnTo>
                      <a:pt x="1718" y="1362"/>
                    </a:lnTo>
                    <a:lnTo>
                      <a:pt x="1036" y="1542"/>
                    </a:lnTo>
                    <a:lnTo>
                      <a:pt x="159" y="1745"/>
                    </a:lnTo>
                    <a:lnTo>
                      <a:pt x="134" y="1699"/>
                    </a:lnTo>
                    <a:lnTo>
                      <a:pt x="227" y="1675"/>
                    </a:lnTo>
                    <a:lnTo>
                      <a:pt x="257" y="1532"/>
                    </a:lnTo>
                    <a:lnTo>
                      <a:pt x="257" y="1387"/>
                    </a:lnTo>
                    <a:lnTo>
                      <a:pt x="227" y="1251"/>
                    </a:lnTo>
                    <a:lnTo>
                      <a:pt x="159" y="1097"/>
                    </a:lnTo>
                    <a:lnTo>
                      <a:pt x="56" y="1007"/>
                    </a:lnTo>
                    <a:lnTo>
                      <a:pt x="0" y="984"/>
                    </a:lnTo>
                    <a:lnTo>
                      <a:pt x="111" y="1007"/>
                    </a:lnTo>
                    <a:lnTo>
                      <a:pt x="227" y="1097"/>
                    </a:lnTo>
                    <a:lnTo>
                      <a:pt x="257" y="1116"/>
                    </a:lnTo>
                    <a:lnTo>
                      <a:pt x="987" y="929"/>
                    </a:lnTo>
                    <a:lnTo>
                      <a:pt x="766" y="853"/>
                    </a:lnTo>
                    <a:lnTo>
                      <a:pt x="572" y="829"/>
                    </a:lnTo>
                    <a:lnTo>
                      <a:pt x="374" y="829"/>
                    </a:lnTo>
                    <a:lnTo>
                      <a:pt x="630" y="816"/>
                    </a:lnTo>
                    <a:lnTo>
                      <a:pt x="820" y="837"/>
                    </a:lnTo>
                    <a:lnTo>
                      <a:pt x="1009" y="873"/>
                    </a:lnTo>
                    <a:lnTo>
                      <a:pt x="1091" y="917"/>
                    </a:lnTo>
                    <a:lnTo>
                      <a:pt x="1866" y="638"/>
                    </a:lnTo>
                    <a:lnTo>
                      <a:pt x="1225" y="615"/>
                    </a:lnTo>
                    <a:lnTo>
                      <a:pt x="1213" y="569"/>
                    </a:lnTo>
                    <a:lnTo>
                      <a:pt x="1626" y="560"/>
                    </a:lnTo>
                    <a:lnTo>
                      <a:pt x="1877" y="482"/>
                    </a:lnTo>
                    <a:lnTo>
                      <a:pt x="2022" y="482"/>
                    </a:lnTo>
                    <a:lnTo>
                      <a:pt x="1992" y="0"/>
                    </a:lnTo>
                    <a:close/>
                  </a:path>
                </a:pathLst>
              </a:custGeom>
              <a:solidFill>
                <a:srgbClr val="000000"/>
              </a:solidFill>
              <a:ln w="9525">
                <a:noFill/>
                <a:round/>
                <a:headEnd/>
                <a:tailEnd/>
              </a:ln>
            </p:spPr>
            <p:txBody>
              <a:bodyPr/>
              <a:lstStyle/>
              <a:p>
                <a:pPr algn="ctr"/>
                <a:endParaRPr lang="pt-BR" sz="2400"/>
              </a:p>
            </p:txBody>
          </p:sp>
          <p:sp>
            <p:nvSpPr>
              <p:cNvPr id="613" name="Freeform 231"/>
              <p:cNvSpPr>
                <a:spLocks/>
              </p:cNvSpPr>
              <p:nvPr/>
            </p:nvSpPr>
            <p:spPr bwMode="auto">
              <a:xfrm>
                <a:off x="3952" y="1004"/>
                <a:ext cx="236" cy="216"/>
              </a:xfrm>
              <a:custGeom>
                <a:avLst/>
                <a:gdLst>
                  <a:gd name="T0" fmla="*/ 0 w 1886"/>
                  <a:gd name="T1" fmla="*/ 0 h 1732"/>
                  <a:gd name="T2" fmla="*/ 0 w 1886"/>
                  <a:gd name="T3" fmla="*/ 0 h 1732"/>
                  <a:gd name="T4" fmla="*/ 0 w 1886"/>
                  <a:gd name="T5" fmla="*/ 0 h 1732"/>
                  <a:gd name="T6" fmla="*/ 0 w 1886"/>
                  <a:gd name="T7" fmla="*/ 0 h 1732"/>
                  <a:gd name="T8" fmla="*/ 0 w 1886"/>
                  <a:gd name="T9" fmla="*/ 0 h 1732"/>
                  <a:gd name="T10" fmla="*/ 0 w 1886"/>
                  <a:gd name="T11" fmla="*/ 0 h 1732"/>
                  <a:gd name="T12" fmla="*/ 0 w 1886"/>
                  <a:gd name="T13" fmla="*/ 0 h 1732"/>
                  <a:gd name="T14" fmla="*/ 0 w 1886"/>
                  <a:gd name="T15" fmla="*/ 0 h 1732"/>
                  <a:gd name="T16" fmla="*/ 0 w 1886"/>
                  <a:gd name="T17" fmla="*/ 0 h 1732"/>
                  <a:gd name="T18" fmla="*/ 0 w 1886"/>
                  <a:gd name="T19" fmla="*/ 0 h 1732"/>
                  <a:gd name="T20" fmla="*/ 0 w 1886"/>
                  <a:gd name="T21" fmla="*/ 0 h 1732"/>
                  <a:gd name="T22" fmla="*/ 0 w 1886"/>
                  <a:gd name="T23" fmla="*/ 0 h 1732"/>
                  <a:gd name="T24" fmla="*/ 0 w 1886"/>
                  <a:gd name="T25" fmla="*/ 0 h 1732"/>
                  <a:gd name="T26" fmla="*/ 0 w 1886"/>
                  <a:gd name="T27" fmla="*/ 0 h 1732"/>
                  <a:gd name="T28" fmla="*/ 0 w 1886"/>
                  <a:gd name="T29" fmla="*/ 0 h 1732"/>
                  <a:gd name="T30" fmla="*/ 0 w 1886"/>
                  <a:gd name="T31" fmla="*/ 0 h 1732"/>
                  <a:gd name="T32" fmla="*/ 0 w 1886"/>
                  <a:gd name="T33" fmla="*/ 0 h 1732"/>
                  <a:gd name="T34" fmla="*/ 0 w 1886"/>
                  <a:gd name="T35" fmla="*/ 0 h 1732"/>
                  <a:gd name="T36" fmla="*/ 0 w 1886"/>
                  <a:gd name="T37" fmla="*/ 0 h 1732"/>
                  <a:gd name="T38" fmla="*/ 0 w 1886"/>
                  <a:gd name="T39" fmla="*/ 0 h 1732"/>
                  <a:gd name="T40" fmla="*/ 0 w 1886"/>
                  <a:gd name="T41" fmla="*/ 0 h 1732"/>
                  <a:gd name="T42" fmla="*/ 0 w 1886"/>
                  <a:gd name="T43" fmla="*/ 0 h 1732"/>
                  <a:gd name="T44" fmla="*/ 0 w 1886"/>
                  <a:gd name="T45" fmla="*/ 0 h 1732"/>
                  <a:gd name="T46" fmla="*/ 0 w 1886"/>
                  <a:gd name="T47" fmla="*/ 0 h 1732"/>
                  <a:gd name="T48" fmla="*/ 0 w 1886"/>
                  <a:gd name="T49" fmla="*/ 0 h 1732"/>
                  <a:gd name="T50" fmla="*/ 0 w 1886"/>
                  <a:gd name="T51" fmla="*/ 0 h 1732"/>
                  <a:gd name="T52" fmla="*/ 0 w 1886"/>
                  <a:gd name="T53" fmla="*/ 0 h 1732"/>
                  <a:gd name="T54" fmla="*/ 0 w 1886"/>
                  <a:gd name="T55" fmla="*/ 0 h 1732"/>
                  <a:gd name="T56" fmla="*/ 0 w 1886"/>
                  <a:gd name="T57" fmla="*/ 0 h 1732"/>
                  <a:gd name="T58" fmla="*/ 0 w 1886"/>
                  <a:gd name="T59" fmla="*/ 0 h 1732"/>
                  <a:gd name="T60" fmla="*/ 0 w 1886"/>
                  <a:gd name="T61" fmla="*/ 0 h 1732"/>
                  <a:gd name="T62" fmla="*/ 0 w 1886"/>
                  <a:gd name="T63" fmla="*/ 0 h 173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86"/>
                  <a:gd name="T97" fmla="*/ 0 h 1732"/>
                  <a:gd name="T98" fmla="*/ 1886 w 1886"/>
                  <a:gd name="T99" fmla="*/ 1732 h 173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86" h="1732">
                    <a:moveTo>
                      <a:pt x="1664" y="0"/>
                    </a:moveTo>
                    <a:lnTo>
                      <a:pt x="1703" y="231"/>
                    </a:lnTo>
                    <a:lnTo>
                      <a:pt x="1809" y="503"/>
                    </a:lnTo>
                    <a:lnTo>
                      <a:pt x="1886" y="348"/>
                    </a:lnTo>
                    <a:lnTo>
                      <a:pt x="1833" y="556"/>
                    </a:lnTo>
                    <a:lnTo>
                      <a:pt x="1684" y="736"/>
                    </a:lnTo>
                    <a:lnTo>
                      <a:pt x="1447" y="883"/>
                    </a:lnTo>
                    <a:lnTo>
                      <a:pt x="1457" y="1037"/>
                    </a:lnTo>
                    <a:lnTo>
                      <a:pt x="1648" y="971"/>
                    </a:lnTo>
                    <a:lnTo>
                      <a:pt x="1853" y="1106"/>
                    </a:lnTo>
                    <a:lnTo>
                      <a:pt x="1427" y="1127"/>
                    </a:lnTo>
                    <a:lnTo>
                      <a:pt x="1067" y="1307"/>
                    </a:lnTo>
                    <a:lnTo>
                      <a:pt x="684" y="1450"/>
                    </a:lnTo>
                    <a:lnTo>
                      <a:pt x="0" y="1732"/>
                    </a:lnTo>
                    <a:lnTo>
                      <a:pt x="640" y="1420"/>
                    </a:lnTo>
                    <a:lnTo>
                      <a:pt x="895" y="1273"/>
                    </a:lnTo>
                    <a:lnTo>
                      <a:pt x="919" y="1070"/>
                    </a:lnTo>
                    <a:lnTo>
                      <a:pt x="1111" y="556"/>
                    </a:lnTo>
                    <a:lnTo>
                      <a:pt x="1258" y="447"/>
                    </a:lnTo>
                    <a:lnTo>
                      <a:pt x="1367" y="309"/>
                    </a:lnTo>
                    <a:lnTo>
                      <a:pt x="1471" y="134"/>
                    </a:lnTo>
                    <a:lnTo>
                      <a:pt x="1358" y="354"/>
                    </a:lnTo>
                    <a:lnTo>
                      <a:pt x="1247" y="503"/>
                    </a:lnTo>
                    <a:lnTo>
                      <a:pt x="1123" y="611"/>
                    </a:lnTo>
                    <a:lnTo>
                      <a:pt x="977" y="1070"/>
                    </a:lnTo>
                    <a:lnTo>
                      <a:pt x="1025" y="1215"/>
                    </a:lnTo>
                    <a:lnTo>
                      <a:pt x="1358" y="1058"/>
                    </a:lnTo>
                    <a:lnTo>
                      <a:pt x="1427" y="824"/>
                    </a:lnTo>
                    <a:lnTo>
                      <a:pt x="1664" y="703"/>
                    </a:lnTo>
                    <a:lnTo>
                      <a:pt x="1750" y="547"/>
                    </a:lnTo>
                    <a:lnTo>
                      <a:pt x="1694" y="268"/>
                    </a:lnTo>
                    <a:lnTo>
                      <a:pt x="1664" y="0"/>
                    </a:lnTo>
                    <a:close/>
                  </a:path>
                </a:pathLst>
              </a:custGeom>
              <a:solidFill>
                <a:srgbClr val="000000"/>
              </a:solidFill>
              <a:ln w="9525">
                <a:noFill/>
                <a:round/>
                <a:headEnd/>
                <a:tailEnd/>
              </a:ln>
            </p:spPr>
            <p:txBody>
              <a:bodyPr/>
              <a:lstStyle/>
              <a:p>
                <a:pPr algn="ctr"/>
                <a:endParaRPr lang="pt-BR" sz="2400"/>
              </a:p>
            </p:txBody>
          </p:sp>
          <p:sp>
            <p:nvSpPr>
              <p:cNvPr id="614" name="Freeform 232"/>
              <p:cNvSpPr>
                <a:spLocks/>
              </p:cNvSpPr>
              <p:nvPr/>
            </p:nvSpPr>
            <p:spPr bwMode="auto">
              <a:xfrm>
                <a:off x="4165" y="1250"/>
                <a:ext cx="32" cy="104"/>
              </a:xfrm>
              <a:custGeom>
                <a:avLst/>
                <a:gdLst>
                  <a:gd name="T0" fmla="*/ 0 w 254"/>
                  <a:gd name="T1" fmla="*/ 0 h 837"/>
                  <a:gd name="T2" fmla="*/ 0 w 254"/>
                  <a:gd name="T3" fmla="*/ 0 h 837"/>
                  <a:gd name="T4" fmla="*/ 0 w 254"/>
                  <a:gd name="T5" fmla="*/ 0 h 837"/>
                  <a:gd name="T6" fmla="*/ 0 w 254"/>
                  <a:gd name="T7" fmla="*/ 0 h 837"/>
                  <a:gd name="T8" fmla="*/ 0 w 254"/>
                  <a:gd name="T9" fmla="*/ 0 h 837"/>
                  <a:gd name="T10" fmla="*/ 0 w 254"/>
                  <a:gd name="T11" fmla="*/ 0 h 837"/>
                  <a:gd name="T12" fmla="*/ 0 60000 65536"/>
                  <a:gd name="T13" fmla="*/ 0 60000 65536"/>
                  <a:gd name="T14" fmla="*/ 0 60000 65536"/>
                  <a:gd name="T15" fmla="*/ 0 60000 65536"/>
                  <a:gd name="T16" fmla="*/ 0 60000 65536"/>
                  <a:gd name="T17" fmla="*/ 0 60000 65536"/>
                  <a:gd name="T18" fmla="*/ 0 w 254"/>
                  <a:gd name="T19" fmla="*/ 0 h 837"/>
                  <a:gd name="T20" fmla="*/ 254 w 254"/>
                  <a:gd name="T21" fmla="*/ 837 h 837"/>
                </a:gdLst>
                <a:ahLst/>
                <a:cxnLst>
                  <a:cxn ang="T12">
                    <a:pos x="T0" y="T1"/>
                  </a:cxn>
                  <a:cxn ang="T13">
                    <a:pos x="T2" y="T3"/>
                  </a:cxn>
                  <a:cxn ang="T14">
                    <a:pos x="T4" y="T5"/>
                  </a:cxn>
                  <a:cxn ang="T15">
                    <a:pos x="T6" y="T7"/>
                  </a:cxn>
                  <a:cxn ang="T16">
                    <a:pos x="T8" y="T9"/>
                  </a:cxn>
                  <a:cxn ang="T17">
                    <a:pos x="T10" y="T11"/>
                  </a:cxn>
                </a:cxnLst>
                <a:rect l="T18" t="T19" r="T20" b="T21"/>
                <a:pathLst>
                  <a:path w="254" h="837">
                    <a:moveTo>
                      <a:pt x="254" y="0"/>
                    </a:moveTo>
                    <a:lnTo>
                      <a:pt x="139" y="328"/>
                    </a:lnTo>
                    <a:lnTo>
                      <a:pt x="0" y="837"/>
                    </a:lnTo>
                    <a:lnTo>
                      <a:pt x="25" y="416"/>
                    </a:lnTo>
                    <a:lnTo>
                      <a:pt x="106" y="88"/>
                    </a:lnTo>
                    <a:lnTo>
                      <a:pt x="254" y="0"/>
                    </a:lnTo>
                    <a:close/>
                  </a:path>
                </a:pathLst>
              </a:custGeom>
              <a:solidFill>
                <a:srgbClr val="000000"/>
              </a:solidFill>
              <a:ln w="9525">
                <a:noFill/>
                <a:round/>
                <a:headEnd/>
                <a:tailEnd/>
              </a:ln>
            </p:spPr>
            <p:txBody>
              <a:bodyPr/>
              <a:lstStyle/>
              <a:p>
                <a:pPr algn="ctr"/>
                <a:endParaRPr lang="pt-BR" sz="2400"/>
              </a:p>
            </p:txBody>
          </p:sp>
          <p:sp>
            <p:nvSpPr>
              <p:cNvPr id="615" name="Freeform 233"/>
              <p:cNvSpPr>
                <a:spLocks/>
              </p:cNvSpPr>
              <p:nvPr/>
            </p:nvSpPr>
            <p:spPr bwMode="auto">
              <a:xfrm>
                <a:off x="3771" y="1152"/>
                <a:ext cx="185" cy="164"/>
              </a:xfrm>
              <a:custGeom>
                <a:avLst/>
                <a:gdLst>
                  <a:gd name="T0" fmla="*/ 0 w 1482"/>
                  <a:gd name="T1" fmla="*/ 0 h 1316"/>
                  <a:gd name="T2" fmla="*/ 0 w 1482"/>
                  <a:gd name="T3" fmla="*/ 0 h 1316"/>
                  <a:gd name="T4" fmla="*/ 0 w 1482"/>
                  <a:gd name="T5" fmla="*/ 0 h 1316"/>
                  <a:gd name="T6" fmla="*/ 0 w 1482"/>
                  <a:gd name="T7" fmla="*/ 0 h 1316"/>
                  <a:gd name="T8" fmla="*/ 0 w 1482"/>
                  <a:gd name="T9" fmla="*/ 0 h 1316"/>
                  <a:gd name="T10" fmla="*/ 0 w 1482"/>
                  <a:gd name="T11" fmla="*/ 0 h 1316"/>
                  <a:gd name="T12" fmla="*/ 0 w 1482"/>
                  <a:gd name="T13" fmla="*/ 0 h 1316"/>
                  <a:gd name="T14" fmla="*/ 0 w 1482"/>
                  <a:gd name="T15" fmla="*/ 0 h 1316"/>
                  <a:gd name="T16" fmla="*/ 0 w 1482"/>
                  <a:gd name="T17" fmla="*/ 0 h 1316"/>
                  <a:gd name="T18" fmla="*/ 0 w 1482"/>
                  <a:gd name="T19" fmla="*/ 0 h 1316"/>
                  <a:gd name="T20" fmla="*/ 0 w 1482"/>
                  <a:gd name="T21" fmla="*/ 0 h 1316"/>
                  <a:gd name="T22" fmla="*/ 0 w 1482"/>
                  <a:gd name="T23" fmla="*/ 0 h 1316"/>
                  <a:gd name="T24" fmla="*/ 0 w 1482"/>
                  <a:gd name="T25" fmla="*/ 0 h 1316"/>
                  <a:gd name="T26" fmla="*/ 0 w 1482"/>
                  <a:gd name="T27" fmla="*/ 0 h 1316"/>
                  <a:gd name="T28" fmla="*/ 0 w 1482"/>
                  <a:gd name="T29" fmla="*/ 0 h 1316"/>
                  <a:gd name="T30" fmla="*/ 0 w 1482"/>
                  <a:gd name="T31" fmla="*/ 0 h 1316"/>
                  <a:gd name="T32" fmla="*/ 0 w 1482"/>
                  <a:gd name="T33" fmla="*/ 0 h 1316"/>
                  <a:gd name="T34" fmla="*/ 0 w 1482"/>
                  <a:gd name="T35" fmla="*/ 0 h 1316"/>
                  <a:gd name="T36" fmla="*/ 0 w 1482"/>
                  <a:gd name="T37" fmla="*/ 0 h 1316"/>
                  <a:gd name="T38" fmla="*/ 0 w 1482"/>
                  <a:gd name="T39" fmla="*/ 0 h 1316"/>
                  <a:gd name="T40" fmla="*/ 0 w 1482"/>
                  <a:gd name="T41" fmla="*/ 0 h 1316"/>
                  <a:gd name="T42" fmla="*/ 0 w 1482"/>
                  <a:gd name="T43" fmla="*/ 0 h 1316"/>
                  <a:gd name="T44" fmla="*/ 0 w 1482"/>
                  <a:gd name="T45" fmla="*/ 0 h 1316"/>
                  <a:gd name="T46" fmla="*/ 0 w 1482"/>
                  <a:gd name="T47" fmla="*/ 0 h 1316"/>
                  <a:gd name="T48" fmla="*/ 0 w 1482"/>
                  <a:gd name="T49" fmla="*/ 0 h 1316"/>
                  <a:gd name="T50" fmla="*/ 0 w 1482"/>
                  <a:gd name="T51" fmla="*/ 0 h 1316"/>
                  <a:gd name="T52" fmla="*/ 0 w 1482"/>
                  <a:gd name="T53" fmla="*/ 0 h 1316"/>
                  <a:gd name="T54" fmla="*/ 0 w 1482"/>
                  <a:gd name="T55" fmla="*/ 0 h 1316"/>
                  <a:gd name="T56" fmla="*/ 0 w 1482"/>
                  <a:gd name="T57" fmla="*/ 0 h 1316"/>
                  <a:gd name="T58" fmla="*/ 0 w 1482"/>
                  <a:gd name="T59" fmla="*/ 0 h 1316"/>
                  <a:gd name="T60" fmla="*/ 0 w 1482"/>
                  <a:gd name="T61" fmla="*/ 0 h 1316"/>
                  <a:gd name="T62" fmla="*/ 0 w 1482"/>
                  <a:gd name="T63" fmla="*/ 0 h 1316"/>
                  <a:gd name="T64" fmla="*/ 0 w 1482"/>
                  <a:gd name="T65" fmla="*/ 0 h 1316"/>
                  <a:gd name="T66" fmla="*/ 0 w 1482"/>
                  <a:gd name="T67" fmla="*/ 0 h 1316"/>
                  <a:gd name="T68" fmla="*/ 0 w 1482"/>
                  <a:gd name="T69" fmla="*/ 0 h 131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2"/>
                  <a:gd name="T106" fmla="*/ 0 h 1316"/>
                  <a:gd name="T107" fmla="*/ 1482 w 1482"/>
                  <a:gd name="T108" fmla="*/ 1316 h 131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2" h="1316">
                    <a:moveTo>
                      <a:pt x="461" y="131"/>
                    </a:moveTo>
                    <a:lnTo>
                      <a:pt x="341" y="55"/>
                    </a:lnTo>
                    <a:lnTo>
                      <a:pt x="417" y="177"/>
                    </a:lnTo>
                    <a:lnTo>
                      <a:pt x="156" y="32"/>
                    </a:lnTo>
                    <a:lnTo>
                      <a:pt x="0" y="0"/>
                    </a:lnTo>
                    <a:lnTo>
                      <a:pt x="271" y="267"/>
                    </a:lnTo>
                    <a:lnTo>
                      <a:pt x="417" y="300"/>
                    </a:lnTo>
                    <a:lnTo>
                      <a:pt x="484" y="445"/>
                    </a:lnTo>
                    <a:lnTo>
                      <a:pt x="304" y="415"/>
                    </a:lnTo>
                    <a:lnTo>
                      <a:pt x="46" y="279"/>
                    </a:lnTo>
                    <a:lnTo>
                      <a:pt x="260" y="537"/>
                    </a:lnTo>
                    <a:lnTo>
                      <a:pt x="46" y="1003"/>
                    </a:lnTo>
                    <a:lnTo>
                      <a:pt x="541" y="850"/>
                    </a:lnTo>
                    <a:lnTo>
                      <a:pt x="885" y="760"/>
                    </a:lnTo>
                    <a:lnTo>
                      <a:pt x="1079" y="718"/>
                    </a:lnTo>
                    <a:lnTo>
                      <a:pt x="1226" y="738"/>
                    </a:lnTo>
                    <a:lnTo>
                      <a:pt x="1350" y="859"/>
                    </a:lnTo>
                    <a:lnTo>
                      <a:pt x="1404" y="1003"/>
                    </a:lnTo>
                    <a:lnTo>
                      <a:pt x="1413" y="1060"/>
                    </a:lnTo>
                    <a:lnTo>
                      <a:pt x="1371" y="1096"/>
                    </a:lnTo>
                    <a:lnTo>
                      <a:pt x="1304" y="1162"/>
                    </a:lnTo>
                    <a:lnTo>
                      <a:pt x="1371" y="1283"/>
                    </a:lnTo>
                    <a:lnTo>
                      <a:pt x="1413" y="1316"/>
                    </a:lnTo>
                    <a:lnTo>
                      <a:pt x="1461" y="1307"/>
                    </a:lnTo>
                    <a:lnTo>
                      <a:pt x="1482" y="1230"/>
                    </a:lnTo>
                    <a:lnTo>
                      <a:pt x="1482" y="1109"/>
                    </a:lnTo>
                    <a:lnTo>
                      <a:pt x="1450" y="970"/>
                    </a:lnTo>
                    <a:lnTo>
                      <a:pt x="1385" y="825"/>
                    </a:lnTo>
                    <a:lnTo>
                      <a:pt x="1281" y="738"/>
                    </a:lnTo>
                    <a:lnTo>
                      <a:pt x="1203" y="682"/>
                    </a:lnTo>
                    <a:lnTo>
                      <a:pt x="1066" y="682"/>
                    </a:lnTo>
                    <a:lnTo>
                      <a:pt x="587" y="793"/>
                    </a:lnTo>
                    <a:lnTo>
                      <a:pt x="574" y="481"/>
                    </a:lnTo>
                    <a:lnTo>
                      <a:pt x="472" y="246"/>
                    </a:lnTo>
                    <a:lnTo>
                      <a:pt x="461" y="131"/>
                    </a:lnTo>
                    <a:close/>
                  </a:path>
                </a:pathLst>
              </a:custGeom>
              <a:solidFill>
                <a:srgbClr val="000000"/>
              </a:solidFill>
              <a:ln w="9525">
                <a:noFill/>
                <a:round/>
                <a:headEnd/>
                <a:tailEnd/>
              </a:ln>
            </p:spPr>
            <p:txBody>
              <a:bodyPr/>
              <a:lstStyle/>
              <a:p>
                <a:pPr algn="ctr"/>
                <a:endParaRPr lang="pt-BR" sz="2400"/>
              </a:p>
            </p:txBody>
          </p:sp>
          <p:sp>
            <p:nvSpPr>
              <p:cNvPr id="616" name="Freeform 234"/>
              <p:cNvSpPr>
                <a:spLocks/>
              </p:cNvSpPr>
              <p:nvPr/>
            </p:nvSpPr>
            <p:spPr bwMode="auto">
              <a:xfrm>
                <a:off x="3715" y="1113"/>
                <a:ext cx="62" cy="146"/>
              </a:xfrm>
              <a:custGeom>
                <a:avLst/>
                <a:gdLst>
                  <a:gd name="T0" fmla="*/ 0 w 496"/>
                  <a:gd name="T1" fmla="*/ 0 h 1171"/>
                  <a:gd name="T2" fmla="*/ 0 w 496"/>
                  <a:gd name="T3" fmla="*/ 0 h 1171"/>
                  <a:gd name="T4" fmla="*/ 0 w 496"/>
                  <a:gd name="T5" fmla="*/ 0 h 1171"/>
                  <a:gd name="T6" fmla="*/ 0 w 496"/>
                  <a:gd name="T7" fmla="*/ 0 h 1171"/>
                  <a:gd name="T8" fmla="*/ 0 w 496"/>
                  <a:gd name="T9" fmla="*/ 0 h 1171"/>
                  <a:gd name="T10" fmla="*/ 0 w 496"/>
                  <a:gd name="T11" fmla="*/ 0 h 1171"/>
                  <a:gd name="T12" fmla="*/ 0 w 496"/>
                  <a:gd name="T13" fmla="*/ 0 h 1171"/>
                  <a:gd name="T14" fmla="*/ 0 w 496"/>
                  <a:gd name="T15" fmla="*/ 0 h 1171"/>
                  <a:gd name="T16" fmla="*/ 0 w 496"/>
                  <a:gd name="T17" fmla="*/ 0 h 1171"/>
                  <a:gd name="T18" fmla="*/ 0 w 496"/>
                  <a:gd name="T19" fmla="*/ 0 h 1171"/>
                  <a:gd name="T20" fmla="*/ 0 w 496"/>
                  <a:gd name="T21" fmla="*/ 0 h 1171"/>
                  <a:gd name="T22" fmla="*/ 0 w 496"/>
                  <a:gd name="T23" fmla="*/ 0 h 1171"/>
                  <a:gd name="T24" fmla="*/ 0 w 496"/>
                  <a:gd name="T25" fmla="*/ 0 h 11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6"/>
                  <a:gd name="T40" fmla="*/ 0 h 1171"/>
                  <a:gd name="T41" fmla="*/ 496 w 496"/>
                  <a:gd name="T42" fmla="*/ 1171 h 117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6" h="1171">
                    <a:moveTo>
                      <a:pt x="496" y="0"/>
                    </a:moveTo>
                    <a:lnTo>
                      <a:pt x="406" y="153"/>
                    </a:lnTo>
                    <a:lnTo>
                      <a:pt x="428" y="268"/>
                    </a:lnTo>
                    <a:lnTo>
                      <a:pt x="292" y="612"/>
                    </a:lnTo>
                    <a:lnTo>
                      <a:pt x="215" y="782"/>
                    </a:lnTo>
                    <a:lnTo>
                      <a:pt x="94" y="828"/>
                    </a:lnTo>
                    <a:lnTo>
                      <a:pt x="0" y="1171"/>
                    </a:lnTo>
                    <a:lnTo>
                      <a:pt x="125" y="904"/>
                    </a:lnTo>
                    <a:lnTo>
                      <a:pt x="358" y="861"/>
                    </a:lnTo>
                    <a:lnTo>
                      <a:pt x="272" y="757"/>
                    </a:lnTo>
                    <a:lnTo>
                      <a:pt x="486" y="224"/>
                    </a:lnTo>
                    <a:lnTo>
                      <a:pt x="475" y="100"/>
                    </a:lnTo>
                    <a:lnTo>
                      <a:pt x="496" y="0"/>
                    </a:lnTo>
                    <a:close/>
                  </a:path>
                </a:pathLst>
              </a:custGeom>
              <a:solidFill>
                <a:srgbClr val="000000"/>
              </a:solidFill>
              <a:ln w="9525">
                <a:noFill/>
                <a:round/>
                <a:headEnd/>
                <a:tailEnd/>
              </a:ln>
            </p:spPr>
            <p:txBody>
              <a:bodyPr/>
              <a:lstStyle/>
              <a:p>
                <a:pPr algn="ctr"/>
                <a:endParaRPr lang="pt-BR" sz="2400"/>
              </a:p>
            </p:txBody>
          </p:sp>
          <p:sp>
            <p:nvSpPr>
              <p:cNvPr id="617" name="Freeform 235"/>
              <p:cNvSpPr>
                <a:spLocks/>
              </p:cNvSpPr>
              <p:nvPr/>
            </p:nvSpPr>
            <p:spPr bwMode="auto">
              <a:xfrm>
                <a:off x="3868" y="1282"/>
                <a:ext cx="80" cy="80"/>
              </a:xfrm>
              <a:custGeom>
                <a:avLst/>
                <a:gdLst>
                  <a:gd name="T0" fmla="*/ 0 w 637"/>
                  <a:gd name="T1" fmla="*/ 0 h 646"/>
                  <a:gd name="T2" fmla="*/ 0 w 637"/>
                  <a:gd name="T3" fmla="*/ 0 h 646"/>
                  <a:gd name="T4" fmla="*/ 0 w 637"/>
                  <a:gd name="T5" fmla="*/ 0 h 646"/>
                  <a:gd name="T6" fmla="*/ 0 w 637"/>
                  <a:gd name="T7" fmla="*/ 0 h 646"/>
                  <a:gd name="T8" fmla="*/ 0 w 637"/>
                  <a:gd name="T9" fmla="*/ 0 h 646"/>
                  <a:gd name="T10" fmla="*/ 0 w 637"/>
                  <a:gd name="T11" fmla="*/ 0 h 646"/>
                  <a:gd name="T12" fmla="*/ 0 w 637"/>
                  <a:gd name="T13" fmla="*/ 0 h 646"/>
                  <a:gd name="T14" fmla="*/ 0 w 637"/>
                  <a:gd name="T15" fmla="*/ 0 h 646"/>
                  <a:gd name="T16" fmla="*/ 0 w 637"/>
                  <a:gd name="T17" fmla="*/ 0 h 646"/>
                  <a:gd name="T18" fmla="*/ 0 w 637"/>
                  <a:gd name="T19" fmla="*/ 0 h 646"/>
                  <a:gd name="T20" fmla="*/ 0 w 637"/>
                  <a:gd name="T21" fmla="*/ 0 h 646"/>
                  <a:gd name="T22" fmla="*/ 0 w 637"/>
                  <a:gd name="T23" fmla="*/ 0 h 646"/>
                  <a:gd name="T24" fmla="*/ 0 w 637"/>
                  <a:gd name="T25" fmla="*/ 0 h 646"/>
                  <a:gd name="T26" fmla="*/ 0 w 637"/>
                  <a:gd name="T27" fmla="*/ 0 h 646"/>
                  <a:gd name="T28" fmla="*/ 0 w 637"/>
                  <a:gd name="T29" fmla="*/ 0 h 646"/>
                  <a:gd name="T30" fmla="*/ 0 w 637"/>
                  <a:gd name="T31" fmla="*/ 0 h 646"/>
                  <a:gd name="T32" fmla="*/ 0 w 637"/>
                  <a:gd name="T33" fmla="*/ 0 h 646"/>
                  <a:gd name="T34" fmla="*/ 0 w 637"/>
                  <a:gd name="T35" fmla="*/ 0 h 646"/>
                  <a:gd name="T36" fmla="*/ 0 w 637"/>
                  <a:gd name="T37" fmla="*/ 0 h 646"/>
                  <a:gd name="T38" fmla="*/ 0 w 637"/>
                  <a:gd name="T39" fmla="*/ 0 h 646"/>
                  <a:gd name="T40" fmla="*/ 0 w 637"/>
                  <a:gd name="T41" fmla="*/ 0 h 646"/>
                  <a:gd name="T42" fmla="*/ 0 w 637"/>
                  <a:gd name="T43" fmla="*/ 0 h 646"/>
                  <a:gd name="T44" fmla="*/ 0 w 637"/>
                  <a:gd name="T45" fmla="*/ 0 h 646"/>
                  <a:gd name="T46" fmla="*/ 0 w 637"/>
                  <a:gd name="T47" fmla="*/ 0 h 646"/>
                  <a:gd name="T48" fmla="*/ 0 w 637"/>
                  <a:gd name="T49" fmla="*/ 0 h 646"/>
                  <a:gd name="T50" fmla="*/ 0 w 637"/>
                  <a:gd name="T51" fmla="*/ 0 h 646"/>
                  <a:gd name="T52" fmla="*/ 0 w 637"/>
                  <a:gd name="T53" fmla="*/ 0 h 6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37"/>
                  <a:gd name="T82" fmla="*/ 0 h 646"/>
                  <a:gd name="T83" fmla="*/ 637 w 637"/>
                  <a:gd name="T84" fmla="*/ 646 h 64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37" h="646">
                    <a:moveTo>
                      <a:pt x="90" y="46"/>
                    </a:moveTo>
                    <a:lnTo>
                      <a:pt x="167" y="201"/>
                    </a:lnTo>
                    <a:lnTo>
                      <a:pt x="180" y="268"/>
                    </a:lnTo>
                    <a:lnTo>
                      <a:pt x="33" y="344"/>
                    </a:lnTo>
                    <a:lnTo>
                      <a:pt x="0" y="477"/>
                    </a:lnTo>
                    <a:lnTo>
                      <a:pt x="0" y="593"/>
                    </a:lnTo>
                    <a:lnTo>
                      <a:pt x="44" y="646"/>
                    </a:lnTo>
                    <a:lnTo>
                      <a:pt x="79" y="604"/>
                    </a:lnTo>
                    <a:lnTo>
                      <a:pt x="213" y="477"/>
                    </a:lnTo>
                    <a:lnTo>
                      <a:pt x="371" y="402"/>
                    </a:lnTo>
                    <a:lnTo>
                      <a:pt x="437" y="378"/>
                    </a:lnTo>
                    <a:lnTo>
                      <a:pt x="437" y="300"/>
                    </a:lnTo>
                    <a:lnTo>
                      <a:pt x="549" y="123"/>
                    </a:lnTo>
                    <a:lnTo>
                      <a:pt x="637" y="10"/>
                    </a:lnTo>
                    <a:lnTo>
                      <a:pt x="560" y="46"/>
                    </a:lnTo>
                    <a:lnTo>
                      <a:pt x="406" y="268"/>
                    </a:lnTo>
                    <a:lnTo>
                      <a:pt x="391" y="336"/>
                    </a:lnTo>
                    <a:lnTo>
                      <a:pt x="272" y="426"/>
                    </a:lnTo>
                    <a:lnTo>
                      <a:pt x="132" y="503"/>
                    </a:lnTo>
                    <a:lnTo>
                      <a:pt x="58" y="549"/>
                    </a:lnTo>
                    <a:lnTo>
                      <a:pt x="33" y="536"/>
                    </a:lnTo>
                    <a:lnTo>
                      <a:pt x="68" y="378"/>
                    </a:lnTo>
                    <a:lnTo>
                      <a:pt x="213" y="277"/>
                    </a:lnTo>
                    <a:lnTo>
                      <a:pt x="281" y="0"/>
                    </a:lnTo>
                    <a:lnTo>
                      <a:pt x="222" y="101"/>
                    </a:lnTo>
                    <a:lnTo>
                      <a:pt x="68" y="10"/>
                    </a:lnTo>
                    <a:lnTo>
                      <a:pt x="90" y="46"/>
                    </a:lnTo>
                    <a:close/>
                  </a:path>
                </a:pathLst>
              </a:custGeom>
              <a:solidFill>
                <a:srgbClr val="000000"/>
              </a:solidFill>
              <a:ln w="9525">
                <a:noFill/>
                <a:round/>
                <a:headEnd/>
                <a:tailEnd/>
              </a:ln>
            </p:spPr>
            <p:txBody>
              <a:bodyPr/>
              <a:lstStyle/>
              <a:p>
                <a:pPr algn="ctr"/>
                <a:endParaRPr lang="pt-BR" sz="2400"/>
              </a:p>
            </p:txBody>
          </p:sp>
          <p:sp>
            <p:nvSpPr>
              <p:cNvPr id="618" name="Freeform 236"/>
              <p:cNvSpPr>
                <a:spLocks/>
              </p:cNvSpPr>
              <p:nvPr/>
            </p:nvSpPr>
            <p:spPr bwMode="auto">
              <a:xfrm>
                <a:off x="3780" y="1294"/>
                <a:ext cx="109" cy="77"/>
              </a:xfrm>
              <a:custGeom>
                <a:avLst/>
                <a:gdLst>
                  <a:gd name="T0" fmla="*/ 0 w 874"/>
                  <a:gd name="T1" fmla="*/ 0 h 615"/>
                  <a:gd name="T2" fmla="*/ 0 w 874"/>
                  <a:gd name="T3" fmla="*/ 0 h 615"/>
                  <a:gd name="T4" fmla="*/ 0 w 874"/>
                  <a:gd name="T5" fmla="*/ 0 h 615"/>
                  <a:gd name="T6" fmla="*/ 0 w 874"/>
                  <a:gd name="T7" fmla="*/ 0 h 615"/>
                  <a:gd name="T8" fmla="*/ 0 w 874"/>
                  <a:gd name="T9" fmla="*/ 0 h 615"/>
                  <a:gd name="T10" fmla="*/ 0 w 874"/>
                  <a:gd name="T11" fmla="*/ 0 h 615"/>
                  <a:gd name="T12" fmla="*/ 0 w 874"/>
                  <a:gd name="T13" fmla="*/ 0 h 615"/>
                  <a:gd name="T14" fmla="*/ 0 w 874"/>
                  <a:gd name="T15" fmla="*/ 0 h 615"/>
                  <a:gd name="T16" fmla="*/ 0 w 874"/>
                  <a:gd name="T17" fmla="*/ 0 h 615"/>
                  <a:gd name="T18" fmla="*/ 0 w 874"/>
                  <a:gd name="T19" fmla="*/ 0 h 615"/>
                  <a:gd name="T20" fmla="*/ 0 w 874"/>
                  <a:gd name="T21" fmla="*/ 0 h 615"/>
                  <a:gd name="T22" fmla="*/ 0 w 874"/>
                  <a:gd name="T23" fmla="*/ 0 h 615"/>
                  <a:gd name="T24" fmla="*/ 0 w 874"/>
                  <a:gd name="T25" fmla="*/ 0 h 615"/>
                  <a:gd name="T26" fmla="*/ 0 w 874"/>
                  <a:gd name="T27" fmla="*/ 0 h 615"/>
                  <a:gd name="T28" fmla="*/ 0 w 874"/>
                  <a:gd name="T29" fmla="*/ 0 h 61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4"/>
                  <a:gd name="T46" fmla="*/ 0 h 615"/>
                  <a:gd name="T47" fmla="*/ 874 w 874"/>
                  <a:gd name="T48" fmla="*/ 615 h 61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4" h="615">
                    <a:moveTo>
                      <a:pt x="874" y="79"/>
                    </a:moveTo>
                    <a:lnTo>
                      <a:pt x="627" y="33"/>
                    </a:lnTo>
                    <a:lnTo>
                      <a:pt x="527" y="199"/>
                    </a:lnTo>
                    <a:lnTo>
                      <a:pt x="371" y="391"/>
                    </a:lnTo>
                    <a:lnTo>
                      <a:pt x="228" y="545"/>
                    </a:lnTo>
                    <a:lnTo>
                      <a:pt x="131" y="604"/>
                    </a:lnTo>
                    <a:lnTo>
                      <a:pt x="46" y="615"/>
                    </a:lnTo>
                    <a:lnTo>
                      <a:pt x="0" y="582"/>
                    </a:lnTo>
                    <a:lnTo>
                      <a:pt x="87" y="591"/>
                    </a:lnTo>
                    <a:lnTo>
                      <a:pt x="180" y="558"/>
                    </a:lnTo>
                    <a:lnTo>
                      <a:pt x="279" y="448"/>
                    </a:lnTo>
                    <a:lnTo>
                      <a:pt x="426" y="277"/>
                    </a:lnTo>
                    <a:lnTo>
                      <a:pt x="592" y="10"/>
                    </a:lnTo>
                    <a:lnTo>
                      <a:pt x="850" y="0"/>
                    </a:lnTo>
                    <a:lnTo>
                      <a:pt x="874" y="79"/>
                    </a:lnTo>
                    <a:close/>
                  </a:path>
                </a:pathLst>
              </a:custGeom>
              <a:solidFill>
                <a:srgbClr val="000000"/>
              </a:solidFill>
              <a:ln w="9525">
                <a:noFill/>
                <a:round/>
                <a:headEnd/>
                <a:tailEnd/>
              </a:ln>
            </p:spPr>
            <p:txBody>
              <a:bodyPr/>
              <a:lstStyle/>
              <a:p>
                <a:pPr algn="ctr"/>
                <a:endParaRPr lang="pt-BR" sz="2400"/>
              </a:p>
            </p:txBody>
          </p:sp>
          <p:sp>
            <p:nvSpPr>
              <p:cNvPr id="619" name="Freeform 237"/>
              <p:cNvSpPr>
                <a:spLocks/>
              </p:cNvSpPr>
              <p:nvPr/>
            </p:nvSpPr>
            <p:spPr bwMode="auto">
              <a:xfrm>
                <a:off x="3782" y="1293"/>
                <a:ext cx="40" cy="69"/>
              </a:xfrm>
              <a:custGeom>
                <a:avLst/>
                <a:gdLst>
                  <a:gd name="T0" fmla="*/ 0 w 315"/>
                  <a:gd name="T1" fmla="*/ 0 h 556"/>
                  <a:gd name="T2" fmla="*/ 0 w 315"/>
                  <a:gd name="T3" fmla="*/ 0 h 556"/>
                  <a:gd name="T4" fmla="*/ 0 w 315"/>
                  <a:gd name="T5" fmla="*/ 0 h 556"/>
                  <a:gd name="T6" fmla="*/ 0 w 315"/>
                  <a:gd name="T7" fmla="*/ 0 h 556"/>
                  <a:gd name="T8" fmla="*/ 0 w 315"/>
                  <a:gd name="T9" fmla="*/ 0 h 556"/>
                  <a:gd name="T10" fmla="*/ 0 w 315"/>
                  <a:gd name="T11" fmla="*/ 0 h 556"/>
                  <a:gd name="T12" fmla="*/ 0 w 315"/>
                  <a:gd name="T13" fmla="*/ 0 h 556"/>
                  <a:gd name="T14" fmla="*/ 0 w 315"/>
                  <a:gd name="T15" fmla="*/ 0 h 556"/>
                  <a:gd name="T16" fmla="*/ 0 60000 65536"/>
                  <a:gd name="T17" fmla="*/ 0 60000 65536"/>
                  <a:gd name="T18" fmla="*/ 0 60000 65536"/>
                  <a:gd name="T19" fmla="*/ 0 60000 65536"/>
                  <a:gd name="T20" fmla="*/ 0 60000 65536"/>
                  <a:gd name="T21" fmla="*/ 0 60000 65536"/>
                  <a:gd name="T22" fmla="*/ 0 60000 65536"/>
                  <a:gd name="T23" fmla="*/ 0 60000 65536"/>
                  <a:gd name="T24" fmla="*/ 0 w 315"/>
                  <a:gd name="T25" fmla="*/ 0 h 556"/>
                  <a:gd name="T26" fmla="*/ 315 w 315"/>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5" h="556">
                    <a:moveTo>
                      <a:pt x="304" y="0"/>
                    </a:moveTo>
                    <a:lnTo>
                      <a:pt x="237" y="203"/>
                    </a:lnTo>
                    <a:lnTo>
                      <a:pt x="145" y="371"/>
                    </a:lnTo>
                    <a:lnTo>
                      <a:pt x="0" y="556"/>
                    </a:lnTo>
                    <a:lnTo>
                      <a:pt x="145" y="402"/>
                    </a:lnTo>
                    <a:lnTo>
                      <a:pt x="258" y="235"/>
                    </a:lnTo>
                    <a:lnTo>
                      <a:pt x="315" y="68"/>
                    </a:lnTo>
                    <a:lnTo>
                      <a:pt x="304" y="0"/>
                    </a:lnTo>
                    <a:close/>
                  </a:path>
                </a:pathLst>
              </a:custGeom>
              <a:solidFill>
                <a:srgbClr val="000000"/>
              </a:solidFill>
              <a:ln w="9525">
                <a:noFill/>
                <a:round/>
                <a:headEnd/>
                <a:tailEnd/>
              </a:ln>
            </p:spPr>
            <p:txBody>
              <a:bodyPr/>
              <a:lstStyle/>
              <a:p>
                <a:pPr algn="ctr"/>
                <a:endParaRPr lang="pt-BR" sz="2400"/>
              </a:p>
            </p:txBody>
          </p:sp>
          <p:sp>
            <p:nvSpPr>
              <p:cNvPr id="620" name="Freeform 238"/>
              <p:cNvSpPr>
                <a:spLocks/>
              </p:cNvSpPr>
              <p:nvPr/>
            </p:nvSpPr>
            <p:spPr bwMode="auto">
              <a:xfrm>
                <a:off x="3777" y="1276"/>
                <a:ext cx="28" cy="63"/>
              </a:xfrm>
              <a:custGeom>
                <a:avLst/>
                <a:gdLst>
                  <a:gd name="T0" fmla="*/ 0 w 225"/>
                  <a:gd name="T1" fmla="*/ 0 h 505"/>
                  <a:gd name="T2" fmla="*/ 0 w 225"/>
                  <a:gd name="T3" fmla="*/ 0 h 505"/>
                  <a:gd name="T4" fmla="*/ 0 w 225"/>
                  <a:gd name="T5" fmla="*/ 0 h 505"/>
                  <a:gd name="T6" fmla="*/ 0 w 225"/>
                  <a:gd name="T7" fmla="*/ 0 h 505"/>
                  <a:gd name="T8" fmla="*/ 0 w 225"/>
                  <a:gd name="T9" fmla="*/ 0 h 505"/>
                  <a:gd name="T10" fmla="*/ 0 w 225"/>
                  <a:gd name="T11" fmla="*/ 0 h 505"/>
                  <a:gd name="T12" fmla="*/ 0 w 225"/>
                  <a:gd name="T13" fmla="*/ 0 h 505"/>
                  <a:gd name="T14" fmla="*/ 0 w 225"/>
                  <a:gd name="T15" fmla="*/ 0 h 505"/>
                  <a:gd name="T16" fmla="*/ 0 w 225"/>
                  <a:gd name="T17" fmla="*/ 0 h 505"/>
                  <a:gd name="T18" fmla="*/ 0 w 225"/>
                  <a:gd name="T19" fmla="*/ 0 h 505"/>
                  <a:gd name="T20" fmla="*/ 0 w 225"/>
                  <a:gd name="T21" fmla="*/ 0 h 505"/>
                  <a:gd name="T22" fmla="*/ 0 w 225"/>
                  <a:gd name="T23" fmla="*/ 0 h 505"/>
                  <a:gd name="T24" fmla="*/ 0 w 225"/>
                  <a:gd name="T25" fmla="*/ 0 h 505"/>
                  <a:gd name="T26" fmla="*/ 0 w 225"/>
                  <a:gd name="T27" fmla="*/ 0 h 505"/>
                  <a:gd name="T28" fmla="*/ 0 w 225"/>
                  <a:gd name="T29" fmla="*/ 0 h 505"/>
                  <a:gd name="T30" fmla="*/ 0 w 225"/>
                  <a:gd name="T31" fmla="*/ 0 h 50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5"/>
                  <a:gd name="T49" fmla="*/ 0 h 505"/>
                  <a:gd name="T50" fmla="*/ 225 w 225"/>
                  <a:gd name="T51" fmla="*/ 505 h 50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5" h="505">
                    <a:moveTo>
                      <a:pt x="0" y="33"/>
                    </a:moveTo>
                    <a:lnTo>
                      <a:pt x="44" y="321"/>
                    </a:lnTo>
                    <a:lnTo>
                      <a:pt x="44" y="388"/>
                    </a:lnTo>
                    <a:lnTo>
                      <a:pt x="154" y="446"/>
                    </a:lnTo>
                    <a:lnTo>
                      <a:pt x="179" y="490"/>
                    </a:lnTo>
                    <a:lnTo>
                      <a:pt x="214" y="505"/>
                    </a:lnTo>
                    <a:lnTo>
                      <a:pt x="225" y="459"/>
                    </a:lnTo>
                    <a:lnTo>
                      <a:pt x="179" y="422"/>
                    </a:lnTo>
                    <a:lnTo>
                      <a:pt x="214" y="33"/>
                    </a:lnTo>
                    <a:lnTo>
                      <a:pt x="145" y="411"/>
                    </a:lnTo>
                    <a:lnTo>
                      <a:pt x="92" y="369"/>
                    </a:lnTo>
                    <a:lnTo>
                      <a:pt x="80" y="288"/>
                    </a:lnTo>
                    <a:lnTo>
                      <a:pt x="134" y="22"/>
                    </a:lnTo>
                    <a:lnTo>
                      <a:pt x="69" y="167"/>
                    </a:lnTo>
                    <a:lnTo>
                      <a:pt x="11" y="0"/>
                    </a:lnTo>
                    <a:lnTo>
                      <a:pt x="0" y="33"/>
                    </a:lnTo>
                    <a:close/>
                  </a:path>
                </a:pathLst>
              </a:custGeom>
              <a:solidFill>
                <a:srgbClr val="000000"/>
              </a:solidFill>
              <a:ln w="9525">
                <a:noFill/>
                <a:round/>
                <a:headEnd/>
                <a:tailEnd/>
              </a:ln>
            </p:spPr>
            <p:txBody>
              <a:bodyPr/>
              <a:lstStyle/>
              <a:p>
                <a:pPr algn="ctr"/>
                <a:endParaRPr lang="pt-BR" sz="2400"/>
              </a:p>
            </p:txBody>
          </p:sp>
          <p:sp>
            <p:nvSpPr>
              <p:cNvPr id="621" name="Freeform 239"/>
              <p:cNvSpPr>
                <a:spLocks/>
              </p:cNvSpPr>
              <p:nvPr/>
            </p:nvSpPr>
            <p:spPr bwMode="auto">
              <a:xfrm>
                <a:off x="3826" y="1332"/>
                <a:ext cx="24" cy="17"/>
              </a:xfrm>
              <a:custGeom>
                <a:avLst/>
                <a:gdLst>
                  <a:gd name="T0" fmla="*/ 0 w 191"/>
                  <a:gd name="T1" fmla="*/ 0 h 134"/>
                  <a:gd name="T2" fmla="*/ 0 w 191"/>
                  <a:gd name="T3" fmla="*/ 0 h 134"/>
                  <a:gd name="T4" fmla="*/ 0 w 191"/>
                  <a:gd name="T5" fmla="*/ 0 h 134"/>
                  <a:gd name="T6" fmla="*/ 0 w 191"/>
                  <a:gd name="T7" fmla="*/ 0 h 134"/>
                  <a:gd name="T8" fmla="*/ 0 w 191"/>
                  <a:gd name="T9" fmla="*/ 0 h 134"/>
                  <a:gd name="T10" fmla="*/ 0 60000 65536"/>
                  <a:gd name="T11" fmla="*/ 0 60000 65536"/>
                  <a:gd name="T12" fmla="*/ 0 60000 65536"/>
                  <a:gd name="T13" fmla="*/ 0 60000 65536"/>
                  <a:gd name="T14" fmla="*/ 0 60000 65536"/>
                  <a:gd name="T15" fmla="*/ 0 w 191"/>
                  <a:gd name="T16" fmla="*/ 0 h 134"/>
                  <a:gd name="T17" fmla="*/ 191 w 191"/>
                  <a:gd name="T18" fmla="*/ 134 h 134"/>
                </a:gdLst>
                <a:ahLst/>
                <a:cxnLst>
                  <a:cxn ang="T10">
                    <a:pos x="T0" y="T1"/>
                  </a:cxn>
                  <a:cxn ang="T11">
                    <a:pos x="T2" y="T3"/>
                  </a:cxn>
                  <a:cxn ang="T12">
                    <a:pos x="T4" y="T5"/>
                  </a:cxn>
                  <a:cxn ang="T13">
                    <a:pos x="T6" y="T7"/>
                  </a:cxn>
                  <a:cxn ang="T14">
                    <a:pos x="T8" y="T9"/>
                  </a:cxn>
                </a:cxnLst>
                <a:rect l="T15" t="T16" r="T17" b="T18"/>
                <a:pathLst>
                  <a:path w="191" h="134">
                    <a:moveTo>
                      <a:pt x="0" y="90"/>
                    </a:moveTo>
                    <a:lnTo>
                      <a:pt x="178" y="134"/>
                    </a:lnTo>
                    <a:lnTo>
                      <a:pt x="191" y="101"/>
                    </a:lnTo>
                    <a:lnTo>
                      <a:pt x="55" y="0"/>
                    </a:lnTo>
                    <a:lnTo>
                      <a:pt x="0" y="90"/>
                    </a:lnTo>
                    <a:close/>
                  </a:path>
                </a:pathLst>
              </a:custGeom>
              <a:solidFill>
                <a:srgbClr val="000000"/>
              </a:solidFill>
              <a:ln w="9525">
                <a:noFill/>
                <a:round/>
                <a:headEnd/>
                <a:tailEnd/>
              </a:ln>
            </p:spPr>
            <p:txBody>
              <a:bodyPr/>
              <a:lstStyle/>
              <a:p>
                <a:pPr algn="ctr"/>
                <a:endParaRPr lang="pt-BR" sz="2400"/>
              </a:p>
            </p:txBody>
          </p:sp>
          <p:sp>
            <p:nvSpPr>
              <p:cNvPr id="622" name="Freeform 240"/>
              <p:cNvSpPr>
                <a:spLocks/>
              </p:cNvSpPr>
              <p:nvPr/>
            </p:nvSpPr>
            <p:spPr bwMode="auto">
              <a:xfrm>
                <a:off x="4342" y="955"/>
                <a:ext cx="234" cy="353"/>
              </a:xfrm>
              <a:custGeom>
                <a:avLst/>
                <a:gdLst>
                  <a:gd name="T0" fmla="*/ 0 w 1868"/>
                  <a:gd name="T1" fmla="*/ 0 h 2819"/>
                  <a:gd name="T2" fmla="*/ 0 w 1868"/>
                  <a:gd name="T3" fmla="*/ 0 h 2819"/>
                  <a:gd name="T4" fmla="*/ 0 w 1868"/>
                  <a:gd name="T5" fmla="*/ 0 h 2819"/>
                  <a:gd name="T6" fmla="*/ 0 w 1868"/>
                  <a:gd name="T7" fmla="*/ 0 h 2819"/>
                  <a:gd name="T8" fmla="*/ 0 w 1868"/>
                  <a:gd name="T9" fmla="*/ 0 h 2819"/>
                  <a:gd name="T10" fmla="*/ 0 w 1868"/>
                  <a:gd name="T11" fmla="*/ 0 h 2819"/>
                  <a:gd name="T12" fmla="*/ 0 w 1868"/>
                  <a:gd name="T13" fmla="*/ 0 h 2819"/>
                  <a:gd name="T14" fmla="*/ 0 w 1868"/>
                  <a:gd name="T15" fmla="*/ 0 h 2819"/>
                  <a:gd name="T16" fmla="*/ 0 w 1868"/>
                  <a:gd name="T17" fmla="*/ 0 h 2819"/>
                  <a:gd name="T18" fmla="*/ 0 w 1868"/>
                  <a:gd name="T19" fmla="*/ 0 h 2819"/>
                  <a:gd name="T20" fmla="*/ 0 w 1868"/>
                  <a:gd name="T21" fmla="*/ 0 h 2819"/>
                  <a:gd name="T22" fmla="*/ 0 w 1868"/>
                  <a:gd name="T23" fmla="*/ 0 h 2819"/>
                  <a:gd name="T24" fmla="*/ 0 w 1868"/>
                  <a:gd name="T25" fmla="*/ 0 h 2819"/>
                  <a:gd name="T26" fmla="*/ 0 w 1868"/>
                  <a:gd name="T27" fmla="*/ 0 h 2819"/>
                  <a:gd name="T28" fmla="*/ 0 w 1868"/>
                  <a:gd name="T29" fmla="*/ 0 h 2819"/>
                  <a:gd name="T30" fmla="*/ 0 w 1868"/>
                  <a:gd name="T31" fmla="*/ 0 h 2819"/>
                  <a:gd name="T32" fmla="*/ 0 w 1868"/>
                  <a:gd name="T33" fmla="*/ 0 h 2819"/>
                  <a:gd name="T34" fmla="*/ 0 w 1868"/>
                  <a:gd name="T35" fmla="*/ 0 h 2819"/>
                  <a:gd name="T36" fmla="*/ 0 w 1868"/>
                  <a:gd name="T37" fmla="*/ 0 h 2819"/>
                  <a:gd name="T38" fmla="*/ 0 w 1868"/>
                  <a:gd name="T39" fmla="*/ 0 h 2819"/>
                  <a:gd name="T40" fmla="*/ 0 w 1868"/>
                  <a:gd name="T41" fmla="*/ 0 h 2819"/>
                  <a:gd name="T42" fmla="*/ 0 w 1868"/>
                  <a:gd name="T43" fmla="*/ 0 h 2819"/>
                  <a:gd name="T44" fmla="*/ 0 w 1868"/>
                  <a:gd name="T45" fmla="*/ 0 h 2819"/>
                  <a:gd name="T46" fmla="*/ 0 w 1868"/>
                  <a:gd name="T47" fmla="*/ 0 h 2819"/>
                  <a:gd name="T48" fmla="*/ 0 w 1868"/>
                  <a:gd name="T49" fmla="*/ 0 h 2819"/>
                  <a:gd name="T50" fmla="*/ 0 w 1868"/>
                  <a:gd name="T51" fmla="*/ 0 h 2819"/>
                  <a:gd name="T52" fmla="*/ 0 w 1868"/>
                  <a:gd name="T53" fmla="*/ 0 h 2819"/>
                  <a:gd name="T54" fmla="*/ 0 w 1868"/>
                  <a:gd name="T55" fmla="*/ 0 h 2819"/>
                  <a:gd name="T56" fmla="*/ 0 w 1868"/>
                  <a:gd name="T57" fmla="*/ 0 h 2819"/>
                  <a:gd name="T58" fmla="*/ 0 w 1868"/>
                  <a:gd name="T59" fmla="*/ 0 h 2819"/>
                  <a:gd name="T60" fmla="*/ 0 w 1868"/>
                  <a:gd name="T61" fmla="*/ 0 h 2819"/>
                  <a:gd name="T62" fmla="*/ 0 w 1868"/>
                  <a:gd name="T63" fmla="*/ 0 h 2819"/>
                  <a:gd name="T64" fmla="*/ 0 w 1868"/>
                  <a:gd name="T65" fmla="*/ 0 h 2819"/>
                  <a:gd name="T66" fmla="*/ 0 w 1868"/>
                  <a:gd name="T67" fmla="*/ 0 h 2819"/>
                  <a:gd name="T68" fmla="*/ 0 w 1868"/>
                  <a:gd name="T69" fmla="*/ 0 h 2819"/>
                  <a:gd name="T70" fmla="*/ 0 w 1868"/>
                  <a:gd name="T71" fmla="*/ 0 h 2819"/>
                  <a:gd name="T72" fmla="*/ 0 w 1868"/>
                  <a:gd name="T73" fmla="*/ 0 h 2819"/>
                  <a:gd name="T74" fmla="*/ 0 w 1868"/>
                  <a:gd name="T75" fmla="*/ 0 h 2819"/>
                  <a:gd name="T76" fmla="*/ 0 w 1868"/>
                  <a:gd name="T77" fmla="*/ 0 h 2819"/>
                  <a:gd name="T78" fmla="*/ 0 w 1868"/>
                  <a:gd name="T79" fmla="*/ 0 h 281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868"/>
                  <a:gd name="T121" fmla="*/ 0 h 2819"/>
                  <a:gd name="T122" fmla="*/ 1868 w 1868"/>
                  <a:gd name="T123" fmla="*/ 2819 h 281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868" h="2819">
                    <a:moveTo>
                      <a:pt x="637" y="0"/>
                    </a:moveTo>
                    <a:lnTo>
                      <a:pt x="729" y="62"/>
                    </a:lnTo>
                    <a:lnTo>
                      <a:pt x="1233" y="182"/>
                    </a:lnTo>
                    <a:lnTo>
                      <a:pt x="1563" y="317"/>
                    </a:lnTo>
                    <a:lnTo>
                      <a:pt x="1868" y="488"/>
                    </a:lnTo>
                    <a:lnTo>
                      <a:pt x="1563" y="354"/>
                    </a:lnTo>
                    <a:lnTo>
                      <a:pt x="1367" y="354"/>
                    </a:lnTo>
                    <a:lnTo>
                      <a:pt x="1220" y="394"/>
                    </a:lnTo>
                    <a:lnTo>
                      <a:pt x="1049" y="499"/>
                    </a:lnTo>
                    <a:lnTo>
                      <a:pt x="872" y="673"/>
                    </a:lnTo>
                    <a:lnTo>
                      <a:pt x="664" y="1161"/>
                    </a:lnTo>
                    <a:lnTo>
                      <a:pt x="821" y="1106"/>
                    </a:lnTo>
                    <a:lnTo>
                      <a:pt x="837" y="1119"/>
                    </a:lnTo>
                    <a:lnTo>
                      <a:pt x="519" y="2042"/>
                    </a:lnTo>
                    <a:lnTo>
                      <a:pt x="503" y="2319"/>
                    </a:lnTo>
                    <a:lnTo>
                      <a:pt x="558" y="2424"/>
                    </a:lnTo>
                    <a:lnTo>
                      <a:pt x="383" y="2595"/>
                    </a:lnTo>
                    <a:lnTo>
                      <a:pt x="200" y="2807"/>
                    </a:lnTo>
                    <a:lnTo>
                      <a:pt x="251" y="2490"/>
                    </a:lnTo>
                    <a:lnTo>
                      <a:pt x="330" y="2187"/>
                    </a:lnTo>
                    <a:lnTo>
                      <a:pt x="171" y="1910"/>
                    </a:lnTo>
                    <a:lnTo>
                      <a:pt x="371" y="1728"/>
                    </a:lnTo>
                    <a:lnTo>
                      <a:pt x="466" y="1011"/>
                    </a:lnTo>
                    <a:lnTo>
                      <a:pt x="316" y="1119"/>
                    </a:lnTo>
                    <a:lnTo>
                      <a:pt x="171" y="1263"/>
                    </a:lnTo>
                    <a:lnTo>
                      <a:pt x="83" y="1659"/>
                    </a:lnTo>
                    <a:lnTo>
                      <a:pt x="53" y="2015"/>
                    </a:lnTo>
                    <a:lnTo>
                      <a:pt x="83" y="2360"/>
                    </a:lnTo>
                    <a:lnTo>
                      <a:pt x="132" y="2819"/>
                    </a:lnTo>
                    <a:lnTo>
                      <a:pt x="95" y="2819"/>
                    </a:lnTo>
                    <a:lnTo>
                      <a:pt x="42" y="2424"/>
                    </a:lnTo>
                    <a:lnTo>
                      <a:pt x="0" y="2015"/>
                    </a:lnTo>
                    <a:lnTo>
                      <a:pt x="16" y="1620"/>
                    </a:lnTo>
                    <a:lnTo>
                      <a:pt x="95" y="1304"/>
                    </a:lnTo>
                    <a:lnTo>
                      <a:pt x="185" y="1042"/>
                    </a:lnTo>
                    <a:lnTo>
                      <a:pt x="371" y="721"/>
                    </a:lnTo>
                    <a:lnTo>
                      <a:pt x="488" y="488"/>
                    </a:lnTo>
                    <a:lnTo>
                      <a:pt x="558" y="301"/>
                    </a:lnTo>
                    <a:lnTo>
                      <a:pt x="620" y="50"/>
                    </a:lnTo>
                    <a:lnTo>
                      <a:pt x="637" y="0"/>
                    </a:lnTo>
                    <a:close/>
                  </a:path>
                </a:pathLst>
              </a:custGeom>
              <a:solidFill>
                <a:srgbClr val="000000"/>
              </a:solidFill>
              <a:ln w="9525">
                <a:noFill/>
                <a:round/>
                <a:headEnd/>
                <a:tailEnd/>
              </a:ln>
            </p:spPr>
            <p:txBody>
              <a:bodyPr/>
              <a:lstStyle/>
              <a:p>
                <a:pPr algn="ctr"/>
                <a:endParaRPr lang="pt-BR" sz="2400"/>
              </a:p>
            </p:txBody>
          </p:sp>
          <p:sp>
            <p:nvSpPr>
              <p:cNvPr id="623" name="Freeform 241"/>
              <p:cNvSpPr>
                <a:spLocks/>
              </p:cNvSpPr>
              <p:nvPr/>
            </p:nvSpPr>
            <p:spPr bwMode="auto">
              <a:xfrm>
                <a:off x="4420" y="1060"/>
                <a:ext cx="194" cy="190"/>
              </a:xfrm>
              <a:custGeom>
                <a:avLst/>
                <a:gdLst>
                  <a:gd name="T0" fmla="*/ 0 w 1554"/>
                  <a:gd name="T1" fmla="*/ 0 h 1521"/>
                  <a:gd name="T2" fmla="*/ 0 w 1554"/>
                  <a:gd name="T3" fmla="*/ 0 h 1521"/>
                  <a:gd name="T4" fmla="*/ 0 w 1554"/>
                  <a:gd name="T5" fmla="*/ 0 h 1521"/>
                  <a:gd name="T6" fmla="*/ 0 w 1554"/>
                  <a:gd name="T7" fmla="*/ 0 h 1521"/>
                  <a:gd name="T8" fmla="*/ 0 w 1554"/>
                  <a:gd name="T9" fmla="*/ 0 h 1521"/>
                  <a:gd name="T10" fmla="*/ 0 w 1554"/>
                  <a:gd name="T11" fmla="*/ 0 h 1521"/>
                  <a:gd name="T12" fmla="*/ 0 w 1554"/>
                  <a:gd name="T13" fmla="*/ 0 h 1521"/>
                  <a:gd name="T14" fmla="*/ 0 w 1554"/>
                  <a:gd name="T15" fmla="*/ 0 h 1521"/>
                  <a:gd name="T16" fmla="*/ 0 w 1554"/>
                  <a:gd name="T17" fmla="*/ 0 h 1521"/>
                  <a:gd name="T18" fmla="*/ 0 w 1554"/>
                  <a:gd name="T19" fmla="*/ 0 h 1521"/>
                  <a:gd name="T20" fmla="*/ 0 w 1554"/>
                  <a:gd name="T21" fmla="*/ 0 h 1521"/>
                  <a:gd name="T22" fmla="*/ 0 w 1554"/>
                  <a:gd name="T23" fmla="*/ 0 h 1521"/>
                  <a:gd name="T24" fmla="*/ 0 w 1554"/>
                  <a:gd name="T25" fmla="*/ 0 h 1521"/>
                  <a:gd name="T26" fmla="*/ 0 w 1554"/>
                  <a:gd name="T27" fmla="*/ 0 h 1521"/>
                  <a:gd name="T28" fmla="*/ 0 w 1554"/>
                  <a:gd name="T29" fmla="*/ 0 h 1521"/>
                  <a:gd name="T30" fmla="*/ 0 w 1554"/>
                  <a:gd name="T31" fmla="*/ 0 h 1521"/>
                  <a:gd name="T32" fmla="*/ 0 w 1554"/>
                  <a:gd name="T33" fmla="*/ 0 h 1521"/>
                  <a:gd name="T34" fmla="*/ 0 w 1554"/>
                  <a:gd name="T35" fmla="*/ 0 h 1521"/>
                  <a:gd name="T36" fmla="*/ 0 w 1554"/>
                  <a:gd name="T37" fmla="*/ 0 h 1521"/>
                  <a:gd name="T38" fmla="*/ 0 w 1554"/>
                  <a:gd name="T39" fmla="*/ 0 h 1521"/>
                  <a:gd name="T40" fmla="*/ 0 w 1554"/>
                  <a:gd name="T41" fmla="*/ 0 h 1521"/>
                  <a:gd name="T42" fmla="*/ 0 w 1554"/>
                  <a:gd name="T43" fmla="*/ 0 h 1521"/>
                  <a:gd name="T44" fmla="*/ 0 w 1554"/>
                  <a:gd name="T45" fmla="*/ 0 h 1521"/>
                  <a:gd name="T46" fmla="*/ 0 w 1554"/>
                  <a:gd name="T47" fmla="*/ 0 h 1521"/>
                  <a:gd name="T48" fmla="*/ 0 w 1554"/>
                  <a:gd name="T49" fmla="*/ 0 h 1521"/>
                  <a:gd name="T50" fmla="*/ 0 w 1554"/>
                  <a:gd name="T51" fmla="*/ 0 h 152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4"/>
                  <a:gd name="T79" fmla="*/ 0 h 1521"/>
                  <a:gd name="T80" fmla="*/ 1554 w 1554"/>
                  <a:gd name="T81" fmla="*/ 1521 h 152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4" h="1521">
                    <a:moveTo>
                      <a:pt x="26" y="1521"/>
                    </a:moveTo>
                    <a:lnTo>
                      <a:pt x="439" y="1219"/>
                    </a:lnTo>
                    <a:lnTo>
                      <a:pt x="413" y="1044"/>
                    </a:lnTo>
                    <a:lnTo>
                      <a:pt x="429" y="901"/>
                    </a:lnTo>
                    <a:lnTo>
                      <a:pt x="492" y="765"/>
                    </a:lnTo>
                    <a:lnTo>
                      <a:pt x="625" y="569"/>
                    </a:lnTo>
                    <a:lnTo>
                      <a:pt x="798" y="401"/>
                    </a:lnTo>
                    <a:lnTo>
                      <a:pt x="971" y="322"/>
                    </a:lnTo>
                    <a:lnTo>
                      <a:pt x="1155" y="267"/>
                    </a:lnTo>
                    <a:lnTo>
                      <a:pt x="1353" y="240"/>
                    </a:lnTo>
                    <a:lnTo>
                      <a:pt x="1474" y="172"/>
                    </a:lnTo>
                    <a:lnTo>
                      <a:pt x="1529" y="108"/>
                    </a:lnTo>
                    <a:lnTo>
                      <a:pt x="1554" y="0"/>
                    </a:lnTo>
                    <a:lnTo>
                      <a:pt x="1379" y="16"/>
                    </a:lnTo>
                    <a:lnTo>
                      <a:pt x="1142" y="95"/>
                    </a:lnTo>
                    <a:lnTo>
                      <a:pt x="931" y="189"/>
                    </a:lnTo>
                    <a:lnTo>
                      <a:pt x="773" y="304"/>
                    </a:lnTo>
                    <a:lnTo>
                      <a:pt x="613" y="424"/>
                    </a:lnTo>
                    <a:lnTo>
                      <a:pt x="492" y="559"/>
                    </a:lnTo>
                    <a:lnTo>
                      <a:pt x="454" y="475"/>
                    </a:lnTo>
                    <a:lnTo>
                      <a:pt x="439" y="189"/>
                    </a:lnTo>
                    <a:lnTo>
                      <a:pt x="268" y="438"/>
                    </a:lnTo>
                    <a:lnTo>
                      <a:pt x="109" y="832"/>
                    </a:lnTo>
                    <a:lnTo>
                      <a:pt x="26" y="1219"/>
                    </a:lnTo>
                    <a:lnTo>
                      <a:pt x="0" y="1454"/>
                    </a:lnTo>
                    <a:lnTo>
                      <a:pt x="26" y="1521"/>
                    </a:lnTo>
                    <a:close/>
                  </a:path>
                </a:pathLst>
              </a:custGeom>
              <a:solidFill>
                <a:srgbClr val="000000"/>
              </a:solidFill>
              <a:ln w="9525">
                <a:noFill/>
                <a:round/>
                <a:headEnd/>
                <a:tailEnd/>
              </a:ln>
            </p:spPr>
            <p:txBody>
              <a:bodyPr/>
              <a:lstStyle/>
              <a:p>
                <a:pPr algn="ctr"/>
                <a:endParaRPr lang="pt-BR" sz="2400"/>
              </a:p>
            </p:txBody>
          </p:sp>
          <p:sp>
            <p:nvSpPr>
              <p:cNvPr id="624" name="Freeform 242"/>
              <p:cNvSpPr>
                <a:spLocks/>
              </p:cNvSpPr>
              <p:nvPr/>
            </p:nvSpPr>
            <p:spPr bwMode="auto">
              <a:xfrm>
                <a:off x="4192" y="1070"/>
                <a:ext cx="503" cy="526"/>
              </a:xfrm>
              <a:custGeom>
                <a:avLst/>
                <a:gdLst>
                  <a:gd name="T0" fmla="*/ 0 w 4030"/>
                  <a:gd name="T1" fmla="*/ 0 h 4205"/>
                  <a:gd name="T2" fmla="*/ 0 w 4030"/>
                  <a:gd name="T3" fmla="*/ 0 h 4205"/>
                  <a:gd name="T4" fmla="*/ 0 w 4030"/>
                  <a:gd name="T5" fmla="*/ 0 h 4205"/>
                  <a:gd name="T6" fmla="*/ 0 w 4030"/>
                  <a:gd name="T7" fmla="*/ 0 h 4205"/>
                  <a:gd name="T8" fmla="*/ 0 w 4030"/>
                  <a:gd name="T9" fmla="*/ 0 h 4205"/>
                  <a:gd name="T10" fmla="*/ 0 w 4030"/>
                  <a:gd name="T11" fmla="*/ 0 h 4205"/>
                  <a:gd name="T12" fmla="*/ 0 w 4030"/>
                  <a:gd name="T13" fmla="*/ 0 h 4205"/>
                  <a:gd name="T14" fmla="*/ 0 w 4030"/>
                  <a:gd name="T15" fmla="*/ 0 h 4205"/>
                  <a:gd name="T16" fmla="*/ 0 w 4030"/>
                  <a:gd name="T17" fmla="*/ 0 h 4205"/>
                  <a:gd name="T18" fmla="*/ 0 w 4030"/>
                  <a:gd name="T19" fmla="*/ 0 h 4205"/>
                  <a:gd name="T20" fmla="*/ 0 w 4030"/>
                  <a:gd name="T21" fmla="*/ 0 h 4205"/>
                  <a:gd name="T22" fmla="*/ 0 w 4030"/>
                  <a:gd name="T23" fmla="*/ 0 h 4205"/>
                  <a:gd name="T24" fmla="*/ 0 w 4030"/>
                  <a:gd name="T25" fmla="*/ 0 h 4205"/>
                  <a:gd name="T26" fmla="*/ 0 w 4030"/>
                  <a:gd name="T27" fmla="*/ 0 h 4205"/>
                  <a:gd name="T28" fmla="*/ 0 w 4030"/>
                  <a:gd name="T29" fmla="*/ 0 h 4205"/>
                  <a:gd name="T30" fmla="*/ 0 w 4030"/>
                  <a:gd name="T31" fmla="*/ 0 h 4205"/>
                  <a:gd name="T32" fmla="*/ 0 w 4030"/>
                  <a:gd name="T33" fmla="*/ 0 h 4205"/>
                  <a:gd name="T34" fmla="*/ 0 w 4030"/>
                  <a:gd name="T35" fmla="*/ 0 h 4205"/>
                  <a:gd name="T36" fmla="*/ 0 w 4030"/>
                  <a:gd name="T37" fmla="*/ 0 h 4205"/>
                  <a:gd name="T38" fmla="*/ 0 w 4030"/>
                  <a:gd name="T39" fmla="*/ 0 h 4205"/>
                  <a:gd name="T40" fmla="*/ 0 w 4030"/>
                  <a:gd name="T41" fmla="*/ 0 h 4205"/>
                  <a:gd name="T42" fmla="*/ 0 w 4030"/>
                  <a:gd name="T43" fmla="*/ 0 h 4205"/>
                  <a:gd name="T44" fmla="*/ 0 w 4030"/>
                  <a:gd name="T45" fmla="*/ 0 h 4205"/>
                  <a:gd name="T46" fmla="*/ 0 w 4030"/>
                  <a:gd name="T47" fmla="*/ 0 h 4205"/>
                  <a:gd name="T48" fmla="*/ 0 w 4030"/>
                  <a:gd name="T49" fmla="*/ 0 h 4205"/>
                  <a:gd name="T50" fmla="*/ 0 w 4030"/>
                  <a:gd name="T51" fmla="*/ 0 h 4205"/>
                  <a:gd name="T52" fmla="*/ 0 w 4030"/>
                  <a:gd name="T53" fmla="*/ 0 h 4205"/>
                  <a:gd name="T54" fmla="*/ 0 w 4030"/>
                  <a:gd name="T55" fmla="*/ 0 h 4205"/>
                  <a:gd name="T56" fmla="*/ 0 w 4030"/>
                  <a:gd name="T57" fmla="*/ 0 h 4205"/>
                  <a:gd name="T58" fmla="*/ 0 w 4030"/>
                  <a:gd name="T59" fmla="*/ 0 h 4205"/>
                  <a:gd name="T60" fmla="*/ 0 w 4030"/>
                  <a:gd name="T61" fmla="*/ 0 h 4205"/>
                  <a:gd name="T62" fmla="*/ 0 w 4030"/>
                  <a:gd name="T63" fmla="*/ 0 h 4205"/>
                  <a:gd name="T64" fmla="*/ 0 w 4030"/>
                  <a:gd name="T65" fmla="*/ 0 h 4205"/>
                  <a:gd name="T66" fmla="*/ 0 w 4030"/>
                  <a:gd name="T67" fmla="*/ 0 h 4205"/>
                  <a:gd name="T68" fmla="*/ 0 w 4030"/>
                  <a:gd name="T69" fmla="*/ 0 h 4205"/>
                  <a:gd name="T70" fmla="*/ 0 w 4030"/>
                  <a:gd name="T71" fmla="*/ 0 h 4205"/>
                  <a:gd name="T72" fmla="*/ 0 w 4030"/>
                  <a:gd name="T73" fmla="*/ 0 h 4205"/>
                  <a:gd name="T74" fmla="*/ 0 w 4030"/>
                  <a:gd name="T75" fmla="*/ 0 h 4205"/>
                  <a:gd name="T76" fmla="*/ 0 w 4030"/>
                  <a:gd name="T77" fmla="*/ 0 h 4205"/>
                  <a:gd name="T78" fmla="*/ 0 w 4030"/>
                  <a:gd name="T79" fmla="*/ 0 h 4205"/>
                  <a:gd name="T80" fmla="*/ 0 w 4030"/>
                  <a:gd name="T81" fmla="*/ 0 h 4205"/>
                  <a:gd name="T82" fmla="*/ 0 w 4030"/>
                  <a:gd name="T83" fmla="*/ 0 h 4205"/>
                  <a:gd name="T84" fmla="*/ 0 w 4030"/>
                  <a:gd name="T85" fmla="*/ 0 h 4205"/>
                  <a:gd name="T86" fmla="*/ 0 w 4030"/>
                  <a:gd name="T87" fmla="*/ 0 h 4205"/>
                  <a:gd name="T88" fmla="*/ 0 w 4030"/>
                  <a:gd name="T89" fmla="*/ 0 h 4205"/>
                  <a:gd name="T90" fmla="*/ 0 w 4030"/>
                  <a:gd name="T91" fmla="*/ 0 h 4205"/>
                  <a:gd name="T92" fmla="*/ 0 w 4030"/>
                  <a:gd name="T93" fmla="*/ 0 h 4205"/>
                  <a:gd name="T94" fmla="*/ 0 w 4030"/>
                  <a:gd name="T95" fmla="*/ 0 h 420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30"/>
                  <a:gd name="T145" fmla="*/ 0 h 4205"/>
                  <a:gd name="T146" fmla="*/ 4030 w 4030"/>
                  <a:gd name="T147" fmla="*/ 4205 h 420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30" h="4205">
                    <a:moveTo>
                      <a:pt x="3498" y="0"/>
                    </a:moveTo>
                    <a:lnTo>
                      <a:pt x="3443" y="147"/>
                    </a:lnTo>
                    <a:lnTo>
                      <a:pt x="3344" y="242"/>
                    </a:lnTo>
                    <a:lnTo>
                      <a:pt x="3142" y="344"/>
                    </a:lnTo>
                    <a:lnTo>
                      <a:pt x="2940" y="466"/>
                    </a:lnTo>
                    <a:lnTo>
                      <a:pt x="2929" y="542"/>
                    </a:lnTo>
                    <a:lnTo>
                      <a:pt x="3101" y="528"/>
                    </a:lnTo>
                    <a:lnTo>
                      <a:pt x="3392" y="479"/>
                    </a:lnTo>
                    <a:lnTo>
                      <a:pt x="3380" y="553"/>
                    </a:lnTo>
                    <a:lnTo>
                      <a:pt x="3205" y="674"/>
                    </a:lnTo>
                    <a:lnTo>
                      <a:pt x="3011" y="752"/>
                    </a:lnTo>
                    <a:lnTo>
                      <a:pt x="2878" y="833"/>
                    </a:lnTo>
                    <a:lnTo>
                      <a:pt x="3152" y="833"/>
                    </a:lnTo>
                    <a:lnTo>
                      <a:pt x="3403" y="766"/>
                    </a:lnTo>
                    <a:lnTo>
                      <a:pt x="3300" y="911"/>
                    </a:lnTo>
                    <a:lnTo>
                      <a:pt x="3089" y="1019"/>
                    </a:lnTo>
                    <a:lnTo>
                      <a:pt x="2834" y="1079"/>
                    </a:lnTo>
                    <a:lnTo>
                      <a:pt x="2573" y="1139"/>
                    </a:lnTo>
                    <a:lnTo>
                      <a:pt x="2414" y="1202"/>
                    </a:lnTo>
                    <a:lnTo>
                      <a:pt x="2265" y="1292"/>
                    </a:lnTo>
                    <a:lnTo>
                      <a:pt x="2599" y="1241"/>
                    </a:lnTo>
                    <a:lnTo>
                      <a:pt x="2956" y="1215"/>
                    </a:lnTo>
                    <a:lnTo>
                      <a:pt x="3170" y="1178"/>
                    </a:lnTo>
                    <a:lnTo>
                      <a:pt x="3300" y="1109"/>
                    </a:lnTo>
                    <a:lnTo>
                      <a:pt x="3235" y="1257"/>
                    </a:lnTo>
                    <a:lnTo>
                      <a:pt x="3074" y="1384"/>
                    </a:lnTo>
                    <a:lnTo>
                      <a:pt x="2797" y="1492"/>
                    </a:lnTo>
                    <a:lnTo>
                      <a:pt x="2465" y="1545"/>
                    </a:lnTo>
                    <a:lnTo>
                      <a:pt x="2414" y="1556"/>
                    </a:lnTo>
                    <a:lnTo>
                      <a:pt x="2426" y="1584"/>
                    </a:lnTo>
                    <a:lnTo>
                      <a:pt x="2956" y="1808"/>
                    </a:lnTo>
                    <a:lnTo>
                      <a:pt x="2744" y="1888"/>
                    </a:lnTo>
                    <a:lnTo>
                      <a:pt x="2584" y="1863"/>
                    </a:lnTo>
                    <a:lnTo>
                      <a:pt x="2414" y="1782"/>
                    </a:lnTo>
                    <a:lnTo>
                      <a:pt x="2239" y="1665"/>
                    </a:lnTo>
                    <a:lnTo>
                      <a:pt x="2144" y="1584"/>
                    </a:lnTo>
                    <a:lnTo>
                      <a:pt x="2133" y="1584"/>
                    </a:lnTo>
                    <a:lnTo>
                      <a:pt x="2225" y="1769"/>
                    </a:lnTo>
                    <a:lnTo>
                      <a:pt x="2318" y="1955"/>
                    </a:lnTo>
                    <a:lnTo>
                      <a:pt x="2414" y="2096"/>
                    </a:lnTo>
                    <a:lnTo>
                      <a:pt x="2225" y="2008"/>
                    </a:lnTo>
                    <a:lnTo>
                      <a:pt x="2118" y="1911"/>
                    </a:lnTo>
                    <a:lnTo>
                      <a:pt x="2109" y="1927"/>
                    </a:lnTo>
                    <a:lnTo>
                      <a:pt x="2175" y="2070"/>
                    </a:lnTo>
                    <a:lnTo>
                      <a:pt x="2292" y="2312"/>
                    </a:lnTo>
                    <a:lnTo>
                      <a:pt x="2359" y="2391"/>
                    </a:lnTo>
                    <a:lnTo>
                      <a:pt x="2109" y="2414"/>
                    </a:lnTo>
                    <a:lnTo>
                      <a:pt x="1949" y="2483"/>
                    </a:lnTo>
                    <a:lnTo>
                      <a:pt x="1709" y="2507"/>
                    </a:lnTo>
                    <a:lnTo>
                      <a:pt x="1485" y="2499"/>
                    </a:lnTo>
                    <a:lnTo>
                      <a:pt x="1272" y="2467"/>
                    </a:lnTo>
                    <a:lnTo>
                      <a:pt x="1061" y="2428"/>
                    </a:lnTo>
                    <a:lnTo>
                      <a:pt x="885" y="2391"/>
                    </a:lnTo>
                    <a:lnTo>
                      <a:pt x="848" y="2444"/>
                    </a:lnTo>
                    <a:lnTo>
                      <a:pt x="1006" y="2624"/>
                    </a:lnTo>
                    <a:lnTo>
                      <a:pt x="1259" y="2810"/>
                    </a:lnTo>
                    <a:lnTo>
                      <a:pt x="1499" y="2929"/>
                    </a:lnTo>
                    <a:lnTo>
                      <a:pt x="1630" y="2995"/>
                    </a:lnTo>
                    <a:lnTo>
                      <a:pt x="1351" y="3023"/>
                    </a:lnTo>
                    <a:lnTo>
                      <a:pt x="1114" y="2929"/>
                    </a:lnTo>
                    <a:lnTo>
                      <a:pt x="874" y="2783"/>
                    </a:lnTo>
                    <a:lnTo>
                      <a:pt x="637" y="2826"/>
                    </a:lnTo>
                    <a:lnTo>
                      <a:pt x="436" y="2866"/>
                    </a:lnTo>
                    <a:lnTo>
                      <a:pt x="452" y="2905"/>
                    </a:lnTo>
                    <a:lnTo>
                      <a:pt x="1153" y="3006"/>
                    </a:lnTo>
                    <a:lnTo>
                      <a:pt x="1272" y="3050"/>
                    </a:lnTo>
                    <a:lnTo>
                      <a:pt x="964" y="3166"/>
                    </a:lnTo>
                    <a:lnTo>
                      <a:pt x="664" y="3210"/>
                    </a:lnTo>
                    <a:lnTo>
                      <a:pt x="542" y="3065"/>
                    </a:lnTo>
                    <a:lnTo>
                      <a:pt x="296" y="2852"/>
                    </a:lnTo>
                    <a:lnTo>
                      <a:pt x="120" y="2723"/>
                    </a:lnTo>
                    <a:lnTo>
                      <a:pt x="397" y="2969"/>
                    </a:lnTo>
                    <a:lnTo>
                      <a:pt x="516" y="3154"/>
                    </a:lnTo>
                    <a:lnTo>
                      <a:pt x="516" y="3248"/>
                    </a:lnTo>
                    <a:lnTo>
                      <a:pt x="452" y="3322"/>
                    </a:lnTo>
                    <a:lnTo>
                      <a:pt x="344" y="3340"/>
                    </a:lnTo>
                    <a:lnTo>
                      <a:pt x="187" y="3377"/>
                    </a:lnTo>
                    <a:lnTo>
                      <a:pt x="0" y="3443"/>
                    </a:lnTo>
                    <a:lnTo>
                      <a:pt x="358" y="3393"/>
                    </a:lnTo>
                    <a:lnTo>
                      <a:pt x="476" y="3433"/>
                    </a:lnTo>
                    <a:lnTo>
                      <a:pt x="623" y="3458"/>
                    </a:lnTo>
                    <a:lnTo>
                      <a:pt x="941" y="3353"/>
                    </a:lnTo>
                    <a:lnTo>
                      <a:pt x="1499" y="3140"/>
                    </a:lnTo>
                    <a:lnTo>
                      <a:pt x="1999" y="2905"/>
                    </a:lnTo>
                    <a:lnTo>
                      <a:pt x="2239" y="2771"/>
                    </a:lnTo>
                    <a:lnTo>
                      <a:pt x="3170" y="2921"/>
                    </a:lnTo>
                    <a:lnTo>
                      <a:pt x="3170" y="4205"/>
                    </a:lnTo>
                    <a:lnTo>
                      <a:pt x="3901" y="4205"/>
                    </a:lnTo>
                    <a:lnTo>
                      <a:pt x="3935" y="3746"/>
                    </a:lnTo>
                    <a:lnTo>
                      <a:pt x="3977" y="3551"/>
                    </a:lnTo>
                    <a:lnTo>
                      <a:pt x="4030" y="3493"/>
                    </a:lnTo>
                    <a:lnTo>
                      <a:pt x="3949" y="2296"/>
                    </a:lnTo>
                    <a:lnTo>
                      <a:pt x="3830" y="1545"/>
                    </a:lnTo>
                    <a:lnTo>
                      <a:pt x="3698" y="848"/>
                    </a:lnTo>
                    <a:lnTo>
                      <a:pt x="3577" y="263"/>
                    </a:lnTo>
                    <a:lnTo>
                      <a:pt x="3539" y="42"/>
                    </a:lnTo>
                    <a:lnTo>
                      <a:pt x="3498" y="0"/>
                    </a:lnTo>
                    <a:close/>
                  </a:path>
                </a:pathLst>
              </a:custGeom>
              <a:solidFill>
                <a:srgbClr val="000000"/>
              </a:solidFill>
              <a:ln w="9525">
                <a:noFill/>
                <a:round/>
                <a:headEnd/>
                <a:tailEnd/>
              </a:ln>
            </p:spPr>
            <p:txBody>
              <a:bodyPr/>
              <a:lstStyle/>
              <a:p>
                <a:pPr algn="ctr"/>
                <a:endParaRPr lang="pt-BR" sz="2400"/>
              </a:p>
            </p:txBody>
          </p:sp>
          <p:sp>
            <p:nvSpPr>
              <p:cNvPr id="625" name="Freeform 243"/>
              <p:cNvSpPr>
                <a:spLocks/>
              </p:cNvSpPr>
              <p:nvPr/>
            </p:nvSpPr>
            <p:spPr bwMode="auto">
              <a:xfrm>
                <a:off x="4321" y="1062"/>
                <a:ext cx="35" cy="151"/>
              </a:xfrm>
              <a:custGeom>
                <a:avLst/>
                <a:gdLst>
                  <a:gd name="T0" fmla="*/ 0 w 279"/>
                  <a:gd name="T1" fmla="*/ 0 h 1203"/>
                  <a:gd name="T2" fmla="*/ 0 w 279"/>
                  <a:gd name="T3" fmla="*/ 0 h 1203"/>
                  <a:gd name="T4" fmla="*/ 0 w 279"/>
                  <a:gd name="T5" fmla="*/ 0 h 1203"/>
                  <a:gd name="T6" fmla="*/ 0 w 279"/>
                  <a:gd name="T7" fmla="*/ 0 h 1203"/>
                  <a:gd name="T8" fmla="*/ 0 w 279"/>
                  <a:gd name="T9" fmla="*/ 0 h 1203"/>
                  <a:gd name="T10" fmla="*/ 0 w 279"/>
                  <a:gd name="T11" fmla="*/ 0 h 1203"/>
                  <a:gd name="T12" fmla="*/ 0 w 279"/>
                  <a:gd name="T13" fmla="*/ 0 h 1203"/>
                  <a:gd name="T14" fmla="*/ 0 w 279"/>
                  <a:gd name="T15" fmla="*/ 0 h 1203"/>
                  <a:gd name="T16" fmla="*/ 0 w 279"/>
                  <a:gd name="T17" fmla="*/ 0 h 1203"/>
                  <a:gd name="T18" fmla="*/ 0 w 279"/>
                  <a:gd name="T19" fmla="*/ 0 h 1203"/>
                  <a:gd name="T20" fmla="*/ 0 w 279"/>
                  <a:gd name="T21" fmla="*/ 0 h 1203"/>
                  <a:gd name="T22" fmla="*/ 0 w 279"/>
                  <a:gd name="T23" fmla="*/ 0 h 1203"/>
                  <a:gd name="T24" fmla="*/ 0 w 279"/>
                  <a:gd name="T25" fmla="*/ 0 h 1203"/>
                  <a:gd name="T26" fmla="*/ 0 w 279"/>
                  <a:gd name="T27" fmla="*/ 0 h 1203"/>
                  <a:gd name="T28" fmla="*/ 0 w 279"/>
                  <a:gd name="T29" fmla="*/ 0 h 1203"/>
                  <a:gd name="T30" fmla="*/ 0 w 279"/>
                  <a:gd name="T31" fmla="*/ 0 h 1203"/>
                  <a:gd name="T32" fmla="*/ 0 w 279"/>
                  <a:gd name="T33" fmla="*/ 0 h 1203"/>
                  <a:gd name="T34" fmla="*/ 0 w 279"/>
                  <a:gd name="T35" fmla="*/ 0 h 1203"/>
                  <a:gd name="T36" fmla="*/ 0 w 279"/>
                  <a:gd name="T37" fmla="*/ 0 h 12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79"/>
                  <a:gd name="T58" fmla="*/ 0 h 1203"/>
                  <a:gd name="T59" fmla="*/ 279 w 279"/>
                  <a:gd name="T60" fmla="*/ 1203 h 120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79" h="1203">
                    <a:moveTo>
                      <a:pt x="37" y="0"/>
                    </a:moveTo>
                    <a:lnTo>
                      <a:pt x="37" y="106"/>
                    </a:lnTo>
                    <a:lnTo>
                      <a:pt x="79" y="237"/>
                    </a:lnTo>
                    <a:lnTo>
                      <a:pt x="118" y="316"/>
                    </a:lnTo>
                    <a:lnTo>
                      <a:pt x="187" y="398"/>
                    </a:lnTo>
                    <a:lnTo>
                      <a:pt x="279" y="449"/>
                    </a:lnTo>
                    <a:lnTo>
                      <a:pt x="266" y="486"/>
                    </a:lnTo>
                    <a:lnTo>
                      <a:pt x="146" y="449"/>
                    </a:lnTo>
                    <a:lnTo>
                      <a:pt x="171" y="606"/>
                    </a:lnTo>
                    <a:lnTo>
                      <a:pt x="187" y="989"/>
                    </a:lnTo>
                    <a:lnTo>
                      <a:pt x="187" y="1203"/>
                    </a:lnTo>
                    <a:lnTo>
                      <a:pt x="146" y="633"/>
                    </a:lnTo>
                    <a:lnTo>
                      <a:pt x="79" y="433"/>
                    </a:lnTo>
                    <a:lnTo>
                      <a:pt x="10" y="408"/>
                    </a:lnTo>
                    <a:lnTo>
                      <a:pt x="79" y="385"/>
                    </a:lnTo>
                    <a:lnTo>
                      <a:pt x="37" y="288"/>
                    </a:lnTo>
                    <a:lnTo>
                      <a:pt x="10" y="156"/>
                    </a:lnTo>
                    <a:lnTo>
                      <a:pt x="0" y="13"/>
                    </a:lnTo>
                    <a:lnTo>
                      <a:pt x="37" y="0"/>
                    </a:lnTo>
                    <a:close/>
                  </a:path>
                </a:pathLst>
              </a:custGeom>
              <a:solidFill>
                <a:srgbClr val="000000"/>
              </a:solidFill>
              <a:ln w="9525">
                <a:noFill/>
                <a:round/>
                <a:headEnd/>
                <a:tailEnd/>
              </a:ln>
            </p:spPr>
            <p:txBody>
              <a:bodyPr/>
              <a:lstStyle/>
              <a:p>
                <a:pPr algn="ctr"/>
                <a:endParaRPr lang="pt-BR" sz="2400"/>
              </a:p>
            </p:txBody>
          </p:sp>
          <p:sp>
            <p:nvSpPr>
              <p:cNvPr id="626" name="Freeform 244"/>
              <p:cNvSpPr>
                <a:spLocks/>
              </p:cNvSpPr>
              <p:nvPr/>
            </p:nvSpPr>
            <p:spPr bwMode="auto">
              <a:xfrm>
                <a:off x="4137" y="1075"/>
                <a:ext cx="211" cy="429"/>
              </a:xfrm>
              <a:custGeom>
                <a:avLst/>
                <a:gdLst>
                  <a:gd name="T0" fmla="*/ 0 w 1683"/>
                  <a:gd name="T1" fmla="*/ 0 h 3425"/>
                  <a:gd name="T2" fmla="*/ 0 w 1683"/>
                  <a:gd name="T3" fmla="*/ 0 h 3425"/>
                  <a:gd name="T4" fmla="*/ 0 w 1683"/>
                  <a:gd name="T5" fmla="*/ 0 h 3425"/>
                  <a:gd name="T6" fmla="*/ 0 w 1683"/>
                  <a:gd name="T7" fmla="*/ 0 h 3425"/>
                  <a:gd name="T8" fmla="*/ 0 w 1683"/>
                  <a:gd name="T9" fmla="*/ 0 h 3425"/>
                  <a:gd name="T10" fmla="*/ 0 w 1683"/>
                  <a:gd name="T11" fmla="*/ 0 h 3425"/>
                  <a:gd name="T12" fmla="*/ 0 w 1683"/>
                  <a:gd name="T13" fmla="*/ 0 h 3425"/>
                  <a:gd name="T14" fmla="*/ 0 w 1683"/>
                  <a:gd name="T15" fmla="*/ 0 h 3425"/>
                  <a:gd name="T16" fmla="*/ 0 w 1683"/>
                  <a:gd name="T17" fmla="*/ 0 h 3425"/>
                  <a:gd name="T18" fmla="*/ 0 w 1683"/>
                  <a:gd name="T19" fmla="*/ 0 h 3425"/>
                  <a:gd name="T20" fmla="*/ 0 w 1683"/>
                  <a:gd name="T21" fmla="*/ 0 h 3425"/>
                  <a:gd name="T22" fmla="*/ 0 w 1683"/>
                  <a:gd name="T23" fmla="*/ 0 h 3425"/>
                  <a:gd name="T24" fmla="*/ 0 w 1683"/>
                  <a:gd name="T25" fmla="*/ 0 h 3425"/>
                  <a:gd name="T26" fmla="*/ 0 w 1683"/>
                  <a:gd name="T27" fmla="*/ 0 h 3425"/>
                  <a:gd name="T28" fmla="*/ 0 w 1683"/>
                  <a:gd name="T29" fmla="*/ 0 h 3425"/>
                  <a:gd name="T30" fmla="*/ 0 w 1683"/>
                  <a:gd name="T31" fmla="*/ 0 h 3425"/>
                  <a:gd name="T32" fmla="*/ 0 w 1683"/>
                  <a:gd name="T33" fmla="*/ 0 h 3425"/>
                  <a:gd name="T34" fmla="*/ 0 w 1683"/>
                  <a:gd name="T35" fmla="*/ 0 h 3425"/>
                  <a:gd name="T36" fmla="*/ 0 w 1683"/>
                  <a:gd name="T37" fmla="*/ 0 h 3425"/>
                  <a:gd name="T38" fmla="*/ 0 w 1683"/>
                  <a:gd name="T39" fmla="*/ 0 h 3425"/>
                  <a:gd name="T40" fmla="*/ 0 w 1683"/>
                  <a:gd name="T41" fmla="*/ 0 h 3425"/>
                  <a:gd name="T42" fmla="*/ 0 w 1683"/>
                  <a:gd name="T43" fmla="*/ 0 h 3425"/>
                  <a:gd name="T44" fmla="*/ 0 w 1683"/>
                  <a:gd name="T45" fmla="*/ 0 h 3425"/>
                  <a:gd name="T46" fmla="*/ 0 w 1683"/>
                  <a:gd name="T47" fmla="*/ 0 h 3425"/>
                  <a:gd name="T48" fmla="*/ 0 w 1683"/>
                  <a:gd name="T49" fmla="*/ 0 h 3425"/>
                  <a:gd name="T50" fmla="*/ 0 w 1683"/>
                  <a:gd name="T51" fmla="*/ 0 h 3425"/>
                  <a:gd name="T52" fmla="*/ 0 w 1683"/>
                  <a:gd name="T53" fmla="*/ 0 h 3425"/>
                  <a:gd name="T54" fmla="*/ 0 w 1683"/>
                  <a:gd name="T55" fmla="*/ 0 h 3425"/>
                  <a:gd name="T56" fmla="*/ 0 w 1683"/>
                  <a:gd name="T57" fmla="*/ 0 h 3425"/>
                  <a:gd name="T58" fmla="*/ 0 w 1683"/>
                  <a:gd name="T59" fmla="*/ 0 h 3425"/>
                  <a:gd name="T60" fmla="*/ 0 w 1683"/>
                  <a:gd name="T61" fmla="*/ 0 h 3425"/>
                  <a:gd name="T62" fmla="*/ 0 w 1683"/>
                  <a:gd name="T63" fmla="*/ 0 h 3425"/>
                  <a:gd name="T64" fmla="*/ 0 w 1683"/>
                  <a:gd name="T65" fmla="*/ 0 h 3425"/>
                  <a:gd name="T66" fmla="*/ 0 w 1683"/>
                  <a:gd name="T67" fmla="*/ 0 h 3425"/>
                  <a:gd name="T68" fmla="*/ 0 w 1683"/>
                  <a:gd name="T69" fmla="*/ 0 h 3425"/>
                  <a:gd name="T70" fmla="*/ 0 w 1683"/>
                  <a:gd name="T71" fmla="*/ 0 h 3425"/>
                  <a:gd name="T72" fmla="*/ 0 w 1683"/>
                  <a:gd name="T73" fmla="*/ 0 h 3425"/>
                  <a:gd name="T74" fmla="*/ 0 w 1683"/>
                  <a:gd name="T75" fmla="*/ 0 h 342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83"/>
                  <a:gd name="T115" fmla="*/ 0 h 3425"/>
                  <a:gd name="T116" fmla="*/ 1683 w 1683"/>
                  <a:gd name="T117" fmla="*/ 3425 h 342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83" h="3425">
                    <a:moveTo>
                      <a:pt x="1441" y="0"/>
                    </a:moveTo>
                    <a:lnTo>
                      <a:pt x="1390" y="81"/>
                    </a:lnTo>
                    <a:lnTo>
                      <a:pt x="1376" y="200"/>
                    </a:lnTo>
                    <a:lnTo>
                      <a:pt x="1390" y="292"/>
                    </a:lnTo>
                    <a:lnTo>
                      <a:pt x="1309" y="527"/>
                    </a:lnTo>
                    <a:lnTo>
                      <a:pt x="1259" y="791"/>
                    </a:lnTo>
                    <a:lnTo>
                      <a:pt x="1259" y="1037"/>
                    </a:lnTo>
                    <a:lnTo>
                      <a:pt x="977" y="1436"/>
                    </a:lnTo>
                    <a:lnTo>
                      <a:pt x="608" y="1215"/>
                    </a:lnTo>
                    <a:lnTo>
                      <a:pt x="731" y="1740"/>
                    </a:lnTo>
                    <a:lnTo>
                      <a:pt x="793" y="2162"/>
                    </a:lnTo>
                    <a:lnTo>
                      <a:pt x="832" y="2349"/>
                    </a:lnTo>
                    <a:lnTo>
                      <a:pt x="488" y="2557"/>
                    </a:lnTo>
                    <a:lnTo>
                      <a:pt x="0" y="2741"/>
                    </a:lnTo>
                    <a:lnTo>
                      <a:pt x="156" y="2836"/>
                    </a:lnTo>
                    <a:lnTo>
                      <a:pt x="304" y="3034"/>
                    </a:lnTo>
                    <a:lnTo>
                      <a:pt x="343" y="3216"/>
                    </a:lnTo>
                    <a:lnTo>
                      <a:pt x="329" y="3298"/>
                    </a:lnTo>
                    <a:lnTo>
                      <a:pt x="248" y="3335"/>
                    </a:lnTo>
                    <a:lnTo>
                      <a:pt x="355" y="3425"/>
                    </a:lnTo>
                    <a:lnTo>
                      <a:pt x="408" y="3391"/>
                    </a:lnTo>
                    <a:lnTo>
                      <a:pt x="394" y="3206"/>
                    </a:lnTo>
                    <a:lnTo>
                      <a:pt x="343" y="3008"/>
                    </a:lnTo>
                    <a:lnTo>
                      <a:pt x="237" y="2836"/>
                    </a:lnTo>
                    <a:lnTo>
                      <a:pt x="156" y="2741"/>
                    </a:lnTo>
                    <a:lnTo>
                      <a:pt x="500" y="2637"/>
                    </a:lnTo>
                    <a:lnTo>
                      <a:pt x="1046" y="2270"/>
                    </a:lnTo>
                    <a:lnTo>
                      <a:pt x="1683" y="1885"/>
                    </a:lnTo>
                    <a:lnTo>
                      <a:pt x="1376" y="2003"/>
                    </a:lnTo>
                    <a:lnTo>
                      <a:pt x="1298" y="1529"/>
                    </a:lnTo>
                    <a:lnTo>
                      <a:pt x="1283" y="922"/>
                    </a:lnTo>
                    <a:lnTo>
                      <a:pt x="1335" y="567"/>
                    </a:lnTo>
                    <a:lnTo>
                      <a:pt x="1427" y="316"/>
                    </a:lnTo>
                    <a:lnTo>
                      <a:pt x="1480" y="316"/>
                    </a:lnTo>
                    <a:lnTo>
                      <a:pt x="1417" y="221"/>
                    </a:lnTo>
                    <a:lnTo>
                      <a:pt x="1417" y="145"/>
                    </a:lnTo>
                    <a:lnTo>
                      <a:pt x="1427" y="50"/>
                    </a:lnTo>
                    <a:lnTo>
                      <a:pt x="1441" y="0"/>
                    </a:lnTo>
                    <a:close/>
                  </a:path>
                </a:pathLst>
              </a:custGeom>
              <a:solidFill>
                <a:srgbClr val="000000"/>
              </a:solidFill>
              <a:ln w="9525">
                <a:noFill/>
                <a:round/>
                <a:headEnd/>
                <a:tailEnd/>
              </a:ln>
            </p:spPr>
            <p:txBody>
              <a:bodyPr/>
              <a:lstStyle/>
              <a:p>
                <a:pPr algn="ctr"/>
                <a:endParaRPr lang="pt-BR" sz="2400"/>
              </a:p>
            </p:txBody>
          </p:sp>
          <p:sp>
            <p:nvSpPr>
              <p:cNvPr id="627" name="Freeform 245"/>
              <p:cNvSpPr>
                <a:spLocks/>
              </p:cNvSpPr>
              <p:nvPr/>
            </p:nvSpPr>
            <p:spPr bwMode="auto">
              <a:xfrm>
                <a:off x="4207" y="1051"/>
                <a:ext cx="55" cy="151"/>
              </a:xfrm>
              <a:custGeom>
                <a:avLst/>
                <a:gdLst>
                  <a:gd name="T0" fmla="*/ 0 w 440"/>
                  <a:gd name="T1" fmla="*/ 0 h 1212"/>
                  <a:gd name="T2" fmla="*/ 0 w 440"/>
                  <a:gd name="T3" fmla="*/ 0 h 1212"/>
                  <a:gd name="T4" fmla="*/ 0 w 440"/>
                  <a:gd name="T5" fmla="*/ 0 h 1212"/>
                  <a:gd name="T6" fmla="*/ 0 w 440"/>
                  <a:gd name="T7" fmla="*/ 0 h 1212"/>
                  <a:gd name="T8" fmla="*/ 0 w 440"/>
                  <a:gd name="T9" fmla="*/ 0 h 1212"/>
                  <a:gd name="T10" fmla="*/ 0 w 440"/>
                  <a:gd name="T11" fmla="*/ 0 h 1212"/>
                  <a:gd name="T12" fmla="*/ 0 w 440"/>
                  <a:gd name="T13" fmla="*/ 0 h 1212"/>
                  <a:gd name="T14" fmla="*/ 0 w 440"/>
                  <a:gd name="T15" fmla="*/ 0 h 1212"/>
                  <a:gd name="T16" fmla="*/ 0 w 440"/>
                  <a:gd name="T17" fmla="*/ 0 h 1212"/>
                  <a:gd name="T18" fmla="*/ 0 w 440"/>
                  <a:gd name="T19" fmla="*/ 0 h 1212"/>
                  <a:gd name="T20" fmla="*/ 0 w 440"/>
                  <a:gd name="T21" fmla="*/ 0 h 1212"/>
                  <a:gd name="T22" fmla="*/ 0 w 440"/>
                  <a:gd name="T23" fmla="*/ 0 h 1212"/>
                  <a:gd name="T24" fmla="*/ 0 w 440"/>
                  <a:gd name="T25" fmla="*/ 0 h 1212"/>
                  <a:gd name="T26" fmla="*/ 0 w 440"/>
                  <a:gd name="T27" fmla="*/ 0 h 1212"/>
                  <a:gd name="T28" fmla="*/ 0 w 440"/>
                  <a:gd name="T29" fmla="*/ 0 h 12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0"/>
                  <a:gd name="T46" fmla="*/ 0 h 1212"/>
                  <a:gd name="T47" fmla="*/ 440 w 440"/>
                  <a:gd name="T48" fmla="*/ 1212 h 12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0" h="1212">
                    <a:moveTo>
                      <a:pt x="198" y="1212"/>
                    </a:moveTo>
                    <a:lnTo>
                      <a:pt x="251" y="1134"/>
                    </a:lnTo>
                    <a:lnTo>
                      <a:pt x="306" y="1013"/>
                    </a:lnTo>
                    <a:lnTo>
                      <a:pt x="132" y="514"/>
                    </a:lnTo>
                    <a:lnTo>
                      <a:pt x="372" y="343"/>
                    </a:lnTo>
                    <a:lnTo>
                      <a:pt x="440" y="0"/>
                    </a:lnTo>
                    <a:lnTo>
                      <a:pt x="343" y="292"/>
                    </a:lnTo>
                    <a:lnTo>
                      <a:pt x="212" y="343"/>
                    </a:lnTo>
                    <a:lnTo>
                      <a:pt x="141" y="27"/>
                    </a:lnTo>
                    <a:lnTo>
                      <a:pt x="53" y="0"/>
                    </a:lnTo>
                    <a:lnTo>
                      <a:pt x="0" y="27"/>
                    </a:lnTo>
                    <a:lnTo>
                      <a:pt x="53" y="490"/>
                    </a:lnTo>
                    <a:lnTo>
                      <a:pt x="53" y="1092"/>
                    </a:lnTo>
                    <a:lnTo>
                      <a:pt x="132" y="1212"/>
                    </a:lnTo>
                    <a:lnTo>
                      <a:pt x="198" y="1212"/>
                    </a:lnTo>
                    <a:close/>
                  </a:path>
                </a:pathLst>
              </a:custGeom>
              <a:solidFill>
                <a:srgbClr val="000000"/>
              </a:solidFill>
              <a:ln w="9525">
                <a:noFill/>
                <a:round/>
                <a:headEnd/>
                <a:tailEnd/>
              </a:ln>
            </p:spPr>
            <p:txBody>
              <a:bodyPr/>
              <a:lstStyle/>
              <a:p>
                <a:pPr algn="ctr"/>
                <a:endParaRPr lang="pt-BR" sz="2400"/>
              </a:p>
            </p:txBody>
          </p:sp>
          <p:sp>
            <p:nvSpPr>
              <p:cNvPr id="628" name="Freeform 246"/>
              <p:cNvSpPr>
                <a:spLocks/>
              </p:cNvSpPr>
              <p:nvPr/>
            </p:nvSpPr>
            <p:spPr bwMode="auto">
              <a:xfrm>
                <a:off x="4283" y="1045"/>
                <a:ext cx="26" cy="93"/>
              </a:xfrm>
              <a:custGeom>
                <a:avLst/>
                <a:gdLst>
                  <a:gd name="T0" fmla="*/ 0 w 212"/>
                  <a:gd name="T1" fmla="*/ 0 h 740"/>
                  <a:gd name="T2" fmla="*/ 0 w 212"/>
                  <a:gd name="T3" fmla="*/ 0 h 740"/>
                  <a:gd name="T4" fmla="*/ 0 w 212"/>
                  <a:gd name="T5" fmla="*/ 0 h 740"/>
                  <a:gd name="T6" fmla="*/ 0 w 212"/>
                  <a:gd name="T7" fmla="*/ 0 h 740"/>
                  <a:gd name="T8" fmla="*/ 0 w 212"/>
                  <a:gd name="T9" fmla="*/ 0 h 740"/>
                  <a:gd name="T10" fmla="*/ 0 w 212"/>
                  <a:gd name="T11" fmla="*/ 0 h 740"/>
                  <a:gd name="T12" fmla="*/ 0 w 212"/>
                  <a:gd name="T13" fmla="*/ 0 h 740"/>
                  <a:gd name="T14" fmla="*/ 0 w 212"/>
                  <a:gd name="T15" fmla="*/ 0 h 740"/>
                  <a:gd name="T16" fmla="*/ 0 w 212"/>
                  <a:gd name="T17" fmla="*/ 0 h 740"/>
                  <a:gd name="T18" fmla="*/ 0 w 212"/>
                  <a:gd name="T19" fmla="*/ 0 h 740"/>
                  <a:gd name="T20" fmla="*/ 0 w 212"/>
                  <a:gd name="T21" fmla="*/ 0 h 740"/>
                  <a:gd name="T22" fmla="*/ 0 w 212"/>
                  <a:gd name="T23" fmla="*/ 0 h 740"/>
                  <a:gd name="T24" fmla="*/ 0 w 212"/>
                  <a:gd name="T25" fmla="*/ 0 h 740"/>
                  <a:gd name="T26" fmla="*/ 0 w 212"/>
                  <a:gd name="T27" fmla="*/ 0 h 740"/>
                  <a:gd name="T28" fmla="*/ 0 w 212"/>
                  <a:gd name="T29" fmla="*/ 0 h 7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2"/>
                  <a:gd name="T46" fmla="*/ 0 h 740"/>
                  <a:gd name="T47" fmla="*/ 212 w 212"/>
                  <a:gd name="T48" fmla="*/ 740 h 7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2" h="740">
                    <a:moveTo>
                      <a:pt x="39" y="0"/>
                    </a:moveTo>
                    <a:lnTo>
                      <a:pt x="39" y="110"/>
                    </a:lnTo>
                    <a:lnTo>
                      <a:pt x="95" y="213"/>
                    </a:lnTo>
                    <a:lnTo>
                      <a:pt x="134" y="345"/>
                    </a:lnTo>
                    <a:lnTo>
                      <a:pt x="134" y="461"/>
                    </a:lnTo>
                    <a:lnTo>
                      <a:pt x="156" y="542"/>
                    </a:lnTo>
                    <a:lnTo>
                      <a:pt x="212" y="650"/>
                    </a:lnTo>
                    <a:lnTo>
                      <a:pt x="156" y="740"/>
                    </a:lnTo>
                    <a:lnTo>
                      <a:pt x="119" y="532"/>
                    </a:lnTo>
                    <a:lnTo>
                      <a:pt x="106" y="358"/>
                    </a:lnTo>
                    <a:lnTo>
                      <a:pt x="79" y="240"/>
                    </a:lnTo>
                    <a:lnTo>
                      <a:pt x="13" y="118"/>
                    </a:lnTo>
                    <a:lnTo>
                      <a:pt x="0" y="42"/>
                    </a:lnTo>
                    <a:lnTo>
                      <a:pt x="0" y="0"/>
                    </a:lnTo>
                    <a:lnTo>
                      <a:pt x="39" y="0"/>
                    </a:lnTo>
                    <a:close/>
                  </a:path>
                </a:pathLst>
              </a:custGeom>
              <a:solidFill>
                <a:srgbClr val="000000"/>
              </a:solidFill>
              <a:ln w="9525">
                <a:noFill/>
                <a:round/>
                <a:headEnd/>
                <a:tailEnd/>
              </a:ln>
            </p:spPr>
            <p:txBody>
              <a:bodyPr/>
              <a:lstStyle/>
              <a:p>
                <a:pPr algn="ctr"/>
                <a:endParaRPr lang="pt-BR" sz="2400"/>
              </a:p>
            </p:txBody>
          </p:sp>
          <p:sp>
            <p:nvSpPr>
              <p:cNvPr id="629" name="Freeform 247"/>
              <p:cNvSpPr>
                <a:spLocks/>
              </p:cNvSpPr>
              <p:nvPr/>
            </p:nvSpPr>
            <p:spPr bwMode="auto">
              <a:xfrm>
                <a:off x="4018" y="1362"/>
                <a:ext cx="129" cy="58"/>
              </a:xfrm>
              <a:custGeom>
                <a:avLst/>
                <a:gdLst>
                  <a:gd name="T0" fmla="*/ 0 w 1033"/>
                  <a:gd name="T1" fmla="*/ 0 h 461"/>
                  <a:gd name="T2" fmla="*/ 0 w 1033"/>
                  <a:gd name="T3" fmla="*/ 0 h 461"/>
                  <a:gd name="T4" fmla="*/ 0 w 1033"/>
                  <a:gd name="T5" fmla="*/ 0 h 461"/>
                  <a:gd name="T6" fmla="*/ 0 w 1033"/>
                  <a:gd name="T7" fmla="*/ 0 h 461"/>
                  <a:gd name="T8" fmla="*/ 0 w 1033"/>
                  <a:gd name="T9" fmla="*/ 0 h 461"/>
                  <a:gd name="T10" fmla="*/ 0 w 1033"/>
                  <a:gd name="T11" fmla="*/ 0 h 461"/>
                  <a:gd name="T12" fmla="*/ 0 w 1033"/>
                  <a:gd name="T13" fmla="*/ 0 h 461"/>
                  <a:gd name="T14" fmla="*/ 0 w 1033"/>
                  <a:gd name="T15" fmla="*/ 0 h 461"/>
                  <a:gd name="T16" fmla="*/ 0 w 1033"/>
                  <a:gd name="T17" fmla="*/ 0 h 461"/>
                  <a:gd name="T18" fmla="*/ 0 w 1033"/>
                  <a:gd name="T19" fmla="*/ 0 h 461"/>
                  <a:gd name="T20" fmla="*/ 0 w 1033"/>
                  <a:gd name="T21" fmla="*/ 0 h 461"/>
                  <a:gd name="T22" fmla="*/ 0 w 1033"/>
                  <a:gd name="T23" fmla="*/ 0 h 461"/>
                  <a:gd name="T24" fmla="*/ 0 w 1033"/>
                  <a:gd name="T25" fmla="*/ 0 h 461"/>
                  <a:gd name="T26" fmla="*/ 0 w 1033"/>
                  <a:gd name="T27" fmla="*/ 0 h 461"/>
                  <a:gd name="T28" fmla="*/ 0 w 1033"/>
                  <a:gd name="T29" fmla="*/ 0 h 461"/>
                  <a:gd name="T30" fmla="*/ 0 w 1033"/>
                  <a:gd name="T31" fmla="*/ 0 h 461"/>
                  <a:gd name="T32" fmla="*/ 0 w 1033"/>
                  <a:gd name="T33" fmla="*/ 0 h 461"/>
                  <a:gd name="T34" fmla="*/ 0 w 1033"/>
                  <a:gd name="T35" fmla="*/ 0 h 461"/>
                  <a:gd name="T36" fmla="*/ 0 w 1033"/>
                  <a:gd name="T37" fmla="*/ 0 h 461"/>
                  <a:gd name="T38" fmla="*/ 0 w 1033"/>
                  <a:gd name="T39" fmla="*/ 0 h 461"/>
                  <a:gd name="T40" fmla="*/ 0 w 1033"/>
                  <a:gd name="T41" fmla="*/ 0 h 461"/>
                  <a:gd name="T42" fmla="*/ 0 w 1033"/>
                  <a:gd name="T43" fmla="*/ 0 h 4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33"/>
                  <a:gd name="T67" fmla="*/ 0 h 461"/>
                  <a:gd name="T68" fmla="*/ 1033 w 1033"/>
                  <a:gd name="T69" fmla="*/ 461 h 4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33" h="461">
                    <a:moveTo>
                      <a:pt x="1033" y="461"/>
                    </a:moveTo>
                    <a:lnTo>
                      <a:pt x="783" y="306"/>
                    </a:lnTo>
                    <a:lnTo>
                      <a:pt x="530" y="211"/>
                    </a:lnTo>
                    <a:lnTo>
                      <a:pt x="369" y="198"/>
                    </a:lnTo>
                    <a:lnTo>
                      <a:pt x="229" y="163"/>
                    </a:lnTo>
                    <a:lnTo>
                      <a:pt x="120" y="66"/>
                    </a:lnTo>
                    <a:lnTo>
                      <a:pt x="64" y="0"/>
                    </a:lnTo>
                    <a:lnTo>
                      <a:pt x="0" y="25"/>
                    </a:lnTo>
                    <a:lnTo>
                      <a:pt x="64" y="184"/>
                    </a:lnTo>
                    <a:lnTo>
                      <a:pt x="170" y="343"/>
                    </a:lnTo>
                    <a:lnTo>
                      <a:pt x="359" y="387"/>
                    </a:lnTo>
                    <a:lnTo>
                      <a:pt x="412" y="435"/>
                    </a:lnTo>
                    <a:lnTo>
                      <a:pt x="359" y="343"/>
                    </a:lnTo>
                    <a:lnTo>
                      <a:pt x="187" y="316"/>
                    </a:lnTo>
                    <a:lnTo>
                      <a:pt x="108" y="184"/>
                    </a:lnTo>
                    <a:lnTo>
                      <a:pt x="64" y="41"/>
                    </a:lnTo>
                    <a:lnTo>
                      <a:pt x="187" y="171"/>
                    </a:lnTo>
                    <a:lnTo>
                      <a:pt x="306" y="211"/>
                    </a:lnTo>
                    <a:lnTo>
                      <a:pt x="530" y="239"/>
                    </a:lnTo>
                    <a:lnTo>
                      <a:pt x="770" y="329"/>
                    </a:lnTo>
                    <a:lnTo>
                      <a:pt x="966" y="447"/>
                    </a:lnTo>
                    <a:lnTo>
                      <a:pt x="1033" y="461"/>
                    </a:lnTo>
                    <a:close/>
                  </a:path>
                </a:pathLst>
              </a:custGeom>
              <a:solidFill>
                <a:srgbClr val="000000"/>
              </a:solidFill>
              <a:ln w="9525">
                <a:noFill/>
                <a:round/>
                <a:headEnd/>
                <a:tailEnd/>
              </a:ln>
            </p:spPr>
            <p:txBody>
              <a:bodyPr/>
              <a:lstStyle/>
              <a:p>
                <a:pPr algn="ctr"/>
                <a:endParaRPr lang="pt-BR" sz="2400"/>
              </a:p>
            </p:txBody>
          </p:sp>
          <p:sp>
            <p:nvSpPr>
              <p:cNvPr id="630" name="Freeform 248"/>
              <p:cNvSpPr>
                <a:spLocks/>
              </p:cNvSpPr>
              <p:nvPr/>
            </p:nvSpPr>
            <p:spPr bwMode="auto">
              <a:xfrm>
                <a:off x="3922" y="1417"/>
                <a:ext cx="147" cy="143"/>
              </a:xfrm>
              <a:custGeom>
                <a:avLst/>
                <a:gdLst>
                  <a:gd name="T0" fmla="*/ 0 w 1180"/>
                  <a:gd name="T1" fmla="*/ 0 h 1149"/>
                  <a:gd name="T2" fmla="*/ 0 w 1180"/>
                  <a:gd name="T3" fmla="*/ 0 h 1149"/>
                  <a:gd name="T4" fmla="*/ 0 w 1180"/>
                  <a:gd name="T5" fmla="*/ 0 h 1149"/>
                  <a:gd name="T6" fmla="*/ 0 w 1180"/>
                  <a:gd name="T7" fmla="*/ 0 h 1149"/>
                  <a:gd name="T8" fmla="*/ 0 w 1180"/>
                  <a:gd name="T9" fmla="*/ 0 h 1149"/>
                  <a:gd name="T10" fmla="*/ 0 w 1180"/>
                  <a:gd name="T11" fmla="*/ 0 h 1149"/>
                  <a:gd name="T12" fmla="*/ 0 w 1180"/>
                  <a:gd name="T13" fmla="*/ 0 h 1149"/>
                  <a:gd name="T14" fmla="*/ 0 w 1180"/>
                  <a:gd name="T15" fmla="*/ 0 h 1149"/>
                  <a:gd name="T16" fmla="*/ 0 w 1180"/>
                  <a:gd name="T17" fmla="*/ 0 h 1149"/>
                  <a:gd name="T18" fmla="*/ 0 w 1180"/>
                  <a:gd name="T19" fmla="*/ 0 h 1149"/>
                  <a:gd name="T20" fmla="*/ 0 w 1180"/>
                  <a:gd name="T21" fmla="*/ 0 h 1149"/>
                  <a:gd name="T22" fmla="*/ 0 w 1180"/>
                  <a:gd name="T23" fmla="*/ 0 h 1149"/>
                  <a:gd name="T24" fmla="*/ 0 w 1180"/>
                  <a:gd name="T25" fmla="*/ 0 h 1149"/>
                  <a:gd name="T26" fmla="*/ 0 w 1180"/>
                  <a:gd name="T27" fmla="*/ 0 h 1149"/>
                  <a:gd name="T28" fmla="*/ 0 w 1180"/>
                  <a:gd name="T29" fmla="*/ 0 h 1149"/>
                  <a:gd name="T30" fmla="*/ 0 w 1180"/>
                  <a:gd name="T31" fmla="*/ 0 h 1149"/>
                  <a:gd name="T32" fmla="*/ 0 w 1180"/>
                  <a:gd name="T33" fmla="*/ 0 h 1149"/>
                  <a:gd name="T34" fmla="*/ 0 w 1180"/>
                  <a:gd name="T35" fmla="*/ 0 h 1149"/>
                  <a:gd name="T36" fmla="*/ 0 w 1180"/>
                  <a:gd name="T37" fmla="*/ 0 h 1149"/>
                  <a:gd name="T38" fmla="*/ 0 w 1180"/>
                  <a:gd name="T39" fmla="*/ 0 h 1149"/>
                  <a:gd name="T40" fmla="*/ 0 w 1180"/>
                  <a:gd name="T41" fmla="*/ 0 h 1149"/>
                  <a:gd name="T42" fmla="*/ 0 w 1180"/>
                  <a:gd name="T43" fmla="*/ 0 h 1149"/>
                  <a:gd name="T44" fmla="*/ 0 w 1180"/>
                  <a:gd name="T45" fmla="*/ 0 h 1149"/>
                  <a:gd name="T46" fmla="*/ 0 w 1180"/>
                  <a:gd name="T47" fmla="*/ 0 h 1149"/>
                  <a:gd name="T48" fmla="*/ 0 w 1180"/>
                  <a:gd name="T49" fmla="*/ 0 h 1149"/>
                  <a:gd name="T50" fmla="*/ 0 w 1180"/>
                  <a:gd name="T51" fmla="*/ 0 h 1149"/>
                  <a:gd name="T52" fmla="*/ 0 w 1180"/>
                  <a:gd name="T53" fmla="*/ 0 h 1149"/>
                  <a:gd name="T54" fmla="*/ 0 w 1180"/>
                  <a:gd name="T55" fmla="*/ 0 h 1149"/>
                  <a:gd name="T56" fmla="*/ 0 w 1180"/>
                  <a:gd name="T57" fmla="*/ 0 h 1149"/>
                  <a:gd name="T58" fmla="*/ 0 w 1180"/>
                  <a:gd name="T59" fmla="*/ 0 h 1149"/>
                  <a:gd name="T60" fmla="*/ 0 w 1180"/>
                  <a:gd name="T61" fmla="*/ 0 h 1149"/>
                  <a:gd name="T62" fmla="*/ 0 w 1180"/>
                  <a:gd name="T63" fmla="*/ 0 h 1149"/>
                  <a:gd name="T64" fmla="*/ 0 w 1180"/>
                  <a:gd name="T65" fmla="*/ 0 h 1149"/>
                  <a:gd name="T66" fmla="*/ 0 w 1180"/>
                  <a:gd name="T67" fmla="*/ 0 h 1149"/>
                  <a:gd name="T68" fmla="*/ 0 w 1180"/>
                  <a:gd name="T69" fmla="*/ 0 h 1149"/>
                  <a:gd name="T70" fmla="*/ 0 w 1180"/>
                  <a:gd name="T71" fmla="*/ 0 h 1149"/>
                  <a:gd name="T72" fmla="*/ 0 w 1180"/>
                  <a:gd name="T73" fmla="*/ 0 h 1149"/>
                  <a:gd name="T74" fmla="*/ 0 w 1180"/>
                  <a:gd name="T75" fmla="*/ 0 h 1149"/>
                  <a:gd name="T76" fmla="*/ 0 w 1180"/>
                  <a:gd name="T77" fmla="*/ 0 h 1149"/>
                  <a:gd name="T78" fmla="*/ 0 w 1180"/>
                  <a:gd name="T79" fmla="*/ 0 h 1149"/>
                  <a:gd name="T80" fmla="*/ 0 w 1180"/>
                  <a:gd name="T81" fmla="*/ 0 h 1149"/>
                  <a:gd name="T82" fmla="*/ 0 w 1180"/>
                  <a:gd name="T83" fmla="*/ 0 h 1149"/>
                  <a:gd name="T84" fmla="*/ 0 w 1180"/>
                  <a:gd name="T85" fmla="*/ 0 h 1149"/>
                  <a:gd name="T86" fmla="*/ 0 w 1180"/>
                  <a:gd name="T87" fmla="*/ 0 h 1149"/>
                  <a:gd name="T88" fmla="*/ 0 w 1180"/>
                  <a:gd name="T89" fmla="*/ 0 h 1149"/>
                  <a:gd name="T90" fmla="*/ 0 w 1180"/>
                  <a:gd name="T91" fmla="*/ 0 h 1149"/>
                  <a:gd name="T92" fmla="*/ 0 w 1180"/>
                  <a:gd name="T93" fmla="*/ 0 h 1149"/>
                  <a:gd name="T94" fmla="*/ 0 w 1180"/>
                  <a:gd name="T95" fmla="*/ 0 h 1149"/>
                  <a:gd name="T96" fmla="*/ 0 w 1180"/>
                  <a:gd name="T97" fmla="*/ 0 h 114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80"/>
                  <a:gd name="T148" fmla="*/ 0 h 1149"/>
                  <a:gd name="T149" fmla="*/ 1180 w 1180"/>
                  <a:gd name="T150" fmla="*/ 1149 h 1149"/>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80" h="1149">
                    <a:moveTo>
                      <a:pt x="1180" y="0"/>
                    </a:moveTo>
                    <a:lnTo>
                      <a:pt x="913" y="107"/>
                    </a:lnTo>
                    <a:lnTo>
                      <a:pt x="621" y="173"/>
                    </a:lnTo>
                    <a:lnTo>
                      <a:pt x="268" y="224"/>
                    </a:lnTo>
                    <a:lnTo>
                      <a:pt x="94" y="279"/>
                    </a:lnTo>
                    <a:lnTo>
                      <a:pt x="41" y="318"/>
                    </a:lnTo>
                    <a:lnTo>
                      <a:pt x="67" y="383"/>
                    </a:lnTo>
                    <a:lnTo>
                      <a:pt x="250" y="369"/>
                    </a:lnTo>
                    <a:lnTo>
                      <a:pt x="860" y="330"/>
                    </a:lnTo>
                    <a:lnTo>
                      <a:pt x="476" y="464"/>
                    </a:lnTo>
                    <a:lnTo>
                      <a:pt x="171" y="501"/>
                    </a:lnTo>
                    <a:lnTo>
                      <a:pt x="0" y="569"/>
                    </a:lnTo>
                    <a:lnTo>
                      <a:pt x="0" y="635"/>
                    </a:lnTo>
                    <a:lnTo>
                      <a:pt x="76" y="672"/>
                    </a:lnTo>
                    <a:lnTo>
                      <a:pt x="500" y="622"/>
                    </a:lnTo>
                    <a:lnTo>
                      <a:pt x="938" y="551"/>
                    </a:lnTo>
                    <a:lnTo>
                      <a:pt x="925" y="595"/>
                    </a:lnTo>
                    <a:lnTo>
                      <a:pt x="558" y="766"/>
                    </a:lnTo>
                    <a:lnTo>
                      <a:pt x="250" y="885"/>
                    </a:lnTo>
                    <a:lnTo>
                      <a:pt x="250" y="962"/>
                    </a:lnTo>
                    <a:lnTo>
                      <a:pt x="410" y="975"/>
                    </a:lnTo>
                    <a:lnTo>
                      <a:pt x="1006" y="791"/>
                    </a:lnTo>
                    <a:lnTo>
                      <a:pt x="1111" y="780"/>
                    </a:lnTo>
                    <a:lnTo>
                      <a:pt x="938" y="1004"/>
                    </a:lnTo>
                    <a:lnTo>
                      <a:pt x="650" y="1094"/>
                    </a:lnTo>
                    <a:lnTo>
                      <a:pt x="664" y="1149"/>
                    </a:lnTo>
                    <a:lnTo>
                      <a:pt x="742" y="1149"/>
                    </a:lnTo>
                    <a:lnTo>
                      <a:pt x="705" y="1107"/>
                    </a:lnTo>
                    <a:lnTo>
                      <a:pt x="997" y="1031"/>
                    </a:lnTo>
                    <a:lnTo>
                      <a:pt x="1180" y="749"/>
                    </a:lnTo>
                    <a:lnTo>
                      <a:pt x="966" y="749"/>
                    </a:lnTo>
                    <a:lnTo>
                      <a:pt x="450" y="938"/>
                    </a:lnTo>
                    <a:lnTo>
                      <a:pt x="318" y="938"/>
                    </a:lnTo>
                    <a:lnTo>
                      <a:pt x="332" y="885"/>
                    </a:lnTo>
                    <a:lnTo>
                      <a:pt x="689" y="749"/>
                    </a:lnTo>
                    <a:lnTo>
                      <a:pt x="1006" y="569"/>
                    </a:lnTo>
                    <a:lnTo>
                      <a:pt x="1021" y="501"/>
                    </a:lnTo>
                    <a:lnTo>
                      <a:pt x="382" y="606"/>
                    </a:lnTo>
                    <a:lnTo>
                      <a:pt x="94" y="635"/>
                    </a:lnTo>
                    <a:lnTo>
                      <a:pt x="41" y="595"/>
                    </a:lnTo>
                    <a:lnTo>
                      <a:pt x="131" y="542"/>
                    </a:lnTo>
                    <a:lnTo>
                      <a:pt x="529" y="477"/>
                    </a:lnTo>
                    <a:lnTo>
                      <a:pt x="955" y="330"/>
                    </a:lnTo>
                    <a:lnTo>
                      <a:pt x="966" y="294"/>
                    </a:lnTo>
                    <a:lnTo>
                      <a:pt x="226" y="318"/>
                    </a:lnTo>
                    <a:lnTo>
                      <a:pt x="212" y="305"/>
                    </a:lnTo>
                    <a:lnTo>
                      <a:pt x="586" y="208"/>
                    </a:lnTo>
                    <a:lnTo>
                      <a:pt x="938" y="134"/>
                    </a:lnTo>
                    <a:lnTo>
                      <a:pt x="1180" y="0"/>
                    </a:lnTo>
                    <a:close/>
                  </a:path>
                </a:pathLst>
              </a:custGeom>
              <a:solidFill>
                <a:srgbClr val="000000"/>
              </a:solidFill>
              <a:ln w="9525">
                <a:noFill/>
                <a:round/>
                <a:headEnd/>
                <a:tailEnd/>
              </a:ln>
            </p:spPr>
            <p:txBody>
              <a:bodyPr/>
              <a:lstStyle/>
              <a:p>
                <a:pPr algn="ctr"/>
                <a:endParaRPr lang="pt-BR" sz="2400"/>
              </a:p>
            </p:txBody>
          </p:sp>
          <p:sp>
            <p:nvSpPr>
              <p:cNvPr id="631" name="Freeform 249"/>
              <p:cNvSpPr>
                <a:spLocks/>
              </p:cNvSpPr>
              <p:nvPr/>
            </p:nvSpPr>
            <p:spPr bwMode="auto">
              <a:xfrm>
                <a:off x="4031" y="1482"/>
                <a:ext cx="149" cy="75"/>
              </a:xfrm>
              <a:custGeom>
                <a:avLst/>
                <a:gdLst>
                  <a:gd name="T0" fmla="*/ 0 w 1192"/>
                  <a:gd name="T1" fmla="*/ 0 h 596"/>
                  <a:gd name="T2" fmla="*/ 0 w 1192"/>
                  <a:gd name="T3" fmla="*/ 0 h 596"/>
                  <a:gd name="T4" fmla="*/ 0 w 1192"/>
                  <a:gd name="T5" fmla="*/ 0 h 596"/>
                  <a:gd name="T6" fmla="*/ 0 w 1192"/>
                  <a:gd name="T7" fmla="*/ 0 h 596"/>
                  <a:gd name="T8" fmla="*/ 0 w 1192"/>
                  <a:gd name="T9" fmla="*/ 0 h 596"/>
                  <a:gd name="T10" fmla="*/ 0 w 1192"/>
                  <a:gd name="T11" fmla="*/ 0 h 596"/>
                  <a:gd name="T12" fmla="*/ 0 w 1192"/>
                  <a:gd name="T13" fmla="*/ 0 h 596"/>
                  <a:gd name="T14" fmla="*/ 0 w 1192"/>
                  <a:gd name="T15" fmla="*/ 0 h 596"/>
                  <a:gd name="T16" fmla="*/ 0 w 1192"/>
                  <a:gd name="T17" fmla="*/ 0 h 596"/>
                  <a:gd name="T18" fmla="*/ 0 w 1192"/>
                  <a:gd name="T19" fmla="*/ 0 h 596"/>
                  <a:gd name="T20" fmla="*/ 0 w 1192"/>
                  <a:gd name="T21" fmla="*/ 0 h 596"/>
                  <a:gd name="T22" fmla="*/ 0 w 1192"/>
                  <a:gd name="T23" fmla="*/ 0 h 5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2"/>
                  <a:gd name="T37" fmla="*/ 0 h 596"/>
                  <a:gd name="T38" fmla="*/ 1192 w 1192"/>
                  <a:gd name="T39" fmla="*/ 596 h 5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2" h="596">
                    <a:moveTo>
                      <a:pt x="0" y="596"/>
                    </a:moveTo>
                    <a:lnTo>
                      <a:pt x="279" y="545"/>
                    </a:lnTo>
                    <a:lnTo>
                      <a:pt x="436" y="402"/>
                    </a:lnTo>
                    <a:lnTo>
                      <a:pt x="685" y="294"/>
                    </a:lnTo>
                    <a:lnTo>
                      <a:pt x="899" y="162"/>
                    </a:lnTo>
                    <a:lnTo>
                      <a:pt x="1153" y="70"/>
                    </a:lnTo>
                    <a:lnTo>
                      <a:pt x="1192" y="0"/>
                    </a:lnTo>
                    <a:lnTo>
                      <a:pt x="913" y="97"/>
                    </a:lnTo>
                    <a:lnTo>
                      <a:pt x="409" y="345"/>
                    </a:lnTo>
                    <a:lnTo>
                      <a:pt x="316" y="413"/>
                    </a:lnTo>
                    <a:lnTo>
                      <a:pt x="251" y="517"/>
                    </a:lnTo>
                    <a:lnTo>
                      <a:pt x="0" y="596"/>
                    </a:lnTo>
                    <a:close/>
                  </a:path>
                </a:pathLst>
              </a:custGeom>
              <a:solidFill>
                <a:srgbClr val="000000"/>
              </a:solidFill>
              <a:ln w="9525">
                <a:noFill/>
                <a:round/>
                <a:headEnd/>
                <a:tailEnd/>
              </a:ln>
            </p:spPr>
            <p:txBody>
              <a:bodyPr/>
              <a:lstStyle/>
              <a:p>
                <a:pPr algn="ctr"/>
                <a:endParaRPr lang="pt-BR" sz="2400"/>
              </a:p>
            </p:txBody>
          </p:sp>
          <p:sp>
            <p:nvSpPr>
              <p:cNvPr id="632" name="Freeform 250"/>
              <p:cNvSpPr>
                <a:spLocks/>
              </p:cNvSpPr>
              <p:nvPr/>
            </p:nvSpPr>
            <p:spPr bwMode="auto">
              <a:xfrm>
                <a:off x="2886" y="735"/>
                <a:ext cx="205" cy="106"/>
              </a:xfrm>
              <a:custGeom>
                <a:avLst/>
                <a:gdLst>
                  <a:gd name="T0" fmla="*/ 0 w 1637"/>
                  <a:gd name="T1" fmla="*/ 0 h 846"/>
                  <a:gd name="T2" fmla="*/ 0 w 1637"/>
                  <a:gd name="T3" fmla="*/ 0 h 846"/>
                  <a:gd name="T4" fmla="*/ 0 w 1637"/>
                  <a:gd name="T5" fmla="*/ 0 h 846"/>
                  <a:gd name="T6" fmla="*/ 0 w 1637"/>
                  <a:gd name="T7" fmla="*/ 0 h 846"/>
                  <a:gd name="T8" fmla="*/ 0 w 1637"/>
                  <a:gd name="T9" fmla="*/ 0 h 846"/>
                  <a:gd name="T10" fmla="*/ 0 w 1637"/>
                  <a:gd name="T11" fmla="*/ 0 h 846"/>
                  <a:gd name="T12" fmla="*/ 0 w 1637"/>
                  <a:gd name="T13" fmla="*/ 0 h 846"/>
                  <a:gd name="T14" fmla="*/ 0 w 1637"/>
                  <a:gd name="T15" fmla="*/ 0 h 846"/>
                  <a:gd name="T16" fmla="*/ 0 w 1637"/>
                  <a:gd name="T17" fmla="*/ 0 h 846"/>
                  <a:gd name="T18" fmla="*/ 0 w 1637"/>
                  <a:gd name="T19" fmla="*/ 0 h 846"/>
                  <a:gd name="T20" fmla="*/ 0 w 1637"/>
                  <a:gd name="T21" fmla="*/ 0 h 846"/>
                  <a:gd name="T22" fmla="*/ 0 w 1637"/>
                  <a:gd name="T23" fmla="*/ 0 h 846"/>
                  <a:gd name="T24" fmla="*/ 0 w 1637"/>
                  <a:gd name="T25" fmla="*/ 0 h 846"/>
                  <a:gd name="T26" fmla="*/ 0 w 1637"/>
                  <a:gd name="T27" fmla="*/ 0 h 846"/>
                  <a:gd name="T28" fmla="*/ 0 w 1637"/>
                  <a:gd name="T29" fmla="*/ 0 h 846"/>
                  <a:gd name="T30" fmla="*/ 0 w 1637"/>
                  <a:gd name="T31" fmla="*/ 0 h 846"/>
                  <a:gd name="T32" fmla="*/ 0 w 1637"/>
                  <a:gd name="T33" fmla="*/ 0 h 846"/>
                  <a:gd name="T34" fmla="*/ 0 w 1637"/>
                  <a:gd name="T35" fmla="*/ 0 h 846"/>
                  <a:gd name="T36" fmla="*/ 0 w 1637"/>
                  <a:gd name="T37" fmla="*/ 0 h 846"/>
                  <a:gd name="T38" fmla="*/ 0 w 1637"/>
                  <a:gd name="T39" fmla="*/ 0 h 846"/>
                  <a:gd name="T40" fmla="*/ 0 w 1637"/>
                  <a:gd name="T41" fmla="*/ 0 h 846"/>
                  <a:gd name="T42" fmla="*/ 0 w 1637"/>
                  <a:gd name="T43" fmla="*/ 0 h 846"/>
                  <a:gd name="T44" fmla="*/ 0 w 1637"/>
                  <a:gd name="T45" fmla="*/ 0 h 846"/>
                  <a:gd name="T46" fmla="*/ 0 w 1637"/>
                  <a:gd name="T47" fmla="*/ 0 h 846"/>
                  <a:gd name="T48" fmla="*/ 0 w 1637"/>
                  <a:gd name="T49" fmla="*/ 0 h 846"/>
                  <a:gd name="T50" fmla="*/ 0 w 1637"/>
                  <a:gd name="T51" fmla="*/ 0 h 846"/>
                  <a:gd name="T52" fmla="*/ 0 w 1637"/>
                  <a:gd name="T53" fmla="*/ 0 h 846"/>
                  <a:gd name="T54" fmla="*/ 0 w 1637"/>
                  <a:gd name="T55" fmla="*/ 0 h 846"/>
                  <a:gd name="T56" fmla="*/ 0 w 1637"/>
                  <a:gd name="T57" fmla="*/ 0 h 846"/>
                  <a:gd name="T58" fmla="*/ 0 w 1637"/>
                  <a:gd name="T59" fmla="*/ 0 h 846"/>
                  <a:gd name="T60" fmla="*/ 0 w 1637"/>
                  <a:gd name="T61" fmla="*/ 0 h 846"/>
                  <a:gd name="T62" fmla="*/ 0 w 1637"/>
                  <a:gd name="T63" fmla="*/ 0 h 846"/>
                  <a:gd name="T64" fmla="*/ 0 w 1637"/>
                  <a:gd name="T65" fmla="*/ 0 h 846"/>
                  <a:gd name="T66" fmla="*/ 0 w 1637"/>
                  <a:gd name="T67" fmla="*/ 0 h 846"/>
                  <a:gd name="T68" fmla="*/ 0 w 1637"/>
                  <a:gd name="T69" fmla="*/ 0 h 846"/>
                  <a:gd name="T70" fmla="*/ 0 w 1637"/>
                  <a:gd name="T71" fmla="*/ 0 h 846"/>
                  <a:gd name="T72" fmla="*/ 0 w 1637"/>
                  <a:gd name="T73" fmla="*/ 0 h 846"/>
                  <a:gd name="T74" fmla="*/ 0 w 1637"/>
                  <a:gd name="T75" fmla="*/ 0 h 846"/>
                  <a:gd name="T76" fmla="*/ 0 w 1637"/>
                  <a:gd name="T77" fmla="*/ 0 h 846"/>
                  <a:gd name="T78" fmla="*/ 0 w 1637"/>
                  <a:gd name="T79" fmla="*/ 0 h 846"/>
                  <a:gd name="T80" fmla="*/ 0 w 1637"/>
                  <a:gd name="T81" fmla="*/ 0 h 8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37"/>
                  <a:gd name="T124" fmla="*/ 0 h 846"/>
                  <a:gd name="T125" fmla="*/ 1637 w 1637"/>
                  <a:gd name="T126" fmla="*/ 846 h 84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37" h="846">
                    <a:moveTo>
                      <a:pt x="1637" y="268"/>
                    </a:moveTo>
                    <a:lnTo>
                      <a:pt x="1600" y="345"/>
                    </a:lnTo>
                    <a:lnTo>
                      <a:pt x="1534" y="404"/>
                    </a:lnTo>
                    <a:lnTo>
                      <a:pt x="1490" y="452"/>
                    </a:lnTo>
                    <a:lnTo>
                      <a:pt x="1510" y="604"/>
                    </a:lnTo>
                    <a:lnTo>
                      <a:pt x="1505" y="701"/>
                    </a:lnTo>
                    <a:lnTo>
                      <a:pt x="1475" y="846"/>
                    </a:lnTo>
                    <a:lnTo>
                      <a:pt x="1334" y="528"/>
                    </a:lnTo>
                    <a:lnTo>
                      <a:pt x="1284" y="487"/>
                    </a:lnTo>
                    <a:lnTo>
                      <a:pt x="1169" y="525"/>
                    </a:lnTo>
                    <a:lnTo>
                      <a:pt x="971" y="540"/>
                    </a:lnTo>
                    <a:lnTo>
                      <a:pt x="881" y="597"/>
                    </a:lnTo>
                    <a:lnTo>
                      <a:pt x="745" y="731"/>
                    </a:lnTo>
                    <a:lnTo>
                      <a:pt x="851" y="588"/>
                    </a:lnTo>
                    <a:lnTo>
                      <a:pt x="991" y="435"/>
                    </a:lnTo>
                    <a:lnTo>
                      <a:pt x="961" y="408"/>
                    </a:lnTo>
                    <a:lnTo>
                      <a:pt x="809" y="470"/>
                    </a:lnTo>
                    <a:lnTo>
                      <a:pt x="657" y="525"/>
                    </a:lnTo>
                    <a:lnTo>
                      <a:pt x="740" y="408"/>
                    </a:lnTo>
                    <a:lnTo>
                      <a:pt x="611" y="457"/>
                    </a:lnTo>
                    <a:lnTo>
                      <a:pt x="501" y="404"/>
                    </a:lnTo>
                    <a:lnTo>
                      <a:pt x="404" y="417"/>
                    </a:lnTo>
                    <a:lnTo>
                      <a:pt x="470" y="343"/>
                    </a:lnTo>
                    <a:lnTo>
                      <a:pt x="330" y="360"/>
                    </a:lnTo>
                    <a:lnTo>
                      <a:pt x="224" y="393"/>
                    </a:lnTo>
                    <a:lnTo>
                      <a:pt x="275" y="297"/>
                    </a:lnTo>
                    <a:lnTo>
                      <a:pt x="334" y="213"/>
                    </a:lnTo>
                    <a:lnTo>
                      <a:pt x="404" y="164"/>
                    </a:lnTo>
                    <a:lnTo>
                      <a:pt x="295" y="178"/>
                    </a:lnTo>
                    <a:lnTo>
                      <a:pt x="164" y="217"/>
                    </a:lnTo>
                    <a:lnTo>
                      <a:pt x="72" y="292"/>
                    </a:lnTo>
                    <a:lnTo>
                      <a:pt x="0" y="385"/>
                    </a:lnTo>
                    <a:lnTo>
                      <a:pt x="97" y="224"/>
                    </a:lnTo>
                    <a:lnTo>
                      <a:pt x="222" y="129"/>
                    </a:lnTo>
                    <a:lnTo>
                      <a:pt x="343" y="65"/>
                    </a:lnTo>
                    <a:lnTo>
                      <a:pt x="488" y="17"/>
                    </a:lnTo>
                    <a:lnTo>
                      <a:pt x="641" y="0"/>
                    </a:lnTo>
                    <a:lnTo>
                      <a:pt x="851" y="17"/>
                    </a:lnTo>
                    <a:lnTo>
                      <a:pt x="1242" y="114"/>
                    </a:lnTo>
                    <a:lnTo>
                      <a:pt x="1561" y="224"/>
                    </a:lnTo>
                    <a:lnTo>
                      <a:pt x="1637" y="268"/>
                    </a:lnTo>
                    <a:close/>
                  </a:path>
                </a:pathLst>
              </a:custGeom>
              <a:solidFill>
                <a:srgbClr val="000000"/>
              </a:solidFill>
              <a:ln w="9525">
                <a:noFill/>
                <a:round/>
                <a:headEnd/>
                <a:tailEnd/>
              </a:ln>
            </p:spPr>
            <p:txBody>
              <a:bodyPr/>
              <a:lstStyle/>
              <a:p>
                <a:pPr algn="ctr"/>
                <a:endParaRPr lang="pt-BR" sz="2400"/>
              </a:p>
            </p:txBody>
          </p:sp>
          <p:sp>
            <p:nvSpPr>
              <p:cNvPr id="633" name="Freeform 251"/>
              <p:cNvSpPr>
                <a:spLocks/>
              </p:cNvSpPr>
              <p:nvPr/>
            </p:nvSpPr>
            <p:spPr bwMode="auto">
              <a:xfrm>
                <a:off x="2845" y="768"/>
                <a:ext cx="140" cy="237"/>
              </a:xfrm>
              <a:custGeom>
                <a:avLst/>
                <a:gdLst>
                  <a:gd name="T0" fmla="*/ 0 w 1121"/>
                  <a:gd name="T1" fmla="*/ 0 h 1901"/>
                  <a:gd name="T2" fmla="*/ 0 w 1121"/>
                  <a:gd name="T3" fmla="*/ 0 h 1901"/>
                  <a:gd name="T4" fmla="*/ 0 w 1121"/>
                  <a:gd name="T5" fmla="*/ 0 h 1901"/>
                  <a:gd name="T6" fmla="*/ 0 w 1121"/>
                  <a:gd name="T7" fmla="*/ 0 h 1901"/>
                  <a:gd name="T8" fmla="*/ 0 w 1121"/>
                  <a:gd name="T9" fmla="*/ 0 h 1901"/>
                  <a:gd name="T10" fmla="*/ 0 w 1121"/>
                  <a:gd name="T11" fmla="*/ 0 h 1901"/>
                  <a:gd name="T12" fmla="*/ 0 w 1121"/>
                  <a:gd name="T13" fmla="*/ 0 h 1901"/>
                  <a:gd name="T14" fmla="*/ 0 w 1121"/>
                  <a:gd name="T15" fmla="*/ 0 h 1901"/>
                  <a:gd name="T16" fmla="*/ 0 w 1121"/>
                  <a:gd name="T17" fmla="*/ 0 h 1901"/>
                  <a:gd name="T18" fmla="*/ 0 w 1121"/>
                  <a:gd name="T19" fmla="*/ 0 h 1901"/>
                  <a:gd name="T20" fmla="*/ 0 w 1121"/>
                  <a:gd name="T21" fmla="*/ 0 h 1901"/>
                  <a:gd name="T22" fmla="*/ 0 w 1121"/>
                  <a:gd name="T23" fmla="*/ 0 h 1901"/>
                  <a:gd name="T24" fmla="*/ 0 w 1121"/>
                  <a:gd name="T25" fmla="*/ 0 h 1901"/>
                  <a:gd name="T26" fmla="*/ 0 w 1121"/>
                  <a:gd name="T27" fmla="*/ 0 h 1901"/>
                  <a:gd name="T28" fmla="*/ 0 w 1121"/>
                  <a:gd name="T29" fmla="*/ 0 h 1901"/>
                  <a:gd name="T30" fmla="*/ 0 w 1121"/>
                  <a:gd name="T31" fmla="*/ 0 h 1901"/>
                  <a:gd name="T32" fmla="*/ 0 w 1121"/>
                  <a:gd name="T33" fmla="*/ 0 h 1901"/>
                  <a:gd name="T34" fmla="*/ 0 w 1121"/>
                  <a:gd name="T35" fmla="*/ 0 h 1901"/>
                  <a:gd name="T36" fmla="*/ 0 w 1121"/>
                  <a:gd name="T37" fmla="*/ 0 h 1901"/>
                  <a:gd name="T38" fmla="*/ 0 w 1121"/>
                  <a:gd name="T39" fmla="*/ 0 h 1901"/>
                  <a:gd name="T40" fmla="*/ 0 w 1121"/>
                  <a:gd name="T41" fmla="*/ 0 h 1901"/>
                  <a:gd name="T42" fmla="*/ 0 w 1121"/>
                  <a:gd name="T43" fmla="*/ 0 h 1901"/>
                  <a:gd name="T44" fmla="*/ 0 w 1121"/>
                  <a:gd name="T45" fmla="*/ 0 h 1901"/>
                  <a:gd name="T46" fmla="*/ 0 w 1121"/>
                  <a:gd name="T47" fmla="*/ 0 h 1901"/>
                  <a:gd name="T48" fmla="*/ 0 w 1121"/>
                  <a:gd name="T49" fmla="*/ 0 h 1901"/>
                  <a:gd name="T50" fmla="*/ 0 w 1121"/>
                  <a:gd name="T51" fmla="*/ 0 h 1901"/>
                  <a:gd name="T52" fmla="*/ 0 w 1121"/>
                  <a:gd name="T53" fmla="*/ 0 h 1901"/>
                  <a:gd name="T54" fmla="*/ 0 w 1121"/>
                  <a:gd name="T55" fmla="*/ 0 h 1901"/>
                  <a:gd name="T56" fmla="*/ 0 w 1121"/>
                  <a:gd name="T57" fmla="*/ 0 h 1901"/>
                  <a:gd name="T58" fmla="*/ 0 w 1121"/>
                  <a:gd name="T59" fmla="*/ 0 h 1901"/>
                  <a:gd name="T60" fmla="*/ 0 w 1121"/>
                  <a:gd name="T61" fmla="*/ 0 h 1901"/>
                  <a:gd name="T62" fmla="*/ 0 w 1121"/>
                  <a:gd name="T63" fmla="*/ 0 h 1901"/>
                  <a:gd name="T64" fmla="*/ 0 w 1121"/>
                  <a:gd name="T65" fmla="*/ 0 h 1901"/>
                  <a:gd name="T66" fmla="*/ 0 w 1121"/>
                  <a:gd name="T67" fmla="*/ 0 h 1901"/>
                  <a:gd name="T68" fmla="*/ 0 w 1121"/>
                  <a:gd name="T69" fmla="*/ 0 h 1901"/>
                  <a:gd name="T70" fmla="*/ 0 w 1121"/>
                  <a:gd name="T71" fmla="*/ 0 h 1901"/>
                  <a:gd name="T72" fmla="*/ 0 w 1121"/>
                  <a:gd name="T73" fmla="*/ 0 h 1901"/>
                  <a:gd name="T74" fmla="*/ 0 w 1121"/>
                  <a:gd name="T75" fmla="*/ 0 h 1901"/>
                  <a:gd name="T76" fmla="*/ 0 w 1121"/>
                  <a:gd name="T77" fmla="*/ 0 h 19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121"/>
                  <a:gd name="T118" fmla="*/ 0 h 1901"/>
                  <a:gd name="T119" fmla="*/ 1121 w 1121"/>
                  <a:gd name="T120" fmla="*/ 1901 h 190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121" h="1901">
                    <a:moveTo>
                      <a:pt x="1121" y="422"/>
                    </a:moveTo>
                    <a:lnTo>
                      <a:pt x="1086" y="539"/>
                    </a:lnTo>
                    <a:lnTo>
                      <a:pt x="1037" y="647"/>
                    </a:lnTo>
                    <a:lnTo>
                      <a:pt x="956" y="767"/>
                    </a:lnTo>
                    <a:lnTo>
                      <a:pt x="883" y="894"/>
                    </a:lnTo>
                    <a:lnTo>
                      <a:pt x="837" y="987"/>
                    </a:lnTo>
                    <a:lnTo>
                      <a:pt x="809" y="1099"/>
                    </a:lnTo>
                    <a:lnTo>
                      <a:pt x="715" y="1053"/>
                    </a:lnTo>
                    <a:lnTo>
                      <a:pt x="650" y="980"/>
                    </a:lnTo>
                    <a:lnTo>
                      <a:pt x="618" y="915"/>
                    </a:lnTo>
                    <a:lnTo>
                      <a:pt x="528" y="890"/>
                    </a:lnTo>
                    <a:lnTo>
                      <a:pt x="503" y="1005"/>
                    </a:lnTo>
                    <a:lnTo>
                      <a:pt x="491" y="1079"/>
                    </a:lnTo>
                    <a:lnTo>
                      <a:pt x="496" y="1173"/>
                    </a:lnTo>
                    <a:lnTo>
                      <a:pt x="528" y="1244"/>
                    </a:lnTo>
                    <a:lnTo>
                      <a:pt x="563" y="1305"/>
                    </a:lnTo>
                    <a:lnTo>
                      <a:pt x="618" y="1343"/>
                    </a:lnTo>
                    <a:lnTo>
                      <a:pt x="662" y="1281"/>
                    </a:lnTo>
                    <a:lnTo>
                      <a:pt x="641" y="1332"/>
                    </a:lnTo>
                    <a:lnTo>
                      <a:pt x="650" y="1402"/>
                    </a:lnTo>
                    <a:lnTo>
                      <a:pt x="685" y="1420"/>
                    </a:lnTo>
                    <a:lnTo>
                      <a:pt x="749" y="1420"/>
                    </a:lnTo>
                    <a:lnTo>
                      <a:pt x="789" y="1396"/>
                    </a:lnTo>
                    <a:lnTo>
                      <a:pt x="802" y="1356"/>
                    </a:lnTo>
                    <a:lnTo>
                      <a:pt x="802" y="1316"/>
                    </a:lnTo>
                    <a:lnTo>
                      <a:pt x="789" y="1284"/>
                    </a:lnTo>
                    <a:lnTo>
                      <a:pt x="754" y="1268"/>
                    </a:lnTo>
                    <a:lnTo>
                      <a:pt x="814" y="1299"/>
                    </a:lnTo>
                    <a:lnTo>
                      <a:pt x="833" y="1352"/>
                    </a:lnTo>
                    <a:lnTo>
                      <a:pt x="820" y="1427"/>
                    </a:lnTo>
                    <a:lnTo>
                      <a:pt x="798" y="1455"/>
                    </a:lnTo>
                    <a:lnTo>
                      <a:pt x="754" y="1461"/>
                    </a:lnTo>
                    <a:lnTo>
                      <a:pt x="690" y="1452"/>
                    </a:lnTo>
                    <a:lnTo>
                      <a:pt x="726" y="1526"/>
                    </a:lnTo>
                    <a:lnTo>
                      <a:pt x="779" y="1560"/>
                    </a:lnTo>
                    <a:lnTo>
                      <a:pt x="837" y="1560"/>
                    </a:lnTo>
                    <a:lnTo>
                      <a:pt x="877" y="1542"/>
                    </a:lnTo>
                    <a:lnTo>
                      <a:pt x="851" y="1576"/>
                    </a:lnTo>
                    <a:lnTo>
                      <a:pt x="809" y="1586"/>
                    </a:lnTo>
                    <a:lnTo>
                      <a:pt x="736" y="1586"/>
                    </a:lnTo>
                    <a:lnTo>
                      <a:pt x="758" y="1609"/>
                    </a:lnTo>
                    <a:lnTo>
                      <a:pt x="809" y="1622"/>
                    </a:lnTo>
                    <a:lnTo>
                      <a:pt x="846" y="1622"/>
                    </a:lnTo>
                    <a:lnTo>
                      <a:pt x="820" y="1683"/>
                    </a:lnTo>
                    <a:lnTo>
                      <a:pt x="765" y="1729"/>
                    </a:lnTo>
                    <a:lnTo>
                      <a:pt x="657" y="1828"/>
                    </a:lnTo>
                    <a:lnTo>
                      <a:pt x="545" y="1879"/>
                    </a:lnTo>
                    <a:lnTo>
                      <a:pt x="449" y="1901"/>
                    </a:lnTo>
                    <a:lnTo>
                      <a:pt x="341" y="1901"/>
                    </a:lnTo>
                    <a:lnTo>
                      <a:pt x="244" y="1870"/>
                    </a:lnTo>
                    <a:lnTo>
                      <a:pt x="178" y="1821"/>
                    </a:lnTo>
                    <a:lnTo>
                      <a:pt x="106" y="1747"/>
                    </a:lnTo>
                    <a:lnTo>
                      <a:pt x="44" y="1634"/>
                    </a:lnTo>
                    <a:lnTo>
                      <a:pt x="9" y="1455"/>
                    </a:lnTo>
                    <a:lnTo>
                      <a:pt x="0" y="1244"/>
                    </a:lnTo>
                    <a:lnTo>
                      <a:pt x="25" y="1037"/>
                    </a:lnTo>
                    <a:lnTo>
                      <a:pt x="97" y="735"/>
                    </a:lnTo>
                    <a:lnTo>
                      <a:pt x="185" y="444"/>
                    </a:lnTo>
                    <a:lnTo>
                      <a:pt x="284" y="220"/>
                    </a:lnTo>
                    <a:lnTo>
                      <a:pt x="337" y="119"/>
                    </a:lnTo>
                    <a:lnTo>
                      <a:pt x="424" y="0"/>
                    </a:lnTo>
                    <a:lnTo>
                      <a:pt x="376" y="84"/>
                    </a:lnTo>
                    <a:lnTo>
                      <a:pt x="341" y="202"/>
                    </a:lnTo>
                    <a:lnTo>
                      <a:pt x="341" y="318"/>
                    </a:lnTo>
                    <a:lnTo>
                      <a:pt x="369" y="451"/>
                    </a:lnTo>
                    <a:lnTo>
                      <a:pt x="385" y="385"/>
                    </a:lnTo>
                    <a:lnTo>
                      <a:pt x="442" y="244"/>
                    </a:lnTo>
                    <a:lnTo>
                      <a:pt x="466" y="279"/>
                    </a:lnTo>
                    <a:lnTo>
                      <a:pt x="523" y="244"/>
                    </a:lnTo>
                    <a:lnTo>
                      <a:pt x="554" y="226"/>
                    </a:lnTo>
                    <a:lnTo>
                      <a:pt x="627" y="279"/>
                    </a:lnTo>
                    <a:lnTo>
                      <a:pt x="706" y="244"/>
                    </a:lnTo>
                    <a:lnTo>
                      <a:pt x="666" y="363"/>
                    </a:lnTo>
                    <a:lnTo>
                      <a:pt x="782" y="299"/>
                    </a:lnTo>
                    <a:lnTo>
                      <a:pt x="920" y="350"/>
                    </a:lnTo>
                    <a:lnTo>
                      <a:pt x="920" y="444"/>
                    </a:lnTo>
                    <a:lnTo>
                      <a:pt x="989" y="366"/>
                    </a:lnTo>
                    <a:lnTo>
                      <a:pt x="1061" y="477"/>
                    </a:lnTo>
                    <a:lnTo>
                      <a:pt x="1121" y="422"/>
                    </a:lnTo>
                    <a:close/>
                  </a:path>
                </a:pathLst>
              </a:custGeom>
              <a:solidFill>
                <a:srgbClr val="000000"/>
              </a:solidFill>
              <a:ln w="9525">
                <a:noFill/>
                <a:round/>
                <a:headEnd/>
                <a:tailEnd/>
              </a:ln>
            </p:spPr>
            <p:txBody>
              <a:bodyPr/>
              <a:lstStyle/>
              <a:p>
                <a:pPr algn="ctr"/>
                <a:endParaRPr lang="pt-BR" sz="2400"/>
              </a:p>
            </p:txBody>
          </p:sp>
          <p:sp>
            <p:nvSpPr>
              <p:cNvPr id="634" name="Freeform 252"/>
              <p:cNvSpPr>
                <a:spLocks/>
              </p:cNvSpPr>
              <p:nvPr/>
            </p:nvSpPr>
            <p:spPr bwMode="auto">
              <a:xfrm>
                <a:off x="2920" y="892"/>
                <a:ext cx="18" cy="30"/>
              </a:xfrm>
              <a:custGeom>
                <a:avLst/>
                <a:gdLst>
                  <a:gd name="T0" fmla="*/ 0 w 149"/>
                  <a:gd name="T1" fmla="*/ 0 h 237"/>
                  <a:gd name="T2" fmla="*/ 0 w 149"/>
                  <a:gd name="T3" fmla="*/ 0 h 237"/>
                  <a:gd name="T4" fmla="*/ 0 w 149"/>
                  <a:gd name="T5" fmla="*/ 0 h 237"/>
                  <a:gd name="T6" fmla="*/ 0 w 149"/>
                  <a:gd name="T7" fmla="*/ 0 h 237"/>
                  <a:gd name="T8" fmla="*/ 0 w 149"/>
                  <a:gd name="T9" fmla="*/ 0 h 237"/>
                  <a:gd name="T10" fmla="*/ 0 w 149"/>
                  <a:gd name="T11" fmla="*/ 0 h 237"/>
                  <a:gd name="T12" fmla="*/ 0 w 149"/>
                  <a:gd name="T13" fmla="*/ 0 h 237"/>
                  <a:gd name="T14" fmla="*/ 0 w 149"/>
                  <a:gd name="T15" fmla="*/ 0 h 237"/>
                  <a:gd name="T16" fmla="*/ 0 w 149"/>
                  <a:gd name="T17" fmla="*/ 0 h 237"/>
                  <a:gd name="T18" fmla="*/ 0 w 149"/>
                  <a:gd name="T19" fmla="*/ 0 h 237"/>
                  <a:gd name="T20" fmla="*/ 0 w 149"/>
                  <a:gd name="T21" fmla="*/ 0 h 2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7"/>
                  <a:gd name="T35" fmla="*/ 149 w 149"/>
                  <a:gd name="T36" fmla="*/ 237 h 2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7">
                    <a:moveTo>
                      <a:pt x="149" y="64"/>
                    </a:moveTo>
                    <a:lnTo>
                      <a:pt x="115" y="117"/>
                    </a:lnTo>
                    <a:lnTo>
                      <a:pt x="115" y="154"/>
                    </a:lnTo>
                    <a:lnTo>
                      <a:pt x="138" y="237"/>
                    </a:lnTo>
                    <a:lnTo>
                      <a:pt x="101" y="209"/>
                    </a:lnTo>
                    <a:lnTo>
                      <a:pt x="18" y="154"/>
                    </a:lnTo>
                    <a:lnTo>
                      <a:pt x="0" y="103"/>
                    </a:lnTo>
                    <a:lnTo>
                      <a:pt x="7" y="81"/>
                    </a:lnTo>
                    <a:lnTo>
                      <a:pt x="36" y="39"/>
                    </a:lnTo>
                    <a:lnTo>
                      <a:pt x="82" y="0"/>
                    </a:lnTo>
                    <a:lnTo>
                      <a:pt x="149" y="64"/>
                    </a:lnTo>
                    <a:close/>
                  </a:path>
                </a:pathLst>
              </a:custGeom>
              <a:solidFill>
                <a:srgbClr val="000000"/>
              </a:solidFill>
              <a:ln w="9525">
                <a:noFill/>
                <a:round/>
                <a:headEnd/>
                <a:tailEnd/>
              </a:ln>
            </p:spPr>
            <p:txBody>
              <a:bodyPr/>
              <a:lstStyle/>
              <a:p>
                <a:pPr algn="ctr"/>
                <a:endParaRPr lang="pt-BR" sz="2400"/>
              </a:p>
            </p:txBody>
          </p:sp>
          <p:sp>
            <p:nvSpPr>
              <p:cNvPr id="635" name="Freeform 253"/>
              <p:cNvSpPr>
                <a:spLocks/>
              </p:cNvSpPr>
              <p:nvPr/>
            </p:nvSpPr>
            <p:spPr bwMode="auto">
              <a:xfrm>
                <a:off x="2914" y="879"/>
                <a:ext cx="10" cy="23"/>
              </a:xfrm>
              <a:custGeom>
                <a:avLst/>
                <a:gdLst>
                  <a:gd name="T0" fmla="*/ 0 w 80"/>
                  <a:gd name="T1" fmla="*/ 0 h 184"/>
                  <a:gd name="T2" fmla="*/ 0 w 80"/>
                  <a:gd name="T3" fmla="*/ 0 h 184"/>
                  <a:gd name="T4" fmla="*/ 0 w 80"/>
                  <a:gd name="T5" fmla="*/ 0 h 184"/>
                  <a:gd name="T6" fmla="*/ 0 w 80"/>
                  <a:gd name="T7" fmla="*/ 0 h 184"/>
                  <a:gd name="T8" fmla="*/ 0 w 80"/>
                  <a:gd name="T9" fmla="*/ 0 h 184"/>
                  <a:gd name="T10" fmla="*/ 0 w 80"/>
                  <a:gd name="T11" fmla="*/ 0 h 184"/>
                  <a:gd name="T12" fmla="*/ 0 w 80"/>
                  <a:gd name="T13" fmla="*/ 0 h 184"/>
                  <a:gd name="T14" fmla="*/ 0 w 80"/>
                  <a:gd name="T15" fmla="*/ 0 h 184"/>
                  <a:gd name="T16" fmla="*/ 0 60000 65536"/>
                  <a:gd name="T17" fmla="*/ 0 60000 65536"/>
                  <a:gd name="T18" fmla="*/ 0 60000 65536"/>
                  <a:gd name="T19" fmla="*/ 0 60000 65536"/>
                  <a:gd name="T20" fmla="*/ 0 60000 65536"/>
                  <a:gd name="T21" fmla="*/ 0 60000 65536"/>
                  <a:gd name="T22" fmla="*/ 0 60000 65536"/>
                  <a:gd name="T23" fmla="*/ 0 60000 65536"/>
                  <a:gd name="T24" fmla="*/ 0 w 80"/>
                  <a:gd name="T25" fmla="*/ 0 h 184"/>
                  <a:gd name="T26" fmla="*/ 80 w 80"/>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0" h="184">
                    <a:moveTo>
                      <a:pt x="80" y="59"/>
                    </a:moveTo>
                    <a:lnTo>
                      <a:pt x="37" y="97"/>
                    </a:lnTo>
                    <a:lnTo>
                      <a:pt x="7" y="161"/>
                    </a:lnTo>
                    <a:lnTo>
                      <a:pt x="0" y="184"/>
                    </a:lnTo>
                    <a:lnTo>
                      <a:pt x="7" y="108"/>
                    </a:lnTo>
                    <a:lnTo>
                      <a:pt x="34" y="41"/>
                    </a:lnTo>
                    <a:lnTo>
                      <a:pt x="71" y="0"/>
                    </a:lnTo>
                    <a:lnTo>
                      <a:pt x="80" y="59"/>
                    </a:lnTo>
                    <a:close/>
                  </a:path>
                </a:pathLst>
              </a:custGeom>
              <a:solidFill>
                <a:srgbClr val="000000"/>
              </a:solidFill>
              <a:ln w="9525">
                <a:noFill/>
                <a:round/>
                <a:headEnd/>
                <a:tailEnd/>
              </a:ln>
            </p:spPr>
            <p:txBody>
              <a:bodyPr/>
              <a:lstStyle/>
              <a:p>
                <a:pPr algn="ctr"/>
                <a:endParaRPr lang="pt-BR" sz="2400"/>
              </a:p>
            </p:txBody>
          </p:sp>
          <p:sp>
            <p:nvSpPr>
              <p:cNvPr id="636" name="Freeform 254"/>
              <p:cNvSpPr>
                <a:spLocks/>
              </p:cNvSpPr>
              <p:nvPr/>
            </p:nvSpPr>
            <p:spPr bwMode="auto">
              <a:xfrm>
                <a:off x="2946" y="834"/>
                <a:ext cx="134" cy="202"/>
              </a:xfrm>
              <a:custGeom>
                <a:avLst/>
                <a:gdLst>
                  <a:gd name="T0" fmla="*/ 0 w 1070"/>
                  <a:gd name="T1" fmla="*/ 0 h 1620"/>
                  <a:gd name="T2" fmla="*/ 0 w 1070"/>
                  <a:gd name="T3" fmla="*/ 0 h 1620"/>
                  <a:gd name="T4" fmla="*/ 0 w 1070"/>
                  <a:gd name="T5" fmla="*/ 0 h 1620"/>
                  <a:gd name="T6" fmla="*/ 0 w 1070"/>
                  <a:gd name="T7" fmla="*/ 0 h 1620"/>
                  <a:gd name="T8" fmla="*/ 0 w 1070"/>
                  <a:gd name="T9" fmla="*/ 0 h 1620"/>
                  <a:gd name="T10" fmla="*/ 0 w 1070"/>
                  <a:gd name="T11" fmla="*/ 0 h 1620"/>
                  <a:gd name="T12" fmla="*/ 0 w 1070"/>
                  <a:gd name="T13" fmla="*/ 0 h 1620"/>
                  <a:gd name="T14" fmla="*/ 0 w 1070"/>
                  <a:gd name="T15" fmla="*/ 0 h 1620"/>
                  <a:gd name="T16" fmla="*/ 0 w 1070"/>
                  <a:gd name="T17" fmla="*/ 0 h 1620"/>
                  <a:gd name="T18" fmla="*/ 0 w 1070"/>
                  <a:gd name="T19" fmla="*/ 0 h 1620"/>
                  <a:gd name="T20" fmla="*/ 0 w 1070"/>
                  <a:gd name="T21" fmla="*/ 0 h 1620"/>
                  <a:gd name="T22" fmla="*/ 0 w 1070"/>
                  <a:gd name="T23" fmla="*/ 0 h 1620"/>
                  <a:gd name="T24" fmla="*/ 0 w 1070"/>
                  <a:gd name="T25" fmla="*/ 0 h 1620"/>
                  <a:gd name="T26" fmla="*/ 0 w 1070"/>
                  <a:gd name="T27" fmla="*/ 0 h 1620"/>
                  <a:gd name="T28" fmla="*/ 0 w 1070"/>
                  <a:gd name="T29" fmla="*/ 0 h 1620"/>
                  <a:gd name="T30" fmla="*/ 0 w 1070"/>
                  <a:gd name="T31" fmla="*/ 0 h 1620"/>
                  <a:gd name="T32" fmla="*/ 0 w 1070"/>
                  <a:gd name="T33" fmla="*/ 0 h 1620"/>
                  <a:gd name="T34" fmla="*/ 0 w 1070"/>
                  <a:gd name="T35" fmla="*/ 0 h 1620"/>
                  <a:gd name="T36" fmla="*/ 0 w 1070"/>
                  <a:gd name="T37" fmla="*/ 0 h 1620"/>
                  <a:gd name="T38" fmla="*/ 0 w 1070"/>
                  <a:gd name="T39" fmla="*/ 0 h 1620"/>
                  <a:gd name="T40" fmla="*/ 0 w 1070"/>
                  <a:gd name="T41" fmla="*/ 0 h 1620"/>
                  <a:gd name="T42" fmla="*/ 0 w 1070"/>
                  <a:gd name="T43" fmla="*/ 0 h 1620"/>
                  <a:gd name="T44" fmla="*/ 0 w 1070"/>
                  <a:gd name="T45" fmla="*/ 0 h 1620"/>
                  <a:gd name="T46" fmla="*/ 0 w 1070"/>
                  <a:gd name="T47" fmla="*/ 0 h 1620"/>
                  <a:gd name="T48" fmla="*/ 0 w 1070"/>
                  <a:gd name="T49" fmla="*/ 0 h 1620"/>
                  <a:gd name="T50" fmla="*/ 0 w 1070"/>
                  <a:gd name="T51" fmla="*/ 0 h 1620"/>
                  <a:gd name="T52" fmla="*/ 0 w 1070"/>
                  <a:gd name="T53" fmla="*/ 0 h 1620"/>
                  <a:gd name="T54" fmla="*/ 0 w 1070"/>
                  <a:gd name="T55" fmla="*/ 0 h 1620"/>
                  <a:gd name="T56" fmla="*/ 0 w 1070"/>
                  <a:gd name="T57" fmla="*/ 0 h 1620"/>
                  <a:gd name="T58" fmla="*/ 0 w 1070"/>
                  <a:gd name="T59" fmla="*/ 0 h 1620"/>
                  <a:gd name="T60" fmla="*/ 0 w 1070"/>
                  <a:gd name="T61" fmla="*/ 0 h 1620"/>
                  <a:gd name="T62" fmla="*/ 0 w 1070"/>
                  <a:gd name="T63" fmla="*/ 0 h 1620"/>
                  <a:gd name="T64" fmla="*/ 0 w 1070"/>
                  <a:gd name="T65" fmla="*/ 0 h 1620"/>
                  <a:gd name="T66" fmla="*/ 0 w 1070"/>
                  <a:gd name="T67" fmla="*/ 0 h 1620"/>
                  <a:gd name="T68" fmla="*/ 0 w 1070"/>
                  <a:gd name="T69" fmla="*/ 0 h 1620"/>
                  <a:gd name="T70" fmla="*/ 0 w 1070"/>
                  <a:gd name="T71" fmla="*/ 0 h 1620"/>
                  <a:gd name="T72" fmla="*/ 0 w 1070"/>
                  <a:gd name="T73" fmla="*/ 0 h 1620"/>
                  <a:gd name="T74" fmla="*/ 0 w 1070"/>
                  <a:gd name="T75" fmla="*/ 0 h 1620"/>
                  <a:gd name="T76" fmla="*/ 0 w 1070"/>
                  <a:gd name="T77" fmla="*/ 0 h 1620"/>
                  <a:gd name="T78" fmla="*/ 0 w 1070"/>
                  <a:gd name="T79" fmla="*/ 0 h 1620"/>
                  <a:gd name="T80" fmla="*/ 0 w 1070"/>
                  <a:gd name="T81" fmla="*/ 0 h 1620"/>
                  <a:gd name="T82" fmla="*/ 0 w 1070"/>
                  <a:gd name="T83" fmla="*/ 0 h 1620"/>
                  <a:gd name="T84" fmla="*/ 0 w 1070"/>
                  <a:gd name="T85" fmla="*/ 0 h 1620"/>
                  <a:gd name="T86" fmla="*/ 0 w 1070"/>
                  <a:gd name="T87" fmla="*/ 0 h 1620"/>
                  <a:gd name="T88" fmla="*/ 0 w 1070"/>
                  <a:gd name="T89" fmla="*/ 0 h 1620"/>
                  <a:gd name="T90" fmla="*/ 0 w 1070"/>
                  <a:gd name="T91" fmla="*/ 0 h 1620"/>
                  <a:gd name="T92" fmla="*/ 0 w 1070"/>
                  <a:gd name="T93" fmla="*/ 0 h 1620"/>
                  <a:gd name="T94" fmla="*/ 0 w 1070"/>
                  <a:gd name="T95" fmla="*/ 0 h 1620"/>
                  <a:gd name="T96" fmla="*/ 0 w 1070"/>
                  <a:gd name="T97" fmla="*/ 0 h 1620"/>
                  <a:gd name="T98" fmla="*/ 0 w 1070"/>
                  <a:gd name="T99" fmla="*/ 0 h 1620"/>
                  <a:gd name="T100" fmla="*/ 0 w 1070"/>
                  <a:gd name="T101" fmla="*/ 0 h 1620"/>
                  <a:gd name="T102" fmla="*/ 0 w 1070"/>
                  <a:gd name="T103" fmla="*/ 0 h 1620"/>
                  <a:gd name="T104" fmla="*/ 0 w 1070"/>
                  <a:gd name="T105" fmla="*/ 0 h 1620"/>
                  <a:gd name="T106" fmla="*/ 0 w 1070"/>
                  <a:gd name="T107" fmla="*/ 0 h 1620"/>
                  <a:gd name="T108" fmla="*/ 0 w 1070"/>
                  <a:gd name="T109" fmla="*/ 0 h 1620"/>
                  <a:gd name="T110" fmla="*/ 0 w 1070"/>
                  <a:gd name="T111" fmla="*/ 0 h 162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70"/>
                  <a:gd name="T169" fmla="*/ 0 h 1620"/>
                  <a:gd name="T170" fmla="*/ 1070 w 1070"/>
                  <a:gd name="T171" fmla="*/ 1620 h 162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70" h="1620">
                    <a:moveTo>
                      <a:pt x="0" y="646"/>
                    </a:moveTo>
                    <a:lnTo>
                      <a:pt x="92" y="800"/>
                    </a:lnTo>
                    <a:lnTo>
                      <a:pt x="164" y="925"/>
                    </a:lnTo>
                    <a:lnTo>
                      <a:pt x="228" y="980"/>
                    </a:lnTo>
                    <a:lnTo>
                      <a:pt x="332" y="1021"/>
                    </a:lnTo>
                    <a:lnTo>
                      <a:pt x="630" y="1171"/>
                    </a:lnTo>
                    <a:lnTo>
                      <a:pt x="692" y="1176"/>
                    </a:lnTo>
                    <a:lnTo>
                      <a:pt x="782" y="1171"/>
                    </a:lnTo>
                    <a:lnTo>
                      <a:pt x="923" y="1114"/>
                    </a:lnTo>
                    <a:lnTo>
                      <a:pt x="960" y="1074"/>
                    </a:lnTo>
                    <a:lnTo>
                      <a:pt x="978" y="1021"/>
                    </a:lnTo>
                    <a:lnTo>
                      <a:pt x="985" y="947"/>
                    </a:lnTo>
                    <a:lnTo>
                      <a:pt x="1004" y="719"/>
                    </a:lnTo>
                    <a:lnTo>
                      <a:pt x="1028" y="475"/>
                    </a:lnTo>
                    <a:lnTo>
                      <a:pt x="1052" y="360"/>
                    </a:lnTo>
                    <a:lnTo>
                      <a:pt x="1052" y="286"/>
                    </a:lnTo>
                    <a:lnTo>
                      <a:pt x="1028" y="226"/>
                    </a:lnTo>
                    <a:lnTo>
                      <a:pt x="998" y="171"/>
                    </a:lnTo>
                    <a:lnTo>
                      <a:pt x="985" y="233"/>
                    </a:lnTo>
                    <a:lnTo>
                      <a:pt x="947" y="286"/>
                    </a:lnTo>
                    <a:lnTo>
                      <a:pt x="911" y="323"/>
                    </a:lnTo>
                    <a:lnTo>
                      <a:pt x="899" y="332"/>
                    </a:lnTo>
                    <a:lnTo>
                      <a:pt x="936" y="450"/>
                    </a:lnTo>
                    <a:lnTo>
                      <a:pt x="895" y="341"/>
                    </a:lnTo>
                    <a:lnTo>
                      <a:pt x="870" y="281"/>
                    </a:lnTo>
                    <a:lnTo>
                      <a:pt x="863" y="226"/>
                    </a:lnTo>
                    <a:lnTo>
                      <a:pt x="870" y="180"/>
                    </a:lnTo>
                    <a:lnTo>
                      <a:pt x="943" y="55"/>
                    </a:lnTo>
                    <a:lnTo>
                      <a:pt x="998" y="0"/>
                    </a:lnTo>
                    <a:lnTo>
                      <a:pt x="1008" y="127"/>
                    </a:lnTo>
                    <a:lnTo>
                      <a:pt x="1028" y="196"/>
                    </a:lnTo>
                    <a:lnTo>
                      <a:pt x="1063" y="281"/>
                    </a:lnTo>
                    <a:lnTo>
                      <a:pt x="1070" y="355"/>
                    </a:lnTo>
                    <a:lnTo>
                      <a:pt x="1057" y="468"/>
                    </a:lnTo>
                    <a:lnTo>
                      <a:pt x="1033" y="627"/>
                    </a:lnTo>
                    <a:lnTo>
                      <a:pt x="1022" y="763"/>
                    </a:lnTo>
                    <a:lnTo>
                      <a:pt x="1008" y="872"/>
                    </a:lnTo>
                    <a:lnTo>
                      <a:pt x="1004" y="973"/>
                    </a:lnTo>
                    <a:lnTo>
                      <a:pt x="991" y="1056"/>
                    </a:lnTo>
                    <a:lnTo>
                      <a:pt x="973" y="1092"/>
                    </a:lnTo>
                    <a:lnTo>
                      <a:pt x="932" y="1141"/>
                    </a:lnTo>
                    <a:lnTo>
                      <a:pt x="814" y="1194"/>
                    </a:lnTo>
                    <a:lnTo>
                      <a:pt x="722" y="1213"/>
                    </a:lnTo>
                    <a:lnTo>
                      <a:pt x="650" y="1213"/>
                    </a:lnTo>
                    <a:lnTo>
                      <a:pt x="558" y="1213"/>
                    </a:lnTo>
                    <a:lnTo>
                      <a:pt x="501" y="1325"/>
                    </a:lnTo>
                    <a:lnTo>
                      <a:pt x="448" y="1468"/>
                    </a:lnTo>
                    <a:lnTo>
                      <a:pt x="399" y="1620"/>
                    </a:lnTo>
                    <a:lnTo>
                      <a:pt x="448" y="1420"/>
                    </a:lnTo>
                    <a:lnTo>
                      <a:pt x="514" y="1217"/>
                    </a:lnTo>
                    <a:lnTo>
                      <a:pt x="325" y="1092"/>
                    </a:lnTo>
                    <a:lnTo>
                      <a:pt x="169" y="1021"/>
                    </a:lnTo>
                    <a:lnTo>
                      <a:pt x="129" y="971"/>
                    </a:lnTo>
                    <a:lnTo>
                      <a:pt x="81" y="890"/>
                    </a:lnTo>
                    <a:lnTo>
                      <a:pt x="17" y="719"/>
                    </a:lnTo>
                    <a:lnTo>
                      <a:pt x="0" y="646"/>
                    </a:lnTo>
                    <a:close/>
                  </a:path>
                </a:pathLst>
              </a:custGeom>
              <a:solidFill>
                <a:srgbClr val="000000"/>
              </a:solidFill>
              <a:ln w="9525">
                <a:noFill/>
                <a:round/>
                <a:headEnd/>
                <a:tailEnd/>
              </a:ln>
            </p:spPr>
            <p:txBody>
              <a:bodyPr/>
              <a:lstStyle/>
              <a:p>
                <a:pPr algn="ctr"/>
                <a:endParaRPr lang="pt-BR" sz="2400"/>
              </a:p>
            </p:txBody>
          </p:sp>
          <p:sp>
            <p:nvSpPr>
              <p:cNvPr id="637" name="Freeform 255"/>
              <p:cNvSpPr>
                <a:spLocks/>
              </p:cNvSpPr>
              <p:nvPr/>
            </p:nvSpPr>
            <p:spPr bwMode="auto">
              <a:xfrm>
                <a:off x="2988" y="864"/>
                <a:ext cx="55" cy="27"/>
              </a:xfrm>
              <a:custGeom>
                <a:avLst/>
                <a:gdLst>
                  <a:gd name="T0" fmla="*/ 0 w 437"/>
                  <a:gd name="T1" fmla="*/ 0 h 220"/>
                  <a:gd name="T2" fmla="*/ 0 w 437"/>
                  <a:gd name="T3" fmla="*/ 0 h 220"/>
                  <a:gd name="T4" fmla="*/ 0 w 437"/>
                  <a:gd name="T5" fmla="*/ 0 h 220"/>
                  <a:gd name="T6" fmla="*/ 0 w 437"/>
                  <a:gd name="T7" fmla="*/ 0 h 220"/>
                  <a:gd name="T8" fmla="*/ 0 w 437"/>
                  <a:gd name="T9" fmla="*/ 0 h 220"/>
                  <a:gd name="T10" fmla="*/ 0 w 437"/>
                  <a:gd name="T11" fmla="*/ 0 h 220"/>
                  <a:gd name="T12" fmla="*/ 0 w 437"/>
                  <a:gd name="T13" fmla="*/ 0 h 220"/>
                  <a:gd name="T14" fmla="*/ 0 w 437"/>
                  <a:gd name="T15" fmla="*/ 0 h 220"/>
                  <a:gd name="T16" fmla="*/ 0 w 437"/>
                  <a:gd name="T17" fmla="*/ 0 h 220"/>
                  <a:gd name="T18" fmla="*/ 0 w 437"/>
                  <a:gd name="T19" fmla="*/ 0 h 220"/>
                  <a:gd name="T20" fmla="*/ 0 w 437"/>
                  <a:gd name="T21" fmla="*/ 0 h 220"/>
                  <a:gd name="T22" fmla="*/ 0 w 437"/>
                  <a:gd name="T23" fmla="*/ 0 h 220"/>
                  <a:gd name="T24" fmla="*/ 0 w 437"/>
                  <a:gd name="T25" fmla="*/ 0 h 220"/>
                  <a:gd name="T26" fmla="*/ 0 w 437"/>
                  <a:gd name="T27" fmla="*/ 0 h 220"/>
                  <a:gd name="T28" fmla="*/ 0 w 437"/>
                  <a:gd name="T29" fmla="*/ 0 h 220"/>
                  <a:gd name="T30" fmla="*/ 0 w 437"/>
                  <a:gd name="T31" fmla="*/ 0 h 220"/>
                  <a:gd name="T32" fmla="*/ 0 w 437"/>
                  <a:gd name="T33" fmla="*/ 0 h 220"/>
                  <a:gd name="T34" fmla="*/ 0 w 437"/>
                  <a:gd name="T35" fmla="*/ 0 h 220"/>
                  <a:gd name="T36" fmla="*/ 0 w 437"/>
                  <a:gd name="T37" fmla="*/ 0 h 220"/>
                  <a:gd name="T38" fmla="*/ 0 w 437"/>
                  <a:gd name="T39" fmla="*/ 0 h 220"/>
                  <a:gd name="T40" fmla="*/ 0 w 437"/>
                  <a:gd name="T41" fmla="*/ 0 h 220"/>
                  <a:gd name="T42" fmla="*/ 0 w 437"/>
                  <a:gd name="T43" fmla="*/ 0 h 220"/>
                  <a:gd name="T44" fmla="*/ 0 w 437"/>
                  <a:gd name="T45" fmla="*/ 0 h 220"/>
                  <a:gd name="T46" fmla="*/ 0 w 437"/>
                  <a:gd name="T47" fmla="*/ 0 h 220"/>
                  <a:gd name="T48" fmla="*/ 0 w 437"/>
                  <a:gd name="T49" fmla="*/ 0 h 2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37"/>
                  <a:gd name="T76" fmla="*/ 0 h 220"/>
                  <a:gd name="T77" fmla="*/ 437 w 437"/>
                  <a:gd name="T78" fmla="*/ 220 h 2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37" h="220">
                    <a:moveTo>
                      <a:pt x="72" y="20"/>
                    </a:moveTo>
                    <a:lnTo>
                      <a:pt x="169" y="0"/>
                    </a:lnTo>
                    <a:lnTo>
                      <a:pt x="303" y="0"/>
                    </a:lnTo>
                    <a:lnTo>
                      <a:pt x="390" y="0"/>
                    </a:lnTo>
                    <a:lnTo>
                      <a:pt x="417" y="20"/>
                    </a:lnTo>
                    <a:lnTo>
                      <a:pt x="437" y="49"/>
                    </a:lnTo>
                    <a:lnTo>
                      <a:pt x="417" y="79"/>
                    </a:lnTo>
                    <a:lnTo>
                      <a:pt x="381" y="104"/>
                    </a:lnTo>
                    <a:lnTo>
                      <a:pt x="351" y="123"/>
                    </a:lnTo>
                    <a:lnTo>
                      <a:pt x="333" y="171"/>
                    </a:lnTo>
                    <a:lnTo>
                      <a:pt x="309" y="207"/>
                    </a:lnTo>
                    <a:lnTo>
                      <a:pt x="259" y="220"/>
                    </a:lnTo>
                    <a:lnTo>
                      <a:pt x="199" y="213"/>
                    </a:lnTo>
                    <a:lnTo>
                      <a:pt x="153" y="200"/>
                    </a:lnTo>
                    <a:lnTo>
                      <a:pt x="118" y="189"/>
                    </a:lnTo>
                    <a:lnTo>
                      <a:pt x="39" y="171"/>
                    </a:lnTo>
                    <a:lnTo>
                      <a:pt x="17" y="189"/>
                    </a:lnTo>
                    <a:lnTo>
                      <a:pt x="0" y="148"/>
                    </a:lnTo>
                    <a:lnTo>
                      <a:pt x="46" y="123"/>
                    </a:lnTo>
                    <a:lnTo>
                      <a:pt x="63" y="141"/>
                    </a:lnTo>
                    <a:lnTo>
                      <a:pt x="118" y="148"/>
                    </a:lnTo>
                    <a:lnTo>
                      <a:pt x="169" y="132"/>
                    </a:lnTo>
                    <a:lnTo>
                      <a:pt x="222" y="104"/>
                    </a:lnTo>
                    <a:lnTo>
                      <a:pt x="169" y="40"/>
                    </a:lnTo>
                    <a:lnTo>
                      <a:pt x="72" y="20"/>
                    </a:lnTo>
                    <a:close/>
                  </a:path>
                </a:pathLst>
              </a:custGeom>
              <a:solidFill>
                <a:srgbClr val="000000"/>
              </a:solidFill>
              <a:ln w="9525">
                <a:noFill/>
                <a:round/>
                <a:headEnd/>
                <a:tailEnd/>
              </a:ln>
            </p:spPr>
            <p:txBody>
              <a:bodyPr/>
              <a:lstStyle/>
              <a:p>
                <a:pPr algn="ctr"/>
                <a:endParaRPr lang="pt-BR" sz="2400"/>
              </a:p>
            </p:txBody>
          </p:sp>
          <p:sp>
            <p:nvSpPr>
              <p:cNvPr id="638" name="Freeform 256"/>
              <p:cNvSpPr>
                <a:spLocks/>
              </p:cNvSpPr>
              <p:nvPr/>
            </p:nvSpPr>
            <p:spPr bwMode="auto">
              <a:xfrm>
                <a:off x="3035" y="905"/>
                <a:ext cx="33" cy="16"/>
              </a:xfrm>
              <a:custGeom>
                <a:avLst/>
                <a:gdLst>
                  <a:gd name="T0" fmla="*/ 0 w 256"/>
                  <a:gd name="T1" fmla="*/ 0 h 123"/>
                  <a:gd name="T2" fmla="*/ 0 w 256"/>
                  <a:gd name="T3" fmla="*/ 0 h 123"/>
                  <a:gd name="T4" fmla="*/ 0 w 256"/>
                  <a:gd name="T5" fmla="*/ 0 h 123"/>
                  <a:gd name="T6" fmla="*/ 0 w 256"/>
                  <a:gd name="T7" fmla="*/ 0 h 123"/>
                  <a:gd name="T8" fmla="*/ 0 w 256"/>
                  <a:gd name="T9" fmla="*/ 0 h 123"/>
                  <a:gd name="T10" fmla="*/ 0 w 256"/>
                  <a:gd name="T11" fmla="*/ 0 h 123"/>
                  <a:gd name="T12" fmla="*/ 0 w 256"/>
                  <a:gd name="T13" fmla="*/ 0 h 123"/>
                  <a:gd name="T14" fmla="*/ 0 w 256"/>
                  <a:gd name="T15" fmla="*/ 0 h 123"/>
                  <a:gd name="T16" fmla="*/ 0 w 256"/>
                  <a:gd name="T17" fmla="*/ 0 h 123"/>
                  <a:gd name="T18" fmla="*/ 0 w 256"/>
                  <a:gd name="T19" fmla="*/ 0 h 123"/>
                  <a:gd name="T20" fmla="*/ 0 w 256"/>
                  <a:gd name="T21" fmla="*/ 0 h 123"/>
                  <a:gd name="T22" fmla="*/ 0 w 256"/>
                  <a:gd name="T23" fmla="*/ 0 h 123"/>
                  <a:gd name="T24" fmla="*/ 0 w 256"/>
                  <a:gd name="T25" fmla="*/ 0 h 123"/>
                  <a:gd name="T26" fmla="*/ 0 w 256"/>
                  <a:gd name="T27" fmla="*/ 0 h 123"/>
                  <a:gd name="T28" fmla="*/ 0 w 256"/>
                  <a:gd name="T29" fmla="*/ 0 h 123"/>
                  <a:gd name="T30" fmla="*/ 0 w 256"/>
                  <a:gd name="T31" fmla="*/ 0 h 1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56"/>
                  <a:gd name="T49" fmla="*/ 0 h 123"/>
                  <a:gd name="T50" fmla="*/ 256 w 256"/>
                  <a:gd name="T51" fmla="*/ 123 h 12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56" h="123">
                    <a:moveTo>
                      <a:pt x="256" y="33"/>
                    </a:moveTo>
                    <a:lnTo>
                      <a:pt x="171" y="26"/>
                    </a:lnTo>
                    <a:lnTo>
                      <a:pt x="90" y="72"/>
                    </a:lnTo>
                    <a:lnTo>
                      <a:pt x="72" y="99"/>
                    </a:lnTo>
                    <a:lnTo>
                      <a:pt x="30" y="75"/>
                    </a:lnTo>
                    <a:lnTo>
                      <a:pt x="14" y="38"/>
                    </a:lnTo>
                    <a:lnTo>
                      <a:pt x="23" y="0"/>
                    </a:lnTo>
                    <a:lnTo>
                      <a:pt x="0" y="51"/>
                    </a:lnTo>
                    <a:lnTo>
                      <a:pt x="10" y="97"/>
                    </a:lnTo>
                    <a:lnTo>
                      <a:pt x="41" y="112"/>
                    </a:lnTo>
                    <a:lnTo>
                      <a:pt x="83" y="123"/>
                    </a:lnTo>
                    <a:lnTo>
                      <a:pt x="109" y="112"/>
                    </a:lnTo>
                    <a:lnTo>
                      <a:pt x="191" y="97"/>
                    </a:lnTo>
                    <a:lnTo>
                      <a:pt x="230" y="106"/>
                    </a:lnTo>
                    <a:lnTo>
                      <a:pt x="250" y="62"/>
                    </a:lnTo>
                    <a:lnTo>
                      <a:pt x="256" y="33"/>
                    </a:lnTo>
                    <a:close/>
                  </a:path>
                </a:pathLst>
              </a:custGeom>
              <a:solidFill>
                <a:srgbClr val="000000"/>
              </a:solidFill>
              <a:ln w="9525">
                <a:noFill/>
                <a:round/>
                <a:headEnd/>
                <a:tailEnd/>
              </a:ln>
            </p:spPr>
            <p:txBody>
              <a:bodyPr/>
              <a:lstStyle/>
              <a:p>
                <a:pPr algn="ctr"/>
                <a:endParaRPr lang="pt-BR" sz="2400"/>
              </a:p>
            </p:txBody>
          </p:sp>
          <p:sp>
            <p:nvSpPr>
              <p:cNvPr id="639" name="Freeform 257"/>
              <p:cNvSpPr>
                <a:spLocks/>
              </p:cNvSpPr>
              <p:nvPr/>
            </p:nvSpPr>
            <p:spPr bwMode="auto">
              <a:xfrm>
                <a:off x="3025" y="929"/>
                <a:ext cx="41" cy="27"/>
              </a:xfrm>
              <a:custGeom>
                <a:avLst/>
                <a:gdLst>
                  <a:gd name="T0" fmla="*/ 0 w 328"/>
                  <a:gd name="T1" fmla="*/ 0 h 217"/>
                  <a:gd name="T2" fmla="*/ 0 w 328"/>
                  <a:gd name="T3" fmla="*/ 0 h 217"/>
                  <a:gd name="T4" fmla="*/ 0 w 328"/>
                  <a:gd name="T5" fmla="*/ 0 h 217"/>
                  <a:gd name="T6" fmla="*/ 0 w 328"/>
                  <a:gd name="T7" fmla="*/ 0 h 217"/>
                  <a:gd name="T8" fmla="*/ 0 w 328"/>
                  <a:gd name="T9" fmla="*/ 0 h 217"/>
                  <a:gd name="T10" fmla="*/ 0 w 328"/>
                  <a:gd name="T11" fmla="*/ 0 h 217"/>
                  <a:gd name="T12" fmla="*/ 0 w 328"/>
                  <a:gd name="T13" fmla="*/ 0 h 217"/>
                  <a:gd name="T14" fmla="*/ 0 w 328"/>
                  <a:gd name="T15" fmla="*/ 0 h 217"/>
                  <a:gd name="T16" fmla="*/ 0 w 328"/>
                  <a:gd name="T17" fmla="*/ 0 h 217"/>
                  <a:gd name="T18" fmla="*/ 0 w 328"/>
                  <a:gd name="T19" fmla="*/ 0 h 217"/>
                  <a:gd name="T20" fmla="*/ 0 w 328"/>
                  <a:gd name="T21" fmla="*/ 0 h 217"/>
                  <a:gd name="T22" fmla="*/ 0 w 328"/>
                  <a:gd name="T23" fmla="*/ 0 h 217"/>
                  <a:gd name="T24" fmla="*/ 0 w 328"/>
                  <a:gd name="T25" fmla="*/ 0 h 217"/>
                  <a:gd name="T26" fmla="*/ 0 w 328"/>
                  <a:gd name="T27" fmla="*/ 0 h 217"/>
                  <a:gd name="T28" fmla="*/ 0 w 328"/>
                  <a:gd name="T29" fmla="*/ 0 h 217"/>
                  <a:gd name="T30" fmla="*/ 0 w 328"/>
                  <a:gd name="T31" fmla="*/ 0 h 2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8"/>
                  <a:gd name="T49" fmla="*/ 0 h 217"/>
                  <a:gd name="T50" fmla="*/ 328 w 328"/>
                  <a:gd name="T51" fmla="*/ 217 h 2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8" h="217">
                    <a:moveTo>
                      <a:pt x="0" y="217"/>
                    </a:moveTo>
                    <a:lnTo>
                      <a:pt x="0" y="134"/>
                    </a:lnTo>
                    <a:lnTo>
                      <a:pt x="65" y="85"/>
                    </a:lnTo>
                    <a:lnTo>
                      <a:pt x="95" y="109"/>
                    </a:lnTo>
                    <a:lnTo>
                      <a:pt x="150" y="99"/>
                    </a:lnTo>
                    <a:lnTo>
                      <a:pt x="219" y="74"/>
                    </a:lnTo>
                    <a:lnTo>
                      <a:pt x="247" y="55"/>
                    </a:lnTo>
                    <a:lnTo>
                      <a:pt x="279" y="59"/>
                    </a:lnTo>
                    <a:lnTo>
                      <a:pt x="323" y="0"/>
                    </a:lnTo>
                    <a:lnTo>
                      <a:pt x="328" y="74"/>
                    </a:lnTo>
                    <a:lnTo>
                      <a:pt x="279" y="145"/>
                    </a:lnTo>
                    <a:lnTo>
                      <a:pt x="242" y="159"/>
                    </a:lnTo>
                    <a:lnTo>
                      <a:pt x="182" y="152"/>
                    </a:lnTo>
                    <a:lnTo>
                      <a:pt x="99" y="138"/>
                    </a:lnTo>
                    <a:lnTo>
                      <a:pt x="53" y="138"/>
                    </a:lnTo>
                    <a:lnTo>
                      <a:pt x="0" y="217"/>
                    </a:lnTo>
                    <a:close/>
                  </a:path>
                </a:pathLst>
              </a:custGeom>
              <a:solidFill>
                <a:srgbClr val="000000"/>
              </a:solidFill>
              <a:ln w="9525">
                <a:noFill/>
                <a:round/>
                <a:headEnd/>
                <a:tailEnd/>
              </a:ln>
            </p:spPr>
            <p:txBody>
              <a:bodyPr/>
              <a:lstStyle/>
              <a:p>
                <a:pPr algn="ctr"/>
                <a:endParaRPr lang="pt-BR" sz="2400"/>
              </a:p>
            </p:txBody>
          </p:sp>
          <p:sp>
            <p:nvSpPr>
              <p:cNvPr id="640" name="Line 258"/>
              <p:cNvSpPr>
                <a:spLocks noChangeShapeType="1"/>
              </p:cNvSpPr>
              <p:nvPr/>
            </p:nvSpPr>
            <p:spPr bwMode="auto">
              <a:xfrm>
                <a:off x="2957" y="897"/>
                <a:ext cx="20" cy="32"/>
              </a:xfrm>
              <a:prstGeom prst="line">
                <a:avLst/>
              </a:prstGeom>
              <a:noFill/>
              <a:ln w="0">
                <a:solidFill>
                  <a:srgbClr val="000000"/>
                </a:solidFill>
                <a:round/>
                <a:headEnd/>
                <a:tailEnd/>
              </a:ln>
            </p:spPr>
            <p:txBody>
              <a:bodyPr/>
              <a:lstStyle/>
              <a:p>
                <a:endParaRPr lang="pt-BR" sz="2400"/>
              </a:p>
            </p:txBody>
          </p:sp>
          <p:sp>
            <p:nvSpPr>
              <p:cNvPr id="641" name="Line 259"/>
              <p:cNvSpPr>
                <a:spLocks noChangeShapeType="1"/>
              </p:cNvSpPr>
              <p:nvPr/>
            </p:nvSpPr>
            <p:spPr bwMode="auto">
              <a:xfrm>
                <a:off x="2966" y="904"/>
                <a:ext cx="21" cy="32"/>
              </a:xfrm>
              <a:prstGeom prst="line">
                <a:avLst/>
              </a:prstGeom>
              <a:noFill/>
              <a:ln w="0">
                <a:solidFill>
                  <a:srgbClr val="000000"/>
                </a:solidFill>
                <a:round/>
                <a:headEnd/>
                <a:tailEnd/>
              </a:ln>
            </p:spPr>
            <p:txBody>
              <a:bodyPr/>
              <a:lstStyle/>
              <a:p>
                <a:endParaRPr lang="pt-BR" sz="2400"/>
              </a:p>
            </p:txBody>
          </p:sp>
          <p:sp>
            <p:nvSpPr>
              <p:cNvPr id="642" name="Line 260"/>
              <p:cNvSpPr>
                <a:spLocks noChangeShapeType="1"/>
              </p:cNvSpPr>
              <p:nvPr/>
            </p:nvSpPr>
            <p:spPr bwMode="auto">
              <a:xfrm>
                <a:off x="2979" y="916"/>
                <a:ext cx="16" cy="21"/>
              </a:xfrm>
              <a:prstGeom prst="line">
                <a:avLst/>
              </a:prstGeom>
              <a:noFill/>
              <a:ln w="0">
                <a:solidFill>
                  <a:srgbClr val="000000"/>
                </a:solidFill>
                <a:round/>
                <a:headEnd/>
                <a:tailEnd/>
              </a:ln>
            </p:spPr>
            <p:txBody>
              <a:bodyPr/>
              <a:lstStyle/>
              <a:p>
                <a:endParaRPr lang="pt-BR" sz="2400"/>
              </a:p>
            </p:txBody>
          </p:sp>
          <p:sp>
            <p:nvSpPr>
              <p:cNvPr id="643" name="Line 261"/>
              <p:cNvSpPr>
                <a:spLocks noChangeShapeType="1"/>
              </p:cNvSpPr>
              <p:nvPr/>
            </p:nvSpPr>
            <p:spPr bwMode="auto">
              <a:xfrm>
                <a:off x="2991" y="924"/>
                <a:ext cx="12" cy="13"/>
              </a:xfrm>
              <a:prstGeom prst="line">
                <a:avLst/>
              </a:prstGeom>
              <a:noFill/>
              <a:ln w="0">
                <a:solidFill>
                  <a:srgbClr val="000000"/>
                </a:solidFill>
                <a:round/>
                <a:headEnd/>
                <a:tailEnd/>
              </a:ln>
            </p:spPr>
            <p:txBody>
              <a:bodyPr/>
              <a:lstStyle/>
              <a:p>
                <a:endParaRPr lang="pt-BR" sz="2400"/>
              </a:p>
            </p:txBody>
          </p:sp>
          <p:sp>
            <p:nvSpPr>
              <p:cNvPr id="644" name="Freeform 262"/>
              <p:cNvSpPr>
                <a:spLocks/>
              </p:cNvSpPr>
              <p:nvPr/>
            </p:nvSpPr>
            <p:spPr bwMode="auto">
              <a:xfrm>
                <a:off x="3313" y="723"/>
                <a:ext cx="173" cy="172"/>
              </a:xfrm>
              <a:custGeom>
                <a:avLst/>
                <a:gdLst>
                  <a:gd name="T0" fmla="*/ 0 w 1385"/>
                  <a:gd name="T1" fmla="*/ 0 h 1372"/>
                  <a:gd name="T2" fmla="*/ 0 w 1385"/>
                  <a:gd name="T3" fmla="*/ 0 h 1372"/>
                  <a:gd name="T4" fmla="*/ 0 w 1385"/>
                  <a:gd name="T5" fmla="*/ 0 h 1372"/>
                  <a:gd name="T6" fmla="*/ 0 w 1385"/>
                  <a:gd name="T7" fmla="*/ 0 h 1372"/>
                  <a:gd name="T8" fmla="*/ 0 w 1385"/>
                  <a:gd name="T9" fmla="*/ 0 h 1372"/>
                  <a:gd name="T10" fmla="*/ 0 w 1385"/>
                  <a:gd name="T11" fmla="*/ 0 h 1372"/>
                  <a:gd name="T12" fmla="*/ 0 w 1385"/>
                  <a:gd name="T13" fmla="*/ 0 h 1372"/>
                  <a:gd name="T14" fmla="*/ 0 w 1385"/>
                  <a:gd name="T15" fmla="*/ 0 h 1372"/>
                  <a:gd name="T16" fmla="*/ 0 w 1385"/>
                  <a:gd name="T17" fmla="*/ 0 h 1372"/>
                  <a:gd name="T18" fmla="*/ 0 w 1385"/>
                  <a:gd name="T19" fmla="*/ 0 h 1372"/>
                  <a:gd name="T20" fmla="*/ 0 w 1385"/>
                  <a:gd name="T21" fmla="*/ 0 h 1372"/>
                  <a:gd name="T22" fmla="*/ 0 w 1385"/>
                  <a:gd name="T23" fmla="*/ 0 h 1372"/>
                  <a:gd name="T24" fmla="*/ 0 w 1385"/>
                  <a:gd name="T25" fmla="*/ 0 h 1372"/>
                  <a:gd name="T26" fmla="*/ 0 w 1385"/>
                  <a:gd name="T27" fmla="*/ 0 h 1372"/>
                  <a:gd name="T28" fmla="*/ 0 w 1385"/>
                  <a:gd name="T29" fmla="*/ 0 h 1372"/>
                  <a:gd name="T30" fmla="*/ 0 w 1385"/>
                  <a:gd name="T31" fmla="*/ 0 h 1372"/>
                  <a:gd name="T32" fmla="*/ 0 w 1385"/>
                  <a:gd name="T33" fmla="*/ 0 h 1372"/>
                  <a:gd name="T34" fmla="*/ 0 w 1385"/>
                  <a:gd name="T35" fmla="*/ 0 h 1372"/>
                  <a:gd name="T36" fmla="*/ 0 w 1385"/>
                  <a:gd name="T37" fmla="*/ 0 h 1372"/>
                  <a:gd name="T38" fmla="*/ 0 w 1385"/>
                  <a:gd name="T39" fmla="*/ 0 h 1372"/>
                  <a:gd name="T40" fmla="*/ 0 w 1385"/>
                  <a:gd name="T41" fmla="*/ 0 h 1372"/>
                  <a:gd name="T42" fmla="*/ 0 w 1385"/>
                  <a:gd name="T43" fmla="*/ 0 h 1372"/>
                  <a:gd name="T44" fmla="*/ 0 w 1385"/>
                  <a:gd name="T45" fmla="*/ 0 h 1372"/>
                  <a:gd name="T46" fmla="*/ 0 w 1385"/>
                  <a:gd name="T47" fmla="*/ 0 h 1372"/>
                  <a:gd name="T48" fmla="*/ 0 w 1385"/>
                  <a:gd name="T49" fmla="*/ 0 h 1372"/>
                  <a:gd name="T50" fmla="*/ 0 w 1385"/>
                  <a:gd name="T51" fmla="*/ 0 h 1372"/>
                  <a:gd name="T52" fmla="*/ 0 w 1385"/>
                  <a:gd name="T53" fmla="*/ 0 h 1372"/>
                  <a:gd name="T54" fmla="*/ 0 w 1385"/>
                  <a:gd name="T55" fmla="*/ 0 h 1372"/>
                  <a:gd name="T56" fmla="*/ 0 w 1385"/>
                  <a:gd name="T57" fmla="*/ 0 h 1372"/>
                  <a:gd name="T58" fmla="*/ 0 w 1385"/>
                  <a:gd name="T59" fmla="*/ 0 h 1372"/>
                  <a:gd name="T60" fmla="*/ 0 w 1385"/>
                  <a:gd name="T61" fmla="*/ 0 h 1372"/>
                  <a:gd name="T62" fmla="*/ 0 w 1385"/>
                  <a:gd name="T63" fmla="*/ 0 h 1372"/>
                  <a:gd name="T64" fmla="*/ 0 w 1385"/>
                  <a:gd name="T65" fmla="*/ 0 h 1372"/>
                  <a:gd name="T66" fmla="*/ 0 w 1385"/>
                  <a:gd name="T67" fmla="*/ 0 h 1372"/>
                  <a:gd name="T68" fmla="*/ 0 w 1385"/>
                  <a:gd name="T69" fmla="*/ 0 h 1372"/>
                  <a:gd name="T70" fmla="*/ 0 w 1385"/>
                  <a:gd name="T71" fmla="*/ 0 h 1372"/>
                  <a:gd name="T72" fmla="*/ 0 w 1385"/>
                  <a:gd name="T73" fmla="*/ 0 h 1372"/>
                  <a:gd name="T74" fmla="*/ 0 w 1385"/>
                  <a:gd name="T75" fmla="*/ 0 h 1372"/>
                  <a:gd name="T76" fmla="*/ 0 w 1385"/>
                  <a:gd name="T77" fmla="*/ 0 h 1372"/>
                  <a:gd name="T78" fmla="*/ 0 w 1385"/>
                  <a:gd name="T79" fmla="*/ 0 h 1372"/>
                  <a:gd name="T80" fmla="*/ 0 w 1385"/>
                  <a:gd name="T81" fmla="*/ 0 h 1372"/>
                  <a:gd name="T82" fmla="*/ 0 w 1385"/>
                  <a:gd name="T83" fmla="*/ 0 h 1372"/>
                  <a:gd name="T84" fmla="*/ 0 w 1385"/>
                  <a:gd name="T85" fmla="*/ 0 h 1372"/>
                  <a:gd name="T86" fmla="*/ 0 w 1385"/>
                  <a:gd name="T87" fmla="*/ 0 h 1372"/>
                  <a:gd name="T88" fmla="*/ 0 w 1385"/>
                  <a:gd name="T89" fmla="*/ 0 h 1372"/>
                  <a:gd name="T90" fmla="*/ 0 w 1385"/>
                  <a:gd name="T91" fmla="*/ 0 h 1372"/>
                  <a:gd name="T92" fmla="*/ 0 w 1385"/>
                  <a:gd name="T93" fmla="*/ 0 h 137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385"/>
                  <a:gd name="T142" fmla="*/ 0 h 1372"/>
                  <a:gd name="T143" fmla="*/ 1385 w 1385"/>
                  <a:gd name="T144" fmla="*/ 1372 h 137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385" h="1372">
                    <a:moveTo>
                      <a:pt x="97" y="674"/>
                    </a:moveTo>
                    <a:lnTo>
                      <a:pt x="97" y="614"/>
                    </a:lnTo>
                    <a:lnTo>
                      <a:pt x="155" y="596"/>
                    </a:lnTo>
                    <a:lnTo>
                      <a:pt x="185" y="630"/>
                    </a:lnTo>
                    <a:lnTo>
                      <a:pt x="185" y="681"/>
                    </a:lnTo>
                    <a:lnTo>
                      <a:pt x="210" y="644"/>
                    </a:lnTo>
                    <a:lnTo>
                      <a:pt x="295" y="729"/>
                    </a:lnTo>
                    <a:lnTo>
                      <a:pt x="295" y="833"/>
                    </a:lnTo>
                    <a:lnTo>
                      <a:pt x="416" y="1105"/>
                    </a:lnTo>
                    <a:lnTo>
                      <a:pt x="422" y="1192"/>
                    </a:lnTo>
                    <a:lnTo>
                      <a:pt x="311" y="1105"/>
                    </a:lnTo>
                    <a:lnTo>
                      <a:pt x="480" y="1271"/>
                    </a:lnTo>
                    <a:lnTo>
                      <a:pt x="480" y="1137"/>
                    </a:lnTo>
                    <a:lnTo>
                      <a:pt x="341" y="809"/>
                    </a:lnTo>
                    <a:lnTo>
                      <a:pt x="322" y="695"/>
                    </a:lnTo>
                    <a:lnTo>
                      <a:pt x="295" y="630"/>
                    </a:lnTo>
                    <a:lnTo>
                      <a:pt x="341" y="549"/>
                    </a:lnTo>
                    <a:lnTo>
                      <a:pt x="412" y="524"/>
                    </a:lnTo>
                    <a:lnTo>
                      <a:pt x="493" y="547"/>
                    </a:lnTo>
                    <a:lnTo>
                      <a:pt x="572" y="602"/>
                    </a:lnTo>
                    <a:lnTo>
                      <a:pt x="706" y="679"/>
                    </a:lnTo>
                    <a:lnTo>
                      <a:pt x="849" y="722"/>
                    </a:lnTo>
                    <a:lnTo>
                      <a:pt x="1012" y="717"/>
                    </a:lnTo>
                    <a:lnTo>
                      <a:pt x="1088" y="695"/>
                    </a:lnTo>
                    <a:lnTo>
                      <a:pt x="1181" y="639"/>
                    </a:lnTo>
                    <a:lnTo>
                      <a:pt x="1266" y="596"/>
                    </a:lnTo>
                    <a:lnTo>
                      <a:pt x="1332" y="699"/>
                    </a:lnTo>
                    <a:lnTo>
                      <a:pt x="1194" y="851"/>
                    </a:lnTo>
                    <a:lnTo>
                      <a:pt x="1152" y="923"/>
                    </a:lnTo>
                    <a:lnTo>
                      <a:pt x="1082" y="906"/>
                    </a:lnTo>
                    <a:lnTo>
                      <a:pt x="1095" y="916"/>
                    </a:lnTo>
                    <a:lnTo>
                      <a:pt x="1161" y="948"/>
                    </a:lnTo>
                    <a:lnTo>
                      <a:pt x="1238" y="916"/>
                    </a:lnTo>
                    <a:lnTo>
                      <a:pt x="1229" y="954"/>
                    </a:lnTo>
                    <a:lnTo>
                      <a:pt x="1174" y="1003"/>
                    </a:lnTo>
                    <a:lnTo>
                      <a:pt x="1174" y="1020"/>
                    </a:lnTo>
                    <a:lnTo>
                      <a:pt x="1220" y="1008"/>
                    </a:lnTo>
                    <a:lnTo>
                      <a:pt x="1280" y="960"/>
                    </a:lnTo>
                    <a:lnTo>
                      <a:pt x="1332" y="906"/>
                    </a:lnTo>
                    <a:lnTo>
                      <a:pt x="1363" y="858"/>
                    </a:lnTo>
                    <a:lnTo>
                      <a:pt x="1363" y="796"/>
                    </a:lnTo>
                    <a:lnTo>
                      <a:pt x="1385" y="754"/>
                    </a:lnTo>
                    <a:lnTo>
                      <a:pt x="1381" y="662"/>
                    </a:lnTo>
                    <a:lnTo>
                      <a:pt x="1355" y="582"/>
                    </a:lnTo>
                    <a:lnTo>
                      <a:pt x="1363" y="459"/>
                    </a:lnTo>
                    <a:lnTo>
                      <a:pt x="1337" y="339"/>
                    </a:lnTo>
                    <a:lnTo>
                      <a:pt x="1210" y="209"/>
                    </a:lnTo>
                    <a:lnTo>
                      <a:pt x="1077" y="134"/>
                    </a:lnTo>
                    <a:lnTo>
                      <a:pt x="742" y="24"/>
                    </a:lnTo>
                    <a:lnTo>
                      <a:pt x="528" y="0"/>
                    </a:lnTo>
                    <a:lnTo>
                      <a:pt x="368" y="22"/>
                    </a:lnTo>
                    <a:lnTo>
                      <a:pt x="256" y="97"/>
                    </a:lnTo>
                    <a:lnTo>
                      <a:pt x="183" y="194"/>
                    </a:lnTo>
                    <a:lnTo>
                      <a:pt x="124" y="337"/>
                    </a:lnTo>
                    <a:lnTo>
                      <a:pt x="219" y="224"/>
                    </a:lnTo>
                    <a:lnTo>
                      <a:pt x="326" y="167"/>
                    </a:lnTo>
                    <a:lnTo>
                      <a:pt x="274" y="264"/>
                    </a:lnTo>
                    <a:lnTo>
                      <a:pt x="416" y="185"/>
                    </a:lnTo>
                    <a:lnTo>
                      <a:pt x="539" y="167"/>
                    </a:lnTo>
                    <a:lnTo>
                      <a:pt x="632" y="155"/>
                    </a:lnTo>
                    <a:lnTo>
                      <a:pt x="493" y="266"/>
                    </a:lnTo>
                    <a:lnTo>
                      <a:pt x="515" y="293"/>
                    </a:lnTo>
                    <a:lnTo>
                      <a:pt x="590" y="282"/>
                    </a:lnTo>
                    <a:lnTo>
                      <a:pt x="555" y="328"/>
                    </a:lnTo>
                    <a:lnTo>
                      <a:pt x="572" y="378"/>
                    </a:lnTo>
                    <a:lnTo>
                      <a:pt x="791" y="328"/>
                    </a:lnTo>
                    <a:lnTo>
                      <a:pt x="684" y="438"/>
                    </a:lnTo>
                    <a:lnTo>
                      <a:pt x="816" y="425"/>
                    </a:lnTo>
                    <a:lnTo>
                      <a:pt x="742" y="475"/>
                    </a:lnTo>
                    <a:lnTo>
                      <a:pt x="625" y="503"/>
                    </a:lnTo>
                    <a:lnTo>
                      <a:pt x="515" y="488"/>
                    </a:lnTo>
                    <a:lnTo>
                      <a:pt x="429" y="499"/>
                    </a:lnTo>
                    <a:lnTo>
                      <a:pt x="353" y="506"/>
                    </a:lnTo>
                    <a:lnTo>
                      <a:pt x="300" y="549"/>
                    </a:lnTo>
                    <a:lnTo>
                      <a:pt x="277" y="614"/>
                    </a:lnTo>
                    <a:lnTo>
                      <a:pt x="205" y="530"/>
                    </a:lnTo>
                    <a:lnTo>
                      <a:pt x="129" y="441"/>
                    </a:lnTo>
                    <a:lnTo>
                      <a:pt x="80" y="409"/>
                    </a:lnTo>
                    <a:lnTo>
                      <a:pt x="25" y="416"/>
                    </a:lnTo>
                    <a:lnTo>
                      <a:pt x="7" y="459"/>
                    </a:lnTo>
                    <a:lnTo>
                      <a:pt x="0" y="556"/>
                    </a:lnTo>
                    <a:lnTo>
                      <a:pt x="42" y="863"/>
                    </a:lnTo>
                    <a:lnTo>
                      <a:pt x="97" y="971"/>
                    </a:lnTo>
                    <a:lnTo>
                      <a:pt x="177" y="1047"/>
                    </a:lnTo>
                    <a:lnTo>
                      <a:pt x="210" y="1116"/>
                    </a:lnTo>
                    <a:lnTo>
                      <a:pt x="263" y="1275"/>
                    </a:lnTo>
                    <a:lnTo>
                      <a:pt x="341" y="1372"/>
                    </a:lnTo>
                    <a:lnTo>
                      <a:pt x="274" y="1253"/>
                    </a:lnTo>
                    <a:lnTo>
                      <a:pt x="229" y="1082"/>
                    </a:lnTo>
                    <a:lnTo>
                      <a:pt x="277" y="1079"/>
                    </a:lnTo>
                    <a:lnTo>
                      <a:pt x="263" y="1049"/>
                    </a:lnTo>
                    <a:lnTo>
                      <a:pt x="173" y="974"/>
                    </a:lnTo>
                    <a:lnTo>
                      <a:pt x="139" y="822"/>
                    </a:lnTo>
                    <a:lnTo>
                      <a:pt x="106" y="727"/>
                    </a:lnTo>
                    <a:lnTo>
                      <a:pt x="97" y="674"/>
                    </a:lnTo>
                    <a:close/>
                  </a:path>
                </a:pathLst>
              </a:custGeom>
              <a:solidFill>
                <a:srgbClr val="000000"/>
              </a:solidFill>
              <a:ln w="9525">
                <a:noFill/>
                <a:round/>
                <a:headEnd/>
                <a:tailEnd/>
              </a:ln>
            </p:spPr>
            <p:txBody>
              <a:bodyPr/>
              <a:lstStyle/>
              <a:p>
                <a:pPr algn="ctr"/>
                <a:endParaRPr lang="pt-BR" sz="2400"/>
              </a:p>
            </p:txBody>
          </p:sp>
          <p:sp>
            <p:nvSpPr>
              <p:cNvPr id="645" name="Freeform 263"/>
              <p:cNvSpPr>
                <a:spLocks/>
              </p:cNvSpPr>
              <p:nvPr/>
            </p:nvSpPr>
            <p:spPr bwMode="auto">
              <a:xfrm>
                <a:off x="3381" y="847"/>
                <a:ext cx="58" cy="26"/>
              </a:xfrm>
              <a:custGeom>
                <a:avLst/>
                <a:gdLst>
                  <a:gd name="T0" fmla="*/ 0 w 466"/>
                  <a:gd name="T1" fmla="*/ 0 h 203"/>
                  <a:gd name="T2" fmla="*/ 0 w 466"/>
                  <a:gd name="T3" fmla="*/ 0 h 203"/>
                  <a:gd name="T4" fmla="*/ 0 w 466"/>
                  <a:gd name="T5" fmla="*/ 0 h 203"/>
                  <a:gd name="T6" fmla="*/ 0 w 466"/>
                  <a:gd name="T7" fmla="*/ 0 h 203"/>
                  <a:gd name="T8" fmla="*/ 0 w 466"/>
                  <a:gd name="T9" fmla="*/ 0 h 203"/>
                  <a:gd name="T10" fmla="*/ 0 w 466"/>
                  <a:gd name="T11" fmla="*/ 0 h 203"/>
                  <a:gd name="T12" fmla="*/ 0 w 466"/>
                  <a:gd name="T13" fmla="*/ 0 h 203"/>
                  <a:gd name="T14" fmla="*/ 0 w 466"/>
                  <a:gd name="T15" fmla="*/ 0 h 203"/>
                  <a:gd name="T16" fmla="*/ 0 w 466"/>
                  <a:gd name="T17" fmla="*/ 0 h 203"/>
                  <a:gd name="T18" fmla="*/ 0 w 466"/>
                  <a:gd name="T19" fmla="*/ 0 h 203"/>
                  <a:gd name="T20" fmla="*/ 0 w 466"/>
                  <a:gd name="T21" fmla="*/ 0 h 203"/>
                  <a:gd name="T22" fmla="*/ 0 w 466"/>
                  <a:gd name="T23" fmla="*/ 0 h 203"/>
                  <a:gd name="T24" fmla="*/ 0 w 466"/>
                  <a:gd name="T25" fmla="*/ 0 h 2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6"/>
                  <a:gd name="T40" fmla="*/ 0 h 203"/>
                  <a:gd name="T41" fmla="*/ 466 w 466"/>
                  <a:gd name="T42" fmla="*/ 203 h 2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6" h="203">
                    <a:moveTo>
                      <a:pt x="30" y="203"/>
                    </a:moveTo>
                    <a:lnTo>
                      <a:pt x="0" y="151"/>
                    </a:lnTo>
                    <a:lnTo>
                      <a:pt x="44" y="79"/>
                    </a:lnTo>
                    <a:lnTo>
                      <a:pt x="155" y="55"/>
                    </a:lnTo>
                    <a:lnTo>
                      <a:pt x="393" y="0"/>
                    </a:lnTo>
                    <a:lnTo>
                      <a:pt x="466" y="46"/>
                    </a:lnTo>
                    <a:lnTo>
                      <a:pt x="437" y="88"/>
                    </a:lnTo>
                    <a:lnTo>
                      <a:pt x="349" y="30"/>
                    </a:lnTo>
                    <a:lnTo>
                      <a:pt x="252" y="63"/>
                    </a:lnTo>
                    <a:lnTo>
                      <a:pt x="182" y="88"/>
                    </a:lnTo>
                    <a:lnTo>
                      <a:pt x="138" y="160"/>
                    </a:lnTo>
                    <a:lnTo>
                      <a:pt x="74" y="162"/>
                    </a:lnTo>
                    <a:lnTo>
                      <a:pt x="30" y="203"/>
                    </a:lnTo>
                    <a:close/>
                  </a:path>
                </a:pathLst>
              </a:custGeom>
              <a:solidFill>
                <a:srgbClr val="000000"/>
              </a:solidFill>
              <a:ln w="9525">
                <a:noFill/>
                <a:round/>
                <a:headEnd/>
                <a:tailEnd/>
              </a:ln>
            </p:spPr>
            <p:txBody>
              <a:bodyPr/>
              <a:lstStyle/>
              <a:p>
                <a:pPr algn="ctr"/>
                <a:endParaRPr lang="pt-BR" sz="2400"/>
              </a:p>
            </p:txBody>
          </p:sp>
          <p:sp>
            <p:nvSpPr>
              <p:cNvPr id="646" name="Freeform 264"/>
              <p:cNvSpPr>
                <a:spLocks/>
              </p:cNvSpPr>
              <p:nvPr/>
            </p:nvSpPr>
            <p:spPr bwMode="auto">
              <a:xfrm>
                <a:off x="3390" y="851"/>
                <a:ext cx="46" cy="18"/>
              </a:xfrm>
              <a:custGeom>
                <a:avLst/>
                <a:gdLst>
                  <a:gd name="T0" fmla="*/ 0 w 363"/>
                  <a:gd name="T1" fmla="*/ 0 h 139"/>
                  <a:gd name="T2" fmla="*/ 0 w 363"/>
                  <a:gd name="T3" fmla="*/ 0 h 139"/>
                  <a:gd name="T4" fmla="*/ 0 w 363"/>
                  <a:gd name="T5" fmla="*/ 0 h 139"/>
                  <a:gd name="T6" fmla="*/ 0 w 363"/>
                  <a:gd name="T7" fmla="*/ 0 h 139"/>
                  <a:gd name="T8" fmla="*/ 0 w 363"/>
                  <a:gd name="T9" fmla="*/ 0 h 139"/>
                  <a:gd name="T10" fmla="*/ 0 w 363"/>
                  <a:gd name="T11" fmla="*/ 0 h 139"/>
                  <a:gd name="T12" fmla="*/ 0 w 363"/>
                  <a:gd name="T13" fmla="*/ 0 h 139"/>
                  <a:gd name="T14" fmla="*/ 0 w 363"/>
                  <a:gd name="T15" fmla="*/ 0 h 139"/>
                  <a:gd name="T16" fmla="*/ 0 w 363"/>
                  <a:gd name="T17" fmla="*/ 0 h 139"/>
                  <a:gd name="T18" fmla="*/ 0 w 363"/>
                  <a:gd name="T19" fmla="*/ 0 h 1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3"/>
                  <a:gd name="T31" fmla="*/ 0 h 139"/>
                  <a:gd name="T32" fmla="*/ 363 w 363"/>
                  <a:gd name="T33" fmla="*/ 139 h 1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3" h="139">
                    <a:moveTo>
                      <a:pt x="295" y="0"/>
                    </a:moveTo>
                    <a:lnTo>
                      <a:pt x="210" y="88"/>
                    </a:lnTo>
                    <a:lnTo>
                      <a:pt x="122" y="101"/>
                    </a:lnTo>
                    <a:lnTo>
                      <a:pt x="0" y="139"/>
                    </a:lnTo>
                    <a:lnTo>
                      <a:pt x="99" y="132"/>
                    </a:lnTo>
                    <a:lnTo>
                      <a:pt x="238" y="139"/>
                    </a:lnTo>
                    <a:lnTo>
                      <a:pt x="309" y="92"/>
                    </a:lnTo>
                    <a:lnTo>
                      <a:pt x="363" y="58"/>
                    </a:lnTo>
                    <a:lnTo>
                      <a:pt x="343" y="16"/>
                    </a:lnTo>
                    <a:lnTo>
                      <a:pt x="295" y="0"/>
                    </a:lnTo>
                    <a:close/>
                  </a:path>
                </a:pathLst>
              </a:custGeom>
              <a:solidFill>
                <a:srgbClr val="000000"/>
              </a:solidFill>
              <a:ln w="9525">
                <a:noFill/>
                <a:round/>
                <a:headEnd/>
                <a:tailEnd/>
              </a:ln>
            </p:spPr>
            <p:txBody>
              <a:bodyPr/>
              <a:lstStyle/>
              <a:p>
                <a:pPr algn="ctr"/>
                <a:endParaRPr lang="pt-BR" sz="2400"/>
              </a:p>
            </p:txBody>
          </p:sp>
          <p:sp>
            <p:nvSpPr>
              <p:cNvPr id="647" name="Freeform 265"/>
              <p:cNvSpPr>
                <a:spLocks/>
              </p:cNvSpPr>
              <p:nvPr/>
            </p:nvSpPr>
            <p:spPr bwMode="auto">
              <a:xfrm>
                <a:off x="3433" y="844"/>
                <a:ext cx="56" cy="73"/>
              </a:xfrm>
              <a:custGeom>
                <a:avLst/>
                <a:gdLst>
                  <a:gd name="T0" fmla="*/ 0 w 450"/>
                  <a:gd name="T1" fmla="*/ 0 h 580"/>
                  <a:gd name="T2" fmla="*/ 0 w 450"/>
                  <a:gd name="T3" fmla="*/ 0 h 580"/>
                  <a:gd name="T4" fmla="*/ 0 w 450"/>
                  <a:gd name="T5" fmla="*/ 0 h 580"/>
                  <a:gd name="T6" fmla="*/ 0 w 450"/>
                  <a:gd name="T7" fmla="*/ 0 h 580"/>
                  <a:gd name="T8" fmla="*/ 0 w 450"/>
                  <a:gd name="T9" fmla="*/ 0 h 580"/>
                  <a:gd name="T10" fmla="*/ 0 w 450"/>
                  <a:gd name="T11" fmla="*/ 0 h 580"/>
                  <a:gd name="T12" fmla="*/ 0 w 450"/>
                  <a:gd name="T13" fmla="*/ 0 h 580"/>
                  <a:gd name="T14" fmla="*/ 0 w 450"/>
                  <a:gd name="T15" fmla="*/ 0 h 580"/>
                  <a:gd name="T16" fmla="*/ 0 w 450"/>
                  <a:gd name="T17" fmla="*/ 0 h 580"/>
                  <a:gd name="T18" fmla="*/ 0 w 450"/>
                  <a:gd name="T19" fmla="*/ 0 h 580"/>
                  <a:gd name="T20" fmla="*/ 0 w 450"/>
                  <a:gd name="T21" fmla="*/ 0 h 580"/>
                  <a:gd name="T22" fmla="*/ 0 w 450"/>
                  <a:gd name="T23" fmla="*/ 0 h 580"/>
                  <a:gd name="T24" fmla="*/ 0 w 450"/>
                  <a:gd name="T25" fmla="*/ 0 h 580"/>
                  <a:gd name="T26" fmla="*/ 0 w 450"/>
                  <a:gd name="T27" fmla="*/ 0 h 580"/>
                  <a:gd name="T28" fmla="*/ 0 w 450"/>
                  <a:gd name="T29" fmla="*/ 0 h 580"/>
                  <a:gd name="T30" fmla="*/ 0 w 450"/>
                  <a:gd name="T31" fmla="*/ 0 h 580"/>
                  <a:gd name="T32" fmla="*/ 0 w 450"/>
                  <a:gd name="T33" fmla="*/ 0 h 580"/>
                  <a:gd name="T34" fmla="*/ 0 w 450"/>
                  <a:gd name="T35" fmla="*/ 0 h 580"/>
                  <a:gd name="T36" fmla="*/ 0 w 450"/>
                  <a:gd name="T37" fmla="*/ 0 h 580"/>
                  <a:gd name="T38" fmla="*/ 0 w 450"/>
                  <a:gd name="T39" fmla="*/ 0 h 580"/>
                  <a:gd name="T40" fmla="*/ 0 w 450"/>
                  <a:gd name="T41" fmla="*/ 0 h 580"/>
                  <a:gd name="T42" fmla="*/ 0 w 450"/>
                  <a:gd name="T43" fmla="*/ 0 h 580"/>
                  <a:gd name="T44" fmla="*/ 0 w 450"/>
                  <a:gd name="T45" fmla="*/ 0 h 580"/>
                  <a:gd name="T46" fmla="*/ 0 w 450"/>
                  <a:gd name="T47" fmla="*/ 0 h 580"/>
                  <a:gd name="T48" fmla="*/ 0 w 450"/>
                  <a:gd name="T49" fmla="*/ 0 h 580"/>
                  <a:gd name="T50" fmla="*/ 0 w 450"/>
                  <a:gd name="T51" fmla="*/ 0 h 5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50"/>
                  <a:gd name="T79" fmla="*/ 0 h 580"/>
                  <a:gd name="T80" fmla="*/ 450 w 450"/>
                  <a:gd name="T81" fmla="*/ 580 h 58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50" h="580">
                    <a:moveTo>
                      <a:pt x="154" y="0"/>
                    </a:moveTo>
                    <a:lnTo>
                      <a:pt x="200" y="66"/>
                    </a:lnTo>
                    <a:lnTo>
                      <a:pt x="299" y="292"/>
                    </a:lnTo>
                    <a:lnTo>
                      <a:pt x="337" y="345"/>
                    </a:lnTo>
                    <a:lnTo>
                      <a:pt x="319" y="417"/>
                    </a:lnTo>
                    <a:lnTo>
                      <a:pt x="259" y="456"/>
                    </a:lnTo>
                    <a:lnTo>
                      <a:pt x="182" y="426"/>
                    </a:lnTo>
                    <a:lnTo>
                      <a:pt x="97" y="417"/>
                    </a:lnTo>
                    <a:lnTo>
                      <a:pt x="64" y="323"/>
                    </a:lnTo>
                    <a:lnTo>
                      <a:pt x="40" y="329"/>
                    </a:lnTo>
                    <a:lnTo>
                      <a:pt x="0" y="580"/>
                    </a:lnTo>
                    <a:lnTo>
                      <a:pt x="55" y="417"/>
                    </a:lnTo>
                    <a:lnTo>
                      <a:pt x="74" y="456"/>
                    </a:lnTo>
                    <a:lnTo>
                      <a:pt x="171" y="456"/>
                    </a:lnTo>
                    <a:lnTo>
                      <a:pt x="295" y="479"/>
                    </a:lnTo>
                    <a:lnTo>
                      <a:pt x="343" y="449"/>
                    </a:lnTo>
                    <a:lnTo>
                      <a:pt x="380" y="323"/>
                    </a:lnTo>
                    <a:lnTo>
                      <a:pt x="450" y="371"/>
                    </a:lnTo>
                    <a:lnTo>
                      <a:pt x="356" y="272"/>
                    </a:lnTo>
                    <a:lnTo>
                      <a:pt x="319" y="272"/>
                    </a:lnTo>
                    <a:lnTo>
                      <a:pt x="356" y="292"/>
                    </a:lnTo>
                    <a:lnTo>
                      <a:pt x="356" y="320"/>
                    </a:lnTo>
                    <a:lnTo>
                      <a:pt x="343" y="329"/>
                    </a:lnTo>
                    <a:lnTo>
                      <a:pt x="312" y="286"/>
                    </a:lnTo>
                    <a:lnTo>
                      <a:pt x="200" y="53"/>
                    </a:lnTo>
                    <a:lnTo>
                      <a:pt x="154" y="0"/>
                    </a:lnTo>
                    <a:close/>
                  </a:path>
                </a:pathLst>
              </a:custGeom>
              <a:solidFill>
                <a:srgbClr val="000000"/>
              </a:solidFill>
              <a:ln w="9525">
                <a:noFill/>
                <a:round/>
                <a:headEnd/>
                <a:tailEnd/>
              </a:ln>
            </p:spPr>
            <p:txBody>
              <a:bodyPr/>
              <a:lstStyle/>
              <a:p>
                <a:pPr algn="ctr"/>
                <a:endParaRPr lang="pt-BR" sz="2400"/>
              </a:p>
            </p:txBody>
          </p:sp>
          <p:sp>
            <p:nvSpPr>
              <p:cNvPr id="648" name="Freeform 266"/>
              <p:cNvSpPr>
                <a:spLocks/>
              </p:cNvSpPr>
              <p:nvPr/>
            </p:nvSpPr>
            <p:spPr bwMode="auto">
              <a:xfrm>
                <a:off x="3356" y="827"/>
                <a:ext cx="149" cy="129"/>
              </a:xfrm>
              <a:custGeom>
                <a:avLst/>
                <a:gdLst>
                  <a:gd name="T0" fmla="*/ 0 w 1187"/>
                  <a:gd name="T1" fmla="*/ 0 h 1028"/>
                  <a:gd name="T2" fmla="*/ 0 w 1187"/>
                  <a:gd name="T3" fmla="*/ 0 h 1028"/>
                  <a:gd name="T4" fmla="*/ 0 w 1187"/>
                  <a:gd name="T5" fmla="*/ 0 h 1028"/>
                  <a:gd name="T6" fmla="*/ 0 w 1187"/>
                  <a:gd name="T7" fmla="*/ 0 h 1028"/>
                  <a:gd name="T8" fmla="*/ 0 w 1187"/>
                  <a:gd name="T9" fmla="*/ 0 h 1028"/>
                  <a:gd name="T10" fmla="*/ 0 w 1187"/>
                  <a:gd name="T11" fmla="*/ 0 h 1028"/>
                  <a:gd name="T12" fmla="*/ 0 w 1187"/>
                  <a:gd name="T13" fmla="*/ 0 h 1028"/>
                  <a:gd name="T14" fmla="*/ 0 w 1187"/>
                  <a:gd name="T15" fmla="*/ 0 h 1028"/>
                  <a:gd name="T16" fmla="*/ 0 w 1187"/>
                  <a:gd name="T17" fmla="*/ 0 h 1028"/>
                  <a:gd name="T18" fmla="*/ 0 w 1187"/>
                  <a:gd name="T19" fmla="*/ 0 h 1028"/>
                  <a:gd name="T20" fmla="*/ 0 w 1187"/>
                  <a:gd name="T21" fmla="*/ 0 h 1028"/>
                  <a:gd name="T22" fmla="*/ 0 w 1187"/>
                  <a:gd name="T23" fmla="*/ 0 h 1028"/>
                  <a:gd name="T24" fmla="*/ 0 w 1187"/>
                  <a:gd name="T25" fmla="*/ 0 h 1028"/>
                  <a:gd name="T26" fmla="*/ 0 w 1187"/>
                  <a:gd name="T27" fmla="*/ 0 h 1028"/>
                  <a:gd name="T28" fmla="*/ 0 w 1187"/>
                  <a:gd name="T29" fmla="*/ 0 h 1028"/>
                  <a:gd name="T30" fmla="*/ 0 w 1187"/>
                  <a:gd name="T31" fmla="*/ 0 h 1028"/>
                  <a:gd name="T32" fmla="*/ 0 w 1187"/>
                  <a:gd name="T33" fmla="*/ 0 h 1028"/>
                  <a:gd name="T34" fmla="*/ 0 w 1187"/>
                  <a:gd name="T35" fmla="*/ 0 h 1028"/>
                  <a:gd name="T36" fmla="*/ 0 w 1187"/>
                  <a:gd name="T37" fmla="*/ 0 h 1028"/>
                  <a:gd name="T38" fmla="*/ 0 w 1187"/>
                  <a:gd name="T39" fmla="*/ 0 h 1028"/>
                  <a:gd name="T40" fmla="*/ 0 w 1187"/>
                  <a:gd name="T41" fmla="*/ 0 h 1028"/>
                  <a:gd name="T42" fmla="*/ 0 w 1187"/>
                  <a:gd name="T43" fmla="*/ 0 h 1028"/>
                  <a:gd name="T44" fmla="*/ 0 w 1187"/>
                  <a:gd name="T45" fmla="*/ 0 h 1028"/>
                  <a:gd name="T46" fmla="*/ 0 w 1187"/>
                  <a:gd name="T47" fmla="*/ 0 h 1028"/>
                  <a:gd name="T48" fmla="*/ 0 w 1187"/>
                  <a:gd name="T49" fmla="*/ 0 h 1028"/>
                  <a:gd name="T50" fmla="*/ 0 w 1187"/>
                  <a:gd name="T51" fmla="*/ 0 h 1028"/>
                  <a:gd name="T52" fmla="*/ 0 w 1187"/>
                  <a:gd name="T53" fmla="*/ 0 h 1028"/>
                  <a:gd name="T54" fmla="*/ 0 w 1187"/>
                  <a:gd name="T55" fmla="*/ 0 h 10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87"/>
                  <a:gd name="T85" fmla="*/ 0 h 1028"/>
                  <a:gd name="T86" fmla="*/ 1187 w 1187"/>
                  <a:gd name="T87" fmla="*/ 1028 h 10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87" h="1028">
                    <a:moveTo>
                      <a:pt x="1054" y="0"/>
                    </a:moveTo>
                    <a:lnTo>
                      <a:pt x="1127" y="200"/>
                    </a:lnTo>
                    <a:lnTo>
                      <a:pt x="1155" y="490"/>
                    </a:lnTo>
                    <a:lnTo>
                      <a:pt x="1187" y="763"/>
                    </a:lnTo>
                    <a:lnTo>
                      <a:pt x="1153" y="917"/>
                    </a:lnTo>
                    <a:lnTo>
                      <a:pt x="1090" y="975"/>
                    </a:lnTo>
                    <a:lnTo>
                      <a:pt x="912" y="1028"/>
                    </a:lnTo>
                    <a:lnTo>
                      <a:pt x="821" y="1028"/>
                    </a:lnTo>
                    <a:lnTo>
                      <a:pt x="554" y="989"/>
                    </a:lnTo>
                    <a:lnTo>
                      <a:pt x="290" y="848"/>
                    </a:lnTo>
                    <a:lnTo>
                      <a:pt x="161" y="624"/>
                    </a:lnTo>
                    <a:lnTo>
                      <a:pt x="118" y="597"/>
                    </a:lnTo>
                    <a:lnTo>
                      <a:pt x="0" y="551"/>
                    </a:lnTo>
                    <a:lnTo>
                      <a:pt x="104" y="543"/>
                    </a:lnTo>
                    <a:lnTo>
                      <a:pt x="62" y="468"/>
                    </a:lnTo>
                    <a:lnTo>
                      <a:pt x="222" y="615"/>
                    </a:lnTo>
                    <a:lnTo>
                      <a:pt x="353" y="837"/>
                    </a:lnTo>
                    <a:lnTo>
                      <a:pt x="542" y="954"/>
                    </a:lnTo>
                    <a:lnTo>
                      <a:pt x="881" y="1022"/>
                    </a:lnTo>
                    <a:lnTo>
                      <a:pt x="1090" y="938"/>
                    </a:lnTo>
                    <a:lnTo>
                      <a:pt x="1164" y="758"/>
                    </a:lnTo>
                    <a:lnTo>
                      <a:pt x="1143" y="528"/>
                    </a:lnTo>
                    <a:lnTo>
                      <a:pt x="1081" y="615"/>
                    </a:lnTo>
                    <a:lnTo>
                      <a:pt x="1063" y="512"/>
                    </a:lnTo>
                    <a:lnTo>
                      <a:pt x="1090" y="543"/>
                    </a:lnTo>
                    <a:lnTo>
                      <a:pt x="1121" y="330"/>
                    </a:lnTo>
                    <a:lnTo>
                      <a:pt x="1105" y="191"/>
                    </a:lnTo>
                    <a:lnTo>
                      <a:pt x="1054" y="0"/>
                    </a:lnTo>
                    <a:close/>
                  </a:path>
                </a:pathLst>
              </a:custGeom>
              <a:solidFill>
                <a:srgbClr val="000000"/>
              </a:solidFill>
              <a:ln w="9525">
                <a:noFill/>
                <a:round/>
                <a:headEnd/>
                <a:tailEnd/>
              </a:ln>
            </p:spPr>
            <p:txBody>
              <a:bodyPr/>
              <a:lstStyle/>
              <a:p>
                <a:pPr algn="ctr"/>
                <a:endParaRPr lang="pt-BR" sz="2400"/>
              </a:p>
            </p:txBody>
          </p:sp>
          <p:sp>
            <p:nvSpPr>
              <p:cNvPr id="649" name="Freeform 267"/>
              <p:cNvSpPr>
                <a:spLocks/>
              </p:cNvSpPr>
              <p:nvPr/>
            </p:nvSpPr>
            <p:spPr bwMode="auto">
              <a:xfrm>
                <a:off x="3438" y="914"/>
                <a:ext cx="12" cy="23"/>
              </a:xfrm>
              <a:custGeom>
                <a:avLst/>
                <a:gdLst>
                  <a:gd name="T0" fmla="*/ 0 w 97"/>
                  <a:gd name="T1" fmla="*/ 0 h 179"/>
                  <a:gd name="T2" fmla="*/ 0 w 97"/>
                  <a:gd name="T3" fmla="*/ 0 h 179"/>
                  <a:gd name="T4" fmla="*/ 0 w 97"/>
                  <a:gd name="T5" fmla="*/ 0 h 179"/>
                  <a:gd name="T6" fmla="*/ 0 w 97"/>
                  <a:gd name="T7" fmla="*/ 0 h 179"/>
                  <a:gd name="T8" fmla="*/ 0 w 97"/>
                  <a:gd name="T9" fmla="*/ 0 h 179"/>
                  <a:gd name="T10" fmla="*/ 0 60000 65536"/>
                  <a:gd name="T11" fmla="*/ 0 60000 65536"/>
                  <a:gd name="T12" fmla="*/ 0 60000 65536"/>
                  <a:gd name="T13" fmla="*/ 0 60000 65536"/>
                  <a:gd name="T14" fmla="*/ 0 60000 65536"/>
                  <a:gd name="T15" fmla="*/ 0 w 97"/>
                  <a:gd name="T16" fmla="*/ 0 h 179"/>
                  <a:gd name="T17" fmla="*/ 97 w 97"/>
                  <a:gd name="T18" fmla="*/ 179 h 179"/>
                </a:gdLst>
                <a:ahLst/>
                <a:cxnLst>
                  <a:cxn ang="T10">
                    <a:pos x="T0" y="T1"/>
                  </a:cxn>
                  <a:cxn ang="T11">
                    <a:pos x="T2" y="T3"/>
                  </a:cxn>
                  <a:cxn ang="T12">
                    <a:pos x="T4" y="T5"/>
                  </a:cxn>
                  <a:cxn ang="T13">
                    <a:pos x="T6" y="T7"/>
                  </a:cxn>
                  <a:cxn ang="T14">
                    <a:pos x="T8" y="T9"/>
                  </a:cxn>
                </a:cxnLst>
                <a:rect l="T15" t="T16" r="T17" b="T18"/>
                <a:pathLst>
                  <a:path w="97" h="179">
                    <a:moveTo>
                      <a:pt x="97" y="0"/>
                    </a:moveTo>
                    <a:lnTo>
                      <a:pt x="18" y="179"/>
                    </a:lnTo>
                    <a:lnTo>
                      <a:pt x="0" y="179"/>
                    </a:lnTo>
                    <a:lnTo>
                      <a:pt x="0" y="32"/>
                    </a:lnTo>
                    <a:lnTo>
                      <a:pt x="97" y="0"/>
                    </a:lnTo>
                    <a:close/>
                  </a:path>
                </a:pathLst>
              </a:custGeom>
              <a:solidFill>
                <a:srgbClr val="000000"/>
              </a:solidFill>
              <a:ln w="9525">
                <a:noFill/>
                <a:round/>
                <a:headEnd/>
                <a:tailEnd/>
              </a:ln>
            </p:spPr>
            <p:txBody>
              <a:bodyPr/>
              <a:lstStyle/>
              <a:p>
                <a:pPr algn="ctr"/>
                <a:endParaRPr lang="pt-BR" sz="2400"/>
              </a:p>
            </p:txBody>
          </p:sp>
          <p:sp>
            <p:nvSpPr>
              <p:cNvPr id="650" name="Freeform 268"/>
              <p:cNvSpPr>
                <a:spLocks/>
              </p:cNvSpPr>
              <p:nvPr/>
            </p:nvSpPr>
            <p:spPr bwMode="auto">
              <a:xfrm>
                <a:off x="3445" y="903"/>
                <a:ext cx="48" cy="20"/>
              </a:xfrm>
              <a:custGeom>
                <a:avLst/>
                <a:gdLst>
                  <a:gd name="T0" fmla="*/ 0 w 380"/>
                  <a:gd name="T1" fmla="*/ 0 h 159"/>
                  <a:gd name="T2" fmla="*/ 0 w 380"/>
                  <a:gd name="T3" fmla="*/ 0 h 159"/>
                  <a:gd name="T4" fmla="*/ 0 w 380"/>
                  <a:gd name="T5" fmla="*/ 0 h 159"/>
                  <a:gd name="T6" fmla="*/ 0 w 380"/>
                  <a:gd name="T7" fmla="*/ 0 h 159"/>
                  <a:gd name="T8" fmla="*/ 0 w 380"/>
                  <a:gd name="T9" fmla="*/ 0 h 159"/>
                  <a:gd name="T10" fmla="*/ 0 w 380"/>
                  <a:gd name="T11" fmla="*/ 0 h 159"/>
                  <a:gd name="T12" fmla="*/ 0 w 380"/>
                  <a:gd name="T13" fmla="*/ 0 h 159"/>
                  <a:gd name="T14" fmla="*/ 0 w 380"/>
                  <a:gd name="T15" fmla="*/ 0 h 159"/>
                  <a:gd name="T16" fmla="*/ 0 w 380"/>
                  <a:gd name="T17" fmla="*/ 0 h 159"/>
                  <a:gd name="T18" fmla="*/ 0 w 380"/>
                  <a:gd name="T19" fmla="*/ 0 h 159"/>
                  <a:gd name="T20" fmla="*/ 0 w 380"/>
                  <a:gd name="T21" fmla="*/ 0 h 159"/>
                  <a:gd name="T22" fmla="*/ 0 w 380"/>
                  <a:gd name="T23" fmla="*/ 0 h 1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159"/>
                  <a:gd name="T38" fmla="*/ 380 w 380"/>
                  <a:gd name="T39" fmla="*/ 159 h 1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159">
                    <a:moveTo>
                      <a:pt x="380" y="0"/>
                    </a:moveTo>
                    <a:lnTo>
                      <a:pt x="233" y="62"/>
                    </a:lnTo>
                    <a:lnTo>
                      <a:pt x="202" y="136"/>
                    </a:lnTo>
                    <a:lnTo>
                      <a:pt x="150" y="106"/>
                    </a:lnTo>
                    <a:lnTo>
                      <a:pt x="88" y="106"/>
                    </a:lnTo>
                    <a:lnTo>
                      <a:pt x="53" y="141"/>
                    </a:lnTo>
                    <a:lnTo>
                      <a:pt x="0" y="152"/>
                    </a:lnTo>
                    <a:lnTo>
                      <a:pt x="53" y="154"/>
                    </a:lnTo>
                    <a:lnTo>
                      <a:pt x="94" y="124"/>
                    </a:lnTo>
                    <a:lnTo>
                      <a:pt x="136" y="126"/>
                    </a:lnTo>
                    <a:lnTo>
                      <a:pt x="215" y="159"/>
                    </a:lnTo>
                    <a:lnTo>
                      <a:pt x="380" y="0"/>
                    </a:lnTo>
                    <a:close/>
                  </a:path>
                </a:pathLst>
              </a:custGeom>
              <a:solidFill>
                <a:srgbClr val="000000"/>
              </a:solidFill>
              <a:ln w="9525">
                <a:noFill/>
                <a:round/>
                <a:headEnd/>
                <a:tailEnd/>
              </a:ln>
            </p:spPr>
            <p:txBody>
              <a:bodyPr/>
              <a:lstStyle/>
              <a:p>
                <a:pPr algn="ctr"/>
                <a:endParaRPr lang="pt-BR" sz="2400"/>
              </a:p>
            </p:txBody>
          </p:sp>
          <p:sp>
            <p:nvSpPr>
              <p:cNvPr id="651" name="Freeform 269"/>
              <p:cNvSpPr>
                <a:spLocks/>
              </p:cNvSpPr>
              <p:nvPr/>
            </p:nvSpPr>
            <p:spPr bwMode="auto">
              <a:xfrm>
                <a:off x="3456" y="920"/>
                <a:ext cx="31" cy="20"/>
              </a:xfrm>
              <a:custGeom>
                <a:avLst/>
                <a:gdLst>
                  <a:gd name="T0" fmla="*/ 0 w 246"/>
                  <a:gd name="T1" fmla="*/ 0 h 158"/>
                  <a:gd name="T2" fmla="*/ 0 w 246"/>
                  <a:gd name="T3" fmla="*/ 0 h 158"/>
                  <a:gd name="T4" fmla="*/ 0 w 246"/>
                  <a:gd name="T5" fmla="*/ 0 h 158"/>
                  <a:gd name="T6" fmla="*/ 0 w 246"/>
                  <a:gd name="T7" fmla="*/ 0 h 158"/>
                  <a:gd name="T8" fmla="*/ 0 w 246"/>
                  <a:gd name="T9" fmla="*/ 0 h 158"/>
                  <a:gd name="T10" fmla="*/ 0 w 246"/>
                  <a:gd name="T11" fmla="*/ 0 h 158"/>
                  <a:gd name="T12" fmla="*/ 0 w 246"/>
                  <a:gd name="T13" fmla="*/ 0 h 158"/>
                  <a:gd name="T14" fmla="*/ 0 w 246"/>
                  <a:gd name="T15" fmla="*/ 0 h 158"/>
                  <a:gd name="T16" fmla="*/ 0 w 246"/>
                  <a:gd name="T17" fmla="*/ 0 h 158"/>
                  <a:gd name="T18" fmla="*/ 0 w 246"/>
                  <a:gd name="T19" fmla="*/ 0 h 158"/>
                  <a:gd name="T20" fmla="*/ 0 w 246"/>
                  <a:gd name="T21" fmla="*/ 0 h 158"/>
                  <a:gd name="T22" fmla="*/ 0 w 246"/>
                  <a:gd name="T23" fmla="*/ 0 h 158"/>
                  <a:gd name="T24" fmla="*/ 0 w 246"/>
                  <a:gd name="T25" fmla="*/ 0 h 1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6"/>
                  <a:gd name="T40" fmla="*/ 0 h 158"/>
                  <a:gd name="T41" fmla="*/ 246 w 246"/>
                  <a:gd name="T42" fmla="*/ 158 h 1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6" h="158">
                    <a:moveTo>
                      <a:pt x="239" y="0"/>
                    </a:moveTo>
                    <a:lnTo>
                      <a:pt x="127" y="71"/>
                    </a:lnTo>
                    <a:lnTo>
                      <a:pt x="99" y="134"/>
                    </a:lnTo>
                    <a:lnTo>
                      <a:pt x="64" y="145"/>
                    </a:lnTo>
                    <a:lnTo>
                      <a:pt x="28" y="143"/>
                    </a:lnTo>
                    <a:lnTo>
                      <a:pt x="0" y="130"/>
                    </a:lnTo>
                    <a:lnTo>
                      <a:pt x="35" y="158"/>
                    </a:lnTo>
                    <a:lnTo>
                      <a:pt x="72" y="158"/>
                    </a:lnTo>
                    <a:lnTo>
                      <a:pt x="127" y="158"/>
                    </a:lnTo>
                    <a:lnTo>
                      <a:pt x="191" y="143"/>
                    </a:lnTo>
                    <a:lnTo>
                      <a:pt x="239" y="85"/>
                    </a:lnTo>
                    <a:lnTo>
                      <a:pt x="246" y="36"/>
                    </a:lnTo>
                    <a:lnTo>
                      <a:pt x="239" y="0"/>
                    </a:lnTo>
                    <a:close/>
                  </a:path>
                </a:pathLst>
              </a:custGeom>
              <a:solidFill>
                <a:srgbClr val="000000"/>
              </a:solidFill>
              <a:ln w="9525">
                <a:noFill/>
                <a:round/>
                <a:headEnd/>
                <a:tailEnd/>
              </a:ln>
            </p:spPr>
            <p:txBody>
              <a:bodyPr/>
              <a:lstStyle/>
              <a:p>
                <a:pPr algn="ctr"/>
                <a:endParaRPr lang="pt-BR" sz="2400"/>
              </a:p>
            </p:txBody>
          </p:sp>
          <p:sp>
            <p:nvSpPr>
              <p:cNvPr id="652" name="Freeform 270"/>
              <p:cNvSpPr>
                <a:spLocks/>
              </p:cNvSpPr>
              <p:nvPr/>
            </p:nvSpPr>
            <p:spPr bwMode="auto">
              <a:xfrm>
                <a:off x="3173" y="488"/>
                <a:ext cx="53" cy="46"/>
              </a:xfrm>
              <a:custGeom>
                <a:avLst/>
                <a:gdLst>
                  <a:gd name="T0" fmla="*/ 0 w 422"/>
                  <a:gd name="T1" fmla="*/ 0 h 366"/>
                  <a:gd name="T2" fmla="*/ 0 w 422"/>
                  <a:gd name="T3" fmla="*/ 0 h 366"/>
                  <a:gd name="T4" fmla="*/ 0 w 422"/>
                  <a:gd name="T5" fmla="*/ 0 h 366"/>
                  <a:gd name="T6" fmla="*/ 0 w 422"/>
                  <a:gd name="T7" fmla="*/ 0 h 366"/>
                  <a:gd name="T8" fmla="*/ 0 w 422"/>
                  <a:gd name="T9" fmla="*/ 0 h 366"/>
                  <a:gd name="T10" fmla="*/ 0 w 422"/>
                  <a:gd name="T11" fmla="*/ 0 h 366"/>
                  <a:gd name="T12" fmla="*/ 0 w 422"/>
                  <a:gd name="T13" fmla="*/ 0 h 366"/>
                  <a:gd name="T14" fmla="*/ 0 w 422"/>
                  <a:gd name="T15" fmla="*/ 0 h 366"/>
                  <a:gd name="T16" fmla="*/ 0 w 422"/>
                  <a:gd name="T17" fmla="*/ 0 h 366"/>
                  <a:gd name="T18" fmla="*/ 0 w 422"/>
                  <a:gd name="T19" fmla="*/ 0 h 366"/>
                  <a:gd name="T20" fmla="*/ 0 w 422"/>
                  <a:gd name="T21" fmla="*/ 0 h 366"/>
                  <a:gd name="T22" fmla="*/ 0 w 422"/>
                  <a:gd name="T23" fmla="*/ 0 h 366"/>
                  <a:gd name="T24" fmla="*/ 0 w 422"/>
                  <a:gd name="T25" fmla="*/ 0 h 366"/>
                  <a:gd name="T26" fmla="*/ 0 w 422"/>
                  <a:gd name="T27" fmla="*/ 0 h 366"/>
                  <a:gd name="T28" fmla="*/ 0 w 422"/>
                  <a:gd name="T29" fmla="*/ 0 h 366"/>
                  <a:gd name="T30" fmla="*/ 0 w 422"/>
                  <a:gd name="T31" fmla="*/ 0 h 3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2"/>
                  <a:gd name="T49" fmla="*/ 0 h 366"/>
                  <a:gd name="T50" fmla="*/ 422 w 422"/>
                  <a:gd name="T51" fmla="*/ 366 h 3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2" h="366">
                    <a:moveTo>
                      <a:pt x="200" y="252"/>
                    </a:moveTo>
                    <a:lnTo>
                      <a:pt x="168" y="246"/>
                    </a:lnTo>
                    <a:lnTo>
                      <a:pt x="141" y="226"/>
                    </a:lnTo>
                    <a:lnTo>
                      <a:pt x="125" y="205"/>
                    </a:lnTo>
                    <a:lnTo>
                      <a:pt x="115" y="177"/>
                    </a:lnTo>
                    <a:lnTo>
                      <a:pt x="110" y="159"/>
                    </a:lnTo>
                    <a:lnTo>
                      <a:pt x="0" y="122"/>
                    </a:lnTo>
                    <a:lnTo>
                      <a:pt x="29" y="65"/>
                    </a:lnTo>
                    <a:lnTo>
                      <a:pt x="343" y="0"/>
                    </a:lnTo>
                    <a:lnTo>
                      <a:pt x="173" y="46"/>
                    </a:lnTo>
                    <a:lnTo>
                      <a:pt x="125" y="147"/>
                    </a:lnTo>
                    <a:lnTo>
                      <a:pt x="293" y="147"/>
                    </a:lnTo>
                    <a:lnTo>
                      <a:pt x="422" y="191"/>
                    </a:lnTo>
                    <a:lnTo>
                      <a:pt x="97" y="366"/>
                    </a:lnTo>
                    <a:lnTo>
                      <a:pt x="78" y="360"/>
                    </a:lnTo>
                    <a:lnTo>
                      <a:pt x="200" y="252"/>
                    </a:lnTo>
                    <a:close/>
                  </a:path>
                </a:pathLst>
              </a:custGeom>
              <a:solidFill>
                <a:srgbClr val="000000"/>
              </a:solidFill>
              <a:ln w="9525">
                <a:noFill/>
                <a:round/>
                <a:headEnd/>
                <a:tailEnd/>
              </a:ln>
            </p:spPr>
            <p:txBody>
              <a:bodyPr/>
              <a:lstStyle/>
              <a:p>
                <a:pPr algn="ctr"/>
                <a:endParaRPr lang="pt-BR" sz="2400"/>
              </a:p>
            </p:txBody>
          </p:sp>
          <p:sp>
            <p:nvSpPr>
              <p:cNvPr id="653" name="Freeform 271"/>
              <p:cNvSpPr>
                <a:spLocks/>
              </p:cNvSpPr>
              <p:nvPr/>
            </p:nvSpPr>
            <p:spPr bwMode="auto">
              <a:xfrm>
                <a:off x="3133" y="484"/>
                <a:ext cx="109" cy="142"/>
              </a:xfrm>
              <a:custGeom>
                <a:avLst/>
                <a:gdLst>
                  <a:gd name="T0" fmla="*/ 0 w 869"/>
                  <a:gd name="T1" fmla="*/ 0 h 1138"/>
                  <a:gd name="T2" fmla="*/ 0 w 869"/>
                  <a:gd name="T3" fmla="*/ 0 h 1138"/>
                  <a:gd name="T4" fmla="*/ 0 w 869"/>
                  <a:gd name="T5" fmla="*/ 0 h 1138"/>
                  <a:gd name="T6" fmla="*/ 0 w 869"/>
                  <a:gd name="T7" fmla="*/ 0 h 1138"/>
                  <a:gd name="T8" fmla="*/ 0 w 869"/>
                  <a:gd name="T9" fmla="*/ 0 h 1138"/>
                  <a:gd name="T10" fmla="*/ 0 w 869"/>
                  <a:gd name="T11" fmla="*/ 0 h 1138"/>
                  <a:gd name="T12" fmla="*/ 0 w 869"/>
                  <a:gd name="T13" fmla="*/ 0 h 1138"/>
                  <a:gd name="T14" fmla="*/ 0 w 869"/>
                  <a:gd name="T15" fmla="*/ 0 h 1138"/>
                  <a:gd name="T16" fmla="*/ 0 w 869"/>
                  <a:gd name="T17" fmla="*/ 0 h 1138"/>
                  <a:gd name="T18" fmla="*/ 0 w 869"/>
                  <a:gd name="T19" fmla="*/ 0 h 1138"/>
                  <a:gd name="T20" fmla="*/ 0 w 869"/>
                  <a:gd name="T21" fmla="*/ 0 h 1138"/>
                  <a:gd name="T22" fmla="*/ 0 w 869"/>
                  <a:gd name="T23" fmla="*/ 0 h 1138"/>
                  <a:gd name="T24" fmla="*/ 0 w 869"/>
                  <a:gd name="T25" fmla="*/ 0 h 1138"/>
                  <a:gd name="T26" fmla="*/ 0 w 869"/>
                  <a:gd name="T27" fmla="*/ 0 h 1138"/>
                  <a:gd name="T28" fmla="*/ 0 w 869"/>
                  <a:gd name="T29" fmla="*/ 0 h 1138"/>
                  <a:gd name="T30" fmla="*/ 0 w 869"/>
                  <a:gd name="T31" fmla="*/ 0 h 1138"/>
                  <a:gd name="T32" fmla="*/ 0 w 869"/>
                  <a:gd name="T33" fmla="*/ 0 h 1138"/>
                  <a:gd name="T34" fmla="*/ 0 w 869"/>
                  <a:gd name="T35" fmla="*/ 0 h 1138"/>
                  <a:gd name="T36" fmla="*/ 0 w 869"/>
                  <a:gd name="T37" fmla="*/ 0 h 1138"/>
                  <a:gd name="T38" fmla="*/ 0 w 869"/>
                  <a:gd name="T39" fmla="*/ 0 h 1138"/>
                  <a:gd name="T40" fmla="*/ 0 w 869"/>
                  <a:gd name="T41" fmla="*/ 0 h 1138"/>
                  <a:gd name="T42" fmla="*/ 0 w 869"/>
                  <a:gd name="T43" fmla="*/ 0 h 1138"/>
                  <a:gd name="T44" fmla="*/ 0 w 869"/>
                  <a:gd name="T45" fmla="*/ 0 h 1138"/>
                  <a:gd name="T46" fmla="*/ 0 w 869"/>
                  <a:gd name="T47" fmla="*/ 0 h 1138"/>
                  <a:gd name="T48" fmla="*/ 0 w 869"/>
                  <a:gd name="T49" fmla="*/ 0 h 1138"/>
                  <a:gd name="T50" fmla="*/ 0 w 869"/>
                  <a:gd name="T51" fmla="*/ 0 h 1138"/>
                  <a:gd name="T52" fmla="*/ 0 w 869"/>
                  <a:gd name="T53" fmla="*/ 0 h 1138"/>
                  <a:gd name="T54" fmla="*/ 0 w 869"/>
                  <a:gd name="T55" fmla="*/ 0 h 1138"/>
                  <a:gd name="T56" fmla="*/ 0 w 869"/>
                  <a:gd name="T57" fmla="*/ 0 h 1138"/>
                  <a:gd name="T58" fmla="*/ 0 w 869"/>
                  <a:gd name="T59" fmla="*/ 0 h 1138"/>
                  <a:gd name="T60" fmla="*/ 0 w 869"/>
                  <a:gd name="T61" fmla="*/ 0 h 1138"/>
                  <a:gd name="T62" fmla="*/ 0 w 869"/>
                  <a:gd name="T63" fmla="*/ 0 h 1138"/>
                  <a:gd name="T64" fmla="*/ 0 w 869"/>
                  <a:gd name="T65" fmla="*/ 0 h 1138"/>
                  <a:gd name="T66" fmla="*/ 0 w 869"/>
                  <a:gd name="T67" fmla="*/ 0 h 1138"/>
                  <a:gd name="T68" fmla="*/ 0 w 869"/>
                  <a:gd name="T69" fmla="*/ 0 h 1138"/>
                  <a:gd name="T70" fmla="*/ 0 w 869"/>
                  <a:gd name="T71" fmla="*/ 0 h 1138"/>
                  <a:gd name="T72" fmla="*/ 0 w 869"/>
                  <a:gd name="T73" fmla="*/ 0 h 113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69"/>
                  <a:gd name="T112" fmla="*/ 0 h 1138"/>
                  <a:gd name="T113" fmla="*/ 869 w 869"/>
                  <a:gd name="T114" fmla="*/ 1138 h 113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69" h="1138">
                    <a:moveTo>
                      <a:pt x="494" y="77"/>
                    </a:moveTo>
                    <a:lnTo>
                      <a:pt x="564" y="103"/>
                    </a:lnTo>
                    <a:lnTo>
                      <a:pt x="593" y="197"/>
                    </a:lnTo>
                    <a:lnTo>
                      <a:pt x="740" y="229"/>
                    </a:lnTo>
                    <a:lnTo>
                      <a:pt x="758" y="165"/>
                    </a:lnTo>
                    <a:lnTo>
                      <a:pt x="834" y="367"/>
                    </a:lnTo>
                    <a:lnTo>
                      <a:pt x="846" y="422"/>
                    </a:lnTo>
                    <a:lnTo>
                      <a:pt x="841" y="471"/>
                    </a:lnTo>
                    <a:lnTo>
                      <a:pt x="813" y="488"/>
                    </a:lnTo>
                    <a:lnTo>
                      <a:pt x="775" y="503"/>
                    </a:lnTo>
                    <a:lnTo>
                      <a:pt x="740" y="497"/>
                    </a:lnTo>
                    <a:lnTo>
                      <a:pt x="716" y="477"/>
                    </a:lnTo>
                    <a:lnTo>
                      <a:pt x="677" y="471"/>
                    </a:lnTo>
                    <a:lnTo>
                      <a:pt x="661" y="477"/>
                    </a:lnTo>
                    <a:lnTo>
                      <a:pt x="652" y="488"/>
                    </a:lnTo>
                    <a:lnTo>
                      <a:pt x="634" y="483"/>
                    </a:lnTo>
                    <a:lnTo>
                      <a:pt x="613" y="479"/>
                    </a:lnTo>
                    <a:lnTo>
                      <a:pt x="602" y="457"/>
                    </a:lnTo>
                    <a:lnTo>
                      <a:pt x="611" y="413"/>
                    </a:lnTo>
                    <a:lnTo>
                      <a:pt x="617" y="391"/>
                    </a:lnTo>
                    <a:lnTo>
                      <a:pt x="626" y="367"/>
                    </a:lnTo>
                    <a:lnTo>
                      <a:pt x="465" y="527"/>
                    </a:lnTo>
                    <a:lnTo>
                      <a:pt x="419" y="479"/>
                    </a:lnTo>
                    <a:lnTo>
                      <a:pt x="419" y="374"/>
                    </a:lnTo>
                    <a:lnTo>
                      <a:pt x="318" y="378"/>
                    </a:lnTo>
                    <a:lnTo>
                      <a:pt x="226" y="308"/>
                    </a:lnTo>
                    <a:lnTo>
                      <a:pt x="226" y="130"/>
                    </a:lnTo>
                    <a:lnTo>
                      <a:pt x="162" y="22"/>
                    </a:lnTo>
                    <a:lnTo>
                      <a:pt x="99" y="0"/>
                    </a:lnTo>
                    <a:lnTo>
                      <a:pt x="140" y="93"/>
                    </a:lnTo>
                    <a:lnTo>
                      <a:pt x="99" y="197"/>
                    </a:lnTo>
                    <a:lnTo>
                      <a:pt x="20" y="132"/>
                    </a:lnTo>
                    <a:lnTo>
                      <a:pt x="0" y="174"/>
                    </a:lnTo>
                    <a:lnTo>
                      <a:pt x="20" y="246"/>
                    </a:lnTo>
                    <a:lnTo>
                      <a:pt x="62" y="301"/>
                    </a:lnTo>
                    <a:lnTo>
                      <a:pt x="72" y="337"/>
                    </a:lnTo>
                    <a:lnTo>
                      <a:pt x="74" y="367"/>
                    </a:lnTo>
                    <a:lnTo>
                      <a:pt x="99" y="398"/>
                    </a:lnTo>
                    <a:lnTo>
                      <a:pt x="131" y="402"/>
                    </a:lnTo>
                    <a:lnTo>
                      <a:pt x="162" y="402"/>
                    </a:lnTo>
                    <a:lnTo>
                      <a:pt x="171" y="398"/>
                    </a:lnTo>
                    <a:lnTo>
                      <a:pt x="210" y="655"/>
                    </a:lnTo>
                    <a:lnTo>
                      <a:pt x="239" y="750"/>
                    </a:lnTo>
                    <a:lnTo>
                      <a:pt x="323" y="900"/>
                    </a:lnTo>
                    <a:lnTo>
                      <a:pt x="404" y="1011"/>
                    </a:lnTo>
                    <a:lnTo>
                      <a:pt x="456" y="1138"/>
                    </a:lnTo>
                    <a:lnTo>
                      <a:pt x="433" y="1015"/>
                    </a:lnTo>
                    <a:lnTo>
                      <a:pt x="465" y="932"/>
                    </a:lnTo>
                    <a:lnTo>
                      <a:pt x="689" y="947"/>
                    </a:lnTo>
                    <a:lnTo>
                      <a:pt x="544" y="1050"/>
                    </a:lnTo>
                    <a:lnTo>
                      <a:pt x="735" y="956"/>
                    </a:lnTo>
                    <a:lnTo>
                      <a:pt x="802" y="918"/>
                    </a:lnTo>
                    <a:lnTo>
                      <a:pt x="740" y="897"/>
                    </a:lnTo>
                    <a:lnTo>
                      <a:pt x="518" y="895"/>
                    </a:lnTo>
                    <a:lnTo>
                      <a:pt x="491" y="881"/>
                    </a:lnTo>
                    <a:lnTo>
                      <a:pt x="477" y="854"/>
                    </a:lnTo>
                    <a:lnTo>
                      <a:pt x="470" y="837"/>
                    </a:lnTo>
                    <a:lnTo>
                      <a:pt x="551" y="665"/>
                    </a:lnTo>
                    <a:lnTo>
                      <a:pt x="580" y="642"/>
                    </a:lnTo>
                    <a:lnTo>
                      <a:pt x="599" y="628"/>
                    </a:lnTo>
                    <a:lnTo>
                      <a:pt x="540" y="618"/>
                    </a:lnTo>
                    <a:lnTo>
                      <a:pt x="516" y="602"/>
                    </a:lnTo>
                    <a:lnTo>
                      <a:pt x="503" y="582"/>
                    </a:lnTo>
                    <a:lnTo>
                      <a:pt x="491" y="549"/>
                    </a:lnTo>
                    <a:lnTo>
                      <a:pt x="494" y="531"/>
                    </a:lnTo>
                    <a:lnTo>
                      <a:pt x="544" y="549"/>
                    </a:lnTo>
                    <a:lnTo>
                      <a:pt x="773" y="529"/>
                    </a:lnTo>
                    <a:lnTo>
                      <a:pt x="834" y="503"/>
                    </a:lnTo>
                    <a:lnTo>
                      <a:pt x="864" y="459"/>
                    </a:lnTo>
                    <a:lnTo>
                      <a:pt x="869" y="398"/>
                    </a:lnTo>
                    <a:lnTo>
                      <a:pt x="760" y="119"/>
                    </a:lnTo>
                    <a:lnTo>
                      <a:pt x="712" y="44"/>
                    </a:lnTo>
                    <a:lnTo>
                      <a:pt x="683" y="38"/>
                    </a:lnTo>
                    <a:lnTo>
                      <a:pt x="652" y="38"/>
                    </a:lnTo>
                    <a:lnTo>
                      <a:pt x="494" y="77"/>
                    </a:lnTo>
                    <a:close/>
                  </a:path>
                </a:pathLst>
              </a:custGeom>
              <a:solidFill>
                <a:srgbClr val="000000"/>
              </a:solidFill>
              <a:ln w="9525">
                <a:noFill/>
                <a:round/>
                <a:headEnd/>
                <a:tailEnd/>
              </a:ln>
            </p:spPr>
            <p:txBody>
              <a:bodyPr/>
              <a:lstStyle/>
              <a:p>
                <a:pPr algn="ctr"/>
                <a:endParaRPr lang="pt-BR" sz="2400"/>
              </a:p>
            </p:txBody>
          </p:sp>
          <p:sp>
            <p:nvSpPr>
              <p:cNvPr id="654" name="Freeform 272"/>
              <p:cNvSpPr>
                <a:spLocks/>
              </p:cNvSpPr>
              <p:nvPr/>
            </p:nvSpPr>
            <p:spPr bwMode="auto">
              <a:xfrm>
                <a:off x="3146" y="400"/>
                <a:ext cx="127" cy="199"/>
              </a:xfrm>
              <a:custGeom>
                <a:avLst/>
                <a:gdLst>
                  <a:gd name="T0" fmla="*/ 0 w 1017"/>
                  <a:gd name="T1" fmla="*/ 0 h 1590"/>
                  <a:gd name="T2" fmla="*/ 0 w 1017"/>
                  <a:gd name="T3" fmla="*/ 0 h 1590"/>
                  <a:gd name="T4" fmla="*/ 0 w 1017"/>
                  <a:gd name="T5" fmla="*/ 0 h 1590"/>
                  <a:gd name="T6" fmla="*/ 0 w 1017"/>
                  <a:gd name="T7" fmla="*/ 0 h 1590"/>
                  <a:gd name="T8" fmla="*/ 0 w 1017"/>
                  <a:gd name="T9" fmla="*/ 0 h 1590"/>
                  <a:gd name="T10" fmla="*/ 0 w 1017"/>
                  <a:gd name="T11" fmla="*/ 0 h 1590"/>
                  <a:gd name="T12" fmla="*/ 0 w 1017"/>
                  <a:gd name="T13" fmla="*/ 0 h 1590"/>
                  <a:gd name="T14" fmla="*/ 0 w 1017"/>
                  <a:gd name="T15" fmla="*/ 0 h 1590"/>
                  <a:gd name="T16" fmla="*/ 0 w 1017"/>
                  <a:gd name="T17" fmla="*/ 0 h 1590"/>
                  <a:gd name="T18" fmla="*/ 0 w 1017"/>
                  <a:gd name="T19" fmla="*/ 0 h 1590"/>
                  <a:gd name="T20" fmla="*/ 0 w 1017"/>
                  <a:gd name="T21" fmla="*/ 0 h 1590"/>
                  <a:gd name="T22" fmla="*/ 0 w 1017"/>
                  <a:gd name="T23" fmla="*/ 0 h 1590"/>
                  <a:gd name="T24" fmla="*/ 0 w 1017"/>
                  <a:gd name="T25" fmla="*/ 0 h 1590"/>
                  <a:gd name="T26" fmla="*/ 0 w 1017"/>
                  <a:gd name="T27" fmla="*/ 0 h 1590"/>
                  <a:gd name="T28" fmla="*/ 0 w 1017"/>
                  <a:gd name="T29" fmla="*/ 0 h 1590"/>
                  <a:gd name="T30" fmla="*/ 0 w 1017"/>
                  <a:gd name="T31" fmla="*/ 0 h 1590"/>
                  <a:gd name="T32" fmla="*/ 0 w 1017"/>
                  <a:gd name="T33" fmla="*/ 0 h 1590"/>
                  <a:gd name="T34" fmla="*/ 0 w 1017"/>
                  <a:gd name="T35" fmla="*/ 0 h 1590"/>
                  <a:gd name="T36" fmla="*/ 0 w 1017"/>
                  <a:gd name="T37" fmla="*/ 0 h 1590"/>
                  <a:gd name="T38" fmla="*/ 0 w 1017"/>
                  <a:gd name="T39" fmla="*/ 0 h 1590"/>
                  <a:gd name="T40" fmla="*/ 0 w 1017"/>
                  <a:gd name="T41" fmla="*/ 0 h 1590"/>
                  <a:gd name="T42" fmla="*/ 0 w 1017"/>
                  <a:gd name="T43" fmla="*/ 0 h 1590"/>
                  <a:gd name="T44" fmla="*/ 0 w 1017"/>
                  <a:gd name="T45" fmla="*/ 0 h 1590"/>
                  <a:gd name="T46" fmla="*/ 0 w 1017"/>
                  <a:gd name="T47" fmla="*/ 0 h 1590"/>
                  <a:gd name="T48" fmla="*/ 0 w 1017"/>
                  <a:gd name="T49" fmla="*/ 0 h 1590"/>
                  <a:gd name="T50" fmla="*/ 0 w 1017"/>
                  <a:gd name="T51" fmla="*/ 0 h 1590"/>
                  <a:gd name="T52" fmla="*/ 0 w 1017"/>
                  <a:gd name="T53" fmla="*/ 0 h 1590"/>
                  <a:gd name="T54" fmla="*/ 0 w 1017"/>
                  <a:gd name="T55" fmla="*/ 0 h 1590"/>
                  <a:gd name="T56" fmla="*/ 0 w 1017"/>
                  <a:gd name="T57" fmla="*/ 0 h 1590"/>
                  <a:gd name="T58" fmla="*/ 0 w 1017"/>
                  <a:gd name="T59" fmla="*/ 0 h 1590"/>
                  <a:gd name="T60" fmla="*/ 0 w 1017"/>
                  <a:gd name="T61" fmla="*/ 0 h 1590"/>
                  <a:gd name="T62" fmla="*/ 0 w 1017"/>
                  <a:gd name="T63" fmla="*/ 0 h 1590"/>
                  <a:gd name="T64" fmla="*/ 0 w 1017"/>
                  <a:gd name="T65" fmla="*/ 0 h 1590"/>
                  <a:gd name="T66" fmla="*/ 0 w 1017"/>
                  <a:gd name="T67" fmla="*/ 0 h 1590"/>
                  <a:gd name="T68" fmla="*/ 0 w 1017"/>
                  <a:gd name="T69" fmla="*/ 0 h 1590"/>
                  <a:gd name="T70" fmla="*/ 0 w 1017"/>
                  <a:gd name="T71" fmla="*/ 0 h 1590"/>
                  <a:gd name="T72" fmla="*/ 0 w 1017"/>
                  <a:gd name="T73" fmla="*/ 0 h 1590"/>
                  <a:gd name="T74" fmla="*/ 0 w 1017"/>
                  <a:gd name="T75" fmla="*/ 0 h 1590"/>
                  <a:gd name="T76" fmla="*/ 0 w 1017"/>
                  <a:gd name="T77" fmla="*/ 0 h 1590"/>
                  <a:gd name="T78" fmla="*/ 0 w 1017"/>
                  <a:gd name="T79" fmla="*/ 0 h 1590"/>
                  <a:gd name="T80" fmla="*/ 0 w 1017"/>
                  <a:gd name="T81" fmla="*/ 0 h 1590"/>
                  <a:gd name="T82" fmla="*/ 0 w 1017"/>
                  <a:gd name="T83" fmla="*/ 0 h 1590"/>
                  <a:gd name="T84" fmla="*/ 0 w 1017"/>
                  <a:gd name="T85" fmla="*/ 0 h 1590"/>
                  <a:gd name="T86" fmla="*/ 0 w 1017"/>
                  <a:gd name="T87" fmla="*/ 0 h 1590"/>
                  <a:gd name="T88" fmla="*/ 0 w 1017"/>
                  <a:gd name="T89" fmla="*/ 0 h 1590"/>
                  <a:gd name="T90" fmla="*/ 0 w 1017"/>
                  <a:gd name="T91" fmla="*/ 0 h 1590"/>
                  <a:gd name="T92" fmla="*/ 0 w 1017"/>
                  <a:gd name="T93" fmla="*/ 0 h 1590"/>
                  <a:gd name="T94" fmla="*/ 0 w 1017"/>
                  <a:gd name="T95" fmla="*/ 0 h 1590"/>
                  <a:gd name="T96" fmla="*/ 0 w 1017"/>
                  <a:gd name="T97" fmla="*/ 0 h 1590"/>
                  <a:gd name="T98" fmla="*/ 0 w 1017"/>
                  <a:gd name="T99" fmla="*/ 0 h 1590"/>
                  <a:gd name="T100" fmla="*/ 0 w 1017"/>
                  <a:gd name="T101" fmla="*/ 0 h 1590"/>
                  <a:gd name="T102" fmla="*/ 0 w 1017"/>
                  <a:gd name="T103" fmla="*/ 0 h 1590"/>
                  <a:gd name="T104" fmla="*/ 0 w 1017"/>
                  <a:gd name="T105" fmla="*/ 0 h 1590"/>
                  <a:gd name="T106" fmla="*/ 0 w 1017"/>
                  <a:gd name="T107" fmla="*/ 0 h 15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017"/>
                  <a:gd name="T163" fmla="*/ 0 h 1590"/>
                  <a:gd name="T164" fmla="*/ 1017 w 1017"/>
                  <a:gd name="T165" fmla="*/ 1590 h 159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017" h="1590">
                    <a:moveTo>
                      <a:pt x="78" y="744"/>
                    </a:moveTo>
                    <a:lnTo>
                      <a:pt x="127" y="633"/>
                    </a:lnTo>
                    <a:lnTo>
                      <a:pt x="224" y="549"/>
                    </a:lnTo>
                    <a:lnTo>
                      <a:pt x="224" y="373"/>
                    </a:lnTo>
                    <a:lnTo>
                      <a:pt x="283" y="332"/>
                    </a:lnTo>
                    <a:lnTo>
                      <a:pt x="378" y="323"/>
                    </a:lnTo>
                    <a:lnTo>
                      <a:pt x="542" y="341"/>
                    </a:lnTo>
                    <a:lnTo>
                      <a:pt x="542" y="454"/>
                    </a:lnTo>
                    <a:lnTo>
                      <a:pt x="588" y="617"/>
                    </a:lnTo>
                    <a:lnTo>
                      <a:pt x="465" y="553"/>
                    </a:lnTo>
                    <a:lnTo>
                      <a:pt x="461" y="562"/>
                    </a:lnTo>
                    <a:lnTo>
                      <a:pt x="632" y="749"/>
                    </a:lnTo>
                    <a:lnTo>
                      <a:pt x="698" y="881"/>
                    </a:lnTo>
                    <a:lnTo>
                      <a:pt x="758" y="1070"/>
                    </a:lnTo>
                    <a:lnTo>
                      <a:pt x="751" y="1131"/>
                    </a:lnTo>
                    <a:lnTo>
                      <a:pt x="722" y="1169"/>
                    </a:lnTo>
                    <a:lnTo>
                      <a:pt x="676" y="1199"/>
                    </a:lnTo>
                    <a:lnTo>
                      <a:pt x="608" y="1201"/>
                    </a:lnTo>
                    <a:lnTo>
                      <a:pt x="625" y="1226"/>
                    </a:lnTo>
                    <a:lnTo>
                      <a:pt x="636" y="1265"/>
                    </a:lnTo>
                    <a:lnTo>
                      <a:pt x="641" y="1283"/>
                    </a:lnTo>
                    <a:lnTo>
                      <a:pt x="518" y="1305"/>
                    </a:lnTo>
                    <a:lnTo>
                      <a:pt x="569" y="1320"/>
                    </a:lnTo>
                    <a:lnTo>
                      <a:pt x="625" y="1332"/>
                    </a:lnTo>
                    <a:lnTo>
                      <a:pt x="674" y="1349"/>
                    </a:lnTo>
                    <a:lnTo>
                      <a:pt x="685" y="1395"/>
                    </a:lnTo>
                    <a:lnTo>
                      <a:pt x="676" y="1431"/>
                    </a:lnTo>
                    <a:lnTo>
                      <a:pt x="617" y="1443"/>
                    </a:lnTo>
                    <a:lnTo>
                      <a:pt x="542" y="1443"/>
                    </a:lnTo>
                    <a:lnTo>
                      <a:pt x="461" y="1432"/>
                    </a:lnTo>
                    <a:lnTo>
                      <a:pt x="454" y="1452"/>
                    </a:lnTo>
                    <a:lnTo>
                      <a:pt x="518" y="1477"/>
                    </a:lnTo>
                    <a:lnTo>
                      <a:pt x="617" y="1503"/>
                    </a:lnTo>
                    <a:lnTo>
                      <a:pt x="641" y="1572"/>
                    </a:lnTo>
                    <a:lnTo>
                      <a:pt x="703" y="1590"/>
                    </a:lnTo>
                    <a:lnTo>
                      <a:pt x="770" y="1553"/>
                    </a:lnTo>
                    <a:lnTo>
                      <a:pt x="908" y="1247"/>
                    </a:lnTo>
                    <a:lnTo>
                      <a:pt x="945" y="1099"/>
                    </a:lnTo>
                    <a:lnTo>
                      <a:pt x="986" y="933"/>
                    </a:lnTo>
                    <a:lnTo>
                      <a:pt x="986" y="820"/>
                    </a:lnTo>
                    <a:lnTo>
                      <a:pt x="982" y="624"/>
                    </a:lnTo>
                    <a:lnTo>
                      <a:pt x="1017" y="444"/>
                    </a:lnTo>
                    <a:lnTo>
                      <a:pt x="1001" y="224"/>
                    </a:lnTo>
                    <a:lnTo>
                      <a:pt x="968" y="134"/>
                    </a:lnTo>
                    <a:lnTo>
                      <a:pt x="731" y="55"/>
                    </a:lnTo>
                    <a:lnTo>
                      <a:pt x="527" y="15"/>
                    </a:lnTo>
                    <a:lnTo>
                      <a:pt x="316" y="0"/>
                    </a:lnTo>
                    <a:lnTo>
                      <a:pt x="127" y="2"/>
                    </a:lnTo>
                    <a:lnTo>
                      <a:pt x="78" y="26"/>
                    </a:lnTo>
                    <a:lnTo>
                      <a:pt x="32" y="152"/>
                    </a:lnTo>
                    <a:lnTo>
                      <a:pt x="11" y="290"/>
                    </a:lnTo>
                    <a:lnTo>
                      <a:pt x="0" y="454"/>
                    </a:lnTo>
                    <a:lnTo>
                      <a:pt x="0" y="672"/>
                    </a:lnTo>
                    <a:lnTo>
                      <a:pt x="78" y="744"/>
                    </a:lnTo>
                    <a:close/>
                  </a:path>
                </a:pathLst>
              </a:custGeom>
              <a:solidFill>
                <a:srgbClr val="000000"/>
              </a:solidFill>
              <a:ln w="9525">
                <a:noFill/>
                <a:round/>
                <a:headEnd/>
                <a:tailEnd/>
              </a:ln>
            </p:spPr>
            <p:txBody>
              <a:bodyPr/>
              <a:lstStyle/>
              <a:p>
                <a:pPr algn="ctr"/>
                <a:endParaRPr lang="pt-BR" sz="2400"/>
              </a:p>
            </p:txBody>
          </p:sp>
          <p:sp>
            <p:nvSpPr>
              <p:cNvPr id="655" name="Freeform 273"/>
              <p:cNvSpPr>
                <a:spLocks/>
              </p:cNvSpPr>
              <p:nvPr/>
            </p:nvSpPr>
            <p:spPr bwMode="auto">
              <a:xfrm>
                <a:off x="3135" y="482"/>
                <a:ext cx="16" cy="14"/>
              </a:xfrm>
              <a:custGeom>
                <a:avLst/>
                <a:gdLst>
                  <a:gd name="T0" fmla="*/ 0 w 127"/>
                  <a:gd name="T1" fmla="*/ 0 h 110"/>
                  <a:gd name="T2" fmla="*/ 0 w 127"/>
                  <a:gd name="T3" fmla="*/ 0 h 110"/>
                  <a:gd name="T4" fmla="*/ 0 w 127"/>
                  <a:gd name="T5" fmla="*/ 0 h 110"/>
                  <a:gd name="T6" fmla="*/ 0 w 127"/>
                  <a:gd name="T7" fmla="*/ 0 h 110"/>
                  <a:gd name="T8" fmla="*/ 0 w 127"/>
                  <a:gd name="T9" fmla="*/ 0 h 110"/>
                  <a:gd name="T10" fmla="*/ 0 w 127"/>
                  <a:gd name="T11" fmla="*/ 0 h 110"/>
                  <a:gd name="T12" fmla="*/ 0 w 127"/>
                  <a:gd name="T13" fmla="*/ 0 h 110"/>
                  <a:gd name="T14" fmla="*/ 0 w 127"/>
                  <a:gd name="T15" fmla="*/ 0 h 110"/>
                  <a:gd name="T16" fmla="*/ 0 w 127"/>
                  <a:gd name="T17" fmla="*/ 0 h 1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7"/>
                  <a:gd name="T28" fmla="*/ 0 h 110"/>
                  <a:gd name="T29" fmla="*/ 127 w 127"/>
                  <a:gd name="T30" fmla="*/ 110 h 1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7" h="110">
                    <a:moveTo>
                      <a:pt x="0" y="110"/>
                    </a:moveTo>
                    <a:lnTo>
                      <a:pt x="24" y="24"/>
                    </a:lnTo>
                    <a:lnTo>
                      <a:pt x="49" y="0"/>
                    </a:lnTo>
                    <a:lnTo>
                      <a:pt x="86" y="9"/>
                    </a:lnTo>
                    <a:lnTo>
                      <a:pt x="118" y="24"/>
                    </a:lnTo>
                    <a:lnTo>
                      <a:pt x="127" y="57"/>
                    </a:lnTo>
                    <a:lnTo>
                      <a:pt x="86" y="44"/>
                    </a:lnTo>
                    <a:lnTo>
                      <a:pt x="28" y="76"/>
                    </a:lnTo>
                    <a:lnTo>
                      <a:pt x="0" y="110"/>
                    </a:lnTo>
                    <a:close/>
                  </a:path>
                </a:pathLst>
              </a:custGeom>
              <a:solidFill>
                <a:srgbClr val="000000"/>
              </a:solidFill>
              <a:ln w="9525">
                <a:noFill/>
                <a:round/>
                <a:headEnd/>
                <a:tailEnd/>
              </a:ln>
            </p:spPr>
            <p:txBody>
              <a:bodyPr/>
              <a:lstStyle/>
              <a:p>
                <a:pPr algn="ctr"/>
                <a:endParaRPr lang="pt-BR" sz="2400"/>
              </a:p>
            </p:txBody>
          </p:sp>
          <p:sp>
            <p:nvSpPr>
              <p:cNvPr id="656" name="Freeform 274"/>
              <p:cNvSpPr>
                <a:spLocks/>
              </p:cNvSpPr>
              <p:nvPr/>
            </p:nvSpPr>
            <p:spPr bwMode="auto">
              <a:xfrm>
                <a:off x="2657" y="555"/>
                <a:ext cx="394" cy="427"/>
              </a:xfrm>
              <a:custGeom>
                <a:avLst/>
                <a:gdLst>
                  <a:gd name="T0" fmla="*/ 0 w 3151"/>
                  <a:gd name="T1" fmla="*/ 0 h 3416"/>
                  <a:gd name="T2" fmla="*/ 0 w 3151"/>
                  <a:gd name="T3" fmla="*/ 0 h 3416"/>
                  <a:gd name="T4" fmla="*/ 0 w 3151"/>
                  <a:gd name="T5" fmla="*/ 0 h 3416"/>
                  <a:gd name="T6" fmla="*/ 0 w 3151"/>
                  <a:gd name="T7" fmla="*/ 0 h 3416"/>
                  <a:gd name="T8" fmla="*/ 0 w 3151"/>
                  <a:gd name="T9" fmla="*/ 0 h 3416"/>
                  <a:gd name="T10" fmla="*/ 0 w 3151"/>
                  <a:gd name="T11" fmla="*/ 0 h 3416"/>
                  <a:gd name="T12" fmla="*/ 0 w 3151"/>
                  <a:gd name="T13" fmla="*/ 0 h 3416"/>
                  <a:gd name="T14" fmla="*/ 0 w 3151"/>
                  <a:gd name="T15" fmla="*/ 0 h 3416"/>
                  <a:gd name="T16" fmla="*/ 0 w 3151"/>
                  <a:gd name="T17" fmla="*/ 0 h 3416"/>
                  <a:gd name="T18" fmla="*/ 0 w 3151"/>
                  <a:gd name="T19" fmla="*/ 0 h 3416"/>
                  <a:gd name="T20" fmla="*/ 0 w 3151"/>
                  <a:gd name="T21" fmla="*/ 0 h 3416"/>
                  <a:gd name="T22" fmla="*/ 0 w 3151"/>
                  <a:gd name="T23" fmla="*/ 0 h 3416"/>
                  <a:gd name="T24" fmla="*/ 0 w 3151"/>
                  <a:gd name="T25" fmla="*/ 0 h 3416"/>
                  <a:gd name="T26" fmla="*/ 0 w 3151"/>
                  <a:gd name="T27" fmla="*/ 0 h 3416"/>
                  <a:gd name="T28" fmla="*/ 0 w 3151"/>
                  <a:gd name="T29" fmla="*/ 0 h 3416"/>
                  <a:gd name="T30" fmla="*/ 0 w 3151"/>
                  <a:gd name="T31" fmla="*/ 0 h 3416"/>
                  <a:gd name="T32" fmla="*/ 0 w 3151"/>
                  <a:gd name="T33" fmla="*/ 0 h 3416"/>
                  <a:gd name="T34" fmla="*/ 0 w 3151"/>
                  <a:gd name="T35" fmla="*/ 0 h 3416"/>
                  <a:gd name="T36" fmla="*/ 0 w 3151"/>
                  <a:gd name="T37" fmla="*/ 0 h 3416"/>
                  <a:gd name="T38" fmla="*/ 0 w 3151"/>
                  <a:gd name="T39" fmla="*/ 0 h 3416"/>
                  <a:gd name="T40" fmla="*/ 0 w 3151"/>
                  <a:gd name="T41" fmla="*/ 0 h 3416"/>
                  <a:gd name="T42" fmla="*/ 0 w 3151"/>
                  <a:gd name="T43" fmla="*/ 0 h 3416"/>
                  <a:gd name="T44" fmla="*/ 0 w 3151"/>
                  <a:gd name="T45" fmla="*/ 0 h 3416"/>
                  <a:gd name="T46" fmla="*/ 0 w 3151"/>
                  <a:gd name="T47" fmla="*/ 0 h 3416"/>
                  <a:gd name="T48" fmla="*/ 0 w 3151"/>
                  <a:gd name="T49" fmla="*/ 0 h 3416"/>
                  <a:gd name="T50" fmla="*/ 0 w 3151"/>
                  <a:gd name="T51" fmla="*/ 0 h 3416"/>
                  <a:gd name="T52" fmla="*/ 0 w 3151"/>
                  <a:gd name="T53" fmla="*/ 0 h 3416"/>
                  <a:gd name="T54" fmla="*/ 0 w 3151"/>
                  <a:gd name="T55" fmla="*/ 0 h 3416"/>
                  <a:gd name="T56" fmla="*/ 0 w 3151"/>
                  <a:gd name="T57" fmla="*/ 0 h 3416"/>
                  <a:gd name="T58" fmla="*/ 0 w 3151"/>
                  <a:gd name="T59" fmla="*/ 0 h 3416"/>
                  <a:gd name="T60" fmla="*/ 0 w 3151"/>
                  <a:gd name="T61" fmla="*/ 0 h 3416"/>
                  <a:gd name="T62" fmla="*/ 0 w 3151"/>
                  <a:gd name="T63" fmla="*/ 0 h 3416"/>
                  <a:gd name="T64" fmla="*/ 0 w 3151"/>
                  <a:gd name="T65" fmla="*/ 0 h 3416"/>
                  <a:gd name="T66" fmla="*/ 0 w 3151"/>
                  <a:gd name="T67" fmla="*/ 0 h 3416"/>
                  <a:gd name="T68" fmla="*/ 0 w 3151"/>
                  <a:gd name="T69" fmla="*/ 0 h 3416"/>
                  <a:gd name="T70" fmla="*/ 0 w 3151"/>
                  <a:gd name="T71" fmla="*/ 0 h 3416"/>
                  <a:gd name="T72" fmla="*/ 0 w 3151"/>
                  <a:gd name="T73" fmla="*/ 0 h 3416"/>
                  <a:gd name="T74" fmla="*/ 0 w 3151"/>
                  <a:gd name="T75" fmla="*/ 0 h 3416"/>
                  <a:gd name="T76" fmla="*/ 0 w 3151"/>
                  <a:gd name="T77" fmla="*/ 0 h 3416"/>
                  <a:gd name="T78" fmla="*/ 0 w 3151"/>
                  <a:gd name="T79" fmla="*/ 0 h 3416"/>
                  <a:gd name="T80" fmla="*/ 0 w 3151"/>
                  <a:gd name="T81" fmla="*/ 0 h 3416"/>
                  <a:gd name="T82" fmla="*/ 0 w 3151"/>
                  <a:gd name="T83" fmla="*/ 0 h 3416"/>
                  <a:gd name="T84" fmla="*/ 0 w 3151"/>
                  <a:gd name="T85" fmla="*/ 0 h 3416"/>
                  <a:gd name="T86" fmla="*/ 0 w 3151"/>
                  <a:gd name="T87" fmla="*/ 0 h 3416"/>
                  <a:gd name="T88" fmla="*/ 0 w 3151"/>
                  <a:gd name="T89" fmla="*/ 0 h 3416"/>
                  <a:gd name="T90" fmla="*/ 0 w 3151"/>
                  <a:gd name="T91" fmla="*/ 0 h 3416"/>
                  <a:gd name="T92" fmla="*/ 0 w 3151"/>
                  <a:gd name="T93" fmla="*/ 0 h 3416"/>
                  <a:gd name="T94" fmla="*/ 0 w 3151"/>
                  <a:gd name="T95" fmla="*/ 0 h 3416"/>
                  <a:gd name="T96" fmla="*/ 0 w 3151"/>
                  <a:gd name="T97" fmla="*/ 0 h 34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151"/>
                  <a:gd name="T148" fmla="*/ 0 h 3416"/>
                  <a:gd name="T149" fmla="*/ 3151 w 3151"/>
                  <a:gd name="T150" fmla="*/ 3416 h 34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151" h="3416">
                    <a:moveTo>
                      <a:pt x="2596" y="156"/>
                    </a:moveTo>
                    <a:lnTo>
                      <a:pt x="2561" y="145"/>
                    </a:lnTo>
                    <a:lnTo>
                      <a:pt x="2561" y="578"/>
                    </a:lnTo>
                    <a:lnTo>
                      <a:pt x="2476" y="479"/>
                    </a:lnTo>
                    <a:lnTo>
                      <a:pt x="2428" y="479"/>
                    </a:lnTo>
                    <a:lnTo>
                      <a:pt x="2404" y="807"/>
                    </a:lnTo>
                    <a:lnTo>
                      <a:pt x="2116" y="770"/>
                    </a:lnTo>
                    <a:lnTo>
                      <a:pt x="2197" y="906"/>
                    </a:lnTo>
                    <a:lnTo>
                      <a:pt x="2197" y="843"/>
                    </a:lnTo>
                    <a:lnTo>
                      <a:pt x="2222" y="807"/>
                    </a:lnTo>
                    <a:lnTo>
                      <a:pt x="2369" y="880"/>
                    </a:lnTo>
                    <a:lnTo>
                      <a:pt x="2268" y="1021"/>
                    </a:lnTo>
                    <a:lnTo>
                      <a:pt x="2187" y="1093"/>
                    </a:lnTo>
                    <a:lnTo>
                      <a:pt x="2101" y="1130"/>
                    </a:lnTo>
                    <a:lnTo>
                      <a:pt x="2004" y="1130"/>
                    </a:lnTo>
                    <a:lnTo>
                      <a:pt x="1800" y="1081"/>
                    </a:lnTo>
                    <a:lnTo>
                      <a:pt x="1787" y="1130"/>
                    </a:lnTo>
                    <a:lnTo>
                      <a:pt x="1918" y="1168"/>
                    </a:lnTo>
                    <a:lnTo>
                      <a:pt x="2004" y="1178"/>
                    </a:lnTo>
                    <a:lnTo>
                      <a:pt x="2268" y="1192"/>
                    </a:lnTo>
                    <a:lnTo>
                      <a:pt x="2139" y="1275"/>
                    </a:lnTo>
                    <a:lnTo>
                      <a:pt x="1953" y="1313"/>
                    </a:lnTo>
                    <a:lnTo>
                      <a:pt x="1750" y="1313"/>
                    </a:lnTo>
                    <a:lnTo>
                      <a:pt x="1593" y="1275"/>
                    </a:lnTo>
                    <a:lnTo>
                      <a:pt x="1413" y="1216"/>
                    </a:lnTo>
                    <a:lnTo>
                      <a:pt x="1390" y="1238"/>
                    </a:lnTo>
                    <a:lnTo>
                      <a:pt x="1512" y="1334"/>
                    </a:lnTo>
                    <a:lnTo>
                      <a:pt x="1655" y="1408"/>
                    </a:lnTo>
                    <a:lnTo>
                      <a:pt x="1800" y="1440"/>
                    </a:lnTo>
                    <a:lnTo>
                      <a:pt x="2017" y="1477"/>
                    </a:lnTo>
                    <a:lnTo>
                      <a:pt x="1824" y="1585"/>
                    </a:lnTo>
                    <a:lnTo>
                      <a:pt x="1607" y="1671"/>
                    </a:lnTo>
                    <a:lnTo>
                      <a:pt x="1402" y="1719"/>
                    </a:lnTo>
                    <a:lnTo>
                      <a:pt x="1171" y="1743"/>
                    </a:lnTo>
                    <a:lnTo>
                      <a:pt x="1037" y="1756"/>
                    </a:lnTo>
                    <a:lnTo>
                      <a:pt x="1376" y="1743"/>
                    </a:lnTo>
                    <a:lnTo>
                      <a:pt x="1316" y="1818"/>
                    </a:lnTo>
                    <a:lnTo>
                      <a:pt x="1220" y="1877"/>
                    </a:lnTo>
                    <a:lnTo>
                      <a:pt x="1037" y="1963"/>
                    </a:lnTo>
                    <a:lnTo>
                      <a:pt x="879" y="2020"/>
                    </a:lnTo>
                    <a:lnTo>
                      <a:pt x="798" y="2053"/>
                    </a:lnTo>
                    <a:lnTo>
                      <a:pt x="1061" y="2344"/>
                    </a:lnTo>
                    <a:lnTo>
                      <a:pt x="869" y="2431"/>
                    </a:lnTo>
                    <a:lnTo>
                      <a:pt x="699" y="2535"/>
                    </a:lnTo>
                    <a:lnTo>
                      <a:pt x="554" y="2681"/>
                    </a:lnTo>
                    <a:lnTo>
                      <a:pt x="435" y="2849"/>
                    </a:lnTo>
                    <a:lnTo>
                      <a:pt x="263" y="2824"/>
                    </a:lnTo>
                    <a:lnTo>
                      <a:pt x="444" y="2897"/>
                    </a:lnTo>
                    <a:lnTo>
                      <a:pt x="591" y="2992"/>
                    </a:lnTo>
                    <a:lnTo>
                      <a:pt x="627" y="3055"/>
                    </a:lnTo>
                    <a:lnTo>
                      <a:pt x="567" y="3139"/>
                    </a:lnTo>
                    <a:lnTo>
                      <a:pt x="226" y="2958"/>
                    </a:lnTo>
                    <a:lnTo>
                      <a:pt x="240" y="2872"/>
                    </a:lnTo>
                    <a:lnTo>
                      <a:pt x="203" y="2967"/>
                    </a:lnTo>
                    <a:lnTo>
                      <a:pt x="25" y="2992"/>
                    </a:lnTo>
                    <a:lnTo>
                      <a:pt x="217" y="2983"/>
                    </a:lnTo>
                    <a:lnTo>
                      <a:pt x="309" y="3031"/>
                    </a:lnTo>
                    <a:lnTo>
                      <a:pt x="203" y="3091"/>
                    </a:lnTo>
                    <a:lnTo>
                      <a:pt x="297" y="3151"/>
                    </a:lnTo>
                    <a:lnTo>
                      <a:pt x="297" y="3187"/>
                    </a:lnTo>
                    <a:lnTo>
                      <a:pt x="141" y="3343"/>
                    </a:lnTo>
                    <a:lnTo>
                      <a:pt x="71" y="3379"/>
                    </a:lnTo>
                    <a:lnTo>
                      <a:pt x="0" y="3343"/>
                    </a:lnTo>
                    <a:lnTo>
                      <a:pt x="0" y="3379"/>
                    </a:lnTo>
                    <a:lnTo>
                      <a:pt x="71" y="3416"/>
                    </a:lnTo>
                    <a:lnTo>
                      <a:pt x="203" y="3343"/>
                    </a:lnTo>
                    <a:lnTo>
                      <a:pt x="272" y="3273"/>
                    </a:lnTo>
                    <a:lnTo>
                      <a:pt x="1556" y="3273"/>
                    </a:lnTo>
                    <a:lnTo>
                      <a:pt x="1556" y="3250"/>
                    </a:lnTo>
                    <a:lnTo>
                      <a:pt x="554" y="3250"/>
                    </a:lnTo>
                    <a:lnTo>
                      <a:pt x="604" y="3200"/>
                    </a:lnTo>
                    <a:lnTo>
                      <a:pt x="627" y="3112"/>
                    </a:lnTo>
                    <a:lnTo>
                      <a:pt x="650" y="3079"/>
                    </a:lnTo>
                    <a:lnTo>
                      <a:pt x="820" y="3079"/>
                    </a:lnTo>
                    <a:lnTo>
                      <a:pt x="1196" y="2455"/>
                    </a:lnTo>
                    <a:lnTo>
                      <a:pt x="1303" y="2308"/>
                    </a:lnTo>
                    <a:lnTo>
                      <a:pt x="1413" y="2187"/>
                    </a:lnTo>
                    <a:lnTo>
                      <a:pt x="1512" y="2095"/>
                    </a:lnTo>
                    <a:lnTo>
                      <a:pt x="1633" y="2031"/>
                    </a:lnTo>
                    <a:lnTo>
                      <a:pt x="1763" y="1998"/>
                    </a:lnTo>
                    <a:lnTo>
                      <a:pt x="1932" y="1682"/>
                    </a:lnTo>
                    <a:lnTo>
                      <a:pt x="2116" y="1537"/>
                    </a:lnTo>
                    <a:lnTo>
                      <a:pt x="2222" y="1385"/>
                    </a:lnTo>
                    <a:lnTo>
                      <a:pt x="2393" y="1300"/>
                    </a:lnTo>
                    <a:lnTo>
                      <a:pt x="2393" y="1464"/>
                    </a:lnTo>
                    <a:lnTo>
                      <a:pt x="2476" y="1288"/>
                    </a:lnTo>
                    <a:lnTo>
                      <a:pt x="2609" y="1192"/>
                    </a:lnTo>
                    <a:lnTo>
                      <a:pt x="2705" y="1477"/>
                    </a:lnTo>
                    <a:lnTo>
                      <a:pt x="3151" y="1609"/>
                    </a:lnTo>
                    <a:lnTo>
                      <a:pt x="3068" y="276"/>
                    </a:lnTo>
                    <a:lnTo>
                      <a:pt x="3029" y="230"/>
                    </a:lnTo>
                    <a:lnTo>
                      <a:pt x="2980" y="251"/>
                    </a:lnTo>
                    <a:lnTo>
                      <a:pt x="2813" y="712"/>
                    </a:lnTo>
                    <a:lnTo>
                      <a:pt x="2813" y="0"/>
                    </a:lnTo>
                    <a:lnTo>
                      <a:pt x="2767" y="746"/>
                    </a:lnTo>
                    <a:lnTo>
                      <a:pt x="2729" y="880"/>
                    </a:lnTo>
                    <a:lnTo>
                      <a:pt x="2646" y="348"/>
                    </a:lnTo>
                    <a:lnTo>
                      <a:pt x="2596" y="156"/>
                    </a:lnTo>
                    <a:close/>
                  </a:path>
                </a:pathLst>
              </a:custGeom>
              <a:solidFill>
                <a:srgbClr val="000000"/>
              </a:solidFill>
              <a:ln w="9525">
                <a:noFill/>
                <a:round/>
                <a:headEnd/>
                <a:tailEnd/>
              </a:ln>
            </p:spPr>
            <p:txBody>
              <a:bodyPr/>
              <a:lstStyle/>
              <a:p>
                <a:pPr algn="ctr"/>
                <a:endParaRPr lang="pt-BR" sz="2400"/>
              </a:p>
            </p:txBody>
          </p:sp>
          <p:sp>
            <p:nvSpPr>
              <p:cNvPr id="657" name="Freeform 275"/>
              <p:cNvSpPr>
                <a:spLocks/>
              </p:cNvSpPr>
              <p:nvPr/>
            </p:nvSpPr>
            <p:spPr bwMode="auto">
              <a:xfrm>
                <a:off x="2691" y="538"/>
                <a:ext cx="302" cy="363"/>
              </a:xfrm>
              <a:custGeom>
                <a:avLst/>
                <a:gdLst>
                  <a:gd name="T0" fmla="*/ 0 w 2420"/>
                  <a:gd name="T1" fmla="*/ 0 h 2909"/>
                  <a:gd name="T2" fmla="*/ 0 w 2420"/>
                  <a:gd name="T3" fmla="*/ 0 h 2909"/>
                  <a:gd name="T4" fmla="*/ 0 w 2420"/>
                  <a:gd name="T5" fmla="*/ 0 h 2909"/>
                  <a:gd name="T6" fmla="*/ 0 w 2420"/>
                  <a:gd name="T7" fmla="*/ 0 h 2909"/>
                  <a:gd name="T8" fmla="*/ 0 w 2420"/>
                  <a:gd name="T9" fmla="*/ 0 h 2909"/>
                  <a:gd name="T10" fmla="*/ 0 w 2420"/>
                  <a:gd name="T11" fmla="*/ 0 h 2909"/>
                  <a:gd name="T12" fmla="*/ 0 w 2420"/>
                  <a:gd name="T13" fmla="*/ 0 h 2909"/>
                  <a:gd name="T14" fmla="*/ 0 w 2420"/>
                  <a:gd name="T15" fmla="*/ 0 h 2909"/>
                  <a:gd name="T16" fmla="*/ 0 w 2420"/>
                  <a:gd name="T17" fmla="*/ 0 h 2909"/>
                  <a:gd name="T18" fmla="*/ 0 w 2420"/>
                  <a:gd name="T19" fmla="*/ 0 h 2909"/>
                  <a:gd name="T20" fmla="*/ 0 w 2420"/>
                  <a:gd name="T21" fmla="*/ 0 h 2909"/>
                  <a:gd name="T22" fmla="*/ 0 w 2420"/>
                  <a:gd name="T23" fmla="*/ 0 h 2909"/>
                  <a:gd name="T24" fmla="*/ 0 w 2420"/>
                  <a:gd name="T25" fmla="*/ 0 h 2909"/>
                  <a:gd name="T26" fmla="*/ 0 w 2420"/>
                  <a:gd name="T27" fmla="*/ 0 h 2909"/>
                  <a:gd name="T28" fmla="*/ 0 w 2420"/>
                  <a:gd name="T29" fmla="*/ 0 h 2909"/>
                  <a:gd name="T30" fmla="*/ 0 w 2420"/>
                  <a:gd name="T31" fmla="*/ 0 h 2909"/>
                  <a:gd name="T32" fmla="*/ 0 w 2420"/>
                  <a:gd name="T33" fmla="*/ 0 h 2909"/>
                  <a:gd name="T34" fmla="*/ 0 w 2420"/>
                  <a:gd name="T35" fmla="*/ 0 h 29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20"/>
                  <a:gd name="T55" fmla="*/ 0 h 2909"/>
                  <a:gd name="T56" fmla="*/ 2420 w 2420"/>
                  <a:gd name="T57" fmla="*/ 2909 h 29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20" h="2909">
                    <a:moveTo>
                      <a:pt x="2420" y="0"/>
                    </a:moveTo>
                    <a:lnTo>
                      <a:pt x="1681" y="564"/>
                    </a:lnTo>
                    <a:lnTo>
                      <a:pt x="1706" y="671"/>
                    </a:lnTo>
                    <a:lnTo>
                      <a:pt x="1501" y="913"/>
                    </a:lnTo>
                    <a:lnTo>
                      <a:pt x="1187" y="1007"/>
                    </a:lnTo>
                    <a:lnTo>
                      <a:pt x="800" y="1418"/>
                    </a:lnTo>
                    <a:lnTo>
                      <a:pt x="572" y="1924"/>
                    </a:lnTo>
                    <a:lnTo>
                      <a:pt x="212" y="2356"/>
                    </a:lnTo>
                    <a:lnTo>
                      <a:pt x="0" y="2909"/>
                    </a:lnTo>
                    <a:lnTo>
                      <a:pt x="233" y="2356"/>
                    </a:lnTo>
                    <a:lnTo>
                      <a:pt x="583" y="1948"/>
                    </a:lnTo>
                    <a:lnTo>
                      <a:pt x="862" y="1405"/>
                    </a:lnTo>
                    <a:lnTo>
                      <a:pt x="1215" y="1032"/>
                    </a:lnTo>
                    <a:lnTo>
                      <a:pt x="1563" y="935"/>
                    </a:lnTo>
                    <a:lnTo>
                      <a:pt x="1732" y="721"/>
                    </a:lnTo>
                    <a:lnTo>
                      <a:pt x="1872" y="838"/>
                    </a:lnTo>
                    <a:lnTo>
                      <a:pt x="1782" y="564"/>
                    </a:lnTo>
                    <a:lnTo>
                      <a:pt x="2420" y="0"/>
                    </a:lnTo>
                    <a:close/>
                  </a:path>
                </a:pathLst>
              </a:custGeom>
              <a:solidFill>
                <a:srgbClr val="000000"/>
              </a:solidFill>
              <a:ln w="9525">
                <a:noFill/>
                <a:round/>
                <a:headEnd/>
                <a:tailEnd/>
              </a:ln>
            </p:spPr>
            <p:txBody>
              <a:bodyPr/>
              <a:lstStyle/>
              <a:p>
                <a:pPr algn="ctr"/>
                <a:endParaRPr lang="pt-BR" sz="2400"/>
              </a:p>
            </p:txBody>
          </p:sp>
          <p:sp>
            <p:nvSpPr>
              <p:cNvPr id="658" name="Freeform 276"/>
              <p:cNvSpPr>
                <a:spLocks/>
              </p:cNvSpPr>
              <p:nvPr/>
            </p:nvSpPr>
            <p:spPr bwMode="auto">
              <a:xfrm>
                <a:off x="3068" y="538"/>
                <a:ext cx="265" cy="528"/>
              </a:xfrm>
              <a:custGeom>
                <a:avLst/>
                <a:gdLst>
                  <a:gd name="T0" fmla="*/ 0 w 2128"/>
                  <a:gd name="T1" fmla="*/ 0 h 4230"/>
                  <a:gd name="T2" fmla="*/ 0 w 2128"/>
                  <a:gd name="T3" fmla="*/ 0 h 4230"/>
                  <a:gd name="T4" fmla="*/ 0 w 2128"/>
                  <a:gd name="T5" fmla="*/ 0 h 4230"/>
                  <a:gd name="T6" fmla="*/ 0 w 2128"/>
                  <a:gd name="T7" fmla="*/ 0 h 4230"/>
                  <a:gd name="T8" fmla="*/ 0 w 2128"/>
                  <a:gd name="T9" fmla="*/ 0 h 4230"/>
                  <a:gd name="T10" fmla="*/ 0 w 2128"/>
                  <a:gd name="T11" fmla="*/ 0 h 4230"/>
                  <a:gd name="T12" fmla="*/ 0 w 2128"/>
                  <a:gd name="T13" fmla="*/ 0 h 4230"/>
                  <a:gd name="T14" fmla="*/ 0 w 2128"/>
                  <a:gd name="T15" fmla="*/ 0 h 4230"/>
                  <a:gd name="T16" fmla="*/ 0 w 2128"/>
                  <a:gd name="T17" fmla="*/ 0 h 4230"/>
                  <a:gd name="T18" fmla="*/ 0 w 2128"/>
                  <a:gd name="T19" fmla="*/ 0 h 4230"/>
                  <a:gd name="T20" fmla="*/ 0 w 2128"/>
                  <a:gd name="T21" fmla="*/ 0 h 4230"/>
                  <a:gd name="T22" fmla="*/ 0 w 2128"/>
                  <a:gd name="T23" fmla="*/ 0 h 4230"/>
                  <a:gd name="T24" fmla="*/ 0 w 2128"/>
                  <a:gd name="T25" fmla="*/ 0 h 4230"/>
                  <a:gd name="T26" fmla="*/ 0 w 2128"/>
                  <a:gd name="T27" fmla="*/ 0 h 4230"/>
                  <a:gd name="T28" fmla="*/ 0 w 2128"/>
                  <a:gd name="T29" fmla="*/ 0 h 4230"/>
                  <a:gd name="T30" fmla="*/ 0 w 2128"/>
                  <a:gd name="T31" fmla="*/ 0 h 4230"/>
                  <a:gd name="T32" fmla="*/ 0 w 2128"/>
                  <a:gd name="T33" fmla="*/ 0 h 4230"/>
                  <a:gd name="T34" fmla="*/ 0 w 2128"/>
                  <a:gd name="T35" fmla="*/ 0 h 4230"/>
                  <a:gd name="T36" fmla="*/ 0 w 2128"/>
                  <a:gd name="T37" fmla="*/ 0 h 4230"/>
                  <a:gd name="T38" fmla="*/ 0 w 2128"/>
                  <a:gd name="T39" fmla="*/ 0 h 4230"/>
                  <a:gd name="T40" fmla="*/ 0 w 2128"/>
                  <a:gd name="T41" fmla="*/ 0 h 4230"/>
                  <a:gd name="T42" fmla="*/ 0 w 2128"/>
                  <a:gd name="T43" fmla="*/ 0 h 4230"/>
                  <a:gd name="T44" fmla="*/ 0 w 2128"/>
                  <a:gd name="T45" fmla="*/ 0 h 4230"/>
                  <a:gd name="T46" fmla="*/ 0 w 2128"/>
                  <a:gd name="T47" fmla="*/ 0 h 4230"/>
                  <a:gd name="T48" fmla="*/ 0 w 2128"/>
                  <a:gd name="T49" fmla="*/ 0 h 4230"/>
                  <a:gd name="T50" fmla="*/ 0 w 2128"/>
                  <a:gd name="T51" fmla="*/ 0 h 4230"/>
                  <a:gd name="T52" fmla="*/ 0 w 2128"/>
                  <a:gd name="T53" fmla="*/ 0 h 4230"/>
                  <a:gd name="T54" fmla="*/ 0 w 2128"/>
                  <a:gd name="T55" fmla="*/ 0 h 4230"/>
                  <a:gd name="T56" fmla="*/ 0 w 2128"/>
                  <a:gd name="T57" fmla="*/ 0 h 4230"/>
                  <a:gd name="T58" fmla="*/ 0 w 2128"/>
                  <a:gd name="T59" fmla="*/ 0 h 4230"/>
                  <a:gd name="T60" fmla="*/ 0 w 2128"/>
                  <a:gd name="T61" fmla="*/ 0 h 4230"/>
                  <a:gd name="T62" fmla="*/ 0 w 2128"/>
                  <a:gd name="T63" fmla="*/ 0 h 4230"/>
                  <a:gd name="T64" fmla="*/ 0 w 2128"/>
                  <a:gd name="T65" fmla="*/ 0 h 4230"/>
                  <a:gd name="T66" fmla="*/ 0 w 2128"/>
                  <a:gd name="T67" fmla="*/ 0 h 42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28"/>
                  <a:gd name="T103" fmla="*/ 0 h 4230"/>
                  <a:gd name="T104" fmla="*/ 2128 w 2128"/>
                  <a:gd name="T105" fmla="*/ 4230 h 42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28" h="4230">
                    <a:moveTo>
                      <a:pt x="1376" y="479"/>
                    </a:moveTo>
                    <a:lnTo>
                      <a:pt x="1295" y="878"/>
                    </a:lnTo>
                    <a:lnTo>
                      <a:pt x="1162" y="1214"/>
                    </a:lnTo>
                    <a:lnTo>
                      <a:pt x="1051" y="1486"/>
                    </a:lnTo>
                    <a:lnTo>
                      <a:pt x="895" y="1768"/>
                    </a:lnTo>
                    <a:lnTo>
                      <a:pt x="738" y="2010"/>
                    </a:lnTo>
                    <a:lnTo>
                      <a:pt x="592" y="2187"/>
                    </a:lnTo>
                    <a:lnTo>
                      <a:pt x="387" y="2356"/>
                    </a:lnTo>
                    <a:lnTo>
                      <a:pt x="616" y="2174"/>
                    </a:lnTo>
                    <a:lnTo>
                      <a:pt x="833" y="1911"/>
                    </a:lnTo>
                    <a:lnTo>
                      <a:pt x="1066" y="1539"/>
                    </a:lnTo>
                    <a:lnTo>
                      <a:pt x="1249" y="1139"/>
                    </a:lnTo>
                    <a:lnTo>
                      <a:pt x="1376" y="807"/>
                    </a:lnTo>
                    <a:lnTo>
                      <a:pt x="1339" y="1120"/>
                    </a:lnTo>
                    <a:lnTo>
                      <a:pt x="1162" y="1607"/>
                    </a:lnTo>
                    <a:lnTo>
                      <a:pt x="957" y="1972"/>
                    </a:lnTo>
                    <a:lnTo>
                      <a:pt x="724" y="2273"/>
                    </a:lnTo>
                    <a:lnTo>
                      <a:pt x="459" y="2487"/>
                    </a:lnTo>
                    <a:lnTo>
                      <a:pt x="291" y="2574"/>
                    </a:lnTo>
                    <a:lnTo>
                      <a:pt x="352" y="2141"/>
                    </a:lnTo>
                    <a:lnTo>
                      <a:pt x="401" y="1632"/>
                    </a:lnTo>
                    <a:lnTo>
                      <a:pt x="436" y="1236"/>
                    </a:lnTo>
                    <a:lnTo>
                      <a:pt x="459" y="733"/>
                    </a:lnTo>
                    <a:lnTo>
                      <a:pt x="473" y="442"/>
                    </a:lnTo>
                    <a:lnTo>
                      <a:pt x="521" y="214"/>
                    </a:lnTo>
                    <a:lnTo>
                      <a:pt x="567" y="58"/>
                    </a:lnTo>
                    <a:lnTo>
                      <a:pt x="607" y="0"/>
                    </a:lnTo>
                    <a:lnTo>
                      <a:pt x="535" y="73"/>
                    </a:lnTo>
                    <a:lnTo>
                      <a:pt x="473" y="240"/>
                    </a:lnTo>
                    <a:lnTo>
                      <a:pt x="424" y="550"/>
                    </a:lnTo>
                    <a:lnTo>
                      <a:pt x="401" y="1139"/>
                    </a:lnTo>
                    <a:lnTo>
                      <a:pt x="352" y="1671"/>
                    </a:lnTo>
                    <a:lnTo>
                      <a:pt x="304" y="2116"/>
                    </a:lnTo>
                    <a:lnTo>
                      <a:pt x="217" y="2583"/>
                    </a:lnTo>
                    <a:lnTo>
                      <a:pt x="84" y="2655"/>
                    </a:lnTo>
                    <a:lnTo>
                      <a:pt x="73" y="2809"/>
                    </a:lnTo>
                    <a:lnTo>
                      <a:pt x="35" y="3149"/>
                    </a:lnTo>
                    <a:lnTo>
                      <a:pt x="0" y="3449"/>
                    </a:lnTo>
                    <a:lnTo>
                      <a:pt x="314" y="3591"/>
                    </a:lnTo>
                    <a:lnTo>
                      <a:pt x="424" y="4004"/>
                    </a:lnTo>
                    <a:lnTo>
                      <a:pt x="535" y="4230"/>
                    </a:lnTo>
                    <a:lnTo>
                      <a:pt x="583" y="3677"/>
                    </a:lnTo>
                    <a:lnTo>
                      <a:pt x="607" y="3306"/>
                    </a:lnTo>
                    <a:lnTo>
                      <a:pt x="642" y="3005"/>
                    </a:lnTo>
                    <a:lnTo>
                      <a:pt x="680" y="2932"/>
                    </a:lnTo>
                    <a:lnTo>
                      <a:pt x="917" y="2667"/>
                    </a:lnTo>
                    <a:lnTo>
                      <a:pt x="1066" y="2460"/>
                    </a:lnTo>
                    <a:lnTo>
                      <a:pt x="1198" y="2238"/>
                    </a:lnTo>
                    <a:lnTo>
                      <a:pt x="1305" y="2068"/>
                    </a:lnTo>
                    <a:lnTo>
                      <a:pt x="1354" y="2058"/>
                    </a:lnTo>
                    <a:lnTo>
                      <a:pt x="1402" y="2082"/>
                    </a:lnTo>
                    <a:lnTo>
                      <a:pt x="1439" y="2150"/>
                    </a:lnTo>
                    <a:lnTo>
                      <a:pt x="1475" y="2559"/>
                    </a:lnTo>
                    <a:lnTo>
                      <a:pt x="1462" y="2860"/>
                    </a:lnTo>
                    <a:lnTo>
                      <a:pt x="1439" y="3110"/>
                    </a:lnTo>
                    <a:lnTo>
                      <a:pt x="1653" y="3077"/>
                    </a:lnTo>
                    <a:lnTo>
                      <a:pt x="1814" y="3029"/>
                    </a:lnTo>
                    <a:lnTo>
                      <a:pt x="1948" y="2967"/>
                    </a:lnTo>
                    <a:lnTo>
                      <a:pt x="2018" y="2882"/>
                    </a:lnTo>
                    <a:lnTo>
                      <a:pt x="1996" y="2082"/>
                    </a:lnTo>
                    <a:lnTo>
                      <a:pt x="2029" y="1837"/>
                    </a:lnTo>
                    <a:lnTo>
                      <a:pt x="1958" y="1803"/>
                    </a:lnTo>
                    <a:lnTo>
                      <a:pt x="2066" y="1551"/>
                    </a:lnTo>
                    <a:lnTo>
                      <a:pt x="2128" y="961"/>
                    </a:lnTo>
                    <a:lnTo>
                      <a:pt x="1861" y="744"/>
                    </a:lnTo>
                    <a:lnTo>
                      <a:pt x="1547" y="467"/>
                    </a:lnTo>
                    <a:lnTo>
                      <a:pt x="1439" y="322"/>
                    </a:lnTo>
                    <a:lnTo>
                      <a:pt x="1376" y="479"/>
                    </a:lnTo>
                    <a:close/>
                  </a:path>
                </a:pathLst>
              </a:custGeom>
              <a:solidFill>
                <a:srgbClr val="000000"/>
              </a:solidFill>
              <a:ln w="9525">
                <a:noFill/>
                <a:round/>
                <a:headEnd/>
                <a:tailEnd/>
              </a:ln>
            </p:spPr>
            <p:txBody>
              <a:bodyPr/>
              <a:lstStyle/>
              <a:p>
                <a:pPr algn="ctr"/>
                <a:endParaRPr lang="pt-BR" sz="2400"/>
              </a:p>
            </p:txBody>
          </p:sp>
          <p:sp>
            <p:nvSpPr>
              <p:cNvPr id="659" name="Freeform 277"/>
              <p:cNvSpPr>
                <a:spLocks/>
              </p:cNvSpPr>
              <p:nvPr/>
            </p:nvSpPr>
            <p:spPr bwMode="auto">
              <a:xfrm>
                <a:off x="3012" y="539"/>
                <a:ext cx="115" cy="21"/>
              </a:xfrm>
              <a:custGeom>
                <a:avLst/>
                <a:gdLst>
                  <a:gd name="T0" fmla="*/ 0 w 920"/>
                  <a:gd name="T1" fmla="*/ 0 h 170"/>
                  <a:gd name="T2" fmla="*/ 0 w 920"/>
                  <a:gd name="T3" fmla="*/ 0 h 170"/>
                  <a:gd name="T4" fmla="*/ 0 w 920"/>
                  <a:gd name="T5" fmla="*/ 0 h 170"/>
                  <a:gd name="T6" fmla="*/ 0 w 920"/>
                  <a:gd name="T7" fmla="*/ 0 h 170"/>
                  <a:gd name="T8" fmla="*/ 0 w 920"/>
                  <a:gd name="T9" fmla="*/ 0 h 170"/>
                  <a:gd name="T10" fmla="*/ 0 w 920"/>
                  <a:gd name="T11" fmla="*/ 0 h 170"/>
                  <a:gd name="T12" fmla="*/ 0 w 920"/>
                  <a:gd name="T13" fmla="*/ 0 h 170"/>
                  <a:gd name="T14" fmla="*/ 0 60000 65536"/>
                  <a:gd name="T15" fmla="*/ 0 60000 65536"/>
                  <a:gd name="T16" fmla="*/ 0 60000 65536"/>
                  <a:gd name="T17" fmla="*/ 0 60000 65536"/>
                  <a:gd name="T18" fmla="*/ 0 60000 65536"/>
                  <a:gd name="T19" fmla="*/ 0 60000 65536"/>
                  <a:gd name="T20" fmla="*/ 0 60000 65536"/>
                  <a:gd name="T21" fmla="*/ 0 w 920"/>
                  <a:gd name="T22" fmla="*/ 0 h 170"/>
                  <a:gd name="T23" fmla="*/ 920 w 920"/>
                  <a:gd name="T24" fmla="*/ 170 h 1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0" h="170">
                    <a:moveTo>
                      <a:pt x="0" y="0"/>
                    </a:moveTo>
                    <a:lnTo>
                      <a:pt x="385" y="49"/>
                    </a:lnTo>
                    <a:lnTo>
                      <a:pt x="617" y="49"/>
                    </a:lnTo>
                    <a:lnTo>
                      <a:pt x="920" y="25"/>
                    </a:lnTo>
                    <a:lnTo>
                      <a:pt x="459" y="170"/>
                    </a:lnTo>
                    <a:lnTo>
                      <a:pt x="313" y="88"/>
                    </a:lnTo>
                    <a:lnTo>
                      <a:pt x="0" y="0"/>
                    </a:lnTo>
                    <a:close/>
                  </a:path>
                </a:pathLst>
              </a:custGeom>
              <a:solidFill>
                <a:srgbClr val="000000"/>
              </a:solidFill>
              <a:ln w="9525">
                <a:noFill/>
                <a:round/>
                <a:headEnd/>
                <a:tailEnd/>
              </a:ln>
            </p:spPr>
            <p:txBody>
              <a:bodyPr/>
              <a:lstStyle/>
              <a:p>
                <a:pPr algn="ctr"/>
                <a:endParaRPr lang="pt-BR" sz="2400"/>
              </a:p>
            </p:txBody>
          </p:sp>
          <p:sp>
            <p:nvSpPr>
              <p:cNvPr id="660" name="Freeform 278"/>
              <p:cNvSpPr>
                <a:spLocks/>
              </p:cNvSpPr>
              <p:nvPr/>
            </p:nvSpPr>
            <p:spPr bwMode="auto">
              <a:xfrm>
                <a:off x="3057" y="609"/>
                <a:ext cx="32" cy="158"/>
              </a:xfrm>
              <a:custGeom>
                <a:avLst/>
                <a:gdLst>
                  <a:gd name="T0" fmla="*/ 0 w 255"/>
                  <a:gd name="T1" fmla="*/ 0 h 1263"/>
                  <a:gd name="T2" fmla="*/ 0 w 255"/>
                  <a:gd name="T3" fmla="*/ 0 h 1263"/>
                  <a:gd name="T4" fmla="*/ 0 w 255"/>
                  <a:gd name="T5" fmla="*/ 0 h 1263"/>
                  <a:gd name="T6" fmla="*/ 0 w 255"/>
                  <a:gd name="T7" fmla="*/ 0 h 1263"/>
                  <a:gd name="T8" fmla="*/ 0 w 255"/>
                  <a:gd name="T9" fmla="*/ 0 h 1263"/>
                  <a:gd name="T10" fmla="*/ 0 w 255"/>
                  <a:gd name="T11" fmla="*/ 0 h 1263"/>
                  <a:gd name="T12" fmla="*/ 0 w 255"/>
                  <a:gd name="T13" fmla="*/ 0 h 1263"/>
                  <a:gd name="T14" fmla="*/ 0 w 255"/>
                  <a:gd name="T15" fmla="*/ 0 h 1263"/>
                  <a:gd name="T16" fmla="*/ 0 60000 65536"/>
                  <a:gd name="T17" fmla="*/ 0 60000 65536"/>
                  <a:gd name="T18" fmla="*/ 0 60000 65536"/>
                  <a:gd name="T19" fmla="*/ 0 60000 65536"/>
                  <a:gd name="T20" fmla="*/ 0 60000 65536"/>
                  <a:gd name="T21" fmla="*/ 0 60000 65536"/>
                  <a:gd name="T22" fmla="*/ 0 60000 65536"/>
                  <a:gd name="T23" fmla="*/ 0 60000 65536"/>
                  <a:gd name="T24" fmla="*/ 0 w 255"/>
                  <a:gd name="T25" fmla="*/ 0 h 1263"/>
                  <a:gd name="T26" fmla="*/ 255 w 255"/>
                  <a:gd name="T27" fmla="*/ 1263 h 12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5" h="1263">
                    <a:moveTo>
                      <a:pt x="85" y="0"/>
                    </a:moveTo>
                    <a:lnTo>
                      <a:pt x="255" y="134"/>
                    </a:lnTo>
                    <a:lnTo>
                      <a:pt x="35" y="218"/>
                    </a:lnTo>
                    <a:lnTo>
                      <a:pt x="97" y="1240"/>
                    </a:lnTo>
                    <a:lnTo>
                      <a:pt x="72" y="1263"/>
                    </a:lnTo>
                    <a:lnTo>
                      <a:pt x="0" y="209"/>
                    </a:lnTo>
                    <a:lnTo>
                      <a:pt x="182" y="121"/>
                    </a:lnTo>
                    <a:lnTo>
                      <a:pt x="85" y="0"/>
                    </a:lnTo>
                    <a:close/>
                  </a:path>
                </a:pathLst>
              </a:custGeom>
              <a:solidFill>
                <a:srgbClr val="000000"/>
              </a:solidFill>
              <a:ln w="9525">
                <a:noFill/>
                <a:round/>
                <a:headEnd/>
                <a:tailEnd/>
              </a:ln>
            </p:spPr>
            <p:txBody>
              <a:bodyPr/>
              <a:lstStyle/>
              <a:p>
                <a:pPr algn="ctr"/>
                <a:endParaRPr lang="pt-BR" sz="2400"/>
              </a:p>
            </p:txBody>
          </p:sp>
          <p:sp>
            <p:nvSpPr>
              <p:cNvPr id="661" name="Freeform 279"/>
              <p:cNvSpPr>
                <a:spLocks/>
              </p:cNvSpPr>
              <p:nvPr/>
            </p:nvSpPr>
            <p:spPr bwMode="auto">
              <a:xfrm>
                <a:off x="3112" y="633"/>
                <a:ext cx="78" cy="136"/>
              </a:xfrm>
              <a:custGeom>
                <a:avLst/>
                <a:gdLst>
                  <a:gd name="T0" fmla="*/ 0 w 628"/>
                  <a:gd name="T1" fmla="*/ 0 h 1082"/>
                  <a:gd name="T2" fmla="*/ 0 w 628"/>
                  <a:gd name="T3" fmla="*/ 0 h 1082"/>
                  <a:gd name="T4" fmla="*/ 0 w 628"/>
                  <a:gd name="T5" fmla="*/ 0 h 1082"/>
                  <a:gd name="T6" fmla="*/ 0 w 628"/>
                  <a:gd name="T7" fmla="*/ 0 h 1082"/>
                  <a:gd name="T8" fmla="*/ 0 w 628"/>
                  <a:gd name="T9" fmla="*/ 0 h 1082"/>
                  <a:gd name="T10" fmla="*/ 0 w 628"/>
                  <a:gd name="T11" fmla="*/ 0 h 1082"/>
                  <a:gd name="T12" fmla="*/ 0 w 628"/>
                  <a:gd name="T13" fmla="*/ 0 h 1082"/>
                  <a:gd name="T14" fmla="*/ 0 w 628"/>
                  <a:gd name="T15" fmla="*/ 0 h 1082"/>
                  <a:gd name="T16" fmla="*/ 0 w 628"/>
                  <a:gd name="T17" fmla="*/ 0 h 1082"/>
                  <a:gd name="T18" fmla="*/ 0 w 628"/>
                  <a:gd name="T19" fmla="*/ 0 h 1082"/>
                  <a:gd name="T20" fmla="*/ 0 w 628"/>
                  <a:gd name="T21" fmla="*/ 0 h 1082"/>
                  <a:gd name="T22" fmla="*/ 0 w 628"/>
                  <a:gd name="T23" fmla="*/ 0 h 1082"/>
                  <a:gd name="T24" fmla="*/ 0 w 628"/>
                  <a:gd name="T25" fmla="*/ 0 h 1082"/>
                  <a:gd name="T26" fmla="*/ 0 w 628"/>
                  <a:gd name="T27" fmla="*/ 0 h 1082"/>
                  <a:gd name="T28" fmla="*/ 0 w 628"/>
                  <a:gd name="T29" fmla="*/ 0 h 1082"/>
                  <a:gd name="T30" fmla="*/ 0 w 628"/>
                  <a:gd name="T31" fmla="*/ 0 h 1082"/>
                  <a:gd name="T32" fmla="*/ 0 w 628"/>
                  <a:gd name="T33" fmla="*/ 0 h 1082"/>
                  <a:gd name="T34" fmla="*/ 0 w 628"/>
                  <a:gd name="T35" fmla="*/ 0 h 1082"/>
                  <a:gd name="T36" fmla="*/ 0 w 628"/>
                  <a:gd name="T37" fmla="*/ 0 h 1082"/>
                  <a:gd name="T38" fmla="*/ 0 w 628"/>
                  <a:gd name="T39" fmla="*/ 0 h 1082"/>
                  <a:gd name="T40" fmla="*/ 0 w 628"/>
                  <a:gd name="T41" fmla="*/ 0 h 1082"/>
                  <a:gd name="T42" fmla="*/ 0 w 628"/>
                  <a:gd name="T43" fmla="*/ 0 h 10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28"/>
                  <a:gd name="T67" fmla="*/ 0 h 1082"/>
                  <a:gd name="T68" fmla="*/ 628 w 628"/>
                  <a:gd name="T69" fmla="*/ 1082 h 108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28" h="1082">
                    <a:moveTo>
                      <a:pt x="290" y="240"/>
                    </a:moveTo>
                    <a:lnTo>
                      <a:pt x="409" y="194"/>
                    </a:lnTo>
                    <a:lnTo>
                      <a:pt x="519" y="111"/>
                    </a:lnTo>
                    <a:lnTo>
                      <a:pt x="628" y="0"/>
                    </a:lnTo>
                    <a:lnTo>
                      <a:pt x="628" y="385"/>
                    </a:lnTo>
                    <a:lnTo>
                      <a:pt x="589" y="159"/>
                    </a:lnTo>
                    <a:lnTo>
                      <a:pt x="519" y="240"/>
                    </a:lnTo>
                    <a:lnTo>
                      <a:pt x="519" y="134"/>
                    </a:lnTo>
                    <a:lnTo>
                      <a:pt x="446" y="208"/>
                    </a:lnTo>
                    <a:lnTo>
                      <a:pt x="506" y="265"/>
                    </a:lnTo>
                    <a:lnTo>
                      <a:pt x="481" y="304"/>
                    </a:lnTo>
                    <a:lnTo>
                      <a:pt x="432" y="282"/>
                    </a:lnTo>
                    <a:lnTo>
                      <a:pt x="386" y="434"/>
                    </a:lnTo>
                    <a:lnTo>
                      <a:pt x="275" y="676"/>
                    </a:lnTo>
                    <a:lnTo>
                      <a:pt x="146" y="913"/>
                    </a:lnTo>
                    <a:lnTo>
                      <a:pt x="24" y="1082"/>
                    </a:lnTo>
                    <a:lnTo>
                      <a:pt x="0" y="1012"/>
                    </a:lnTo>
                    <a:lnTo>
                      <a:pt x="158" y="807"/>
                    </a:lnTo>
                    <a:lnTo>
                      <a:pt x="264" y="592"/>
                    </a:lnTo>
                    <a:lnTo>
                      <a:pt x="372" y="372"/>
                    </a:lnTo>
                    <a:lnTo>
                      <a:pt x="409" y="219"/>
                    </a:lnTo>
                    <a:lnTo>
                      <a:pt x="290" y="240"/>
                    </a:lnTo>
                    <a:close/>
                  </a:path>
                </a:pathLst>
              </a:custGeom>
              <a:solidFill>
                <a:srgbClr val="000000"/>
              </a:solidFill>
              <a:ln w="9525">
                <a:noFill/>
                <a:round/>
                <a:headEnd/>
                <a:tailEnd/>
              </a:ln>
            </p:spPr>
            <p:txBody>
              <a:bodyPr/>
              <a:lstStyle/>
              <a:p>
                <a:pPr algn="ctr"/>
                <a:endParaRPr lang="pt-BR" sz="2400"/>
              </a:p>
            </p:txBody>
          </p:sp>
          <p:sp>
            <p:nvSpPr>
              <p:cNvPr id="662" name="Freeform 280"/>
              <p:cNvSpPr>
                <a:spLocks/>
              </p:cNvSpPr>
              <p:nvPr/>
            </p:nvSpPr>
            <p:spPr bwMode="auto">
              <a:xfrm>
                <a:off x="3112" y="675"/>
                <a:ext cx="63" cy="161"/>
              </a:xfrm>
              <a:custGeom>
                <a:avLst/>
                <a:gdLst>
                  <a:gd name="T0" fmla="*/ 0 w 506"/>
                  <a:gd name="T1" fmla="*/ 0 h 1286"/>
                  <a:gd name="T2" fmla="*/ 0 w 506"/>
                  <a:gd name="T3" fmla="*/ 0 h 1286"/>
                  <a:gd name="T4" fmla="*/ 0 w 506"/>
                  <a:gd name="T5" fmla="*/ 0 h 1286"/>
                  <a:gd name="T6" fmla="*/ 0 w 506"/>
                  <a:gd name="T7" fmla="*/ 0 h 1286"/>
                  <a:gd name="T8" fmla="*/ 0 w 506"/>
                  <a:gd name="T9" fmla="*/ 0 h 1286"/>
                  <a:gd name="T10" fmla="*/ 0 w 506"/>
                  <a:gd name="T11" fmla="*/ 0 h 1286"/>
                  <a:gd name="T12" fmla="*/ 0 w 506"/>
                  <a:gd name="T13" fmla="*/ 0 h 1286"/>
                  <a:gd name="T14" fmla="*/ 0 w 506"/>
                  <a:gd name="T15" fmla="*/ 0 h 1286"/>
                  <a:gd name="T16" fmla="*/ 0 w 506"/>
                  <a:gd name="T17" fmla="*/ 0 h 1286"/>
                  <a:gd name="T18" fmla="*/ 0 w 506"/>
                  <a:gd name="T19" fmla="*/ 0 h 1286"/>
                  <a:gd name="T20" fmla="*/ 0 w 506"/>
                  <a:gd name="T21" fmla="*/ 0 h 12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6"/>
                  <a:gd name="T34" fmla="*/ 0 h 1286"/>
                  <a:gd name="T35" fmla="*/ 506 w 506"/>
                  <a:gd name="T36" fmla="*/ 1286 h 12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6" h="1286">
                    <a:moveTo>
                      <a:pt x="506" y="0"/>
                    </a:moveTo>
                    <a:lnTo>
                      <a:pt x="432" y="292"/>
                    </a:lnTo>
                    <a:lnTo>
                      <a:pt x="328" y="624"/>
                    </a:lnTo>
                    <a:lnTo>
                      <a:pt x="206" y="916"/>
                    </a:lnTo>
                    <a:lnTo>
                      <a:pt x="84" y="1155"/>
                    </a:lnTo>
                    <a:lnTo>
                      <a:pt x="0" y="1286"/>
                    </a:lnTo>
                    <a:lnTo>
                      <a:pt x="97" y="1191"/>
                    </a:lnTo>
                    <a:lnTo>
                      <a:pt x="215" y="978"/>
                    </a:lnTo>
                    <a:lnTo>
                      <a:pt x="328" y="675"/>
                    </a:lnTo>
                    <a:lnTo>
                      <a:pt x="432" y="327"/>
                    </a:lnTo>
                    <a:lnTo>
                      <a:pt x="506" y="0"/>
                    </a:lnTo>
                    <a:close/>
                  </a:path>
                </a:pathLst>
              </a:custGeom>
              <a:solidFill>
                <a:srgbClr val="000000"/>
              </a:solidFill>
              <a:ln w="9525">
                <a:noFill/>
                <a:round/>
                <a:headEnd/>
                <a:tailEnd/>
              </a:ln>
            </p:spPr>
            <p:txBody>
              <a:bodyPr/>
              <a:lstStyle/>
              <a:p>
                <a:pPr algn="ctr"/>
                <a:endParaRPr lang="pt-BR" sz="2400"/>
              </a:p>
            </p:txBody>
          </p:sp>
          <p:sp>
            <p:nvSpPr>
              <p:cNvPr id="663" name="Freeform 281"/>
              <p:cNvSpPr>
                <a:spLocks/>
              </p:cNvSpPr>
              <p:nvPr/>
            </p:nvSpPr>
            <p:spPr bwMode="auto">
              <a:xfrm>
                <a:off x="2616" y="934"/>
                <a:ext cx="68" cy="63"/>
              </a:xfrm>
              <a:custGeom>
                <a:avLst/>
                <a:gdLst>
                  <a:gd name="T0" fmla="*/ 0 w 547"/>
                  <a:gd name="T1" fmla="*/ 0 h 503"/>
                  <a:gd name="T2" fmla="*/ 0 w 547"/>
                  <a:gd name="T3" fmla="*/ 0 h 503"/>
                  <a:gd name="T4" fmla="*/ 0 w 547"/>
                  <a:gd name="T5" fmla="*/ 0 h 503"/>
                  <a:gd name="T6" fmla="*/ 0 w 547"/>
                  <a:gd name="T7" fmla="*/ 0 h 503"/>
                  <a:gd name="T8" fmla="*/ 0 w 547"/>
                  <a:gd name="T9" fmla="*/ 0 h 503"/>
                  <a:gd name="T10" fmla="*/ 0 w 547"/>
                  <a:gd name="T11" fmla="*/ 0 h 503"/>
                  <a:gd name="T12" fmla="*/ 0 w 547"/>
                  <a:gd name="T13" fmla="*/ 0 h 503"/>
                  <a:gd name="T14" fmla="*/ 0 w 547"/>
                  <a:gd name="T15" fmla="*/ 0 h 503"/>
                  <a:gd name="T16" fmla="*/ 0 w 547"/>
                  <a:gd name="T17" fmla="*/ 0 h 503"/>
                  <a:gd name="T18" fmla="*/ 0 w 547"/>
                  <a:gd name="T19" fmla="*/ 0 h 503"/>
                  <a:gd name="T20" fmla="*/ 0 w 547"/>
                  <a:gd name="T21" fmla="*/ 0 h 503"/>
                  <a:gd name="T22" fmla="*/ 0 w 547"/>
                  <a:gd name="T23" fmla="*/ 0 h 503"/>
                  <a:gd name="T24" fmla="*/ 0 w 547"/>
                  <a:gd name="T25" fmla="*/ 0 h 503"/>
                  <a:gd name="T26" fmla="*/ 0 w 547"/>
                  <a:gd name="T27" fmla="*/ 0 h 503"/>
                  <a:gd name="T28" fmla="*/ 0 w 547"/>
                  <a:gd name="T29" fmla="*/ 0 h 503"/>
                  <a:gd name="T30" fmla="*/ 0 w 547"/>
                  <a:gd name="T31" fmla="*/ 0 h 503"/>
                  <a:gd name="T32" fmla="*/ 0 w 547"/>
                  <a:gd name="T33" fmla="*/ 0 h 503"/>
                  <a:gd name="T34" fmla="*/ 0 w 547"/>
                  <a:gd name="T35" fmla="*/ 0 h 503"/>
                  <a:gd name="T36" fmla="*/ 0 w 547"/>
                  <a:gd name="T37" fmla="*/ 0 h 503"/>
                  <a:gd name="T38" fmla="*/ 0 w 547"/>
                  <a:gd name="T39" fmla="*/ 0 h 503"/>
                  <a:gd name="T40" fmla="*/ 0 w 547"/>
                  <a:gd name="T41" fmla="*/ 0 h 5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7"/>
                  <a:gd name="T64" fmla="*/ 0 h 503"/>
                  <a:gd name="T65" fmla="*/ 547 w 547"/>
                  <a:gd name="T66" fmla="*/ 503 h 5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7" h="503">
                    <a:moveTo>
                      <a:pt x="355" y="339"/>
                    </a:moveTo>
                    <a:lnTo>
                      <a:pt x="401" y="219"/>
                    </a:lnTo>
                    <a:lnTo>
                      <a:pt x="547" y="35"/>
                    </a:lnTo>
                    <a:lnTo>
                      <a:pt x="425" y="0"/>
                    </a:lnTo>
                    <a:lnTo>
                      <a:pt x="376" y="35"/>
                    </a:lnTo>
                    <a:lnTo>
                      <a:pt x="207" y="35"/>
                    </a:lnTo>
                    <a:lnTo>
                      <a:pt x="111" y="11"/>
                    </a:lnTo>
                    <a:lnTo>
                      <a:pt x="161" y="97"/>
                    </a:lnTo>
                    <a:lnTo>
                      <a:pt x="102" y="169"/>
                    </a:lnTo>
                    <a:lnTo>
                      <a:pt x="76" y="266"/>
                    </a:lnTo>
                    <a:lnTo>
                      <a:pt x="40" y="266"/>
                    </a:lnTo>
                    <a:lnTo>
                      <a:pt x="0" y="194"/>
                    </a:lnTo>
                    <a:lnTo>
                      <a:pt x="0" y="468"/>
                    </a:lnTo>
                    <a:lnTo>
                      <a:pt x="40" y="503"/>
                    </a:lnTo>
                    <a:lnTo>
                      <a:pt x="40" y="385"/>
                    </a:lnTo>
                    <a:lnTo>
                      <a:pt x="76" y="312"/>
                    </a:lnTo>
                    <a:lnTo>
                      <a:pt x="123" y="266"/>
                    </a:lnTo>
                    <a:lnTo>
                      <a:pt x="233" y="242"/>
                    </a:lnTo>
                    <a:lnTo>
                      <a:pt x="330" y="242"/>
                    </a:lnTo>
                    <a:lnTo>
                      <a:pt x="330" y="312"/>
                    </a:lnTo>
                    <a:lnTo>
                      <a:pt x="355" y="339"/>
                    </a:lnTo>
                    <a:close/>
                  </a:path>
                </a:pathLst>
              </a:custGeom>
              <a:solidFill>
                <a:srgbClr val="000000"/>
              </a:solidFill>
              <a:ln w="9525">
                <a:noFill/>
                <a:round/>
                <a:headEnd/>
                <a:tailEnd/>
              </a:ln>
            </p:spPr>
            <p:txBody>
              <a:bodyPr/>
              <a:lstStyle/>
              <a:p>
                <a:pPr algn="ctr"/>
                <a:endParaRPr lang="pt-BR" sz="2400"/>
              </a:p>
            </p:txBody>
          </p:sp>
          <p:sp>
            <p:nvSpPr>
              <p:cNvPr id="664" name="Freeform 282"/>
              <p:cNvSpPr>
                <a:spLocks/>
              </p:cNvSpPr>
              <p:nvPr/>
            </p:nvSpPr>
            <p:spPr bwMode="auto">
              <a:xfrm>
                <a:off x="2605" y="932"/>
                <a:ext cx="24" cy="65"/>
              </a:xfrm>
              <a:custGeom>
                <a:avLst/>
                <a:gdLst>
                  <a:gd name="T0" fmla="*/ 0 w 194"/>
                  <a:gd name="T1" fmla="*/ 0 h 519"/>
                  <a:gd name="T2" fmla="*/ 0 w 194"/>
                  <a:gd name="T3" fmla="*/ 0 h 519"/>
                  <a:gd name="T4" fmla="*/ 0 w 194"/>
                  <a:gd name="T5" fmla="*/ 0 h 519"/>
                  <a:gd name="T6" fmla="*/ 0 w 194"/>
                  <a:gd name="T7" fmla="*/ 0 h 519"/>
                  <a:gd name="T8" fmla="*/ 0 w 194"/>
                  <a:gd name="T9" fmla="*/ 0 h 519"/>
                  <a:gd name="T10" fmla="*/ 0 w 194"/>
                  <a:gd name="T11" fmla="*/ 0 h 519"/>
                  <a:gd name="T12" fmla="*/ 0 w 194"/>
                  <a:gd name="T13" fmla="*/ 0 h 519"/>
                  <a:gd name="T14" fmla="*/ 0 60000 65536"/>
                  <a:gd name="T15" fmla="*/ 0 60000 65536"/>
                  <a:gd name="T16" fmla="*/ 0 60000 65536"/>
                  <a:gd name="T17" fmla="*/ 0 60000 65536"/>
                  <a:gd name="T18" fmla="*/ 0 60000 65536"/>
                  <a:gd name="T19" fmla="*/ 0 60000 65536"/>
                  <a:gd name="T20" fmla="*/ 0 60000 65536"/>
                  <a:gd name="T21" fmla="*/ 0 w 194"/>
                  <a:gd name="T22" fmla="*/ 0 h 519"/>
                  <a:gd name="T23" fmla="*/ 194 w 194"/>
                  <a:gd name="T24" fmla="*/ 519 h 5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4" h="519">
                    <a:moveTo>
                      <a:pt x="169" y="16"/>
                    </a:moveTo>
                    <a:lnTo>
                      <a:pt x="0" y="315"/>
                    </a:lnTo>
                    <a:lnTo>
                      <a:pt x="62" y="505"/>
                    </a:lnTo>
                    <a:lnTo>
                      <a:pt x="108" y="519"/>
                    </a:lnTo>
                    <a:lnTo>
                      <a:pt x="24" y="328"/>
                    </a:lnTo>
                    <a:lnTo>
                      <a:pt x="194" y="0"/>
                    </a:lnTo>
                    <a:lnTo>
                      <a:pt x="169" y="16"/>
                    </a:lnTo>
                    <a:close/>
                  </a:path>
                </a:pathLst>
              </a:custGeom>
              <a:solidFill>
                <a:srgbClr val="000000"/>
              </a:solidFill>
              <a:ln w="9525">
                <a:noFill/>
                <a:round/>
                <a:headEnd/>
                <a:tailEnd/>
              </a:ln>
            </p:spPr>
            <p:txBody>
              <a:bodyPr/>
              <a:lstStyle/>
              <a:p>
                <a:pPr algn="ctr"/>
                <a:endParaRPr lang="pt-BR" sz="2400"/>
              </a:p>
            </p:txBody>
          </p:sp>
          <p:sp>
            <p:nvSpPr>
              <p:cNvPr id="665" name="Freeform 283"/>
              <p:cNvSpPr>
                <a:spLocks/>
              </p:cNvSpPr>
              <p:nvPr/>
            </p:nvSpPr>
            <p:spPr bwMode="auto">
              <a:xfrm>
                <a:off x="2643" y="989"/>
                <a:ext cx="296" cy="342"/>
              </a:xfrm>
              <a:custGeom>
                <a:avLst/>
                <a:gdLst>
                  <a:gd name="T0" fmla="*/ 0 w 2369"/>
                  <a:gd name="T1" fmla="*/ 0 h 2740"/>
                  <a:gd name="T2" fmla="*/ 0 w 2369"/>
                  <a:gd name="T3" fmla="*/ 0 h 2740"/>
                  <a:gd name="T4" fmla="*/ 0 w 2369"/>
                  <a:gd name="T5" fmla="*/ 0 h 2740"/>
                  <a:gd name="T6" fmla="*/ 0 w 2369"/>
                  <a:gd name="T7" fmla="*/ 0 h 2740"/>
                  <a:gd name="T8" fmla="*/ 0 w 2369"/>
                  <a:gd name="T9" fmla="*/ 0 h 2740"/>
                  <a:gd name="T10" fmla="*/ 0 w 2369"/>
                  <a:gd name="T11" fmla="*/ 0 h 2740"/>
                  <a:gd name="T12" fmla="*/ 0 w 2369"/>
                  <a:gd name="T13" fmla="*/ 0 h 2740"/>
                  <a:gd name="T14" fmla="*/ 0 w 2369"/>
                  <a:gd name="T15" fmla="*/ 0 h 2740"/>
                  <a:gd name="T16" fmla="*/ 0 w 2369"/>
                  <a:gd name="T17" fmla="*/ 0 h 2740"/>
                  <a:gd name="T18" fmla="*/ 0 w 2369"/>
                  <a:gd name="T19" fmla="*/ 0 h 2740"/>
                  <a:gd name="T20" fmla="*/ 0 w 2369"/>
                  <a:gd name="T21" fmla="*/ 0 h 2740"/>
                  <a:gd name="T22" fmla="*/ 0 w 2369"/>
                  <a:gd name="T23" fmla="*/ 0 h 2740"/>
                  <a:gd name="T24" fmla="*/ 0 w 2369"/>
                  <a:gd name="T25" fmla="*/ 0 h 2740"/>
                  <a:gd name="T26" fmla="*/ 0 w 2369"/>
                  <a:gd name="T27" fmla="*/ 0 h 2740"/>
                  <a:gd name="T28" fmla="*/ 0 w 2369"/>
                  <a:gd name="T29" fmla="*/ 0 h 2740"/>
                  <a:gd name="T30" fmla="*/ 0 w 2369"/>
                  <a:gd name="T31" fmla="*/ 0 h 2740"/>
                  <a:gd name="T32" fmla="*/ 0 w 2369"/>
                  <a:gd name="T33" fmla="*/ 0 h 2740"/>
                  <a:gd name="T34" fmla="*/ 0 w 2369"/>
                  <a:gd name="T35" fmla="*/ 0 h 2740"/>
                  <a:gd name="T36" fmla="*/ 0 w 2369"/>
                  <a:gd name="T37" fmla="*/ 0 h 2740"/>
                  <a:gd name="T38" fmla="*/ 0 w 2369"/>
                  <a:gd name="T39" fmla="*/ 0 h 2740"/>
                  <a:gd name="T40" fmla="*/ 0 w 2369"/>
                  <a:gd name="T41" fmla="*/ 0 h 2740"/>
                  <a:gd name="T42" fmla="*/ 0 w 2369"/>
                  <a:gd name="T43" fmla="*/ 0 h 2740"/>
                  <a:gd name="T44" fmla="*/ 0 w 2369"/>
                  <a:gd name="T45" fmla="*/ 0 h 2740"/>
                  <a:gd name="T46" fmla="*/ 0 w 2369"/>
                  <a:gd name="T47" fmla="*/ 0 h 2740"/>
                  <a:gd name="T48" fmla="*/ 0 w 2369"/>
                  <a:gd name="T49" fmla="*/ 0 h 2740"/>
                  <a:gd name="T50" fmla="*/ 0 w 2369"/>
                  <a:gd name="T51" fmla="*/ 0 h 2740"/>
                  <a:gd name="T52" fmla="*/ 0 w 2369"/>
                  <a:gd name="T53" fmla="*/ 0 h 2740"/>
                  <a:gd name="T54" fmla="*/ 0 w 2369"/>
                  <a:gd name="T55" fmla="*/ 0 h 2740"/>
                  <a:gd name="T56" fmla="*/ 0 w 2369"/>
                  <a:gd name="T57" fmla="*/ 0 h 2740"/>
                  <a:gd name="T58" fmla="*/ 0 w 2369"/>
                  <a:gd name="T59" fmla="*/ 0 h 2740"/>
                  <a:gd name="T60" fmla="*/ 0 w 2369"/>
                  <a:gd name="T61" fmla="*/ 0 h 2740"/>
                  <a:gd name="T62" fmla="*/ 0 w 2369"/>
                  <a:gd name="T63" fmla="*/ 0 h 2740"/>
                  <a:gd name="T64" fmla="*/ 0 w 2369"/>
                  <a:gd name="T65" fmla="*/ 0 h 2740"/>
                  <a:gd name="T66" fmla="*/ 0 w 2369"/>
                  <a:gd name="T67" fmla="*/ 0 h 2740"/>
                  <a:gd name="T68" fmla="*/ 0 w 2369"/>
                  <a:gd name="T69" fmla="*/ 0 h 2740"/>
                  <a:gd name="T70" fmla="*/ 0 w 2369"/>
                  <a:gd name="T71" fmla="*/ 0 h 2740"/>
                  <a:gd name="T72" fmla="*/ 0 w 2369"/>
                  <a:gd name="T73" fmla="*/ 0 h 2740"/>
                  <a:gd name="T74" fmla="*/ 0 w 2369"/>
                  <a:gd name="T75" fmla="*/ 0 h 2740"/>
                  <a:gd name="T76" fmla="*/ 0 w 2369"/>
                  <a:gd name="T77" fmla="*/ 0 h 2740"/>
                  <a:gd name="T78" fmla="*/ 0 w 2369"/>
                  <a:gd name="T79" fmla="*/ 0 h 2740"/>
                  <a:gd name="T80" fmla="*/ 0 w 2369"/>
                  <a:gd name="T81" fmla="*/ 0 h 2740"/>
                  <a:gd name="T82" fmla="*/ 0 w 2369"/>
                  <a:gd name="T83" fmla="*/ 0 h 2740"/>
                  <a:gd name="T84" fmla="*/ 0 w 2369"/>
                  <a:gd name="T85" fmla="*/ 0 h 2740"/>
                  <a:gd name="T86" fmla="*/ 0 w 2369"/>
                  <a:gd name="T87" fmla="*/ 0 h 2740"/>
                  <a:gd name="T88" fmla="*/ 0 w 2369"/>
                  <a:gd name="T89" fmla="*/ 0 h 2740"/>
                  <a:gd name="T90" fmla="*/ 0 w 2369"/>
                  <a:gd name="T91" fmla="*/ 0 h 2740"/>
                  <a:gd name="T92" fmla="*/ 0 w 2369"/>
                  <a:gd name="T93" fmla="*/ 0 h 2740"/>
                  <a:gd name="T94" fmla="*/ 0 w 2369"/>
                  <a:gd name="T95" fmla="*/ 0 h 2740"/>
                  <a:gd name="T96" fmla="*/ 0 w 2369"/>
                  <a:gd name="T97" fmla="*/ 0 h 2740"/>
                  <a:gd name="T98" fmla="*/ 0 w 2369"/>
                  <a:gd name="T99" fmla="*/ 0 h 2740"/>
                  <a:gd name="T100" fmla="*/ 0 w 2369"/>
                  <a:gd name="T101" fmla="*/ 0 h 2740"/>
                  <a:gd name="T102" fmla="*/ 0 w 2369"/>
                  <a:gd name="T103" fmla="*/ 0 h 2740"/>
                  <a:gd name="T104" fmla="*/ 0 w 2369"/>
                  <a:gd name="T105" fmla="*/ 0 h 2740"/>
                  <a:gd name="T106" fmla="*/ 0 w 2369"/>
                  <a:gd name="T107" fmla="*/ 0 h 274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69"/>
                  <a:gd name="T163" fmla="*/ 0 h 2740"/>
                  <a:gd name="T164" fmla="*/ 2369 w 2369"/>
                  <a:gd name="T165" fmla="*/ 2740 h 274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69" h="2740">
                    <a:moveTo>
                      <a:pt x="2222" y="68"/>
                    </a:moveTo>
                    <a:lnTo>
                      <a:pt x="2323" y="492"/>
                    </a:lnTo>
                    <a:lnTo>
                      <a:pt x="2353" y="853"/>
                    </a:lnTo>
                    <a:lnTo>
                      <a:pt x="2369" y="1262"/>
                    </a:lnTo>
                    <a:lnTo>
                      <a:pt x="2330" y="1778"/>
                    </a:lnTo>
                    <a:lnTo>
                      <a:pt x="2272" y="2209"/>
                    </a:lnTo>
                    <a:lnTo>
                      <a:pt x="2213" y="2442"/>
                    </a:lnTo>
                    <a:lnTo>
                      <a:pt x="1295" y="2740"/>
                    </a:lnTo>
                    <a:lnTo>
                      <a:pt x="1101" y="2463"/>
                    </a:lnTo>
                    <a:lnTo>
                      <a:pt x="932" y="2343"/>
                    </a:lnTo>
                    <a:lnTo>
                      <a:pt x="703" y="2308"/>
                    </a:lnTo>
                    <a:lnTo>
                      <a:pt x="375" y="2332"/>
                    </a:lnTo>
                    <a:lnTo>
                      <a:pt x="24" y="2488"/>
                    </a:lnTo>
                    <a:lnTo>
                      <a:pt x="0" y="2463"/>
                    </a:lnTo>
                    <a:lnTo>
                      <a:pt x="15" y="2391"/>
                    </a:lnTo>
                    <a:lnTo>
                      <a:pt x="121" y="2308"/>
                    </a:lnTo>
                    <a:lnTo>
                      <a:pt x="409" y="2283"/>
                    </a:lnTo>
                    <a:lnTo>
                      <a:pt x="666" y="2272"/>
                    </a:lnTo>
                    <a:lnTo>
                      <a:pt x="884" y="2283"/>
                    </a:lnTo>
                    <a:lnTo>
                      <a:pt x="797" y="1969"/>
                    </a:lnTo>
                    <a:lnTo>
                      <a:pt x="811" y="1910"/>
                    </a:lnTo>
                    <a:lnTo>
                      <a:pt x="846" y="1884"/>
                    </a:lnTo>
                    <a:lnTo>
                      <a:pt x="908" y="1898"/>
                    </a:lnTo>
                    <a:lnTo>
                      <a:pt x="1173" y="2041"/>
                    </a:lnTo>
                    <a:lnTo>
                      <a:pt x="1270" y="2030"/>
                    </a:lnTo>
                    <a:lnTo>
                      <a:pt x="1316" y="1995"/>
                    </a:lnTo>
                    <a:lnTo>
                      <a:pt x="1343" y="1933"/>
                    </a:lnTo>
                    <a:lnTo>
                      <a:pt x="1343" y="1859"/>
                    </a:lnTo>
                    <a:lnTo>
                      <a:pt x="1196" y="1430"/>
                    </a:lnTo>
                    <a:lnTo>
                      <a:pt x="1138" y="1215"/>
                    </a:lnTo>
                    <a:lnTo>
                      <a:pt x="1115" y="1022"/>
                    </a:lnTo>
                    <a:lnTo>
                      <a:pt x="1306" y="1132"/>
                    </a:lnTo>
                    <a:lnTo>
                      <a:pt x="1415" y="1250"/>
                    </a:lnTo>
                    <a:lnTo>
                      <a:pt x="1463" y="1370"/>
                    </a:lnTo>
                    <a:lnTo>
                      <a:pt x="1488" y="1488"/>
                    </a:lnTo>
                    <a:lnTo>
                      <a:pt x="1502" y="1697"/>
                    </a:lnTo>
                    <a:lnTo>
                      <a:pt x="1525" y="1358"/>
                    </a:lnTo>
                    <a:lnTo>
                      <a:pt x="1512" y="1105"/>
                    </a:lnTo>
                    <a:lnTo>
                      <a:pt x="1463" y="863"/>
                    </a:lnTo>
                    <a:lnTo>
                      <a:pt x="1378" y="549"/>
                    </a:lnTo>
                    <a:lnTo>
                      <a:pt x="1488" y="828"/>
                    </a:lnTo>
                    <a:lnTo>
                      <a:pt x="1525" y="974"/>
                    </a:lnTo>
                    <a:lnTo>
                      <a:pt x="1692" y="683"/>
                    </a:lnTo>
                    <a:lnTo>
                      <a:pt x="1931" y="471"/>
                    </a:lnTo>
                    <a:lnTo>
                      <a:pt x="1875" y="178"/>
                    </a:lnTo>
                    <a:lnTo>
                      <a:pt x="1802" y="0"/>
                    </a:lnTo>
                    <a:lnTo>
                      <a:pt x="1931" y="227"/>
                    </a:lnTo>
                    <a:lnTo>
                      <a:pt x="2055" y="503"/>
                    </a:lnTo>
                    <a:lnTo>
                      <a:pt x="2160" y="805"/>
                    </a:lnTo>
                    <a:lnTo>
                      <a:pt x="2281" y="1271"/>
                    </a:lnTo>
                    <a:lnTo>
                      <a:pt x="2299" y="863"/>
                    </a:lnTo>
                    <a:lnTo>
                      <a:pt x="2272" y="455"/>
                    </a:lnTo>
                    <a:lnTo>
                      <a:pt x="2200" y="68"/>
                    </a:lnTo>
                    <a:lnTo>
                      <a:pt x="2222" y="68"/>
                    </a:lnTo>
                    <a:close/>
                  </a:path>
                </a:pathLst>
              </a:custGeom>
              <a:solidFill>
                <a:srgbClr val="000000"/>
              </a:solidFill>
              <a:ln w="9525">
                <a:noFill/>
                <a:round/>
                <a:headEnd/>
                <a:tailEnd/>
              </a:ln>
            </p:spPr>
            <p:txBody>
              <a:bodyPr/>
              <a:lstStyle/>
              <a:p>
                <a:pPr algn="ctr"/>
                <a:endParaRPr lang="pt-BR" sz="2400"/>
              </a:p>
            </p:txBody>
          </p:sp>
          <p:sp>
            <p:nvSpPr>
              <p:cNvPr id="666" name="Freeform 284"/>
              <p:cNvSpPr>
                <a:spLocks/>
              </p:cNvSpPr>
              <p:nvPr/>
            </p:nvSpPr>
            <p:spPr bwMode="auto">
              <a:xfrm>
                <a:off x="2622" y="983"/>
                <a:ext cx="236" cy="485"/>
              </a:xfrm>
              <a:custGeom>
                <a:avLst/>
                <a:gdLst>
                  <a:gd name="T0" fmla="*/ 0 w 1888"/>
                  <a:gd name="T1" fmla="*/ 0 h 3883"/>
                  <a:gd name="T2" fmla="*/ 0 w 1888"/>
                  <a:gd name="T3" fmla="*/ 0 h 3883"/>
                  <a:gd name="T4" fmla="*/ 0 w 1888"/>
                  <a:gd name="T5" fmla="*/ 0 h 3883"/>
                  <a:gd name="T6" fmla="*/ 0 w 1888"/>
                  <a:gd name="T7" fmla="*/ 0 h 3883"/>
                  <a:gd name="T8" fmla="*/ 0 w 1888"/>
                  <a:gd name="T9" fmla="*/ 0 h 3883"/>
                  <a:gd name="T10" fmla="*/ 0 w 1888"/>
                  <a:gd name="T11" fmla="*/ 0 h 3883"/>
                  <a:gd name="T12" fmla="*/ 0 w 1888"/>
                  <a:gd name="T13" fmla="*/ 0 h 3883"/>
                  <a:gd name="T14" fmla="*/ 0 w 1888"/>
                  <a:gd name="T15" fmla="*/ 0 h 3883"/>
                  <a:gd name="T16" fmla="*/ 0 w 1888"/>
                  <a:gd name="T17" fmla="*/ 0 h 3883"/>
                  <a:gd name="T18" fmla="*/ 0 w 1888"/>
                  <a:gd name="T19" fmla="*/ 0 h 3883"/>
                  <a:gd name="T20" fmla="*/ 0 w 1888"/>
                  <a:gd name="T21" fmla="*/ 0 h 3883"/>
                  <a:gd name="T22" fmla="*/ 0 w 1888"/>
                  <a:gd name="T23" fmla="*/ 0 h 3883"/>
                  <a:gd name="T24" fmla="*/ 0 w 1888"/>
                  <a:gd name="T25" fmla="*/ 0 h 3883"/>
                  <a:gd name="T26" fmla="*/ 0 w 1888"/>
                  <a:gd name="T27" fmla="*/ 0 h 3883"/>
                  <a:gd name="T28" fmla="*/ 0 w 1888"/>
                  <a:gd name="T29" fmla="*/ 0 h 3883"/>
                  <a:gd name="T30" fmla="*/ 0 w 1888"/>
                  <a:gd name="T31" fmla="*/ 0 h 3883"/>
                  <a:gd name="T32" fmla="*/ 0 w 1888"/>
                  <a:gd name="T33" fmla="*/ 0 h 3883"/>
                  <a:gd name="T34" fmla="*/ 0 w 1888"/>
                  <a:gd name="T35" fmla="*/ 0 h 3883"/>
                  <a:gd name="T36" fmla="*/ 0 w 1888"/>
                  <a:gd name="T37" fmla="*/ 0 h 3883"/>
                  <a:gd name="T38" fmla="*/ 0 w 1888"/>
                  <a:gd name="T39" fmla="*/ 0 h 3883"/>
                  <a:gd name="T40" fmla="*/ 0 w 1888"/>
                  <a:gd name="T41" fmla="*/ 0 h 3883"/>
                  <a:gd name="T42" fmla="*/ 0 w 1888"/>
                  <a:gd name="T43" fmla="*/ 0 h 3883"/>
                  <a:gd name="T44" fmla="*/ 0 w 1888"/>
                  <a:gd name="T45" fmla="*/ 0 h 3883"/>
                  <a:gd name="T46" fmla="*/ 0 w 1888"/>
                  <a:gd name="T47" fmla="*/ 0 h 3883"/>
                  <a:gd name="T48" fmla="*/ 0 w 1888"/>
                  <a:gd name="T49" fmla="*/ 0 h 3883"/>
                  <a:gd name="T50" fmla="*/ 0 w 1888"/>
                  <a:gd name="T51" fmla="*/ 0 h 3883"/>
                  <a:gd name="T52" fmla="*/ 0 w 1888"/>
                  <a:gd name="T53" fmla="*/ 0 h 3883"/>
                  <a:gd name="T54" fmla="*/ 0 w 1888"/>
                  <a:gd name="T55" fmla="*/ 0 h 3883"/>
                  <a:gd name="T56" fmla="*/ 0 w 1888"/>
                  <a:gd name="T57" fmla="*/ 0 h 3883"/>
                  <a:gd name="T58" fmla="*/ 0 w 1888"/>
                  <a:gd name="T59" fmla="*/ 0 h 3883"/>
                  <a:gd name="T60" fmla="*/ 0 w 1888"/>
                  <a:gd name="T61" fmla="*/ 0 h 3883"/>
                  <a:gd name="T62" fmla="*/ 0 w 1888"/>
                  <a:gd name="T63" fmla="*/ 0 h 3883"/>
                  <a:gd name="T64" fmla="*/ 0 w 1888"/>
                  <a:gd name="T65" fmla="*/ 0 h 3883"/>
                  <a:gd name="T66" fmla="*/ 0 w 1888"/>
                  <a:gd name="T67" fmla="*/ 0 h 3883"/>
                  <a:gd name="T68" fmla="*/ 0 w 1888"/>
                  <a:gd name="T69" fmla="*/ 0 h 3883"/>
                  <a:gd name="T70" fmla="*/ 0 w 1888"/>
                  <a:gd name="T71" fmla="*/ 0 h 3883"/>
                  <a:gd name="T72" fmla="*/ 0 w 1888"/>
                  <a:gd name="T73" fmla="*/ 0 h 3883"/>
                  <a:gd name="T74" fmla="*/ 0 w 1888"/>
                  <a:gd name="T75" fmla="*/ 0 h 3883"/>
                  <a:gd name="T76" fmla="*/ 0 w 1888"/>
                  <a:gd name="T77" fmla="*/ 0 h 3883"/>
                  <a:gd name="T78" fmla="*/ 0 w 1888"/>
                  <a:gd name="T79" fmla="*/ 0 h 3883"/>
                  <a:gd name="T80" fmla="*/ 0 w 1888"/>
                  <a:gd name="T81" fmla="*/ 0 h 3883"/>
                  <a:gd name="T82" fmla="*/ 0 w 1888"/>
                  <a:gd name="T83" fmla="*/ 0 h 3883"/>
                  <a:gd name="T84" fmla="*/ 0 w 1888"/>
                  <a:gd name="T85" fmla="*/ 0 h 3883"/>
                  <a:gd name="T86" fmla="*/ 0 w 1888"/>
                  <a:gd name="T87" fmla="*/ 0 h 3883"/>
                  <a:gd name="T88" fmla="*/ 0 w 1888"/>
                  <a:gd name="T89" fmla="*/ 0 h 3883"/>
                  <a:gd name="T90" fmla="*/ 0 w 1888"/>
                  <a:gd name="T91" fmla="*/ 0 h 3883"/>
                  <a:gd name="T92" fmla="*/ 0 w 1888"/>
                  <a:gd name="T93" fmla="*/ 0 h 3883"/>
                  <a:gd name="T94" fmla="*/ 0 w 1888"/>
                  <a:gd name="T95" fmla="*/ 0 h 3883"/>
                  <a:gd name="T96" fmla="*/ 0 w 1888"/>
                  <a:gd name="T97" fmla="*/ 0 h 388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888"/>
                  <a:gd name="T148" fmla="*/ 0 h 3883"/>
                  <a:gd name="T149" fmla="*/ 1888 w 1888"/>
                  <a:gd name="T150" fmla="*/ 3883 h 388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888" h="3883">
                    <a:moveTo>
                      <a:pt x="1888" y="0"/>
                    </a:moveTo>
                    <a:lnTo>
                      <a:pt x="1764" y="202"/>
                    </a:lnTo>
                    <a:lnTo>
                      <a:pt x="1764" y="296"/>
                    </a:lnTo>
                    <a:lnTo>
                      <a:pt x="1888" y="517"/>
                    </a:lnTo>
                    <a:lnTo>
                      <a:pt x="1694" y="259"/>
                    </a:lnTo>
                    <a:lnTo>
                      <a:pt x="1402" y="356"/>
                    </a:lnTo>
                    <a:lnTo>
                      <a:pt x="1150" y="517"/>
                    </a:lnTo>
                    <a:lnTo>
                      <a:pt x="929" y="683"/>
                    </a:lnTo>
                    <a:lnTo>
                      <a:pt x="760" y="923"/>
                    </a:lnTo>
                    <a:lnTo>
                      <a:pt x="687" y="1188"/>
                    </a:lnTo>
                    <a:lnTo>
                      <a:pt x="664" y="1571"/>
                    </a:lnTo>
                    <a:lnTo>
                      <a:pt x="687" y="1838"/>
                    </a:lnTo>
                    <a:lnTo>
                      <a:pt x="749" y="2076"/>
                    </a:lnTo>
                    <a:lnTo>
                      <a:pt x="872" y="2318"/>
                    </a:lnTo>
                    <a:lnTo>
                      <a:pt x="846" y="2306"/>
                    </a:lnTo>
                    <a:lnTo>
                      <a:pt x="749" y="2147"/>
                    </a:lnTo>
                    <a:lnTo>
                      <a:pt x="677" y="1930"/>
                    </a:lnTo>
                    <a:lnTo>
                      <a:pt x="629" y="1656"/>
                    </a:lnTo>
                    <a:lnTo>
                      <a:pt x="629" y="1439"/>
                    </a:lnTo>
                    <a:lnTo>
                      <a:pt x="652" y="1151"/>
                    </a:lnTo>
                    <a:lnTo>
                      <a:pt x="244" y="2138"/>
                    </a:lnTo>
                    <a:lnTo>
                      <a:pt x="25" y="2463"/>
                    </a:lnTo>
                    <a:lnTo>
                      <a:pt x="25" y="2534"/>
                    </a:lnTo>
                    <a:lnTo>
                      <a:pt x="99" y="2628"/>
                    </a:lnTo>
                    <a:lnTo>
                      <a:pt x="158" y="2571"/>
                    </a:lnTo>
                    <a:lnTo>
                      <a:pt x="85" y="2714"/>
                    </a:lnTo>
                    <a:lnTo>
                      <a:pt x="25" y="2954"/>
                    </a:lnTo>
                    <a:lnTo>
                      <a:pt x="498" y="3837"/>
                    </a:lnTo>
                    <a:lnTo>
                      <a:pt x="505" y="3883"/>
                    </a:lnTo>
                    <a:lnTo>
                      <a:pt x="389" y="3795"/>
                    </a:lnTo>
                    <a:lnTo>
                      <a:pt x="0" y="2991"/>
                    </a:lnTo>
                    <a:lnTo>
                      <a:pt x="0" y="2883"/>
                    </a:lnTo>
                    <a:lnTo>
                      <a:pt x="37" y="2735"/>
                    </a:lnTo>
                    <a:lnTo>
                      <a:pt x="37" y="2641"/>
                    </a:lnTo>
                    <a:lnTo>
                      <a:pt x="0" y="2546"/>
                    </a:lnTo>
                    <a:lnTo>
                      <a:pt x="0" y="2472"/>
                    </a:lnTo>
                    <a:lnTo>
                      <a:pt x="25" y="2401"/>
                    </a:lnTo>
                    <a:lnTo>
                      <a:pt x="169" y="2198"/>
                    </a:lnTo>
                    <a:lnTo>
                      <a:pt x="290" y="1956"/>
                    </a:lnTo>
                    <a:lnTo>
                      <a:pt x="446" y="1547"/>
                    </a:lnTo>
                    <a:lnTo>
                      <a:pt x="639" y="1092"/>
                    </a:lnTo>
                    <a:lnTo>
                      <a:pt x="738" y="886"/>
                    </a:lnTo>
                    <a:lnTo>
                      <a:pt x="881" y="683"/>
                    </a:lnTo>
                    <a:lnTo>
                      <a:pt x="1053" y="525"/>
                    </a:lnTo>
                    <a:lnTo>
                      <a:pt x="1270" y="381"/>
                    </a:lnTo>
                    <a:lnTo>
                      <a:pt x="1475" y="273"/>
                    </a:lnTo>
                    <a:lnTo>
                      <a:pt x="1681" y="185"/>
                    </a:lnTo>
                    <a:lnTo>
                      <a:pt x="1764" y="139"/>
                    </a:lnTo>
                    <a:lnTo>
                      <a:pt x="1888" y="0"/>
                    </a:lnTo>
                    <a:close/>
                  </a:path>
                </a:pathLst>
              </a:custGeom>
              <a:solidFill>
                <a:srgbClr val="000000"/>
              </a:solidFill>
              <a:ln w="9525">
                <a:noFill/>
                <a:round/>
                <a:headEnd/>
                <a:tailEnd/>
              </a:ln>
            </p:spPr>
            <p:txBody>
              <a:bodyPr/>
              <a:lstStyle/>
              <a:p>
                <a:pPr algn="ctr"/>
                <a:endParaRPr lang="pt-BR" sz="2400"/>
              </a:p>
            </p:txBody>
          </p:sp>
          <p:sp>
            <p:nvSpPr>
              <p:cNvPr id="667" name="Freeform 285"/>
              <p:cNvSpPr>
                <a:spLocks/>
              </p:cNvSpPr>
              <p:nvPr/>
            </p:nvSpPr>
            <p:spPr bwMode="auto">
              <a:xfrm>
                <a:off x="2725" y="1101"/>
                <a:ext cx="54" cy="123"/>
              </a:xfrm>
              <a:custGeom>
                <a:avLst/>
                <a:gdLst>
                  <a:gd name="T0" fmla="*/ 0 w 437"/>
                  <a:gd name="T1" fmla="*/ 0 h 984"/>
                  <a:gd name="T2" fmla="*/ 0 w 437"/>
                  <a:gd name="T3" fmla="*/ 0 h 984"/>
                  <a:gd name="T4" fmla="*/ 0 w 437"/>
                  <a:gd name="T5" fmla="*/ 0 h 984"/>
                  <a:gd name="T6" fmla="*/ 0 w 437"/>
                  <a:gd name="T7" fmla="*/ 0 h 984"/>
                  <a:gd name="T8" fmla="*/ 0 w 437"/>
                  <a:gd name="T9" fmla="*/ 0 h 984"/>
                  <a:gd name="T10" fmla="*/ 0 w 437"/>
                  <a:gd name="T11" fmla="*/ 0 h 984"/>
                  <a:gd name="T12" fmla="*/ 0 w 437"/>
                  <a:gd name="T13" fmla="*/ 0 h 984"/>
                  <a:gd name="T14" fmla="*/ 0 w 437"/>
                  <a:gd name="T15" fmla="*/ 0 h 984"/>
                  <a:gd name="T16" fmla="*/ 0 w 437"/>
                  <a:gd name="T17" fmla="*/ 0 h 984"/>
                  <a:gd name="T18" fmla="*/ 0 w 437"/>
                  <a:gd name="T19" fmla="*/ 0 h 984"/>
                  <a:gd name="T20" fmla="*/ 0 w 437"/>
                  <a:gd name="T21" fmla="*/ 0 h 984"/>
                  <a:gd name="T22" fmla="*/ 0 w 437"/>
                  <a:gd name="T23" fmla="*/ 0 h 984"/>
                  <a:gd name="T24" fmla="*/ 0 w 437"/>
                  <a:gd name="T25" fmla="*/ 0 h 984"/>
                  <a:gd name="T26" fmla="*/ 0 w 437"/>
                  <a:gd name="T27" fmla="*/ 0 h 984"/>
                  <a:gd name="T28" fmla="*/ 0 w 437"/>
                  <a:gd name="T29" fmla="*/ 0 h 984"/>
                  <a:gd name="T30" fmla="*/ 0 w 437"/>
                  <a:gd name="T31" fmla="*/ 0 h 984"/>
                  <a:gd name="T32" fmla="*/ 0 w 437"/>
                  <a:gd name="T33" fmla="*/ 0 h 984"/>
                  <a:gd name="T34" fmla="*/ 0 w 437"/>
                  <a:gd name="T35" fmla="*/ 0 h 984"/>
                  <a:gd name="T36" fmla="*/ 0 w 437"/>
                  <a:gd name="T37" fmla="*/ 0 h 98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37"/>
                  <a:gd name="T58" fmla="*/ 0 h 984"/>
                  <a:gd name="T59" fmla="*/ 437 w 437"/>
                  <a:gd name="T60" fmla="*/ 984 h 98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37" h="984">
                    <a:moveTo>
                      <a:pt x="217" y="159"/>
                    </a:moveTo>
                    <a:lnTo>
                      <a:pt x="182" y="39"/>
                    </a:lnTo>
                    <a:lnTo>
                      <a:pt x="136" y="0"/>
                    </a:lnTo>
                    <a:lnTo>
                      <a:pt x="98" y="0"/>
                    </a:lnTo>
                    <a:lnTo>
                      <a:pt x="50" y="23"/>
                    </a:lnTo>
                    <a:lnTo>
                      <a:pt x="13" y="97"/>
                    </a:lnTo>
                    <a:lnTo>
                      <a:pt x="0" y="232"/>
                    </a:lnTo>
                    <a:lnTo>
                      <a:pt x="37" y="458"/>
                    </a:lnTo>
                    <a:lnTo>
                      <a:pt x="107" y="650"/>
                    </a:lnTo>
                    <a:lnTo>
                      <a:pt x="217" y="797"/>
                    </a:lnTo>
                    <a:lnTo>
                      <a:pt x="437" y="984"/>
                    </a:lnTo>
                    <a:lnTo>
                      <a:pt x="231" y="759"/>
                    </a:lnTo>
                    <a:lnTo>
                      <a:pt x="144" y="611"/>
                    </a:lnTo>
                    <a:lnTo>
                      <a:pt x="98" y="421"/>
                    </a:lnTo>
                    <a:lnTo>
                      <a:pt x="98" y="265"/>
                    </a:lnTo>
                    <a:lnTo>
                      <a:pt x="107" y="146"/>
                    </a:lnTo>
                    <a:lnTo>
                      <a:pt x="136" y="122"/>
                    </a:lnTo>
                    <a:lnTo>
                      <a:pt x="169" y="122"/>
                    </a:lnTo>
                    <a:lnTo>
                      <a:pt x="217" y="159"/>
                    </a:lnTo>
                    <a:close/>
                  </a:path>
                </a:pathLst>
              </a:custGeom>
              <a:solidFill>
                <a:srgbClr val="000000"/>
              </a:solidFill>
              <a:ln w="9525">
                <a:noFill/>
                <a:round/>
                <a:headEnd/>
                <a:tailEnd/>
              </a:ln>
            </p:spPr>
            <p:txBody>
              <a:bodyPr/>
              <a:lstStyle/>
              <a:p>
                <a:pPr algn="ctr"/>
                <a:endParaRPr lang="pt-BR" sz="2400"/>
              </a:p>
            </p:txBody>
          </p:sp>
          <p:sp>
            <p:nvSpPr>
              <p:cNvPr id="668" name="Freeform 286"/>
              <p:cNvSpPr>
                <a:spLocks/>
              </p:cNvSpPr>
              <p:nvPr/>
            </p:nvSpPr>
            <p:spPr bwMode="auto">
              <a:xfrm>
                <a:off x="2693" y="1338"/>
                <a:ext cx="207" cy="128"/>
              </a:xfrm>
              <a:custGeom>
                <a:avLst/>
                <a:gdLst>
                  <a:gd name="T0" fmla="*/ 0 w 1655"/>
                  <a:gd name="T1" fmla="*/ 0 h 1024"/>
                  <a:gd name="T2" fmla="*/ 0 w 1655"/>
                  <a:gd name="T3" fmla="*/ 0 h 1024"/>
                  <a:gd name="T4" fmla="*/ 0 w 1655"/>
                  <a:gd name="T5" fmla="*/ 0 h 1024"/>
                  <a:gd name="T6" fmla="*/ 0 w 1655"/>
                  <a:gd name="T7" fmla="*/ 0 h 1024"/>
                  <a:gd name="T8" fmla="*/ 0 w 1655"/>
                  <a:gd name="T9" fmla="*/ 0 h 1024"/>
                  <a:gd name="T10" fmla="*/ 0 w 1655"/>
                  <a:gd name="T11" fmla="*/ 0 h 1024"/>
                  <a:gd name="T12" fmla="*/ 0 w 1655"/>
                  <a:gd name="T13" fmla="*/ 0 h 1024"/>
                  <a:gd name="T14" fmla="*/ 0 w 1655"/>
                  <a:gd name="T15" fmla="*/ 0 h 1024"/>
                  <a:gd name="T16" fmla="*/ 0 w 1655"/>
                  <a:gd name="T17" fmla="*/ 0 h 1024"/>
                  <a:gd name="T18" fmla="*/ 0 w 1655"/>
                  <a:gd name="T19" fmla="*/ 0 h 1024"/>
                  <a:gd name="T20" fmla="*/ 0 w 1655"/>
                  <a:gd name="T21" fmla="*/ 0 h 1024"/>
                  <a:gd name="T22" fmla="*/ 0 w 1655"/>
                  <a:gd name="T23" fmla="*/ 0 h 1024"/>
                  <a:gd name="T24" fmla="*/ 0 w 1655"/>
                  <a:gd name="T25" fmla="*/ 0 h 1024"/>
                  <a:gd name="T26" fmla="*/ 0 w 1655"/>
                  <a:gd name="T27" fmla="*/ 0 h 1024"/>
                  <a:gd name="T28" fmla="*/ 0 w 1655"/>
                  <a:gd name="T29" fmla="*/ 0 h 1024"/>
                  <a:gd name="T30" fmla="*/ 0 w 1655"/>
                  <a:gd name="T31" fmla="*/ 0 h 1024"/>
                  <a:gd name="T32" fmla="*/ 0 w 1655"/>
                  <a:gd name="T33" fmla="*/ 0 h 1024"/>
                  <a:gd name="T34" fmla="*/ 0 w 1655"/>
                  <a:gd name="T35" fmla="*/ 0 h 1024"/>
                  <a:gd name="T36" fmla="*/ 0 w 1655"/>
                  <a:gd name="T37" fmla="*/ 0 h 1024"/>
                  <a:gd name="T38" fmla="*/ 0 w 1655"/>
                  <a:gd name="T39" fmla="*/ 0 h 1024"/>
                  <a:gd name="T40" fmla="*/ 0 w 1655"/>
                  <a:gd name="T41" fmla="*/ 0 h 1024"/>
                  <a:gd name="T42" fmla="*/ 0 w 1655"/>
                  <a:gd name="T43" fmla="*/ 0 h 1024"/>
                  <a:gd name="T44" fmla="*/ 0 w 1655"/>
                  <a:gd name="T45" fmla="*/ 0 h 1024"/>
                  <a:gd name="T46" fmla="*/ 0 w 1655"/>
                  <a:gd name="T47" fmla="*/ 0 h 1024"/>
                  <a:gd name="T48" fmla="*/ 0 w 1655"/>
                  <a:gd name="T49" fmla="*/ 0 h 1024"/>
                  <a:gd name="T50" fmla="*/ 0 w 1655"/>
                  <a:gd name="T51" fmla="*/ 0 h 1024"/>
                  <a:gd name="T52" fmla="*/ 0 w 1655"/>
                  <a:gd name="T53" fmla="*/ 0 h 1024"/>
                  <a:gd name="T54" fmla="*/ 0 w 1655"/>
                  <a:gd name="T55" fmla="*/ 0 h 1024"/>
                  <a:gd name="T56" fmla="*/ 0 w 1655"/>
                  <a:gd name="T57" fmla="*/ 0 h 1024"/>
                  <a:gd name="T58" fmla="*/ 0 w 1655"/>
                  <a:gd name="T59" fmla="*/ 0 h 1024"/>
                  <a:gd name="T60" fmla="*/ 0 w 1655"/>
                  <a:gd name="T61" fmla="*/ 0 h 1024"/>
                  <a:gd name="T62" fmla="*/ 0 w 1655"/>
                  <a:gd name="T63" fmla="*/ 0 h 1024"/>
                  <a:gd name="T64" fmla="*/ 0 w 1655"/>
                  <a:gd name="T65" fmla="*/ 0 h 1024"/>
                  <a:gd name="T66" fmla="*/ 0 w 1655"/>
                  <a:gd name="T67" fmla="*/ 0 h 1024"/>
                  <a:gd name="T68" fmla="*/ 0 w 1655"/>
                  <a:gd name="T69" fmla="*/ 0 h 102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55"/>
                  <a:gd name="T106" fmla="*/ 0 h 1024"/>
                  <a:gd name="T107" fmla="*/ 1655 w 1655"/>
                  <a:gd name="T108" fmla="*/ 1024 h 102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55" h="1024">
                    <a:moveTo>
                      <a:pt x="145" y="908"/>
                    </a:moveTo>
                    <a:lnTo>
                      <a:pt x="83" y="883"/>
                    </a:lnTo>
                    <a:lnTo>
                      <a:pt x="70" y="862"/>
                    </a:lnTo>
                    <a:lnTo>
                      <a:pt x="70" y="827"/>
                    </a:lnTo>
                    <a:lnTo>
                      <a:pt x="118" y="763"/>
                    </a:lnTo>
                    <a:lnTo>
                      <a:pt x="253" y="653"/>
                    </a:lnTo>
                    <a:lnTo>
                      <a:pt x="521" y="484"/>
                    </a:lnTo>
                    <a:lnTo>
                      <a:pt x="761" y="341"/>
                    </a:lnTo>
                    <a:lnTo>
                      <a:pt x="1040" y="196"/>
                    </a:lnTo>
                    <a:lnTo>
                      <a:pt x="916" y="0"/>
                    </a:lnTo>
                    <a:lnTo>
                      <a:pt x="1088" y="212"/>
                    </a:lnTo>
                    <a:lnTo>
                      <a:pt x="1584" y="138"/>
                    </a:lnTo>
                    <a:lnTo>
                      <a:pt x="1655" y="187"/>
                    </a:lnTo>
                    <a:lnTo>
                      <a:pt x="1655" y="235"/>
                    </a:lnTo>
                    <a:lnTo>
                      <a:pt x="1570" y="187"/>
                    </a:lnTo>
                    <a:lnTo>
                      <a:pt x="1088" y="242"/>
                    </a:lnTo>
                    <a:lnTo>
                      <a:pt x="906" y="365"/>
                    </a:lnTo>
                    <a:lnTo>
                      <a:pt x="833" y="453"/>
                    </a:lnTo>
                    <a:lnTo>
                      <a:pt x="1015" y="594"/>
                    </a:lnTo>
                    <a:lnTo>
                      <a:pt x="1217" y="827"/>
                    </a:lnTo>
                    <a:lnTo>
                      <a:pt x="1510" y="897"/>
                    </a:lnTo>
                    <a:lnTo>
                      <a:pt x="1655" y="738"/>
                    </a:lnTo>
                    <a:lnTo>
                      <a:pt x="1655" y="787"/>
                    </a:lnTo>
                    <a:lnTo>
                      <a:pt x="1531" y="932"/>
                    </a:lnTo>
                    <a:lnTo>
                      <a:pt x="1187" y="862"/>
                    </a:lnTo>
                    <a:lnTo>
                      <a:pt x="1051" y="677"/>
                    </a:lnTo>
                    <a:lnTo>
                      <a:pt x="991" y="607"/>
                    </a:lnTo>
                    <a:lnTo>
                      <a:pt x="749" y="802"/>
                    </a:lnTo>
                    <a:lnTo>
                      <a:pt x="435" y="932"/>
                    </a:lnTo>
                    <a:lnTo>
                      <a:pt x="217" y="996"/>
                    </a:lnTo>
                    <a:lnTo>
                      <a:pt x="0" y="1024"/>
                    </a:lnTo>
                    <a:lnTo>
                      <a:pt x="242" y="970"/>
                    </a:lnTo>
                    <a:lnTo>
                      <a:pt x="494" y="862"/>
                    </a:lnTo>
                    <a:lnTo>
                      <a:pt x="228" y="908"/>
                    </a:lnTo>
                    <a:lnTo>
                      <a:pt x="145" y="908"/>
                    </a:lnTo>
                    <a:close/>
                  </a:path>
                </a:pathLst>
              </a:custGeom>
              <a:solidFill>
                <a:srgbClr val="000000"/>
              </a:solidFill>
              <a:ln w="9525">
                <a:noFill/>
                <a:round/>
                <a:headEnd/>
                <a:tailEnd/>
              </a:ln>
            </p:spPr>
            <p:txBody>
              <a:bodyPr/>
              <a:lstStyle/>
              <a:p>
                <a:pPr algn="ctr"/>
                <a:endParaRPr lang="pt-BR" sz="2400"/>
              </a:p>
            </p:txBody>
          </p:sp>
          <p:sp>
            <p:nvSpPr>
              <p:cNvPr id="669" name="Freeform 287"/>
              <p:cNvSpPr>
                <a:spLocks/>
              </p:cNvSpPr>
              <p:nvPr/>
            </p:nvSpPr>
            <p:spPr bwMode="auto">
              <a:xfrm>
                <a:off x="2858" y="1364"/>
                <a:ext cx="100" cy="58"/>
              </a:xfrm>
              <a:custGeom>
                <a:avLst/>
                <a:gdLst>
                  <a:gd name="T0" fmla="*/ 0 w 800"/>
                  <a:gd name="T1" fmla="*/ 0 h 466"/>
                  <a:gd name="T2" fmla="*/ 0 w 800"/>
                  <a:gd name="T3" fmla="*/ 0 h 466"/>
                  <a:gd name="T4" fmla="*/ 0 w 800"/>
                  <a:gd name="T5" fmla="*/ 0 h 466"/>
                  <a:gd name="T6" fmla="*/ 0 w 800"/>
                  <a:gd name="T7" fmla="*/ 0 h 466"/>
                  <a:gd name="T8" fmla="*/ 0 w 800"/>
                  <a:gd name="T9" fmla="*/ 0 h 466"/>
                  <a:gd name="T10" fmla="*/ 0 w 800"/>
                  <a:gd name="T11" fmla="*/ 0 h 466"/>
                  <a:gd name="T12" fmla="*/ 0 w 800"/>
                  <a:gd name="T13" fmla="*/ 0 h 466"/>
                  <a:gd name="T14" fmla="*/ 0 w 800"/>
                  <a:gd name="T15" fmla="*/ 0 h 466"/>
                  <a:gd name="T16" fmla="*/ 0 w 800"/>
                  <a:gd name="T17" fmla="*/ 0 h 466"/>
                  <a:gd name="T18" fmla="*/ 0 w 800"/>
                  <a:gd name="T19" fmla="*/ 0 h 466"/>
                  <a:gd name="T20" fmla="*/ 0 w 800"/>
                  <a:gd name="T21" fmla="*/ 0 h 466"/>
                  <a:gd name="T22" fmla="*/ 0 w 800"/>
                  <a:gd name="T23" fmla="*/ 0 h 466"/>
                  <a:gd name="T24" fmla="*/ 0 w 800"/>
                  <a:gd name="T25" fmla="*/ 0 h 466"/>
                  <a:gd name="T26" fmla="*/ 0 w 800"/>
                  <a:gd name="T27" fmla="*/ 0 h 466"/>
                  <a:gd name="T28" fmla="*/ 0 w 800"/>
                  <a:gd name="T29" fmla="*/ 0 h 466"/>
                  <a:gd name="T30" fmla="*/ 0 w 800"/>
                  <a:gd name="T31" fmla="*/ 0 h 466"/>
                  <a:gd name="T32" fmla="*/ 0 w 800"/>
                  <a:gd name="T33" fmla="*/ 0 h 466"/>
                  <a:gd name="T34" fmla="*/ 0 w 800"/>
                  <a:gd name="T35" fmla="*/ 0 h 466"/>
                  <a:gd name="T36" fmla="*/ 0 w 800"/>
                  <a:gd name="T37" fmla="*/ 0 h 466"/>
                  <a:gd name="T38" fmla="*/ 0 w 800"/>
                  <a:gd name="T39" fmla="*/ 0 h 466"/>
                  <a:gd name="T40" fmla="*/ 0 w 800"/>
                  <a:gd name="T41" fmla="*/ 0 h 466"/>
                  <a:gd name="T42" fmla="*/ 0 w 800"/>
                  <a:gd name="T43" fmla="*/ 0 h 466"/>
                  <a:gd name="T44" fmla="*/ 0 w 800"/>
                  <a:gd name="T45" fmla="*/ 0 h 466"/>
                  <a:gd name="T46" fmla="*/ 0 w 800"/>
                  <a:gd name="T47" fmla="*/ 0 h 466"/>
                  <a:gd name="T48" fmla="*/ 0 w 800"/>
                  <a:gd name="T49" fmla="*/ 0 h 466"/>
                  <a:gd name="T50" fmla="*/ 0 w 800"/>
                  <a:gd name="T51" fmla="*/ 0 h 466"/>
                  <a:gd name="T52" fmla="*/ 0 w 800"/>
                  <a:gd name="T53" fmla="*/ 0 h 466"/>
                  <a:gd name="T54" fmla="*/ 0 w 800"/>
                  <a:gd name="T55" fmla="*/ 0 h 466"/>
                  <a:gd name="T56" fmla="*/ 0 w 800"/>
                  <a:gd name="T57" fmla="*/ 0 h 466"/>
                  <a:gd name="T58" fmla="*/ 0 w 800"/>
                  <a:gd name="T59" fmla="*/ 0 h 466"/>
                  <a:gd name="T60" fmla="*/ 0 w 800"/>
                  <a:gd name="T61" fmla="*/ 0 h 466"/>
                  <a:gd name="T62" fmla="*/ 0 w 800"/>
                  <a:gd name="T63" fmla="*/ 0 h 466"/>
                  <a:gd name="T64" fmla="*/ 0 w 800"/>
                  <a:gd name="T65" fmla="*/ 0 h 4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00"/>
                  <a:gd name="T100" fmla="*/ 0 h 466"/>
                  <a:gd name="T101" fmla="*/ 800 w 800"/>
                  <a:gd name="T102" fmla="*/ 466 h 4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00" h="466">
                    <a:moveTo>
                      <a:pt x="0" y="7"/>
                    </a:moveTo>
                    <a:lnTo>
                      <a:pt x="138" y="31"/>
                    </a:lnTo>
                    <a:lnTo>
                      <a:pt x="246" y="102"/>
                    </a:lnTo>
                    <a:lnTo>
                      <a:pt x="353" y="208"/>
                    </a:lnTo>
                    <a:lnTo>
                      <a:pt x="465" y="288"/>
                    </a:lnTo>
                    <a:lnTo>
                      <a:pt x="650" y="337"/>
                    </a:lnTo>
                    <a:lnTo>
                      <a:pt x="747" y="381"/>
                    </a:lnTo>
                    <a:lnTo>
                      <a:pt x="777" y="422"/>
                    </a:lnTo>
                    <a:lnTo>
                      <a:pt x="777" y="444"/>
                    </a:lnTo>
                    <a:lnTo>
                      <a:pt x="756" y="450"/>
                    </a:lnTo>
                    <a:lnTo>
                      <a:pt x="604" y="425"/>
                    </a:lnTo>
                    <a:lnTo>
                      <a:pt x="316" y="378"/>
                    </a:lnTo>
                    <a:lnTo>
                      <a:pt x="251" y="349"/>
                    </a:lnTo>
                    <a:lnTo>
                      <a:pt x="136" y="288"/>
                    </a:lnTo>
                    <a:lnTo>
                      <a:pt x="37" y="235"/>
                    </a:lnTo>
                    <a:lnTo>
                      <a:pt x="221" y="363"/>
                    </a:lnTo>
                    <a:lnTo>
                      <a:pt x="297" y="395"/>
                    </a:lnTo>
                    <a:lnTo>
                      <a:pt x="360" y="418"/>
                    </a:lnTo>
                    <a:lnTo>
                      <a:pt x="537" y="432"/>
                    </a:lnTo>
                    <a:lnTo>
                      <a:pt x="742" y="466"/>
                    </a:lnTo>
                    <a:lnTo>
                      <a:pt x="786" y="457"/>
                    </a:lnTo>
                    <a:lnTo>
                      <a:pt x="800" y="441"/>
                    </a:lnTo>
                    <a:lnTo>
                      <a:pt x="786" y="402"/>
                    </a:lnTo>
                    <a:lnTo>
                      <a:pt x="756" y="372"/>
                    </a:lnTo>
                    <a:lnTo>
                      <a:pt x="685" y="337"/>
                    </a:lnTo>
                    <a:lnTo>
                      <a:pt x="562" y="291"/>
                    </a:lnTo>
                    <a:lnTo>
                      <a:pt x="459" y="246"/>
                    </a:lnTo>
                    <a:lnTo>
                      <a:pt x="355" y="176"/>
                    </a:lnTo>
                    <a:lnTo>
                      <a:pt x="281" y="105"/>
                    </a:lnTo>
                    <a:lnTo>
                      <a:pt x="198" y="40"/>
                    </a:lnTo>
                    <a:lnTo>
                      <a:pt x="138" y="19"/>
                    </a:lnTo>
                    <a:lnTo>
                      <a:pt x="0" y="0"/>
                    </a:lnTo>
                    <a:lnTo>
                      <a:pt x="0" y="7"/>
                    </a:lnTo>
                    <a:close/>
                  </a:path>
                </a:pathLst>
              </a:custGeom>
              <a:solidFill>
                <a:srgbClr val="000000"/>
              </a:solidFill>
              <a:ln w="9525">
                <a:noFill/>
                <a:round/>
                <a:headEnd/>
                <a:tailEnd/>
              </a:ln>
            </p:spPr>
            <p:txBody>
              <a:bodyPr/>
              <a:lstStyle/>
              <a:p>
                <a:pPr algn="ctr"/>
                <a:endParaRPr lang="pt-BR" sz="2400"/>
              </a:p>
            </p:txBody>
          </p:sp>
          <p:sp>
            <p:nvSpPr>
              <p:cNvPr id="670" name="Freeform 288"/>
              <p:cNvSpPr>
                <a:spLocks/>
              </p:cNvSpPr>
              <p:nvPr/>
            </p:nvSpPr>
            <p:spPr bwMode="auto">
              <a:xfrm>
                <a:off x="2858" y="1421"/>
                <a:ext cx="42" cy="12"/>
              </a:xfrm>
              <a:custGeom>
                <a:avLst/>
                <a:gdLst>
                  <a:gd name="T0" fmla="*/ 0 w 336"/>
                  <a:gd name="T1" fmla="*/ 0 h 92"/>
                  <a:gd name="T2" fmla="*/ 0 w 336"/>
                  <a:gd name="T3" fmla="*/ 0 h 92"/>
                  <a:gd name="T4" fmla="*/ 0 w 336"/>
                  <a:gd name="T5" fmla="*/ 0 h 92"/>
                  <a:gd name="T6" fmla="*/ 0 w 336"/>
                  <a:gd name="T7" fmla="*/ 0 h 92"/>
                  <a:gd name="T8" fmla="*/ 0 w 336"/>
                  <a:gd name="T9" fmla="*/ 0 h 92"/>
                  <a:gd name="T10" fmla="*/ 0 w 336"/>
                  <a:gd name="T11" fmla="*/ 0 h 92"/>
                  <a:gd name="T12" fmla="*/ 0 w 336"/>
                  <a:gd name="T13" fmla="*/ 0 h 92"/>
                  <a:gd name="T14" fmla="*/ 0 w 336"/>
                  <a:gd name="T15" fmla="*/ 0 h 92"/>
                  <a:gd name="T16" fmla="*/ 0 w 336"/>
                  <a:gd name="T17" fmla="*/ 0 h 92"/>
                  <a:gd name="T18" fmla="*/ 0 w 336"/>
                  <a:gd name="T19" fmla="*/ 0 h 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6"/>
                  <a:gd name="T31" fmla="*/ 0 h 92"/>
                  <a:gd name="T32" fmla="*/ 336 w 336"/>
                  <a:gd name="T33" fmla="*/ 92 h 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6" h="92">
                    <a:moveTo>
                      <a:pt x="336" y="35"/>
                    </a:moveTo>
                    <a:lnTo>
                      <a:pt x="309" y="49"/>
                    </a:lnTo>
                    <a:lnTo>
                      <a:pt x="246" y="49"/>
                    </a:lnTo>
                    <a:lnTo>
                      <a:pt x="138" y="35"/>
                    </a:lnTo>
                    <a:lnTo>
                      <a:pt x="0" y="0"/>
                    </a:lnTo>
                    <a:lnTo>
                      <a:pt x="125" y="58"/>
                    </a:lnTo>
                    <a:lnTo>
                      <a:pt x="217" y="83"/>
                    </a:lnTo>
                    <a:lnTo>
                      <a:pt x="281" y="88"/>
                    </a:lnTo>
                    <a:lnTo>
                      <a:pt x="336" y="92"/>
                    </a:lnTo>
                    <a:lnTo>
                      <a:pt x="336" y="35"/>
                    </a:lnTo>
                    <a:close/>
                  </a:path>
                </a:pathLst>
              </a:custGeom>
              <a:solidFill>
                <a:srgbClr val="000000"/>
              </a:solidFill>
              <a:ln w="9525">
                <a:noFill/>
                <a:round/>
                <a:headEnd/>
                <a:tailEnd/>
              </a:ln>
            </p:spPr>
            <p:txBody>
              <a:bodyPr/>
              <a:lstStyle/>
              <a:p>
                <a:pPr algn="ctr"/>
                <a:endParaRPr lang="pt-BR" sz="2400"/>
              </a:p>
            </p:txBody>
          </p:sp>
          <p:sp>
            <p:nvSpPr>
              <p:cNvPr id="671" name="Freeform 289"/>
              <p:cNvSpPr>
                <a:spLocks/>
              </p:cNvSpPr>
              <p:nvPr/>
            </p:nvSpPr>
            <p:spPr bwMode="auto">
              <a:xfrm>
                <a:off x="2850" y="1436"/>
                <a:ext cx="42" cy="10"/>
              </a:xfrm>
              <a:custGeom>
                <a:avLst/>
                <a:gdLst>
                  <a:gd name="T0" fmla="*/ 0 w 334"/>
                  <a:gd name="T1" fmla="*/ 0 h 77"/>
                  <a:gd name="T2" fmla="*/ 0 w 334"/>
                  <a:gd name="T3" fmla="*/ 0 h 77"/>
                  <a:gd name="T4" fmla="*/ 0 w 334"/>
                  <a:gd name="T5" fmla="*/ 0 h 77"/>
                  <a:gd name="T6" fmla="*/ 0 w 334"/>
                  <a:gd name="T7" fmla="*/ 0 h 77"/>
                  <a:gd name="T8" fmla="*/ 0 w 334"/>
                  <a:gd name="T9" fmla="*/ 0 h 77"/>
                  <a:gd name="T10" fmla="*/ 0 w 334"/>
                  <a:gd name="T11" fmla="*/ 0 h 77"/>
                  <a:gd name="T12" fmla="*/ 0 w 334"/>
                  <a:gd name="T13" fmla="*/ 0 h 77"/>
                  <a:gd name="T14" fmla="*/ 0 w 334"/>
                  <a:gd name="T15" fmla="*/ 0 h 77"/>
                  <a:gd name="T16" fmla="*/ 0 w 334"/>
                  <a:gd name="T17" fmla="*/ 0 h 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4"/>
                  <a:gd name="T28" fmla="*/ 0 h 77"/>
                  <a:gd name="T29" fmla="*/ 334 w 334"/>
                  <a:gd name="T30" fmla="*/ 77 h 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4" h="77">
                    <a:moveTo>
                      <a:pt x="0" y="0"/>
                    </a:moveTo>
                    <a:lnTo>
                      <a:pt x="141" y="40"/>
                    </a:lnTo>
                    <a:lnTo>
                      <a:pt x="231" y="57"/>
                    </a:lnTo>
                    <a:lnTo>
                      <a:pt x="293" y="50"/>
                    </a:lnTo>
                    <a:lnTo>
                      <a:pt x="334" y="41"/>
                    </a:lnTo>
                    <a:lnTo>
                      <a:pt x="295" y="77"/>
                    </a:lnTo>
                    <a:lnTo>
                      <a:pt x="214" y="75"/>
                    </a:lnTo>
                    <a:lnTo>
                      <a:pt x="81" y="40"/>
                    </a:lnTo>
                    <a:lnTo>
                      <a:pt x="0" y="0"/>
                    </a:lnTo>
                    <a:close/>
                  </a:path>
                </a:pathLst>
              </a:custGeom>
              <a:solidFill>
                <a:srgbClr val="000000"/>
              </a:solidFill>
              <a:ln w="9525">
                <a:noFill/>
                <a:round/>
                <a:headEnd/>
                <a:tailEnd/>
              </a:ln>
            </p:spPr>
            <p:txBody>
              <a:bodyPr/>
              <a:lstStyle/>
              <a:p>
                <a:pPr algn="ctr"/>
                <a:endParaRPr lang="pt-BR" sz="2400"/>
              </a:p>
            </p:txBody>
          </p:sp>
          <p:sp>
            <p:nvSpPr>
              <p:cNvPr id="672" name="Freeform 290"/>
              <p:cNvSpPr>
                <a:spLocks/>
              </p:cNvSpPr>
              <p:nvPr/>
            </p:nvSpPr>
            <p:spPr bwMode="auto">
              <a:xfrm>
                <a:off x="2899" y="1317"/>
                <a:ext cx="45" cy="81"/>
              </a:xfrm>
              <a:custGeom>
                <a:avLst/>
                <a:gdLst>
                  <a:gd name="T0" fmla="*/ 0 w 365"/>
                  <a:gd name="T1" fmla="*/ 0 h 648"/>
                  <a:gd name="T2" fmla="*/ 0 w 365"/>
                  <a:gd name="T3" fmla="*/ 0 h 648"/>
                  <a:gd name="T4" fmla="*/ 0 w 365"/>
                  <a:gd name="T5" fmla="*/ 0 h 648"/>
                  <a:gd name="T6" fmla="*/ 0 w 365"/>
                  <a:gd name="T7" fmla="*/ 0 h 648"/>
                  <a:gd name="T8" fmla="*/ 0 w 365"/>
                  <a:gd name="T9" fmla="*/ 0 h 648"/>
                  <a:gd name="T10" fmla="*/ 0 w 365"/>
                  <a:gd name="T11" fmla="*/ 0 h 648"/>
                  <a:gd name="T12" fmla="*/ 0 w 365"/>
                  <a:gd name="T13" fmla="*/ 0 h 648"/>
                  <a:gd name="T14" fmla="*/ 0 w 365"/>
                  <a:gd name="T15" fmla="*/ 0 h 648"/>
                  <a:gd name="T16" fmla="*/ 0 w 365"/>
                  <a:gd name="T17" fmla="*/ 0 h 648"/>
                  <a:gd name="T18" fmla="*/ 0 w 365"/>
                  <a:gd name="T19" fmla="*/ 0 h 648"/>
                  <a:gd name="T20" fmla="*/ 0 w 365"/>
                  <a:gd name="T21" fmla="*/ 0 h 648"/>
                  <a:gd name="T22" fmla="*/ 0 w 365"/>
                  <a:gd name="T23" fmla="*/ 0 h 648"/>
                  <a:gd name="T24" fmla="*/ 0 w 365"/>
                  <a:gd name="T25" fmla="*/ 0 h 648"/>
                  <a:gd name="T26" fmla="*/ 0 w 365"/>
                  <a:gd name="T27" fmla="*/ 0 h 648"/>
                  <a:gd name="T28" fmla="*/ 0 w 365"/>
                  <a:gd name="T29" fmla="*/ 0 h 648"/>
                  <a:gd name="T30" fmla="*/ 0 w 365"/>
                  <a:gd name="T31" fmla="*/ 0 h 648"/>
                  <a:gd name="T32" fmla="*/ 0 w 365"/>
                  <a:gd name="T33" fmla="*/ 0 h 648"/>
                  <a:gd name="T34" fmla="*/ 0 w 365"/>
                  <a:gd name="T35" fmla="*/ 0 h 648"/>
                  <a:gd name="T36" fmla="*/ 0 w 365"/>
                  <a:gd name="T37" fmla="*/ 0 h 648"/>
                  <a:gd name="T38" fmla="*/ 0 w 365"/>
                  <a:gd name="T39" fmla="*/ 0 h 648"/>
                  <a:gd name="T40" fmla="*/ 0 w 365"/>
                  <a:gd name="T41" fmla="*/ 0 h 648"/>
                  <a:gd name="T42" fmla="*/ 0 w 365"/>
                  <a:gd name="T43" fmla="*/ 0 h 648"/>
                  <a:gd name="T44" fmla="*/ 0 w 365"/>
                  <a:gd name="T45" fmla="*/ 0 h 648"/>
                  <a:gd name="T46" fmla="*/ 0 w 365"/>
                  <a:gd name="T47" fmla="*/ 0 h 648"/>
                  <a:gd name="T48" fmla="*/ 0 w 365"/>
                  <a:gd name="T49" fmla="*/ 0 h 648"/>
                  <a:gd name="T50" fmla="*/ 0 w 365"/>
                  <a:gd name="T51" fmla="*/ 0 h 64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65"/>
                  <a:gd name="T79" fmla="*/ 0 h 648"/>
                  <a:gd name="T80" fmla="*/ 365 w 365"/>
                  <a:gd name="T81" fmla="*/ 648 h 64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65" h="648">
                    <a:moveTo>
                      <a:pt x="0" y="535"/>
                    </a:moveTo>
                    <a:lnTo>
                      <a:pt x="0" y="23"/>
                    </a:lnTo>
                    <a:lnTo>
                      <a:pt x="9" y="9"/>
                    </a:lnTo>
                    <a:lnTo>
                      <a:pt x="26" y="0"/>
                    </a:lnTo>
                    <a:lnTo>
                      <a:pt x="60" y="0"/>
                    </a:lnTo>
                    <a:lnTo>
                      <a:pt x="77" y="9"/>
                    </a:lnTo>
                    <a:lnTo>
                      <a:pt x="86" y="19"/>
                    </a:lnTo>
                    <a:lnTo>
                      <a:pt x="86" y="384"/>
                    </a:lnTo>
                    <a:lnTo>
                      <a:pt x="183" y="419"/>
                    </a:lnTo>
                    <a:lnTo>
                      <a:pt x="224" y="511"/>
                    </a:lnTo>
                    <a:lnTo>
                      <a:pt x="257" y="555"/>
                    </a:lnTo>
                    <a:lnTo>
                      <a:pt x="316" y="590"/>
                    </a:lnTo>
                    <a:lnTo>
                      <a:pt x="365" y="610"/>
                    </a:lnTo>
                    <a:lnTo>
                      <a:pt x="343" y="639"/>
                    </a:lnTo>
                    <a:lnTo>
                      <a:pt x="298" y="648"/>
                    </a:lnTo>
                    <a:lnTo>
                      <a:pt x="206" y="639"/>
                    </a:lnTo>
                    <a:lnTo>
                      <a:pt x="118" y="623"/>
                    </a:lnTo>
                    <a:lnTo>
                      <a:pt x="75" y="590"/>
                    </a:lnTo>
                    <a:lnTo>
                      <a:pt x="75" y="28"/>
                    </a:lnTo>
                    <a:lnTo>
                      <a:pt x="72" y="12"/>
                    </a:lnTo>
                    <a:lnTo>
                      <a:pt x="58" y="9"/>
                    </a:lnTo>
                    <a:lnTo>
                      <a:pt x="26" y="9"/>
                    </a:lnTo>
                    <a:lnTo>
                      <a:pt x="17" y="12"/>
                    </a:lnTo>
                    <a:lnTo>
                      <a:pt x="9" y="23"/>
                    </a:lnTo>
                    <a:lnTo>
                      <a:pt x="9" y="544"/>
                    </a:lnTo>
                    <a:lnTo>
                      <a:pt x="0" y="535"/>
                    </a:lnTo>
                    <a:close/>
                  </a:path>
                </a:pathLst>
              </a:custGeom>
              <a:solidFill>
                <a:srgbClr val="000000"/>
              </a:solidFill>
              <a:ln w="9525">
                <a:noFill/>
                <a:round/>
                <a:headEnd/>
                <a:tailEnd/>
              </a:ln>
            </p:spPr>
            <p:txBody>
              <a:bodyPr/>
              <a:lstStyle/>
              <a:p>
                <a:pPr algn="ctr"/>
                <a:endParaRPr lang="pt-BR" sz="2400"/>
              </a:p>
            </p:txBody>
          </p:sp>
          <p:sp>
            <p:nvSpPr>
              <p:cNvPr id="673" name="Freeform 291"/>
              <p:cNvSpPr>
                <a:spLocks/>
              </p:cNvSpPr>
              <p:nvPr/>
            </p:nvSpPr>
            <p:spPr bwMode="auto">
              <a:xfrm>
                <a:off x="2899" y="1414"/>
                <a:ext cx="11" cy="73"/>
              </a:xfrm>
              <a:custGeom>
                <a:avLst/>
                <a:gdLst>
                  <a:gd name="T0" fmla="*/ 0 w 86"/>
                  <a:gd name="T1" fmla="*/ 0 h 590"/>
                  <a:gd name="T2" fmla="*/ 0 w 86"/>
                  <a:gd name="T3" fmla="*/ 0 h 590"/>
                  <a:gd name="T4" fmla="*/ 0 w 86"/>
                  <a:gd name="T5" fmla="*/ 0 h 590"/>
                  <a:gd name="T6" fmla="*/ 0 w 86"/>
                  <a:gd name="T7" fmla="*/ 0 h 590"/>
                  <a:gd name="T8" fmla="*/ 0 w 86"/>
                  <a:gd name="T9" fmla="*/ 0 h 590"/>
                  <a:gd name="T10" fmla="*/ 0 w 86"/>
                  <a:gd name="T11" fmla="*/ 0 h 590"/>
                  <a:gd name="T12" fmla="*/ 0 w 86"/>
                  <a:gd name="T13" fmla="*/ 0 h 590"/>
                  <a:gd name="T14" fmla="*/ 0 w 86"/>
                  <a:gd name="T15" fmla="*/ 0 h 590"/>
                  <a:gd name="T16" fmla="*/ 0 w 86"/>
                  <a:gd name="T17" fmla="*/ 0 h 590"/>
                  <a:gd name="T18" fmla="*/ 0 w 86"/>
                  <a:gd name="T19" fmla="*/ 0 h 590"/>
                  <a:gd name="T20" fmla="*/ 0 w 86"/>
                  <a:gd name="T21" fmla="*/ 0 h 59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590"/>
                  <a:gd name="T35" fmla="*/ 86 w 86"/>
                  <a:gd name="T36" fmla="*/ 590 h 59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590">
                    <a:moveTo>
                      <a:pt x="9" y="0"/>
                    </a:moveTo>
                    <a:lnTo>
                      <a:pt x="9" y="420"/>
                    </a:lnTo>
                    <a:lnTo>
                      <a:pt x="42" y="546"/>
                    </a:lnTo>
                    <a:lnTo>
                      <a:pt x="75" y="418"/>
                    </a:lnTo>
                    <a:lnTo>
                      <a:pt x="75" y="21"/>
                    </a:lnTo>
                    <a:lnTo>
                      <a:pt x="86" y="21"/>
                    </a:lnTo>
                    <a:lnTo>
                      <a:pt x="86" y="418"/>
                    </a:lnTo>
                    <a:lnTo>
                      <a:pt x="42" y="590"/>
                    </a:lnTo>
                    <a:lnTo>
                      <a:pt x="0" y="420"/>
                    </a:lnTo>
                    <a:lnTo>
                      <a:pt x="0" y="7"/>
                    </a:lnTo>
                    <a:lnTo>
                      <a:pt x="9" y="0"/>
                    </a:lnTo>
                    <a:close/>
                  </a:path>
                </a:pathLst>
              </a:custGeom>
              <a:solidFill>
                <a:srgbClr val="000000"/>
              </a:solidFill>
              <a:ln w="9525">
                <a:noFill/>
                <a:round/>
                <a:headEnd/>
                <a:tailEnd/>
              </a:ln>
            </p:spPr>
            <p:txBody>
              <a:bodyPr/>
              <a:lstStyle/>
              <a:p>
                <a:pPr algn="ctr"/>
                <a:endParaRPr lang="pt-BR" sz="2400"/>
              </a:p>
            </p:txBody>
          </p:sp>
          <p:sp>
            <p:nvSpPr>
              <p:cNvPr id="674" name="Freeform 292"/>
              <p:cNvSpPr>
                <a:spLocks/>
              </p:cNvSpPr>
              <p:nvPr/>
            </p:nvSpPr>
            <p:spPr bwMode="auto">
              <a:xfrm>
                <a:off x="2900" y="1464"/>
                <a:ext cx="8" cy="2"/>
              </a:xfrm>
              <a:custGeom>
                <a:avLst/>
                <a:gdLst>
                  <a:gd name="T0" fmla="*/ 0 w 70"/>
                  <a:gd name="T1" fmla="*/ 0 h 17"/>
                  <a:gd name="T2" fmla="*/ 0 w 70"/>
                  <a:gd name="T3" fmla="*/ 0 h 17"/>
                  <a:gd name="T4" fmla="*/ 0 w 70"/>
                  <a:gd name="T5" fmla="*/ 0 h 17"/>
                  <a:gd name="T6" fmla="*/ 0 w 70"/>
                  <a:gd name="T7" fmla="*/ 0 h 17"/>
                  <a:gd name="T8" fmla="*/ 0 w 70"/>
                  <a:gd name="T9" fmla="*/ 0 h 17"/>
                  <a:gd name="T10" fmla="*/ 0 w 70"/>
                  <a:gd name="T11" fmla="*/ 0 h 17"/>
                  <a:gd name="T12" fmla="*/ 0 w 70"/>
                  <a:gd name="T13" fmla="*/ 0 h 17"/>
                  <a:gd name="T14" fmla="*/ 0 w 70"/>
                  <a:gd name="T15" fmla="*/ 0 h 17"/>
                  <a:gd name="T16" fmla="*/ 0 w 70"/>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0"/>
                  <a:gd name="T28" fmla="*/ 0 h 17"/>
                  <a:gd name="T29" fmla="*/ 70 w 70"/>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0" h="17">
                    <a:moveTo>
                      <a:pt x="0" y="17"/>
                    </a:moveTo>
                    <a:lnTo>
                      <a:pt x="17" y="10"/>
                    </a:lnTo>
                    <a:lnTo>
                      <a:pt x="51" y="10"/>
                    </a:lnTo>
                    <a:lnTo>
                      <a:pt x="70" y="17"/>
                    </a:lnTo>
                    <a:lnTo>
                      <a:pt x="70" y="10"/>
                    </a:lnTo>
                    <a:lnTo>
                      <a:pt x="56" y="0"/>
                    </a:lnTo>
                    <a:lnTo>
                      <a:pt x="24" y="0"/>
                    </a:lnTo>
                    <a:lnTo>
                      <a:pt x="2" y="5"/>
                    </a:lnTo>
                    <a:lnTo>
                      <a:pt x="0" y="17"/>
                    </a:lnTo>
                    <a:close/>
                  </a:path>
                </a:pathLst>
              </a:custGeom>
              <a:solidFill>
                <a:srgbClr val="000000"/>
              </a:solidFill>
              <a:ln w="9525">
                <a:noFill/>
                <a:round/>
                <a:headEnd/>
                <a:tailEnd/>
              </a:ln>
            </p:spPr>
            <p:txBody>
              <a:bodyPr/>
              <a:lstStyle/>
              <a:p>
                <a:pPr algn="ctr"/>
                <a:endParaRPr lang="pt-BR" sz="2400"/>
              </a:p>
            </p:txBody>
          </p:sp>
          <p:sp>
            <p:nvSpPr>
              <p:cNvPr id="675" name="Freeform 293"/>
              <p:cNvSpPr>
                <a:spLocks/>
              </p:cNvSpPr>
              <p:nvPr/>
            </p:nvSpPr>
            <p:spPr bwMode="auto">
              <a:xfrm>
                <a:off x="2925" y="994"/>
                <a:ext cx="137" cy="230"/>
              </a:xfrm>
              <a:custGeom>
                <a:avLst/>
                <a:gdLst>
                  <a:gd name="T0" fmla="*/ 0 w 1097"/>
                  <a:gd name="T1" fmla="*/ 0 h 1842"/>
                  <a:gd name="T2" fmla="*/ 0 w 1097"/>
                  <a:gd name="T3" fmla="*/ 0 h 1842"/>
                  <a:gd name="T4" fmla="*/ 0 w 1097"/>
                  <a:gd name="T5" fmla="*/ 0 h 1842"/>
                  <a:gd name="T6" fmla="*/ 0 w 1097"/>
                  <a:gd name="T7" fmla="*/ 0 h 1842"/>
                  <a:gd name="T8" fmla="*/ 0 w 1097"/>
                  <a:gd name="T9" fmla="*/ 0 h 1842"/>
                  <a:gd name="T10" fmla="*/ 0 w 1097"/>
                  <a:gd name="T11" fmla="*/ 0 h 1842"/>
                  <a:gd name="T12" fmla="*/ 0 w 1097"/>
                  <a:gd name="T13" fmla="*/ 0 h 1842"/>
                  <a:gd name="T14" fmla="*/ 0 w 1097"/>
                  <a:gd name="T15" fmla="*/ 0 h 1842"/>
                  <a:gd name="T16" fmla="*/ 0 w 1097"/>
                  <a:gd name="T17" fmla="*/ 0 h 1842"/>
                  <a:gd name="T18" fmla="*/ 0 w 1097"/>
                  <a:gd name="T19" fmla="*/ 0 h 1842"/>
                  <a:gd name="T20" fmla="*/ 0 w 1097"/>
                  <a:gd name="T21" fmla="*/ 0 h 1842"/>
                  <a:gd name="T22" fmla="*/ 0 w 1097"/>
                  <a:gd name="T23" fmla="*/ 0 h 1842"/>
                  <a:gd name="T24" fmla="*/ 0 w 1097"/>
                  <a:gd name="T25" fmla="*/ 0 h 1842"/>
                  <a:gd name="T26" fmla="*/ 0 w 1097"/>
                  <a:gd name="T27" fmla="*/ 0 h 1842"/>
                  <a:gd name="T28" fmla="*/ 0 w 1097"/>
                  <a:gd name="T29" fmla="*/ 0 h 1842"/>
                  <a:gd name="T30" fmla="*/ 0 w 1097"/>
                  <a:gd name="T31" fmla="*/ 0 h 1842"/>
                  <a:gd name="T32" fmla="*/ 0 w 1097"/>
                  <a:gd name="T33" fmla="*/ 0 h 1842"/>
                  <a:gd name="T34" fmla="*/ 0 w 1097"/>
                  <a:gd name="T35" fmla="*/ 0 h 1842"/>
                  <a:gd name="T36" fmla="*/ 0 w 1097"/>
                  <a:gd name="T37" fmla="*/ 0 h 1842"/>
                  <a:gd name="T38" fmla="*/ 0 w 1097"/>
                  <a:gd name="T39" fmla="*/ 0 h 1842"/>
                  <a:gd name="T40" fmla="*/ 0 w 1097"/>
                  <a:gd name="T41" fmla="*/ 0 h 1842"/>
                  <a:gd name="T42" fmla="*/ 0 w 1097"/>
                  <a:gd name="T43" fmla="*/ 0 h 1842"/>
                  <a:gd name="T44" fmla="*/ 0 w 1097"/>
                  <a:gd name="T45" fmla="*/ 0 h 1842"/>
                  <a:gd name="T46" fmla="*/ 0 w 1097"/>
                  <a:gd name="T47" fmla="*/ 0 h 1842"/>
                  <a:gd name="T48" fmla="*/ 0 w 1097"/>
                  <a:gd name="T49" fmla="*/ 0 h 1842"/>
                  <a:gd name="T50" fmla="*/ 0 w 1097"/>
                  <a:gd name="T51" fmla="*/ 0 h 1842"/>
                  <a:gd name="T52" fmla="*/ 0 w 1097"/>
                  <a:gd name="T53" fmla="*/ 0 h 1842"/>
                  <a:gd name="T54" fmla="*/ 0 w 1097"/>
                  <a:gd name="T55" fmla="*/ 0 h 1842"/>
                  <a:gd name="T56" fmla="*/ 0 w 1097"/>
                  <a:gd name="T57" fmla="*/ 0 h 1842"/>
                  <a:gd name="T58" fmla="*/ 0 w 1097"/>
                  <a:gd name="T59" fmla="*/ 0 h 1842"/>
                  <a:gd name="T60" fmla="*/ 0 w 1097"/>
                  <a:gd name="T61" fmla="*/ 0 h 1842"/>
                  <a:gd name="T62" fmla="*/ 0 w 1097"/>
                  <a:gd name="T63" fmla="*/ 0 h 1842"/>
                  <a:gd name="T64" fmla="*/ 0 w 1097"/>
                  <a:gd name="T65" fmla="*/ 0 h 18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97"/>
                  <a:gd name="T100" fmla="*/ 0 h 1842"/>
                  <a:gd name="T101" fmla="*/ 1097 w 1097"/>
                  <a:gd name="T102" fmla="*/ 1842 h 18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97" h="1842">
                    <a:moveTo>
                      <a:pt x="728" y="459"/>
                    </a:moveTo>
                    <a:lnTo>
                      <a:pt x="667" y="630"/>
                    </a:lnTo>
                    <a:lnTo>
                      <a:pt x="798" y="773"/>
                    </a:lnTo>
                    <a:lnTo>
                      <a:pt x="842" y="907"/>
                    </a:lnTo>
                    <a:lnTo>
                      <a:pt x="849" y="1098"/>
                    </a:lnTo>
                    <a:lnTo>
                      <a:pt x="899" y="1285"/>
                    </a:lnTo>
                    <a:lnTo>
                      <a:pt x="952" y="1388"/>
                    </a:lnTo>
                    <a:lnTo>
                      <a:pt x="1042" y="1478"/>
                    </a:lnTo>
                    <a:lnTo>
                      <a:pt x="1025" y="1538"/>
                    </a:lnTo>
                    <a:lnTo>
                      <a:pt x="933" y="1566"/>
                    </a:lnTo>
                    <a:lnTo>
                      <a:pt x="849" y="1452"/>
                    </a:lnTo>
                    <a:lnTo>
                      <a:pt x="779" y="1325"/>
                    </a:lnTo>
                    <a:lnTo>
                      <a:pt x="717" y="1129"/>
                    </a:lnTo>
                    <a:lnTo>
                      <a:pt x="678" y="966"/>
                    </a:lnTo>
                    <a:lnTo>
                      <a:pt x="737" y="1285"/>
                    </a:lnTo>
                    <a:lnTo>
                      <a:pt x="798" y="1452"/>
                    </a:lnTo>
                    <a:lnTo>
                      <a:pt x="849" y="1595"/>
                    </a:lnTo>
                    <a:lnTo>
                      <a:pt x="899" y="1690"/>
                    </a:lnTo>
                    <a:lnTo>
                      <a:pt x="842" y="1752"/>
                    </a:lnTo>
                    <a:lnTo>
                      <a:pt x="708" y="1803"/>
                    </a:lnTo>
                    <a:lnTo>
                      <a:pt x="484" y="1791"/>
                    </a:lnTo>
                    <a:lnTo>
                      <a:pt x="373" y="1771"/>
                    </a:lnTo>
                    <a:lnTo>
                      <a:pt x="373" y="1222"/>
                    </a:lnTo>
                    <a:lnTo>
                      <a:pt x="328" y="1648"/>
                    </a:lnTo>
                    <a:lnTo>
                      <a:pt x="249" y="1611"/>
                    </a:lnTo>
                    <a:lnTo>
                      <a:pt x="157" y="1547"/>
                    </a:lnTo>
                    <a:lnTo>
                      <a:pt x="205" y="1362"/>
                    </a:lnTo>
                    <a:lnTo>
                      <a:pt x="309" y="1035"/>
                    </a:lnTo>
                    <a:lnTo>
                      <a:pt x="350" y="848"/>
                    </a:lnTo>
                    <a:lnTo>
                      <a:pt x="440" y="773"/>
                    </a:lnTo>
                    <a:lnTo>
                      <a:pt x="511" y="670"/>
                    </a:lnTo>
                    <a:lnTo>
                      <a:pt x="581" y="530"/>
                    </a:lnTo>
                    <a:lnTo>
                      <a:pt x="616" y="431"/>
                    </a:lnTo>
                    <a:lnTo>
                      <a:pt x="616" y="376"/>
                    </a:lnTo>
                    <a:lnTo>
                      <a:pt x="0" y="0"/>
                    </a:lnTo>
                    <a:lnTo>
                      <a:pt x="567" y="387"/>
                    </a:lnTo>
                    <a:lnTo>
                      <a:pt x="533" y="530"/>
                    </a:lnTo>
                    <a:lnTo>
                      <a:pt x="473" y="661"/>
                    </a:lnTo>
                    <a:lnTo>
                      <a:pt x="378" y="765"/>
                    </a:lnTo>
                    <a:lnTo>
                      <a:pt x="302" y="835"/>
                    </a:lnTo>
                    <a:lnTo>
                      <a:pt x="216" y="896"/>
                    </a:lnTo>
                    <a:lnTo>
                      <a:pt x="318" y="855"/>
                    </a:lnTo>
                    <a:lnTo>
                      <a:pt x="113" y="1558"/>
                    </a:lnTo>
                    <a:lnTo>
                      <a:pt x="228" y="1648"/>
                    </a:lnTo>
                    <a:lnTo>
                      <a:pt x="318" y="1690"/>
                    </a:lnTo>
                    <a:lnTo>
                      <a:pt x="309" y="1791"/>
                    </a:lnTo>
                    <a:lnTo>
                      <a:pt x="412" y="1819"/>
                    </a:lnTo>
                    <a:lnTo>
                      <a:pt x="555" y="1833"/>
                    </a:lnTo>
                    <a:lnTo>
                      <a:pt x="717" y="1842"/>
                    </a:lnTo>
                    <a:lnTo>
                      <a:pt x="842" y="1815"/>
                    </a:lnTo>
                    <a:lnTo>
                      <a:pt x="899" y="1762"/>
                    </a:lnTo>
                    <a:lnTo>
                      <a:pt x="952" y="1720"/>
                    </a:lnTo>
                    <a:lnTo>
                      <a:pt x="1003" y="1669"/>
                    </a:lnTo>
                    <a:lnTo>
                      <a:pt x="952" y="1595"/>
                    </a:lnTo>
                    <a:lnTo>
                      <a:pt x="1036" y="1566"/>
                    </a:lnTo>
                    <a:lnTo>
                      <a:pt x="1084" y="1507"/>
                    </a:lnTo>
                    <a:lnTo>
                      <a:pt x="1097" y="1485"/>
                    </a:lnTo>
                    <a:lnTo>
                      <a:pt x="973" y="1342"/>
                    </a:lnTo>
                    <a:lnTo>
                      <a:pt x="913" y="1201"/>
                    </a:lnTo>
                    <a:lnTo>
                      <a:pt x="890" y="1049"/>
                    </a:lnTo>
                    <a:lnTo>
                      <a:pt x="871" y="896"/>
                    </a:lnTo>
                    <a:lnTo>
                      <a:pt x="842" y="795"/>
                    </a:lnTo>
                    <a:lnTo>
                      <a:pt x="798" y="714"/>
                    </a:lnTo>
                    <a:lnTo>
                      <a:pt x="717" y="611"/>
                    </a:lnTo>
                    <a:lnTo>
                      <a:pt x="772" y="466"/>
                    </a:lnTo>
                    <a:lnTo>
                      <a:pt x="728" y="459"/>
                    </a:lnTo>
                    <a:close/>
                  </a:path>
                </a:pathLst>
              </a:custGeom>
              <a:solidFill>
                <a:srgbClr val="000000"/>
              </a:solidFill>
              <a:ln w="9525">
                <a:noFill/>
                <a:round/>
                <a:headEnd/>
                <a:tailEnd/>
              </a:ln>
            </p:spPr>
            <p:txBody>
              <a:bodyPr/>
              <a:lstStyle/>
              <a:p>
                <a:pPr algn="ctr"/>
                <a:endParaRPr lang="pt-BR" sz="2400"/>
              </a:p>
            </p:txBody>
          </p:sp>
          <p:sp>
            <p:nvSpPr>
              <p:cNvPr id="676" name="Freeform 294"/>
              <p:cNvSpPr>
                <a:spLocks/>
              </p:cNvSpPr>
              <p:nvPr/>
            </p:nvSpPr>
            <p:spPr bwMode="auto">
              <a:xfrm>
                <a:off x="2994" y="1067"/>
                <a:ext cx="21" cy="16"/>
              </a:xfrm>
              <a:custGeom>
                <a:avLst/>
                <a:gdLst>
                  <a:gd name="T0" fmla="*/ 0 w 162"/>
                  <a:gd name="T1" fmla="*/ 0 h 126"/>
                  <a:gd name="T2" fmla="*/ 0 w 162"/>
                  <a:gd name="T3" fmla="*/ 0 h 126"/>
                  <a:gd name="T4" fmla="*/ 0 w 162"/>
                  <a:gd name="T5" fmla="*/ 0 h 126"/>
                  <a:gd name="T6" fmla="*/ 0 w 162"/>
                  <a:gd name="T7" fmla="*/ 0 h 126"/>
                  <a:gd name="T8" fmla="*/ 0 w 162"/>
                  <a:gd name="T9" fmla="*/ 0 h 126"/>
                  <a:gd name="T10" fmla="*/ 0 w 162"/>
                  <a:gd name="T11" fmla="*/ 0 h 126"/>
                  <a:gd name="T12" fmla="*/ 0 60000 65536"/>
                  <a:gd name="T13" fmla="*/ 0 60000 65536"/>
                  <a:gd name="T14" fmla="*/ 0 60000 65536"/>
                  <a:gd name="T15" fmla="*/ 0 60000 65536"/>
                  <a:gd name="T16" fmla="*/ 0 60000 65536"/>
                  <a:gd name="T17" fmla="*/ 0 60000 65536"/>
                  <a:gd name="T18" fmla="*/ 0 w 162"/>
                  <a:gd name="T19" fmla="*/ 0 h 126"/>
                  <a:gd name="T20" fmla="*/ 162 w 162"/>
                  <a:gd name="T21" fmla="*/ 126 h 126"/>
                </a:gdLst>
                <a:ahLst/>
                <a:cxnLst>
                  <a:cxn ang="T12">
                    <a:pos x="T0" y="T1"/>
                  </a:cxn>
                  <a:cxn ang="T13">
                    <a:pos x="T2" y="T3"/>
                  </a:cxn>
                  <a:cxn ang="T14">
                    <a:pos x="T4" y="T5"/>
                  </a:cxn>
                  <a:cxn ang="T15">
                    <a:pos x="T6" y="T7"/>
                  </a:cxn>
                  <a:cxn ang="T16">
                    <a:pos x="T8" y="T9"/>
                  </a:cxn>
                  <a:cxn ang="T17">
                    <a:pos x="T10" y="T11"/>
                  </a:cxn>
                </a:cxnLst>
                <a:rect l="T18" t="T19" r="T20" b="T21"/>
                <a:pathLst>
                  <a:path w="162" h="126">
                    <a:moveTo>
                      <a:pt x="0" y="126"/>
                    </a:moveTo>
                    <a:lnTo>
                      <a:pt x="61" y="95"/>
                    </a:lnTo>
                    <a:lnTo>
                      <a:pt x="132" y="0"/>
                    </a:lnTo>
                    <a:lnTo>
                      <a:pt x="162" y="73"/>
                    </a:lnTo>
                    <a:lnTo>
                      <a:pt x="100" y="104"/>
                    </a:lnTo>
                    <a:lnTo>
                      <a:pt x="0" y="126"/>
                    </a:lnTo>
                    <a:close/>
                  </a:path>
                </a:pathLst>
              </a:custGeom>
              <a:solidFill>
                <a:srgbClr val="000000"/>
              </a:solidFill>
              <a:ln w="9525">
                <a:noFill/>
                <a:round/>
                <a:headEnd/>
                <a:tailEnd/>
              </a:ln>
            </p:spPr>
            <p:txBody>
              <a:bodyPr/>
              <a:lstStyle/>
              <a:p>
                <a:pPr algn="ctr"/>
                <a:endParaRPr lang="pt-BR" sz="2400"/>
              </a:p>
            </p:txBody>
          </p:sp>
          <p:sp>
            <p:nvSpPr>
              <p:cNvPr id="677" name="Freeform 295"/>
              <p:cNvSpPr>
                <a:spLocks/>
              </p:cNvSpPr>
              <p:nvPr/>
            </p:nvSpPr>
            <p:spPr bwMode="auto">
              <a:xfrm>
                <a:off x="2994" y="1035"/>
                <a:ext cx="48" cy="35"/>
              </a:xfrm>
              <a:custGeom>
                <a:avLst/>
                <a:gdLst>
                  <a:gd name="T0" fmla="*/ 0 w 378"/>
                  <a:gd name="T1" fmla="*/ 0 h 277"/>
                  <a:gd name="T2" fmla="*/ 0 w 378"/>
                  <a:gd name="T3" fmla="*/ 0 h 277"/>
                  <a:gd name="T4" fmla="*/ 0 w 378"/>
                  <a:gd name="T5" fmla="*/ 0 h 277"/>
                  <a:gd name="T6" fmla="*/ 0 w 378"/>
                  <a:gd name="T7" fmla="*/ 0 h 277"/>
                  <a:gd name="T8" fmla="*/ 0 w 378"/>
                  <a:gd name="T9" fmla="*/ 0 h 277"/>
                  <a:gd name="T10" fmla="*/ 0 w 378"/>
                  <a:gd name="T11" fmla="*/ 0 h 277"/>
                  <a:gd name="T12" fmla="*/ 0 w 378"/>
                  <a:gd name="T13" fmla="*/ 0 h 277"/>
                  <a:gd name="T14" fmla="*/ 0 w 378"/>
                  <a:gd name="T15" fmla="*/ 0 h 277"/>
                  <a:gd name="T16" fmla="*/ 0 w 378"/>
                  <a:gd name="T17" fmla="*/ 0 h 277"/>
                  <a:gd name="T18" fmla="*/ 0 w 378"/>
                  <a:gd name="T19" fmla="*/ 0 h 2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8"/>
                  <a:gd name="T31" fmla="*/ 0 h 277"/>
                  <a:gd name="T32" fmla="*/ 378 w 378"/>
                  <a:gd name="T33" fmla="*/ 277 h 2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8" h="277">
                    <a:moveTo>
                      <a:pt x="42" y="83"/>
                    </a:moveTo>
                    <a:lnTo>
                      <a:pt x="162" y="125"/>
                    </a:lnTo>
                    <a:lnTo>
                      <a:pt x="173" y="196"/>
                    </a:lnTo>
                    <a:lnTo>
                      <a:pt x="378" y="277"/>
                    </a:lnTo>
                    <a:lnTo>
                      <a:pt x="272" y="153"/>
                    </a:lnTo>
                    <a:lnTo>
                      <a:pt x="195" y="83"/>
                    </a:lnTo>
                    <a:lnTo>
                      <a:pt x="112" y="33"/>
                    </a:lnTo>
                    <a:lnTo>
                      <a:pt x="19" y="0"/>
                    </a:lnTo>
                    <a:lnTo>
                      <a:pt x="0" y="21"/>
                    </a:lnTo>
                    <a:lnTo>
                      <a:pt x="42" y="83"/>
                    </a:lnTo>
                    <a:close/>
                  </a:path>
                </a:pathLst>
              </a:custGeom>
              <a:solidFill>
                <a:srgbClr val="000000"/>
              </a:solidFill>
              <a:ln w="9525">
                <a:noFill/>
                <a:round/>
                <a:headEnd/>
                <a:tailEnd/>
              </a:ln>
            </p:spPr>
            <p:txBody>
              <a:bodyPr/>
              <a:lstStyle/>
              <a:p>
                <a:pPr algn="ctr"/>
                <a:endParaRPr lang="pt-BR" sz="2400"/>
              </a:p>
            </p:txBody>
          </p:sp>
          <p:sp>
            <p:nvSpPr>
              <p:cNvPr id="678" name="Freeform 296"/>
              <p:cNvSpPr>
                <a:spLocks/>
              </p:cNvSpPr>
              <p:nvPr/>
            </p:nvSpPr>
            <p:spPr bwMode="auto">
              <a:xfrm>
                <a:off x="2989" y="966"/>
                <a:ext cx="186" cy="319"/>
              </a:xfrm>
              <a:custGeom>
                <a:avLst/>
                <a:gdLst>
                  <a:gd name="T0" fmla="*/ 0 w 1488"/>
                  <a:gd name="T1" fmla="*/ 0 h 2555"/>
                  <a:gd name="T2" fmla="*/ 0 w 1488"/>
                  <a:gd name="T3" fmla="*/ 0 h 2555"/>
                  <a:gd name="T4" fmla="*/ 0 w 1488"/>
                  <a:gd name="T5" fmla="*/ 0 h 2555"/>
                  <a:gd name="T6" fmla="*/ 0 w 1488"/>
                  <a:gd name="T7" fmla="*/ 0 h 2555"/>
                  <a:gd name="T8" fmla="*/ 0 w 1488"/>
                  <a:gd name="T9" fmla="*/ 0 h 2555"/>
                  <a:gd name="T10" fmla="*/ 0 w 1488"/>
                  <a:gd name="T11" fmla="*/ 0 h 2555"/>
                  <a:gd name="T12" fmla="*/ 0 w 1488"/>
                  <a:gd name="T13" fmla="*/ 0 h 2555"/>
                  <a:gd name="T14" fmla="*/ 0 w 1488"/>
                  <a:gd name="T15" fmla="*/ 0 h 2555"/>
                  <a:gd name="T16" fmla="*/ 0 w 1488"/>
                  <a:gd name="T17" fmla="*/ 0 h 2555"/>
                  <a:gd name="T18" fmla="*/ 0 w 1488"/>
                  <a:gd name="T19" fmla="*/ 0 h 2555"/>
                  <a:gd name="T20" fmla="*/ 0 w 1488"/>
                  <a:gd name="T21" fmla="*/ 0 h 2555"/>
                  <a:gd name="T22" fmla="*/ 0 w 1488"/>
                  <a:gd name="T23" fmla="*/ 0 h 2555"/>
                  <a:gd name="T24" fmla="*/ 0 w 1488"/>
                  <a:gd name="T25" fmla="*/ 0 h 2555"/>
                  <a:gd name="T26" fmla="*/ 0 w 1488"/>
                  <a:gd name="T27" fmla="*/ 0 h 2555"/>
                  <a:gd name="T28" fmla="*/ 0 w 1488"/>
                  <a:gd name="T29" fmla="*/ 0 h 2555"/>
                  <a:gd name="T30" fmla="*/ 0 w 1488"/>
                  <a:gd name="T31" fmla="*/ 0 h 2555"/>
                  <a:gd name="T32" fmla="*/ 0 w 1488"/>
                  <a:gd name="T33" fmla="*/ 0 h 2555"/>
                  <a:gd name="T34" fmla="*/ 0 w 1488"/>
                  <a:gd name="T35" fmla="*/ 0 h 2555"/>
                  <a:gd name="T36" fmla="*/ 0 w 1488"/>
                  <a:gd name="T37" fmla="*/ 0 h 2555"/>
                  <a:gd name="T38" fmla="*/ 0 w 1488"/>
                  <a:gd name="T39" fmla="*/ 0 h 2555"/>
                  <a:gd name="T40" fmla="*/ 0 w 1488"/>
                  <a:gd name="T41" fmla="*/ 0 h 2555"/>
                  <a:gd name="T42" fmla="*/ 0 w 1488"/>
                  <a:gd name="T43" fmla="*/ 0 h 2555"/>
                  <a:gd name="T44" fmla="*/ 0 w 1488"/>
                  <a:gd name="T45" fmla="*/ 0 h 2555"/>
                  <a:gd name="T46" fmla="*/ 0 w 1488"/>
                  <a:gd name="T47" fmla="*/ 0 h 2555"/>
                  <a:gd name="T48" fmla="*/ 0 w 1488"/>
                  <a:gd name="T49" fmla="*/ 0 h 2555"/>
                  <a:gd name="T50" fmla="*/ 0 w 1488"/>
                  <a:gd name="T51" fmla="*/ 0 h 2555"/>
                  <a:gd name="T52" fmla="*/ 0 w 1488"/>
                  <a:gd name="T53" fmla="*/ 0 h 2555"/>
                  <a:gd name="T54" fmla="*/ 0 w 1488"/>
                  <a:gd name="T55" fmla="*/ 0 h 2555"/>
                  <a:gd name="T56" fmla="*/ 0 w 1488"/>
                  <a:gd name="T57" fmla="*/ 0 h 2555"/>
                  <a:gd name="T58" fmla="*/ 0 w 1488"/>
                  <a:gd name="T59" fmla="*/ 0 h 2555"/>
                  <a:gd name="T60" fmla="*/ 0 w 1488"/>
                  <a:gd name="T61" fmla="*/ 0 h 2555"/>
                  <a:gd name="T62" fmla="*/ 0 w 1488"/>
                  <a:gd name="T63" fmla="*/ 0 h 2555"/>
                  <a:gd name="T64" fmla="*/ 0 w 1488"/>
                  <a:gd name="T65" fmla="*/ 0 h 2555"/>
                  <a:gd name="T66" fmla="*/ 0 w 1488"/>
                  <a:gd name="T67" fmla="*/ 0 h 2555"/>
                  <a:gd name="T68" fmla="*/ 0 w 1488"/>
                  <a:gd name="T69" fmla="*/ 0 h 2555"/>
                  <a:gd name="T70" fmla="*/ 0 w 1488"/>
                  <a:gd name="T71" fmla="*/ 0 h 2555"/>
                  <a:gd name="T72" fmla="*/ 0 w 1488"/>
                  <a:gd name="T73" fmla="*/ 0 h 2555"/>
                  <a:gd name="T74" fmla="*/ 0 w 1488"/>
                  <a:gd name="T75" fmla="*/ 0 h 2555"/>
                  <a:gd name="T76" fmla="*/ 0 w 1488"/>
                  <a:gd name="T77" fmla="*/ 0 h 2555"/>
                  <a:gd name="T78" fmla="*/ 0 w 1488"/>
                  <a:gd name="T79" fmla="*/ 0 h 2555"/>
                  <a:gd name="T80" fmla="*/ 0 w 1488"/>
                  <a:gd name="T81" fmla="*/ 0 h 2555"/>
                  <a:gd name="T82" fmla="*/ 0 w 1488"/>
                  <a:gd name="T83" fmla="*/ 0 h 2555"/>
                  <a:gd name="T84" fmla="*/ 0 w 1488"/>
                  <a:gd name="T85" fmla="*/ 0 h 2555"/>
                  <a:gd name="T86" fmla="*/ 0 w 1488"/>
                  <a:gd name="T87" fmla="*/ 0 h 255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88"/>
                  <a:gd name="T133" fmla="*/ 0 h 2555"/>
                  <a:gd name="T134" fmla="*/ 1488 w 1488"/>
                  <a:gd name="T135" fmla="*/ 2555 h 255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88" h="2555">
                    <a:moveTo>
                      <a:pt x="176" y="2043"/>
                    </a:moveTo>
                    <a:lnTo>
                      <a:pt x="125" y="2197"/>
                    </a:lnTo>
                    <a:lnTo>
                      <a:pt x="56" y="2351"/>
                    </a:lnTo>
                    <a:lnTo>
                      <a:pt x="0" y="2456"/>
                    </a:lnTo>
                    <a:lnTo>
                      <a:pt x="593" y="2250"/>
                    </a:lnTo>
                    <a:lnTo>
                      <a:pt x="372" y="2555"/>
                    </a:lnTo>
                    <a:lnTo>
                      <a:pt x="626" y="2280"/>
                    </a:lnTo>
                    <a:lnTo>
                      <a:pt x="769" y="2117"/>
                    </a:lnTo>
                    <a:lnTo>
                      <a:pt x="1239" y="1986"/>
                    </a:lnTo>
                    <a:lnTo>
                      <a:pt x="1465" y="2015"/>
                    </a:lnTo>
                    <a:lnTo>
                      <a:pt x="1488" y="1986"/>
                    </a:lnTo>
                    <a:lnTo>
                      <a:pt x="1272" y="1914"/>
                    </a:lnTo>
                    <a:lnTo>
                      <a:pt x="789" y="1927"/>
                    </a:lnTo>
                    <a:lnTo>
                      <a:pt x="646" y="1976"/>
                    </a:lnTo>
                    <a:lnTo>
                      <a:pt x="604" y="1967"/>
                    </a:lnTo>
                    <a:lnTo>
                      <a:pt x="604" y="1914"/>
                    </a:lnTo>
                    <a:lnTo>
                      <a:pt x="769" y="1676"/>
                    </a:lnTo>
                    <a:lnTo>
                      <a:pt x="1188" y="1395"/>
                    </a:lnTo>
                    <a:lnTo>
                      <a:pt x="1197" y="1342"/>
                    </a:lnTo>
                    <a:lnTo>
                      <a:pt x="1156" y="1353"/>
                    </a:lnTo>
                    <a:lnTo>
                      <a:pt x="714" y="1467"/>
                    </a:lnTo>
                    <a:lnTo>
                      <a:pt x="709" y="1190"/>
                    </a:lnTo>
                    <a:lnTo>
                      <a:pt x="738" y="823"/>
                    </a:lnTo>
                    <a:lnTo>
                      <a:pt x="810" y="487"/>
                    </a:lnTo>
                    <a:lnTo>
                      <a:pt x="953" y="151"/>
                    </a:lnTo>
                    <a:lnTo>
                      <a:pt x="923" y="141"/>
                    </a:lnTo>
                    <a:lnTo>
                      <a:pt x="657" y="0"/>
                    </a:lnTo>
                    <a:lnTo>
                      <a:pt x="556" y="76"/>
                    </a:lnTo>
                    <a:lnTo>
                      <a:pt x="422" y="141"/>
                    </a:lnTo>
                    <a:lnTo>
                      <a:pt x="197" y="151"/>
                    </a:lnTo>
                    <a:lnTo>
                      <a:pt x="301" y="344"/>
                    </a:lnTo>
                    <a:lnTo>
                      <a:pt x="349" y="558"/>
                    </a:lnTo>
                    <a:lnTo>
                      <a:pt x="379" y="795"/>
                    </a:lnTo>
                    <a:lnTo>
                      <a:pt x="372" y="978"/>
                    </a:lnTo>
                    <a:lnTo>
                      <a:pt x="338" y="1171"/>
                    </a:lnTo>
                    <a:lnTo>
                      <a:pt x="372" y="1386"/>
                    </a:lnTo>
                    <a:lnTo>
                      <a:pt x="441" y="1598"/>
                    </a:lnTo>
                    <a:lnTo>
                      <a:pt x="556" y="1718"/>
                    </a:lnTo>
                    <a:lnTo>
                      <a:pt x="525" y="1771"/>
                    </a:lnTo>
                    <a:lnTo>
                      <a:pt x="411" y="1819"/>
                    </a:lnTo>
                    <a:lnTo>
                      <a:pt x="432" y="1953"/>
                    </a:lnTo>
                    <a:lnTo>
                      <a:pt x="338" y="2008"/>
                    </a:lnTo>
                    <a:lnTo>
                      <a:pt x="246" y="2043"/>
                    </a:lnTo>
                    <a:lnTo>
                      <a:pt x="176" y="2043"/>
                    </a:lnTo>
                    <a:close/>
                  </a:path>
                </a:pathLst>
              </a:custGeom>
              <a:solidFill>
                <a:srgbClr val="000000"/>
              </a:solidFill>
              <a:ln w="9525">
                <a:noFill/>
                <a:round/>
                <a:headEnd/>
                <a:tailEnd/>
              </a:ln>
            </p:spPr>
            <p:txBody>
              <a:bodyPr/>
              <a:lstStyle/>
              <a:p>
                <a:pPr algn="ctr"/>
                <a:endParaRPr lang="pt-BR" sz="2400"/>
              </a:p>
            </p:txBody>
          </p:sp>
          <p:sp>
            <p:nvSpPr>
              <p:cNvPr id="679" name="Freeform 297"/>
              <p:cNvSpPr>
                <a:spLocks/>
              </p:cNvSpPr>
              <p:nvPr/>
            </p:nvSpPr>
            <p:spPr bwMode="auto">
              <a:xfrm>
                <a:off x="3083" y="1054"/>
                <a:ext cx="105" cy="153"/>
              </a:xfrm>
              <a:custGeom>
                <a:avLst/>
                <a:gdLst>
                  <a:gd name="T0" fmla="*/ 0 w 846"/>
                  <a:gd name="T1" fmla="*/ 0 h 1230"/>
                  <a:gd name="T2" fmla="*/ 0 w 846"/>
                  <a:gd name="T3" fmla="*/ 0 h 1230"/>
                  <a:gd name="T4" fmla="*/ 0 w 846"/>
                  <a:gd name="T5" fmla="*/ 0 h 1230"/>
                  <a:gd name="T6" fmla="*/ 0 w 846"/>
                  <a:gd name="T7" fmla="*/ 0 h 1230"/>
                  <a:gd name="T8" fmla="*/ 0 w 846"/>
                  <a:gd name="T9" fmla="*/ 0 h 1230"/>
                  <a:gd name="T10" fmla="*/ 0 w 846"/>
                  <a:gd name="T11" fmla="*/ 0 h 1230"/>
                  <a:gd name="T12" fmla="*/ 0 w 846"/>
                  <a:gd name="T13" fmla="*/ 0 h 1230"/>
                  <a:gd name="T14" fmla="*/ 0 w 846"/>
                  <a:gd name="T15" fmla="*/ 0 h 1230"/>
                  <a:gd name="T16" fmla="*/ 0 w 846"/>
                  <a:gd name="T17" fmla="*/ 0 h 1230"/>
                  <a:gd name="T18" fmla="*/ 0 w 846"/>
                  <a:gd name="T19" fmla="*/ 0 h 1230"/>
                  <a:gd name="T20" fmla="*/ 0 w 846"/>
                  <a:gd name="T21" fmla="*/ 0 h 1230"/>
                  <a:gd name="T22" fmla="*/ 0 w 846"/>
                  <a:gd name="T23" fmla="*/ 0 h 1230"/>
                  <a:gd name="T24" fmla="*/ 0 w 846"/>
                  <a:gd name="T25" fmla="*/ 0 h 1230"/>
                  <a:gd name="T26" fmla="*/ 0 w 846"/>
                  <a:gd name="T27" fmla="*/ 0 h 1230"/>
                  <a:gd name="T28" fmla="*/ 0 w 846"/>
                  <a:gd name="T29" fmla="*/ 0 h 1230"/>
                  <a:gd name="T30" fmla="*/ 0 w 846"/>
                  <a:gd name="T31" fmla="*/ 0 h 1230"/>
                  <a:gd name="T32" fmla="*/ 0 w 846"/>
                  <a:gd name="T33" fmla="*/ 0 h 1230"/>
                  <a:gd name="T34" fmla="*/ 0 w 846"/>
                  <a:gd name="T35" fmla="*/ 0 h 1230"/>
                  <a:gd name="T36" fmla="*/ 0 w 846"/>
                  <a:gd name="T37" fmla="*/ 0 h 1230"/>
                  <a:gd name="T38" fmla="*/ 0 w 846"/>
                  <a:gd name="T39" fmla="*/ 0 h 123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46"/>
                  <a:gd name="T61" fmla="*/ 0 h 1230"/>
                  <a:gd name="T62" fmla="*/ 846 w 846"/>
                  <a:gd name="T63" fmla="*/ 1230 h 123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46" h="1230">
                    <a:moveTo>
                      <a:pt x="355" y="0"/>
                    </a:moveTo>
                    <a:lnTo>
                      <a:pt x="182" y="577"/>
                    </a:lnTo>
                    <a:lnTo>
                      <a:pt x="182" y="613"/>
                    </a:lnTo>
                    <a:lnTo>
                      <a:pt x="581" y="519"/>
                    </a:lnTo>
                    <a:lnTo>
                      <a:pt x="643" y="556"/>
                    </a:lnTo>
                    <a:lnTo>
                      <a:pt x="619" y="628"/>
                    </a:lnTo>
                    <a:lnTo>
                      <a:pt x="397" y="796"/>
                    </a:lnTo>
                    <a:lnTo>
                      <a:pt x="376" y="835"/>
                    </a:lnTo>
                    <a:lnTo>
                      <a:pt x="775" y="944"/>
                    </a:lnTo>
                    <a:lnTo>
                      <a:pt x="775" y="1045"/>
                    </a:lnTo>
                    <a:lnTo>
                      <a:pt x="241" y="973"/>
                    </a:lnTo>
                    <a:lnTo>
                      <a:pt x="0" y="1112"/>
                    </a:lnTo>
                    <a:lnTo>
                      <a:pt x="0" y="1132"/>
                    </a:lnTo>
                    <a:lnTo>
                      <a:pt x="367" y="1079"/>
                    </a:lnTo>
                    <a:lnTo>
                      <a:pt x="846" y="1230"/>
                    </a:lnTo>
                    <a:lnTo>
                      <a:pt x="722" y="577"/>
                    </a:lnTo>
                    <a:lnTo>
                      <a:pt x="581" y="478"/>
                    </a:lnTo>
                    <a:lnTo>
                      <a:pt x="509" y="478"/>
                    </a:lnTo>
                    <a:lnTo>
                      <a:pt x="404" y="92"/>
                    </a:lnTo>
                    <a:lnTo>
                      <a:pt x="355" y="0"/>
                    </a:lnTo>
                    <a:close/>
                  </a:path>
                </a:pathLst>
              </a:custGeom>
              <a:solidFill>
                <a:srgbClr val="000000"/>
              </a:solidFill>
              <a:ln w="9525">
                <a:noFill/>
                <a:round/>
                <a:headEnd/>
                <a:tailEnd/>
              </a:ln>
            </p:spPr>
            <p:txBody>
              <a:bodyPr/>
              <a:lstStyle/>
              <a:p>
                <a:pPr algn="ctr"/>
                <a:endParaRPr lang="pt-BR" sz="2400"/>
              </a:p>
            </p:txBody>
          </p:sp>
          <p:sp>
            <p:nvSpPr>
              <p:cNvPr id="680" name="Freeform 298"/>
              <p:cNvSpPr>
                <a:spLocks/>
              </p:cNvSpPr>
              <p:nvPr/>
            </p:nvSpPr>
            <p:spPr bwMode="auto">
              <a:xfrm>
                <a:off x="3027" y="1207"/>
                <a:ext cx="174" cy="151"/>
              </a:xfrm>
              <a:custGeom>
                <a:avLst/>
                <a:gdLst>
                  <a:gd name="T0" fmla="*/ 0 w 1390"/>
                  <a:gd name="T1" fmla="*/ 0 h 1202"/>
                  <a:gd name="T2" fmla="*/ 0 w 1390"/>
                  <a:gd name="T3" fmla="*/ 0 h 1202"/>
                  <a:gd name="T4" fmla="*/ 0 w 1390"/>
                  <a:gd name="T5" fmla="*/ 0 h 1202"/>
                  <a:gd name="T6" fmla="*/ 0 w 1390"/>
                  <a:gd name="T7" fmla="*/ 0 h 1202"/>
                  <a:gd name="T8" fmla="*/ 0 w 1390"/>
                  <a:gd name="T9" fmla="*/ 0 h 1202"/>
                  <a:gd name="T10" fmla="*/ 0 w 1390"/>
                  <a:gd name="T11" fmla="*/ 0 h 1202"/>
                  <a:gd name="T12" fmla="*/ 0 w 1390"/>
                  <a:gd name="T13" fmla="*/ 0 h 1202"/>
                  <a:gd name="T14" fmla="*/ 0 w 1390"/>
                  <a:gd name="T15" fmla="*/ 0 h 1202"/>
                  <a:gd name="T16" fmla="*/ 0 w 1390"/>
                  <a:gd name="T17" fmla="*/ 0 h 1202"/>
                  <a:gd name="T18" fmla="*/ 0 w 1390"/>
                  <a:gd name="T19" fmla="*/ 0 h 1202"/>
                  <a:gd name="T20" fmla="*/ 0 w 1390"/>
                  <a:gd name="T21" fmla="*/ 0 h 1202"/>
                  <a:gd name="T22" fmla="*/ 0 w 1390"/>
                  <a:gd name="T23" fmla="*/ 0 h 1202"/>
                  <a:gd name="T24" fmla="*/ 0 w 1390"/>
                  <a:gd name="T25" fmla="*/ 0 h 1202"/>
                  <a:gd name="T26" fmla="*/ 0 w 1390"/>
                  <a:gd name="T27" fmla="*/ 0 h 1202"/>
                  <a:gd name="T28" fmla="*/ 0 w 1390"/>
                  <a:gd name="T29" fmla="*/ 0 h 1202"/>
                  <a:gd name="T30" fmla="*/ 0 w 1390"/>
                  <a:gd name="T31" fmla="*/ 0 h 1202"/>
                  <a:gd name="T32" fmla="*/ 0 w 1390"/>
                  <a:gd name="T33" fmla="*/ 0 h 1202"/>
                  <a:gd name="T34" fmla="*/ 0 w 1390"/>
                  <a:gd name="T35" fmla="*/ 0 h 1202"/>
                  <a:gd name="T36" fmla="*/ 0 w 1390"/>
                  <a:gd name="T37" fmla="*/ 0 h 1202"/>
                  <a:gd name="T38" fmla="*/ 0 w 1390"/>
                  <a:gd name="T39" fmla="*/ 0 h 1202"/>
                  <a:gd name="T40" fmla="*/ 0 w 1390"/>
                  <a:gd name="T41" fmla="*/ 0 h 1202"/>
                  <a:gd name="T42" fmla="*/ 0 w 1390"/>
                  <a:gd name="T43" fmla="*/ 0 h 1202"/>
                  <a:gd name="T44" fmla="*/ 0 w 1390"/>
                  <a:gd name="T45" fmla="*/ 0 h 1202"/>
                  <a:gd name="T46" fmla="*/ 0 w 1390"/>
                  <a:gd name="T47" fmla="*/ 0 h 1202"/>
                  <a:gd name="T48" fmla="*/ 0 w 1390"/>
                  <a:gd name="T49" fmla="*/ 0 h 1202"/>
                  <a:gd name="T50" fmla="*/ 0 w 1390"/>
                  <a:gd name="T51" fmla="*/ 0 h 1202"/>
                  <a:gd name="T52" fmla="*/ 0 w 1390"/>
                  <a:gd name="T53" fmla="*/ 0 h 1202"/>
                  <a:gd name="T54" fmla="*/ 0 w 1390"/>
                  <a:gd name="T55" fmla="*/ 0 h 1202"/>
                  <a:gd name="T56" fmla="*/ 0 w 1390"/>
                  <a:gd name="T57" fmla="*/ 0 h 1202"/>
                  <a:gd name="T58" fmla="*/ 0 w 1390"/>
                  <a:gd name="T59" fmla="*/ 0 h 120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90"/>
                  <a:gd name="T91" fmla="*/ 0 h 1202"/>
                  <a:gd name="T92" fmla="*/ 1390 w 1390"/>
                  <a:gd name="T93" fmla="*/ 1202 h 120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90" h="1202">
                    <a:moveTo>
                      <a:pt x="1288" y="0"/>
                    </a:moveTo>
                    <a:lnTo>
                      <a:pt x="1288" y="124"/>
                    </a:lnTo>
                    <a:lnTo>
                      <a:pt x="769" y="499"/>
                    </a:lnTo>
                    <a:lnTo>
                      <a:pt x="980" y="400"/>
                    </a:lnTo>
                    <a:lnTo>
                      <a:pt x="1111" y="622"/>
                    </a:lnTo>
                    <a:lnTo>
                      <a:pt x="355" y="705"/>
                    </a:lnTo>
                    <a:lnTo>
                      <a:pt x="152" y="644"/>
                    </a:lnTo>
                    <a:lnTo>
                      <a:pt x="399" y="743"/>
                    </a:lnTo>
                    <a:lnTo>
                      <a:pt x="445" y="804"/>
                    </a:lnTo>
                    <a:lnTo>
                      <a:pt x="459" y="859"/>
                    </a:lnTo>
                    <a:lnTo>
                      <a:pt x="445" y="908"/>
                    </a:lnTo>
                    <a:lnTo>
                      <a:pt x="404" y="928"/>
                    </a:lnTo>
                    <a:lnTo>
                      <a:pt x="329" y="936"/>
                    </a:lnTo>
                    <a:lnTo>
                      <a:pt x="276" y="976"/>
                    </a:lnTo>
                    <a:lnTo>
                      <a:pt x="152" y="1071"/>
                    </a:lnTo>
                    <a:lnTo>
                      <a:pt x="0" y="1202"/>
                    </a:lnTo>
                    <a:lnTo>
                      <a:pt x="221" y="1046"/>
                    </a:lnTo>
                    <a:lnTo>
                      <a:pt x="399" y="989"/>
                    </a:lnTo>
                    <a:lnTo>
                      <a:pt x="542" y="970"/>
                    </a:lnTo>
                    <a:lnTo>
                      <a:pt x="624" y="936"/>
                    </a:lnTo>
                    <a:lnTo>
                      <a:pt x="899" y="936"/>
                    </a:lnTo>
                    <a:lnTo>
                      <a:pt x="1134" y="896"/>
                    </a:lnTo>
                    <a:lnTo>
                      <a:pt x="1307" y="804"/>
                    </a:lnTo>
                    <a:lnTo>
                      <a:pt x="1371" y="776"/>
                    </a:lnTo>
                    <a:lnTo>
                      <a:pt x="1362" y="644"/>
                    </a:lnTo>
                    <a:lnTo>
                      <a:pt x="1390" y="400"/>
                    </a:lnTo>
                    <a:lnTo>
                      <a:pt x="1378" y="205"/>
                    </a:lnTo>
                    <a:lnTo>
                      <a:pt x="1362" y="82"/>
                    </a:lnTo>
                    <a:lnTo>
                      <a:pt x="1323" y="34"/>
                    </a:lnTo>
                    <a:lnTo>
                      <a:pt x="1288" y="0"/>
                    </a:lnTo>
                    <a:close/>
                  </a:path>
                </a:pathLst>
              </a:custGeom>
              <a:solidFill>
                <a:srgbClr val="000000"/>
              </a:solidFill>
              <a:ln w="9525">
                <a:noFill/>
                <a:round/>
                <a:headEnd/>
                <a:tailEnd/>
              </a:ln>
            </p:spPr>
            <p:txBody>
              <a:bodyPr/>
              <a:lstStyle/>
              <a:p>
                <a:pPr algn="ctr"/>
                <a:endParaRPr lang="pt-BR" sz="2400"/>
              </a:p>
            </p:txBody>
          </p:sp>
          <p:sp>
            <p:nvSpPr>
              <p:cNvPr id="681" name="Freeform 299"/>
              <p:cNvSpPr>
                <a:spLocks/>
              </p:cNvSpPr>
              <p:nvPr/>
            </p:nvSpPr>
            <p:spPr bwMode="auto">
              <a:xfrm>
                <a:off x="2954" y="1280"/>
                <a:ext cx="94" cy="82"/>
              </a:xfrm>
              <a:custGeom>
                <a:avLst/>
                <a:gdLst>
                  <a:gd name="T0" fmla="*/ 0 w 747"/>
                  <a:gd name="T1" fmla="*/ 0 h 662"/>
                  <a:gd name="T2" fmla="*/ 0 w 747"/>
                  <a:gd name="T3" fmla="*/ 0 h 662"/>
                  <a:gd name="T4" fmla="*/ 0 w 747"/>
                  <a:gd name="T5" fmla="*/ 0 h 662"/>
                  <a:gd name="T6" fmla="*/ 0 w 747"/>
                  <a:gd name="T7" fmla="*/ 0 h 662"/>
                  <a:gd name="T8" fmla="*/ 0 w 747"/>
                  <a:gd name="T9" fmla="*/ 0 h 662"/>
                  <a:gd name="T10" fmla="*/ 0 w 747"/>
                  <a:gd name="T11" fmla="*/ 0 h 662"/>
                  <a:gd name="T12" fmla="*/ 0 w 747"/>
                  <a:gd name="T13" fmla="*/ 0 h 662"/>
                  <a:gd name="T14" fmla="*/ 0 w 747"/>
                  <a:gd name="T15" fmla="*/ 0 h 662"/>
                  <a:gd name="T16" fmla="*/ 0 w 747"/>
                  <a:gd name="T17" fmla="*/ 0 h 662"/>
                  <a:gd name="T18" fmla="*/ 0 w 747"/>
                  <a:gd name="T19" fmla="*/ 0 h 662"/>
                  <a:gd name="T20" fmla="*/ 0 w 747"/>
                  <a:gd name="T21" fmla="*/ 0 h 662"/>
                  <a:gd name="T22" fmla="*/ 0 w 747"/>
                  <a:gd name="T23" fmla="*/ 0 h 662"/>
                  <a:gd name="T24" fmla="*/ 0 w 747"/>
                  <a:gd name="T25" fmla="*/ 0 h 662"/>
                  <a:gd name="T26" fmla="*/ 0 w 747"/>
                  <a:gd name="T27" fmla="*/ 0 h 662"/>
                  <a:gd name="T28" fmla="*/ 0 w 747"/>
                  <a:gd name="T29" fmla="*/ 0 h 6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47"/>
                  <a:gd name="T46" fmla="*/ 0 h 662"/>
                  <a:gd name="T47" fmla="*/ 747 w 747"/>
                  <a:gd name="T48" fmla="*/ 662 h 66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47" h="662">
                    <a:moveTo>
                      <a:pt x="677" y="42"/>
                    </a:moveTo>
                    <a:lnTo>
                      <a:pt x="331" y="0"/>
                    </a:lnTo>
                    <a:lnTo>
                      <a:pt x="290" y="21"/>
                    </a:lnTo>
                    <a:lnTo>
                      <a:pt x="52" y="356"/>
                    </a:lnTo>
                    <a:lnTo>
                      <a:pt x="22" y="519"/>
                    </a:lnTo>
                    <a:lnTo>
                      <a:pt x="0" y="662"/>
                    </a:lnTo>
                    <a:lnTo>
                      <a:pt x="31" y="662"/>
                    </a:lnTo>
                    <a:lnTo>
                      <a:pt x="123" y="604"/>
                    </a:lnTo>
                    <a:lnTo>
                      <a:pt x="22" y="644"/>
                    </a:lnTo>
                    <a:lnTo>
                      <a:pt x="66" y="418"/>
                    </a:lnTo>
                    <a:lnTo>
                      <a:pt x="92" y="328"/>
                    </a:lnTo>
                    <a:lnTo>
                      <a:pt x="319" y="53"/>
                    </a:lnTo>
                    <a:lnTo>
                      <a:pt x="391" y="53"/>
                    </a:lnTo>
                    <a:lnTo>
                      <a:pt x="747" y="73"/>
                    </a:lnTo>
                    <a:lnTo>
                      <a:pt x="677" y="42"/>
                    </a:lnTo>
                    <a:close/>
                  </a:path>
                </a:pathLst>
              </a:custGeom>
              <a:solidFill>
                <a:srgbClr val="000000"/>
              </a:solidFill>
              <a:ln w="9525">
                <a:noFill/>
                <a:round/>
                <a:headEnd/>
                <a:tailEnd/>
              </a:ln>
            </p:spPr>
            <p:txBody>
              <a:bodyPr/>
              <a:lstStyle/>
              <a:p>
                <a:pPr algn="ctr"/>
                <a:endParaRPr lang="pt-BR" sz="2400"/>
              </a:p>
            </p:txBody>
          </p:sp>
          <p:sp>
            <p:nvSpPr>
              <p:cNvPr id="682" name="Freeform 300"/>
              <p:cNvSpPr>
                <a:spLocks/>
              </p:cNvSpPr>
              <p:nvPr/>
            </p:nvSpPr>
            <p:spPr bwMode="auto">
              <a:xfrm>
                <a:off x="2967" y="1298"/>
                <a:ext cx="49" cy="72"/>
              </a:xfrm>
              <a:custGeom>
                <a:avLst/>
                <a:gdLst>
                  <a:gd name="T0" fmla="*/ 0 w 391"/>
                  <a:gd name="T1" fmla="*/ 0 h 583"/>
                  <a:gd name="T2" fmla="*/ 0 w 391"/>
                  <a:gd name="T3" fmla="*/ 0 h 583"/>
                  <a:gd name="T4" fmla="*/ 0 w 391"/>
                  <a:gd name="T5" fmla="*/ 0 h 583"/>
                  <a:gd name="T6" fmla="*/ 0 w 391"/>
                  <a:gd name="T7" fmla="*/ 0 h 583"/>
                  <a:gd name="T8" fmla="*/ 0 w 391"/>
                  <a:gd name="T9" fmla="*/ 0 h 583"/>
                  <a:gd name="T10" fmla="*/ 0 w 391"/>
                  <a:gd name="T11" fmla="*/ 0 h 583"/>
                  <a:gd name="T12" fmla="*/ 0 w 391"/>
                  <a:gd name="T13" fmla="*/ 0 h 583"/>
                  <a:gd name="T14" fmla="*/ 0 w 391"/>
                  <a:gd name="T15" fmla="*/ 0 h 583"/>
                  <a:gd name="T16" fmla="*/ 0 w 391"/>
                  <a:gd name="T17" fmla="*/ 0 h 583"/>
                  <a:gd name="T18" fmla="*/ 0 w 391"/>
                  <a:gd name="T19" fmla="*/ 0 h 583"/>
                  <a:gd name="T20" fmla="*/ 0 w 391"/>
                  <a:gd name="T21" fmla="*/ 0 h 583"/>
                  <a:gd name="T22" fmla="*/ 0 w 391"/>
                  <a:gd name="T23" fmla="*/ 0 h 583"/>
                  <a:gd name="T24" fmla="*/ 0 w 391"/>
                  <a:gd name="T25" fmla="*/ 0 h 583"/>
                  <a:gd name="T26" fmla="*/ 0 w 391"/>
                  <a:gd name="T27" fmla="*/ 0 h 583"/>
                  <a:gd name="T28" fmla="*/ 0 w 391"/>
                  <a:gd name="T29" fmla="*/ 0 h 583"/>
                  <a:gd name="T30" fmla="*/ 0 w 391"/>
                  <a:gd name="T31" fmla="*/ 0 h 5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1"/>
                  <a:gd name="T49" fmla="*/ 0 h 583"/>
                  <a:gd name="T50" fmla="*/ 391 w 391"/>
                  <a:gd name="T51" fmla="*/ 583 h 5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1" h="583">
                    <a:moveTo>
                      <a:pt x="279" y="0"/>
                    </a:moveTo>
                    <a:lnTo>
                      <a:pt x="126" y="191"/>
                    </a:lnTo>
                    <a:lnTo>
                      <a:pt x="62" y="297"/>
                    </a:lnTo>
                    <a:lnTo>
                      <a:pt x="0" y="583"/>
                    </a:lnTo>
                    <a:lnTo>
                      <a:pt x="75" y="560"/>
                    </a:lnTo>
                    <a:lnTo>
                      <a:pt x="147" y="501"/>
                    </a:lnTo>
                    <a:lnTo>
                      <a:pt x="209" y="387"/>
                    </a:lnTo>
                    <a:lnTo>
                      <a:pt x="290" y="253"/>
                    </a:lnTo>
                    <a:lnTo>
                      <a:pt x="391" y="157"/>
                    </a:lnTo>
                    <a:lnTo>
                      <a:pt x="279" y="247"/>
                    </a:lnTo>
                    <a:lnTo>
                      <a:pt x="174" y="398"/>
                    </a:lnTo>
                    <a:lnTo>
                      <a:pt x="115" y="501"/>
                    </a:lnTo>
                    <a:lnTo>
                      <a:pt x="41" y="541"/>
                    </a:lnTo>
                    <a:lnTo>
                      <a:pt x="83" y="297"/>
                    </a:lnTo>
                    <a:lnTo>
                      <a:pt x="147" y="185"/>
                    </a:lnTo>
                    <a:lnTo>
                      <a:pt x="279" y="0"/>
                    </a:lnTo>
                    <a:close/>
                  </a:path>
                </a:pathLst>
              </a:custGeom>
              <a:solidFill>
                <a:srgbClr val="000000"/>
              </a:solidFill>
              <a:ln w="9525">
                <a:noFill/>
                <a:round/>
                <a:headEnd/>
                <a:tailEnd/>
              </a:ln>
            </p:spPr>
            <p:txBody>
              <a:bodyPr/>
              <a:lstStyle/>
              <a:p>
                <a:pPr algn="ctr"/>
                <a:endParaRPr lang="pt-BR" sz="2400"/>
              </a:p>
            </p:txBody>
          </p:sp>
          <p:sp>
            <p:nvSpPr>
              <p:cNvPr id="683" name="Freeform 301"/>
              <p:cNvSpPr>
                <a:spLocks/>
              </p:cNvSpPr>
              <p:nvPr/>
            </p:nvSpPr>
            <p:spPr bwMode="auto">
              <a:xfrm>
                <a:off x="2984" y="1328"/>
                <a:ext cx="80" cy="42"/>
              </a:xfrm>
              <a:custGeom>
                <a:avLst/>
                <a:gdLst>
                  <a:gd name="T0" fmla="*/ 0 w 642"/>
                  <a:gd name="T1" fmla="*/ 0 h 336"/>
                  <a:gd name="T2" fmla="*/ 0 w 642"/>
                  <a:gd name="T3" fmla="*/ 0 h 336"/>
                  <a:gd name="T4" fmla="*/ 0 w 642"/>
                  <a:gd name="T5" fmla="*/ 0 h 336"/>
                  <a:gd name="T6" fmla="*/ 0 w 642"/>
                  <a:gd name="T7" fmla="*/ 0 h 336"/>
                  <a:gd name="T8" fmla="*/ 0 w 642"/>
                  <a:gd name="T9" fmla="*/ 0 h 336"/>
                  <a:gd name="T10" fmla="*/ 0 w 642"/>
                  <a:gd name="T11" fmla="*/ 0 h 336"/>
                  <a:gd name="T12" fmla="*/ 0 w 642"/>
                  <a:gd name="T13" fmla="*/ 0 h 336"/>
                  <a:gd name="T14" fmla="*/ 0 w 642"/>
                  <a:gd name="T15" fmla="*/ 0 h 336"/>
                  <a:gd name="T16" fmla="*/ 0 w 642"/>
                  <a:gd name="T17" fmla="*/ 0 h 336"/>
                  <a:gd name="T18" fmla="*/ 0 w 642"/>
                  <a:gd name="T19" fmla="*/ 0 h 336"/>
                  <a:gd name="T20" fmla="*/ 0 w 642"/>
                  <a:gd name="T21" fmla="*/ 0 h 336"/>
                  <a:gd name="T22" fmla="*/ 0 w 642"/>
                  <a:gd name="T23" fmla="*/ 0 h 336"/>
                  <a:gd name="T24" fmla="*/ 0 w 642"/>
                  <a:gd name="T25" fmla="*/ 0 h 336"/>
                  <a:gd name="T26" fmla="*/ 0 w 642"/>
                  <a:gd name="T27" fmla="*/ 0 h 336"/>
                  <a:gd name="T28" fmla="*/ 0 w 642"/>
                  <a:gd name="T29" fmla="*/ 0 h 336"/>
                  <a:gd name="T30" fmla="*/ 0 w 642"/>
                  <a:gd name="T31" fmla="*/ 0 h 336"/>
                  <a:gd name="T32" fmla="*/ 0 w 642"/>
                  <a:gd name="T33" fmla="*/ 0 h 336"/>
                  <a:gd name="T34" fmla="*/ 0 w 642"/>
                  <a:gd name="T35" fmla="*/ 0 h 336"/>
                  <a:gd name="T36" fmla="*/ 0 w 642"/>
                  <a:gd name="T37" fmla="*/ 0 h 336"/>
                  <a:gd name="T38" fmla="*/ 0 w 642"/>
                  <a:gd name="T39" fmla="*/ 0 h 3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42"/>
                  <a:gd name="T61" fmla="*/ 0 h 336"/>
                  <a:gd name="T62" fmla="*/ 642 w 642"/>
                  <a:gd name="T63" fmla="*/ 336 h 3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42" h="336">
                    <a:moveTo>
                      <a:pt x="20" y="201"/>
                    </a:moveTo>
                    <a:lnTo>
                      <a:pt x="20" y="294"/>
                    </a:lnTo>
                    <a:lnTo>
                      <a:pt x="133" y="254"/>
                    </a:lnTo>
                    <a:lnTo>
                      <a:pt x="244" y="120"/>
                    </a:lnTo>
                    <a:lnTo>
                      <a:pt x="354" y="0"/>
                    </a:lnTo>
                    <a:lnTo>
                      <a:pt x="284" y="120"/>
                    </a:lnTo>
                    <a:lnTo>
                      <a:pt x="214" y="201"/>
                    </a:lnTo>
                    <a:lnTo>
                      <a:pt x="194" y="232"/>
                    </a:lnTo>
                    <a:lnTo>
                      <a:pt x="264" y="232"/>
                    </a:lnTo>
                    <a:lnTo>
                      <a:pt x="339" y="214"/>
                    </a:lnTo>
                    <a:lnTo>
                      <a:pt x="521" y="76"/>
                    </a:lnTo>
                    <a:lnTo>
                      <a:pt x="642" y="6"/>
                    </a:lnTo>
                    <a:lnTo>
                      <a:pt x="479" y="140"/>
                    </a:lnTo>
                    <a:lnTo>
                      <a:pt x="369" y="232"/>
                    </a:lnTo>
                    <a:lnTo>
                      <a:pt x="284" y="254"/>
                    </a:lnTo>
                    <a:lnTo>
                      <a:pt x="172" y="263"/>
                    </a:lnTo>
                    <a:lnTo>
                      <a:pt x="60" y="325"/>
                    </a:lnTo>
                    <a:lnTo>
                      <a:pt x="0" y="336"/>
                    </a:lnTo>
                    <a:lnTo>
                      <a:pt x="0" y="263"/>
                    </a:lnTo>
                    <a:lnTo>
                      <a:pt x="20" y="201"/>
                    </a:lnTo>
                    <a:close/>
                  </a:path>
                </a:pathLst>
              </a:custGeom>
              <a:solidFill>
                <a:srgbClr val="000000"/>
              </a:solidFill>
              <a:ln w="9525">
                <a:noFill/>
                <a:round/>
                <a:headEnd/>
                <a:tailEnd/>
              </a:ln>
            </p:spPr>
            <p:txBody>
              <a:bodyPr/>
              <a:lstStyle/>
              <a:p>
                <a:pPr algn="ctr"/>
                <a:endParaRPr lang="pt-BR" sz="2400"/>
              </a:p>
            </p:txBody>
          </p:sp>
          <p:sp>
            <p:nvSpPr>
              <p:cNvPr id="684" name="Freeform 302"/>
              <p:cNvSpPr>
                <a:spLocks/>
              </p:cNvSpPr>
              <p:nvPr/>
            </p:nvSpPr>
            <p:spPr bwMode="auto">
              <a:xfrm>
                <a:off x="2944" y="1334"/>
                <a:ext cx="15" cy="13"/>
              </a:xfrm>
              <a:custGeom>
                <a:avLst/>
                <a:gdLst>
                  <a:gd name="T0" fmla="*/ 0 w 119"/>
                  <a:gd name="T1" fmla="*/ 0 h 110"/>
                  <a:gd name="T2" fmla="*/ 0 w 119"/>
                  <a:gd name="T3" fmla="*/ 0 h 110"/>
                  <a:gd name="T4" fmla="*/ 0 w 119"/>
                  <a:gd name="T5" fmla="*/ 0 h 110"/>
                  <a:gd name="T6" fmla="*/ 0 w 119"/>
                  <a:gd name="T7" fmla="*/ 0 h 110"/>
                  <a:gd name="T8" fmla="*/ 0 w 119"/>
                  <a:gd name="T9" fmla="*/ 0 h 110"/>
                  <a:gd name="T10" fmla="*/ 0 w 119"/>
                  <a:gd name="T11" fmla="*/ 0 h 110"/>
                  <a:gd name="T12" fmla="*/ 0 w 119"/>
                  <a:gd name="T13" fmla="*/ 0 h 110"/>
                  <a:gd name="T14" fmla="*/ 0 60000 65536"/>
                  <a:gd name="T15" fmla="*/ 0 60000 65536"/>
                  <a:gd name="T16" fmla="*/ 0 60000 65536"/>
                  <a:gd name="T17" fmla="*/ 0 60000 65536"/>
                  <a:gd name="T18" fmla="*/ 0 60000 65536"/>
                  <a:gd name="T19" fmla="*/ 0 60000 65536"/>
                  <a:gd name="T20" fmla="*/ 0 60000 65536"/>
                  <a:gd name="T21" fmla="*/ 0 w 119"/>
                  <a:gd name="T22" fmla="*/ 0 h 110"/>
                  <a:gd name="T23" fmla="*/ 119 w 119"/>
                  <a:gd name="T24" fmla="*/ 110 h 1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9" h="110">
                    <a:moveTo>
                      <a:pt x="119" y="0"/>
                    </a:moveTo>
                    <a:lnTo>
                      <a:pt x="59" y="35"/>
                    </a:lnTo>
                    <a:lnTo>
                      <a:pt x="0" y="72"/>
                    </a:lnTo>
                    <a:lnTo>
                      <a:pt x="20" y="88"/>
                    </a:lnTo>
                    <a:lnTo>
                      <a:pt x="59" y="99"/>
                    </a:lnTo>
                    <a:lnTo>
                      <a:pt x="101" y="110"/>
                    </a:lnTo>
                    <a:lnTo>
                      <a:pt x="119" y="0"/>
                    </a:lnTo>
                    <a:close/>
                  </a:path>
                </a:pathLst>
              </a:custGeom>
              <a:solidFill>
                <a:srgbClr val="000000"/>
              </a:solidFill>
              <a:ln w="9525">
                <a:noFill/>
                <a:round/>
                <a:headEnd/>
                <a:tailEnd/>
              </a:ln>
            </p:spPr>
            <p:txBody>
              <a:bodyPr/>
              <a:lstStyle/>
              <a:p>
                <a:pPr algn="ctr"/>
                <a:endParaRPr lang="pt-BR" sz="2400"/>
              </a:p>
            </p:txBody>
          </p:sp>
          <p:sp>
            <p:nvSpPr>
              <p:cNvPr id="685" name="Freeform 303"/>
              <p:cNvSpPr>
                <a:spLocks/>
              </p:cNvSpPr>
              <p:nvPr/>
            </p:nvSpPr>
            <p:spPr bwMode="auto">
              <a:xfrm>
                <a:off x="3179" y="888"/>
                <a:ext cx="264" cy="359"/>
              </a:xfrm>
              <a:custGeom>
                <a:avLst/>
                <a:gdLst>
                  <a:gd name="T0" fmla="*/ 0 w 2116"/>
                  <a:gd name="T1" fmla="*/ 0 h 2873"/>
                  <a:gd name="T2" fmla="*/ 0 w 2116"/>
                  <a:gd name="T3" fmla="*/ 0 h 2873"/>
                  <a:gd name="T4" fmla="*/ 0 w 2116"/>
                  <a:gd name="T5" fmla="*/ 0 h 2873"/>
                  <a:gd name="T6" fmla="*/ 0 w 2116"/>
                  <a:gd name="T7" fmla="*/ 0 h 2873"/>
                  <a:gd name="T8" fmla="*/ 0 w 2116"/>
                  <a:gd name="T9" fmla="*/ 0 h 2873"/>
                  <a:gd name="T10" fmla="*/ 0 w 2116"/>
                  <a:gd name="T11" fmla="*/ 0 h 2873"/>
                  <a:gd name="T12" fmla="*/ 0 w 2116"/>
                  <a:gd name="T13" fmla="*/ 0 h 2873"/>
                  <a:gd name="T14" fmla="*/ 0 w 2116"/>
                  <a:gd name="T15" fmla="*/ 0 h 2873"/>
                  <a:gd name="T16" fmla="*/ 0 w 2116"/>
                  <a:gd name="T17" fmla="*/ 0 h 2873"/>
                  <a:gd name="T18" fmla="*/ 0 w 2116"/>
                  <a:gd name="T19" fmla="*/ 0 h 2873"/>
                  <a:gd name="T20" fmla="*/ 0 w 2116"/>
                  <a:gd name="T21" fmla="*/ 0 h 2873"/>
                  <a:gd name="T22" fmla="*/ 0 w 2116"/>
                  <a:gd name="T23" fmla="*/ 0 h 2873"/>
                  <a:gd name="T24" fmla="*/ 0 w 2116"/>
                  <a:gd name="T25" fmla="*/ 0 h 2873"/>
                  <a:gd name="T26" fmla="*/ 0 w 2116"/>
                  <a:gd name="T27" fmla="*/ 0 h 2873"/>
                  <a:gd name="T28" fmla="*/ 0 w 2116"/>
                  <a:gd name="T29" fmla="*/ 0 h 2873"/>
                  <a:gd name="T30" fmla="*/ 0 w 2116"/>
                  <a:gd name="T31" fmla="*/ 0 h 2873"/>
                  <a:gd name="T32" fmla="*/ 0 w 2116"/>
                  <a:gd name="T33" fmla="*/ 0 h 2873"/>
                  <a:gd name="T34" fmla="*/ 0 w 2116"/>
                  <a:gd name="T35" fmla="*/ 0 h 2873"/>
                  <a:gd name="T36" fmla="*/ 0 w 2116"/>
                  <a:gd name="T37" fmla="*/ 0 h 2873"/>
                  <a:gd name="T38" fmla="*/ 0 w 2116"/>
                  <a:gd name="T39" fmla="*/ 0 h 2873"/>
                  <a:gd name="T40" fmla="*/ 0 w 2116"/>
                  <a:gd name="T41" fmla="*/ 0 h 2873"/>
                  <a:gd name="T42" fmla="*/ 0 w 2116"/>
                  <a:gd name="T43" fmla="*/ 0 h 2873"/>
                  <a:gd name="T44" fmla="*/ 0 w 2116"/>
                  <a:gd name="T45" fmla="*/ 0 h 2873"/>
                  <a:gd name="T46" fmla="*/ 0 w 2116"/>
                  <a:gd name="T47" fmla="*/ 0 h 2873"/>
                  <a:gd name="T48" fmla="*/ 0 w 2116"/>
                  <a:gd name="T49" fmla="*/ 0 h 2873"/>
                  <a:gd name="T50" fmla="*/ 0 w 2116"/>
                  <a:gd name="T51" fmla="*/ 0 h 2873"/>
                  <a:gd name="T52" fmla="*/ 0 w 2116"/>
                  <a:gd name="T53" fmla="*/ 0 h 2873"/>
                  <a:gd name="T54" fmla="*/ 0 w 2116"/>
                  <a:gd name="T55" fmla="*/ 0 h 2873"/>
                  <a:gd name="T56" fmla="*/ 0 w 2116"/>
                  <a:gd name="T57" fmla="*/ 0 h 2873"/>
                  <a:gd name="T58" fmla="*/ 0 w 2116"/>
                  <a:gd name="T59" fmla="*/ 0 h 2873"/>
                  <a:gd name="T60" fmla="*/ 0 w 2116"/>
                  <a:gd name="T61" fmla="*/ 0 h 2873"/>
                  <a:gd name="T62" fmla="*/ 0 w 2116"/>
                  <a:gd name="T63" fmla="*/ 0 h 2873"/>
                  <a:gd name="T64" fmla="*/ 0 w 2116"/>
                  <a:gd name="T65" fmla="*/ 0 h 2873"/>
                  <a:gd name="T66" fmla="*/ 0 w 2116"/>
                  <a:gd name="T67" fmla="*/ 0 h 2873"/>
                  <a:gd name="T68" fmla="*/ 0 w 2116"/>
                  <a:gd name="T69" fmla="*/ 0 h 2873"/>
                  <a:gd name="T70" fmla="*/ 0 w 2116"/>
                  <a:gd name="T71" fmla="*/ 0 h 287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16"/>
                  <a:gd name="T109" fmla="*/ 0 h 2873"/>
                  <a:gd name="T110" fmla="*/ 2116 w 2116"/>
                  <a:gd name="T111" fmla="*/ 2873 h 287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16" h="2873">
                    <a:moveTo>
                      <a:pt x="774" y="2560"/>
                    </a:moveTo>
                    <a:lnTo>
                      <a:pt x="495" y="2587"/>
                    </a:lnTo>
                    <a:lnTo>
                      <a:pt x="152" y="2569"/>
                    </a:lnTo>
                    <a:lnTo>
                      <a:pt x="71" y="2534"/>
                    </a:lnTo>
                    <a:lnTo>
                      <a:pt x="0" y="2172"/>
                    </a:lnTo>
                    <a:lnTo>
                      <a:pt x="101" y="1974"/>
                    </a:lnTo>
                    <a:lnTo>
                      <a:pt x="238" y="1725"/>
                    </a:lnTo>
                    <a:lnTo>
                      <a:pt x="288" y="1501"/>
                    </a:lnTo>
                    <a:lnTo>
                      <a:pt x="288" y="958"/>
                    </a:lnTo>
                    <a:lnTo>
                      <a:pt x="325" y="633"/>
                    </a:lnTo>
                    <a:lnTo>
                      <a:pt x="396" y="342"/>
                    </a:lnTo>
                    <a:lnTo>
                      <a:pt x="429" y="316"/>
                    </a:lnTo>
                    <a:lnTo>
                      <a:pt x="607" y="268"/>
                    </a:lnTo>
                    <a:lnTo>
                      <a:pt x="913" y="187"/>
                    </a:lnTo>
                    <a:lnTo>
                      <a:pt x="1152" y="72"/>
                    </a:lnTo>
                    <a:lnTo>
                      <a:pt x="1341" y="9"/>
                    </a:lnTo>
                    <a:lnTo>
                      <a:pt x="1381" y="0"/>
                    </a:lnTo>
                    <a:lnTo>
                      <a:pt x="1431" y="58"/>
                    </a:lnTo>
                    <a:lnTo>
                      <a:pt x="1549" y="46"/>
                    </a:lnTo>
                    <a:lnTo>
                      <a:pt x="1549" y="342"/>
                    </a:lnTo>
                    <a:lnTo>
                      <a:pt x="1688" y="701"/>
                    </a:lnTo>
                    <a:lnTo>
                      <a:pt x="1549" y="492"/>
                    </a:lnTo>
                    <a:lnTo>
                      <a:pt x="1538" y="846"/>
                    </a:lnTo>
                    <a:lnTo>
                      <a:pt x="1572" y="1411"/>
                    </a:lnTo>
                    <a:lnTo>
                      <a:pt x="1598" y="1944"/>
                    </a:lnTo>
                    <a:lnTo>
                      <a:pt x="1618" y="2232"/>
                    </a:lnTo>
                    <a:lnTo>
                      <a:pt x="1660" y="2516"/>
                    </a:lnTo>
                    <a:lnTo>
                      <a:pt x="1846" y="2481"/>
                    </a:lnTo>
                    <a:lnTo>
                      <a:pt x="1974" y="2437"/>
                    </a:lnTo>
                    <a:lnTo>
                      <a:pt x="2116" y="2380"/>
                    </a:lnTo>
                    <a:lnTo>
                      <a:pt x="1948" y="2468"/>
                    </a:lnTo>
                    <a:lnTo>
                      <a:pt x="1727" y="2527"/>
                    </a:lnTo>
                    <a:lnTo>
                      <a:pt x="1482" y="2576"/>
                    </a:lnTo>
                    <a:lnTo>
                      <a:pt x="1459" y="2703"/>
                    </a:lnTo>
                    <a:lnTo>
                      <a:pt x="1459" y="2516"/>
                    </a:lnTo>
                    <a:lnTo>
                      <a:pt x="1310" y="2043"/>
                    </a:lnTo>
                    <a:lnTo>
                      <a:pt x="1211" y="2004"/>
                    </a:lnTo>
                    <a:lnTo>
                      <a:pt x="1139" y="2017"/>
                    </a:lnTo>
                    <a:lnTo>
                      <a:pt x="1106" y="2055"/>
                    </a:lnTo>
                    <a:lnTo>
                      <a:pt x="1090" y="2114"/>
                    </a:lnTo>
                    <a:lnTo>
                      <a:pt x="954" y="2123"/>
                    </a:lnTo>
                    <a:lnTo>
                      <a:pt x="948" y="2191"/>
                    </a:lnTo>
                    <a:lnTo>
                      <a:pt x="1123" y="2668"/>
                    </a:lnTo>
                    <a:lnTo>
                      <a:pt x="1270" y="2843"/>
                    </a:lnTo>
                    <a:lnTo>
                      <a:pt x="1291" y="2832"/>
                    </a:lnTo>
                    <a:lnTo>
                      <a:pt x="1251" y="2499"/>
                    </a:lnTo>
                    <a:lnTo>
                      <a:pt x="1171" y="2279"/>
                    </a:lnTo>
                    <a:lnTo>
                      <a:pt x="1310" y="2576"/>
                    </a:lnTo>
                    <a:lnTo>
                      <a:pt x="1392" y="2675"/>
                    </a:lnTo>
                    <a:lnTo>
                      <a:pt x="1301" y="2595"/>
                    </a:lnTo>
                    <a:lnTo>
                      <a:pt x="1282" y="2560"/>
                    </a:lnTo>
                    <a:lnTo>
                      <a:pt x="1332" y="2826"/>
                    </a:lnTo>
                    <a:lnTo>
                      <a:pt x="1310" y="2873"/>
                    </a:lnTo>
                    <a:lnTo>
                      <a:pt x="1261" y="2873"/>
                    </a:lnTo>
                    <a:lnTo>
                      <a:pt x="1171" y="2784"/>
                    </a:lnTo>
                    <a:lnTo>
                      <a:pt x="1114" y="2784"/>
                    </a:lnTo>
                    <a:lnTo>
                      <a:pt x="1065" y="2767"/>
                    </a:lnTo>
                    <a:lnTo>
                      <a:pt x="1024" y="2776"/>
                    </a:lnTo>
                    <a:lnTo>
                      <a:pt x="844" y="2696"/>
                    </a:lnTo>
                    <a:lnTo>
                      <a:pt x="816" y="2637"/>
                    </a:lnTo>
                    <a:lnTo>
                      <a:pt x="862" y="2675"/>
                    </a:lnTo>
                    <a:lnTo>
                      <a:pt x="954" y="2668"/>
                    </a:lnTo>
                    <a:lnTo>
                      <a:pt x="858" y="2527"/>
                    </a:lnTo>
                    <a:lnTo>
                      <a:pt x="973" y="2648"/>
                    </a:lnTo>
                    <a:lnTo>
                      <a:pt x="1065" y="2648"/>
                    </a:lnTo>
                    <a:lnTo>
                      <a:pt x="1072" y="2613"/>
                    </a:lnTo>
                    <a:lnTo>
                      <a:pt x="924" y="2232"/>
                    </a:lnTo>
                    <a:lnTo>
                      <a:pt x="835" y="2272"/>
                    </a:lnTo>
                    <a:lnTo>
                      <a:pt x="807" y="2362"/>
                    </a:lnTo>
                    <a:lnTo>
                      <a:pt x="835" y="2486"/>
                    </a:lnTo>
                    <a:lnTo>
                      <a:pt x="793" y="2430"/>
                    </a:lnTo>
                    <a:lnTo>
                      <a:pt x="774" y="2451"/>
                    </a:lnTo>
                    <a:lnTo>
                      <a:pt x="774" y="2560"/>
                    </a:lnTo>
                    <a:close/>
                  </a:path>
                </a:pathLst>
              </a:custGeom>
              <a:solidFill>
                <a:srgbClr val="000000"/>
              </a:solidFill>
              <a:ln w="9525">
                <a:noFill/>
                <a:round/>
                <a:headEnd/>
                <a:tailEnd/>
              </a:ln>
            </p:spPr>
            <p:txBody>
              <a:bodyPr/>
              <a:lstStyle/>
              <a:p>
                <a:pPr algn="ctr"/>
                <a:endParaRPr lang="pt-BR" sz="2400"/>
              </a:p>
            </p:txBody>
          </p:sp>
          <p:sp>
            <p:nvSpPr>
              <p:cNvPr id="686" name="Freeform 304"/>
              <p:cNvSpPr>
                <a:spLocks/>
              </p:cNvSpPr>
              <p:nvPr/>
            </p:nvSpPr>
            <p:spPr bwMode="auto">
              <a:xfrm>
                <a:off x="3230" y="1228"/>
                <a:ext cx="66" cy="12"/>
              </a:xfrm>
              <a:custGeom>
                <a:avLst/>
                <a:gdLst>
                  <a:gd name="T0" fmla="*/ 0 w 525"/>
                  <a:gd name="T1" fmla="*/ 0 h 97"/>
                  <a:gd name="T2" fmla="*/ 0 w 525"/>
                  <a:gd name="T3" fmla="*/ 0 h 97"/>
                  <a:gd name="T4" fmla="*/ 0 w 525"/>
                  <a:gd name="T5" fmla="*/ 0 h 97"/>
                  <a:gd name="T6" fmla="*/ 0 w 525"/>
                  <a:gd name="T7" fmla="*/ 0 h 97"/>
                  <a:gd name="T8" fmla="*/ 0 w 525"/>
                  <a:gd name="T9" fmla="*/ 0 h 97"/>
                  <a:gd name="T10" fmla="*/ 0 w 525"/>
                  <a:gd name="T11" fmla="*/ 0 h 97"/>
                  <a:gd name="T12" fmla="*/ 0 60000 65536"/>
                  <a:gd name="T13" fmla="*/ 0 60000 65536"/>
                  <a:gd name="T14" fmla="*/ 0 60000 65536"/>
                  <a:gd name="T15" fmla="*/ 0 60000 65536"/>
                  <a:gd name="T16" fmla="*/ 0 60000 65536"/>
                  <a:gd name="T17" fmla="*/ 0 60000 65536"/>
                  <a:gd name="T18" fmla="*/ 0 w 525"/>
                  <a:gd name="T19" fmla="*/ 0 h 97"/>
                  <a:gd name="T20" fmla="*/ 525 w 525"/>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525" h="97">
                    <a:moveTo>
                      <a:pt x="525" y="7"/>
                    </a:moveTo>
                    <a:lnTo>
                      <a:pt x="255" y="66"/>
                    </a:lnTo>
                    <a:lnTo>
                      <a:pt x="0" y="97"/>
                    </a:lnTo>
                    <a:lnTo>
                      <a:pt x="255" y="58"/>
                    </a:lnTo>
                    <a:lnTo>
                      <a:pt x="474" y="0"/>
                    </a:lnTo>
                    <a:lnTo>
                      <a:pt x="525" y="7"/>
                    </a:lnTo>
                    <a:close/>
                  </a:path>
                </a:pathLst>
              </a:custGeom>
              <a:solidFill>
                <a:srgbClr val="000000"/>
              </a:solidFill>
              <a:ln w="9525">
                <a:noFill/>
                <a:round/>
                <a:headEnd/>
                <a:tailEnd/>
              </a:ln>
            </p:spPr>
            <p:txBody>
              <a:bodyPr/>
              <a:lstStyle/>
              <a:p>
                <a:pPr algn="ctr"/>
                <a:endParaRPr lang="pt-BR" sz="2400"/>
              </a:p>
            </p:txBody>
          </p:sp>
          <p:sp>
            <p:nvSpPr>
              <p:cNvPr id="687" name="Freeform 305"/>
              <p:cNvSpPr>
                <a:spLocks/>
              </p:cNvSpPr>
              <p:nvPr/>
            </p:nvSpPr>
            <p:spPr bwMode="auto">
              <a:xfrm>
                <a:off x="3412" y="949"/>
                <a:ext cx="92" cy="290"/>
              </a:xfrm>
              <a:custGeom>
                <a:avLst/>
                <a:gdLst>
                  <a:gd name="T0" fmla="*/ 0 w 737"/>
                  <a:gd name="T1" fmla="*/ 0 h 2321"/>
                  <a:gd name="T2" fmla="*/ 0 w 737"/>
                  <a:gd name="T3" fmla="*/ 0 h 2321"/>
                  <a:gd name="T4" fmla="*/ 0 w 737"/>
                  <a:gd name="T5" fmla="*/ 0 h 2321"/>
                  <a:gd name="T6" fmla="*/ 0 w 737"/>
                  <a:gd name="T7" fmla="*/ 0 h 2321"/>
                  <a:gd name="T8" fmla="*/ 0 w 737"/>
                  <a:gd name="T9" fmla="*/ 0 h 2321"/>
                  <a:gd name="T10" fmla="*/ 0 w 737"/>
                  <a:gd name="T11" fmla="*/ 0 h 2321"/>
                  <a:gd name="T12" fmla="*/ 0 w 737"/>
                  <a:gd name="T13" fmla="*/ 0 h 2321"/>
                  <a:gd name="T14" fmla="*/ 0 w 737"/>
                  <a:gd name="T15" fmla="*/ 0 h 2321"/>
                  <a:gd name="T16" fmla="*/ 0 w 737"/>
                  <a:gd name="T17" fmla="*/ 0 h 2321"/>
                  <a:gd name="T18" fmla="*/ 0 w 737"/>
                  <a:gd name="T19" fmla="*/ 0 h 2321"/>
                  <a:gd name="T20" fmla="*/ 0 w 737"/>
                  <a:gd name="T21" fmla="*/ 0 h 2321"/>
                  <a:gd name="T22" fmla="*/ 0 w 737"/>
                  <a:gd name="T23" fmla="*/ 0 h 2321"/>
                  <a:gd name="T24" fmla="*/ 0 w 737"/>
                  <a:gd name="T25" fmla="*/ 0 h 2321"/>
                  <a:gd name="T26" fmla="*/ 0 w 737"/>
                  <a:gd name="T27" fmla="*/ 0 h 2321"/>
                  <a:gd name="T28" fmla="*/ 0 w 737"/>
                  <a:gd name="T29" fmla="*/ 0 h 2321"/>
                  <a:gd name="T30" fmla="*/ 0 w 737"/>
                  <a:gd name="T31" fmla="*/ 0 h 2321"/>
                  <a:gd name="T32" fmla="*/ 0 w 737"/>
                  <a:gd name="T33" fmla="*/ 0 h 2321"/>
                  <a:gd name="T34" fmla="*/ 0 w 737"/>
                  <a:gd name="T35" fmla="*/ 0 h 2321"/>
                  <a:gd name="T36" fmla="*/ 0 w 737"/>
                  <a:gd name="T37" fmla="*/ 0 h 2321"/>
                  <a:gd name="T38" fmla="*/ 0 w 737"/>
                  <a:gd name="T39" fmla="*/ 0 h 2321"/>
                  <a:gd name="T40" fmla="*/ 0 w 737"/>
                  <a:gd name="T41" fmla="*/ 0 h 2321"/>
                  <a:gd name="T42" fmla="*/ 0 w 737"/>
                  <a:gd name="T43" fmla="*/ 0 h 2321"/>
                  <a:gd name="T44" fmla="*/ 0 w 737"/>
                  <a:gd name="T45" fmla="*/ 0 h 2321"/>
                  <a:gd name="T46" fmla="*/ 0 w 737"/>
                  <a:gd name="T47" fmla="*/ 0 h 2321"/>
                  <a:gd name="T48" fmla="*/ 0 w 737"/>
                  <a:gd name="T49" fmla="*/ 0 h 2321"/>
                  <a:gd name="T50" fmla="*/ 0 w 737"/>
                  <a:gd name="T51" fmla="*/ 0 h 2321"/>
                  <a:gd name="T52" fmla="*/ 0 w 737"/>
                  <a:gd name="T53" fmla="*/ 0 h 2321"/>
                  <a:gd name="T54" fmla="*/ 0 w 737"/>
                  <a:gd name="T55" fmla="*/ 0 h 2321"/>
                  <a:gd name="T56" fmla="*/ 0 w 737"/>
                  <a:gd name="T57" fmla="*/ 0 h 2321"/>
                  <a:gd name="T58" fmla="*/ 0 w 737"/>
                  <a:gd name="T59" fmla="*/ 0 h 2321"/>
                  <a:gd name="T60" fmla="*/ 0 w 737"/>
                  <a:gd name="T61" fmla="*/ 0 h 2321"/>
                  <a:gd name="T62" fmla="*/ 0 w 737"/>
                  <a:gd name="T63" fmla="*/ 0 h 2321"/>
                  <a:gd name="T64" fmla="*/ 0 w 737"/>
                  <a:gd name="T65" fmla="*/ 0 h 2321"/>
                  <a:gd name="T66" fmla="*/ 0 w 737"/>
                  <a:gd name="T67" fmla="*/ 0 h 2321"/>
                  <a:gd name="T68" fmla="*/ 0 w 737"/>
                  <a:gd name="T69" fmla="*/ 0 h 2321"/>
                  <a:gd name="T70" fmla="*/ 0 w 737"/>
                  <a:gd name="T71" fmla="*/ 0 h 2321"/>
                  <a:gd name="T72" fmla="*/ 0 w 737"/>
                  <a:gd name="T73" fmla="*/ 0 h 2321"/>
                  <a:gd name="T74" fmla="*/ 0 w 737"/>
                  <a:gd name="T75" fmla="*/ 0 h 2321"/>
                  <a:gd name="T76" fmla="*/ 0 w 737"/>
                  <a:gd name="T77" fmla="*/ 0 h 2321"/>
                  <a:gd name="T78" fmla="*/ 0 w 737"/>
                  <a:gd name="T79" fmla="*/ 0 h 232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37"/>
                  <a:gd name="T121" fmla="*/ 0 h 2321"/>
                  <a:gd name="T122" fmla="*/ 737 w 737"/>
                  <a:gd name="T123" fmla="*/ 2321 h 232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37" h="2321">
                    <a:moveTo>
                      <a:pt x="102" y="0"/>
                    </a:moveTo>
                    <a:lnTo>
                      <a:pt x="102" y="115"/>
                    </a:lnTo>
                    <a:lnTo>
                      <a:pt x="0" y="418"/>
                    </a:lnTo>
                    <a:lnTo>
                      <a:pt x="14" y="431"/>
                    </a:lnTo>
                    <a:lnTo>
                      <a:pt x="133" y="99"/>
                    </a:lnTo>
                    <a:lnTo>
                      <a:pt x="221" y="179"/>
                    </a:lnTo>
                    <a:lnTo>
                      <a:pt x="244" y="249"/>
                    </a:lnTo>
                    <a:lnTo>
                      <a:pt x="172" y="453"/>
                    </a:lnTo>
                    <a:lnTo>
                      <a:pt x="143" y="642"/>
                    </a:lnTo>
                    <a:lnTo>
                      <a:pt x="133" y="947"/>
                    </a:lnTo>
                    <a:lnTo>
                      <a:pt x="143" y="1293"/>
                    </a:lnTo>
                    <a:lnTo>
                      <a:pt x="184" y="1925"/>
                    </a:lnTo>
                    <a:lnTo>
                      <a:pt x="210" y="1917"/>
                    </a:lnTo>
                    <a:lnTo>
                      <a:pt x="172" y="938"/>
                    </a:lnTo>
                    <a:lnTo>
                      <a:pt x="201" y="603"/>
                    </a:lnTo>
                    <a:lnTo>
                      <a:pt x="253" y="387"/>
                    </a:lnTo>
                    <a:lnTo>
                      <a:pt x="350" y="218"/>
                    </a:lnTo>
                    <a:lnTo>
                      <a:pt x="283" y="218"/>
                    </a:lnTo>
                    <a:lnTo>
                      <a:pt x="184" y="80"/>
                    </a:lnTo>
                    <a:lnTo>
                      <a:pt x="201" y="18"/>
                    </a:lnTo>
                    <a:lnTo>
                      <a:pt x="350" y="60"/>
                    </a:lnTo>
                    <a:lnTo>
                      <a:pt x="392" y="227"/>
                    </a:lnTo>
                    <a:lnTo>
                      <a:pt x="469" y="565"/>
                    </a:lnTo>
                    <a:lnTo>
                      <a:pt x="500" y="862"/>
                    </a:lnTo>
                    <a:lnTo>
                      <a:pt x="519" y="1262"/>
                    </a:lnTo>
                    <a:lnTo>
                      <a:pt x="541" y="1534"/>
                    </a:lnTo>
                    <a:lnTo>
                      <a:pt x="590" y="1869"/>
                    </a:lnTo>
                    <a:lnTo>
                      <a:pt x="638" y="2104"/>
                    </a:lnTo>
                    <a:lnTo>
                      <a:pt x="689" y="2301"/>
                    </a:lnTo>
                    <a:lnTo>
                      <a:pt x="737" y="2321"/>
                    </a:lnTo>
                    <a:lnTo>
                      <a:pt x="638" y="1925"/>
                    </a:lnTo>
                    <a:lnTo>
                      <a:pt x="590" y="1572"/>
                    </a:lnTo>
                    <a:lnTo>
                      <a:pt x="562" y="1255"/>
                    </a:lnTo>
                    <a:lnTo>
                      <a:pt x="541" y="938"/>
                    </a:lnTo>
                    <a:lnTo>
                      <a:pt x="519" y="702"/>
                    </a:lnTo>
                    <a:lnTo>
                      <a:pt x="489" y="495"/>
                    </a:lnTo>
                    <a:lnTo>
                      <a:pt x="449" y="297"/>
                    </a:lnTo>
                    <a:lnTo>
                      <a:pt x="401" y="106"/>
                    </a:lnTo>
                    <a:lnTo>
                      <a:pt x="378" y="53"/>
                    </a:lnTo>
                    <a:lnTo>
                      <a:pt x="102" y="0"/>
                    </a:lnTo>
                    <a:close/>
                  </a:path>
                </a:pathLst>
              </a:custGeom>
              <a:solidFill>
                <a:srgbClr val="000000"/>
              </a:solidFill>
              <a:ln w="9525">
                <a:noFill/>
                <a:round/>
                <a:headEnd/>
                <a:tailEnd/>
              </a:ln>
            </p:spPr>
            <p:txBody>
              <a:bodyPr/>
              <a:lstStyle/>
              <a:p>
                <a:pPr algn="ctr"/>
                <a:endParaRPr lang="pt-BR" sz="2400"/>
              </a:p>
            </p:txBody>
          </p:sp>
          <p:sp>
            <p:nvSpPr>
              <p:cNvPr id="688" name="Freeform 306"/>
              <p:cNvSpPr>
                <a:spLocks/>
              </p:cNvSpPr>
              <p:nvPr/>
            </p:nvSpPr>
            <p:spPr bwMode="auto">
              <a:xfrm>
                <a:off x="3482" y="878"/>
                <a:ext cx="247" cy="397"/>
              </a:xfrm>
              <a:custGeom>
                <a:avLst/>
                <a:gdLst>
                  <a:gd name="T0" fmla="*/ 0 w 1973"/>
                  <a:gd name="T1" fmla="*/ 0 h 3170"/>
                  <a:gd name="T2" fmla="*/ 0 w 1973"/>
                  <a:gd name="T3" fmla="*/ 0 h 3170"/>
                  <a:gd name="T4" fmla="*/ 0 w 1973"/>
                  <a:gd name="T5" fmla="*/ 0 h 3170"/>
                  <a:gd name="T6" fmla="*/ 0 w 1973"/>
                  <a:gd name="T7" fmla="*/ 0 h 3170"/>
                  <a:gd name="T8" fmla="*/ 0 w 1973"/>
                  <a:gd name="T9" fmla="*/ 0 h 3170"/>
                  <a:gd name="T10" fmla="*/ 0 w 1973"/>
                  <a:gd name="T11" fmla="*/ 0 h 3170"/>
                  <a:gd name="T12" fmla="*/ 0 w 1973"/>
                  <a:gd name="T13" fmla="*/ 0 h 3170"/>
                  <a:gd name="T14" fmla="*/ 0 w 1973"/>
                  <a:gd name="T15" fmla="*/ 0 h 3170"/>
                  <a:gd name="T16" fmla="*/ 0 w 1973"/>
                  <a:gd name="T17" fmla="*/ 0 h 3170"/>
                  <a:gd name="T18" fmla="*/ 0 w 1973"/>
                  <a:gd name="T19" fmla="*/ 0 h 3170"/>
                  <a:gd name="T20" fmla="*/ 0 w 1973"/>
                  <a:gd name="T21" fmla="*/ 0 h 3170"/>
                  <a:gd name="T22" fmla="*/ 0 w 1973"/>
                  <a:gd name="T23" fmla="*/ 0 h 3170"/>
                  <a:gd name="T24" fmla="*/ 0 w 1973"/>
                  <a:gd name="T25" fmla="*/ 0 h 3170"/>
                  <a:gd name="T26" fmla="*/ 0 w 1973"/>
                  <a:gd name="T27" fmla="*/ 0 h 3170"/>
                  <a:gd name="T28" fmla="*/ 0 w 1973"/>
                  <a:gd name="T29" fmla="*/ 0 h 3170"/>
                  <a:gd name="T30" fmla="*/ 0 w 1973"/>
                  <a:gd name="T31" fmla="*/ 0 h 3170"/>
                  <a:gd name="T32" fmla="*/ 0 w 1973"/>
                  <a:gd name="T33" fmla="*/ 0 h 3170"/>
                  <a:gd name="T34" fmla="*/ 0 w 1973"/>
                  <a:gd name="T35" fmla="*/ 0 h 3170"/>
                  <a:gd name="T36" fmla="*/ 0 w 1973"/>
                  <a:gd name="T37" fmla="*/ 0 h 3170"/>
                  <a:gd name="T38" fmla="*/ 0 w 1973"/>
                  <a:gd name="T39" fmla="*/ 0 h 3170"/>
                  <a:gd name="T40" fmla="*/ 0 w 1973"/>
                  <a:gd name="T41" fmla="*/ 0 h 3170"/>
                  <a:gd name="T42" fmla="*/ 0 w 1973"/>
                  <a:gd name="T43" fmla="*/ 0 h 3170"/>
                  <a:gd name="T44" fmla="*/ 0 w 1973"/>
                  <a:gd name="T45" fmla="*/ 0 h 3170"/>
                  <a:gd name="T46" fmla="*/ 0 w 1973"/>
                  <a:gd name="T47" fmla="*/ 0 h 3170"/>
                  <a:gd name="T48" fmla="*/ 0 w 1973"/>
                  <a:gd name="T49" fmla="*/ 0 h 3170"/>
                  <a:gd name="T50" fmla="*/ 0 w 1973"/>
                  <a:gd name="T51" fmla="*/ 0 h 3170"/>
                  <a:gd name="T52" fmla="*/ 0 w 1973"/>
                  <a:gd name="T53" fmla="*/ 0 h 3170"/>
                  <a:gd name="T54" fmla="*/ 0 w 1973"/>
                  <a:gd name="T55" fmla="*/ 0 h 3170"/>
                  <a:gd name="T56" fmla="*/ 0 w 1973"/>
                  <a:gd name="T57" fmla="*/ 0 h 3170"/>
                  <a:gd name="T58" fmla="*/ 0 w 1973"/>
                  <a:gd name="T59" fmla="*/ 0 h 3170"/>
                  <a:gd name="T60" fmla="*/ 0 w 1973"/>
                  <a:gd name="T61" fmla="*/ 0 h 3170"/>
                  <a:gd name="T62" fmla="*/ 0 w 1973"/>
                  <a:gd name="T63" fmla="*/ 0 h 3170"/>
                  <a:gd name="T64" fmla="*/ 0 w 1973"/>
                  <a:gd name="T65" fmla="*/ 0 h 3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73"/>
                  <a:gd name="T100" fmla="*/ 0 h 3170"/>
                  <a:gd name="T101" fmla="*/ 1973 w 1973"/>
                  <a:gd name="T102" fmla="*/ 3170 h 3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73" h="3170">
                    <a:moveTo>
                      <a:pt x="67" y="563"/>
                    </a:moveTo>
                    <a:lnTo>
                      <a:pt x="0" y="869"/>
                    </a:lnTo>
                    <a:lnTo>
                      <a:pt x="136" y="572"/>
                    </a:lnTo>
                    <a:lnTo>
                      <a:pt x="274" y="970"/>
                    </a:lnTo>
                    <a:lnTo>
                      <a:pt x="344" y="1394"/>
                    </a:lnTo>
                    <a:lnTo>
                      <a:pt x="383" y="1847"/>
                    </a:lnTo>
                    <a:lnTo>
                      <a:pt x="376" y="2211"/>
                    </a:lnTo>
                    <a:lnTo>
                      <a:pt x="351" y="2596"/>
                    </a:lnTo>
                    <a:lnTo>
                      <a:pt x="316" y="2822"/>
                    </a:lnTo>
                    <a:lnTo>
                      <a:pt x="272" y="2893"/>
                    </a:lnTo>
                    <a:lnTo>
                      <a:pt x="1821" y="3170"/>
                    </a:lnTo>
                    <a:lnTo>
                      <a:pt x="1973" y="2728"/>
                    </a:lnTo>
                    <a:lnTo>
                      <a:pt x="1893" y="2548"/>
                    </a:lnTo>
                    <a:lnTo>
                      <a:pt x="1836" y="2104"/>
                    </a:lnTo>
                    <a:lnTo>
                      <a:pt x="1715" y="1687"/>
                    </a:lnTo>
                    <a:lnTo>
                      <a:pt x="1544" y="1431"/>
                    </a:lnTo>
                    <a:lnTo>
                      <a:pt x="1586" y="1346"/>
                    </a:lnTo>
                    <a:lnTo>
                      <a:pt x="1575" y="1298"/>
                    </a:lnTo>
                    <a:lnTo>
                      <a:pt x="1544" y="1245"/>
                    </a:lnTo>
                    <a:lnTo>
                      <a:pt x="1506" y="1205"/>
                    </a:lnTo>
                    <a:lnTo>
                      <a:pt x="1467" y="1185"/>
                    </a:lnTo>
                    <a:lnTo>
                      <a:pt x="1432" y="887"/>
                    </a:lnTo>
                    <a:lnTo>
                      <a:pt x="1386" y="603"/>
                    </a:lnTo>
                    <a:lnTo>
                      <a:pt x="1316" y="357"/>
                    </a:lnTo>
                    <a:lnTo>
                      <a:pt x="984" y="230"/>
                    </a:lnTo>
                    <a:lnTo>
                      <a:pt x="791" y="205"/>
                    </a:lnTo>
                    <a:lnTo>
                      <a:pt x="503" y="168"/>
                    </a:lnTo>
                    <a:lnTo>
                      <a:pt x="316" y="108"/>
                    </a:lnTo>
                    <a:lnTo>
                      <a:pt x="136" y="0"/>
                    </a:lnTo>
                    <a:lnTo>
                      <a:pt x="168" y="295"/>
                    </a:lnTo>
                    <a:lnTo>
                      <a:pt x="157" y="408"/>
                    </a:lnTo>
                    <a:lnTo>
                      <a:pt x="104" y="524"/>
                    </a:lnTo>
                    <a:lnTo>
                      <a:pt x="67" y="563"/>
                    </a:lnTo>
                    <a:close/>
                  </a:path>
                </a:pathLst>
              </a:custGeom>
              <a:solidFill>
                <a:srgbClr val="000000"/>
              </a:solidFill>
              <a:ln w="9525">
                <a:noFill/>
                <a:round/>
                <a:headEnd/>
                <a:tailEnd/>
              </a:ln>
            </p:spPr>
            <p:txBody>
              <a:bodyPr/>
              <a:lstStyle/>
              <a:p>
                <a:pPr algn="ctr"/>
                <a:endParaRPr lang="pt-BR" sz="2400"/>
              </a:p>
            </p:txBody>
          </p:sp>
          <p:sp>
            <p:nvSpPr>
              <p:cNvPr id="689" name="Freeform 307"/>
              <p:cNvSpPr>
                <a:spLocks/>
              </p:cNvSpPr>
              <p:nvPr/>
            </p:nvSpPr>
            <p:spPr bwMode="auto">
              <a:xfrm>
                <a:off x="3230" y="1186"/>
                <a:ext cx="363" cy="201"/>
              </a:xfrm>
              <a:custGeom>
                <a:avLst/>
                <a:gdLst>
                  <a:gd name="T0" fmla="*/ 0 w 2906"/>
                  <a:gd name="T1" fmla="*/ 0 h 1607"/>
                  <a:gd name="T2" fmla="*/ 0 w 2906"/>
                  <a:gd name="T3" fmla="*/ 0 h 1607"/>
                  <a:gd name="T4" fmla="*/ 0 w 2906"/>
                  <a:gd name="T5" fmla="*/ 0 h 1607"/>
                  <a:gd name="T6" fmla="*/ 0 w 2906"/>
                  <a:gd name="T7" fmla="*/ 0 h 1607"/>
                  <a:gd name="T8" fmla="*/ 0 w 2906"/>
                  <a:gd name="T9" fmla="*/ 0 h 1607"/>
                  <a:gd name="T10" fmla="*/ 0 w 2906"/>
                  <a:gd name="T11" fmla="*/ 0 h 1607"/>
                  <a:gd name="T12" fmla="*/ 0 w 2906"/>
                  <a:gd name="T13" fmla="*/ 0 h 1607"/>
                  <a:gd name="T14" fmla="*/ 0 w 2906"/>
                  <a:gd name="T15" fmla="*/ 0 h 1607"/>
                  <a:gd name="T16" fmla="*/ 0 w 2906"/>
                  <a:gd name="T17" fmla="*/ 0 h 1607"/>
                  <a:gd name="T18" fmla="*/ 0 w 2906"/>
                  <a:gd name="T19" fmla="*/ 0 h 1607"/>
                  <a:gd name="T20" fmla="*/ 0 w 2906"/>
                  <a:gd name="T21" fmla="*/ 0 h 1607"/>
                  <a:gd name="T22" fmla="*/ 0 w 2906"/>
                  <a:gd name="T23" fmla="*/ 0 h 1607"/>
                  <a:gd name="T24" fmla="*/ 0 w 2906"/>
                  <a:gd name="T25" fmla="*/ 0 h 1607"/>
                  <a:gd name="T26" fmla="*/ 0 w 2906"/>
                  <a:gd name="T27" fmla="*/ 0 h 1607"/>
                  <a:gd name="T28" fmla="*/ 0 w 2906"/>
                  <a:gd name="T29" fmla="*/ 0 h 1607"/>
                  <a:gd name="T30" fmla="*/ 0 w 2906"/>
                  <a:gd name="T31" fmla="*/ 0 h 1607"/>
                  <a:gd name="T32" fmla="*/ 0 w 2906"/>
                  <a:gd name="T33" fmla="*/ 0 h 1607"/>
                  <a:gd name="T34" fmla="*/ 0 w 2906"/>
                  <a:gd name="T35" fmla="*/ 0 h 1607"/>
                  <a:gd name="T36" fmla="*/ 0 w 2906"/>
                  <a:gd name="T37" fmla="*/ 0 h 1607"/>
                  <a:gd name="T38" fmla="*/ 0 w 2906"/>
                  <a:gd name="T39" fmla="*/ 0 h 1607"/>
                  <a:gd name="T40" fmla="*/ 0 w 2906"/>
                  <a:gd name="T41" fmla="*/ 0 h 1607"/>
                  <a:gd name="T42" fmla="*/ 0 w 2906"/>
                  <a:gd name="T43" fmla="*/ 0 h 1607"/>
                  <a:gd name="T44" fmla="*/ 0 w 2906"/>
                  <a:gd name="T45" fmla="*/ 0 h 1607"/>
                  <a:gd name="T46" fmla="*/ 0 w 2906"/>
                  <a:gd name="T47" fmla="*/ 0 h 1607"/>
                  <a:gd name="T48" fmla="*/ 0 w 2906"/>
                  <a:gd name="T49" fmla="*/ 0 h 1607"/>
                  <a:gd name="T50" fmla="*/ 0 w 2906"/>
                  <a:gd name="T51" fmla="*/ 0 h 160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906"/>
                  <a:gd name="T79" fmla="*/ 0 h 1607"/>
                  <a:gd name="T80" fmla="*/ 2906 w 2906"/>
                  <a:gd name="T81" fmla="*/ 1607 h 160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906" h="1607">
                    <a:moveTo>
                      <a:pt x="0" y="424"/>
                    </a:moveTo>
                    <a:lnTo>
                      <a:pt x="198" y="881"/>
                    </a:lnTo>
                    <a:lnTo>
                      <a:pt x="283" y="1063"/>
                    </a:lnTo>
                    <a:lnTo>
                      <a:pt x="382" y="1206"/>
                    </a:lnTo>
                    <a:lnTo>
                      <a:pt x="488" y="1319"/>
                    </a:lnTo>
                    <a:lnTo>
                      <a:pt x="596" y="1407"/>
                    </a:lnTo>
                    <a:lnTo>
                      <a:pt x="705" y="1473"/>
                    </a:lnTo>
                    <a:lnTo>
                      <a:pt x="840" y="1524"/>
                    </a:lnTo>
                    <a:lnTo>
                      <a:pt x="1007" y="1572"/>
                    </a:lnTo>
                    <a:lnTo>
                      <a:pt x="1235" y="1598"/>
                    </a:lnTo>
                    <a:lnTo>
                      <a:pt x="1437" y="1607"/>
                    </a:lnTo>
                    <a:lnTo>
                      <a:pt x="1675" y="1598"/>
                    </a:lnTo>
                    <a:lnTo>
                      <a:pt x="1892" y="1578"/>
                    </a:lnTo>
                    <a:lnTo>
                      <a:pt x="2101" y="1534"/>
                    </a:lnTo>
                    <a:lnTo>
                      <a:pt x="2297" y="1485"/>
                    </a:lnTo>
                    <a:lnTo>
                      <a:pt x="2514" y="1446"/>
                    </a:lnTo>
                    <a:lnTo>
                      <a:pt x="2729" y="1431"/>
                    </a:lnTo>
                    <a:lnTo>
                      <a:pt x="2906" y="1431"/>
                    </a:lnTo>
                    <a:lnTo>
                      <a:pt x="2671" y="1367"/>
                    </a:lnTo>
                    <a:lnTo>
                      <a:pt x="2473" y="1257"/>
                    </a:lnTo>
                    <a:lnTo>
                      <a:pt x="2288" y="1095"/>
                    </a:lnTo>
                    <a:lnTo>
                      <a:pt x="2154" y="941"/>
                    </a:lnTo>
                    <a:lnTo>
                      <a:pt x="2070" y="811"/>
                    </a:lnTo>
                    <a:lnTo>
                      <a:pt x="1866" y="383"/>
                    </a:lnTo>
                    <a:lnTo>
                      <a:pt x="1751" y="143"/>
                    </a:lnTo>
                    <a:lnTo>
                      <a:pt x="1692" y="0"/>
                    </a:lnTo>
                  </a:path>
                </a:pathLst>
              </a:custGeom>
              <a:noFill/>
              <a:ln w="0">
                <a:solidFill>
                  <a:srgbClr val="000000"/>
                </a:solidFill>
                <a:round/>
                <a:headEnd/>
                <a:tailEnd/>
              </a:ln>
            </p:spPr>
            <p:txBody>
              <a:bodyPr/>
              <a:lstStyle/>
              <a:p>
                <a:pPr algn="ctr"/>
                <a:endParaRPr lang="pt-BR" sz="2400"/>
              </a:p>
            </p:txBody>
          </p:sp>
          <p:sp>
            <p:nvSpPr>
              <p:cNvPr id="690" name="Freeform 308"/>
              <p:cNvSpPr>
                <a:spLocks/>
              </p:cNvSpPr>
              <p:nvPr/>
            </p:nvSpPr>
            <p:spPr bwMode="auto">
              <a:xfrm>
                <a:off x="3221" y="1310"/>
                <a:ext cx="245" cy="81"/>
              </a:xfrm>
              <a:custGeom>
                <a:avLst/>
                <a:gdLst>
                  <a:gd name="T0" fmla="*/ 0 w 1964"/>
                  <a:gd name="T1" fmla="*/ 0 h 646"/>
                  <a:gd name="T2" fmla="*/ 0 w 1964"/>
                  <a:gd name="T3" fmla="*/ 0 h 646"/>
                  <a:gd name="T4" fmla="*/ 0 w 1964"/>
                  <a:gd name="T5" fmla="*/ 0 h 646"/>
                  <a:gd name="T6" fmla="*/ 0 w 1964"/>
                  <a:gd name="T7" fmla="*/ 0 h 646"/>
                  <a:gd name="T8" fmla="*/ 0 w 1964"/>
                  <a:gd name="T9" fmla="*/ 0 h 646"/>
                  <a:gd name="T10" fmla="*/ 0 w 1964"/>
                  <a:gd name="T11" fmla="*/ 0 h 646"/>
                  <a:gd name="T12" fmla="*/ 0 w 1964"/>
                  <a:gd name="T13" fmla="*/ 0 h 646"/>
                  <a:gd name="T14" fmla="*/ 0 w 1964"/>
                  <a:gd name="T15" fmla="*/ 0 h 646"/>
                  <a:gd name="T16" fmla="*/ 0 w 1964"/>
                  <a:gd name="T17" fmla="*/ 0 h 646"/>
                  <a:gd name="T18" fmla="*/ 0 w 1964"/>
                  <a:gd name="T19" fmla="*/ 0 h 646"/>
                  <a:gd name="T20" fmla="*/ 0 w 1964"/>
                  <a:gd name="T21" fmla="*/ 0 h 646"/>
                  <a:gd name="T22" fmla="*/ 0 w 1964"/>
                  <a:gd name="T23" fmla="*/ 0 h 646"/>
                  <a:gd name="T24" fmla="*/ 0 w 1964"/>
                  <a:gd name="T25" fmla="*/ 0 h 646"/>
                  <a:gd name="T26" fmla="*/ 0 w 1964"/>
                  <a:gd name="T27" fmla="*/ 0 h 646"/>
                  <a:gd name="T28" fmla="*/ 0 w 1964"/>
                  <a:gd name="T29" fmla="*/ 0 h 646"/>
                  <a:gd name="T30" fmla="*/ 0 w 1964"/>
                  <a:gd name="T31" fmla="*/ 0 h 646"/>
                  <a:gd name="T32" fmla="*/ 0 w 1964"/>
                  <a:gd name="T33" fmla="*/ 0 h 646"/>
                  <a:gd name="T34" fmla="*/ 0 w 1964"/>
                  <a:gd name="T35" fmla="*/ 0 h 646"/>
                  <a:gd name="T36" fmla="*/ 0 w 1964"/>
                  <a:gd name="T37" fmla="*/ 0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64"/>
                  <a:gd name="T58" fmla="*/ 0 h 646"/>
                  <a:gd name="T59" fmla="*/ 1964 w 1964"/>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64" h="646">
                    <a:moveTo>
                      <a:pt x="1964" y="587"/>
                    </a:moveTo>
                    <a:lnTo>
                      <a:pt x="1628" y="630"/>
                    </a:lnTo>
                    <a:lnTo>
                      <a:pt x="1250" y="646"/>
                    </a:lnTo>
                    <a:lnTo>
                      <a:pt x="924" y="625"/>
                    </a:lnTo>
                    <a:lnTo>
                      <a:pt x="716" y="563"/>
                    </a:lnTo>
                    <a:lnTo>
                      <a:pt x="542" y="488"/>
                    </a:lnTo>
                    <a:lnTo>
                      <a:pt x="355" y="367"/>
                    </a:lnTo>
                    <a:lnTo>
                      <a:pt x="175" y="215"/>
                    </a:lnTo>
                    <a:lnTo>
                      <a:pt x="0" y="72"/>
                    </a:lnTo>
                    <a:lnTo>
                      <a:pt x="325" y="0"/>
                    </a:lnTo>
                    <a:lnTo>
                      <a:pt x="415" y="160"/>
                    </a:lnTo>
                    <a:lnTo>
                      <a:pt x="551" y="319"/>
                    </a:lnTo>
                    <a:lnTo>
                      <a:pt x="703" y="436"/>
                    </a:lnTo>
                    <a:lnTo>
                      <a:pt x="866" y="510"/>
                    </a:lnTo>
                    <a:lnTo>
                      <a:pt x="1079" y="581"/>
                    </a:lnTo>
                    <a:lnTo>
                      <a:pt x="1323" y="607"/>
                    </a:lnTo>
                    <a:lnTo>
                      <a:pt x="1505" y="616"/>
                    </a:lnTo>
                    <a:lnTo>
                      <a:pt x="1674" y="609"/>
                    </a:lnTo>
                    <a:lnTo>
                      <a:pt x="1964" y="587"/>
                    </a:lnTo>
                    <a:close/>
                  </a:path>
                </a:pathLst>
              </a:custGeom>
              <a:solidFill>
                <a:srgbClr val="000000"/>
              </a:solidFill>
              <a:ln w="9525">
                <a:noFill/>
                <a:round/>
                <a:headEnd/>
                <a:tailEnd/>
              </a:ln>
            </p:spPr>
            <p:txBody>
              <a:bodyPr/>
              <a:lstStyle/>
              <a:p>
                <a:pPr algn="ctr"/>
                <a:endParaRPr lang="pt-BR" sz="2400"/>
              </a:p>
            </p:txBody>
          </p:sp>
          <p:sp>
            <p:nvSpPr>
              <p:cNvPr id="691" name="Line 309"/>
              <p:cNvSpPr>
                <a:spLocks noChangeShapeType="1"/>
              </p:cNvSpPr>
              <p:nvPr/>
            </p:nvSpPr>
            <p:spPr bwMode="auto">
              <a:xfrm flipV="1">
                <a:off x="2821" y="1331"/>
                <a:ext cx="78" cy="26"/>
              </a:xfrm>
              <a:prstGeom prst="line">
                <a:avLst/>
              </a:prstGeom>
              <a:noFill/>
              <a:ln w="0">
                <a:solidFill>
                  <a:srgbClr val="000000"/>
                </a:solidFill>
                <a:round/>
                <a:headEnd/>
                <a:tailEnd/>
              </a:ln>
            </p:spPr>
            <p:txBody>
              <a:bodyPr/>
              <a:lstStyle/>
              <a:p>
                <a:endParaRPr lang="pt-BR" sz="2400"/>
              </a:p>
            </p:txBody>
          </p:sp>
          <p:sp>
            <p:nvSpPr>
              <p:cNvPr id="692" name="Freeform 310"/>
              <p:cNvSpPr>
                <a:spLocks/>
              </p:cNvSpPr>
              <p:nvPr/>
            </p:nvSpPr>
            <p:spPr bwMode="auto">
              <a:xfrm>
                <a:off x="2909" y="1321"/>
                <a:ext cx="45" cy="22"/>
              </a:xfrm>
              <a:custGeom>
                <a:avLst/>
                <a:gdLst>
                  <a:gd name="T0" fmla="*/ 0 w 360"/>
                  <a:gd name="T1" fmla="*/ 0 h 173"/>
                  <a:gd name="T2" fmla="*/ 0 w 360"/>
                  <a:gd name="T3" fmla="*/ 0 h 173"/>
                  <a:gd name="T4" fmla="*/ 0 w 360"/>
                  <a:gd name="T5" fmla="*/ 0 h 173"/>
                  <a:gd name="T6" fmla="*/ 0 60000 65536"/>
                  <a:gd name="T7" fmla="*/ 0 60000 65536"/>
                  <a:gd name="T8" fmla="*/ 0 60000 65536"/>
                  <a:gd name="T9" fmla="*/ 0 w 360"/>
                  <a:gd name="T10" fmla="*/ 0 h 173"/>
                  <a:gd name="T11" fmla="*/ 360 w 360"/>
                  <a:gd name="T12" fmla="*/ 173 h 173"/>
                </a:gdLst>
                <a:ahLst/>
                <a:cxnLst>
                  <a:cxn ang="T6">
                    <a:pos x="T0" y="T1"/>
                  </a:cxn>
                  <a:cxn ang="T7">
                    <a:pos x="T2" y="T3"/>
                  </a:cxn>
                  <a:cxn ang="T8">
                    <a:pos x="T4" y="T5"/>
                  </a:cxn>
                </a:cxnLst>
                <a:rect l="T9" t="T10" r="T11" b="T12"/>
                <a:pathLst>
                  <a:path w="360" h="173">
                    <a:moveTo>
                      <a:pt x="0" y="49"/>
                    </a:moveTo>
                    <a:lnTo>
                      <a:pt x="173" y="0"/>
                    </a:lnTo>
                    <a:lnTo>
                      <a:pt x="360" y="173"/>
                    </a:lnTo>
                  </a:path>
                </a:pathLst>
              </a:custGeom>
              <a:noFill/>
              <a:ln w="0">
                <a:solidFill>
                  <a:srgbClr val="000000"/>
                </a:solidFill>
                <a:round/>
                <a:headEnd/>
                <a:tailEnd/>
              </a:ln>
            </p:spPr>
            <p:txBody>
              <a:bodyPr/>
              <a:lstStyle/>
              <a:p>
                <a:pPr algn="ctr"/>
                <a:endParaRPr lang="pt-BR" sz="2400"/>
              </a:p>
            </p:txBody>
          </p:sp>
          <p:sp>
            <p:nvSpPr>
              <p:cNvPr id="693" name="Freeform 311"/>
              <p:cNvSpPr>
                <a:spLocks/>
              </p:cNvSpPr>
              <p:nvPr/>
            </p:nvSpPr>
            <p:spPr bwMode="auto">
              <a:xfrm>
                <a:off x="2788" y="1365"/>
                <a:ext cx="284" cy="179"/>
              </a:xfrm>
              <a:custGeom>
                <a:avLst/>
                <a:gdLst>
                  <a:gd name="T0" fmla="*/ 0 w 2271"/>
                  <a:gd name="T1" fmla="*/ 0 h 1432"/>
                  <a:gd name="T2" fmla="*/ 0 w 2271"/>
                  <a:gd name="T3" fmla="*/ 0 h 1432"/>
                  <a:gd name="T4" fmla="*/ 0 w 2271"/>
                  <a:gd name="T5" fmla="*/ 0 h 1432"/>
                  <a:gd name="T6" fmla="*/ 0 w 2271"/>
                  <a:gd name="T7" fmla="*/ 0 h 1432"/>
                  <a:gd name="T8" fmla="*/ 0 60000 65536"/>
                  <a:gd name="T9" fmla="*/ 0 60000 65536"/>
                  <a:gd name="T10" fmla="*/ 0 60000 65536"/>
                  <a:gd name="T11" fmla="*/ 0 60000 65536"/>
                  <a:gd name="T12" fmla="*/ 0 w 2271"/>
                  <a:gd name="T13" fmla="*/ 0 h 1432"/>
                  <a:gd name="T14" fmla="*/ 2271 w 2271"/>
                  <a:gd name="T15" fmla="*/ 1432 h 1432"/>
                </a:gdLst>
                <a:ahLst/>
                <a:cxnLst>
                  <a:cxn ang="T8">
                    <a:pos x="T0" y="T1"/>
                  </a:cxn>
                  <a:cxn ang="T9">
                    <a:pos x="T2" y="T3"/>
                  </a:cxn>
                  <a:cxn ang="T10">
                    <a:pos x="T4" y="T5"/>
                  </a:cxn>
                  <a:cxn ang="T11">
                    <a:pos x="T6" y="T7"/>
                  </a:cxn>
                </a:cxnLst>
                <a:rect l="T12" t="T13" r="T14" b="T15"/>
                <a:pathLst>
                  <a:path w="2271" h="1432">
                    <a:moveTo>
                      <a:pt x="1512" y="0"/>
                    </a:moveTo>
                    <a:lnTo>
                      <a:pt x="2271" y="727"/>
                    </a:lnTo>
                    <a:lnTo>
                      <a:pt x="762" y="1432"/>
                    </a:lnTo>
                    <a:lnTo>
                      <a:pt x="0" y="544"/>
                    </a:lnTo>
                  </a:path>
                </a:pathLst>
              </a:custGeom>
              <a:noFill/>
              <a:ln w="0">
                <a:solidFill>
                  <a:srgbClr val="000000"/>
                </a:solidFill>
                <a:round/>
                <a:headEnd/>
                <a:tailEnd/>
              </a:ln>
            </p:spPr>
            <p:txBody>
              <a:bodyPr/>
              <a:lstStyle/>
              <a:p>
                <a:pPr algn="ctr"/>
                <a:endParaRPr lang="pt-BR" sz="2400"/>
              </a:p>
            </p:txBody>
          </p:sp>
          <p:sp>
            <p:nvSpPr>
              <p:cNvPr id="694" name="Line 312"/>
              <p:cNvSpPr>
                <a:spLocks noChangeShapeType="1"/>
              </p:cNvSpPr>
              <p:nvPr/>
            </p:nvSpPr>
            <p:spPr bwMode="auto">
              <a:xfrm flipH="1" flipV="1">
                <a:off x="3814" y="1352"/>
                <a:ext cx="219" cy="40"/>
              </a:xfrm>
              <a:prstGeom prst="line">
                <a:avLst/>
              </a:prstGeom>
              <a:noFill/>
              <a:ln w="0">
                <a:solidFill>
                  <a:srgbClr val="000000"/>
                </a:solidFill>
                <a:round/>
                <a:headEnd/>
                <a:tailEnd/>
              </a:ln>
            </p:spPr>
            <p:txBody>
              <a:bodyPr/>
              <a:lstStyle/>
              <a:p>
                <a:endParaRPr lang="pt-BR" sz="2400"/>
              </a:p>
            </p:txBody>
          </p:sp>
          <p:sp>
            <p:nvSpPr>
              <p:cNvPr id="695" name="Freeform 313"/>
              <p:cNvSpPr>
                <a:spLocks/>
              </p:cNvSpPr>
              <p:nvPr/>
            </p:nvSpPr>
            <p:spPr bwMode="auto">
              <a:xfrm>
                <a:off x="3499" y="1335"/>
                <a:ext cx="479" cy="226"/>
              </a:xfrm>
              <a:custGeom>
                <a:avLst/>
                <a:gdLst>
                  <a:gd name="T0" fmla="*/ 0 w 3830"/>
                  <a:gd name="T1" fmla="*/ 0 h 1808"/>
                  <a:gd name="T2" fmla="*/ 0 w 3830"/>
                  <a:gd name="T3" fmla="*/ 0 h 1808"/>
                  <a:gd name="T4" fmla="*/ 0 w 3830"/>
                  <a:gd name="T5" fmla="*/ 0 h 1808"/>
                  <a:gd name="T6" fmla="*/ 0 w 3830"/>
                  <a:gd name="T7" fmla="*/ 0 h 1808"/>
                  <a:gd name="T8" fmla="*/ 0 w 3830"/>
                  <a:gd name="T9" fmla="*/ 0 h 1808"/>
                  <a:gd name="T10" fmla="*/ 0 60000 65536"/>
                  <a:gd name="T11" fmla="*/ 0 60000 65536"/>
                  <a:gd name="T12" fmla="*/ 0 60000 65536"/>
                  <a:gd name="T13" fmla="*/ 0 60000 65536"/>
                  <a:gd name="T14" fmla="*/ 0 60000 65536"/>
                  <a:gd name="T15" fmla="*/ 0 w 3830"/>
                  <a:gd name="T16" fmla="*/ 0 h 1808"/>
                  <a:gd name="T17" fmla="*/ 3830 w 3830"/>
                  <a:gd name="T18" fmla="*/ 1808 h 1808"/>
                </a:gdLst>
                <a:ahLst/>
                <a:cxnLst>
                  <a:cxn ang="T10">
                    <a:pos x="T0" y="T1"/>
                  </a:cxn>
                  <a:cxn ang="T11">
                    <a:pos x="T2" y="T3"/>
                  </a:cxn>
                  <a:cxn ang="T12">
                    <a:pos x="T4" y="T5"/>
                  </a:cxn>
                  <a:cxn ang="T13">
                    <a:pos x="T6" y="T7"/>
                  </a:cxn>
                  <a:cxn ang="T14">
                    <a:pos x="T8" y="T9"/>
                  </a:cxn>
                </a:cxnLst>
                <a:rect l="T15" t="T16" r="T17" b="T18"/>
                <a:pathLst>
                  <a:path w="3830" h="1808">
                    <a:moveTo>
                      <a:pt x="2353" y="110"/>
                    </a:moveTo>
                    <a:lnTo>
                      <a:pt x="1746" y="0"/>
                    </a:lnTo>
                    <a:lnTo>
                      <a:pt x="0" y="1096"/>
                    </a:lnTo>
                    <a:lnTo>
                      <a:pt x="3155" y="1808"/>
                    </a:lnTo>
                    <a:lnTo>
                      <a:pt x="3830" y="1264"/>
                    </a:lnTo>
                  </a:path>
                </a:pathLst>
              </a:custGeom>
              <a:noFill/>
              <a:ln w="0">
                <a:solidFill>
                  <a:srgbClr val="000000"/>
                </a:solidFill>
                <a:round/>
                <a:headEnd/>
                <a:tailEnd/>
              </a:ln>
            </p:spPr>
            <p:txBody>
              <a:bodyPr/>
              <a:lstStyle/>
              <a:p>
                <a:pPr algn="ctr"/>
                <a:endParaRPr lang="pt-BR" sz="2400"/>
              </a:p>
            </p:txBody>
          </p:sp>
          <p:sp>
            <p:nvSpPr>
              <p:cNvPr id="696" name="Line 314"/>
              <p:cNvSpPr>
                <a:spLocks noChangeShapeType="1"/>
              </p:cNvSpPr>
              <p:nvPr/>
            </p:nvSpPr>
            <p:spPr bwMode="auto">
              <a:xfrm flipH="1" flipV="1">
                <a:off x="3921" y="1314"/>
                <a:ext cx="323" cy="59"/>
              </a:xfrm>
              <a:prstGeom prst="line">
                <a:avLst/>
              </a:prstGeom>
              <a:noFill/>
              <a:ln w="0">
                <a:solidFill>
                  <a:srgbClr val="000000"/>
                </a:solidFill>
                <a:round/>
                <a:headEnd/>
                <a:tailEnd/>
              </a:ln>
            </p:spPr>
            <p:txBody>
              <a:bodyPr/>
              <a:lstStyle/>
              <a:p>
                <a:endParaRPr lang="pt-BR" sz="2400"/>
              </a:p>
            </p:txBody>
          </p:sp>
          <p:sp>
            <p:nvSpPr>
              <p:cNvPr id="697" name="Line 315"/>
              <p:cNvSpPr>
                <a:spLocks noChangeShapeType="1"/>
              </p:cNvSpPr>
              <p:nvPr/>
            </p:nvSpPr>
            <p:spPr bwMode="auto">
              <a:xfrm flipH="1" flipV="1">
                <a:off x="3855" y="1302"/>
                <a:ext cx="37" cy="7"/>
              </a:xfrm>
              <a:prstGeom prst="line">
                <a:avLst/>
              </a:prstGeom>
              <a:noFill/>
              <a:ln w="0">
                <a:solidFill>
                  <a:srgbClr val="000000"/>
                </a:solidFill>
                <a:round/>
                <a:headEnd/>
                <a:tailEnd/>
              </a:ln>
            </p:spPr>
            <p:txBody>
              <a:bodyPr/>
              <a:lstStyle/>
              <a:p>
                <a:endParaRPr lang="pt-BR" sz="2400"/>
              </a:p>
            </p:txBody>
          </p:sp>
          <p:sp>
            <p:nvSpPr>
              <p:cNvPr id="698" name="Line 316"/>
              <p:cNvSpPr>
                <a:spLocks noChangeShapeType="1"/>
              </p:cNvSpPr>
              <p:nvPr/>
            </p:nvSpPr>
            <p:spPr bwMode="auto">
              <a:xfrm flipH="1" flipV="1">
                <a:off x="3460" y="1230"/>
                <a:ext cx="317" cy="58"/>
              </a:xfrm>
              <a:prstGeom prst="line">
                <a:avLst/>
              </a:prstGeom>
              <a:noFill/>
              <a:ln w="0">
                <a:solidFill>
                  <a:srgbClr val="000000"/>
                </a:solidFill>
                <a:round/>
                <a:headEnd/>
                <a:tailEnd/>
              </a:ln>
            </p:spPr>
            <p:txBody>
              <a:bodyPr/>
              <a:lstStyle/>
              <a:p>
                <a:endParaRPr lang="pt-BR" sz="2400"/>
              </a:p>
            </p:txBody>
          </p:sp>
          <p:sp>
            <p:nvSpPr>
              <p:cNvPr id="699" name="Line 317"/>
              <p:cNvSpPr>
                <a:spLocks noChangeShapeType="1"/>
              </p:cNvSpPr>
              <p:nvPr/>
            </p:nvSpPr>
            <p:spPr bwMode="auto">
              <a:xfrm flipH="1">
                <a:off x="2805" y="1247"/>
                <a:ext cx="260" cy="84"/>
              </a:xfrm>
              <a:prstGeom prst="line">
                <a:avLst/>
              </a:prstGeom>
              <a:noFill/>
              <a:ln w="0">
                <a:solidFill>
                  <a:srgbClr val="000000"/>
                </a:solidFill>
                <a:round/>
                <a:headEnd/>
                <a:tailEnd/>
              </a:ln>
            </p:spPr>
            <p:txBody>
              <a:bodyPr/>
              <a:lstStyle/>
              <a:p>
                <a:endParaRPr lang="pt-BR" sz="2400"/>
              </a:p>
            </p:txBody>
          </p:sp>
          <p:sp>
            <p:nvSpPr>
              <p:cNvPr id="700" name="Freeform 318"/>
              <p:cNvSpPr>
                <a:spLocks/>
              </p:cNvSpPr>
              <p:nvPr/>
            </p:nvSpPr>
            <p:spPr bwMode="auto">
              <a:xfrm>
                <a:off x="2615" y="981"/>
                <a:ext cx="96" cy="410"/>
              </a:xfrm>
              <a:custGeom>
                <a:avLst/>
                <a:gdLst>
                  <a:gd name="T0" fmla="*/ 0 w 765"/>
                  <a:gd name="T1" fmla="*/ 0 h 3278"/>
                  <a:gd name="T2" fmla="*/ 0 w 765"/>
                  <a:gd name="T3" fmla="*/ 0 h 3278"/>
                  <a:gd name="T4" fmla="*/ 0 w 765"/>
                  <a:gd name="T5" fmla="*/ 0 h 3278"/>
                  <a:gd name="T6" fmla="*/ 0 w 765"/>
                  <a:gd name="T7" fmla="*/ 0 h 3278"/>
                  <a:gd name="T8" fmla="*/ 0 w 765"/>
                  <a:gd name="T9" fmla="*/ 0 h 3278"/>
                  <a:gd name="T10" fmla="*/ 0 w 765"/>
                  <a:gd name="T11" fmla="*/ 0 h 3278"/>
                  <a:gd name="T12" fmla="*/ 0 w 765"/>
                  <a:gd name="T13" fmla="*/ 0 h 3278"/>
                  <a:gd name="T14" fmla="*/ 0 w 765"/>
                  <a:gd name="T15" fmla="*/ 0 h 3278"/>
                  <a:gd name="T16" fmla="*/ 0 w 765"/>
                  <a:gd name="T17" fmla="*/ 0 h 3278"/>
                  <a:gd name="T18" fmla="*/ 0 w 765"/>
                  <a:gd name="T19" fmla="*/ 0 h 3278"/>
                  <a:gd name="T20" fmla="*/ 0 w 765"/>
                  <a:gd name="T21" fmla="*/ 0 h 3278"/>
                  <a:gd name="T22" fmla="*/ 0 w 765"/>
                  <a:gd name="T23" fmla="*/ 0 h 3278"/>
                  <a:gd name="T24" fmla="*/ 0 w 765"/>
                  <a:gd name="T25" fmla="*/ 0 h 3278"/>
                  <a:gd name="T26" fmla="*/ 0 w 765"/>
                  <a:gd name="T27" fmla="*/ 0 h 3278"/>
                  <a:gd name="T28" fmla="*/ 0 w 765"/>
                  <a:gd name="T29" fmla="*/ 0 h 3278"/>
                  <a:gd name="T30" fmla="*/ 0 w 765"/>
                  <a:gd name="T31" fmla="*/ 0 h 3278"/>
                  <a:gd name="T32" fmla="*/ 0 w 765"/>
                  <a:gd name="T33" fmla="*/ 0 h 3278"/>
                  <a:gd name="T34" fmla="*/ 0 w 765"/>
                  <a:gd name="T35" fmla="*/ 0 h 3278"/>
                  <a:gd name="T36" fmla="*/ 0 w 765"/>
                  <a:gd name="T37" fmla="*/ 0 h 3278"/>
                  <a:gd name="T38" fmla="*/ 0 w 765"/>
                  <a:gd name="T39" fmla="*/ 0 h 3278"/>
                  <a:gd name="T40" fmla="*/ 0 w 765"/>
                  <a:gd name="T41" fmla="*/ 0 h 3278"/>
                  <a:gd name="T42" fmla="*/ 0 w 765"/>
                  <a:gd name="T43" fmla="*/ 0 h 32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65"/>
                  <a:gd name="T67" fmla="*/ 0 h 3278"/>
                  <a:gd name="T68" fmla="*/ 765 w 765"/>
                  <a:gd name="T69" fmla="*/ 3278 h 32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65" h="3278">
                    <a:moveTo>
                      <a:pt x="40" y="85"/>
                    </a:moveTo>
                    <a:lnTo>
                      <a:pt x="40" y="1540"/>
                    </a:lnTo>
                    <a:lnTo>
                      <a:pt x="196" y="1446"/>
                    </a:lnTo>
                    <a:lnTo>
                      <a:pt x="339" y="1309"/>
                    </a:lnTo>
                    <a:lnTo>
                      <a:pt x="551" y="1118"/>
                    </a:lnTo>
                    <a:lnTo>
                      <a:pt x="706" y="1008"/>
                    </a:lnTo>
                    <a:lnTo>
                      <a:pt x="765" y="971"/>
                    </a:lnTo>
                    <a:lnTo>
                      <a:pt x="602" y="1367"/>
                    </a:lnTo>
                    <a:lnTo>
                      <a:pt x="473" y="1703"/>
                    </a:lnTo>
                    <a:lnTo>
                      <a:pt x="339" y="2041"/>
                    </a:lnTo>
                    <a:lnTo>
                      <a:pt x="244" y="2204"/>
                    </a:lnTo>
                    <a:lnTo>
                      <a:pt x="115" y="2384"/>
                    </a:lnTo>
                    <a:lnTo>
                      <a:pt x="78" y="2455"/>
                    </a:lnTo>
                    <a:lnTo>
                      <a:pt x="69" y="2571"/>
                    </a:lnTo>
                    <a:lnTo>
                      <a:pt x="106" y="2674"/>
                    </a:lnTo>
                    <a:lnTo>
                      <a:pt x="78" y="2877"/>
                    </a:lnTo>
                    <a:lnTo>
                      <a:pt x="78" y="2953"/>
                    </a:lnTo>
                    <a:lnTo>
                      <a:pt x="106" y="3061"/>
                    </a:lnTo>
                    <a:lnTo>
                      <a:pt x="203" y="3214"/>
                    </a:lnTo>
                    <a:lnTo>
                      <a:pt x="0" y="3278"/>
                    </a:lnTo>
                    <a:lnTo>
                      <a:pt x="0" y="0"/>
                    </a:lnTo>
                    <a:lnTo>
                      <a:pt x="40" y="85"/>
                    </a:lnTo>
                    <a:close/>
                  </a:path>
                </a:pathLst>
              </a:custGeom>
              <a:solidFill>
                <a:srgbClr val="000000"/>
              </a:solidFill>
              <a:ln w="9525">
                <a:noFill/>
                <a:round/>
                <a:headEnd/>
                <a:tailEnd/>
              </a:ln>
            </p:spPr>
            <p:txBody>
              <a:bodyPr/>
              <a:lstStyle/>
              <a:p>
                <a:pPr algn="ctr"/>
                <a:endParaRPr lang="pt-BR" sz="2400"/>
              </a:p>
            </p:txBody>
          </p:sp>
        </p:grpSp>
        <p:sp>
          <p:nvSpPr>
            <p:cNvPr id="8" name="Freeform 319"/>
            <p:cNvSpPr>
              <a:spLocks/>
            </p:cNvSpPr>
            <p:nvPr/>
          </p:nvSpPr>
          <p:spPr bwMode="auto">
            <a:xfrm>
              <a:off x="430213" y="2037998"/>
              <a:ext cx="5741988" cy="958577"/>
            </a:xfrm>
            <a:custGeom>
              <a:avLst/>
              <a:gdLst>
                <a:gd name="T0" fmla="*/ 766 w 3617"/>
                <a:gd name="T1" fmla="*/ 0 h 635"/>
                <a:gd name="T2" fmla="*/ 554 w 3617"/>
                <a:gd name="T3" fmla="*/ 38 h 635"/>
                <a:gd name="T4" fmla="*/ 379 w 3617"/>
                <a:gd name="T5" fmla="*/ 75 h 635"/>
                <a:gd name="T6" fmla="*/ 254 w 3617"/>
                <a:gd name="T7" fmla="*/ 163 h 635"/>
                <a:gd name="T8" fmla="*/ 166 w 3617"/>
                <a:gd name="T9" fmla="*/ 263 h 635"/>
                <a:gd name="T10" fmla="*/ 41 w 3617"/>
                <a:gd name="T11" fmla="*/ 300 h 635"/>
                <a:gd name="T12" fmla="*/ 4 w 3617"/>
                <a:gd name="T13" fmla="*/ 325 h 635"/>
                <a:gd name="T14" fmla="*/ 2417 w 3617"/>
                <a:gd name="T15" fmla="*/ 635 h 635"/>
                <a:gd name="T16" fmla="*/ 3617 w 3617"/>
                <a:gd name="T17" fmla="*/ 347 h 635"/>
                <a:gd name="T18" fmla="*/ 3233 w 3617"/>
                <a:gd name="T19" fmla="*/ 251 h 635"/>
                <a:gd name="T20" fmla="*/ 2321 w 3617"/>
                <a:gd name="T21" fmla="*/ 443 h 635"/>
                <a:gd name="T22" fmla="*/ 1601 w 3617"/>
                <a:gd name="T23" fmla="*/ 155 h 635"/>
                <a:gd name="T24" fmla="*/ 766 w 3617"/>
                <a:gd name="T25" fmla="*/ 0 h 6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17"/>
                <a:gd name="T40" fmla="*/ 0 h 635"/>
                <a:gd name="T41" fmla="*/ 3617 w 3617"/>
                <a:gd name="T42" fmla="*/ 635 h 6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17" h="635">
                  <a:moveTo>
                    <a:pt x="766" y="0"/>
                  </a:moveTo>
                  <a:cubicBezTo>
                    <a:pt x="697" y="24"/>
                    <a:pt x="625" y="23"/>
                    <a:pt x="554" y="38"/>
                  </a:cubicBezTo>
                  <a:cubicBezTo>
                    <a:pt x="358" y="81"/>
                    <a:pt x="541" y="49"/>
                    <a:pt x="379" y="75"/>
                  </a:cubicBezTo>
                  <a:cubicBezTo>
                    <a:pt x="336" y="108"/>
                    <a:pt x="287" y="120"/>
                    <a:pt x="254" y="163"/>
                  </a:cubicBezTo>
                  <a:cubicBezTo>
                    <a:pt x="207" y="225"/>
                    <a:pt x="224" y="235"/>
                    <a:pt x="166" y="263"/>
                  </a:cubicBezTo>
                  <a:cubicBezTo>
                    <a:pt x="128" y="282"/>
                    <a:pt x="81" y="287"/>
                    <a:pt x="41" y="300"/>
                  </a:cubicBezTo>
                  <a:cubicBezTo>
                    <a:pt x="0" y="314"/>
                    <a:pt x="4" y="300"/>
                    <a:pt x="4" y="325"/>
                  </a:cubicBezTo>
                  <a:lnTo>
                    <a:pt x="2417" y="635"/>
                  </a:lnTo>
                  <a:lnTo>
                    <a:pt x="3617" y="347"/>
                  </a:lnTo>
                  <a:lnTo>
                    <a:pt x="3233" y="251"/>
                  </a:lnTo>
                  <a:lnTo>
                    <a:pt x="2321" y="443"/>
                  </a:lnTo>
                  <a:lnTo>
                    <a:pt x="1601" y="155"/>
                  </a:lnTo>
                  <a:lnTo>
                    <a:pt x="766" y="0"/>
                  </a:lnTo>
                  <a:close/>
                </a:path>
              </a:pathLst>
            </a:custGeom>
            <a:solidFill>
              <a:srgbClr val="333333"/>
            </a:solidFill>
            <a:ln w="9525">
              <a:noFill/>
              <a:round/>
              <a:headEnd/>
              <a:tailEnd/>
            </a:ln>
          </p:spPr>
          <p:txBody>
            <a:bodyPr wrap="none" anchor="ctr"/>
            <a:lstStyle/>
            <a:p>
              <a:pPr algn="ctr"/>
              <a:endParaRPr lang="pt-BR" sz="2400"/>
            </a:p>
          </p:txBody>
        </p:sp>
        <p:grpSp>
          <p:nvGrpSpPr>
            <p:cNvPr id="7" name="Group 320"/>
            <p:cNvGrpSpPr>
              <a:grpSpLocks/>
            </p:cNvGrpSpPr>
            <p:nvPr/>
          </p:nvGrpSpPr>
          <p:grpSpPr bwMode="auto">
            <a:xfrm>
              <a:off x="428625" y="1271136"/>
              <a:ext cx="2566988" cy="1262001"/>
              <a:chOff x="270" y="726"/>
              <a:chExt cx="1617" cy="836"/>
            </a:xfrm>
          </p:grpSpPr>
          <p:sp>
            <p:nvSpPr>
              <p:cNvPr id="463" name="Freeform 321"/>
              <p:cNvSpPr>
                <a:spLocks/>
              </p:cNvSpPr>
              <p:nvPr/>
            </p:nvSpPr>
            <p:spPr bwMode="auto">
              <a:xfrm>
                <a:off x="1182" y="1056"/>
                <a:ext cx="705" cy="393"/>
              </a:xfrm>
              <a:custGeom>
                <a:avLst/>
                <a:gdLst>
                  <a:gd name="T0" fmla="*/ 0 w 7052"/>
                  <a:gd name="T1" fmla="*/ 0 h 3932"/>
                  <a:gd name="T2" fmla="*/ 0 w 7052"/>
                  <a:gd name="T3" fmla="*/ 0 h 3932"/>
                  <a:gd name="T4" fmla="*/ 0 w 7052"/>
                  <a:gd name="T5" fmla="*/ 0 h 3932"/>
                  <a:gd name="T6" fmla="*/ 0 w 7052"/>
                  <a:gd name="T7" fmla="*/ 0 h 3932"/>
                  <a:gd name="T8" fmla="*/ 0 w 7052"/>
                  <a:gd name="T9" fmla="*/ 0 h 3932"/>
                  <a:gd name="T10" fmla="*/ 0 w 7052"/>
                  <a:gd name="T11" fmla="*/ 0 h 3932"/>
                  <a:gd name="T12" fmla="*/ 0 w 7052"/>
                  <a:gd name="T13" fmla="*/ 0 h 3932"/>
                  <a:gd name="T14" fmla="*/ 0 w 7052"/>
                  <a:gd name="T15" fmla="*/ 0 h 3932"/>
                  <a:gd name="T16" fmla="*/ 0 w 7052"/>
                  <a:gd name="T17" fmla="*/ 0 h 3932"/>
                  <a:gd name="T18" fmla="*/ 0 w 7052"/>
                  <a:gd name="T19" fmla="*/ 0 h 3932"/>
                  <a:gd name="T20" fmla="*/ 0 w 7052"/>
                  <a:gd name="T21" fmla="*/ 0 h 3932"/>
                  <a:gd name="T22" fmla="*/ 0 w 7052"/>
                  <a:gd name="T23" fmla="*/ 0 h 3932"/>
                  <a:gd name="T24" fmla="*/ 0 w 7052"/>
                  <a:gd name="T25" fmla="*/ 0 h 3932"/>
                  <a:gd name="T26" fmla="*/ 0 w 7052"/>
                  <a:gd name="T27" fmla="*/ 0 h 3932"/>
                  <a:gd name="T28" fmla="*/ 0 w 7052"/>
                  <a:gd name="T29" fmla="*/ 0 h 3932"/>
                  <a:gd name="T30" fmla="*/ 0 w 7052"/>
                  <a:gd name="T31" fmla="*/ 0 h 3932"/>
                  <a:gd name="T32" fmla="*/ 0 w 7052"/>
                  <a:gd name="T33" fmla="*/ 0 h 3932"/>
                  <a:gd name="T34" fmla="*/ 0 w 7052"/>
                  <a:gd name="T35" fmla="*/ 0 h 39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52"/>
                  <a:gd name="T55" fmla="*/ 0 h 3932"/>
                  <a:gd name="T56" fmla="*/ 7052 w 7052"/>
                  <a:gd name="T57" fmla="*/ 3932 h 39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52" h="3932">
                    <a:moveTo>
                      <a:pt x="1320" y="3932"/>
                    </a:moveTo>
                    <a:lnTo>
                      <a:pt x="0" y="3181"/>
                    </a:lnTo>
                    <a:lnTo>
                      <a:pt x="0" y="3150"/>
                    </a:lnTo>
                    <a:lnTo>
                      <a:pt x="1795" y="2474"/>
                    </a:lnTo>
                    <a:lnTo>
                      <a:pt x="1886" y="2474"/>
                    </a:lnTo>
                    <a:lnTo>
                      <a:pt x="1973" y="2504"/>
                    </a:lnTo>
                    <a:lnTo>
                      <a:pt x="2121" y="2548"/>
                    </a:lnTo>
                    <a:lnTo>
                      <a:pt x="2834" y="0"/>
                    </a:lnTo>
                    <a:lnTo>
                      <a:pt x="3980" y="0"/>
                    </a:lnTo>
                    <a:lnTo>
                      <a:pt x="4975" y="176"/>
                    </a:lnTo>
                    <a:lnTo>
                      <a:pt x="7052" y="1148"/>
                    </a:lnTo>
                    <a:lnTo>
                      <a:pt x="7052" y="3283"/>
                    </a:lnTo>
                    <a:lnTo>
                      <a:pt x="3207" y="3740"/>
                    </a:lnTo>
                    <a:lnTo>
                      <a:pt x="2775" y="3636"/>
                    </a:lnTo>
                    <a:lnTo>
                      <a:pt x="2775" y="3740"/>
                    </a:lnTo>
                    <a:lnTo>
                      <a:pt x="2659" y="3755"/>
                    </a:lnTo>
                    <a:lnTo>
                      <a:pt x="2583" y="3621"/>
                    </a:lnTo>
                    <a:lnTo>
                      <a:pt x="1320" y="3932"/>
                    </a:lnTo>
                    <a:close/>
                  </a:path>
                </a:pathLst>
              </a:custGeom>
              <a:solidFill>
                <a:srgbClr val="FFFFFF"/>
              </a:solidFill>
              <a:ln w="9525">
                <a:noFill/>
                <a:round/>
                <a:headEnd/>
                <a:tailEnd/>
              </a:ln>
            </p:spPr>
            <p:txBody>
              <a:bodyPr/>
              <a:lstStyle/>
              <a:p>
                <a:pPr algn="ctr"/>
                <a:endParaRPr lang="pt-BR" sz="2400"/>
              </a:p>
            </p:txBody>
          </p:sp>
          <p:sp>
            <p:nvSpPr>
              <p:cNvPr id="464" name="Freeform 322"/>
              <p:cNvSpPr>
                <a:spLocks/>
              </p:cNvSpPr>
              <p:nvPr/>
            </p:nvSpPr>
            <p:spPr bwMode="auto">
              <a:xfrm>
                <a:off x="1422" y="1076"/>
                <a:ext cx="130" cy="259"/>
              </a:xfrm>
              <a:custGeom>
                <a:avLst/>
                <a:gdLst>
                  <a:gd name="T0" fmla="*/ 0 w 1293"/>
                  <a:gd name="T1" fmla="*/ 0 h 2592"/>
                  <a:gd name="T2" fmla="*/ 0 w 1293"/>
                  <a:gd name="T3" fmla="*/ 0 h 2592"/>
                  <a:gd name="T4" fmla="*/ 0 w 1293"/>
                  <a:gd name="T5" fmla="*/ 0 h 2592"/>
                  <a:gd name="T6" fmla="*/ 0 w 1293"/>
                  <a:gd name="T7" fmla="*/ 0 h 2592"/>
                  <a:gd name="T8" fmla="*/ 0 w 1293"/>
                  <a:gd name="T9" fmla="*/ 0 h 2592"/>
                  <a:gd name="T10" fmla="*/ 0 60000 65536"/>
                  <a:gd name="T11" fmla="*/ 0 60000 65536"/>
                  <a:gd name="T12" fmla="*/ 0 60000 65536"/>
                  <a:gd name="T13" fmla="*/ 0 60000 65536"/>
                  <a:gd name="T14" fmla="*/ 0 60000 65536"/>
                  <a:gd name="T15" fmla="*/ 0 w 1293"/>
                  <a:gd name="T16" fmla="*/ 0 h 2592"/>
                  <a:gd name="T17" fmla="*/ 1293 w 1293"/>
                  <a:gd name="T18" fmla="*/ 2592 h 2592"/>
                </a:gdLst>
                <a:ahLst/>
                <a:cxnLst>
                  <a:cxn ang="T10">
                    <a:pos x="T0" y="T1"/>
                  </a:cxn>
                  <a:cxn ang="T11">
                    <a:pos x="T2" y="T3"/>
                  </a:cxn>
                  <a:cxn ang="T12">
                    <a:pos x="T4" y="T5"/>
                  </a:cxn>
                  <a:cxn ang="T13">
                    <a:pos x="T6" y="T7"/>
                  </a:cxn>
                  <a:cxn ang="T14">
                    <a:pos x="T8" y="T9"/>
                  </a:cxn>
                </a:cxnLst>
                <a:rect l="T15" t="T16" r="T17" b="T18"/>
                <a:pathLst>
                  <a:path w="1293" h="2592">
                    <a:moveTo>
                      <a:pt x="1293" y="0"/>
                    </a:moveTo>
                    <a:lnTo>
                      <a:pt x="773" y="2592"/>
                    </a:lnTo>
                    <a:lnTo>
                      <a:pt x="0" y="2313"/>
                    </a:lnTo>
                    <a:lnTo>
                      <a:pt x="582" y="30"/>
                    </a:lnTo>
                    <a:lnTo>
                      <a:pt x="1293" y="0"/>
                    </a:lnTo>
                    <a:close/>
                  </a:path>
                </a:pathLst>
              </a:custGeom>
              <a:solidFill>
                <a:srgbClr val="515151"/>
              </a:solidFill>
              <a:ln w="9525">
                <a:noFill/>
                <a:round/>
                <a:headEnd/>
                <a:tailEnd/>
              </a:ln>
            </p:spPr>
            <p:txBody>
              <a:bodyPr/>
              <a:lstStyle/>
              <a:p>
                <a:pPr algn="ctr"/>
                <a:endParaRPr lang="pt-BR" sz="2400"/>
              </a:p>
            </p:txBody>
          </p:sp>
          <p:sp>
            <p:nvSpPr>
              <p:cNvPr id="465" name="Freeform 323"/>
              <p:cNvSpPr>
                <a:spLocks/>
              </p:cNvSpPr>
              <p:nvPr/>
            </p:nvSpPr>
            <p:spPr bwMode="auto">
              <a:xfrm>
                <a:off x="1461" y="1104"/>
                <a:ext cx="49" cy="127"/>
              </a:xfrm>
              <a:custGeom>
                <a:avLst/>
                <a:gdLst>
                  <a:gd name="T0" fmla="*/ 0 w 489"/>
                  <a:gd name="T1" fmla="*/ 0 h 1266"/>
                  <a:gd name="T2" fmla="*/ 0 w 489"/>
                  <a:gd name="T3" fmla="*/ 0 h 1266"/>
                  <a:gd name="T4" fmla="*/ 0 w 489"/>
                  <a:gd name="T5" fmla="*/ 0 h 1266"/>
                  <a:gd name="T6" fmla="*/ 0 w 489"/>
                  <a:gd name="T7" fmla="*/ 0 h 1266"/>
                  <a:gd name="T8" fmla="*/ 0 w 489"/>
                  <a:gd name="T9" fmla="*/ 0 h 1266"/>
                  <a:gd name="T10" fmla="*/ 0 w 489"/>
                  <a:gd name="T11" fmla="*/ 0 h 1266"/>
                  <a:gd name="T12" fmla="*/ 0 w 489"/>
                  <a:gd name="T13" fmla="*/ 0 h 1266"/>
                  <a:gd name="T14" fmla="*/ 0 w 489"/>
                  <a:gd name="T15" fmla="*/ 0 h 1266"/>
                  <a:gd name="T16" fmla="*/ 0 w 489"/>
                  <a:gd name="T17" fmla="*/ 0 h 1266"/>
                  <a:gd name="T18" fmla="*/ 0 w 489"/>
                  <a:gd name="T19" fmla="*/ 0 h 1266"/>
                  <a:gd name="T20" fmla="*/ 0 w 489"/>
                  <a:gd name="T21" fmla="*/ 0 h 1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9"/>
                  <a:gd name="T34" fmla="*/ 0 h 1266"/>
                  <a:gd name="T35" fmla="*/ 489 w 489"/>
                  <a:gd name="T36" fmla="*/ 1266 h 12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9" h="1266">
                    <a:moveTo>
                      <a:pt x="313" y="0"/>
                    </a:moveTo>
                    <a:lnTo>
                      <a:pt x="207" y="277"/>
                    </a:lnTo>
                    <a:lnTo>
                      <a:pt x="120" y="589"/>
                    </a:lnTo>
                    <a:lnTo>
                      <a:pt x="44" y="896"/>
                    </a:lnTo>
                    <a:lnTo>
                      <a:pt x="0" y="1222"/>
                    </a:lnTo>
                    <a:lnTo>
                      <a:pt x="195" y="1266"/>
                    </a:lnTo>
                    <a:lnTo>
                      <a:pt x="267" y="823"/>
                    </a:lnTo>
                    <a:lnTo>
                      <a:pt x="340" y="500"/>
                    </a:lnTo>
                    <a:lnTo>
                      <a:pt x="447" y="131"/>
                    </a:lnTo>
                    <a:lnTo>
                      <a:pt x="489" y="0"/>
                    </a:lnTo>
                    <a:lnTo>
                      <a:pt x="313" y="0"/>
                    </a:lnTo>
                    <a:close/>
                  </a:path>
                </a:pathLst>
              </a:custGeom>
              <a:solidFill>
                <a:srgbClr val="B5B5B5"/>
              </a:solidFill>
              <a:ln w="9525">
                <a:noFill/>
                <a:round/>
                <a:headEnd/>
                <a:tailEnd/>
              </a:ln>
            </p:spPr>
            <p:txBody>
              <a:bodyPr/>
              <a:lstStyle/>
              <a:p>
                <a:pPr algn="ctr"/>
                <a:endParaRPr lang="pt-BR" sz="2400"/>
              </a:p>
            </p:txBody>
          </p:sp>
          <p:sp>
            <p:nvSpPr>
              <p:cNvPr id="466" name="Freeform 324"/>
              <p:cNvSpPr>
                <a:spLocks/>
              </p:cNvSpPr>
              <p:nvPr/>
            </p:nvSpPr>
            <p:spPr bwMode="auto">
              <a:xfrm>
                <a:off x="1476" y="1117"/>
                <a:ext cx="27" cy="52"/>
              </a:xfrm>
              <a:custGeom>
                <a:avLst/>
                <a:gdLst>
                  <a:gd name="T0" fmla="*/ 0 w 266"/>
                  <a:gd name="T1" fmla="*/ 0 h 514"/>
                  <a:gd name="T2" fmla="*/ 0 w 266"/>
                  <a:gd name="T3" fmla="*/ 0 h 514"/>
                  <a:gd name="T4" fmla="*/ 0 w 266"/>
                  <a:gd name="T5" fmla="*/ 0 h 514"/>
                  <a:gd name="T6" fmla="*/ 0 w 266"/>
                  <a:gd name="T7" fmla="*/ 0 h 514"/>
                  <a:gd name="T8" fmla="*/ 0 w 266"/>
                  <a:gd name="T9" fmla="*/ 0 h 514"/>
                  <a:gd name="T10" fmla="*/ 0 w 266"/>
                  <a:gd name="T11" fmla="*/ 0 h 514"/>
                  <a:gd name="T12" fmla="*/ 0 w 266"/>
                  <a:gd name="T13" fmla="*/ 0 h 514"/>
                  <a:gd name="T14" fmla="*/ 0 w 266"/>
                  <a:gd name="T15" fmla="*/ 0 h 514"/>
                  <a:gd name="T16" fmla="*/ 0 w 266"/>
                  <a:gd name="T17" fmla="*/ 0 h 5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6"/>
                  <a:gd name="T28" fmla="*/ 0 h 514"/>
                  <a:gd name="T29" fmla="*/ 266 w 266"/>
                  <a:gd name="T30" fmla="*/ 514 h 5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6" h="514">
                    <a:moveTo>
                      <a:pt x="162" y="0"/>
                    </a:moveTo>
                    <a:lnTo>
                      <a:pt x="103" y="163"/>
                    </a:lnTo>
                    <a:lnTo>
                      <a:pt x="46" y="354"/>
                    </a:lnTo>
                    <a:lnTo>
                      <a:pt x="0" y="500"/>
                    </a:lnTo>
                    <a:lnTo>
                      <a:pt x="120" y="514"/>
                    </a:lnTo>
                    <a:lnTo>
                      <a:pt x="162" y="322"/>
                    </a:lnTo>
                    <a:lnTo>
                      <a:pt x="222" y="146"/>
                    </a:lnTo>
                    <a:lnTo>
                      <a:pt x="266" y="0"/>
                    </a:lnTo>
                    <a:lnTo>
                      <a:pt x="162" y="0"/>
                    </a:lnTo>
                    <a:close/>
                  </a:path>
                </a:pathLst>
              </a:custGeom>
              <a:solidFill>
                <a:srgbClr val="FFFFFF"/>
              </a:solidFill>
              <a:ln w="9525">
                <a:noFill/>
                <a:round/>
                <a:headEnd/>
                <a:tailEnd/>
              </a:ln>
            </p:spPr>
            <p:txBody>
              <a:bodyPr/>
              <a:lstStyle/>
              <a:p>
                <a:pPr algn="ctr"/>
                <a:endParaRPr lang="pt-BR" sz="2400"/>
              </a:p>
            </p:txBody>
          </p:sp>
          <p:sp>
            <p:nvSpPr>
              <p:cNvPr id="467" name="Freeform 325"/>
              <p:cNvSpPr>
                <a:spLocks/>
              </p:cNvSpPr>
              <p:nvPr/>
            </p:nvSpPr>
            <p:spPr bwMode="auto">
              <a:xfrm>
                <a:off x="813" y="1406"/>
                <a:ext cx="438" cy="126"/>
              </a:xfrm>
              <a:custGeom>
                <a:avLst/>
                <a:gdLst>
                  <a:gd name="T0" fmla="*/ 0 w 4385"/>
                  <a:gd name="T1" fmla="*/ 0 h 1254"/>
                  <a:gd name="T2" fmla="*/ 0 w 4385"/>
                  <a:gd name="T3" fmla="*/ 0 h 1254"/>
                  <a:gd name="T4" fmla="*/ 0 w 4385"/>
                  <a:gd name="T5" fmla="*/ 0 h 1254"/>
                  <a:gd name="T6" fmla="*/ 0 w 4385"/>
                  <a:gd name="T7" fmla="*/ 0 h 1254"/>
                  <a:gd name="T8" fmla="*/ 0 w 4385"/>
                  <a:gd name="T9" fmla="*/ 0 h 1254"/>
                  <a:gd name="T10" fmla="*/ 0 60000 65536"/>
                  <a:gd name="T11" fmla="*/ 0 60000 65536"/>
                  <a:gd name="T12" fmla="*/ 0 60000 65536"/>
                  <a:gd name="T13" fmla="*/ 0 60000 65536"/>
                  <a:gd name="T14" fmla="*/ 0 60000 65536"/>
                  <a:gd name="T15" fmla="*/ 0 w 4385"/>
                  <a:gd name="T16" fmla="*/ 0 h 1254"/>
                  <a:gd name="T17" fmla="*/ 4385 w 4385"/>
                  <a:gd name="T18" fmla="*/ 1254 h 1254"/>
                </a:gdLst>
                <a:ahLst/>
                <a:cxnLst>
                  <a:cxn ang="T10">
                    <a:pos x="T0" y="T1"/>
                  </a:cxn>
                  <a:cxn ang="T11">
                    <a:pos x="T2" y="T3"/>
                  </a:cxn>
                  <a:cxn ang="T12">
                    <a:pos x="T4" y="T5"/>
                  </a:cxn>
                  <a:cxn ang="T13">
                    <a:pos x="T6" y="T7"/>
                  </a:cxn>
                  <a:cxn ang="T14">
                    <a:pos x="T8" y="T9"/>
                  </a:cxn>
                </a:cxnLst>
                <a:rect l="T15" t="T16" r="T17" b="T18"/>
                <a:pathLst>
                  <a:path w="4385" h="1254">
                    <a:moveTo>
                      <a:pt x="2393" y="1254"/>
                    </a:moveTo>
                    <a:lnTo>
                      <a:pt x="4385" y="551"/>
                    </a:lnTo>
                    <a:lnTo>
                      <a:pt x="2110" y="0"/>
                    </a:lnTo>
                    <a:lnTo>
                      <a:pt x="0" y="580"/>
                    </a:lnTo>
                    <a:lnTo>
                      <a:pt x="2393" y="1254"/>
                    </a:lnTo>
                    <a:close/>
                  </a:path>
                </a:pathLst>
              </a:custGeom>
              <a:solidFill>
                <a:srgbClr val="FFFFFF"/>
              </a:solidFill>
              <a:ln w="9525">
                <a:noFill/>
                <a:round/>
                <a:headEnd/>
                <a:tailEnd/>
              </a:ln>
            </p:spPr>
            <p:txBody>
              <a:bodyPr/>
              <a:lstStyle/>
              <a:p>
                <a:pPr algn="ctr"/>
                <a:endParaRPr lang="pt-BR" sz="2400"/>
              </a:p>
            </p:txBody>
          </p:sp>
          <p:sp>
            <p:nvSpPr>
              <p:cNvPr id="468" name="Freeform 326"/>
              <p:cNvSpPr>
                <a:spLocks/>
              </p:cNvSpPr>
              <p:nvPr/>
            </p:nvSpPr>
            <p:spPr bwMode="auto">
              <a:xfrm>
                <a:off x="809" y="1440"/>
                <a:ext cx="101" cy="52"/>
              </a:xfrm>
              <a:custGeom>
                <a:avLst/>
                <a:gdLst>
                  <a:gd name="T0" fmla="*/ 0 w 1010"/>
                  <a:gd name="T1" fmla="*/ 0 h 519"/>
                  <a:gd name="T2" fmla="*/ 0 w 1010"/>
                  <a:gd name="T3" fmla="*/ 0 h 519"/>
                  <a:gd name="T4" fmla="*/ 0 w 1010"/>
                  <a:gd name="T5" fmla="*/ 0 h 519"/>
                  <a:gd name="T6" fmla="*/ 0 w 1010"/>
                  <a:gd name="T7" fmla="*/ 0 h 519"/>
                  <a:gd name="T8" fmla="*/ 0 w 1010"/>
                  <a:gd name="T9" fmla="*/ 0 h 519"/>
                  <a:gd name="T10" fmla="*/ 0 w 1010"/>
                  <a:gd name="T11" fmla="*/ 0 h 519"/>
                  <a:gd name="T12" fmla="*/ 0 w 1010"/>
                  <a:gd name="T13" fmla="*/ 0 h 519"/>
                  <a:gd name="T14" fmla="*/ 0 w 1010"/>
                  <a:gd name="T15" fmla="*/ 0 h 519"/>
                  <a:gd name="T16" fmla="*/ 0 60000 65536"/>
                  <a:gd name="T17" fmla="*/ 0 60000 65536"/>
                  <a:gd name="T18" fmla="*/ 0 60000 65536"/>
                  <a:gd name="T19" fmla="*/ 0 60000 65536"/>
                  <a:gd name="T20" fmla="*/ 0 60000 65536"/>
                  <a:gd name="T21" fmla="*/ 0 60000 65536"/>
                  <a:gd name="T22" fmla="*/ 0 60000 65536"/>
                  <a:gd name="T23" fmla="*/ 0 60000 65536"/>
                  <a:gd name="T24" fmla="*/ 0 w 1010"/>
                  <a:gd name="T25" fmla="*/ 0 h 519"/>
                  <a:gd name="T26" fmla="*/ 1010 w 1010"/>
                  <a:gd name="T27" fmla="*/ 519 h 5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0" h="519">
                    <a:moveTo>
                      <a:pt x="1010" y="142"/>
                    </a:moveTo>
                    <a:lnTo>
                      <a:pt x="817" y="250"/>
                    </a:lnTo>
                    <a:lnTo>
                      <a:pt x="897" y="352"/>
                    </a:lnTo>
                    <a:lnTo>
                      <a:pt x="897" y="421"/>
                    </a:lnTo>
                    <a:lnTo>
                      <a:pt x="1010" y="519"/>
                    </a:lnTo>
                    <a:lnTo>
                      <a:pt x="0" y="239"/>
                    </a:lnTo>
                    <a:lnTo>
                      <a:pt x="930" y="0"/>
                    </a:lnTo>
                    <a:lnTo>
                      <a:pt x="1010" y="142"/>
                    </a:lnTo>
                    <a:close/>
                  </a:path>
                </a:pathLst>
              </a:custGeom>
              <a:solidFill>
                <a:srgbClr val="B5B5B5"/>
              </a:solidFill>
              <a:ln w="9525">
                <a:noFill/>
                <a:round/>
                <a:headEnd/>
                <a:tailEnd/>
              </a:ln>
            </p:spPr>
            <p:txBody>
              <a:bodyPr/>
              <a:lstStyle/>
              <a:p>
                <a:pPr algn="ctr"/>
                <a:endParaRPr lang="pt-BR" sz="2400"/>
              </a:p>
            </p:txBody>
          </p:sp>
          <p:sp>
            <p:nvSpPr>
              <p:cNvPr id="469" name="Freeform 327"/>
              <p:cNvSpPr>
                <a:spLocks/>
              </p:cNvSpPr>
              <p:nvPr/>
            </p:nvSpPr>
            <p:spPr bwMode="auto">
              <a:xfrm>
                <a:off x="276" y="1200"/>
                <a:ext cx="196" cy="356"/>
              </a:xfrm>
              <a:custGeom>
                <a:avLst/>
                <a:gdLst>
                  <a:gd name="T0" fmla="*/ 0 w 1960"/>
                  <a:gd name="T1" fmla="*/ 0 h 3560"/>
                  <a:gd name="T2" fmla="*/ 0 w 1960"/>
                  <a:gd name="T3" fmla="*/ 0 h 3560"/>
                  <a:gd name="T4" fmla="*/ 0 w 1960"/>
                  <a:gd name="T5" fmla="*/ 0 h 3560"/>
                  <a:gd name="T6" fmla="*/ 0 w 1960"/>
                  <a:gd name="T7" fmla="*/ 0 h 3560"/>
                  <a:gd name="T8" fmla="*/ 0 w 1960"/>
                  <a:gd name="T9" fmla="*/ 0 h 3560"/>
                  <a:gd name="T10" fmla="*/ 0 w 1960"/>
                  <a:gd name="T11" fmla="*/ 0 h 3560"/>
                  <a:gd name="T12" fmla="*/ 0 w 1960"/>
                  <a:gd name="T13" fmla="*/ 0 h 3560"/>
                  <a:gd name="T14" fmla="*/ 0 60000 65536"/>
                  <a:gd name="T15" fmla="*/ 0 60000 65536"/>
                  <a:gd name="T16" fmla="*/ 0 60000 65536"/>
                  <a:gd name="T17" fmla="*/ 0 60000 65536"/>
                  <a:gd name="T18" fmla="*/ 0 60000 65536"/>
                  <a:gd name="T19" fmla="*/ 0 60000 65536"/>
                  <a:gd name="T20" fmla="*/ 0 60000 65536"/>
                  <a:gd name="T21" fmla="*/ 0 w 1960"/>
                  <a:gd name="T22" fmla="*/ 0 h 3560"/>
                  <a:gd name="T23" fmla="*/ 1960 w 1960"/>
                  <a:gd name="T24" fmla="*/ 3560 h 3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0" h="3560">
                    <a:moveTo>
                      <a:pt x="0" y="402"/>
                    </a:moveTo>
                    <a:lnTo>
                      <a:pt x="167" y="310"/>
                    </a:lnTo>
                    <a:lnTo>
                      <a:pt x="498" y="184"/>
                    </a:lnTo>
                    <a:lnTo>
                      <a:pt x="1442" y="0"/>
                    </a:lnTo>
                    <a:lnTo>
                      <a:pt x="1960" y="3560"/>
                    </a:lnTo>
                    <a:lnTo>
                      <a:pt x="529" y="3045"/>
                    </a:lnTo>
                    <a:lnTo>
                      <a:pt x="0" y="402"/>
                    </a:lnTo>
                    <a:close/>
                  </a:path>
                </a:pathLst>
              </a:custGeom>
              <a:solidFill>
                <a:srgbClr val="FF0000"/>
              </a:solidFill>
              <a:ln w="9525">
                <a:noFill/>
                <a:round/>
                <a:headEnd/>
                <a:tailEnd/>
              </a:ln>
            </p:spPr>
            <p:txBody>
              <a:bodyPr/>
              <a:lstStyle/>
              <a:p>
                <a:pPr algn="ctr"/>
                <a:endParaRPr lang="pt-BR" sz="2400"/>
              </a:p>
            </p:txBody>
          </p:sp>
          <p:sp>
            <p:nvSpPr>
              <p:cNvPr id="470" name="Freeform 328"/>
              <p:cNvSpPr>
                <a:spLocks/>
              </p:cNvSpPr>
              <p:nvPr/>
            </p:nvSpPr>
            <p:spPr bwMode="auto">
              <a:xfrm>
                <a:off x="356" y="1200"/>
                <a:ext cx="120" cy="362"/>
              </a:xfrm>
              <a:custGeom>
                <a:avLst/>
                <a:gdLst>
                  <a:gd name="T0" fmla="*/ 0 w 1195"/>
                  <a:gd name="T1" fmla="*/ 0 h 3618"/>
                  <a:gd name="T2" fmla="*/ 0 w 1195"/>
                  <a:gd name="T3" fmla="*/ 0 h 3618"/>
                  <a:gd name="T4" fmla="*/ 0 w 1195"/>
                  <a:gd name="T5" fmla="*/ 0 h 3618"/>
                  <a:gd name="T6" fmla="*/ 0 w 1195"/>
                  <a:gd name="T7" fmla="*/ 0 h 3618"/>
                  <a:gd name="T8" fmla="*/ 0 w 1195"/>
                  <a:gd name="T9" fmla="*/ 0 h 3618"/>
                  <a:gd name="T10" fmla="*/ 0 w 1195"/>
                  <a:gd name="T11" fmla="*/ 0 h 3618"/>
                  <a:gd name="T12" fmla="*/ 0 w 1195"/>
                  <a:gd name="T13" fmla="*/ 0 h 3618"/>
                  <a:gd name="T14" fmla="*/ 0 w 1195"/>
                  <a:gd name="T15" fmla="*/ 0 h 3618"/>
                  <a:gd name="T16" fmla="*/ 0 w 1195"/>
                  <a:gd name="T17" fmla="*/ 0 h 3618"/>
                  <a:gd name="T18" fmla="*/ 0 w 1195"/>
                  <a:gd name="T19" fmla="*/ 0 h 3618"/>
                  <a:gd name="T20" fmla="*/ 0 w 1195"/>
                  <a:gd name="T21" fmla="*/ 0 h 3618"/>
                  <a:gd name="T22" fmla="*/ 0 w 1195"/>
                  <a:gd name="T23" fmla="*/ 0 h 3618"/>
                  <a:gd name="T24" fmla="*/ 0 w 1195"/>
                  <a:gd name="T25" fmla="*/ 0 h 3618"/>
                  <a:gd name="T26" fmla="*/ 0 w 1195"/>
                  <a:gd name="T27" fmla="*/ 0 h 3618"/>
                  <a:gd name="T28" fmla="*/ 0 w 1195"/>
                  <a:gd name="T29" fmla="*/ 0 h 3618"/>
                  <a:gd name="T30" fmla="*/ 0 w 1195"/>
                  <a:gd name="T31" fmla="*/ 0 h 3618"/>
                  <a:gd name="T32" fmla="*/ 0 w 1195"/>
                  <a:gd name="T33" fmla="*/ 0 h 3618"/>
                  <a:gd name="T34" fmla="*/ 0 w 1195"/>
                  <a:gd name="T35" fmla="*/ 0 h 3618"/>
                  <a:gd name="T36" fmla="*/ 0 w 1195"/>
                  <a:gd name="T37" fmla="*/ 0 h 3618"/>
                  <a:gd name="T38" fmla="*/ 0 w 1195"/>
                  <a:gd name="T39" fmla="*/ 0 h 3618"/>
                  <a:gd name="T40" fmla="*/ 0 w 1195"/>
                  <a:gd name="T41" fmla="*/ 0 h 3618"/>
                  <a:gd name="T42" fmla="*/ 0 w 1195"/>
                  <a:gd name="T43" fmla="*/ 0 h 361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95"/>
                  <a:gd name="T67" fmla="*/ 0 h 3618"/>
                  <a:gd name="T68" fmla="*/ 1195 w 1195"/>
                  <a:gd name="T69" fmla="*/ 3618 h 361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95" h="3618">
                    <a:moveTo>
                      <a:pt x="158" y="133"/>
                    </a:moveTo>
                    <a:lnTo>
                      <a:pt x="176" y="299"/>
                    </a:lnTo>
                    <a:lnTo>
                      <a:pt x="208" y="441"/>
                    </a:lnTo>
                    <a:lnTo>
                      <a:pt x="271" y="597"/>
                    </a:lnTo>
                    <a:lnTo>
                      <a:pt x="365" y="773"/>
                    </a:lnTo>
                    <a:lnTo>
                      <a:pt x="388" y="936"/>
                    </a:lnTo>
                    <a:lnTo>
                      <a:pt x="407" y="1173"/>
                    </a:lnTo>
                    <a:lnTo>
                      <a:pt x="375" y="1408"/>
                    </a:lnTo>
                    <a:lnTo>
                      <a:pt x="344" y="1654"/>
                    </a:lnTo>
                    <a:lnTo>
                      <a:pt x="365" y="1872"/>
                    </a:lnTo>
                    <a:lnTo>
                      <a:pt x="388" y="2119"/>
                    </a:lnTo>
                    <a:lnTo>
                      <a:pt x="426" y="2469"/>
                    </a:lnTo>
                    <a:lnTo>
                      <a:pt x="489" y="2654"/>
                    </a:lnTo>
                    <a:lnTo>
                      <a:pt x="344" y="2838"/>
                    </a:lnTo>
                    <a:lnTo>
                      <a:pt x="208" y="2480"/>
                    </a:lnTo>
                    <a:lnTo>
                      <a:pt x="43" y="2077"/>
                    </a:lnTo>
                    <a:lnTo>
                      <a:pt x="0" y="1861"/>
                    </a:lnTo>
                    <a:lnTo>
                      <a:pt x="13" y="3280"/>
                    </a:lnTo>
                    <a:lnTo>
                      <a:pt x="229" y="3618"/>
                    </a:lnTo>
                    <a:lnTo>
                      <a:pt x="1195" y="3618"/>
                    </a:lnTo>
                    <a:lnTo>
                      <a:pt x="655" y="0"/>
                    </a:lnTo>
                    <a:lnTo>
                      <a:pt x="158" y="133"/>
                    </a:lnTo>
                    <a:close/>
                  </a:path>
                </a:pathLst>
              </a:custGeom>
              <a:solidFill>
                <a:srgbClr val="70230C"/>
              </a:solidFill>
              <a:ln w="9525">
                <a:noFill/>
                <a:round/>
                <a:headEnd/>
                <a:tailEnd/>
              </a:ln>
            </p:spPr>
            <p:txBody>
              <a:bodyPr/>
              <a:lstStyle/>
              <a:p>
                <a:pPr algn="ctr"/>
                <a:endParaRPr lang="pt-BR" sz="2400"/>
              </a:p>
            </p:txBody>
          </p:sp>
          <p:sp>
            <p:nvSpPr>
              <p:cNvPr id="471" name="Freeform 329"/>
              <p:cNvSpPr>
                <a:spLocks/>
              </p:cNvSpPr>
              <p:nvPr/>
            </p:nvSpPr>
            <p:spPr bwMode="auto">
              <a:xfrm>
                <a:off x="399" y="931"/>
                <a:ext cx="708" cy="561"/>
              </a:xfrm>
              <a:custGeom>
                <a:avLst/>
                <a:gdLst>
                  <a:gd name="T0" fmla="*/ 0 w 7082"/>
                  <a:gd name="T1" fmla="*/ 0 h 5611"/>
                  <a:gd name="T2" fmla="*/ 0 w 7082"/>
                  <a:gd name="T3" fmla="*/ 0 h 5611"/>
                  <a:gd name="T4" fmla="*/ 0 w 7082"/>
                  <a:gd name="T5" fmla="*/ 0 h 5611"/>
                  <a:gd name="T6" fmla="*/ 0 w 7082"/>
                  <a:gd name="T7" fmla="*/ 0 h 5611"/>
                  <a:gd name="T8" fmla="*/ 0 w 7082"/>
                  <a:gd name="T9" fmla="*/ 0 h 5611"/>
                  <a:gd name="T10" fmla="*/ 0 w 7082"/>
                  <a:gd name="T11" fmla="*/ 0 h 5611"/>
                  <a:gd name="T12" fmla="*/ 0 w 7082"/>
                  <a:gd name="T13" fmla="*/ 0 h 5611"/>
                  <a:gd name="T14" fmla="*/ 0 w 7082"/>
                  <a:gd name="T15" fmla="*/ 0 h 5611"/>
                  <a:gd name="T16" fmla="*/ 0 w 7082"/>
                  <a:gd name="T17" fmla="*/ 0 h 5611"/>
                  <a:gd name="T18" fmla="*/ 0 w 7082"/>
                  <a:gd name="T19" fmla="*/ 0 h 5611"/>
                  <a:gd name="T20" fmla="*/ 0 w 7082"/>
                  <a:gd name="T21" fmla="*/ 0 h 5611"/>
                  <a:gd name="T22" fmla="*/ 0 w 7082"/>
                  <a:gd name="T23" fmla="*/ 0 h 5611"/>
                  <a:gd name="T24" fmla="*/ 0 w 7082"/>
                  <a:gd name="T25" fmla="*/ 0 h 5611"/>
                  <a:gd name="T26" fmla="*/ 0 w 7082"/>
                  <a:gd name="T27" fmla="*/ 0 h 5611"/>
                  <a:gd name="T28" fmla="*/ 0 w 7082"/>
                  <a:gd name="T29" fmla="*/ 0 h 5611"/>
                  <a:gd name="T30" fmla="*/ 0 w 7082"/>
                  <a:gd name="T31" fmla="*/ 0 h 5611"/>
                  <a:gd name="T32" fmla="*/ 0 w 7082"/>
                  <a:gd name="T33" fmla="*/ 0 h 5611"/>
                  <a:gd name="T34" fmla="*/ 0 w 7082"/>
                  <a:gd name="T35" fmla="*/ 0 h 5611"/>
                  <a:gd name="T36" fmla="*/ 0 w 7082"/>
                  <a:gd name="T37" fmla="*/ 0 h 5611"/>
                  <a:gd name="T38" fmla="*/ 0 w 7082"/>
                  <a:gd name="T39" fmla="*/ 0 h 5611"/>
                  <a:gd name="T40" fmla="*/ 0 w 7082"/>
                  <a:gd name="T41" fmla="*/ 0 h 5611"/>
                  <a:gd name="T42" fmla="*/ 0 w 7082"/>
                  <a:gd name="T43" fmla="*/ 0 h 5611"/>
                  <a:gd name="T44" fmla="*/ 0 w 7082"/>
                  <a:gd name="T45" fmla="*/ 0 h 5611"/>
                  <a:gd name="T46" fmla="*/ 0 w 7082"/>
                  <a:gd name="T47" fmla="*/ 0 h 5611"/>
                  <a:gd name="T48" fmla="*/ 0 w 7082"/>
                  <a:gd name="T49" fmla="*/ 0 h 5611"/>
                  <a:gd name="T50" fmla="*/ 0 w 7082"/>
                  <a:gd name="T51" fmla="*/ 0 h 5611"/>
                  <a:gd name="T52" fmla="*/ 0 w 7082"/>
                  <a:gd name="T53" fmla="*/ 0 h 5611"/>
                  <a:gd name="T54" fmla="*/ 0 w 7082"/>
                  <a:gd name="T55" fmla="*/ 0 h 5611"/>
                  <a:gd name="T56" fmla="*/ 0 w 7082"/>
                  <a:gd name="T57" fmla="*/ 0 h 5611"/>
                  <a:gd name="T58" fmla="*/ 0 w 7082"/>
                  <a:gd name="T59" fmla="*/ 0 h 5611"/>
                  <a:gd name="T60" fmla="*/ 0 w 7082"/>
                  <a:gd name="T61" fmla="*/ 0 h 5611"/>
                  <a:gd name="T62" fmla="*/ 0 w 7082"/>
                  <a:gd name="T63" fmla="*/ 0 h 5611"/>
                  <a:gd name="T64" fmla="*/ 0 w 7082"/>
                  <a:gd name="T65" fmla="*/ 0 h 5611"/>
                  <a:gd name="T66" fmla="*/ 0 w 7082"/>
                  <a:gd name="T67" fmla="*/ 0 h 5611"/>
                  <a:gd name="T68" fmla="*/ 0 w 7082"/>
                  <a:gd name="T69" fmla="*/ 0 h 5611"/>
                  <a:gd name="T70" fmla="*/ 0 w 7082"/>
                  <a:gd name="T71" fmla="*/ 0 h 561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082"/>
                  <a:gd name="T109" fmla="*/ 0 h 5611"/>
                  <a:gd name="T110" fmla="*/ 7082 w 7082"/>
                  <a:gd name="T111" fmla="*/ 5611 h 561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082" h="5611">
                    <a:moveTo>
                      <a:pt x="2639" y="0"/>
                    </a:moveTo>
                    <a:lnTo>
                      <a:pt x="2308" y="313"/>
                    </a:lnTo>
                    <a:lnTo>
                      <a:pt x="2102" y="470"/>
                    </a:lnTo>
                    <a:lnTo>
                      <a:pt x="1344" y="705"/>
                    </a:lnTo>
                    <a:lnTo>
                      <a:pt x="978" y="847"/>
                    </a:lnTo>
                    <a:lnTo>
                      <a:pt x="600" y="1175"/>
                    </a:lnTo>
                    <a:lnTo>
                      <a:pt x="236" y="1927"/>
                    </a:lnTo>
                    <a:lnTo>
                      <a:pt x="253" y="3450"/>
                    </a:lnTo>
                    <a:lnTo>
                      <a:pt x="0" y="4468"/>
                    </a:lnTo>
                    <a:lnTo>
                      <a:pt x="317" y="5268"/>
                    </a:lnTo>
                    <a:lnTo>
                      <a:pt x="3192" y="5611"/>
                    </a:lnTo>
                    <a:lnTo>
                      <a:pt x="3983" y="4169"/>
                    </a:lnTo>
                    <a:lnTo>
                      <a:pt x="4219" y="3652"/>
                    </a:lnTo>
                    <a:lnTo>
                      <a:pt x="4474" y="3872"/>
                    </a:lnTo>
                    <a:lnTo>
                      <a:pt x="4854" y="4452"/>
                    </a:lnTo>
                    <a:lnTo>
                      <a:pt x="5596" y="4592"/>
                    </a:lnTo>
                    <a:lnTo>
                      <a:pt x="6624" y="4421"/>
                    </a:lnTo>
                    <a:lnTo>
                      <a:pt x="7067" y="4438"/>
                    </a:lnTo>
                    <a:lnTo>
                      <a:pt x="7082" y="3936"/>
                    </a:lnTo>
                    <a:lnTo>
                      <a:pt x="6926" y="3872"/>
                    </a:lnTo>
                    <a:lnTo>
                      <a:pt x="6640" y="3810"/>
                    </a:lnTo>
                    <a:lnTo>
                      <a:pt x="6087" y="3794"/>
                    </a:lnTo>
                    <a:lnTo>
                      <a:pt x="5847" y="3888"/>
                    </a:lnTo>
                    <a:lnTo>
                      <a:pt x="5818" y="3777"/>
                    </a:lnTo>
                    <a:lnTo>
                      <a:pt x="5725" y="3763"/>
                    </a:lnTo>
                    <a:lnTo>
                      <a:pt x="5642" y="3606"/>
                    </a:lnTo>
                    <a:lnTo>
                      <a:pt x="5502" y="3512"/>
                    </a:lnTo>
                    <a:lnTo>
                      <a:pt x="5405" y="3011"/>
                    </a:lnTo>
                    <a:lnTo>
                      <a:pt x="5104" y="2837"/>
                    </a:lnTo>
                    <a:lnTo>
                      <a:pt x="5058" y="2335"/>
                    </a:lnTo>
                    <a:lnTo>
                      <a:pt x="4884" y="1993"/>
                    </a:lnTo>
                    <a:lnTo>
                      <a:pt x="4901" y="1880"/>
                    </a:lnTo>
                    <a:lnTo>
                      <a:pt x="4804" y="1442"/>
                    </a:lnTo>
                    <a:lnTo>
                      <a:pt x="4285" y="1113"/>
                    </a:lnTo>
                    <a:lnTo>
                      <a:pt x="3445" y="249"/>
                    </a:lnTo>
                    <a:lnTo>
                      <a:pt x="2639" y="0"/>
                    </a:lnTo>
                    <a:close/>
                  </a:path>
                </a:pathLst>
              </a:custGeom>
              <a:solidFill>
                <a:srgbClr val="FFFFFF"/>
              </a:solidFill>
              <a:ln w="9525">
                <a:noFill/>
                <a:round/>
                <a:headEnd/>
                <a:tailEnd/>
              </a:ln>
            </p:spPr>
            <p:txBody>
              <a:bodyPr/>
              <a:lstStyle/>
              <a:p>
                <a:pPr algn="ctr"/>
                <a:endParaRPr lang="pt-BR" sz="2400"/>
              </a:p>
            </p:txBody>
          </p:sp>
          <p:sp>
            <p:nvSpPr>
              <p:cNvPr id="472" name="Freeform 330"/>
              <p:cNvSpPr>
                <a:spLocks/>
              </p:cNvSpPr>
              <p:nvPr/>
            </p:nvSpPr>
            <p:spPr bwMode="auto">
              <a:xfrm>
                <a:off x="426" y="1461"/>
                <a:ext cx="240" cy="57"/>
              </a:xfrm>
              <a:custGeom>
                <a:avLst/>
                <a:gdLst>
                  <a:gd name="T0" fmla="*/ 0 w 2403"/>
                  <a:gd name="T1" fmla="*/ 0 h 565"/>
                  <a:gd name="T2" fmla="*/ 0 w 2403"/>
                  <a:gd name="T3" fmla="*/ 0 h 565"/>
                  <a:gd name="T4" fmla="*/ 0 w 2403"/>
                  <a:gd name="T5" fmla="*/ 0 h 565"/>
                  <a:gd name="T6" fmla="*/ 0 w 2403"/>
                  <a:gd name="T7" fmla="*/ 0 h 565"/>
                  <a:gd name="T8" fmla="*/ 0 w 2403"/>
                  <a:gd name="T9" fmla="*/ 0 h 565"/>
                  <a:gd name="T10" fmla="*/ 0 60000 65536"/>
                  <a:gd name="T11" fmla="*/ 0 60000 65536"/>
                  <a:gd name="T12" fmla="*/ 0 60000 65536"/>
                  <a:gd name="T13" fmla="*/ 0 60000 65536"/>
                  <a:gd name="T14" fmla="*/ 0 60000 65536"/>
                  <a:gd name="T15" fmla="*/ 0 w 2403"/>
                  <a:gd name="T16" fmla="*/ 0 h 565"/>
                  <a:gd name="T17" fmla="*/ 2403 w 2403"/>
                  <a:gd name="T18" fmla="*/ 565 h 565"/>
                </a:gdLst>
                <a:ahLst/>
                <a:cxnLst>
                  <a:cxn ang="T10">
                    <a:pos x="T0" y="T1"/>
                  </a:cxn>
                  <a:cxn ang="T11">
                    <a:pos x="T2" y="T3"/>
                  </a:cxn>
                  <a:cxn ang="T12">
                    <a:pos x="T4" y="T5"/>
                  </a:cxn>
                  <a:cxn ang="T13">
                    <a:pos x="T6" y="T7"/>
                  </a:cxn>
                  <a:cxn ang="T14">
                    <a:pos x="T8" y="T9"/>
                  </a:cxn>
                </a:cxnLst>
                <a:rect l="T15" t="T16" r="T17" b="T18"/>
                <a:pathLst>
                  <a:path w="2403" h="565">
                    <a:moveTo>
                      <a:pt x="0" y="0"/>
                    </a:moveTo>
                    <a:lnTo>
                      <a:pt x="31" y="220"/>
                    </a:lnTo>
                    <a:lnTo>
                      <a:pt x="835" y="565"/>
                    </a:lnTo>
                    <a:lnTo>
                      <a:pt x="2403" y="78"/>
                    </a:lnTo>
                    <a:lnTo>
                      <a:pt x="0" y="0"/>
                    </a:lnTo>
                    <a:close/>
                  </a:path>
                </a:pathLst>
              </a:custGeom>
              <a:solidFill>
                <a:srgbClr val="515151"/>
              </a:solidFill>
              <a:ln w="9525">
                <a:noFill/>
                <a:round/>
                <a:headEnd/>
                <a:tailEnd/>
              </a:ln>
            </p:spPr>
            <p:txBody>
              <a:bodyPr/>
              <a:lstStyle/>
              <a:p>
                <a:pPr algn="ctr"/>
                <a:endParaRPr lang="pt-BR" sz="2400"/>
              </a:p>
            </p:txBody>
          </p:sp>
          <p:sp>
            <p:nvSpPr>
              <p:cNvPr id="473" name="Freeform 331"/>
              <p:cNvSpPr>
                <a:spLocks/>
              </p:cNvSpPr>
              <p:nvPr/>
            </p:nvSpPr>
            <p:spPr bwMode="auto">
              <a:xfrm>
                <a:off x="398" y="1044"/>
                <a:ext cx="332" cy="430"/>
              </a:xfrm>
              <a:custGeom>
                <a:avLst/>
                <a:gdLst>
                  <a:gd name="T0" fmla="*/ 0 w 3318"/>
                  <a:gd name="T1" fmla="*/ 0 h 4296"/>
                  <a:gd name="T2" fmla="*/ 0 w 3318"/>
                  <a:gd name="T3" fmla="*/ 0 h 4296"/>
                  <a:gd name="T4" fmla="*/ 0 w 3318"/>
                  <a:gd name="T5" fmla="*/ 0 h 4296"/>
                  <a:gd name="T6" fmla="*/ 0 w 3318"/>
                  <a:gd name="T7" fmla="*/ 0 h 4296"/>
                  <a:gd name="T8" fmla="*/ 0 w 3318"/>
                  <a:gd name="T9" fmla="*/ 0 h 4296"/>
                  <a:gd name="T10" fmla="*/ 0 w 3318"/>
                  <a:gd name="T11" fmla="*/ 0 h 4296"/>
                  <a:gd name="T12" fmla="*/ 0 w 3318"/>
                  <a:gd name="T13" fmla="*/ 0 h 4296"/>
                  <a:gd name="T14" fmla="*/ 0 w 3318"/>
                  <a:gd name="T15" fmla="*/ 0 h 4296"/>
                  <a:gd name="T16" fmla="*/ 0 w 3318"/>
                  <a:gd name="T17" fmla="*/ 0 h 4296"/>
                  <a:gd name="T18" fmla="*/ 0 w 3318"/>
                  <a:gd name="T19" fmla="*/ 0 h 4296"/>
                  <a:gd name="T20" fmla="*/ 0 w 3318"/>
                  <a:gd name="T21" fmla="*/ 0 h 4296"/>
                  <a:gd name="T22" fmla="*/ 0 w 3318"/>
                  <a:gd name="T23" fmla="*/ 0 h 4296"/>
                  <a:gd name="T24" fmla="*/ 0 w 3318"/>
                  <a:gd name="T25" fmla="*/ 0 h 4296"/>
                  <a:gd name="T26" fmla="*/ 0 w 3318"/>
                  <a:gd name="T27" fmla="*/ 0 h 4296"/>
                  <a:gd name="T28" fmla="*/ 0 w 3318"/>
                  <a:gd name="T29" fmla="*/ 0 h 4296"/>
                  <a:gd name="T30" fmla="*/ 0 w 3318"/>
                  <a:gd name="T31" fmla="*/ 0 h 4296"/>
                  <a:gd name="T32" fmla="*/ 0 w 3318"/>
                  <a:gd name="T33" fmla="*/ 0 h 4296"/>
                  <a:gd name="T34" fmla="*/ 0 w 3318"/>
                  <a:gd name="T35" fmla="*/ 0 h 4296"/>
                  <a:gd name="T36" fmla="*/ 0 w 3318"/>
                  <a:gd name="T37" fmla="*/ 0 h 4296"/>
                  <a:gd name="T38" fmla="*/ 0 w 3318"/>
                  <a:gd name="T39" fmla="*/ 0 h 4296"/>
                  <a:gd name="T40" fmla="*/ 0 w 3318"/>
                  <a:gd name="T41" fmla="*/ 0 h 4296"/>
                  <a:gd name="T42" fmla="*/ 0 w 3318"/>
                  <a:gd name="T43" fmla="*/ 0 h 4296"/>
                  <a:gd name="T44" fmla="*/ 0 w 3318"/>
                  <a:gd name="T45" fmla="*/ 0 h 4296"/>
                  <a:gd name="T46" fmla="*/ 0 w 3318"/>
                  <a:gd name="T47" fmla="*/ 0 h 4296"/>
                  <a:gd name="T48" fmla="*/ 0 w 3318"/>
                  <a:gd name="T49" fmla="*/ 0 h 4296"/>
                  <a:gd name="T50" fmla="*/ 0 w 3318"/>
                  <a:gd name="T51" fmla="*/ 0 h 4296"/>
                  <a:gd name="T52" fmla="*/ 0 w 3318"/>
                  <a:gd name="T53" fmla="*/ 0 h 4296"/>
                  <a:gd name="T54" fmla="*/ 0 w 3318"/>
                  <a:gd name="T55" fmla="*/ 0 h 4296"/>
                  <a:gd name="T56" fmla="*/ 0 w 3318"/>
                  <a:gd name="T57" fmla="*/ 0 h 4296"/>
                  <a:gd name="T58" fmla="*/ 0 w 3318"/>
                  <a:gd name="T59" fmla="*/ 0 h 4296"/>
                  <a:gd name="T60" fmla="*/ 0 w 3318"/>
                  <a:gd name="T61" fmla="*/ 0 h 4296"/>
                  <a:gd name="T62" fmla="*/ 0 w 3318"/>
                  <a:gd name="T63" fmla="*/ 0 h 4296"/>
                  <a:gd name="T64" fmla="*/ 0 w 3318"/>
                  <a:gd name="T65" fmla="*/ 0 h 4296"/>
                  <a:gd name="T66" fmla="*/ 0 w 3318"/>
                  <a:gd name="T67" fmla="*/ 0 h 4296"/>
                  <a:gd name="T68" fmla="*/ 0 w 3318"/>
                  <a:gd name="T69" fmla="*/ 0 h 429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318"/>
                  <a:gd name="T106" fmla="*/ 0 h 4296"/>
                  <a:gd name="T107" fmla="*/ 3318 w 3318"/>
                  <a:gd name="T108" fmla="*/ 4296 h 429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318" h="4296">
                    <a:moveTo>
                      <a:pt x="963" y="15"/>
                    </a:moveTo>
                    <a:lnTo>
                      <a:pt x="899" y="328"/>
                    </a:lnTo>
                    <a:lnTo>
                      <a:pt x="899" y="658"/>
                    </a:lnTo>
                    <a:lnTo>
                      <a:pt x="963" y="971"/>
                    </a:lnTo>
                    <a:lnTo>
                      <a:pt x="1059" y="1192"/>
                    </a:lnTo>
                    <a:lnTo>
                      <a:pt x="1026" y="864"/>
                    </a:lnTo>
                    <a:lnTo>
                      <a:pt x="1012" y="516"/>
                    </a:lnTo>
                    <a:lnTo>
                      <a:pt x="1043" y="344"/>
                    </a:lnTo>
                    <a:lnTo>
                      <a:pt x="1119" y="313"/>
                    </a:lnTo>
                    <a:lnTo>
                      <a:pt x="1342" y="516"/>
                    </a:lnTo>
                    <a:lnTo>
                      <a:pt x="1516" y="798"/>
                    </a:lnTo>
                    <a:lnTo>
                      <a:pt x="1579" y="1050"/>
                    </a:lnTo>
                    <a:lnTo>
                      <a:pt x="1628" y="1299"/>
                    </a:lnTo>
                    <a:lnTo>
                      <a:pt x="1516" y="1192"/>
                    </a:lnTo>
                    <a:lnTo>
                      <a:pt x="1359" y="1238"/>
                    </a:lnTo>
                    <a:lnTo>
                      <a:pt x="1261" y="1299"/>
                    </a:lnTo>
                    <a:lnTo>
                      <a:pt x="1261" y="1426"/>
                    </a:lnTo>
                    <a:lnTo>
                      <a:pt x="1312" y="1505"/>
                    </a:lnTo>
                    <a:lnTo>
                      <a:pt x="1359" y="1568"/>
                    </a:lnTo>
                    <a:lnTo>
                      <a:pt x="1073" y="1552"/>
                    </a:lnTo>
                    <a:lnTo>
                      <a:pt x="870" y="1520"/>
                    </a:lnTo>
                    <a:lnTo>
                      <a:pt x="694" y="1377"/>
                    </a:lnTo>
                    <a:lnTo>
                      <a:pt x="615" y="1473"/>
                    </a:lnTo>
                    <a:lnTo>
                      <a:pt x="615" y="1552"/>
                    </a:lnTo>
                    <a:lnTo>
                      <a:pt x="1059" y="2195"/>
                    </a:lnTo>
                    <a:lnTo>
                      <a:pt x="993" y="2367"/>
                    </a:lnTo>
                    <a:lnTo>
                      <a:pt x="917" y="2399"/>
                    </a:lnTo>
                    <a:lnTo>
                      <a:pt x="790" y="2399"/>
                    </a:lnTo>
                    <a:lnTo>
                      <a:pt x="726" y="2383"/>
                    </a:lnTo>
                    <a:lnTo>
                      <a:pt x="677" y="2665"/>
                    </a:lnTo>
                    <a:lnTo>
                      <a:pt x="993" y="2759"/>
                    </a:lnTo>
                    <a:lnTo>
                      <a:pt x="1232" y="2901"/>
                    </a:lnTo>
                    <a:lnTo>
                      <a:pt x="993" y="2901"/>
                    </a:lnTo>
                    <a:lnTo>
                      <a:pt x="677" y="2961"/>
                    </a:lnTo>
                    <a:lnTo>
                      <a:pt x="442" y="3150"/>
                    </a:lnTo>
                    <a:lnTo>
                      <a:pt x="917" y="3089"/>
                    </a:lnTo>
                    <a:lnTo>
                      <a:pt x="1295" y="3136"/>
                    </a:lnTo>
                    <a:lnTo>
                      <a:pt x="1501" y="3074"/>
                    </a:lnTo>
                    <a:lnTo>
                      <a:pt x="1501" y="2712"/>
                    </a:lnTo>
                    <a:lnTo>
                      <a:pt x="1327" y="2195"/>
                    </a:lnTo>
                    <a:lnTo>
                      <a:pt x="1532" y="2506"/>
                    </a:lnTo>
                    <a:lnTo>
                      <a:pt x="1645" y="2901"/>
                    </a:lnTo>
                    <a:lnTo>
                      <a:pt x="1657" y="3121"/>
                    </a:lnTo>
                    <a:lnTo>
                      <a:pt x="1897" y="3243"/>
                    </a:lnTo>
                    <a:lnTo>
                      <a:pt x="1961" y="3339"/>
                    </a:lnTo>
                    <a:lnTo>
                      <a:pt x="1755" y="3277"/>
                    </a:lnTo>
                    <a:lnTo>
                      <a:pt x="1501" y="3292"/>
                    </a:lnTo>
                    <a:lnTo>
                      <a:pt x="1154" y="3385"/>
                    </a:lnTo>
                    <a:lnTo>
                      <a:pt x="977" y="3496"/>
                    </a:lnTo>
                    <a:lnTo>
                      <a:pt x="1657" y="3559"/>
                    </a:lnTo>
                    <a:lnTo>
                      <a:pt x="1972" y="3432"/>
                    </a:lnTo>
                    <a:lnTo>
                      <a:pt x="2021" y="3605"/>
                    </a:lnTo>
                    <a:lnTo>
                      <a:pt x="2765" y="3683"/>
                    </a:lnTo>
                    <a:lnTo>
                      <a:pt x="2845" y="3559"/>
                    </a:lnTo>
                    <a:lnTo>
                      <a:pt x="2970" y="3449"/>
                    </a:lnTo>
                    <a:lnTo>
                      <a:pt x="3129" y="3385"/>
                    </a:lnTo>
                    <a:lnTo>
                      <a:pt x="3318" y="3339"/>
                    </a:lnTo>
                    <a:lnTo>
                      <a:pt x="3002" y="4281"/>
                    </a:lnTo>
                    <a:lnTo>
                      <a:pt x="2229" y="4247"/>
                    </a:lnTo>
                    <a:lnTo>
                      <a:pt x="1532" y="4296"/>
                    </a:lnTo>
                    <a:lnTo>
                      <a:pt x="93" y="3858"/>
                    </a:lnTo>
                    <a:lnTo>
                      <a:pt x="15" y="3576"/>
                    </a:lnTo>
                    <a:lnTo>
                      <a:pt x="0" y="3323"/>
                    </a:lnTo>
                    <a:lnTo>
                      <a:pt x="110" y="2961"/>
                    </a:lnTo>
                    <a:lnTo>
                      <a:pt x="204" y="2430"/>
                    </a:lnTo>
                    <a:lnTo>
                      <a:pt x="204" y="1568"/>
                    </a:lnTo>
                    <a:lnTo>
                      <a:pt x="251" y="957"/>
                    </a:lnTo>
                    <a:lnTo>
                      <a:pt x="379" y="486"/>
                    </a:lnTo>
                    <a:lnTo>
                      <a:pt x="662" y="109"/>
                    </a:lnTo>
                    <a:lnTo>
                      <a:pt x="899" y="0"/>
                    </a:lnTo>
                    <a:lnTo>
                      <a:pt x="963" y="15"/>
                    </a:lnTo>
                    <a:close/>
                  </a:path>
                </a:pathLst>
              </a:custGeom>
              <a:solidFill>
                <a:srgbClr val="B5B5B5"/>
              </a:solidFill>
              <a:ln w="9525">
                <a:noFill/>
                <a:round/>
                <a:headEnd/>
                <a:tailEnd/>
              </a:ln>
            </p:spPr>
            <p:txBody>
              <a:bodyPr/>
              <a:lstStyle/>
              <a:p>
                <a:pPr algn="ctr"/>
                <a:endParaRPr lang="pt-BR" sz="2400"/>
              </a:p>
            </p:txBody>
          </p:sp>
          <p:sp>
            <p:nvSpPr>
              <p:cNvPr id="474" name="Freeform 332"/>
              <p:cNvSpPr>
                <a:spLocks/>
              </p:cNvSpPr>
              <p:nvPr/>
            </p:nvSpPr>
            <p:spPr bwMode="auto">
              <a:xfrm>
                <a:off x="562" y="1044"/>
                <a:ext cx="168" cy="328"/>
              </a:xfrm>
              <a:custGeom>
                <a:avLst/>
                <a:gdLst>
                  <a:gd name="T0" fmla="*/ 0 w 1673"/>
                  <a:gd name="T1" fmla="*/ 0 h 3277"/>
                  <a:gd name="T2" fmla="*/ 0 w 1673"/>
                  <a:gd name="T3" fmla="*/ 0 h 3277"/>
                  <a:gd name="T4" fmla="*/ 0 w 1673"/>
                  <a:gd name="T5" fmla="*/ 0 h 3277"/>
                  <a:gd name="T6" fmla="*/ 0 w 1673"/>
                  <a:gd name="T7" fmla="*/ 0 h 3277"/>
                  <a:gd name="T8" fmla="*/ 0 w 1673"/>
                  <a:gd name="T9" fmla="*/ 0 h 3277"/>
                  <a:gd name="T10" fmla="*/ 0 w 1673"/>
                  <a:gd name="T11" fmla="*/ 0 h 3277"/>
                  <a:gd name="T12" fmla="*/ 0 w 1673"/>
                  <a:gd name="T13" fmla="*/ 0 h 3277"/>
                  <a:gd name="T14" fmla="*/ 0 w 1673"/>
                  <a:gd name="T15" fmla="*/ 0 h 3277"/>
                  <a:gd name="T16" fmla="*/ 0 w 1673"/>
                  <a:gd name="T17" fmla="*/ 0 h 3277"/>
                  <a:gd name="T18" fmla="*/ 0 w 1673"/>
                  <a:gd name="T19" fmla="*/ 0 h 3277"/>
                  <a:gd name="T20" fmla="*/ 0 w 1673"/>
                  <a:gd name="T21" fmla="*/ 0 h 3277"/>
                  <a:gd name="T22" fmla="*/ 0 w 1673"/>
                  <a:gd name="T23" fmla="*/ 0 h 3277"/>
                  <a:gd name="T24" fmla="*/ 0 w 1673"/>
                  <a:gd name="T25" fmla="*/ 0 h 3277"/>
                  <a:gd name="T26" fmla="*/ 0 w 1673"/>
                  <a:gd name="T27" fmla="*/ 0 h 3277"/>
                  <a:gd name="T28" fmla="*/ 0 w 1673"/>
                  <a:gd name="T29" fmla="*/ 0 h 3277"/>
                  <a:gd name="T30" fmla="*/ 0 w 1673"/>
                  <a:gd name="T31" fmla="*/ 0 h 3277"/>
                  <a:gd name="T32" fmla="*/ 0 w 1673"/>
                  <a:gd name="T33" fmla="*/ 0 h 3277"/>
                  <a:gd name="T34" fmla="*/ 0 w 1673"/>
                  <a:gd name="T35" fmla="*/ 0 h 3277"/>
                  <a:gd name="T36" fmla="*/ 0 w 1673"/>
                  <a:gd name="T37" fmla="*/ 0 h 3277"/>
                  <a:gd name="T38" fmla="*/ 0 w 1673"/>
                  <a:gd name="T39" fmla="*/ 0 h 3277"/>
                  <a:gd name="T40" fmla="*/ 0 w 1673"/>
                  <a:gd name="T41" fmla="*/ 0 h 3277"/>
                  <a:gd name="T42" fmla="*/ 0 w 1673"/>
                  <a:gd name="T43" fmla="*/ 0 h 3277"/>
                  <a:gd name="T44" fmla="*/ 0 w 1673"/>
                  <a:gd name="T45" fmla="*/ 0 h 3277"/>
                  <a:gd name="T46" fmla="*/ 0 w 1673"/>
                  <a:gd name="T47" fmla="*/ 0 h 3277"/>
                  <a:gd name="T48" fmla="*/ 0 w 1673"/>
                  <a:gd name="T49" fmla="*/ 0 h 3277"/>
                  <a:gd name="T50" fmla="*/ 0 w 1673"/>
                  <a:gd name="T51" fmla="*/ 0 h 3277"/>
                  <a:gd name="T52" fmla="*/ 0 w 1673"/>
                  <a:gd name="T53" fmla="*/ 0 h 3277"/>
                  <a:gd name="T54" fmla="*/ 0 w 1673"/>
                  <a:gd name="T55" fmla="*/ 0 h 3277"/>
                  <a:gd name="T56" fmla="*/ 0 w 1673"/>
                  <a:gd name="T57" fmla="*/ 0 h 3277"/>
                  <a:gd name="T58" fmla="*/ 0 w 1673"/>
                  <a:gd name="T59" fmla="*/ 0 h 3277"/>
                  <a:gd name="T60" fmla="*/ 0 w 1673"/>
                  <a:gd name="T61" fmla="*/ 0 h 327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73"/>
                  <a:gd name="T94" fmla="*/ 0 h 3277"/>
                  <a:gd name="T95" fmla="*/ 1673 w 1673"/>
                  <a:gd name="T96" fmla="*/ 3277 h 327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73" h="3277">
                    <a:moveTo>
                      <a:pt x="29" y="1377"/>
                    </a:moveTo>
                    <a:lnTo>
                      <a:pt x="156" y="1160"/>
                    </a:lnTo>
                    <a:lnTo>
                      <a:pt x="203" y="940"/>
                    </a:lnTo>
                    <a:lnTo>
                      <a:pt x="187" y="675"/>
                    </a:lnTo>
                    <a:lnTo>
                      <a:pt x="125" y="328"/>
                    </a:lnTo>
                    <a:lnTo>
                      <a:pt x="0" y="0"/>
                    </a:lnTo>
                    <a:lnTo>
                      <a:pt x="376" y="408"/>
                    </a:lnTo>
                    <a:lnTo>
                      <a:pt x="538" y="798"/>
                    </a:lnTo>
                    <a:lnTo>
                      <a:pt x="584" y="1177"/>
                    </a:lnTo>
                    <a:lnTo>
                      <a:pt x="567" y="1473"/>
                    </a:lnTo>
                    <a:lnTo>
                      <a:pt x="724" y="1366"/>
                    </a:lnTo>
                    <a:lnTo>
                      <a:pt x="440" y="1740"/>
                    </a:lnTo>
                    <a:lnTo>
                      <a:pt x="502" y="1819"/>
                    </a:lnTo>
                    <a:lnTo>
                      <a:pt x="1200" y="1130"/>
                    </a:lnTo>
                    <a:lnTo>
                      <a:pt x="758" y="1914"/>
                    </a:lnTo>
                    <a:lnTo>
                      <a:pt x="980" y="2321"/>
                    </a:lnTo>
                    <a:lnTo>
                      <a:pt x="1342" y="2037"/>
                    </a:lnTo>
                    <a:lnTo>
                      <a:pt x="1469" y="1568"/>
                    </a:lnTo>
                    <a:lnTo>
                      <a:pt x="1546" y="986"/>
                    </a:lnTo>
                    <a:lnTo>
                      <a:pt x="1673" y="580"/>
                    </a:lnTo>
                    <a:lnTo>
                      <a:pt x="1626" y="2915"/>
                    </a:lnTo>
                    <a:lnTo>
                      <a:pt x="1357" y="3260"/>
                    </a:lnTo>
                    <a:lnTo>
                      <a:pt x="1516" y="2774"/>
                    </a:lnTo>
                    <a:lnTo>
                      <a:pt x="1516" y="2506"/>
                    </a:lnTo>
                    <a:lnTo>
                      <a:pt x="1151" y="2477"/>
                    </a:lnTo>
                    <a:lnTo>
                      <a:pt x="980" y="2681"/>
                    </a:lnTo>
                    <a:lnTo>
                      <a:pt x="1184" y="2947"/>
                    </a:lnTo>
                    <a:lnTo>
                      <a:pt x="1151" y="3277"/>
                    </a:lnTo>
                    <a:lnTo>
                      <a:pt x="125" y="2947"/>
                    </a:lnTo>
                    <a:lnTo>
                      <a:pt x="47" y="2163"/>
                    </a:lnTo>
                    <a:lnTo>
                      <a:pt x="29" y="1377"/>
                    </a:lnTo>
                    <a:close/>
                  </a:path>
                </a:pathLst>
              </a:custGeom>
              <a:solidFill>
                <a:srgbClr val="B5B5B5"/>
              </a:solidFill>
              <a:ln w="9525">
                <a:noFill/>
                <a:round/>
                <a:headEnd/>
                <a:tailEnd/>
              </a:ln>
            </p:spPr>
            <p:txBody>
              <a:bodyPr/>
              <a:lstStyle/>
              <a:p>
                <a:pPr algn="ctr"/>
                <a:endParaRPr lang="pt-BR" sz="2400"/>
              </a:p>
            </p:txBody>
          </p:sp>
          <p:sp>
            <p:nvSpPr>
              <p:cNvPr id="475" name="Freeform 333"/>
              <p:cNvSpPr>
                <a:spLocks/>
              </p:cNvSpPr>
              <p:nvPr/>
            </p:nvSpPr>
            <p:spPr bwMode="auto">
              <a:xfrm>
                <a:off x="492" y="920"/>
                <a:ext cx="182" cy="148"/>
              </a:xfrm>
              <a:custGeom>
                <a:avLst/>
                <a:gdLst>
                  <a:gd name="T0" fmla="*/ 0 w 1819"/>
                  <a:gd name="T1" fmla="*/ 0 h 1474"/>
                  <a:gd name="T2" fmla="*/ 0 w 1819"/>
                  <a:gd name="T3" fmla="*/ 0 h 1474"/>
                  <a:gd name="T4" fmla="*/ 0 w 1819"/>
                  <a:gd name="T5" fmla="*/ 0 h 1474"/>
                  <a:gd name="T6" fmla="*/ 0 w 1819"/>
                  <a:gd name="T7" fmla="*/ 0 h 1474"/>
                  <a:gd name="T8" fmla="*/ 0 w 1819"/>
                  <a:gd name="T9" fmla="*/ 0 h 1474"/>
                  <a:gd name="T10" fmla="*/ 0 w 1819"/>
                  <a:gd name="T11" fmla="*/ 0 h 1474"/>
                  <a:gd name="T12" fmla="*/ 0 w 1819"/>
                  <a:gd name="T13" fmla="*/ 0 h 1474"/>
                  <a:gd name="T14" fmla="*/ 0 w 1819"/>
                  <a:gd name="T15" fmla="*/ 0 h 1474"/>
                  <a:gd name="T16" fmla="*/ 0 w 1819"/>
                  <a:gd name="T17" fmla="*/ 0 h 1474"/>
                  <a:gd name="T18" fmla="*/ 0 w 1819"/>
                  <a:gd name="T19" fmla="*/ 0 h 1474"/>
                  <a:gd name="T20" fmla="*/ 0 w 1819"/>
                  <a:gd name="T21" fmla="*/ 0 h 1474"/>
                  <a:gd name="T22" fmla="*/ 0 w 1819"/>
                  <a:gd name="T23" fmla="*/ 0 h 1474"/>
                  <a:gd name="T24" fmla="*/ 0 w 1819"/>
                  <a:gd name="T25" fmla="*/ 0 h 14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19"/>
                  <a:gd name="T40" fmla="*/ 0 h 1474"/>
                  <a:gd name="T41" fmla="*/ 1819 w 1819"/>
                  <a:gd name="T42" fmla="*/ 1474 h 14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19" h="1474">
                    <a:moveTo>
                      <a:pt x="0" y="1003"/>
                    </a:moveTo>
                    <a:lnTo>
                      <a:pt x="508" y="957"/>
                    </a:lnTo>
                    <a:lnTo>
                      <a:pt x="1298" y="1145"/>
                    </a:lnTo>
                    <a:lnTo>
                      <a:pt x="1819" y="1474"/>
                    </a:lnTo>
                    <a:lnTo>
                      <a:pt x="1628" y="1192"/>
                    </a:lnTo>
                    <a:lnTo>
                      <a:pt x="1472" y="864"/>
                    </a:lnTo>
                    <a:lnTo>
                      <a:pt x="1802" y="359"/>
                    </a:lnTo>
                    <a:lnTo>
                      <a:pt x="1788" y="0"/>
                    </a:lnTo>
                    <a:lnTo>
                      <a:pt x="1535" y="206"/>
                    </a:lnTo>
                    <a:lnTo>
                      <a:pt x="1313" y="441"/>
                    </a:lnTo>
                    <a:lnTo>
                      <a:pt x="1201" y="533"/>
                    </a:lnTo>
                    <a:lnTo>
                      <a:pt x="159" y="910"/>
                    </a:lnTo>
                    <a:lnTo>
                      <a:pt x="0" y="1003"/>
                    </a:lnTo>
                    <a:close/>
                  </a:path>
                </a:pathLst>
              </a:custGeom>
              <a:solidFill>
                <a:srgbClr val="B5B5B5"/>
              </a:solidFill>
              <a:ln w="9525">
                <a:noFill/>
                <a:round/>
                <a:headEnd/>
                <a:tailEnd/>
              </a:ln>
            </p:spPr>
            <p:txBody>
              <a:bodyPr/>
              <a:lstStyle/>
              <a:p>
                <a:pPr algn="ctr"/>
                <a:endParaRPr lang="pt-BR" sz="2400"/>
              </a:p>
            </p:txBody>
          </p:sp>
          <p:sp>
            <p:nvSpPr>
              <p:cNvPr id="476" name="Freeform 334"/>
              <p:cNvSpPr>
                <a:spLocks/>
              </p:cNvSpPr>
              <p:nvPr/>
            </p:nvSpPr>
            <p:spPr bwMode="auto">
              <a:xfrm>
                <a:off x="614" y="1058"/>
                <a:ext cx="124" cy="97"/>
              </a:xfrm>
              <a:custGeom>
                <a:avLst/>
                <a:gdLst>
                  <a:gd name="T0" fmla="*/ 0 w 1235"/>
                  <a:gd name="T1" fmla="*/ 0 h 971"/>
                  <a:gd name="T2" fmla="*/ 0 w 1235"/>
                  <a:gd name="T3" fmla="*/ 0 h 971"/>
                  <a:gd name="T4" fmla="*/ 0 w 1235"/>
                  <a:gd name="T5" fmla="*/ 0 h 971"/>
                  <a:gd name="T6" fmla="*/ 0 w 1235"/>
                  <a:gd name="T7" fmla="*/ 0 h 971"/>
                  <a:gd name="T8" fmla="*/ 0 w 1235"/>
                  <a:gd name="T9" fmla="*/ 0 h 971"/>
                  <a:gd name="T10" fmla="*/ 0 w 1235"/>
                  <a:gd name="T11" fmla="*/ 0 h 971"/>
                  <a:gd name="T12" fmla="*/ 0 w 1235"/>
                  <a:gd name="T13" fmla="*/ 0 h 971"/>
                  <a:gd name="T14" fmla="*/ 0 w 1235"/>
                  <a:gd name="T15" fmla="*/ 0 h 971"/>
                  <a:gd name="T16" fmla="*/ 0 w 1235"/>
                  <a:gd name="T17" fmla="*/ 0 h 971"/>
                  <a:gd name="T18" fmla="*/ 0 w 1235"/>
                  <a:gd name="T19" fmla="*/ 0 h 971"/>
                  <a:gd name="T20" fmla="*/ 0 w 1235"/>
                  <a:gd name="T21" fmla="*/ 0 h 971"/>
                  <a:gd name="T22" fmla="*/ 0 w 1235"/>
                  <a:gd name="T23" fmla="*/ 0 h 971"/>
                  <a:gd name="T24" fmla="*/ 0 w 1235"/>
                  <a:gd name="T25" fmla="*/ 0 h 9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35"/>
                  <a:gd name="T40" fmla="*/ 0 h 971"/>
                  <a:gd name="T41" fmla="*/ 1235 w 1235"/>
                  <a:gd name="T42" fmla="*/ 971 h 97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35" h="971">
                    <a:moveTo>
                      <a:pt x="711" y="251"/>
                    </a:moveTo>
                    <a:lnTo>
                      <a:pt x="886" y="251"/>
                    </a:lnTo>
                    <a:lnTo>
                      <a:pt x="793" y="438"/>
                    </a:lnTo>
                    <a:lnTo>
                      <a:pt x="633" y="626"/>
                    </a:lnTo>
                    <a:lnTo>
                      <a:pt x="411" y="751"/>
                    </a:lnTo>
                    <a:lnTo>
                      <a:pt x="0" y="922"/>
                    </a:lnTo>
                    <a:lnTo>
                      <a:pt x="335" y="971"/>
                    </a:lnTo>
                    <a:lnTo>
                      <a:pt x="651" y="957"/>
                    </a:lnTo>
                    <a:lnTo>
                      <a:pt x="871" y="861"/>
                    </a:lnTo>
                    <a:lnTo>
                      <a:pt x="1028" y="751"/>
                    </a:lnTo>
                    <a:lnTo>
                      <a:pt x="1235" y="580"/>
                    </a:lnTo>
                    <a:lnTo>
                      <a:pt x="1235" y="0"/>
                    </a:lnTo>
                    <a:lnTo>
                      <a:pt x="711" y="251"/>
                    </a:lnTo>
                    <a:close/>
                  </a:path>
                </a:pathLst>
              </a:custGeom>
              <a:solidFill>
                <a:srgbClr val="B5B5B5"/>
              </a:solidFill>
              <a:ln w="9525">
                <a:noFill/>
                <a:round/>
                <a:headEnd/>
                <a:tailEnd/>
              </a:ln>
            </p:spPr>
            <p:txBody>
              <a:bodyPr/>
              <a:lstStyle/>
              <a:p>
                <a:pPr algn="ctr"/>
                <a:endParaRPr lang="pt-BR" sz="2400"/>
              </a:p>
            </p:txBody>
          </p:sp>
          <p:sp>
            <p:nvSpPr>
              <p:cNvPr id="477" name="Freeform 335"/>
              <p:cNvSpPr>
                <a:spLocks/>
              </p:cNvSpPr>
              <p:nvPr/>
            </p:nvSpPr>
            <p:spPr bwMode="auto">
              <a:xfrm>
                <a:off x="749" y="1027"/>
                <a:ext cx="41" cy="81"/>
              </a:xfrm>
              <a:custGeom>
                <a:avLst/>
                <a:gdLst>
                  <a:gd name="T0" fmla="*/ 0 w 410"/>
                  <a:gd name="T1" fmla="*/ 0 h 815"/>
                  <a:gd name="T2" fmla="*/ 0 w 410"/>
                  <a:gd name="T3" fmla="*/ 0 h 815"/>
                  <a:gd name="T4" fmla="*/ 0 w 410"/>
                  <a:gd name="T5" fmla="*/ 0 h 815"/>
                  <a:gd name="T6" fmla="*/ 0 w 410"/>
                  <a:gd name="T7" fmla="*/ 0 h 815"/>
                  <a:gd name="T8" fmla="*/ 0 w 410"/>
                  <a:gd name="T9" fmla="*/ 0 h 815"/>
                  <a:gd name="T10" fmla="*/ 0 60000 65536"/>
                  <a:gd name="T11" fmla="*/ 0 60000 65536"/>
                  <a:gd name="T12" fmla="*/ 0 60000 65536"/>
                  <a:gd name="T13" fmla="*/ 0 60000 65536"/>
                  <a:gd name="T14" fmla="*/ 0 60000 65536"/>
                  <a:gd name="T15" fmla="*/ 0 w 410"/>
                  <a:gd name="T16" fmla="*/ 0 h 815"/>
                  <a:gd name="T17" fmla="*/ 410 w 410"/>
                  <a:gd name="T18" fmla="*/ 815 h 815"/>
                </a:gdLst>
                <a:ahLst/>
                <a:cxnLst>
                  <a:cxn ang="T10">
                    <a:pos x="T0" y="T1"/>
                  </a:cxn>
                  <a:cxn ang="T11">
                    <a:pos x="T2" y="T3"/>
                  </a:cxn>
                  <a:cxn ang="T12">
                    <a:pos x="T4" y="T5"/>
                  </a:cxn>
                  <a:cxn ang="T13">
                    <a:pos x="T6" y="T7"/>
                  </a:cxn>
                  <a:cxn ang="T14">
                    <a:pos x="T8" y="T9"/>
                  </a:cxn>
                </a:cxnLst>
                <a:rect l="T15" t="T16" r="T17" b="T18"/>
                <a:pathLst>
                  <a:path w="410" h="815">
                    <a:moveTo>
                      <a:pt x="95" y="815"/>
                    </a:moveTo>
                    <a:lnTo>
                      <a:pt x="410" y="96"/>
                    </a:lnTo>
                    <a:lnTo>
                      <a:pt x="332" y="0"/>
                    </a:lnTo>
                    <a:lnTo>
                      <a:pt x="0" y="235"/>
                    </a:lnTo>
                    <a:lnTo>
                      <a:pt x="95" y="815"/>
                    </a:lnTo>
                    <a:close/>
                  </a:path>
                </a:pathLst>
              </a:custGeom>
              <a:solidFill>
                <a:srgbClr val="B5B5B5"/>
              </a:solidFill>
              <a:ln w="9525">
                <a:noFill/>
                <a:round/>
                <a:headEnd/>
                <a:tailEnd/>
              </a:ln>
            </p:spPr>
            <p:txBody>
              <a:bodyPr/>
              <a:lstStyle/>
              <a:p>
                <a:pPr algn="ctr"/>
                <a:endParaRPr lang="pt-BR" sz="2400"/>
              </a:p>
            </p:txBody>
          </p:sp>
          <p:sp>
            <p:nvSpPr>
              <p:cNvPr id="478" name="Freeform 336"/>
              <p:cNvSpPr>
                <a:spLocks/>
              </p:cNvSpPr>
              <p:nvPr/>
            </p:nvSpPr>
            <p:spPr bwMode="auto">
              <a:xfrm>
                <a:off x="769" y="1019"/>
                <a:ext cx="106" cy="345"/>
              </a:xfrm>
              <a:custGeom>
                <a:avLst/>
                <a:gdLst>
                  <a:gd name="T0" fmla="*/ 0 w 1057"/>
                  <a:gd name="T1" fmla="*/ 0 h 3448"/>
                  <a:gd name="T2" fmla="*/ 0 w 1057"/>
                  <a:gd name="T3" fmla="*/ 0 h 3448"/>
                  <a:gd name="T4" fmla="*/ 0 w 1057"/>
                  <a:gd name="T5" fmla="*/ 0 h 3448"/>
                  <a:gd name="T6" fmla="*/ 0 w 1057"/>
                  <a:gd name="T7" fmla="*/ 0 h 3448"/>
                  <a:gd name="T8" fmla="*/ 0 w 1057"/>
                  <a:gd name="T9" fmla="*/ 0 h 3448"/>
                  <a:gd name="T10" fmla="*/ 0 w 1057"/>
                  <a:gd name="T11" fmla="*/ 0 h 3448"/>
                  <a:gd name="T12" fmla="*/ 0 w 1057"/>
                  <a:gd name="T13" fmla="*/ 0 h 3448"/>
                  <a:gd name="T14" fmla="*/ 0 w 1057"/>
                  <a:gd name="T15" fmla="*/ 0 h 3448"/>
                  <a:gd name="T16" fmla="*/ 0 w 1057"/>
                  <a:gd name="T17" fmla="*/ 0 h 3448"/>
                  <a:gd name="T18" fmla="*/ 0 w 1057"/>
                  <a:gd name="T19" fmla="*/ 0 h 3448"/>
                  <a:gd name="T20" fmla="*/ 0 w 1057"/>
                  <a:gd name="T21" fmla="*/ 0 h 3448"/>
                  <a:gd name="T22" fmla="*/ 0 w 1057"/>
                  <a:gd name="T23" fmla="*/ 0 h 3448"/>
                  <a:gd name="T24" fmla="*/ 0 w 1057"/>
                  <a:gd name="T25" fmla="*/ 0 h 3448"/>
                  <a:gd name="T26" fmla="*/ 0 w 1057"/>
                  <a:gd name="T27" fmla="*/ 0 h 3448"/>
                  <a:gd name="T28" fmla="*/ 0 w 1057"/>
                  <a:gd name="T29" fmla="*/ 0 h 3448"/>
                  <a:gd name="T30" fmla="*/ 0 w 1057"/>
                  <a:gd name="T31" fmla="*/ 0 h 3448"/>
                  <a:gd name="T32" fmla="*/ 0 w 1057"/>
                  <a:gd name="T33" fmla="*/ 0 h 3448"/>
                  <a:gd name="T34" fmla="*/ 0 w 1057"/>
                  <a:gd name="T35" fmla="*/ 0 h 3448"/>
                  <a:gd name="T36" fmla="*/ 0 w 1057"/>
                  <a:gd name="T37" fmla="*/ 0 h 3448"/>
                  <a:gd name="T38" fmla="*/ 0 w 1057"/>
                  <a:gd name="T39" fmla="*/ 0 h 3448"/>
                  <a:gd name="T40" fmla="*/ 0 w 1057"/>
                  <a:gd name="T41" fmla="*/ 0 h 3448"/>
                  <a:gd name="T42" fmla="*/ 0 w 1057"/>
                  <a:gd name="T43" fmla="*/ 0 h 3448"/>
                  <a:gd name="T44" fmla="*/ 0 w 1057"/>
                  <a:gd name="T45" fmla="*/ 0 h 3448"/>
                  <a:gd name="T46" fmla="*/ 0 w 1057"/>
                  <a:gd name="T47" fmla="*/ 0 h 3448"/>
                  <a:gd name="T48" fmla="*/ 0 w 1057"/>
                  <a:gd name="T49" fmla="*/ 0 h 3448"/>
                  <a:gd name="T50" fmla="*/ 0 w 1057"/>
                  <a:gd name="T51" fmla="*/ 0 h 3448"/>
                  <a:gd name="T52" fmla="*/ 0 w 1057"/>
                  <a:gd name="T53" fmla="*/ 0 h 3448"/>
                  <a:gd name="T54" fmla="*/ 0 w 1057"/>
                  <a:gd name="T55" fmla="*/ 0 h 344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57"/>
                  <a:gd name="T85" fmla="*/ 0 h 3448"/>
                  <a:gd name="T86" fmla="*/ 1057 w 1057"/>
                  <a:gd name="T87" fmla="*/ 3448 h 344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57" h="3448">
                    <a:moveTo>
                      <a:pt x="220" y="189"/>
                    </a:moveTo>
                    <a:lnTo>
                      <a:pt x="268" y="329"/>
                    </a:lnTo>
                    <a:lnTo>
                      <a:pt x="235" y="471"/>
                    </a:lnTo>
                    <a:lnTo>
                      <a:pt x="235" y="659"/>
                    </a:lnTo>
                    <a:lnTo>
                      <a:pt x="282" y="926"/>
                    </a:lnTo>
                    <a:lnTo>
                      <a:pt x="362" y="1129"/>
                    </a:lnTo>
                    <a:lnTo>
                      <a:pt x="553" y="1428"/>
                    </a:lnTo>
                    <a:lnTo>
                      <a:pt x="442" y="1144"/>
                    </a:lnTo>
                    <a:lnTo>
                      <a:pt x="425" y="892"/>
                    </a:lnTo>
                    <a:lnTo>
                      <a:pt x="471" y="720"/>
                    </a:lnTo>
                    <a:lnTo>
                      <a:pt x="584" y="549"/>
                    </a:lnTo>
                    <a:lnTo>
                      <a:pt x="677" y="407"/>
                    </a:lnTo>
                    <a:lnTo>
                      <a:pt x="899" y="691"/>
                    </a:lnTo>
                    <a:lnTo>
                      <a:pt x="677" y="1928"/>
                    </a:lnTo>
                    <a:lnTo>
                      <a:pt x="471" y="2226"/>
                    </a:lnTo>
                    <a:lnTo>
                      <a:pt x="408" y="2728"/>
                    </a:lnTo>
                    <a:lnTo>
                      <a:pt x="171" y="2916"/>
                    </a:lnTo>
                    <a:lnTo>
                      <a:pt x="0" y="2650"/>
                    </a:lnTo>
                    <a:lnTo>
                      <a:pt x="59" y="3448"/>
                    </a:lnTo>
                    <a:lnTo>
                      <a:pt x="362" y="3308"/>
                    </a:lnTo>
                    <a:lnTo>
                      <a:pt x="537" y="2899"/>
                    </a:lnTo>
                    <a:lnTo>
                      <a:pt x="695" y="2399"/>
                    </a:lnTo>
                    <a:lnTo>
                      <a:pt x="757" y="1944"/>
                    </a:lnTo>
                    <a:lnTo>
                      <a:pt x="868" y="1663"/>
                    </a:lnTo>
                    <a:lnTo>
                      <a:pt x="1057" y="517"/>
                    </a:lnTo>
                    <a:lnTo>
                      <a:pt x="662" y="251"/>
                    </a:lnTo>
                    <a:lnTo>
                      <a:pt x="251" y="0"/>
                    </a:lnTo>
                    <a:lnTo>
                      <a:pt x="220" y="189"/>
                    </a:lnTo>
                    <a:close/>
                  </a:path>
                </a:pathLst>
              </a:custGeom>
              <a:solidFill>
                <a:srgbClr val="B5B5B5"/>
              </a:solidFill>
              <a:ln w="9525">
                <a:noFill/>
                <a:round/>
                <a:headEnd/>
                <a:tailEnd/>
              </a:ln>
            </p:spPr>
            <p:txBody>
              <a:bodyPr/>
              <a:lstStyle/>
              <a:p>
                <a:pPr algn="ctr"/>
                <a:endParaRPr lang="pt-BR" sz="2400"/>
              </a:p>
            </p:txBody>
          </p:sp>
          <p:sp>
            <p:nvSpPr>
              <p:cNvPr id="479" name="Freeform 337"/>
              <p:cNvSpPr>
                <a:spLocks/>
              </p:cNvSpPr>
              <p:nvPr/>
            </p:nvSpPr>
            <p:spPr bwMode="auto">
              <a:xfrm>
                <a:off x="823" y="1124"/>
                <a:ext cx="303" cy="270"/>
              </a:xfrm>
              <a:custGeom>
                <a:avLst/>
                <a:gdLst>
                  <a:gd name="T0" fmla="*/ 0 w 3032"/>
                  <a:gd name="T1" fmla="*/ 0 h 2698"/>
                  <a:gd name="T2" fmla="*/ 0 w 3032"/>
                  <a:gd name="T3" fmla="*/ 0 h 2698"/>
                  <a:gd name="T4" fmla="*/ 0 w 3032"/>
                  <a:gd name="T5" fmla="*/ 0 h 2698"/>
                  <a:gd name="T6" fmla="*/ 0 w 3032"/>
                  <a:gd name="T7" fmla="*/ 0 h 2698"/>
                  <a:gd name="T8" fmla="*/ 0 w 3032"/>
                  <a:gd name="T9" fmla="*/ 0 h 2698"/>
                  <a:gd name="T10" fmla="*/ 0 w 3032"/>
                  <a:gd name="T11" fmla="*/ 0 h 2698"/>
                  <a:gd name="T12" fmla="*/ 0 w 3032"/>
                  <a:gd name="T13" fmla="*/ 0 h 2698"/>
                  <a:gd name="T14" fmla="*/ 0 w 3032"/>
                  <a:gd name="T15" fmla="*/ 0 h 2698"/>
                  <a:gd name="T16" fmla="*/ 0 w 3032"/>
                  <a:gd name="T17" fmla="*/ 0 h 2698"/>
                  <a:gd name="T18" fmla="*/ 0 w 3032"/>
                  <a:gd name="T19" fmla="*/ 0 h 2698"/>
                  <a:gd name="T20" fmla="*/ 0 w 3032"/>
                  <a:gd name="T21" fmla="*/ 0 h 2698"/>
                  <a:gd name="T22" fmla="*/ 0 w 3032"/>
                  <a:gd name="T23" fmla="*/ 0 h 2698"/>
                  <a:gd name="T24" fmla="*/ 0 w 3032"/>
                  <a:gd name="T25" fmla="*/ 0 h 2698"/>
                  <a:gd name="T26" fmla="*/ 0 w 3032"/>
                  <a:gd name="T27" fmla="*/ 0 h 2698"/>
                  <a:gd name="T28" fmla="*/ 0 w 3032"/>
                  <a:gd name="T29" fmla="*/ 0 h 2698"/>
                  <a:gd name="T30" fmla="*/ 0 w 3032"/>
                  <a:gd name="T31" fmla="*/ 0 h 2698"/>
                  <a:gd name="T32" fmla="*/ 0 w 3032"/>
                  <a:gd name="T33" fmla="*/ 0 h 2698"/>
                  <a:gd name="T34" fmla="*/ 0 w 3032"/>
                  <a:gd name="T35" fmla="*/ 0 h 2698"/>
                  <a:gd name="T36" fmla="*/ 0 w 3032"/>
                  <a:gd name="T37" fmla="*/ 0 h 2698"/>
                  <a:gd name="T38" fmla="*/ 0 w 3032"/>
                  <a:gd name="T39" fmla="*/ 0 h 2698"/>
                  <a:gd name="T40" fmla="*/ 0 w 3032"/>
                  <a:gd name="T41" fmla="*/ 0 h 2698"/>
                  <a:gd name="T42" fmla="*/ 0 w 3032"/>
                  <a:gd name="T43" fmla="*/ 0 h 2698"/>
                  <a:gd name="T44" fmla="*/ 0 w 3032"/>
                  <a:gd name="T45" fmla="*/ 0 h 2698"/>
                  <a:gd name="T46" fmla="*/ 0 w 3032"/>
                  <a:gd name="T47" fmla="*/ 0 h 2698"/>
                  <a:gd name="T48" fmla="*/ 0 w 3032"/>
                  <a:gd name="T49" fmla="*/ 0 h 2698"/>
                  <a:gd name="T50" fmla="*/ 0 w 3032"/>
                  <a:gd name="T51" fmla="*/ 0 h 2698"/>
                  <a:gd name="T52" fmla="*/ 0 w 3032"/>
                  <a:gd name="T53" fmla="*/ 0 h 2698"/>
                  <a:gd name="T54" fmla="*/ 0 w 3032"/>
                  <a:gd name="T55" fmla="*/ 0 h 2698"/>
                  <a:gd name="T56" fmla="*/ 0 w 3032"/>
                  <a:gd name="T57" fmla="*/ 0 h 2698"/>
                  <a:gd name="T58" fmla="*/ 0 w 3032"/>
                  <a:gd name="T59" fmla="*/ 0 h 269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032"/>
                  <a:gd name="T91" fmla="*/ 0 h 2698"/>
                  <a:gd name="T92" fmla="*/ 3032 w 3032"/>
                  <a:gd name="T93" fmla="*/ 2698 h 269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032" h="2698">
                    <a:moveTo>
                      <a:pt x="678" y="0"/>
                    </a:moveTo>
                    <a:lnTo>
                      <a:pt x="473" y="1003"/>
                    </a:lnTo>
                    <a:lnTo>
                      <a:pt x="805" y="1569"/>
                    </a:lnTo>
                    <a:lnTo>
                      <a:pt x="1074" y="1539"/>
                    </a:lnTo>
                    <a:lnTo>
                      <a:pt x="885" y="1694"/>
                    </a:lnTo>
                    <a:lnTo>
                      <a:pt x="551" y="1661"/>
                    </a:lnTo>
                    <a:lnTo>
                      <a:pt x="473" y="1867"/>
                    </a:lnTo>
                    <a:lnTo>
                      <a:pt x="520" y="2134"/>
                    </a:lnTo>
                    <a:lnTo>
                      <a:pt x="1342" y="1789"/>
                    </a:lnTo>
                    <a:lnTo>
                      <a:pt x="1389" y="1883"/>
                    </a:lnTo>
                    <a:lnTo>
                      <a:pt x="1106" y="2087"/>
                    </a:lnTo>
                    <a:lnTo>
                      <a:pt x="1074" y="2479"/>
                    </a:lnTo>
                    <a:lnTo>
                      <a:pt x="1247" y="2479"/>
                    </a:lnTo>
                    <a:lnTo>
                      <a:pt x="1389" y="2181"/>
                    </a:lnTo>
                    <a:lnTo>
                      <a:pt x="1644" y="2276"/>
                    </a:lnTo>
                    <a:lnTo>
                      <a:pt x="1879" y="1945"/>
                    </a:lnTo>
                    <a:lnTo>
                      <a:pt x="2086" y="2117"/>
                    </a:lnTo>
                    <a:lnTo>
                      <a:pt x="2606" y="2103"/>
                    </a:lnTo>
                    <a:lnTo>
                      <a:pt x="2781" y="2009"/>
                    </a:lnTo>
                    <a:lnTo>
                      <a:pt x="3032" y="2494"/>
                    </a:lnTo>
                    <a:lnTo>
                      <a:pt x="2937" y="2604"/>
                    </a:lnTo>
                    <a:lnTo>
                      <a:pt x="2781" y="2619"/>
                    </a:lnTo>
                    <a:lnTo>
                      <a:pt x="2544" y="2587"/>
                    </a:lnTo>
                    <a:lnTo>
                      <a:pt x="2052" y="2587"/>
                    </a:lnTo>
                    <a:lnTo>
                      <a:pt x="1153" y="2698"/>
                    </a:lnTo>
                    <a:lnTo>
                      <a:pt x="331" y="2416"/>
                    </a:lnTo>
                    <a:lnTo>
                      <a:pt x="0" y="1821"/>
                    </a:lnTo>
                    <a:lnTo>
                      <a:pt x="236" y="690"/>
                    </a:lnTo>
                    <a:lnTo>
                      <a:pt x="585" y="142"/>
                    </a:lnTo>
                    <a:lnTo>
                      <a:pt x="678" y="0"/>
                    </a:lnTo>
                    <a:close/>
                  </a:path>
                </a:pathLst>
              </a:custGeom>
              <a:solidFill>
                <a:srgbClr val="B5B5B5"/>
              </a:solidFill>
              <a:ln w="9525">
                <a:noFill/>
                <a:round/>
                <a:headEnd/>
                <a:tailEnd/>
              </a:ln>
            </p:spPr>
            <p:txBody>
              <a:bodyPr/>
              <a:lstStyle/>
              <a:p>
                <a:pPr algn="ctr"/>
                <a:endParaRPr lang="pt-BR" sz="2400"/>
              </a:p>
            </p:txBody>
          </p:sp>
          <p:sp>
            <p:nvSpPr>
              <p:cNvPr id="480" name="Freeform 338"/>
              <p:cNvSpPr>
                <a:spLocks/>
              </p:cNvSpPr>
              <p:nvPr/>
            </p:nvSpPr>
            <p:spPr bwMode="auto">
              <a:xfrm>
                <a:off x="808" y="1321"/>
                <a:ext cx="102" cy="132"/>
              </a:xfrm>
              <a:custGeom>
                <a:avLst/>
                <a:gdLst>
                  <a:gd name="T0" fmla="*/ 0 w 1014"/>
                  <a:gd name="T1" fmla="*/ 0 h 1323"/>
                  <a:gd name="T2" fmla="*/ 0 w 1014"/>
                  <a:gd name="T3" fmla="*/ 0 h 1323"/>
                  <a:gd name="T4" fmla="*/ 0 w 1014"/>
                  <a:gd name="T5" fmla="*/ 0 h 1323"/>
                  <a:gd name="T6" fmla="*/ 0 w 1014"/>
                  <a:gd name="T7" fmla="*/ 0 h 1323"/>
                  <a:gd name="T8" fmla="*/ 0 w 1014"/>
                  <a:gd name="T9" fmla="*/ 0 h 1323"/>
                  <a:gd name="T10" fmla="*/ 0 w 1014"/>
                  <a:gd name="T11" fmla="*/ 0 h 1323"/>
                  <a:gd name="T12" fmla="*/ 0 w 1014"/>
                  <a:gd name="T13" fmla="*/ 0 h 1323"/>
                  <a:gd name="T14" fmla="*/ 0 w 1014"/>
                  <a:gd name="T15" fmla="*/ 0 h 1323"/>
                  <a:gd name="T16" fmla="*/ 0 w 1014"/>
                  <a:gd name="T17" fmla="*/ 0 h 1323"/>
                  <a:gd name="T18" fmla="*/ 0 w 1014"/>
                  <a:gd name="T19" fmla="*/ 0 h 13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4"/>
                  <a:gd name="T31" fmla="*/ 0 h 1323"/>
                  <a:gd name="T32" fmla="*/ 1014 w 1014"/>
                  <a:gd name="T33" fmla="*/ 1323 h 13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4" h="1323">
                    <a:moveTo>
                      <a:pt x="1014" y="1323"/>
                    </a:moveTo>
                    <a:lnTo>
                      <a:pt x="885" y="1226"/>
                    </a:lnTo>
                    <a:lnTo>
                      <a:pt x="0" y="72"/>
                    </a:lnTo>
                    <a:lnTo>
                      <a:pt x="0" y="36"/>
                    </a:lnTo>
                    <a:lnTo>
                      <a:pt x="17" y="12"/>
                    </a:lnTo>
                    <a:lnTo>
                      <a:pt x="42" y="0"/>
                    </a:lnTo>
                    <a:lnTo>
                      <a:pt x="77" y="7"/>
                    </a:lnTo>
                    <a:lnTo>
                      <a:pt x="89" y="21"/>
                    </a:lnTo>
                    <a:lnTo>
                      <a:pt x="953" y="1167"/>
                    </a:lnTo>
                    <a:lnTo>
                      <a:pt x="1014" y="1323"/>
                    </a:lnTo>
                    <a:close/>
                  </a:path>
                </a:pathLst>
              </a:custGeom>
              <a:solidFill>
                <a:srgbClr val="FFEA00"/>
              </a:solidFill>
              <a:ln w="9525">
                <a:noFill/>
                <a:round/>
                <a:headEnd/>
                <a:tailEnd/>
              </a:ln>
            </p:spPr>
            <p:txBody>
              <a:bodyPr/>
              <a:lstStyle/>
              <a:p>
                <a:pPr algn="ctr"/>
                <a:endParaRPr lang="pt-BR" sz="2400"/>
              </a:p>
            </p:txBody>
          </p:sp>
          <p:sp>
            <p:nvSpPr>
              <p:cNvPr id="481" name="Freeform 339"/>
              <p:cNvSpPr>
                <a:spLocks/>
              </p:cNvSpPr>
              <p:nvPr/>
            </p:nvSpPr>
            <p:spPr bwMode="auto">
              <a:xfrm>
                <a:off x="1085" y="1305"/>
                <a:ext cx="191" cy="89"/>
              </a:xfrm>
              <a:custGeom>
                <a:avLst/>
                <a:gdLst>
                  <a:gd name="T0" fmla="*/ 0 w 1908"/>
                  <a:gd name="T1" fmla="*/ 0 h 884"/>
                  <a:gd name="T2" fmla="*/ 0 w 1908"/>
                  <a:gd name="T3" fmla="*/ 0 h 884"/>
                  <a:gd name="T4" fmla="*/ 0 w 1908"/>
                  <a:gd name="T5" fmla="*/ 0 h 884"/>
                  <a:gd name="T6" fmla="*/ 0 w 1908"/>
                  <a:gd name="T7" fmla="*/ 0 h 884"/>
                  <a:gd name="T8" fmla="*/ 0 w 1908"/>
                  <a:gd name="T9" fmla="*/ 0 h 884"/>
                  <a:gd name="T10" fmla="*/ 0 w 1908"/>
                  <a:gd name="T11" fmla="*/ 0 h 884"/>
                  <a:gd name="T12" fmla="*/ 0 w 1908"/>
                  <a:gd name="T13" fmla="*/ 0 h 884"/>
                  <a:gd name="T14" fmla="*/ 0 w 1908"/>
                  <a:gd name="T15" fmla="*/ 0 h 884"/>
                  <a:gd name="T16" fmla="*/ 0 w 1908"/>
                  <a:gd name="T17" fmla="*/ 0 h 884"/>
                  <a:gd name="T18" fmla="*/ 0 w 1908"/>
                  <a:gd name="T19" fmla="*/ 0 h 884"/>
                  <a:gd name="T20" fmla="*/ 0 w 1908"/>
                  <a:gd name="T21" fmla="*/ 0 h 884"/>
                  <a:gd name="T22" fmla="*/ 0 w 1908"/>
                  <a:gd name="T23" fmla="*/ 0 h 884"/>
                  <a:gd name="T24" fmla="*/ 0 w 1908"/>
                  <a:gd name="T25" fmla="*/ 0 h 884"/>
                  <a:gd name="T26" fmla="*/ 0 w 1908"/>
                  <a:gd name="T27" fmla="*/ 0 h 884"/>
                  <a:gd name="T28" fmla="*/ 0 w 1908"/>
                  <a:gd name="T29" fmla="*/ 0 h 884"/>
                  <a:gd name="T30" fmla="*/ 0 w 1908"/>
                  <a:gd name="T31" fmla="*/ 0 h 884"/>
                  <a:gd name="T32" fmla="*/ 0 w 1908"/>
                  <a:gd name="T33" fmla="*/ 0 h 884"/>
                  <a:gd name="T34" fmla="*/ 0 w 1908"/>
                  <a:gd name="T35" fmla="*/ 0 h 884"/>
                  <a:gd name="T36" fmla="*/ 0 w 1908"/>
                  <a:gd name="T37" fmla="*/ 0 h 88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08"/>
                  <a:gd name="T58" fmla="*/ 0 h 884"/>
                  <a:gd name="T59" fmla="*/ 1908 w 1908"/>
                  <a:gd name="T60" fmla="*/ 884 h 88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08" h="884">
                    <a:moveTo>
                      <a:pt x="18" y="576"/>
                    </a:moveTo>
                    <a:lnTo>
                      <a:pt x="600" y="756"/>
                    </a:lnTo>
                    <a:lnTo>
                      <a:pt x="1000" y="756"/>
                    </a:lnTo>
                    <a:lnTo>
                      <a:pt x="1273" y="884"/>
                    </a:lnTo>
                    <a:lnTo>
                      <a:pt x="1326" y="864"/>
                    </a:lnTo>
                    <a:lnTo>
                      <a:pt x="1290" y="720"/>
                    </a:lnTo>
                    <a:lnTo>
                      <a:pt x="1019" y="593"/>
                    </a:lnTo>
                    <a:lnTo>
                      <a:pt x="837" y="593"/>
                    </a:lnTo>
                    <a:lnTo>
                      <a:pt x="837" y="487"/>
                    </a:lnTo>
                    <a:lnTo>
                      <a:pt x="1326" y="324"/>
                    </a:lnTo>
                    <a:lnTo>
                      <a:pt x="1564" y="344"/>
                    </a:lnTo>
                    <a:lnTo>
                      <a:pt x="1673" y="487"/>
                    </a:lnTo>
                    <a:lnTo>
                      <a:pt x="1800" y="576"/>
                    </a:lnTo>
                    <a:lnTo>
                      <a:pt x="1908" y="576"/>
                    </a:lnTo>
                    <a:lnTo>
                      <a:pt x="1673" y="144"/>
                    </a:lnTo>
                    <a:lnTo>
                      <a:pt x="1000" y="0"/>
                    </a:lnTo>
                    <a:lnTo>
                      <a:pt x="202" y="235"/>
                    </a:lnTo>
                    <a:lnTo>
                      <a:pt x="0" y="487"/>
                    </a:lnTo>
                    <a:lnTo>
                      <a:pt x="18" y="576"/>
                    </a:lnTo>
                    <a:close/>
                  </a:path>
                </a:pathLst>
              </a:custGeom>
              <a:solidFill>
                <a:srgbClr val="FFC98E"/>
              </a:solidFill>
              <a:ln w="9525">
                <a:noFill/>
                <a:round/>
                <a:headEnd/>
                <a:tailEnd/>
              </a:ln>
            </p:spPr>
            <p:txBody>
              <a:bodyPr/>
              <a:lstStyle/>
              <a:p>
                <a:pPr algn="ctr"/>
                <a:endParaRPr lang="pt-BR" sz="2400"/>
              </a:p>
            </p:txBody>
          </p:sp>
          <p:sp>
            <p:nvSpPr>
              <p:cNvPr id="482" name="Freeform 340"/>
              <p:cNvSpPr>
                <a:spLocks/>
              </p:cNvSpPr>
              <p:nvPr/>
            </p:nvSpPr>
            <p:spPr bwMode="auto">
              <a:xfrm>
                <a:off x="698" y="1343"/>
                <a:ext cx="218" cy="119"/>
              </a:xfrm>
              <a:custGeom>
                <a:avLst/>
                <a:gdLst>
                  <a:gd name="T0" fmla="*/ 0 w 2180"/>
                  <a:gd name="T1" fmla="*/ 0 h 1188"/>
                  <a:gd name="T2" fmla="*/ 0 w 2180"/>
                  <a:gd name="T3" fmla="*/ 0 h 1188"/>
                  <a:gd name="T4" fmla="*/ 0 w 2180"/>
                  <a:gd name="T5" fmla="*/ 0 h 1188"/>
                  <a:gd name="T6" fmla="*/ 0 w 2180"/>
                  <a:gd name="T7" fmla="*/ 0 h 1188"/>
                  <a:gd name="T8" fmla="*/ 0 w 2180"/>
                  <a:gd name="T9" fmla="*/ 0 h 1188"/>
                  <a:gd name="T10" fmla="*/ 0 w 2180"/>
                  <a:gd name="T11" fmla="*/ 0 h 1188"/>
                  <a:gd name="T12" fmla="*/ 0 w 2180"/>
                  <a:gd name="T13" fmla="*/ 0 h 1188"/>
                  <a:gd name="T14" fmla="*/ 0 w 2180"/>
                  <a:gd name="T15" fmla="*/ 0 h 1188"/>
                  <a:gd name="T16" fmla="*/ 0 w 2180"/>
                  <a:gd name="T17" fmla="*/ 0 h 1188"/>
                  <a:gd name="T18" fmla="*/ 0 w 2180"/>
                  <a:gd name="T19" fmla="*/ 0 h 1188"/>
                  <a:gd name="T20" fmla="*/ 0 w 2180"/>
                  <a:gd name="T21" fmla="*/ 0 h 1188"/>
                  <a:gd name="T22" fmla="*/ 0 w 2180"/>
                  <a:gd name="T23" fmla="*/ 0 h 1188"/>
                  <a:gd name="T24" fmla="*/ 0 w 2180"/>
                  <a:gd name="T25" fmla="*/ 0 h 1188"/>
                  <a:gd name="T26" fmla="*/ 0 w 2180"/>
                  <a:gd name="T27" fmla="*/ 0 h 1188"/>
                  <a:gd name="T28" fmla="*/ 0 w 2180"/>
                  <a:gd name="T29" fmla="*/ 0 h 1188"/>
                  <a:gd name="T30" fmla="*/ 0 w 2180"/>
                  <a:gd name="T31" fmla="*/ 0 h 1188"/>
                  <a:gd name="T32" fmla="*/ 0 w 2180"/>
                  <a:gd name="T33" fmla="*/ 0 h 1188"/>
                  <a:gd name="T34" fmla="*/ 0 w 2180"/>
                  <a:gd name="T35" fmla="*/ 0 h 1188"/>
                  <a:gd name="T36" fmla="*/ 0 w 2180"/>
                  <a:gd name="T37" fmla="*/ 0 h 1188"/>
                  <a:gd name="T38" fmla="*/ 0 w 2180"/>
                  <a:gd name="T39" fmla="*/ 0 h 118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80"/>
                  <a:gd name="T61" fmla="*/ 0 h 1188"/>
                  <a:gd name="T62" fmla="*/ 2180 w 2180"/>
                  <a:gd name="T63" fmla="*/ 1188 h 118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80" h="1188">
                    <a:moveTo>
                      <a:pt x="0" y="1098"/>
                    </a:moveTo>
                    <a:lnTo>
                      <a:pt x="872" y="1188"/>
                    </a:lnTo>
                    <a:lnTo>
                      <a:pt x="1182" y="1188"/>
                    </a:lnTo>
                    <a:lnTo>
                      <a:pt x="1309" y="1115"/>
                    </a:lnTo>
                    <a:lnTo>
                      <a:pt x="1489" y="1151"/>
                    </a:lnTo>
                    <a:lnTo>
                      <a:pt x="1651" y="1062"/>
                    </a:lnTo>
                    <a:lnTo>
                      <a:pt x="1689" y="1007"/>
                    </a:lnTo>
                    <a:lnTo>
                      <a:pt x="1815" y="953"/>
                    </a:lnTo>
                    <a:lnTo>
                      <a:pt x="1689" y="611"/>
                    </a:lnTo>
                    <a:lnTo>
                      <a:pt x="1345" y="360"/>
                    </a:lnTo>
                    <a:lnTo>
                      <a:pt x="1689" y="467"/>
                    </a:lnTo>
                    <a:lnTo>
                      <a:pt x="2016" y="775"/>
                    </a:lnTo>
                    <a:lnTo>
                      <a:pt x="2164" y="793"/>
                    </a:lnTo>
                    <a:lnTo>
                      <a:pt x="2180" y="719"/>
                    </a:lnTo>
                    <a:lnTo>
                      <a:pt x="2126" y="611"/>
                    </a:lnTo>
                    <a:lnTo>
                      <a:pt x="1762" y="160"/>
                    </a:lnTo>
                    <a:lnTo>
                      <a:pt x="1052" y="0"/>
                    </a:lnTo>
                    <a:lnTo>
                      <a:pt x="945" y="33"/>
                    </a:lnTo>
                    <a:lnTo>
                      <a:pt x="17" y="916"/>
                    </a:lnTo>
                    <a:lnTo>
                      <a:pt x="0" y="1098"/>
                    </a:lnTo>
                    <a:close/>
                  </a:path>
                </a:pathLst>
              </a:custGeom>
              <a:solidFill>
                <a:srgbClr val="FFC98E"/>
              </a:solidFill>
              <a:ln w="9525">
                <a:noFill/>
                <a:round/>
                <a:headEnd/>
                <a:tailEnd/>
              </a:ln>
            </p:spPr>
            <p:txBody>
              <a:bodyPr/>
              <a:lstStyle/>
              <a:p>
                <a:pPr algn="ctr"/>
                <a:endParaRPr lang="pt-BR" sz="2400"/>
              </a:p>
            </p:txBody>
          </p:sp>
          <p:sp>
            <p:nvSpPr>
              <p:cNvPr id="483" name="Freeform 341"/>
              <p:cNvSpPr>
                <a:spLocks/>
              </p:cNvSpPr>
              <p:nvPr/>
            </p:nvSpPr>
            <p:spPr bwMode="auto">
              <a:xfrm>
                <a:off x="721" y="1048"/>
                <a:ext cx="55" cy="331"/>
              </a:xfrm>
              <a:custGeom>
                <a:avLst/>
                <a:gdLst>
                  <a:gd name="T0" fmla="*/ 0 w 544"/>
                  <a:gd name="T1" fmla="*/ 0 h 3319"/>
                  <a:gd name="T2" fmla="*/ 0 w 544"/>
                  <a:gd name="T3" fmla="*/ 0 h 3319"/>
                  <a:gd name="T4" fmla="*/ 0 w 544"/>
                  <a:gd name="T5" fmla="*/ 0 h 3319"/>
                  <a:gd name="T6" fmla="*/ 0 w 544"/>
                  <a:gd name="T7" fmla="*/ 0 h 3319"/>
                  <a:gd name="T8" fmla="*/ 0 w 544"/>
                  <a:gd name="T9" fmla="*/ 0 h 3319"/>
                  <a:gd name="T10" fmla="*/ 0 w 544"/>
                  <a:gd name="T11" fmla="*/ 0 h 3319"/>
                  <a:gd name="T12" fmla="*/ 0 w 544"/>
                  <a:gd name="T13" fmla="*/ 0 h 3319"/>
                  <a:gd name="T14" fmla="*/ 0 w 544"/>
                  <a:gd name="T15" fmla="*/ 0 h 3319"/>
                  <a:gd name="T16" fmla="*/ 0 w 544"/>
                  <a:gd name="T17" fmla="*/ 0 h 3319"/>
                  <a:gd name="T18" fmla="*/ 0 w 544"/>
                  <a:gd name="T19" fmla="*/ 0 h 3319"/>
                  <a:gd name="T20" fmla="*/ 0 w 544"/>
                  <a:gd name="T21" fmla="*/ 0 h 3319"/>
                  <a:gd name="T22" fmla="*/ 0 w 544"/>
                  <a:gd name="T23" fmla="*/ 0 h 3319"/>
                  <a:gd name="T24" fmla="*/ 0 w 544"/>
                  <a:gd name="T25" fmla="*/ 0 h 3319"/>
                  <a:gd name="T26" fmla="*/ 0 w 544"/>
                  <a:gd name="T27" fmla="*/ 0 h 3319"/>
                  <a:gd name="T28" fmla="*/ 0 w 544"/>
                  <a:gd name="T29" fmla="*/ 0 h 3319"/>
                  <a:gd name="T30" fmla="*/ 0 w 544"/>
                  <a:gd name="T31" fmla="*/ 0 h 3319"/>
                  <a:gd name="T32" fmla="*/ 0 w 544"/>
                  <a:gd name="T33" fmla="*/ 0 h 3319"/>
                  <a:gd name="T34" fmla="*/ 0 w 544"/>
                  <a:gd name="T35" fmla="*/ 0 h 3319"/>
                  <a:gd name="T36" fmla="*/ 0 w 544"/>
                  <a:gd name="T37" fmla="*/ 0 h 3319"/>
                  <a:gd name="T38" fmla="*/ 0 w 544"/>
                  <a:gd name="T39" fmla="*/ 0 h 33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44"/>
                  <a:gd name="T61" fmla="*/ 0 h 3319"/>
                  <a:gd name="T62" fmla="*/ 544 w 544"/>
                  <a:gd name="T63" fmla="*/ 3319 h 331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44" h="3319">
                    <a:moveTo>
                      <a:pt x="326" y="0"/>
                    </a:moveTo>
                    <a:lnTo>
                      <a:pt x="419" y="111"/>
                    </a:lnTo>
                    <a:lnTo>
                      <a:pt x="436" y="236"/>
                    </a:lnTo>
                    <a:lnTo>
                      <a:pt x="345" y="578"/>
                    </a:lnTo>
                    <a:lnTo>
                      <a:pt x="419" y="866"/>
                    </a:lnTo>
                    <a:lnTo>
                      <a:pt x="472" y="1120"/>
                    </a:lnTo>
                    <a:lnTo>
                      <a:pt x="472" y="1317"/>
                    </a:lnTo>
                    <a:lnTo>
                      <a:pt x="472" y="1948"/>
                    </a:lnTo>
                    <a:lnTo>
                      <a:pt x="489" y="2308"/>
                    </a:lnTo>
                    <a:lnTo>
                      <a:pt x="544" y="2704"/>
                    </a:lnTo>
                    <a:lnTo>
                      <a:pt x="146" y="3319"/>
                    </a:lnTo>
                    <a:lnTo>
                      <a:pt x="72" y="2344"/>
                    </a:lnTo>
                    <a:lnTo>
                      <a:pt x="36" y="1660"/>
                    </a:lnTo>
                    <a:lnTo>
                      <a:pt x="0" y="1246"/>
                    </a:lnTo>
                    <a:lnTo>
                      <a:pt x="91" y="813"/>
                    </a:lnTo>
                    <a:lnTo>
                      <a:pt x="199" y="578"/>
                    </a:lnTo>
                    <a:lnTo>
                      <a:pt x="163" y="362"/>
                    </a:lnTo>
                    <a:lnTo>
                      <a:pt x="146" y="200"/>
                    </a:lnTo>
                    <a:lnTo>
                      <a:pt x="235" y="0"/>
                    </a:lnTo>
                    <a:lnTo>
                      <a:pt x="326" y="0"/>
                    </a:lnTo>
                    <a:close/>
                  </a:path>
                </a:pathLst>
              </a:custGeom>
              <a:solidFill>
                <a:srgbClr val="FF0000"/>
              </a:solidFill>
              <a:ln w="9525">
                <a:noFill/>
                <a:round/>
                <a:headEnd/>
                <a:tailEnd/>
              </a:ln>
            </p:spPr>
            <p:txBody>
              <a:bodyPr/>
              <a:lstStyle/>
              <a:p>
                <a:pPr algn="ctr"/>
                <a:endParaRPr lang="pt-BR" sz="2400"/>
              </a:p>
            </p:txBody>
          </p:sp>
          <p:sp>
            <p:nvSpPr>
              <p:cNvPr id="484" name="Freeform 342"/>
              <p:cNvSpPr>
                <a:spLocks/>
              </p:cNvSpPr>
              <p:nvPr/>
            </p:nvSpPr>
            <p:spPr bwMode="auto">
              <a:xfrm>
                <a:off x="723" y="1048"/>
                <a:ext cx="62" cy="335"/>
              </a:xfrm>
              <a:custGeom>
                <a:avLst/>
                <a:gdLst>
                  <a:gd name="T0" fmla="*/ 0 w 618"/>
                  <a:gd name="T1" fmla="*/ 0 h 3354"/>
                  <a:gd name="T2" fmla="*/ 0 w 618"/>
                  <a:gd name="T3" fmla="*/ 0 h 3354"/>
                  <a:gd name="T4" fmla="*/ 0 w 618"/>
                  <a:gd name="T5" fmla="*/ 0 h 3354"/>
                  <a:gd name="T6" fmla="*/ 0 w 618"/>
                  <a:gd name="T7" fmla="*/ 0 h 3354"/>
                  <a:gd name="T8" fmla="*/ 0 w 618"/>
                  <a:gd name="T9" fmla="*/ 0 h 3354"/>
                  <a:gd name="T10" fmla="*/ 0 w 618"/>
                  <a:gd name="T11" fmla="*/ 0 h 3354"/>
                  <a:gd name="T12" fmla="*/ 0 w 618"/>
                  <a:gd name="T13" fmla="*/ 0 h 3354"/>
                  <a:gd name="T14" fmla="*/ 0 w 618"/>
                  <a:gd name="T15" fmla="*/ 0 h 3354"/>
                  <a:gd name="T16" fmla="*/ 0 w 618"/>
                  <a:gd name="T17" fmla="*/ 0 h 3354"/>
                  <a:gd name="T18" fmla="*/ 0 w 618"/>
                  <a:gd name="T19" fmla="*/ 0 h 3354"/>
                  <a:gd name="T20" fmla="*/ 0 w 618"/>
                  <a:gd name="T21" fmla="*/ 0 h 3354"/>
                  <a:gd name="T22" fmla="*/ 0 w 618"/>
                  <a:gd name="T23" fmla="*/ 0 h 3354"/>
                  <a:gd name="T24" fmla="*/ 0 w 618"/>
                  <a:gd name="T25" fmla="*/ 0 h 3354"/>
                  <a:gd name="T26" fmla="*/ 0 w 618"/>
                  <a:gd name="T27" fmla="*/ 0 h 3354"/>
                  <a:gd name="T28" fmla="*/ 0 w 618"/>
                  <a:gd name="T29" fmla="*/ 0 h 3354"/>
                  <a:gd name="T30" fmla="*/ 0 w 618"/>
                  <a:gd name="T31" fmla="*/ 0 h 3354"/>
                  <a:gd name="T32" fmla="*/ 0 w 618"/>
                  <a:gd name="T33" fmla="*/ 0 h 3354"/>
                  <a:gd name="T34" fmla="*/ 0 w 618"/>
                  <a:gd name="T35" fmla="*/ 0 h 3354"/>
                  <a:gd name="T36" fmla="*/ 0 w 618"/>
                  <a:gd name="T37" fmla="*/ 0 h 3354"/>
                  <a:gd name="T38" fmla="*/ 0 w 618"/>
                  <a:gd name="T39" fmla="*/ 0 h 3354"/>
                  <a:gd name="T40" fmla="*/ 0 w 618"/>
                  <a:gd name="T41" fmla="*/ 0 h 3354"/>
                  <a:gd name="T42" fmla="*/ 0 w 618"/>
                  <a:gd name="T43" fmla="*/ 0 h 3354"/>
                  <a:gd name="T44" fmla="*/ 0 w 618"/>
                  <a:gd name="T45" fmla="*/ 0 h 3354"/>
                  <a:gd name="T46" fmla="*/ 0 w 618"/>
                  <a:gd name="T47" fmla="*/ 0 h 3354"/>
                  <a:gd name="T48" fmla="*/ 0 w 618"/>
                  <a:gd name="T49" fmla="*/ 0 h 3354"/>
                  <a:gd name="T50" fmla="*/ 0 w 618"/>
                  <a:gd name="T51" fmla="*/ 0 h 3354"/>
                  <a:gd name="T52" fmla="*/ 0 w 618"/>
                  <a:gd name="T53" fmla="*/ 0 h 335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18"/>
                  <a:gd name="T82" fmla="*/ 0 h 3354"/>
                  <a:gd name="T83" fmla="*/ 618 w 618"/>
                  <a:gd name="T84" fmla="*/ 3354 h 335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18" h="3354">
                    <a:moveTo>
                      <a:pt x="291" y="0"/>
                    </a:moveTo>
                    <a:lnTo>
                      <a:pt x="235" y="255"/>
                    </a:lnTo>
                    <a:lnTo>
                      <a:pt x="235" y="382"/>
                    </a:lnTo>
                    <a:lnTo>
                      <a:pt x="343" y="524"/>
                    </a:lnTo>
                    <a:lnTo>
                      <a:pt x="326" y="615"/>
                    </a:lnTo>
                    <a:lnTo>
                      <a:pt x="417" y="957"/>
                    </a:lnTo>
                    <a:lnTo>
                      <a:pt x="326" y="722"/>
                    </a:lnTo>
                    <a:lnTo>
                      <a:pt x="326" y="886"/>
                    </a:lnTo>
                    <a:lnTo>
                      <a:pt x="254" y="1029"/>
                    </a:lnTo>
                    <a:lnTo>
                      <a:pt x="254" y="704"/>
                    </a:lnTo>
                    <a:lnTo>
                      <a:pt x="144" y="993"/>
                    </a:lnTo>
                    <a:lnTo>
                      <a:pt x="89" y="1389"/>
                    </a:lnTo>
                    <a:lnTo>
                      <a:pt x="89" y="1733"/>
                    </a:lnTo>
                    <a:lnTo>
                      <a:pt x="163" y="2488"/>
                    </a:lnTo>
                    <a:lnTo>
                      <a:pt x="180" y="3136"/>
                    </a:lnTo>
                    <a:lnTo>
                      <a:pt x="525" y="2688"/>
                    </a:lnTo>
                    <a:lnTo>
                      <a:pt x="618" y="3048"/>
                    </a:lnTo>
                    <a:lnTo>
                      <a:pt x="36" y="3354"/>
                    </a:lnTo>
                    <a:lnTo>
                      <a:pt x="36" y="2761"/>
                    </a:lnTo>
                    <a:lnTo>
                      <a:pt x="0" y="1804"/>
                    </a:lnTo>
                    <a:lnTo>
                      <a:pt x="0" y="1335"/>
                    </a:lnTo>
                    <a:lnTo>
                      <a:pt x="53" y="957"/>
                    </a:lnTo>
                    <a:lnTo>
                      <a:pt x="108" y="651"/>
                    </a:lnTo>
                    <a:lnTo>
                      <a:pt x="144" y="329"/>
                    </a:lnTo>
                    <a:lnTo>
                      <a:pt x="180" y="129"/>
                    </a:lnTo>
                    <a:lnTo>
                      <a:pt x="254" y="0"/>
                    </a:lnTo>
                    <a:lnTo>
                      <a:pt x="291" y="0"/>
                    </a:lnTo>
                    <a:close/>
                  </a:path>
                </a:pathLst>
              </a:custGeom>
              <a:solidFill>
                <a:srgbClr val="70230C"/>
              </a:solidFill>
              <a:ln w="9525">
                <a:noFill/>
                <a:round/>
                <a:headEnd/>
                <a:tailEnd/>
              </a:ln>
            </p:spPr>
            <p:txBody>
              <a:bodyPr/>
              <a:lstStyle/>
              <a:p>
                <a:pPr algn="ctr"/>
                <a:endParaRPr lang="pt-BR" sz="2400"/>
              </a:p>
            </p:txBody>
          </p:sp>
          <p:sp>
            <p:nvSpPr>
              <p:cNvPr id="485" name="Freeform 343"/>
              <p:cNvSpPr>
                <a:spLocks/>
              </p:cNvSpPr>
              <p:nvPr/>
            </p:nvSpPr>
            <p:spPr bwMode="auto">
              <a:xfrm>
                <a:off x="671" y="788"/>
                <a:ext cx="240" cy="264"/>
              </a:xfrm>
              <a:custGeom>
                <a:avLst/>
                <a:gdLst>
                  <a:gd name="T0" fmla="*/ 0 w 2401"/>
                  <a:gd name="T1" fmla="*/ 0 h 2643"/>
                  <a:gd name="T2" fmla="*/ 0 w 2401"/>
                  <a:gd name="T3" fmla="*/ 0 h 2643"/>
                  <a:gd name="T4" fmla="*/ 0 w 2401"/>
                  <a:gd name="T5" fmla="*/ 0 h 2643"/>
                  <a:gd name="T6" fmla="*/ 0 w 2401"/>
                  <a:gd name="T7" fmla="*/ 0 h 2643"/>
                  <a:gd name="T8" fmla="*/ 0 w 2401"/>
                  <a:gd name="T9" fmla="*/ 0 h 2643"/>
                  <a:gd name="T10" fmla="*/ 0 w 2401"/>
                  <a:gd name="T11" fmla="*/ 0 h 2643"/>
                  <a:gd name="T12" fmla="*/ 0 w 2401"/>
                  <a:gd name="T13" fmla="*/ 0 h 2643"/>
                  <a:gd name="T14" fmla="*/ 0 w 2401"/>
                  <a:gd name="T15" fmla="*/ 0 h 2643"/>
                  <a:gd name="T16" fmla="*/ 0 w 2401"/>
                  <a:gd name="T17" fmla="*/ 0 h 2643"/>
                  <a:gd name="T18" fmla="*/ 0 w 2401"/>
                  <a:gd name="T19" fmla="*/ 0 h 2643"/>
                  <a:gd name="T20" fmla="*/ 0 w 2401"/>
                  <a:gd name="T21" fmla="*/ 0 h 2643"/>
                  <a:gd name="T22" fmla="*/ 0 w 2401"/>
                  <a:gd name="T23" fmla="*/ 0 h 2643"/>
                  <a:gd name="T24" fmla="*/ 0 w 2401"/>
                  <a:gd name="T25" fmla="*/ 0 h 2643"/>
                  <a:gd name="T26" fmla="*/ 0 w 2401"/>
                  <a:gd name="T27" fmla="*/ 0 h 2643"/>
                  <a:gd name="T28" fmla="*/ 0 w 2401"/>
                  <a:gd name="T29" fmla="*/ 0 h 2643"/>
                  <a:gd name="T30" fmla="*/ 0 w 2401"/>
                  <a:gd name="T31" fmla="*/ 0 h 2643"/>
                  <a:gd name="T32" fmla="*/ 0 w 2401"/>
                  <a:gd name="T33" fmla="*/ 0 h 2643"/>
                  <a:gd name="T34" fmla="*/ 0 w 2401"/>
                  <a:gd name="T35" fmla="*/ 0 h 2643"/>
                  <a:gd name="T36" fmla="*/ 0 w 2401"/>
                  <a:gd name="T37" fmla="*/ 0 h 2643"/>
                  <a:gd name="T38" fmla="*/ 0 w 2401"/>
                  <a:gd name="T39" fmla="*/ 0 h 2643"/>
                  <a:gd name="T40" fmla="*/ 0 w 2401"/>
                  <a:gd name="T41" fmla="*/ 0 h 2643"/>
                  <a:gd name="T42" fmla="*/ 0 w 2401"/>
                  <a:gd name="T43" fmla="*/ 0 h 2643"/>
                  <a:gd name="T44" fmla="*/ 0 w 2401"/>
                  <a:gd name="T45" fmla="*/ 0 h 2643"/>
                  <a:gd name="T46" fmla="*/ 0 w 2401"/>
                  <a:gd name="T47" fmla="*/ 0 h 2643"/>
                  <a:gd name="T48" fmla="*/ 0 w 2401"/>
                  <a:gd name="T49" fmla="*/ 0 h 264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401"/>
                  <a:gd name="T76" fmla="*/ 0 h 2643"/>
                  <a:gd name="T77" fmla="*/ 2401 w 2401"/>
                  <a:gd name="T78" fmla="*/ 2643 h 264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401" h="2643">
                    <a:moveTo>
                      <a:pt x="0" y="1417"/>
                    </a:moveTo>
                    <a:lnTo>
                      <a:pt x="16" y="1637"/>
                    </a:lnTo>
                    <a:lnTo>
                      <a:pt x="126" y="1943"/>
                    </a:lnTo>
                    <a:lnTo>
                      <a:pt x="244" y="2110"/>
                    </a:lnTo>
                    <a:lnTo>
                      <a:pt x="594" y="2474"/>
                    </a:lnTo>
                    <a:lnTo>
                      <a:pt x="757" y="2643"/>
                    </a:lnTo>
                    <a:lnTo>
                      <a:pt x="1191" y="2355"/>
                    </a:lnTo>
                    <a:lnTo>
                      <a:pt x="1361" y="2442"/>
                    </a:lnTo>
                    <a:lnTo>
                      <a:pt x="1677" y="2474"/>
                    </a:lnTo>
                    <a:lnTo>
                      <a:pt x="1786" y="2330"/>
                    </a:lnTo>
                    <a:lnTo>
                      <a:pt x="1761" y="2179"/>
                    </a:lnTo>
                    <a:lnTo>
                      <a:pt x="1786" y="2143"/>
                    </a:lnTo>
                    <a:lnTo>
                      <a:pt x="1897" y="2110"/>
                    </a:lnTo>
                    <a:lnTo>
                      <a:pt x="1922" y="2010"/>
                    </a:lnTo>
                    <a:lnTo>
                      <a:pt x="2000" y="1952"/>
                    </a:lnTo>
                    <a:lnTo>
                      <a:pt x="2144" y="1707"/>
                    </a:lnTo>
                    <a:lnTo>
                      <a:pt x="2265" y="1741"/>
                    </a:lnTo>
                    <a:lnTo>
                      <a:pt x="2330" y="1690"/>
                    </a:lnTo>
                    <a:lnTo>
                      <a:pt x="2221" y="1157"/>
                    </a:lnTo>
                    <a:lnTo>
                      <a:pt x="2364" y="1074"/>
                    </a:lnTo>
                    <a:lnTo>
                      <a:pt x="2401" y="657"/>
                    </a:lnTo>
                    <a:lnTo>
                      <a:pt x="952" y="0"/>
                    </a:lnTo>
                    <a:lnTo>
                      <a:pt x="304" y="583"/>
                    </a:lnTo>
                    <a:lnTo>
                      <a:pt x="304" y="1030"/>
                    </a:lnTo>
                    <a:lnTo>
                      <a:pt x="0" y="1417"/>
                    </a:lnTo>
                    <a:close/>
                  </a:path>
                </a:pathLst>
              </a:custGeom>
              <a:solidFill>
                <a:srgbClr val="FFC98E"/>
              </a:solidFill>
              <a:ln w="9525">
                <a:noFill/>
                <a:round/>
                <a:headEnd/>
                <a:tailEnd/>
              </a:ln>
            </p:spPr>
            <p:txBody>
              <a:bodyPr/>
              <a:lstStyle/>
              <a:p>
                <a:pPr algn="ctr"/>
                <a:endParaRPr lang="pt-BR" sz="2400"/>
              </a:p>
            </p:txBody>
          </p:sp>
          <p:sp>
            <p:nvSpPr>
              <p:cNvPr id="486" name="Freeform 344"/>
              <p:cNvSpPr>
                <a:spLocks/>
              </p:cNvSpPr>
              <p:nvPr/>
            </p:nvSpPr>
            <p:spPr bwMode="auto">
              <a:xfrm>
                <a:off x="707" y="765"/>
                <a:ext cx="228" cy="107"/>
              </a:xfrm>
              <a:custGeom>
                <a:avLst/>
                <a:gdLst>
                  <a:gd name="T0" fmla="*/ 0 w 2280"/>
                  <a:gd name="T1" fmla="*/ 0 h 1064"/>
                  <a:gd name="T2" fmla="*/ 0 w 2280"/>
                  <a:gd name="T3" fmla="*/ 0 h 1064"/>
                  <a:gd name="T4" fmla="*/ 0 w 2280"/>
                  <a:gd name="T5" fmla="*/ 0 h 1064"/>
                  <a:gd name="T6" fmla="*/ 0 w 2280"/>
                  <a:gd name="T7" fmla="*/ 0 h 1064"/>
                  <a:gd name="T8" fmla="*/ 0 w 2280"/>
                  <a:gd name="T9" fmla="*/ 0 h 1064"/>
                  <a:gd name="T10" fmla="*/ 0 w 2280"/>
                  <a:gd name="T11" fmla="*/ 0 h 1064"/>
                  <a:gd name="T12" fmla="*/ 0 w 2280"/>
                  <a:gd name="T13" fmla="*/ 0 h 1064"/>
                  <a:gd name="T14" fmla="*/ 0 w 2280"/>
                  <a:gd name="T15" fmla="*/ 0 h 1064"/>
                  <a:gd name="T16" fmla="*/ 0 w 2280"/>
                  <a:gd name="T17" fmla="*/ 0 h 1064"/>
                  <a:gd name="T18" fmla="*/ 0 w 2280"/>
                  <a:gd name="T19" fmla="*/ 0 h 1064"/>
                  <a:gd name="T20" fmla="*/ 0 w 2280"/>
                  <a:gd name="T21" fmla="*/ 0 h 10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80"/>
                  <a:gd name="T34" fmla="*/ 0 h 1064"/>
                  <a:gd name="T35" fmla="*/ 2280 w 2280"/>
                  <a:gd name="T36" fmla="*/ 1064 h 10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80" h="1064">
                    <a:moveTo>
                      <a:pt x="0" y="953"/>
                    </a:moveTo>
                    <a:lnTo>
                      <a:pt x="296" y="893"/>
                    </a:lnTo>
                    <a:lnTo>
                      <a:pt x="381" y="979"/>
                    </a:lnTo>
                    <a:lnTo>
                      <a:pt x="552" y="1064"/>
                    </a:lnTo>
                    <a:lnTo>
                      <a:pt x="1184" y="784"/>
                    </a:lnTo>
                    <a:lnTo>
                      <a:pt x="1184" y="507"/>
                    </a:lnTo>
                    <a:lnTo>
                      <a:pt x="1736" y="753"/>
                    </a:lnTo>
                    <a:lnTo>
                      <a:pt x="2280" y="793"/>
                    </a:lnTo>
                    <a:lnTo>
                      <a:pt x="1547" y="0"/>
                    </a:lnTo>
                    <a:lnTo>
                      <a:pt x="237" y="369"/>
                    </a:lnTo>
                    <a:lnTo>
                      <a:pt x="0" y="953"/>
                    </a:lnTo>
                    <a:close/>
                  </a:path>
                </a:pathLst>
              </a:custGeom>
              <a:solidFill>
                <a:srgbClr val="70230C"/>
              </a:solidFill>
              <a:ln w="9525">
                <a:noFill/>
                <a:round/>
                <a:headEnd/>
                <a:tailEnd/>
              </a:ln>
            </p:spPr>
            <p:txBody>
              <a:bodyPr/>
              <a:lstStyle/>
              <a:p>
                <a:pPr algn="ctr"/>
                <a:endParaRPr lang="pt-BR" sz="2400"/>
              </a:p>
            </p:txBody>
          </p:sp>
          <p:sp>
            <p:nvSpPr>
              <p:cNvPr id="487" name="Freeform 345"/>
              <p:cNvSpPr>
                <a:spLocks/>
              </p:cNvSpPr>
              <p:nvPr/>
            </p:nvSpPr>
            <p:spPr bwMode="auto">
              <a:xfrm>
                <a:off x="746" y="916"/>
                <a:ext cx="140" cy="135"/>
              </a:xfrm>
              <a:custGeom>
                <a:avLst/>
                <a:gdLst>
                  <a:gd name="T0" fmla="*/ 0 w 1393"/>
                  <a:gd name="T1" fmla="*/ 0 h 1349"/>
                  <a:gd name="T2" fmla="*/ 0 w 1393"/>
                  <a:gd name="T3" fmla="*/ 0 h 1349"/>
                  <a:gd name="T4" fmla="*/ 0 w 1393"/>
                  <a:gd name="T5" fmla="*/ 0 h 1349"/>
                  <a:gd name="T6" fmla="*/ 0 w 1393"/>
                  <a:gd name="T7" fmla="*/ 0 h 1349"/>
                  <a:gd name="T8" fmla="*/ 0 w 1393"/>
                  <a:gd name="T9" fmla="*/ 0 h 1349"/>
                  <a:gd name="T10" fmla="*/ 0 w 1393"/>
                  <a:gd name="T11" fmla="*/ 0 h 1349"/>
                  <a:gd name="T12" fmla="*/ 0 w 1393"/>
                  <a:gd name="T13" fmla="*/ 0 h 1349"/>
                  <a:gd name="T14" fmla="*/ 0 w 1393"/>
                  <a:gd name="T15" fmla="*/ 0 h 1349"/>
                  <a:gd name="T16" fmla="*/ 0 w 1393"/>
                  <a:gd name="T17" fmla="*/ 0 h 1349"/>
                  <a:gd name="T18" fmla="*/ 0 w 1393"/>
                  <a:gd name="T19" fmla="*/ 0 h 1349"/>
                  <a:gd name="T20" fmla="*/ 0 w 1393"/>
                  <a:gd name="T21" fmla="*/ 0 h 1349"/>
                  <a:gd name="T22" fmla="*/ 0 w 1393"/>
                  <a:gd name="T23" fmla="*/ 0 h 1349"/>
                  <a:gd name="T24" fmla="*/ 0 w 1393"/>
                  <a:gd name="T25" fmla="*/ 0 h 1349"/>
                  <a:gd name="T26" fmla="*/ 0 w 1393"/>
                  <a:gd name="T27" fmla="*/ 0 h 1349"/>
                  <a:gd name="T28" fmla="*/ 0 w 1393"/>
                  <a:gd name="T29" fmla="*/ 0 h 1349"/>
                  <a:gd name="T30" fmla="*/ 0 w 1393"/>
                  <a:gd name="T31" fmla="*/ 0 h 1349"/>
                  <a:gd name="T32" fmla="*/ 0 w 1393"/>
                  <a:gd name="T33" fmla="*/ 0 h 1349"/>
                  <a:gd name="T34" fmla="*/ 0 w 1393"/>
                  <a:gd name="T35" fmla="*/ 0 h 1349"/>
                  <a:gd name="T36" fmla="*/ 0 w 1393"/>
                  <a:gd name="T37" fmla="*/ 0 h 1349"/>
                  <a:gd name="T38" fmla="*/ 0 w 1393"/>
                  <a:gd name="T39" fmla="*/ 0 h 1349"/>
                  <a:gd name="T40" fmla="*/ 0 w 1393"/>
                  <a:gd name="T41" fmla="*/ 0 h 1349"/>
                  <a:gd name="T42" fmla="*/ 0 w 1393"/>
                  <a:gd name="T43" fmla="*/ 0 h 1349"/>
                  <a:gd name="T44" fmla="*/ 0 w 1393"/>
                  <a:gd name="T45" fmla="*/ 0 h 1349"/>
                  <a:gd name="T46" fmla="*/ 0 w 1393"/>
                  <a:gd name="T47" fmla="*/ 0 h 1349"/>
                  <a:gd name="T48" fmla="*/ 0 w 1393"/>
                  <a:gd name="T49" fmla="*/ 0 h 1349"/>
                  <a:gd name="T50" fmla="*/ 0 w 1393"/>
                  <a:gd name="T51" fmla="*/ 0 h 1349"/>
                  <a:gd name="T52" fmla="*/ 0 w 1393"/>
                  <a:gd name="T53" fmla="*/ 0 h 1349"/>
                  <a:gd name="T54" fmla="*/ 0 w 1393"/>
                  <a:gd name="T55" fmla="*/ 0 h 1349"/>
                  <a:gd name="T56" fmla="*/ 0 w 1393"/>
                  <a:gd name="T57" fmla="*/ 0 h 1349"/>
                  <a:gd name="T58" fmla="*/ 0 w 1393"/>
                  <a:gd name="T59" fmla="*/ 0 h 1349"/>
                  <a:gd name="T60" fmla="*/ 0 w 1393"/>
                  <a:gd name="T61" fmla="*/ 0 h 1349"/>
                  <a:gd name="T62" fmla="*/ 0 w 1393"/>
                  <a:gd name="T63" fmla="*/ 0 h 1349"/>
                  <a:gd name="T64" fmla="*/ 0 w 1393"/>
                  <a:gd name="T65" fmla="*/ 0 h 1349"/>
                  <a:gd name="T66" fmla="*/ 0 w 1393"/>
                  <a:gd name="T67" fmla="*/ 0 h 1349"/>
                  <a:gd name="T68" fmla="*/ 0 w 1393"/>
                  <a:gd name="T69" fmla="*/ 0 h 134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393"/>
                  <a:gd name="T106" fmla="*/ 0 h 1349"/>
                  <a:gd name="T107" fmla="*/ 1393 w 1393"/>
                  <a:gd name="T108" fmla="*/ 1349 h 134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393" h="1349">
                    <a:moveTo>
                      <a:pt x="49" y="105"/>
                    </a:moveTo>
                    <a:lnTo>
                      <a:pt x="49" y="433"/>
                    </a:lnTo>
                    <a:lnTo>
                      <a:pt x="266" y="678"/>
                    </a:lnTo>
                    <a:lnTo>
                      <a:pt x="628" y="1116"/>
                    </a:lnTo>
                    <a:lnTo>
                      <a:pt x="928" y="1165"/>
                    </a:lnTo>
                    <a:lnTo>
                      <a:pt x="1029" y="1036"/>
                    </a:lnTo>
                    <a:lnTo>
                      <a:pt x="999" y="911"/>
                    </a:lnTo>
                    <a:lnTo>
                      <a:pt x="893" y="964"/>
                    </a:lnTo>
                    <a:lnTo>
                      <a:pt x="853" y="928"/>
                    </a:lnTo>
                    <a:lnTo>
                      <a:pt x="973" y="814"/>
                    </a:lnTo>
                    <a:lnTo>
                      <a:pt x="1097" y="822"/>
                    </a:lnTo>
                    <a:lnTo>
                      <a:pt x="1158" y="776"/>
                    </a:lnTo>
                    <a:lnTo>
                      <a:pt x="1158" y="712"/>
                    </a:lnTo>
                    <a:lnTo>
                      <a:pt x="1249" y="663"/>
                    </a:lnTo>
                    <a:lnTo>
                      <a:pt x="1319" y="482"/>
                    </a:lnTo>
                    <a:lnTo>
                      <a:pt x="1393" y="441"/>
                    </a:lnTo>
                    <a:lnTo>
                      <a:pt x="1264" y="672"/>
                    </a:lnTo>
                    <a:lnTo>
                      <a:pt x="1199" y="729"/>
                    </a:lnTo>
                    <a:lnTo>
                      <a:pt x="1199" y="822"/>
                    </a:lnTo>
                    <a:lnTo>
                      <a:pt x="1166" y="854"/>
                    </a:lnTo>
                    <a:lnTo>
                      <a:pt x="1046" y="869"/>
                    </a:lnTo>
                    <a:lnTo>
                      <a:pt x="1029" y="902"/>
                    </a:lnTo>
                    <a:lnTo>
                      <a:pt x="1063" y="1022"/>
                    </a:lnTo>
                    <a:lnTo>
                      <a:pt x="1057" y="1062"/>
                    </a:lnTo>
                    <a:lnTo>
                      <a:pt x="950" y="1197"/>
                    </a:lnTo>
                    <a:lnTo>
                      <a:pt x="919" y="1206"/>
                    </a:lnTo>
                    <a:lnTo>
                      <a:pt x="701" y="1206"/>
                    </a:lnTo>
                    <a:lnTo>
                      <a:pt x="426" y="1116"/>
                    </a:lnTo>
                    <a:lnTo>
                      <a:pt x="57" y="1349"/>
                    </a:lnTo>
                    <a:lnTo>
                      <a:pt x="201" y="1068"/>
                    </a:lnTo>
                    <a:lnTo>
                      <a:pt x="330" y="1076"/>
                    </a:lnTo>
                    <a:lnTo>
                      <a:pt x="137" y="712"/>
                    </a:lnTo>
                    <a:lnTo>
                      <a:pt x="0" y="583"/>
                    </a:lnTo>
                    <a:lnTo>
                      <a:pt x="0" y="0"/>
                    </a:lnTo>
                    <a:lnTo>
                      <a:pt x="49" y="105"/>
                    </a:lnTo>
                    <a:close/>
                  </a:path>
                </a:pathLst>
              </a:custGeom>
              <a:solidFill>
                <a:srgbClr val="000000"/>
              </a:solidFill>
              <a:ln w="9525">
                <a:noFill/>
                <a:round/>
                <a:headEnd/>
                <a:tailEnd/>
              </a:ln>
            </p:spPr>
            <p:txBody>
              <a:bodyPr/>
              <a:lstStyle/>
              <a:p>
                <a:pPr algn="ctr"/>
                <a:endParaRPr lang="pt-BR" sz="2400"/>
              </a:p>
            </p:txBody>
          </p:sp>
          <p:sp>
            <p:nvSpPr>
              <p:cNvPr id="488" name="Freeform 346"/>
              <p:cNvSpPr>
                <a:spLocks/>
              </p:cNvSpPr>
              <p:nvPr/>
            </p:nvSpPr>
            <p:spPr bwMode="auto">
              <a:xfrm>
                <a:off x="824" y="973"/>
                <a:ext cx="17" cy="22"/>
              </a:xfrm>
              <a:custGeom>
                <a:avLst/>
                <a:gdLst>
                  <a:gd name="T0" fmla="*/ 0 w 175"/>
                  <a:gd name="T1" fmla="*/ 0 h 218"/>
                  <a:gd name="T2" fmla="*/ 0 w 175"/>
                  <a:gd name="T3" fmla="*/ 0 h 218"/>
                  <a:gd name="T4" fmla="*/ 0 w 175"/>
                  <a:gd name="T5" fmla="*/ 0 h 218"/>
                  <a:gd name="T6" fmla="*/ 0 w 175"/>
                  <a:gd name="T7" fmla="*/ 0 h 218"/>
                  <a:gd name="T8" fmla="*/ 0 w 175"/>
                  <a:gd name="T9" fmla="*/ 0 h 218"/>
                  <a:gd name="T10" fmla="*/ 0 w 175"/>
                  <a:gd name="T11" fmla="*/ 0 h 218"/>
                  <a:gd name="T12" fmla="*/ 0 60000 65536"/>
                  <a:gd name="T13" fmla="*/ 0 60000 65536"/>
                  <a:gd name="T14" fmla="*/ 0 60000 65536"/>
                  <a:gd name="T15" fmla="*/ 0 60000 65536"/>
                  <a:gd name="T16" fmla="*/ 0 60000 65536"/>
                  <a:gd name="T17" fmla="*/ 0 60000 65536"/>
                  <a:gd name="T18" fmla="*/ 0 w 175"/>
                  <a:gd name="T19" fmla="*/ 0 h 218"/>
                  <a:gd name="T20" fmla="*/ 175 w 175"/>
                  <a:gd name="T21" fmla="*/ 218 h 218"/>
                </a:gdLst>
                <a:ahLst/>
                <a:cxnLst>
                  <a:cxn ang="T12">
                    <a:pos x="T0" y="T1"/>
                  </a:cxn>
                  <a:cxn ang="T13">
                    <a:pos x="T2" y="T3"/>
                  </a:cxn>
                  <a:cxn ang="T14">
                    <a:pos x="T4" y="T5"/>
                  </a:cxn>
                  <a:cxn ang="T15">
                    <a:pos x="T6" y="T7"/>
                  </a:cxn>
                  <a:cxn ang="T16">
                    <a:pos x="T8" y="T9"/>
                  </a:cxn>
                  <a:cxn ang="T17">
                    <a:pos x="T10" y="T11"/>
                  </a:cxn>
                </a:cxnLst>
                <a:rect l="T18" t="T19" r="T20" b="T21"/>
                <a:pathLst>
                  <a:path w="175" h="218">
                    <a:moveTo>
                      <a:pt x="175" y="91"/>
                    </a:moveTo>
                    <a:lnTo>
                      <a:pt x="175" y="0"/>
                    </a:lnTo>
                    <a:lnTo>
                      <a:pt x="78" y="0"/>
                    </a:lnTo>
                    <a:lnTo>
                      <a:pt x="0" y="63"/>
                    </a:lnTo>
                    <a:lnTo>
                      <a:pt x="0" y="218"/>
                    </a:lnTo>
                    <a:lnTo>
                      <a:pt x="175" y="91"/>
                    </a:lnTo>
                    <a:close/>
                  </a:path>
                </a:pathLst>
              </a:custGeom>
              <a:solidFill>
                <a:srgbClr val="000000"/>
              </a:solidFill>
              <a:ln w="9525">
                <a:noFill/>
                <a:round/>
                <a:headEnd/>
                <a:tailEnd/>
              </a:ln>
            </p:spPr>
            <p:txBody>
              <a:bodyPr/>
              <a:lstStyle/>
              <a:p>
                <a:pPr algn="ctr"/>
                <a:endParaRPr lang="pt-BR" sz="2400"/>
              </a:p>
            </p:txBody>
          </p:sp>
          <p:sp>
            <p:nvSpPr>
              <p:cNvPr id="489" name="Line 347"/>
              <p:cNvSpPr>
                <a:spLocks noChangeShapeType="1"/>
              </p:cNvSpPr>
              <p:nvPr/>
            </p:nvSpPr>
            <p:spPr bwMode="auto">
              <a:xfrm>
                <a:off x="841" y="982"/>
                <a:ext cx="21" cy="5"/>
              </a:xfrm>
              <a:prstGeom prst="line">
                <a:avLst/>
              </a:prstGeom>
              <a:noFill/>
              <a:ln w="0">
                <a:solidFill>
                  <a:srgbClr val="000000"/>
                </a:solidFill>
                <a:round/>
                <a:headEnd/>
                <a:tailEnd/>
              </a:ln>
            </p:spPr>
            <p:txBody>
              <a:bodyPr/>
              <a:lstStyle/>
              <a:p>
                <a:endParaRPr lang="pt-BR" sz="2400"/>
              </a:p>
            </p:txBody>
          </p:sp>
          <p:sp>
            <p:nvSpPr>
              <p:cNvPr id="490" name="Freeform 348"/>
              <p:cNvSpPr>
                <a:spLocks/>
              </p:cNvSpPr>
              <p:nvPr/>
            </p:nvSpPr>
            <p:spPr bwMode="auto">
              <a:xfrm>
                <a:off x="849" y="853"/>
                <a:ext cx="62" cy="110"/>
              </a:xfrm>
              <a:custGeom>
                <a:avLst/>
                <a:gdLst>
                  <a:gd name="T0" fmla="*/ 0 w 622"/>
                  <a:gd name="T1" fmla="*/ 0 h 1099"/>
                  <a:gd name="T2" fmla="*/ 0 w 622"/>
                  <a:gd name="T3" fmla="*/ 0 h 1099"/>
                  <a:gd name="T4" fmla="*/ 0 w 622"/>
                  <a:gd name="T5" fmla="*/ 0 h 1099"/>
                  <a:gd name="T6" fmla="*/ 0 w 622"/>
                  <a:gd name="T7" fmla="*/ 0 h 1099"/>
                  <a:gd name="T8" fmla="*/ 0 w 622"/>
                  <a:gd name="T9" fmla="*/ 0 h 1099"/>
                  <a:gd name="T10" fmla="*/ 0 w 622"/>
                  <a:gd name="T11" fmla="*/ 0 h 1099"/>
                  <a:gd name="T12" fmla="*/ 0 w 622"/>
                  <a:gd name="T13" fmla="*/ 0 h 1099"/>
                  <a:gd name="T14" fmla="*/ 0 w 622"/>
                  <a:gd name="T15" fmla="*/ 0 h 1099"/>
                  <a:gd name="T16" fmla="*/ 0 w 622"/>
                  <a:gd name="T17" fmla="*/ 0 h 1099"/>
                  <a:gd name="T18" fmla="*/ 0 w 622"/>
                  <a:gd name="T19" fmla="*/ 0 h 1099"/>
                  <a:gd name="T20" fmla="*/ 0 w 622"/>
                  <a:gd name="T21" fmla="*/ 0 h 1099"/>
                  <a:gd name="T22" fmla="*/ 0 w 622"/>
                  <a:gd name="T23" fmla="*/ 0 h 1099"/>
                  <a:gd name="T24" fmla="*/ 0 w 622"/>
                  <a:gd name="T25" fmla="*/ 0 h 1099"/>
                  <a:gd name="T26" fmla="*/ 0 w 622"/>
                  <a:gd name="T27" fmla="*/ 0 h 1099"/>
                  <a:gd name="T28" fmla="*/ 0 w 622"/>
                  <a:gd name="T29" fmla="*/ 0 h 1099"/>
                  <a:gd name="T30" fmla="*/ 0 w 622"/>
                  <a:gd name="T31" fmla="*/ 0 h 1099"/>
                  <a:gd name="T32" fmla="*/ 0 w 622"/>
                  <a:gd name="T33" fmla="*/ 0 h 1099"/>
                  <a:gd name="T34" fmla="*/ 0 w 622"/>
                  <a:gd name="T35" fmla="*/ 0 h 1099"/>
                  <a:gd name="T36" fmla="*/ 0 w 622"/>
                  <a:gd name="T37" fmla="*/ 0 h 1099"/>
                  <a:gd name="T38" fmla="*/ 0 w 622"/>
                  <a:gd name="T39" fmla="*/ 0 h 1099"/>
                  <a:gd name="T40" fmla="*/ 0 w 622"/>
                  <a:gd name="T41" fmla="*/ 0 h 1099"/>
                  <a:gd name="T42" fmla="*/ 0 w 622"/>
                  <a:gd name="T43" fmla="*/ 0 h 1099"/>
                  <a:gd name="T44" fmla="*/ 0 w 622"/>
                  <a:gd name="T45" fmla="*/ 0 h 1099"/>
                  <a:gd name="T46" fmla="*/ 0 w 622"/>
                  <a:gd name="T47" fmla="*/ 0 h 1099"/>
                  <a:gd name="T48" fmla="*/ 0 w 622"/>
                  <a:gd name="T49" fmla="*/ 0 h 1099"/>
                  <a:gd name="T50" fmla="*/ 0 w 622"/>
                  <a:gd name="T51" fmla="*/ 0 h 1099"/>
                  <a:gd name="T52" fmla="*/ 0 w 622"/>
                  <a:gd name="T53" fmla="*/ 0 h 1099"/>
                  <a:gd name="T54" fmla="*/ 0 w 622"/>
                  <a:gd name="T55" fmla="*/ 0 h 109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2"/>
                  <a:gd name="T85" fmla="*/ 0 h 1099"/>
                  <a:gd name="T86" fmla="*/ 622 w 622"/>
                  <a:gd name="T87" fmla="*/ 1099 h 109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2" h="1099">
                    <a:moveTo>
                      <a:pt x="226" y="957"/>
                    </a:moveTo>
                    <a:lnTo>
                      <a:pt x="259" y="1012"/>
                    </a:lnTo>
                    <a:lnTo>
                      <a:pt x="347" y="1012"/>
                    </a:lnTo>
                    <a:lnTo>
                      <a:pt x="476" y="1069"/>
                    </a:lnTo>
                    <a:lnTo>
                      <a:pt x="548" y="1026"/>
                    </a:lnTo>
                    <a:lnTo>
                      <a:pt x="428" y="502"/>
                    </a:lnTo>
                    <a:lnTo>
                      <a:pt x="347" y="484"/>
                    </a:lnTo>
                    <a:lnTo>
                      <a:pt x="266" y="540"/>
                    </a:lnTo>
                    <a:lnTo>
                      <a:pt x="306" y="453"/>
                    </a:lnTo>
                    <a:lnTo>
                      <a:pt x="243" y="421"/>
                    </a:lnTo>
                    <a:lnTo>
                      <a:pt x="170" y="413"/>
                    </a:lnTo>
                    <a:lnTo>
                      <a:pt x="99" y="406"/>
                    </a:lnTo>
                    <a:lnTo>
                      <a:pt x="0" y="413"/>
                    </a:lnTo>
                    <a:lnTo>
                      <a:pt x="235" y="311"/>
                    </a:lnTo>
                    <a:lnTo>
                      <a:pt x="444" y="375"/>
                    </a:lnTo>
                    <a:lnTo>
                      <a:pt x="533" y="326"/>
                    </a:lnTo>
                    <a:lnTo>
                      <a:pt x="523" y="375"/>
                    </a:lnTo>
                    <a:lnTo>
                      <a:pt x="461" y="438"/>
                    </a:lnTo>
                    <a:lnTo>
                      <a:pt x="582" y="421"/>
                    </a:lnTo>
                    <a:lnTo>
                      <a:pt x="622" y="0"/>
                    </a:lnTo>
                    <a:lnTo>
                      <a:pt x="605" y="438"/>
                    </a:lnTo>
                    <a:lnTo>
                      <a:pt x="468" y="515"/>
                    </a:lnTo>
                    <a:lnTo>
                      <a:pt x="582" y="1026"/>
                    </a:lnTo>
                    <a:lnTo>
                      <a:pt x="493" y="1099"/>
                    </a:lnTo>
                    <a:lnTo>
                      <a:pt x="324" y="1044"/>
                    </a:lnTo>
                    <a:lnTo>
                      <a:pt x="212" y="1044"/>
                    </a:lnTo>
                    <a:lnTo>
                      <a:pt x="179" y="980"/>
                    </a:lnTo>
                    <a:lnTo>
                      <a:pt x="226" y="957"/>
                    </a:lnTo>
                    <a:close/>
                  </a:path>
                </a:pathLst>
              </a:custGeom>
              <a:solidFill>
                <a:srgbClr val="000000"/>
              </a:solidFill>
              <a:ln w="9525">
                <a:noFill/>
                <a:round/>
                <a:headEnd/>
                <a:tailEnd/>
              </a:ln>
            </p:spPr>
            <p:txBody>
              <a:bodyPr/>
              <a:lstStyle/>
              <a:p>
                <a:pPr algn="ctr"/>
                <a:endParaRPr lang="pt-BR" sz="2400"/>
              </a:p>
            </p:txBody>
          </p:sp>
          <p:sp>
            <p:nvSpPr>
              <p:cNvPr id="491" name="Freeform 349"/>
              <p:cNvSpPr>
                <a:spLocks/>
              </p:cNvSpPr>
              <p:nvPr/>
            </p:nvSpPr>
            <p:spPr bwMode="auto">
              <a:xfrm>
                <a:off x="857" y="902"/>
                <a:ext cx="21" cy="17"/>
              </a:xfrm>
              <a:custGeom>
                <a:avLst/>
                <a:gdLst>
                  <a:gd name="T0" fmla="*/ 0 w 216"/>
                  <a:gd name="T1" fmla="*/ 0 h 171"/>
                  <a:gd name="T2" fmla="*/ 0 w 216"/>
                  <a:gd name="T3" fmla="*/ 0 h 171"/>
                  <a:gd name="T4" fmla="*/ 0 w 216"/>
                  <a:gd name="T5" fmla="*/ 0 h 171"/>
                  <a:gd name="T6" fmla="*/ 0 w 216"/>
                  <a:gd name="T7" fmla="*/ 0 h 171"/>
                  <a:gd name="T8" fmla="*/ 0 w 216"/>
                  <a:gd name="T9" fmla="*/ 0 h 171"/>
                  <a:gd name="T10" fmla="*/ 0 w 216"/>
                  <a:gd name="T11" fmla="*/ 0 h 171"/>
                  <a:gd name="T12" fmla="*/ 0 w 216"/>
                  <a:gd name="T13" fmla="*/ 0 h 171"/>
                  <a:gd name="T14" fmla="*/ 0 w 216"/>
                  <a:gd name="T15" fmla="*/ 0 h 171"/>
                  <a:gd name="T16" fmla="*/ 0 w 216"/>
                  <a:gd name="T17" fmla="*/ 0 h 171"/>
                  <a:gd name="T18" fmla="*/ 0 w 216"/>
                  <a:gd name="T19" fmla="*/ 0 h 1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6"/>
                  <a:gd name="T31" fmla="*/ 0 h 171"/>
                  <a:gd name="T32" fmla="*/ 216 w 216"/>
                  <a:gd name="T33" fmla="*/ 171 h 1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 h="171">
                    <a:moveTo>
                      <a:pt x="210" y="24"/>
                    </a:moveTo>
                    <a:lnTo>
                      <a:pt x="152" y="0"/>
                    </a:lnTo>
                    <a:lnTo>
                      <a:pt x="152" y="56"/>
                    </a:lnTo>
                    <a:lnTo>
                      <a:pt x="0" y="0"/>
                    </a:lnTo>
                    <a:lnTo>
                      <a:pt x="0" y="49"/>
                    </a:lnTo>
                    <a:lnTo>
                      <a:pt x="178" y="171"/>
                    </a:lnTo>
                    <a:lnTo>
                      <a:pt x="216" y="144"/>
                    </a:lnTo>
                    <a:lnTo>
                      <a:pt x="185" y="104"/>
                    </a:lnTo>
                    <a:lnTo>
                      <a:pt x="185" y="56"/>
                    </a:lnTo>
                    <a:lnTo>
                      <a:pt x="210" y="24"/>
                    </a:lnTo>
                    <a:close/>
                  </a:path>
                </a:pathLst>
              </a:custGeom>
              <a:solidFill>
                <a:srgbClr val="000000"/>
              </a:solidFill>
              <a:ln w="9525">
                <a:noFill/>
                <a:round/>
                <a:headEnd/>
                <a:tailEnd/>
              </a:ln>
            </p:spPr>
            <p:txBody>
              <a:bodyPr/>
              <a:lstStyle/>
              <a:p>
                <a:pPr algn="ctr"/>
                <a:endParaRPr lang="pt-BR" sz="2400"/>
              </a:p>
            </p:txBody>
          </p:sp>
          <p:sp>
            <p:nvSpPr>
              <p:cNvPr id="492" name="Freeform 350"/>
              <p:cNvSpPr>
                <a:spLocks/>
              </p:cNvSpPr>
              <p:nvPr/>
            </p:nvSpPr>
            <p:spPr bwMode="auto">
              <a:xfrm>
                <a:off x="845" y="919"/>
                <a:ext cx="25" cy="23"/>
              </a:xfrm>
              <a:custGeom>
                <a:avLst/>
                <a:gdLst>
                  <a:gd name="T0" fmla="*/ 0 w 241"/>
                  <a:gd name="T1" fmla="*/ 0 h 229"/>
                  <a:gd name="T2" fmla="*/ 0 w 241"/>
                  <a:gd name="T3" fmla="*/ 0 h 229"/>
                  <a:gd name="T4" fmla="*/ 0 w 241"/>
                  <a:gd name="T5" fmla="*/ 0 h 229"/>
                  <a:gd name="T6" fmla="*/ 0 w 241"/>
                  <a:gd name="T7" fmla="*/ 0 h 229"/>
                  <a:gd name="T8" fmla="*/ 0 w 241"/>
                  <a:gd name="T9" fmla="*/ 0 h 229"/>
                  <a:gd name="T10" fmla="*/ 0 w 241"/>
                  <a:gd name="T11" fmla="*/ 0 h 229"/>
                  <a:gd name="T12" fmla="*/ 0 w 241"/>
                  <a:gd name="T13" fmla="*/ 0 h 229"/>
                  <a:gd name="T14" fmla="*/ 0 w 241"/>
                  <a:gd name="T15" fmla="*/ 0 h 229"/>
                  <a:gd name="T16" fmla="*/ 0 w 241"/>
                  <a:gd name="T17" fmla="*/ 0 h 229"/>
                  <a:gd name="T18" fmla="*/ 0 w 241"/>
                  <a:gd name="T19" fmla="*/ 0 h 2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1"/>
                  <a:gd name="T31" fmla="*/ 0 h 229"/>
                  <a:gd name="T32" fmla="*/ 241 w 241"/>
                  <a:gd name="T33" fmla="*/ 229 h 2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1" h="229">
                    <a:moveTo>
                      <a:pt x="241" y="5"/>
                    </a:moveTo>
                    <a:lnTo>
                      <a:pt x="144" y="5"/>
                    </a:lnTo>
                    <a:lnTo>
                      <a:pt x="144" y="78"/>
                    </a:lnTo>
                    <a:lnTo>
                      <a:pt x="0" y="0"/>
                    </a:lnTo>
                    <a:lnTo>
                      <a:pt x="0" y="78"/>
                    </a:lnTo>
                    <a:lnTo>
                      <a:pt x="66" y="229"/>
                    </a:lnTo>
                    <a:lnTo>
                      <a:pt x="175" y="100"/>
                    </a:lnTo>
                    <a:lnTo>
                      <a:pt x="175" y="54"/>
                    </a:lnTo>
                    <a:lnTo>
                      <a:pt x="217" y="37"/>
                    </a:lnTo>
                    <a:lnTo>
                      <a:pt x="241" y="5"/>
                    </a:lnTo>
                    <a:close/>
                  </a:path>
                </a:pathLst>
              </a:custGeom>
              <a:solidFill>
                <a:srgbClr val="000000"/>
              </a:solidFill>
              <a:ln w="9525">
                <a:noFill/>
                <a:round/>
                <a:headEnd/>
                <a:tailEnd/>
              </a:ln>
            </p:spPr>
            <p:txBody>
              <a:bodyPr/>
              <a:lstStyle/>
              <a:p>
                <a:pPr algn="ctr"/>
                <a:endParaRPr lang="pt-BR" sz="2400"/>
              </a:p>
            </p:txBody>
          </p:sp>
          <p:sp>
            <p:nvSpPr>
              <p:cNvPr id="493" name="Freeform 351"/>
              <p:cNvSpPr>
                <a:spLocks/>
              </p:cNvSpPr>
              <p:nvPr/>
            </p:nvSpPr>
            <p:spPr bwMode="auto">
              <a:xfrm>
                <a:off x="653" y="765"/>
                <a:ext cx="293" cy="169"/>
              </a:xfrm>
              <a:custGeom>
                <a:avLst/>
                <a:gdLst>
                  <a:gd name="T0" fmla="*/ 0 w 2925"/>
                  <a:gd name="T1" fmla="*/ 0 h 1689"/>
                  <a:gd name="T2" fmla="*/ 0 w 2925"/>
                  <a:gd name="T3" fmla="*/ 0 h 1689"/>
                  <a:gd name="T4" fmla="*/ 0 w 2925"/>
                  <a:gd name="T5" fmla="*/ 0 h 1689"/>
                  <a:gd name="T6" fmla="*/ 0 w 2925"/>
                  <a:gd name="T7" fmla="*/ 0 h 1689"/>
                  <a:gd name="T8" fmla="*/ 0 w 2925"/>
                  <a:gd name="T9" fmla="*/ 0 h 1689"/>
                  <a:gd name="T10" fmla="*/ 0 w 2925"/>
                  <a:gd name="T11" fmla="*/ 0 h 1689"/>
                  <a:gd name="T12" fmla="*/ 0 w 2925"/>
                  <a:gd name="T13" fmla="*/ 0 h 1689"/>
                  <a:gd name="T14" fmla="*/ 0 w 2925"/>
                  <a:gd name="T15" fmla="*/ 0 h 1689"/>
                  <a:gd name="T16" fmla="*/ 0 w 2925"/>
                  <a:gd name="T17" fmla="*/ 0 h 1689"/>
                  <a:gd name="T18" fmla="*/ 0 w 2925"/>
                  <a:gd name="T19" fmla="*/ 0 h 1689"/>
                  <a:gd name="T20" fmla="*/ 0 w 2925"/>
                  <a:gd name="T21" fmla="*/ 0 h 1689"/>
                  <a:gd name="T22" fmla="*/ 0 w 2925"/>
                  <a:gd name="T23" fmla="*/ 0 h 1689"/>
                  <a:gd name="T24" fmla="*/ 0 w 2925"/>
                  <a:gd name="T25" fmla="*/ 0 h 1689"/>
                  <a:gd name="T26" fmla="*/ 0 w 2925"/>
                  <a:gd name="T27" fmla="*/ 0 h 1689"/>
                  <a:gd name="T28" fmla="*/ 0 w 2925"/>
                  <a:gd name="T29" fmla="*/ 0 h 1689"/>
                  <a:gd name="T30" fmla="*/ 0 w 2925"/>
                  <a:gd name="T31" fmla="*/ 0 h 1689"/>
                  <a:gd name="T32" fmla="*/ 0 w 2925"/>
                  <a:gd name="T33" fmla="*/ 0 h 1689"/>
                  <a:gd name="T34" fmla="*/ 0 w 2925"/>
                  <a:gd name="T35" fmla="*/ 0 h 1689"/>
                  <a:gd name="T36" fmla="*/ 0 w 2925"/>
                  <a:gd name="T37" fmla="*/ 0 h 1689"/>
                  <a:gd name="T38" fmla="*/ 0 w 2925"/>
                  <a:gd name="T39" fmla="*/ 0 h 1689"/>
                  <a:gd name="T40" fmla="*/ 0 w 2925"/>
                  <a:gd name="T41" fmla="*/ 0 h 1689"/>
                  <a:gd name="T42" fmla="*/ 0 w 2925"/>
                  <a:gd name="T43" fmla="*/ 0 h 1689"/>
                  <a:gd name="T44" fmla="*/ 0 w 2925"/>
                  <a:gd name="T45" fmla="*/ 0 h 1689"/>
                  <a:gd name="T46" fmla="*/ 0 w 2925"/>
                  <a:gd name="T47" fmla="*/ 0 h 1689"/>
                  <a:gd name="T48" fmla="*/ 0 w 2925"/>
                  <a:gd name="T49" fmla="*/ 0 h 1689"/>
                  <a:gd name="T50" fmla="*/ 0 w 2925"/>
                  <a:gd name="T51" fmla="*/ 0 h 1689"/>
                  <a:gd name="T52" fmla="*/ 0 w 2925"/>
                  <a:gd name="T53" fmla="*/ 0 h 1689"/>
                  <a:gd name="T54" fmla="*/ 0 w 2925"/>
                  <a:gd name="T55" fmla="*/ 0 h 1689"/>
                  <a:gd name="T56" fmla="*/ 0 w 2925"/>
                  <a:gd name="T57" fmla="*/ 0 h 1689"/>
                  <a:gd name="T58" fmla="*/ 0 w 2925"/>
                  <a:gd name="T59" fmla="*/ 0 h 1689"/>
                  <a:gd name="T60" fmla="*/ 0 w 2925"/>
                  <a:gd name="T61" fmla="*/ 0 h 1689"/>
                  <a:gd name="T62" fmla="*/ 0 w 2925"/>
                  <a:gd name="T63" fmla="*/ 0 h 1689"/>
                  <a:gd name="T64" fmla="*/ 0 w 2925"/>
                  <a:gd name="T65" fmla="*/ 0 h 168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925"/>
                  <a:gd name="T100" fmla="*/ 0 h 1689"/>
                  <a:gd name="T101" fmla="*/ 2925 w 2925"/>
                  <a:gd name="T102" fmla="*/ 1689 h 168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925" h="1689">
                    <a:moveTo>
                      <a:pt x="1766" y="612"/>
                    </a:moveTo>
                    <a:lnTo>
                      <a:pt x="1766" y="813"/>
                    </a:lnTo>
                    <a:lnTo>
                      <a:pt x="1603" y="862"/>
                    </a:lnTo>
                    <a:lnTo>
                      <a:pt x="1723" y="891"/>
                    </a:lnTo>
                    <a:lnTo>
                      <a:pt x="1650" y="954"/>
                    </a:lnTo>
                    <a:lnTo>
                      <a:pt x="1436" y="949"/>
                    </a:lnTo>
                    <a:lnTo>
                      <a:pt x="1290" y="1177"/>
                    </a:lnTo>
                    <a:lnTo>
                      <a:pt x="1042" y="1052"/>
                    </a:lnTo>
                    <a:lnTo>
                      <a:pt x="985" y="931"/>
                    </a:lnTo>
                    <a:lnTo>
                      <a:pt x="1330" y="931"/>
                    </a:lnTo>
                    <a:lnTo>
                      <a:pt x="1645" y="796"/>
                    </a:lnTo>
                    <a:lnTo>
                      <a:pt x="1427" y="741"/>
                    </a:lnTo>
                    <a:lnTo>
                      <a:pt x="1645" y="683"/>
                    </a:lnTo>
                    <a:lnTo>
                      <a:pt x="1443" y="574"/>
                    </a:lnTo>
                    <a:lnTo>
                      <a:pt x="1290" y="565"/>
                    </a:lnTo>
                    <a:lnTo>
                      <a:pt x="1497" y="502"/>
                    </a:lnTo>
                    <a:lnTo>
                      <a:pt x="1396" y="445"/>
                    </a:lnTo>
                    <a:lnTo>
                      <a:pt x="1201" y="405"/>
                    </a:lnTo>
                    <a:lnTo>
                      <a:pt x="970" y="463"/>
                    </a:lnTo>
                    <a:lnTo>
                      <a:pt x="1129" y="565"/>
                    </a:lnTo>
                    <a:lnTo>
                      <a:pt x="999" y="627"/>
                    </a:lnTo>
                    <a:lnTo>
                      <a:pt x="1123" y="683"/>
                    </a:lnTo>
                    <a:lnTo>
                      <a:pt x="1123" y="741"/>
                    </a:lnTo>
                    <a:lnTo>
                      <a:pt x="759" y="821"/>
                    </a:lnTo>
                    <a:lnTo>
                      <a:pt x="574" y="923"/>
                    </a:lnTo>
                    <a:lnTo>
                      <a:pt x="848" y="885"/>
                    </a:lnTo>
                    <a:lnTo>
                      <a:pt x="934" y="914"/>
                    </a:lnTo>
                    <a:lnTo>
                      <a:pt x="913" y="980"/>
                    </a:lnTo>
                    <a:lnTo>
                      <a:pt x="790" y="931"/>
                    </a:lnTo>
                    <a:lnTo>
                      <a:pt x="574" y="980"/>
                    </a:lnTo>
                    <a:lnTo>
                      <a:pt x="574" y="1177"/>
                    </a:lnTo>
                    <a:lnTo>
                      <a:pt x="719" y="1554"/>
                    </a:lnTo>
                    <a:lnTo>
                      <a:pt x="799" y="1577"/>
                    </a:lnTo>
                    <a:lnTo>
                      <a:pt x="903" y="1529"/>
                    </a:lnTo>
                    <a:lnTo>
                      <a:pt x="807" y="1624"/>
                    </a:lnTo>
                    <a:lnTo>
                      <a:pt x="693" y="1577"/>
                    </a:lnTo>
                    <a:lnTo>
                      <a:pt x="588" y="1291"/>
                    </a:lnTo>
                    <a:lnTo>
                      <a:pt x="477" y="1458"/>
                    </a:lnTo>
                    <a:lnTo>
                      <a:pt x="316" y="1540"/>
                    </a:lnTo>
                    <a:lnTo>
                      <a:pt x="275" y="1689"/>
                    </a:lnTo>
                    <a:lnTo>
                      <a:pt x="68" y="1689"/>
                    </a:lnTo>
                    <a:lnTo>
                      <a:pt x="0" y="1393"/>
                    </a:lnTo>
                    <a:lnTo>
                      <a:pt x="123" y="1131"/>
                    </a:lnTo>
                    <a:lnTo>
                      <a:pt x="123" y="732"/>
                    </a:lnTo>
                    <a:lnTo>
                      <a:pt x="348" y="125"/>
                    </a:lnTo>
                    <a:lnTo>
                      <a:pt x="541" y="0"/>
                    </a:lnTo>
                    <a:lnTo>
                      <a:pt x="1603" y="174"/>
                    </a:lnTo>
                    <a:lnTo>
                      <a:pt x="1805" y="294"/>
                    </a:lnTo>
                    <a:lnTo>
                      <a:pt x="1723" y="358"/>
                    </a:lnTo>
                    <a:lnTo>
                      <a:pt x="1927" y="542"/>
                    </a:lnTo>
                    <a:lnTo>
                      <a:pt x="2169" y="542"/>
                    </a:lnTo>
                    <a:lnTo>
                      <a:pt x="2136" y="612"/>
                    </a:lnTo>
                    <a:lnTo>
                      <a:pt x="2385" y="660"/>
                    </a:lnTo>
                    <a:lnTo>
                      <a:pt x="2338" y="709"/>
                    </a:lnTo>
                    <a:lnTo>
                      <a:pt x="2740" y="756"/>
                    </a:lnTo>
                    <a:lnTo>
                      <a:pt x="2634" y="374"/>
                    </a:lnTo>
                    <a:lnTo>
                      <a:pt x="2829" y="638"/>
                    </a:lnTo>
                    <a:lnTo>
                      <a:pt x="2925" y="891"/>
                    </a:lnTo>
                    <a:lnTo>
                      <a:pt x="2893" y="940"/>
                    </a:lnTo>
                    <a:lnTo>
                      <a:pt x="2651" y="931"/>
                    </a:lnTo>
                    <a:lnTo>
                      <a:pt x="2490" y="914"/>
                    </a:lnTo>
                    <a:lnTo>
                      <a:pt x="2353" y="867"/>
                    </a:lnTo>
                    <a:lnTo>
                      <a:pt x="2442" y="836"/>
                    </a:lnTo>
                    <a:lnTo>
                      <a:pt x="2216" y="813"/>
                    </a:lnTo>
                    <a:lnTo>
                      <a:pt x="2014" y="732"/>
                    </a:lnTo>
                    <a:lnTo>
                      <a:pt x="1828" y="645"/>
                    </a:lnTo>
                    <a:lnTo>
                      <a:pt x="1766" y="612"/>
                    </a:lnTo>
                    <a:close/>
                  </a:path>
                </a:pathLst>
              </a:custGeom>
              <a:solidFill>
                <a:srgbClr val="000000"/>
              </a:solidFill>
              <a:ln w="9525">
                <a:noFill/>
                <a:round/>
                <a:headEnd/>
                <a:tailEnd/>
              </a:ln>
            </p:spPr>
            <p:txBody>
              <a:bodyPr/>
              <a:lstStyle/>
              <a:p>
                <a:pPr algn="ctr"/>
                <a:endParaRPr lang="pt-BR" sz="2400"/>
              </a:p>
            </p:txBody>
          </p:sp>
          <p:sp>
            <p:nvSpPr>
              <p:cNvPr id="494" name="Freeform 352"/>
              <p:cNvSpPr>
                <a:spLocks/>
              </p:cNvSpPr>
              <p:nvPr/>
            </p:nvSpPr>
            <p:spPr bwMode="auto">
              <a:xfrm>
                <a:off x="701" y="726"/>
                <a:ext cx="235" cy="116"/>
              </a:xfrm>
              <a:custGeom>
                <a:avLst/>
                <a:gdLst>
                  <a:gd name="T0" fmla="*/ 0 w 2352"/>
                  <a:gd name="T1" fmla="*/ 0 h 1163"/>
                  <a:gd name="T2" fmla="*/ 0 w 2352"/>
                  <a:gd name="T3" fmla="*/ 0 h 1163"/>
                  <a:gd name="T4" fmla="*/ 0 w 2352"/>
                  <a:gd name="T5" fmla="*/ 0 h 1163"/>
                  <a:gd name="T6" fmla="*/ 0 w 2352"/>
                  <a:gd name="T7" fmla="*/ 0 h 1163"/>
                  <a:gd name="T8" fmla="*/ 0 w 2352"/>
                  <a:gd name="T9" fmla="*/ 0 h 1163"/>
                  <a:gd name="T10" fmla="*/ 0 w 2352"/>
                  <a:gd name="T11" fmla="*/ 0 h 1163"/>
                  <a:gd name="T12" fmla="*/ 0 w 2352"/>
                  <a:gd name="T13" fmla="*/ 0 h 1163"/>
                  <a:gd name="T14" fmla="*/ 0 w 2352"/>
                  <a:gd name="T15" fmla="*/ 0 h 1163"/>
                  <a:gd name="T16" fmla="*/ 0 w 2352"/>
                  <a:gd name="T17" fmla="*/ 0 h 1163"/>
                  <a:gd name="T18" fmla="*/ 0 w 2352"/>
                  <a:gd name="T19" fmla="*/ 0 h 1163"/>
                  <a:gd name="T20" fmla="*/ 0 w 2352"/>
                  <a:gd name="T21" fmla="*/ 0 h 1163"/>
                  <a:gd name="T22" fmla="*/ 0 w 2352"/>
                  <a:gd name="T23" fmla="*/ 0 h 1163"/>
                  <a:gd name="T24" fmla="*/ 0 w 2352"/>
                  <a:gd name="T25" fmla="*/ 0 h 1163"/>
                  <a:gd name="T26" fmla="*/ 0 w 2352"/>
                  <a:gd name="T27" fmla="*/ 0 h 1163"/>
                  <a:gd name="T28" fmla="*/ 0 w 2352"/>
                  <a:gd name="T29" fmla="*/ 0 h 1163"/>
                  <a:gd name="T30" fmla="*/ 0 w 2352"/>
                  <a:gd name="T31" fmla="*/ 0 h 1163"/>
                  <a:gd name="T32" fmla="*/ 0 w 2352"/>
                  <a:gd name="T33" fmla="*/ 0 h 1163"/>
                  <a:gd name="T34" fmla="*/ 0 w 2352"/>
                  <a:gd name="T35" fmla="*/ 0 h 1163"/>
                  <a:gd name="T36" fmla="*/ 0 w 2352"/>
                  <a:gd name="T37" fmla="*/ 0 h 11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52"/>
                  <a:gd name="T58" fmla="*/ 0 h 1163"/>
                  <a:gd name="T59" fmla="*/ 2352 w 2352"/>
                  <a:gd name="T60" fmla="*/ 1163 h 11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52" h="1163">
                    <a:moveTo>
                      <a:pt x="2286" y="1163"/>
                    </a:moveTo>
                    <a:lnTo>
                      <a:pt x="1886" y="995"/>
                    </a:lnTo>
                    <a:lnTo>
                      <a:pt x="1933" y="957"/>
                    </a:lnTo>
                    <a:lnTo>
                      <a:pt x="1683" y="855"/>
                    </a:lnTo>
                    <a:lnTo>
                      <a:pt x="1571" y="855"/>
                    </a:lnTo>
                    <a:lnTo>
                      <a:pt x="1465" y="757"/>
                    </a:lnTo>
                    <a:lnTo>
                      <a:pt x="1554" y="686"/>
                    </a:lnTo>
                    <a:lnTo>
                      <a:pt x="1173" y="597"/>
                    </a:lnTo>
                    <a:lnTo>
                      <a:pt x="0" y="439"/>
                    </a:lnTo>
                    <a:lnTo>
                      <a:pt x="155" y="175"/>
                    </a:lnTo>
                    <a:lnTo>
                      <a:pt x="555" y="24"/>
                    </a:lnTo>
                    <a:lnTo>
                      <a:pt x="908" y="0"/>
                    </a:lnTo>
                    <a:lnTo>
                      <a:pt x="1313" y="80"/>
                    </a:lnTo>
                    <a:lnTo>
                      <a:pt x="1650" y="222"/>
                    </a:lnTo>
                    <a:lnTo>
                      <a:pt x="1899" y="430"/>
                    </a:lnTo>
                    <a:lnTo>
                      <a:pt x="2068" y="597"/>
                    </a:lnTo>
                    <a:lnTo>
                      <a:pt x="2223" y="813"/>
                    </a:lnTo>
                    <a:lnTo>
                      <a:pt x="2352" y="1030"/>
                    </a:lnTo>
                    <a:lnTo>
                      <a:pt x="2286" y="1163"/>
                    </a:lnTo>
                    <a:close/>
                  </a:path>
                </a:pathLst>
              </a:custGeom>
              <a:solidFill>
                <a:srgbClr val="000000"/>
              </a:solidFill>
              <a:ln w="9525">
                <a:noFill/>
                <a:round/>
                <a:headEnd/>
                <a:tailEnd/>
              </a:ln>
            </p:spPr>
            <p:txBody>
              <a:bodyPr/>
              <a:lstStyle/>
              <a:p>
                <a:pPr algn="ctr"/>
                <a:endParaRPr lang="pt-BR" sz="2400"/>
              </a:p>
            </p:txBody>
          </p:sp>
          <p:sp>
            <p:nvSpPr>
              <p:cNvPr id="495" name="Freeform 353"/>
              <p:cNvSpPr>
                <a:spLocks/>
              </p:cNvSpPr>
              <p:nvPr/>
            </p:nvSpPr>
            <p:spPr bwMode="auto">
              <a:xfrm>
                <a:off x="719" y="862"/>
                <a:ext cx="30" cy="37"/>
              </a:xfrm>
              <a:custGeom>
                <a:avLst/>
                <a:gdLst>
                  <a:gd name="T0" fmla="*/ 0 w 301"/>
                  <a:gd name="T1" fmla="*/ 0 h 373"/>
                  <a:gd name="T2" fmla="*/ 0 w 301"/>
                  <a:gd name="T3" fmla="*/ 0 h 373"/>
                  <a:gd name="T4" fmla="*/ 0 w 301"/>
                  <a:gd name="T5" fmla="*/ 0 h 373"/>
                  <a:gd name="T6" fmla="*/ 0 w 301"/>
                  <a:gd name="T7" fmla="*/ 0 h 373"/>
                  <a:gd name="T8" fmla="*/ 0 w 301"/>
                  <a:gd name="T9" fmla="*/ 0 h 373"/>
                  <a:gd name="T10" fmla="*/ 0 w 301"/>
                  <a:gd name="T11" fmla="*/ 0 h 373"/>
                  <a:gd name="T12" fmla="*/ 0 w 301"/>
                  <a:gd name="T13" fmla="*/ 0 h 373"/>
                  <a:gd name="T14" fmla="*/ 0 w 301"/>
                  <a:gd name="T15" fmla="*/ 0 h 373"/>
                  <a:gd name="T16" fmla="*/ 0 w 301"/>
                  <a:gd name="T17" fmla="*/ 0 h 373"/>
                  <a:gd name="T18" fmla="*/ 0 w 301"/>
                  <a:gd name="T19" fmla="*/ 0 h 373"/>
                  <a:gd name="T20" fmla="*/ 0 w 301"/>
                  <a:gd name="T21" fmla="*/ 0 h 373"/>
                  <a:gd name="T22" fmla="*/ 0 w 301"/>
                  <a:gd name="T23" fmla="*/ 0 h 373"/>
                  <a:gd name="T24" fmla="*/ 0 w 301"/>
                  <a:gd name="T25" fmla="*/ 0 h 373"/>
                  <a:gd name="T26" fmla="*/ 0 w 301"/>
                  <a:gd name="T27" fmla="*/ 0 h 37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01"/>
                  <a:gd name="T43" fmla="*/ 0 h 373"/>
                  <a:gd name="T44" fmla="*/ 301 w 301"/>
                  <a:gd name="T45" fmla="*/ 373 h 37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01" h="373">
                    <a:moveTo>
                      <a:pt x="301" y="151"/>
                    </a:moveTo>
                    <a:lnTo>
                      <a:pt x="178" y="67"/>
                    </a:lnTo>
                    <a:lnTo>
                      <a:pt x="178" y="0"/>
                    </a:lnTo>
                    <a:lnTo>
                      <a:pt x="26" y="26"/>
                    </a:lnTo>
                    <a:lnTo>
                      <a:pt x="0" y="214"/>
                    </a:lnTo>
                    <a:lnTo>
                      <a:pt x="163" y="96"/>
                    </a:lnTo>
                    <a:lnTo>
                      <a:pt x="220" y="142"/>
                    </a:lnTo>
                    <a:lnTo>
                      <a:pt x="107" y="231"/>
                    </a:lnTo>
                    <a:lnTo>
                      <a:pt x="107" y="335"/>
                    </a:lnTo>
                    <a:lnTo>
                      <a:pt x="282" y="373"/>
                    </a:lnTo>
                    <a:lnTo>
                      <a:pt x="251" y="303"/>
                    </a:lnTo>
                    <a:lnTo>
                      <a:pt x="251" y="265"/>
                    </a:lnTo>
                    <a:lnTo>
                      <a:pt x="301" y="206"/>
                    </a:lnTo>
                    <a:lnTo>
                      <a:pt x="301" y="151"/>
                    </a:lnTo>
                    <a:close/>
                  </a:path>
                </a:pathLst>
              </a:custGeom>
              <a:solidFill>
                <a:srgbClr val="000000"/>
              </a:solidFill>
              <a:ln w="9525">
                <a:noFill/>
                <a:round/>
                <a:headEnd/>
                <a:tailEnd/>
              </a:ln>
            </p:spPr>
            <p:txBody>
              <a:bodyPr/>
              <a:lstStyle/>
              <a:p>
                <a:pPr algn="ctr"/>
                <a:endParaRPr lang="pt-BR" sz="2400"/>
              </a:p>
            </p:txBody>
          </p:sp>
          <p:sp>
            <p:nvSpPr>
              <p:cNvPr id="496" name="Line 354"/>
              <p:cNvSpPr>
                <a:spLocks noChangeShapeType="1"/>
              </p:cNvSpPr>
              <p:nvPr/>
            </p:nvSpPr>
            <p:spPr bwMode="auto">
              <a:xfrm>
                <a:off x="770" y="872"/>
                <a:ext cx="6" cy="32"/>
              </a:xfrm>
              <a:prstGeom prst="line">
                <a:avLst/>
              </a:prstGeom>
              <a:noFill/>
              <a:ln w="0">
                <a:solidFill>
                  <a:srgbClr val="000000"/>
                </a:solidFill>
                <a:round/>
                <a:headEnd/>
                <a:tailEnd/>
              </a:ln>
            </p:spPr>
            <p:txBody>
              <a:bodyPr/>
              <a:lstStyle/>
              <a:p>
                <a:endParaRPr lang="pt-BR" sz="2400"/>
              </a:p>
            </p:txBody>
          </p:sp>
          <p:sp>
            <p:nvSpPr>
              <p:cNvPr id="497" name="Line 355"/>
              <p:cNvSpPr>
                <a:spLocks noChangeShapeType="1"/>
              </p:cNvSpPr>
              <p:nvPr/>
            </p:nvSpPr>
            <p:spPr bwMode="auto">
              <a:xfrm>
                <a:off x="777" y="878"/>
                <a:ext cx="7" cy="34"/>
              </a:xfrm>
              <a:prstGeom prst="line">
                <a:avLst/>
              </a:prstGeom>
              <a:noFill/>
              <a:ln w="0">
                <a:solidFill>
                  <a:srgbClr val="000000"/>
                </a:solidFill>
                <a:round/>
                <a:headEnd/>
                <a:tailEnd/>
              </a:ln>
            </p:spPr>
            <p:txBody>
              <a:bodyPr/>
              <a:lstStyle/>
              <a:p>
                <a:endParaRPr lang="pt-BR" sz="2400"/>
              </a:p>
            </p:txBody>
          </p:sp>
          <p:sp>
            <p:nvSpPr>
              <p:cNvPr id="498" name="Line 356"/>
              <p:cNvSpPr>
                <a:spLocks noChangeShapeType="1"/>
              </p:cNvSpPr>
              <p:nvPr/>
            </p:nvSpPr>
            <p:spPr bwMode="auto">
              <a:xfrm>
                <a:off x="786" y="891"/>
                <a:ext cx="4" cy="24"/>
              </a:xfrm>
              <a:prstGeom prst="line">
                <a:avLst/>
              </a:prstGeom>
              <a:noFill/>
              <a:ln w="0">
                <a:solidFill>
                  <a:srgbClr val="000000"/>
                </a:solidFill>
                <a:round/>
                <a:headEnd/>
                <a:tailEnd/>
              </a:ln>
            </p:spPr>
            <p:txBody>
              <a:bodyPr/>
              <a:lstStyle/>
              <a:p>
                <a:endParaRPr lang="pt-BR" sz="2400"/>
              </a:p>
            </p:txBody>
          </p:sp>
          <p:sp>
            <p:nvSpPr>
              <p:cNvPr id="499" name="Line 357"/>
              <p:cNvSpPr>
                <a:spLocks noChangeShapeType="1"/>
              </p:cNvSpPr>
              <p:nvPr/>
            </p:nvSpPr>
            <p:spPr bwMode="auto">
              <a:xfrm>
                <a:off x="794" y="901"/>
                <a:ext cx="3" cy="14"/>
              </a:xfrm>
              <a:prstGeom prst="line">
                <a:avLst/>
              </a:prstGeom>
              <a:noFill/>
              <a:ln w="0">
                <a:solidFill>
                  <a:srgbClr val="000000"/>
                </a:solidFill>
                <a:round/>
                <a:headEnd/>
                <a:tailEnd/>
              </a:ln>
            </p:spPr>
            <p:txBody>
              <a:bodyPr/>
              <a:lstStyle/>
              <a:p>
                <a:endParaRPr lang="pt-BR" sz="2400"/>
              </a:p>
            </p:txBody>
          </p:sp>
          <p:sp>
            <p:nvSpPr>
              <p:cNvPr id="500" name="Freeform 358"/>
              <p:cNvSpPr>
                <a:spLocks/>
              </p:cNvSpPr>
              <p:nvPr/>
            </p:nvSpPr>
            <p:spPr bwMode="auto">
              <a:xfrm>
                <a:off x="669" y="930"/>
                <a:ext cx="62" cy="105"/>
              </a:xfrm>
              <a:custGeom>
                <a:avLst/>
                <a:gdLst>
                  <a:gd name="T0" fmla="*/ 0 w 618"/>
                  <a:gd name="T1" fmla="*/ 0 h 1047"/>
                  <a:gd name="T2" fmla="*/ 0 w 618"/>
                  <a:gd name="T3" fmla="*/ 0 h 1047"/>
                  <a:gd name="T4" fmla="*/ 0 w 618"/>
                  <a:gd name="T5" fmla="*/ 0 h 1047"/>
                  <a:gd name="T6" fmla="*/ 0 w 618"/>
                  <a:gd name="T7" fmla="*/ 0 h 1047"/>
                  <a:gd name="T8" fmla="*/ 0 w 618"/>
                  <a:gd name="T9" fmla="*/ 0 h 1047"/>
                  <a:gd name="T10" fmla="*/ 0 w 618"/>
                  <a:gd name="T11" fmla="*/ 0 h 1047"/>
                  <a:gd name="T12" fmla="*/ 0 w 618"/>
                  <a:gd name="T13" fmla="*/ 0 h 1047"/>
                  <a:gd name="T14" fmla="*/ 0 w 618"/>
                  <a:gd name="T15" fmla="*/ 0 h 1047"/>
                  <a:gd name="T16" fmla="*/ 0 w 618"/>
                  <a:gd name="T17" fmla="*/ 0 h 1047"/>
                  <a:gd name="T18" fmla="*/ 0 w 618"/>
                  <a:gd name="T19" fmla="*/ 0 h 1047"/>
                  <a:gd name="T20" fmla="*/ 0 w 618"/>
                  <a:gd name="T21" fmla="*/ 0 h 1047"/>
                  <a:gd name="T22" fmla="*/ 0 w 618"/>
                  <a:gd name="T23" fmla="*/ 0 h 1047"/>
                  <a:gd name="T24" fmla="*/ 0 w 618"/>
                  <a:gd name="T25" fmla="*/ 0 h 1047"/>
                  <a:gd name="T26" fmla="*/ 0 w 618"/>
                  <a:gd name="T27" fmla="*/ 0 h 10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8"/>
                  <a:gd name="T43" fmla="*/ 0 h 1047"/>
                  <a:gd name="T44" fmla="*/ 618 w 618"/>
                  <a:gd name="T45" fmla="*/ 1047 h 10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8" h="1047">
                    <a:moveTo>
                      <a:pt x="46" y="18"/>
                    </a:moveTo>
                    <a:lnTo>
                      <a:pt x="46" y="114"/>
                    </a:lnTo>
                    <a:lnTo>
                      <a:pt x="71" y="267"/>
                    </a:lnTo>
                    <a:lnTo>
                      <a:pt x="144" y="458"/>
                    </a:lnTo>
                    <a:lnTo>
                      <a:pt x="218" y="591"/>
                    </a:lnTo>
                    <a:lnTo>
                      <a:pt x="313" y="712"/>
                    </a:lnTo>
                    <a:lnTo>
                      <a:pt x="618" y="1047"/>
                    </a:lnTo>
                    <a:lnTo>
                      <a:pt x="235" y="656"/>
                    </a:lnTo>
                    <a:lnTo>
                      <a:pt x="144" y="515"/>
                    </a:lnTo>
                    <a:lnTo>
                      <a:pt x="57" y="329"/>
                    </a:lnTo>
                    <a:lnTo>
                      <a:pt x="8" y="176"/>
                    </a:lnTo>
                    <a:lnTo>
                      <a:pt x="0" y="74"/>
                    </a:lnTo>
                    <a:lnTo>
                      <a:pt x="0" y="0"/>
                    </a:lnTo>
                    <a:lnTo>
                      <a:pt x="46" y="18"/>
                    </a:lnTo>
                    <a:close/>
                  </a:path>
                </a:pathLst>
              </a:custGeom>
              <a:solidFill>
                <a:srgbClr val="000000"/>
              </a:solidFill>
              <a:ln w="9525">
                <a:noFill/>
                <a:round/>
                <a:headEnd/>
                <a:tailEnd/>
              </a:ln>
            </p:spPr>
            <p:txBody>
              <a:bodyPr/>
              <a:lstStyle/>
              <a:p>
                <a:pPr algn="ctr"/>
                <a:endParaRPr lang="pt-BR" sz="2400"/>
              </a:p>
            </p:txBody>
          </p:sp>
          <p:sp>
            <p:nvSpPr>
              <p:cNvPr id="501" name="Freeform 359"/>
              <p:cNvSpPr>
                <a:spLocks/>
              </p:cNvSpPr>
              <p:nvPr/>
            </p:nvSpPr>
            <p:spPr bwMode="auto">
              <a:xfrm>
                <a:off x="482" y="935"/>
                <a:ext cx="192" cy="136"/>
              </a:xfrm>
              <a:custGeom>
                <a:avLst/>
                <a:gdLst>
                  <a:gd name="T0" fmla="*/ 0 w 1917"/>
                  <a:gd name="T1" fmla="*/ 0 h 1359"/>
                  <a:gd name="T2" fmla="*/ 0 w 1917"/>
                  <a:gd name="T3" fmla="*/ 0 h 1359"/>
                  <a:gd name="T4" fmla="*/ 0 w 1917"/>
                  <a:gd name="T5" fmla="*/ 0 h 1359"/>
                  <a:gd name="T6" fmla="*/ 0 w 1917"/>
                  <a:gd name="T7" fmla="*/ 0 h 1359"/>
                  <a:gd name="T8" fmla="*/ 0 w 1917"/>
                  <a:gd name="T9" fmla="*/ 0 h 1359"/>
                  <a:gd name="T10" fmla="*/ 0 w 1917"/>
                  <a:gd name="T11" fmla="*/ 0 h 1359"/>
                  <a:gd name="T12" fmla="*/ 0 w 1917"/>
                  <a:gd name="T13" fmla="*/ 0 h 1359"/>
                  <a:gd name="T14" fmla="*/ 0 w 1917"/>
                  <a:gd name="T15" fmla="*/ 0 h 1359"/>
                  <a:gd name="T16" fmla="*/ 0 w 1917"/>
                  <a:gd name="T17" fmla="*/ 0 h 1359"/>
                  <a:gd name="T18" fmla="*/ 0 w 1917"/>
                  <a:gd name="T19" fmla="*/ 0 h 1359"/>
                  <a:gd name="T20" fmla="*/ 0 w 1917"/>
                  <a:gd name="T21" fmla="*/ 0 h 1359"/>
                  <a:gd name="T22" fmla="*/ 0 w 1917"/>
                  <a:gd name="T23" fmla="*/ 0 h 1359"/>
                  <a:gd name="T24" fmla="*/ 0 w 1917"/>
                  <a:gd name="T25" fmla="*/ 0 h 1359"/>
                  <a:gd name="T26" fmla="*/ 0 w 1917"/>
                  <a:gd name="T27" fmla="*/ 0 h 1359"/>
                  <a:gd name="T28" fmla="*/ 0 w 1917"/>
                  <a:gd name="T29" fmla="*/ 0 h 1359"/>
                  <a:gd name="T30" fmla="*/ 0 w 1917"/>
                  <a:gd name="T31" fmla="*/ 0 h 1359"/>
                  <a:gd name="T32" fmla="*/ 0 w 1917"/>
                  <a:gd name="T33" fmla="*/ 0 h 1359"/>
                  <a:gd name="T34" fmla="*/ 0 w 1917"/>
                  <a:gd name="T35" fmla="*/ 0 h 1359"/>
                  <a:gd name="T36" fmla="*/ 0 w 1917"/>
                  <a:gd name="T37" fmla="*/ 0 h 1359"/>
                  <a:gd name="T38" fmla="*/ 0 w 1917"/>
                  <a:gd name="T39" fmla="*/ 0 h 1359"/>
                  <a:gd name="T40" fmla="*/ 0 w 1917"/>
                  <a:gd name="T41" fmla="*/ 0 h 1359"/>
                  <a:gd name="T42" fmla="*/ 0 w 1917"/>
                  <a:gd name="T43" fmla="*/ 0 h 1359"/>
                  <a:gd name="T44" fmla="*/ 0 w 1917"/>
                  <a:gd name="T45" fmla="*/ 0 h 1359"/>
                  <a:gd name="T46" fmla="*/ 0 w 1917"/>
                  <a:gd name="T47" fmla="*/ 0 h 1359"/>
                  <a:gd name="T48" fmla="*/ 0 w 1917"/>
                  <a:gd name="T49" fmla="*/ 0 h 1359"/>
                  <a:gd name="T50" fmla="*/ 0 w 1917"/>
                  <a:gd name="T51" fmla="*/ 0 h 1359"/>
                  <a:gd name="T52" fmla="*/ 0 w 1917"/>
                  <a:gd name="T53" fmla="*/ 0 h 1359"/>
                  <a:gd name="T54" fmla="*/ 0 w 1917"/>
                  <a:gd name="T55" fmla="*/ 0 h 1359"/>
                  <a:gd name="T56" fmla="*/ 0 w 1917"/>
                  <a:gd name="T57" fmla="*/ 0 h 1359"/>
                  <a:gd name="T58" fmla="*/ 0 w 1917"/>
                  <a:gd name="T59" fmla="*/ 0 h 13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917"/>
                  <a:gd name="T91" fmla="*/ 0 h 1359"/>
                  <a:gd name="T92" fmla="*/ 1917 w 1917"/>
                  <a:gd name="T93" fmla="*/ 1359 h 135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917" h="1359">
                    <a:moveTo>
                      <a:pt x="1724" y="0"/>
                    </a:moveTo>
                    <a:lnTo>
                      <a:pt x="1566" y="178"/>
                    </a:lnTo>
                    <a:lnTo>
                      <a:pt x="1533" y="315"/>
                    </a:lnTo>
                    <a:lnTo>
                      <a:pt x="1533" y="475"/>
                    </a:lnTo>
                    <a:lnTo>
                      <a:pt x="1628" y="790"/>
                    </a:lnTo>
                    <a:lnTo>
                      <a:pt x="1851" y="1233"/>
                    </a:lnTo>
                    <a:lnTo>
                      <a:pt x="1917" y="1359"/>
                    </a:lnTo>
                    <a:lnTo>
                      <a:pt x="1448" y="893"/>
                    </a:lnTo>
                    <a:lnTo>
                      <a:pt x="1641" y="1033"/>
                    </a:lnTo>
                    <a:lnTo>
                      <a:pt x="1641" y="893"/>
                    </a:lnTo>
                    <a:lnTo>
                      <a:pt x="1555" y="684"/>
                    </a:lnTo>
                    <a:lnTo>
                      <a:pt x="1512" y="538"/>
                    </a:lnTo>
                    <a:lnTo>
                      <a:pt x="1491" y="377"/>
                    </a:lnTo>
                    <a:lnTo>
                      <a:pt x="1395" y="411"/>
                    </a:lnTo>
                    <a:lnTo>
                      <a:pt x="1428" y="589"/>
                    </a:lnTo>
                    <a:lnTo>
                      <a:pt x="1182" y="517"/>
                    </a:lnTo>
                    <a:lnTo>
                      <a:pt x="906" y="631"/>
                    </a:lnTo>
                    <a:lnTo>
                      <a:pt x="1106" y="790"/>
                    </a:lnTo>
                    <a:lnTo>
                      <a:pt x="542" y="695"/>
                    </a:lnTo>
                    <a:lnTo>
                      <a:pt x="182" y="832"/>
                    </a:lnTo>
                    <a:lnTo>
                      <a:pt x="0" y="946"/>
                    </a:lnTo>
                    <a:lnTo>
                      <a:pt x="225" y="769"/>
                    </a:lnTo>
                    <a:lnTo>
                      <a:pt x="415" y="631"/>
                    </a:lnTo>
                    <a:lnTo>
                      <a:pt x="511" y="631"/>
                    </a:lnTo>
                    <a:lnTo>
                      <a:pt x="629" y="485"/>
                    </a:lnTo>
                    <a:lnTo>
                      <a:pt x="939" y="422"/>
                    </a:lnTo>
                    <a:lnTo>
                      <a:pt x="1150" y="315"/>
                    </a:lnTo>
                    <a:lnTo>
                      <a:pt x="1375" y="315"/>
                    </a:lnTo>
                    <a:lnTo>
                      <a:pt x="1595" y="93"/>
                    </a:lnTo>
                    <a:lnTo>
                      <a:pt x="1724" y="0"/>
                    </a:lnTo>
                    <a:close/>
                  </a:path>
                </a:pathLst>
              </a:custGeom>
              <a:solidFill>
                <a:srgbClr val="000000"/>
              </a:solidFill>
              <a:ln w="9525">
                <a:noFill/>
                <a:round/>
                <a:headEnd/>
                <a:tailEnd/>
              </a:ln>
            </p:spPr>
            <p:txBody>
              <a:bodyPr/>
              <a:lstStyle/>
              <a:p>
                <a:pPr algn="ctr"/>
                <a:endParaRPr lang="pt-BR" sz="2400"/>
              </a:p>
            </p:txBody>
          </p:sp>
          <p:sp>
            <p:nvSpPr>
              <p:cNvPr id="502" name="Freeform 360"/>
              <p:cNvSpPr>
                <a:spLocks/>
              </p:cNvSpPr>
              <p:nvPr/>
            </p:nvSpPr>
            <p:spPr bwMode="auto">
              <a:xfrm>
                <a:off x="637" y="1050"/>
                <a:ext cx="131" cy="326"/>
              </a:xfrm>
              <a:custGeom>
                <a:avLst/>
                <a:gdLst>
                  <a:gd name="T0" fmla="*/ 0 w 1308"/>
                  <a:gd name="T1" fmla="*/ 0 h 3264"/>
                  <a:gd name="T2" fmla="*/ 0 w 1308"/>
                  <a:gd name="T3" fmla="*/ 0 h 3264"/>
                  <a:gd name="T4" fmla="*/ 0 w 1308"/>
                  <a:gd name="T5" fmla="*/ 0 h 3264"/>
                  <a:gd name="T6" fmla="*/ 0 w 1308"/>
                  <a:gd name="T7" fmla="*/ 0 h 3264"/>
                  <a:gd name="T8" fmla="*/ 0 w 1308"/>
                  <a:gd name="T9" fmla="*/ 0 h 3264"/>
                  <a:gd name="T10" fmla="*/ 0 w 1308"/>
                  <a:gd name="T11" fmla="*/ 0 h 3264"/>
                  <a:gd name="T12" fmla="*/ 0 w 1308"/>
                  <a:gd name="T13" fmla="*/ 0 h 3264"/>
                  <a:gd name="T14" fmla="*/ 0 w 1308"/>
                  <a:gd name="T15" fmla="*/ 0 h 3264"/>
                  <a:gd name="T16" fmla="*/ 0 w 1308"/>
                  <a:gd name="T17" fmla="*/ 0 h 3264"/>
                  <a:gd name="T18" fmla="*/ 0 w 1308"/>
                  <a:gd name="T19" fmla="*/ 0 h 3264"/>
                  <a:gd name="T20" fmla="*/ 0 w 1308"/>
                  <a:gd name="T21" fmla="*/ 0 h 3264"/>
                  <a:gd name="T22" fmla="*/ 0 w 1308"/>
                  <a:gd name="T23" fmla="*/ 0 h 3264"/>
                  <a:gd name="T24" fmla="*/ 0 w 1308"/>
                  <a:gd name="T25" fmla="*/ 0 h 3264"/>
                  <a:gd name="T26" fmla="*/ 0 w 1308"/>
                  <a:gd name="T27" fmla="*/ 0 h 3264"/>
                  <a:gd name="T28" fmla="*/ 0 w 1308"/>
                  <a:gd name="T29" fmla="*/ 0 h 3264"/>
                  <a:gd name="T30" fmla="*/ 0 w 1308"/>
                  <a:gd name="T31" fmla="*/ 0 h 3264"/>
                  <a:gd name="T32" fmla="*/ 0 w 1308"/>
                  <a:gd name="T33" fmla="*/ 0 h 3264"/>
                  <a:gd name="T34" fmla="*/ 0 w 1308"/>
                  <a:gd name="T35" fmla="*/ 0 h 3264"/>
                  <a:gd name="T36" fmla="*/ 0 w 1308"/>
                  <a:gd name="T37" fmla="*/ 0 h 3264"/>
                  <a:gd name="T38" fmla="*/ 0 w 1308"/>
                  <a:gd name="T39" fmla="*/ 0 h 3264"/>
                  <a:gd name="T40" fmla="*/ 0 w 1308"/>
                  <a:gd name="T41" fmla="*/ 0 h 3264"/>
                  <a:gd name="T42" fmla="*/ 0 w 1308"/>
                  <a:gd name="T43" fmla="*/ 0 h 3264"/>
                  <a:gd name="T44" fmla="*/ 0 w 1308"/>
                  <a:gd name="T45" fmla="*/ 0 h 3264"/>
                  <a:gd name="T46" fmla="*/ 0 w 1308"/>
                  <a:gd name="T47" fmla="*/ 0 h 3264"/>
                  <a:gd name="T48" fmla="*/ 0 w 1308"/>
                  <a:gd name="T49" fmla="*/ 0 h 3264"/>
                  <a:gd name="T50" fmla="*/ 0 w 1308"/>
                  <a:gd name="T51" fmla="*/ 0 h 3264"/>
                  <a:gd name="T52" fmla="*/ 0 w 1308"/>
                  <a:gd name="T53" fmla="*/ 0 h 3264"/>
                  <a:gd name="T54" fmla="*/ 0 w 1308"/>
                  <a:gd name="T55" fmla="*/ 0 h 3264"/>
                  <a:gd name="T56" fmla="*/ 0 w 1308"/>
                  <a:gd name="T57" fmla="*/ 0 h 3264"/>
                  <a:gd name="T58" fmla="*/ 0 w 1308"/>
                  <a:gd name="T59" fmla="*/ 0 h 3264"/>
                  <a:gd name="T60" fmla="*/ 0 w 1308"/>
                  <a:gd name="T61" fmla="*/ 0 h 3264"/>
                  <a:gd name="T62" fmla="*/ 0 w 1308"/>
                  <a:gd name="T63" fmla="*/ 0 h 3264"/>
                  <a:gd name="T64" fmla="*/ 0 w 1308"/>
                  <a:gd name="T65" fmla="*/ 0 h 3264"/>
                  <a:gd name="T66" fmla="*/ 0 w 1308"/>
                  <a:gd name="T67" fmla="*/ 0 h 3264"/>
                  <a:gd name="T68" fmla="*/ 0 w 1308"/>
                  <a:gd name="T69" fmla="*/ 0 h 3264"/>
                  <a:gd name="T70" fmla="*/ 0 w 1308"/>
                  <a:gd name="T71" fmla="*/ 0 h 3264"/>
                  <a:gd name="T72" fmla="*/ 0 w 1308"/>
                  <a:gd name="T73" fmla="*/ 0 h 3264"/>
                  <a:gd name="T74" fmla="*/ 0 w 1308"/>
                  <a:gd name="T75" fmla="*/ 0 h 3264"/>
                  <a:gd name="T76" fmla="*/ 0 w 1308"/>
                  <a:gd name="T77" fmla="*/ 0 h 3264"/>
                  <a:gd name="T78" fmla="*/ 0 w 1308"/>
                  <a:gd name="T79" fmla="*/ 0 h 3264"/>
                  <a:gd name="T80" fmla="*/ 0 w 1308"/>
                  <a:gd name="T81" fmla="*/ 0 h 3264"/>
                  <a:gd name="T82" fmla="*/ 0 w 1308"/>
                  <a:gd name="T83" fmla="*/ 0 h 326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08"/>
                  <a:gd name="T127" fmla="*/ 0 h 3264"/>
                  <a:gd name="T128" fmla="*/ 1308 w 1308"/>
                  <a:gd name="T129" fmla="*/ 3264 h 326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08" h="3264">
                    <a:moveTo>
                      <a:pt x="1097" y="19"/>
                    </a:moveTo>
                    <a:lnTo>
                      <a:pt x="1033" y="145"/>
                    </a:lnTo>
                    <a:lnTo>
                      <a:pt x="1033" y="325"/>
                    </a:lnTo>
                    <a:lnTo>
                      <a:pt x="1075" y="451"/>
                    </a:lnTo>
                    <a:lnTo>
                      <a:pt x="1213" y="461"/>
                    </a:lnTo>
                    <a:lnTo>
                      <a:pt x="1279" y="178"/>
                    </a:lnTo>
                    <a:lnTo>
                      <a:pt x="1308" y="220"/>
                    </a:lnTo>
                    <a:lnTo>
                      <a:pt x="1222" y="558"/>
                    </a:lnTo>
                    <a:lnTo>
                      <a:pt x="1075" y="589"/>
                    </a:lnTo>
                    <a:lnTo>
                      <a:pt x="946" y="872"/>
                    </a:lnTo>
                    <a:lnTo>
                      <a:pt x="893" y="1094"/>
                    </a:lnTo>
                    <a:lnTo>
                      <a:pt x="873" y="1347"/>
                    </a:lnTo>
                    <a:lnTo>
                      <a:pt x="926" y="1967"/>
                    </a:lnTo>
                    <a:lnTo>
                      <a:pt x="946" y="2484"/>
                    </a:lnTo>
                    <a:lnTo>
                      <a:pt x="926" y="2875"/>
                    </a:lnTo>
                    <a:lnTo>
                      <a:pt x="893" y="3264"/>
                    </a:lnTo>
                    <a:lnTo>
                      <a:pt x="500" y="3264"/>
                    </a:lnTo>
                    <a:lnTo>
                      <a:pt x="648" y="3137"/>
                    </a:lnTo>
                    <a:lnTo>
                      <a:pt x="853" y="2695"/>
                    </a:lnTo>
                    <a:lnTo>
                      <a:pt x="862" y="2380"/>
                    </a:lnTo>
                    <a:lnTo>
                      <a:pt x="693" y="2210"/>
                    </a:lnTo>
                    <a:lnTo>
                      <a:pt x="564" y="2255"/>
                    </a:lnTo>
                    <a:lnTo>
                      <a:pt x="775" y="1715"/>
                    </a:lnTo>
                    <a:lnTo>
                      <a:pt x="806" y="1126"/>
                    </a:lnTo>
                    <a:lnTo>
                      <a:pt x="936" y="578"/>
                    </a:lnTo>
                    <a:lnTo>
                      <a:pt x="754" y="789"/>
                    </a:lnTo>
                    <a:lnTo>
                      <a:pt x="553" y="925"/>
                    </a:lnTo>
                    <a:lnTo>
                      <a:pt x="351" y="1000"/>
                    </a:lnTo>
                    <a:lnTo>
                      <a:pt x="169" y="1022"/>
                    </a:lnTo>
                    <a:lnTo>
                      <a:pt x="11" y="1000"/>
                    </a:lnTo>
                    <a:lnTo>
                      <a:pt x="0" y="976"/>
                    </a:lnTo>
                    <a:lnTo>
                      <a:pt x="140" y="936"/>
                    </a:lnTo>
                    <a:lnTo>
                      <a:pt x="307" y="853"/>
                    </a:lnTo>
                    <a:lnTo>
                      <a:pt x="468" y="726"/>
                    </a:lnTo>
                    <a:lnTo>
                      <a:pt x="626" y="548"/>
                    </a:lnTo>
                    <a:lnTo>
                      <a:pt x="724" y="367"/>
                    </a:lnTo>
                    <a:lnTo>
                      <a:pt x="806" y="178"/>
                    </a:lnTo>
                    <a:lnTo>
                      <a:pt x="479" y="356"/>
                    </a:lnTo>
                    <a:lnTo>
                      <a:pt x="457" y="305"/>
                    </a:lnTo>
                    <a:lnTo>
                      <a:pt x="764" y="127"/>
                    </a:lnTo>
                    <a:lnTo>
                      <a:pt x="1086" y="0"/>
                    </a:lnTo>
                    <a:lnTo>
                      <a:pt x="1097" y="19"/>
                    </a:lnTo>
                    <a:close/>
                  </a:path>
                </a:pathLst>
              </a:custGeom>
              <a:solidFill>
                <a:srgbClr val="000000"/>
              </a:solidFill>
              <a:ln w="9525">
                <a:noFill/>
                <a:round/>
                <a:headEnd/>
                <a:tailEnd/>
              </a:ln>
            </p:spPr>
            <p:txBody>
              <a:bodyPr/>
              <a:lstStyle/>
              <a:p>
                <a:pPr algn="ctr"/>
                <a:endParaRPr lang="pt-BR" sz="2400"/>
              </a:p>
            </p:txBody>
          </p:sp>
          <p:sp>
            <p:nvSpPr>
              <p:cNvPr id="503" name="Freeform 361"/>
              <p:cNvSpPr>
                <a:spLocks/>
              </p:cNvSpPr>
              <p:nvPr/>
            </p:nvSpPr>
            <p:spPr bwMode="auto">
              <a:xfrm>
                <a:off x="777" y="1023"/>
                <a:ext cx="16" cy="48"/>
              </a:xfrm>
              <a:custGeom>
                <a:avLst/>
                <a:gdLst>
                  <a:gd name="T0" fmla="*/ 0 w 161"/>
                  <a:gd name="T1" fmla="*/ 0 h 476"/>
                  <a:gd name="T2" fmla="*/ 0 w 161"/>
                  <a:gd name="T3" fmla="*/ 0 h 476"/>
                  <a:gd name="T4" fmla="*/ 0 w 161"/>
                  <a:gd name="T5" fmla="*/ 0 h 476"/>
                  <a:gd name="T6" fmla="*/ 0 w 161"/>
                  <a:gd name="T7" fmla="*/ 0 h 476"/>
                  <a:gd name="T8" fmla="*/ 0 w 161"/>
                  <a:gd name="T9" fmla="*/ 0 h 476"/>
                  <a:gd name="T10" fmla="*/ 0 w 161"/>
                  <a:gd name="T11" fmla="*/ 0 h 476"/>
                  <a:gd name="T12" fmla="*/ 0 60000 65536"/>
                  <a:gd name="T13" fmla="*/ 0 60000 65536"/>
                  <a:gd name="T14" fmla="*/ 0 60000 65536"/>
                  <a:gd name="T15" fmla="*/ 0 60000 65536"/>
                  <a:gd name="T16" fmla="*/ 0 60000 65536"/>
                  <a:gd name="T17" fmla="*/ 0 60000 65536"/>
                  <a:gd name="T18" fmla="*/ 0 w 161"/>
                  <a:gd name="T19" fmla="*/ 0 h 476"/>
                  <a:gd name="T20" fmla="*/ 161 w 161"/>
                  <a:gd name="T21" fmla="*/ 476 h 476"/>
                </a:gdLst>
                <a:ahLst/>
                <a:cxnLst>
                  <a:cxn ang="T12">
                    <a:pos x="T0" y="T1"/>
                  </a:cxn>
                  <a:cxn ang="T13">
                    <a:pos x="T2" y="T3"/>
                  </a:cxn>
                  <a:cxn ang="T14">
                    <a:pos x="T4" y="T5"/>
                  </a:cxn>
                  <a:cxn ang="T15">
                    <a:pos x="T6" y="T7"/>
                  </a:cxn>
                  <a:cxn ang="T16">
                    <a:pos x="T8" y="T9"/>
                  </a:cxn>
                  <a:cxn ang="T17">
                    <a:pos x="T10" y="T11"/>
                  </a:cxn>
                </a:cxnLst>
                <a:rect l="T18" t="T19" r="T20" b="T21"/>
                <a:pathLst>
                  <a:path w="161" h="476">
                    <a:moveTo>
                      <a:pt x="44" y="87"/>
                    </a:moveTo>
                    <a:lnTo>
                      <a:pt x="108" y="170"/>
                    </a:lnTo>
                    <a:lnTo>
                      <a:pt x="0" y="476"/>
                    </a:lnTo>
                    <a:lnTo>
                      <a:pt x="161" y="127"/>
                    </a:lnTo>
                    <a:lnTo>
                      <a:pt x="161" y="0"/>
                    </a:lnTo>
                    <a:lnTo>
                      <a:pt x="44" y="87"/>
                    </a:lnTo>
                    <a:close/>
                  </a:path>
                </a:pathLst>
              </a:custGeom>
              <a:solidFill>
                <a:srgbClr val="000000"/>
              </a:solidFill>
              <a:ln w="9525">
                <a:noFill/>
                <a:round/>
                <a:headEnd/>
                <a:tailEnd/>
              </a:ln>
            </p:spPr>
            <p:txBody>
              <a:bodyPr/>
              <a:lstStyle/>
              <a:p>
                <a:pPr algn="ctr"/>
                <a:endParaRPr lang="pt-BR" sz="2400"/>
              </a:p>
            </p:txBody>
          </p:sp>
          <p:sp>
            <p:nvSpPr>
              <p:cNvPr id="504" name="Freeform 362"/>
              <p:cNvSpPr>
                <a:spLocks/>
              </p:cNvSpPr>
              <p:nvPr/>
            </p:nvSpPr>
            <p:spPr bwMode="auto">
              <a:xfrm>
                <a:off x="801" y="1035"/>
                <a:ext cx="38" cy="102"/>
              </a:xfrm>
              <a:custGeom>
                <a:avLst/>
                <a:gdLst>
                  <a:gd name="T0" fmla="*/ 0 w 384"/>
                  <a:gd name="T1" fmla="*/ 0 h 1023"/>
                  <a:gd name="T2" fmla="*/ 0 w 384"/>
                  <a:gd name="T3" fmla="*/ 0 h 1023"/>
                  <a:gd name="T4" fmla="*/ 0 w 384"/>
                  <a:gd name="T5" fmla="*/ 0 h 1023"/>
                  <a:gd name="T6" fmla="*/ 0 w 384"/>
                  <a:gd name="T7" fmla="*/ 0 h 1023"/>
                  <a:gd name="T8" fmla="*/ 0 w 384"/>
                  <a:gd name="T9" fmla="*/ 0 h 1023"/>
                  <a:gd name="T10" fmla="*/ 0 w 384"/>
                  <a:gd name="T11" fmla="*/ 0 h 1023"/>
                  <a:gd name="T12" fmla="*/ 0 w 384"/>
                  <a:gd name="T13" fmla="*/ 0 h 1023"/>
                  <a:gd name="T14" fmla="*/ 0 w 384"/>
                  <a:gd name="T15" fmla="*/ 0 h 1023"/>
                  <a:gd name="T16" fmla="*/ 0 w 384"/>
                  <a:gd name="T17" fmla="*/ 0 h 1023"/>
                  <a:gd name="T18" fmla="*/ 0 w 384"/>
                  <a:gd name="T19" fmla="*/ 0 h 1023"/>
                  <a:gd name="T20" fmla="*/ 0 w 384"/>
                  <a:gd name="T21" fmla="*/ 0 h 1023"/>
                  <a:gd name="T22" fmla="*/ 0 w 384"/>
                  <a:gd name="T23" fmla="*/ 0 h 1023"/>
                  <a:gd name="T24" fmla="*/ 0 w 384"/>
                  <a:gd name="T25" fmla="*/ 0 h 1023"/>
                  <a:gd name="T26" fmla="*/ 0 w 384"/>
                  <a:gd name="T27" fmla="*/ 0 h 1023"/>
                  <a:gd name="T28" fmla="*/ 0 w 384"/>
                  <a:gd name="T29" fmla="*/ 0 h 1023"/>
                  <a:gd name="T30" fmla="*/ 0 w 384"/>
                  <a:gd name="T31" fmla="*/ 0 h 1023"/>
                  <a:gd name="T32" fmla="*/ 0 w 384"/>
                  <a:gd name="T33" fmla="*/ 0 h 10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4"/>
                  <a:gd name="T52" fmla="*/ 0 h 1023"/>
                  <a:gd name="T53" fmla="*/ 384 w 384"/>
                  <a:gd name="T54" fmla="*/ 1023 h 10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4" h="1023">
                    <a:moveTo>
                      <a:pt x="84" y="0"/>
                    </a:moveTo>
                    <a:lnTo>
                      <a:pt x="127" y="96"/>
                    </a:lnTo>
                    <a:lnTo>
                      <a:pt x="53" y="203"/>
                    </a:lnTo>
                    <a:lnTo>
                      <a:pt x="11" y="307"/>
                    </a:lnTo>
                    <a:lnTo>
                      <a:pt x="0" y="445"/>
                    </a:lnTo>
                    <a:lnTo>
                      <a:pt x="11" y="591"/>
                    </a:lnTo>
                    <a:lnTo>
                      <a:pt x="31" y="760"/>
                    </a:lnTo>
                    <a:lnTo>
                      <a:pt x="127" y="1023"/>
                    </a:lnTo>
                    <a:lnTo>
                      <a:pt x="53" y="803"/>
                    </a:lnTo>
                    <a:lnTo>
                      <a:pt x="53" y="689"/>
                    </a:lnTo>
                    <a:lnTo>
                      <a:pt x="84" y="538"/>
                    </a:lnTo>
                    <a:lnTo>
                      <a:pt x="169" y="360"/>
                    </a:lnTo>
                    <a:lnTo>
                      <a:pt x="256" y="244"/>
                    </a:lnTo>
                    <a:lnTo>
                      <a:pt x="351" y="127"/>
                    </a:lnTo>
                    <a:lnTo>
                      <a:pt x="384" y="107"/>
                    </a:lnTo>
                    <a:lnTo>
                      <a:pt x="296" y="11"/>
                    </a:lnTo>
                    <a:lnTo>
                      <a:pt x="84" y="0"/>
                    </a:lnTo>
                    <a:close/>
                  </a:path>
                </a:pathLst>
              </a:custGeom>
              <a:solidFill>
                <a:srgbClr val="000000"/>
              </a:solidFill>
              <a:ln w="9525">
                <a:noFill/>
                <a:round/>
                <a:headEnd/>
                <a:tailEnd/>
              </a:ln>
            </p:spPr>
            <p:txBody>
              <a:bodyPr/>
              <a:lstStyle/>
              <a:p>
                <a:pPr algn="ctr"/>
                <a:endParaRPr lang="pt-BR" sz="2400"/>
              </a:p>
            </p:txBody>
          </p:sp>
          <p:sp>
            <p:nvSpPr>
              <p:cNvPr id="505" name="Freeform 363"/>
              <p:cNvSpPr>
                <a:spLocks/>
              </p:cNvSpPr>
              <p:nvPr/>
            </p:nvSpPr>
            <p:spPr bwMode="auto">
              <a:xfrm>
                <a:off x="567" y="1062"/>
                <a:ext cx="41" cy="214"/>
              </a:xfrm>
              <a:custGeom>
                <a:avLst/>
                <a:gdLst>
                  <a:gd name="T0" fmla="*/ 0 w 416"/>
                  <a:gd name="T1" fmla="*/ 0 h 2150"/>
                  <a:gd name="T2" fmla="*/ 0 w 416"/>
                  <a:gd name="T3" fmla="*/ 0 h 2150"/>
                  <a:gd name="T4" fmla="*/ 0 w 416"/>
                  <a:gd name="T5" fmla="*/ 0 h 2150"/>
                  <a:gd name="T6" fmla="*/ 0 w 416"/>
                  <a:gd name="T7" fmla="*/ 0 h 2150"/>
                  <a:gd name="T8" fmla="*/ 0 w 416"/>
                  <a:gd name="T9" fmla="*/ 0 h 2150"/>
                  <a:gd name="T10" fmla="*/ 0 w 416"/>
                  <a:gd name="T11" fmla="*/ 0 h 2150"/>
                  <a:gd name="T12" fmla="*/ 0 w 416"/>
                  <a:gd name="T13" fmla="*/ 0 h 2150"/>
                  <a:gd name="T14" fmla="*/ 0 w 416"/>
                  <a:gd name="T15" fmla="*/ 0 h 2150"/>
                  <a:gd name="T16" fmla="*/ 0 w 416"/>
                  <a:gd name="T17" fmla="*/ 0 h 2150"/>
                  <a:gd name="T18" fmla="*/ 0 w 416"/>
                  <a:gd name="T19" fmla="*/ 0 h 2150"/>
                  <a:gd name="T20" fmla="*/ 0 w 416"/>
                  <a:gd name="T21" fmla="*/ 0 h 2150"/>
                  <a:gd name="T22" fmla="*/ 0 w 416"/>
                  <a:gd name="T23" fmla="*/ 0 h 2150"/>
                  <a:gd name="T24" fmla="*/ 0 w 416"/>
                  <a:gd name="T25" fmla="*/ 0 h 2150"/>
                  <a:gd name="T26" fmla="*/ 0 w 416"/>
                  <a:gd name="T27" fmla="*/ 0 h 2150"/>
                  <a:gd name="T28" fmla="*/ 0 w 416"/>
                  <a:gd name="T29" fmla="*/ 0 h 2150"/>
                  <a:gd name="T30" fmla="*/ 0 w 416"/>
                  <a:gd name="T31" fmla="*/ 0 h 2150"/>
                  <a:gd name="T32" fmla="*/ 0 w 416"/>
                  <a:gd name="T33" fmla="*/ 0 h 2150"/>
                  <a:gd name="T34" fmla="*/ 0 w 416"/>
                  <a:gd name="T35" fmla="*/ 0 h 2150"/>
                  <a:gd name="T36" fmla="*/ 0 w 416"/>
                  <a:gd name="T37" fmla="*/ 0 h 2150"/>
                  <a:gd name="T38" fmla="*/ 0 w 416"/>
                  <a:gd name="T39" fmla="*/ 0 h 2150"/>
                  <a:gd name="T40" fmla="*/ 0 w 416"/>
                  <a:gd name="T41" fmla="*/ 0 h 21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16"/>
                  <a:gd name="T64" fmla="*/ 0 h 2150"/>
                  <a:gd name="T65" fmla="*/ 416 w 416"/>
                  <a:gd name="T66" fmla="*/ 2150 h 21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16" h="2150">
                    <a:moveTo>
                      <a:pt x="43" y="0"/>
                    </a:moveTo>
                    <a:lnTo>
                      <a:pt x="159" y="231"/>
                    </a:lnTo>
                    <a:lnTo>
                      <a:pt x="214" y="442"/>
                    </a:lnTo>
                    <a:lnTo>
                      <a:pt x="225" y="662"/>
                    </a:lnTo>
                    <a:lnTo>
                      <a:pt x="214" y="915"/>
                    </a:lnTo>
                    <a:lnTo>
                      <a:pt x="159" y="1158"/>
                    </a:lnTo>
                    <a:lnTo>
                      <a:pt x="87" y="1284"/>
                    </a:lnTo>
                    <a:lnTo>
                      <a:pt x="0" y="1402"/>
                    </a:lnTo>
                    <a:lnTo>
                      <a:pt x="0" y="2150"/>
                    </a:lnTo>
                    <a:lnTo>
                      <a:pt x="129" y="2033"/>
                    </a:lnTo>
                    <a:lnTo>
                      <a:pt x="65" y="1830"/>
                    </a:lnTo>
                    <a:lnTo>
                      <a:pt x="203" y="1673"/>
                    </a:lnTo>
                    <a:lnTo>
                      <a:pt x="309" y="1506"/>
                    </a:lnTo>
                    <a:lnTo>
                      <a:pt x="372" y="1293"/>
                    </a:lnTo>
                    <a:lnTo>
                      <a:pt x="416" y="1073"/>
                    </a:lnTo>
                    <a:lnTo>
                      <a:pt x="416" y="873"/>
                    </a:lnTo>
                    <a:lnTo>
                      <a:pt x="383" y="631"/>
                    </a:lnTo>
                    <a:lnTo>
                      <a:pt x="320" y="432"/>
                    </a:lnTo>
                    <a:lnTo>
                      <a:pt x="236" y="260"/>
                    </a:lnTo>
                    <a:lnTo>
                      <a:pt x="159" y="144"/>
                    </a:lnTo>
                    <a:lnTo>
                      <a:pt x="43" y="0"/>
                    </a:lnTo>
                    <a:close/>
                  </a:path>
                </a:pathLst>
              </a:custGeom>
              <a:solidFill>
                <a:srgbClr val="000000"/>
              </a:solidFill>
              <a:ln w="9525">
                <a:noFill/>
                <a:round/>
                <a:headEnd/>
                <a:tailEnd/>
              </a:ln>
            </p:spPr>
            <p:txBody>
              <a:bodyPr/>
              <a:lstStyle/>
              <a:p>
                <a:pPr algn="ctr"/>
                <a:endParaRPr lang="pt-BR" sz="2400"/>
              </a:p>
            </p:txBody>
          </p:sp>
          <p:sp>
            <p:nvSpPr>
              <p:cNvPr id="506" name="Freeform 364"/>
              <p:cNvSpPr>
                <a:spLocks/>
              </p:cNvSpPr>
              <p:nvPr/>
            </p:nvSpPr>
            <p:spPr bwMode="auto">
              <a:xfrm>
                <a:off x="499" y="1055"/>
                <a:ext cx="57" cy="84"/>
              </a:xfrm>
              <a:custGeom>
                <a:avLst/>
                <a:gdLst>
                  <a:gd name="T0" fmla="*/ 0 w 573"/>
                  <a:gd name="T1" fmla="*/ 0 h 841"/>
                  <a:gd name="T2" fmla="*/ 0 w 573"/>
                  <a:gd name="T3" fmla="*/ 0 h 841"/>
                  <a:gd name="T4" fmla="*/ 0 w 573"/>
                  <a:gd name="T5" fmla="*/ 0 h 841"/>
                  <a:gd name="T6" fmla="*/ 0 w 573"/>
                  <a:gd name="T7" fmla="*/ 0 h 841"/>
                  <a:gd name="T8" fmla="*/ 0 w 573"/>
                  <a:gd name="T9" fmla="*/ 0 h 841"/>
                  <a:gd name="T10" fmla="*/ 0 w 573"/>
                  <a:gd name="T11" fmla="*/ 0 h 841"/>
                  <a:gd name="T12" fmla="*/ 0 w 573"/>
                  <a:gd name="T13" fmla="*/ 0 h 841"/>
                  <a:gd name="T14" fmla="*/ 0 w 573"/>
                  <a:gd name="T15" fmla="*/ 0 h 841"/>
                  <a:gd name="T16" fmla="*/ 0 w 573"/>
                  <a:gd name="T17" fmla="*/ 0 h 841"/>
                  <a:gd name="T18" fmla="*/ 0 w 573"/>
                  <a:gd name="T19" fmla="*/ 0 h 841"/>
                  <a:gd name="T20" fmla="*/ 0 w 573"/>
                  <a:gd name="T21" fmla="*/ 0 h 841"/>
                  <a:gd name="T22" fmla="*/ 0 w 573"/>
                  <a:gd name="T23" fmla="*/ 0 h 841"/>
                  <a:gd name="T24" fmla="*/ 0 w 573"/>
                  <a:gd name="T25" fmla="*/ 0 h 841"/>
                  <a:gd name="T26" fmla="*/ 0 w 573"/>
                  <a:gd name="T27" fmla="*/ 0 h 841"/>
                  <a:gd name="T28" fmla="*/ 0 w 573"/>
                  <a:gd name="T29" fmla="*/ 0 h 841"/>
                  <a:gd name="T30" fmla="*/ 0 w 573"/>
                  <a:gd name="T31" fmla="*/ 0 h 841"/>
                  <a:gd name="T32" fmla="*/ 0 w 573"/>
                  <a:gd name="T33" fmla="*/ 0 h 8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73"/>
                  <a:gd name="T52" fmla="*/ 0 h 841"/>
                  <a:gd name="T53" fmla="*/ 573 w 573"/>
                  <a:gd name="T54" fmla="*/ 841 h 8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73" h="841">
                    <a:moveTo>
                      <a:pt x="573" y="841"/>
                    </a:moveTo>
                    <a:lnTo>
                      <a:pt x="499" y="547"/>
                    </a:lnTo>
                    <a:lnTo>
                      <a:pt x="402" y="324"/>
                    </a:lnTo>
                    <a:lnTo>
                      <a:pt x="285" y="133"/>
                    </a:lnTo>
                    <a:lnTo>
                      <a:pt x="190" y="20"/>
                    </a:lnTo>
                    <a:lnTo>
                      <a:pt x="135" y="0"/>
                    </a:lnTo>
                    <a:lnTo>
                      <a:pt x="84" y="11"/>
                    </a:lnTo>
                    <a:lnTo>
                      <a:pt x="40" y="75"/>
                    </a:lnTo>
                    <a:lnTo>
                      <a:pt x="11" y="229"/>
                    </a:lnTo>
                    <a:lnTo>
                      <a:pt x="0" y="367"/>
                    </a:lnTo>
                    <a:lnTo>
                      <a:pt x="11" y="547"/>
                    </a:lnTo>
                    <a:lnTo>
                      <a:pt x="20" y="367"/>
                    </a:lnTo>
                    <a:lnTo>
                      <a:pt x="53" y="229"/>
                    </a:lnTo>
                    <a:lnTo>
                      <a:pt x="147" y="264"/>
                    </a:lnTo>
                    <a:lnTo>
                      <a:pt x="309" y="441"/>
                    </a:lnTo>
                    <a:lnTo>
                      <a:pt x="457" y="651"/>
                    </a:lnTo>
                    <a:lnTo>
                      <a:pt x="573" y="841"/>
                    </a:lnTo>
                    <a:close/>
                  </a:path>
                </a:pathLst>
              </a:custGeom>
              <a:solidFill>
                <a:srgbClr val="000000"/>
              </a:solidFill>
              <a:ln w="9525">
                <a:noFill/>
                <a:round/>
                <a:headEnd/>
                <a:tailEnd/>
              </a:ln>
            </p:spPr>
            <p:txBody>
              <a:bodyPr/>
              <a:lstStyle/>
              <a:p>
                <a:pPr algn="ctr"/>
                <a:endParaRPr lang="pt-BR" sz="2400"/>
              </a:p>
            </p:txBody>
          </p:sp>
          <p:sp>
            <p:nvSpPr>
              <p:cNvPr id="507" name="Freeform 365"/>
              <p:cNvSpPr>
                <a:spLocks/>
              </p:cNvSpPr>
              <p:nvPr/>
            </p:nvSpPr>
            <p:spPr bwMode="auto">
              <a:xfrm>
                <a:off x="398" y="1044"/>
                <a:ext cx="113" cy="350"/>
              </a:xfrm>
              <a:custGeom>
                <a:avLst/>
                <a:gdLst>
                  <a:gd name="T0" fmla="*/ 0 w 1128"/>
                  <a:gd name="T1" fmla="*/ 0 h 3499"/>
                  <a:gd name="T2" fmla="*/ 0 w 1128"/>
                  <a:gd name="T3" fmla="*/ 0 h 3499"/>
                  <a:gd name="T4" fmla="*/ 0 w 1128"/>
                  <a:gd name="T5" fmla="*/ 0 h 3499"/>
                  <a:gd name="T6" fmla="*/ 0 w 1128"/>
                  <a:gd name="T7" fmla="*/ 0 h 3499"/>
                  <a:gd name="T8" fmla="*/ 0 w 1128"/>
                  <a:gd name="T9" fmla="*/ 0 h 3499"/>
                  <a:gd name="T10" fmla="*/ 0 w 1128"/>
                  <a:gd name="T11" fmla="*/ 0 h 3499"/>
                  <a:gd name="T12" fmla="*/ 0 w 1128"/>
                  <a:gd name="T13" fmla="*/ 0 h 3499"/>
                  <a:gd name="T14" fmla="*/ 0 w 1128"/>
                  <a:gd name="T15" fmla="*/ 0 h 3499"/>
                  <a:gd name="T16" fmla="*/ 0 w 1128"/>
                  <a:gd name="T17" fmla="*/ 0 h 3499"/>
                  <a:gd name="T18" fmla="*/ 0 w 1128"/>
                  <a:gd name="T19" fmla="*/ 0 h 3499"/>
                  <a:gd name="T20" fmla="*/ 0 w 1128"/>
                  <a:gd name="T21" fmla="*/ 0 h 3499"/>
                  <a:gd name="T22" fmla="*/ 0 w 1128"/>
                  <a:gd name="T23" fmla="*/ 0 h 3499"/>
                  <a:gd name="T24" fmla="*/ 0 w 1128"/>
                  <a:gd name="T25" fmla="*/ 0 h 3499"/>
                  <a:gd name="T26" fmla="*/ 0 w 1128"/>
                  <a:gd name="T27" fmla="*/ 0 h 3499"/>
                  <a:gd name="T28" fmla="*/ 0 w 1128"/>
                  <a:gd name="T29" fmla="*/ 0 h 3499"/>
                  <a:gd name="T30" fmla="*/ 0 w 1128"/>
                  <a:gd name="T31" fmla="*/ 0 h 3499"/>
                  <a:gd name="T32" fmla="*/ 0 w 1128"/>
                  <a:gd name="T33" fmla="*/ 0 h 3499"/>
                  <a:gd name="T34" fmla="*/ 0 w 1128"/>
                  <a:gd name="T35" fmla="*/ 0 h 3499"/>
                  <a:gd name="T36" fmla="*/ 0 w 1128"/>
                  <a:gd name="T37" fmla="*/ 0 h 3499"/>
                  <a:gd name="T38" fmla="*/ 0 w 1128"/>
                  <a:gd name="T39" fmla="*/ 0 h 3499"/>
                  <a:gd name="T40" fmla="*/ 0 w 1128"/>
                  <a:gd name="T41" fmla="*/ 0 h 3499"/>
                  <a:gd name="T42" fmla="*/ 0 w 1128"/>
                  <a:gd name="T43" fmla="*/ 0 h 3499"/>
                  <a:gd name="T44" fmla="*/ 0 w 1128"/>
                  <a:gd name="T45" fmla="*/ 0 h 3499"/>
                  <a:gd name="T46" fmla="*/ 0 w 1128"/>
                  <a:gd name="T47" fmla="*/ 0 h 3499"/>
                  <a:gd name="T48" fmla="*/ 0 w 1128"/>
                  <a:gd name="T49" fmla="*/ 0 h 3499"/>
                  <a:gd name="T50" fmla="*/ 0 w 1128"/>
                  <a:gd name="T51" fmla="*/ 0 h 3499"/>
                  <a:gd name="T52" fmla="*/ 0 w 1128"/>
                  <a:gd name="T53" fmla="*/ 0 h 3499"/>
                  <a:gd name="T54" fmla="*/ 0 w 1128"/>
                  <a:gd name="T55" fmla="*/ 0 h 3499"/>
                  <a:gd name="T56" fmla="*/ 0 w 1128"/>
                  <a:gd name="T57" fmla="*/ 0 h 3499"/>
                  <a:gd name="T58" fmla="*/ 0 w 1128"/>
                  <a:gd name="T59" fmla="*/ 0 h 3499"/>
                  <a:gd name="T60" fmla="*/ 0 w 1128"/>
                  <a:gd name="T61" fmla="*/ 0 h 3499"/>
                  <a:gd name="T62" fmla="*/ 0 w 1128"/>
                  <a:gd name="T63" fmla="*/ 0 h 3499"/>
                  <a:gd name="T64" fmla="*/ 0 w 1128"/>
                  <a:gd name="T65" fmla="*/ 0 h 3499"/>
                  <a:gd name="T66" fmla="*/ 0 w 1128"/>
                  <a:gd name="T67" fmla="*/ 0 h 3499"/>
                  <a:gd name="T68" fmla="*/ 0 w 1128"/>
                  <a:gd name="T69" fmla="*/ 0 h 3499"/>
                  <a:gd name="T70" fmla="*/ 0 w 1128"/>
                  <a:gd name="T71" fmla="*/ 0 h 349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28"/>
                  <a:gd name="T109" fmla="*/ 0 h 3499"/>
                  <a:gd name="T110" fmla="*/ 1128 w 1128"/>
                  <a:gd name="T111" fmla="*/ 3499 h 349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28" h="3499">
                    <a:moveTo>
                      <a:pt x="961" y="11"/>
                    </a:moveTo>
                    <a:lnTo>
                      <a:pt x="835" y="0"/>
                    </a:lnTo>
                    <a:lnTo>
                      <a:pt x="690" y="11"/>
                    </a:lnTo>
                    <a:lnTo>
                      <a:pt x="559" y="111"/>
                    </a:lnTo>
                    <a:lnTo>
                      <a:pt x="435" y="276"/>
                    </a:lnTo>
                    <a:lnTo>
                      <a:pt x="300" y="509"/>
                    </a:lnTo>
                    <a:lnTo>
                      <a:pt x="177" y="786"/>
                    </a:lnTo>
                    <a:lnTo>
                      <a:pt x="133" y="974"/>
                    </a:lnTo>
                    <a:lnTo>
                      <a:pt x="122" y="1173"/>
                    </a:lnTo>
                    <a:lnTo>
                      <a:pt x="146" y="1362"/>
                    </a:lnTo>
                    <a:lnTo>
                      <a:pt x="157" y="1538"/>
                    </a:lnTo>
                    <a:lnTo>
                      <a:pt x="133" y="1695"/>
                    </a:lnTo>
                    <a:lnTo>
                      <a:pt x="22" y="2215"/>
                    </a:lnTo>
                    <a:lnTo>
                      <a:pt x="22" y="2346"/>
                    </a:lnTo>
                    <a:lnTo>
                      <a:pt x="55" y="2511"/>
                    </a:lnTo>
                    <a:lnTo>
                      <a:pt x="55" y="2690"/>
                    </a:lnTo>
                    <a:lnTo>
                      <a:pt x="0" y="3177"/>
                    </a:lnTo>
                    <a:lnTo>
                      <a:pt x="0" y="3354"/>
                    </a:lnTo>
                    <a:lnTo>
                      <a:pt x="11" y="3499"/>
                    </a:lnTo>
                    <a:lnTo>
                      <a:pt x="31" y="3375"/>
                    </a:lnTo>
                    <a:lnTo>
                      <a:pt x="97" y="3242"/>
                    </a:lnTo>
                    <a:lnTo>
                      <a:pt x="209" y="3100"/>
                    </a:lnTo>
                    <a:lnTo>
                      <a:pt x="279" y="3032"/>
                    </a:lnTo>
                    <a:lnTo>
                      <a:pt x="426" y="2933"/>
                    </a:lnTo>
                    <a:lnTo>
                      <a:pt x="569" y="2857"/>
                    </a:lnTo>
                    <a:lnTo>
                      <a:pt x="781" y="2823"/>
                    </a:lnTo>
                    <a:lnTo>
                      <a:pt x="971" y="2823"/>
                    </a:lnTo>
                    <a:lnTo>
                      <a:pt x="813" y="2779"/>
                    </a:lnTo>
                    <a:lnTo>
                      <a:pt x="658" y="2766"/>
                    </a:lnTo>
                    <a:lnTo>
                      <a:pt x="535" y="2779"/>
                    </a:lnTo>
                    <a:lnTo>
                      <a:pt x="726" y="1993"/>
                    </a:lnTo>
                    <a:lnTo>
                      <a:pt x="882" y="2158"/>
                    </a:lnTo>
                    <a:lnTo>
                      <a:pt x="917" y="2246"/>
                    </a:lnTo>
                    <a:lnTo>
                      <a:pt x="917" y="2326"/>
                    </a:lnTo>
                    <a:lnTo>
                      <a:pt x="870" y="2380"/>
                    </a:lnTo>
                    <a:lnTo>
                      <a:pt x="804" y="2402"/>
                    </a:lnTo>
                    <a:lnTo>
                      <a:pt x="906" y="2424"/>
                    </a:lnTo>
                    <a:lnTo>
                      <a:pt x="993" y="2415"/>
                    </a:lnTo>
                    <a:lnTo>
                      <a:pt x="1061" y="2380"/>
                    </a:lnTo>
                    <a:lnTo>
                      <a:pt x="1105" y="2326"/>
                    </a:lnTo>
                    <a:lnTo>
                      <a:pt x="1128" y="2246"/>
                    </a:lnTo>
                    <a:lnTo>
                      <a:pt x="1128" y="2158"/>
                    </a:lnTo>
                    <a:lnTo>
                      <a:pt x="1071" y="2057"/>
                    </a:lnTo>
                    <a:lnTo>
                      <a:pt x="971" y="1946"/>
                    </a:lnTo>
                    <a:lnTo>
                      <a:pt x="604" y="1559"/>
                    </a:lnTo>
                    <a:lnTo>
                      <a:pt x="512" y="1417"/>
                    </a:lnTo>
                    <a:lnTo>
                      <a:pt x="426" y="1271"/>
                    </a:lnTo>
                    <a:lnTo>
                      <a:pt x="389" y="1118"/>
                    </a:lnTo>
                    <a:lnTo>
                      <a:pt x="368" y="985"/>
                    </a:lnTo>
                    <a:lnTo>
                      <a:pt x="400" y="938"/>
                    </a:lnTo>
                    <a:lnTo>
                      <a:pt x="480" y="1160"/>
                    </a:lnTo>
                    <a:lnTo>
                      <a:pt x="546" y="1317"/>
                    </a:lnTo>
                    <a:lnTo>
                      <a:pt x="648" y="1471"/>
                    </a:lnTo>
                    <a:lnTo>
                      <a:pt x="747" y="1582"/>
                    </a:lnTo>
                    <a:lnTo>
                      <a:pt x="893" y="1682"/>
                    </a:lnTo>
                    <a:lnTo>
                      <a:pt x="982" y="1737"/>
                    </a:lnTo>
                    <a:lnTo>
                      <a:pt x="870" y="1616"/>
                    </a:lnTo>
                    <a:lnTo>
                      <a:pt x="862" y="1527"/>
                    </a:lnTo>
                    <a:lnTo>
                      <a:pt x="739" y="1396"/>
                    </a:lnTo>
                    <a:lnTo>
                      <a:pt x="671" y="1262"/>
                    </a:lnTo>
                    <a:lnTo>
                      <a:pt x="624" y="1129"/>
                    </a:lnTo>
                    <a:lnTo>
                      <a:pt x="604" y="995"/>
                    </a:lnTo>
                    <a:lnTo>
                      <a:pt x="726" y="1151"/>
                    </a:lnTo>
                    <a:lnTo>
                      <a:pt x="835" y="1229"/>
                    </a:lnTo>
                    <a:lnTo>
                      <a:pt x="948" y="1284"/>
                    </a:lnTo>
                    <a:lnTo>
                      <a:pt x="846" y="1173"/>
                    </a:lnTo>
                    <a:lnTo>
                      <a:pt x="813" y="1018"/>
                    </a:lnTo>
                    <a:lnTo>
                      <a:pt x="793" y="818"/>
                    </a:lnTo>
                    <a:lnTo>
                      <a:pt x="793" y="610"/>
                    </a:lnTo>
                    <a:lnTo>
                      <a:pt x="826" y="387"/>
                    </a:lnTo>
                    <a:lnTo>
                      <a:pt x="906" y="121"/>
                    </a:lnTo>
                    <a:lnTo>
                      <a:pt x="961" y="11"/>
                    </a:lnTo>
                    <a:close/>
                  </a:path>
                </a:pathLst>
              </a:custGeom>
              <a:solidFill>
                <a:srgbClr val="000000"/>
              </a:solidFill>
              <a:ln w="9525">
                <a:noFill/>
                <a:round/>
                <a:headEnd/>
                <a:tailEnd/>
              </a:ln>
            </p:spPr>
            <p:txBody>
              <a:bodyPr/>
              <a:lstStyle/>
              <a:p>
                <a:pPr algn="ctr"/>
                <a:endParaRPr lang="pt-BR" sz="2400"/>
              </a:p>
            </p:txBody>
          </p:sp>
          <p:sp>
            <p:nvSpPr>
              <p:cNvPr id="508" name="Freeform 366"/>
              <p:cNvSpPr>
                <a:spLocks/>
              </p:cNvSpPr>
              <p:nvPr/>
            </p:nvSpPr>
            <p:spPr bwMode="auto">
              <a:xfrm>
                <a:off x="499" y="1205"/>
                <a:ext cx="60" cy="21"/>
              </a:xfrm>
              <a:custGeom>
                <a:avLst/>
                <a:gdLst>
                  <a:gd name="T0" fmla="*/ 0 w 602"/>
                  <a:gd name="T1" fmla="*/ 0 h 213"/>
                  <a:gd name="T2" fmla="*/ 0 w 602"/>
                  <a:gd name="T3" fmla="*/ 0 h 213"/>
                  <a:gd name="T4" fmla="*/ 0 w 602"/>
                  <a:gd name="T5" fmla="*/ 0 h 213"/>
                  <a:gd name="T6" fmla="*/ 0 w 602"/>
                  <a:gd name="T7" fmla="*/ 0 h 213"/>
                  <a:gd name="T8" fmla="*/ 0 w 602"/>
                  <a:gd name="T9" fmla="*/ 0 h 213"/>
                  <a:gd name="T10" fmla="*/ 0 w 602"/>
                  <a:gd name="T11" fmla="*/ 0 h 213"/>
                  <a:gd name="T12" fmla="*/ 0 w 602"/>
                  <a:gd name="T13" fmla="*/ 0 h 213"/>
                  <a:gd name="T14" fmla="*/ 0 w 602"/>
                  <a:gd name="T15" fmla="*/ 0 h 213"/>
                  <a:gd name="T16" fmla="*/ 0 w 602"/>
                  <a:gd name="T17" fmla="*/ 0 h 213"/>
                  <a:gd name="T18" fmla="*/ 0 w 602"/>
                  <a:gd name="T19" fmla="*/ 0 h 213"/>
                  <a:gd name="T20" fmla="*/ 0 w 602"/>
                  <a:gd name="T21" fmla="*/ 0 h 2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02"/>
                  <a:gd name="T34" fmla="*/ 0 h 213"/>
                  <a:gd name="T35" fmla="*/ 602 w 602"/>
                  <a:gd name="T36" fmla="*/ 213 h 21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02" h="213">
                    <a:moveTo>
                      <a:pt x="99" y="176"/>
                    </a:moveTo>
                    <a:lnTo>
                      <a:pt x="222" y="213"/>
                    </a:lnTo>
                    <a:lnTo>
                      <a:pt x="357" y="213"/>
                    </a:lnTo>
                    <a:lnTo>
                      <a:pt x="493" y="189"/>
                    </a:lnTo>
                    <a:lnTo>
                      <a:pt x="602" y="122"/>
                    </a:lnTo>
                    <a:lnTo>
                      <a:pt x="524" y="0"/>
                    </a:lnTo>
                    <a:lnTo>
                      <a:pt x="413" y="89"/>
                    </a:lnTo>
                    <a:lnTo>
                      <a:pt x="302" y="122"/>
                    </a:lnTo>
                    <a:lnTo>
                      <a:pt x="180" y="134"/>
                    </a:lnTo>
                    <a:lnTo>
                      <a:pt x="0" y="134"/>
                    </a:lnTo>
                    <a:lnTo>
                      <a:pt x="99" y="176"/>
                    </a:lnTo>
                    <a:close/>
                  </a:path>
                </a:pathLst>
              </a:custGeom>
              <a:solidFill>
                <a:srgbClr val="000000"/>
              </a:solidFill>
              <a:ln w="9525">
                <a:noFill/>
                <a:round/>
                <a:headEnd/>
                <a:tailEnd/>
              </a:ln>
            </p:spPr>
            <p:txBody>
              <a:bodyPr/>
              <a:lstStyle/>
              <a:p>
                <a:pPr algn="ctr"/>
                <a:endParaRPr lang="pt-BR" sz="2400"/>
              </a:p>
            </p:txBody>
          </p:sp>
          <p:sp>
            <p:nvSpPr>
              <p:cNvPr id="509" name="Freeform 367"/>
              <p:cNvSpPr>
                <a:spLocks/>
              </p:cNvSpPr>
              <p:nvPr/>
            </p:nvSpPr>
            <p:spPr bwMode="auto">
              <a:xfrm>
                <a:off x="525" y="1164"/>
                <a:ext cx="202" cy="213"/>
              </a:xfrm>
              <a:custGeom>
                <a:avLst/>
                <a:gdLst>
                  <a:gd name="T0" fmla="*/ 0 w 2010"/>
                  <a:gd name="T1" fmla="*/ 0 h 2128"/>
                  <a:gd name="T2" fmla="*/ 0 w 2010"/>
                  <a:gd name="T3" fmla="*/ 0 h 2128"/>
                  <a:gd name="T4" fmla="*/ 0 w 2010"/>
                  <a:gd name="T5" fmla="*/ 0 h 2128"/>
                  <a:gd name="T6" fmla="*/ 0 w 2010"/>
                  <a:gd name="T7" fmla="*/ 0 h 2128"/>
                  <a:gd name="T8" fmla="*/ 0 w 2010"/>
                  <a:gd name="T9" fmla="*/ 0 h 2128"/>
                  <a:gd name="T10" fmla="*/ 0 w 2010"/>
                  <a:gd name="T11" fmla="*/ 0 h 2128"/>
                  <a:gd name="T12" fmla="*/ 0 w 2010"/>
                  <a:gd name="T13" fmla="*/ 0 h 2128"/>
                  <a:gd name="T14" fmla="*/ 0 w 2010"/>
                  <a:gd name="T15" fmla="*/ 0 h 2128"/>
                  <a:gd name="T16" fmla="*/ 0 w 2010"/>
                  <a:gd name="T17" fmla="*/ 0 h 2128"/>
                  <a:gd name="T18" fmla="*/ 0 w 2010"/>
                  <a:gd name="T19" fmla="*/ 0 h 2128"/>
                  <a:gd name="T20" fmla="*/ 0 w 2010"/>
                  <a:gd name="T21" fmla="*/ 0 h 2128"/>
                  <a:gd name="T22" fmla="*/ 0 w 2010"/>
                  <a:gd name="T23" fmla="*/ 0 h 2128"/>
                  <a:gd name="T24" fmla="*/ 0 w 2010"/>
                  <a:gd name="T25" fmla="*/ 0 h 2128"/>
                  <a:gd name="T26" fmla="*/ 0 w 2010"/>
                  <a:gd name="T27" fmla="*/ 0 h 2128"/>
                  <a:gd name="T28" fmla="*/ 0 w 2010"/>
                  <a:gd name="T29" fmla="*/ 0 h 2128"/>
                  <a:gd name="T30" fmla="*/ 0 w 2010"/>
                  <a:gd name="T31" fmla="*/ 0 h 2128"/>
                  <a:gd name="T32" fmla="*/ 0 w 2010"/>
                  <a:gd name="T33" fmla="*/ 0 h 2128"/>
                  <a:gd name="T34" fmla="*/ 0 w 2010"/>
                  <a:gd name="T35" fmla="*/ 0 h 2128"/>
                  <a:gd name="T36" fmla="*/ 0 w 2010"/>
                  <a:gd name="T37" fmla="*/ 0 h 2128"/>
                  <a:gd name="T38" fmla="*/ 0 w 2010"/>
                  <a:gd name="T39" fmla="*/ 0 h 2128"/>
                  <a:gd name="T40" fmla="*/ 0 w 2010"/>
                  <a:gd name="T41" fmla="*/ 0 h 2128"/>
                  <a:gd name="T42" fmla="*/ 0 w 2010"/>
                  <a:gd name="T43" fmla="*/ 0 h 2128"/>
                  <a:gd name="T44" fmla="*/ 0 w 2010"/>
                  <a:gd name="T45" fmla="*/ 0 h 2128"/>
                  <a:gd name="T46" fmla="*/ 0 w 2010"/>
                  <a:gd name="T47" fmla="*/ 0 h 2128"/>
                  <a:gd name="T48" fmla="*/ 0 w 2010"/>
                  <a:gd name="T49" fmla="*/ 0 h 2128"/>
                  <a:gd name="T50" fmla="*/ 0 w 2010"/>
                  <a:gd name="T51" fmla="*/ 0 h 2128"/>
                  <a:gd name="T52" fmla="*/ 0 w 2010"/>
                  <a:gd name="T53" fmla="*/ 0 h 2128"/>
                  <a:gd name="T54" fmla="*/ 0 w 2010"/>
                  <a:gd name="T55" fmla="*/ 0 h 2128"/>
                  <a:gd name="T56" fmla="*/ 0 w 2010"/>
                  <a:gd name="T57" fmla="*/ 0 h 2128"/>
                  <a:gd name="T58" fmla="*/ 0 w 2010"/>
                  <a:gd name="T59" fmla="*/ 0 h 2128"/>
                  <a:gd name="T60" fmla="*/ 0 w 2010"/>
                  <a:gd name="T61" fmla="*/ 0 h 212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010"/>
                  <a:gd name="T94" fmla="*/ 0 h 2128"/>
                  <a:gd name="T95" fmla="*/ 2010 w 2010"/>
                  <a:gd name="T96" fmla="*/ 2128 h 212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010" h="2128">
                    <a:moveTo>
                      <a:pt x="153" y="866"/>
                    </a:moveTo>
                    <a:lnTo>
                      <a:pt x="44" y="997"/>
                    </a:lnTo>
                    <a:lnTo>
                      <a:pt x="211" y="1306"/>
                    </a:lnTo>
                    <a:lnTo>
                      <a:pt x="277" y="1508"/>
                    </a:lnTo>
                    <a:lnTo>
                      <a:pt x="300" y="1618"/>
                    </a:lnTo>
                    <a:lnTo>
                      <a:pt x="324" y="1739"/>
                    </a:lnTo>
                    <a:lnTo>
                      <a:pt x="308" y="1863"/>
                    </a:lnTo>
                    <a:lnTo>
                      <a:pt x="300" y="1950"/>
                    </a:lnTo>
                    <a:lnTo>
                      <a:pt x="0" y="2060"/>
                    </a:lnTo>
                    <a:lnTo>
                      <a:pt x="289" y="1982"/>
                    </a:lnTo>
                    <a:lnTo>
                      <a:pt x="391" y="1972"/>
                    </a:lnTo>
                    <a:lnTo>
                      <a:pt x="491" y="1982"/>
                    </a:lnTo>
                    <a:lnTo>
                      <a:pt x="556" y="2016"/>
                    </a:lnTo>
                    <a:lnTo>
                      <a:pt x="601" y="2047"/>
                    </a:lnTo>
                    <a:lnTo>
                      <a:pt x="668" y="2116"/>
                    </a:lnTo>
                    <a:lnTo>
                      <a:pt x="882" y="2094"/>
                    </a:lnTo>
                    <a:lnTo>
                      <a:pt x="1497" y="2128"/>
                    </a:lnTo>
                    <a:lnTo>
                      <a:pt x="2010" y="2116"/>
                    </a:lnTo>
                    <a:lnTo>
                      <a:pt x="1261" y="2029"/>
                    </a:lnTo>
                    <a:lnTo>
                      <a:pt x="1363" y="1770"/>
                    </a:lnTo>
                    <a:lnTo>
                      <a:pt x="1081" y="1419"/>
                    </a:lnTo>
                    <a:lnTo>
                      <a:pt x="1317" y="1243"/>
                    </a:lnTo>
                    <a:lnTo>
                      <a:pt x="1183" y="1243"/>
                    </a:lnTo>
                    <a:lnTo>
                      <a:pt x="926" y="832"/>
                    </a:lnTo>
                    <a:lnTo>
                      <a:pt x="926" y="654"/>
                    </a:lnTo>
                    <a:lnTo>
                      <a:pt x="1486" y="0"/>
                    </a:lnTo>
                    <a:lnTo>
                      <a:pt x="413" y="1074"/>
                    </a:lnTo>
                    <a:lnTo>
                      <a:pt x="324" y="1452"/>
                    </a:lnTo>
                    <a:lnTo>
                      <a:pt x="277" y="1230"/>
                    </a:lnTo>
                    <a:lnTo>
                      <a:pt x="211" y="974"/>
                    </a:lnTo>
                    <a:lnTo>
                      <a:pt x="153" y="866"/>
                    </a:lnTo>
                    <a:close/>
                  </a:path>
                </a:pathLst>
              </a:custGeom>
              <a:solidFill>
                <a:srgbClr val="000000"/>
              </a:solidFill>
              <a:ln w="9525">
                <a:noFill/>
                <a:round/>
                <a:headEnd/>
                <a:tailEnd/>
              </a:ln>
            </p:spPr>
            <p:txBody>
              <a:bodyPr/>
              <a:lstStyle/>
              <a:p>
                <a:pPr algn="ctr"/>
                <a:endParaRPr lang="pt-BR" sz="2400"/>
              </a:p>
            </p:txBody>
          </p:sp>
          <p:sp>
            <p:nvSpPr>
              <p:cNvPr id="510" name="Freeform 368"/>
              <p:cNvSpPr>
                <a:spLocks/>
              </p:cNvSpPr>
              <p:nvPr/>
            </p:nvSpPr>
            <p:spPr bwMode="auto">
              <a:xfrm>
                <a:off x="400" y="1358"/>
                <a:ext cx="288" cy="126"/>
              </a:xfrm>
              <a:custGeom>
                <a:avLst/>
                <a:gdLst>
                  <a:gd name="T0" fmla="*/ 0 w 2883"/>
                  <a:gd name="T1" fmla="*/ 0 h 1262"/>
                  <a:gd name="T2" fmla="*/ 0 w 2883"/>
                  <a:gd name="T3" fmla="*/ 0 h 1262"/>
                  <a:gd name="T4" fmla="*/ 0 w 2883"/>
                  <a:gd name="T5" fmla="*/ 0 h 1262"/>
                  <a:gd name="T6" fmla="*/ 0 w 2883"/>
                  <a:gd name="T7" fmla="*/ 0 h 1262"/>
                  <a:gd name="T8" fmla="*/ 0 w 2883"/>
                  <a:gd name="T9" fmla="*/ 0 h 1262"/>
                  <a:gd name="T10" fmla="*/ 0 w 2883"/>
                  <a:gd name="T11" fmla="*/ 0 h 1262"/>
                  <a:gd name="T12" fmla="*/ 0 w 2883"/>
                  <a:gd name="T13" fmla="*/ 0 h 1262"/>
                  <a:gd name="T14" fmla="*/ 0 w 2883"/>
                  <a:gd name="T15" fmla="*/ 0 h 1262"/>
                  <a:gd name="T16" fmla="*/ 0 w 2883"/>
                  <a:gd name="T17" fmla="*/ 0 h 1262"/>
                  <a:gd name="T18" fmla="*/ 0 w 2883"/>
                  <a:gd name="T19" fmla="*/ 0 h 1262"/>
                  <a:gd name="T20" fmla="*/ 0 w 2883"/>
                  <a:gd name="T21" fmla="*/ 0 h 1262"/>
                  <a:gd name="T22" fmla="*/ 0 w 2883"/>
                  <a:gd name="T23" fmla="*/ 0 h 1262"/>
                  <a:gd name="T24" fmla="*/ 0 w 2883"/>
                  <a:gd name="T25" fmla="*/ 0 h 1262"/>
                  <a:gd name="T26" fmla="*/ 0 w 2883"/>
                  <a:gd name="T27" fmla="*/ 0 h 1262"/>
                  <a:gd name="T28" fmla="*/ 0 w 2883"/>
                  <a:gd name="T29" fmla="*/ 0 h 1262"/>
                  <a:gd name="T30" fmla="*/ 0 w 2883"/>
                  <a:gd name="T31" fmla="*/ 0 h 1262"/>
                  <a:gd name="T32" fmla="*/ 0 w 2883"/>
                  <a:gd name="T33" fmla="*/ 0 h 1262"/>
                  <a:gd name="T34" fmla="*/ 0 w 2883"/>
                  <a:gd name="T35" fmla="*/ 0 h 1262"/>
                  <a:gd name="T36" fmla="*/ 0 w 2883"/>
                  <a:gd name="T37" fmla="*/ 0 h 1262"/>
                  <a:gd name="T38" fmla="*/ 0 w 2883"/>
                  <a:gd name="T39" fmla="*/ 0 h 1262"/>
                  <a:gd name="T40" fmla="*/ 0 w 2883"/>
                  <a:gd name="T41" fmla="*/ 0 h 1262"/>
                  <a:gd name="T42" fmla="*/ 0 w 2883"/>
                  <a:gd name="T43" fmla="*/ 0 h 1262"/>
                  <a:gd name="T44" fmla="*/ 0 w 2883"/>
                  <a:gd name="T45" fmla="*/ 0 h 1262"/>
                  <a:gd name="T46" fmla="*/ 0 w 2883"/>
                  <a:gd name="T47" fmla="*/ 0 h 1262"/>
                  <a:gd name="T48" fmla="*/ 0 w 2883"/>
                  <a:gd name="T49" fmla="*/ 0 h 1262"/>
                  <a:gd name="T50" fmla="*/ 0 w 2883"/>
                  <a:gd name="T51" fmla="*/ 0 h 1262"/>
                  <a:gd name="T52" fmla="*/ 0 w 2883"/>
                  <a:gd name="T53" fmla="*/ 0 h 1262"/>
                  <a:gd name="T54" fmla="*/ 0 w 2883"/>
                  <a:gd name="T55" fmla="*/ 0 h 1262"/>
                  <a:gd name="T56" fmla="*/ 0 w 2883"/>
                  <a:gd name="T57" fmla="*/ 0 h 1262"/>
                  <a:gd name="T58" fmla="*/ 0 w 2883"/>
                  <a:gd name="T59" fmla="*/ 0 h 1262"/>
                  <a:gd name="T60" fmla="*/ 0 w 2883"/>
                  <a:gd name="T61" fmla="*/ 0 h 1262"/>
                  <a:gd name="T62" fmla="*/ 0 w 2883"/>
                  <a:gd name="T63" fmla="*/ 0 h 1262"/>
                  <a:gd name="T64" fmla="*/ 0 w 2883"/>
                  <a:gd name="T65" fmla="*/ 0 h 1262"/>
                  <a:gd name="T66" fmla="*/ 0 w 2883"/>
                  <a:gd name="T67" fmla="*/ 0 h 1262"/>
                  <a:gd name="T68" fmla="*/ 0 w 2883"/>
                  <a:gd name="T69" fmla="*/ 0 h 1262"/>
                  <a:gd name="T70" fmla="*/ 0 w 2883"/>
                  <a:gd name="T71" fmla="*/ 0 h 1262"/>
                  <a:gd name="T72" fmla="*/ 0 w 2883"/>
                  <a:gd name="T73" fmla="*/ 0 h 1262"/>
                  <a:gd name="T74" fmla="*/ 0 w 2883"/>
                  <a:gd name="T75" fmla="*/ 0 h 1262"/>
                  <a:gd name="T76" fmla="*/ 0 w 2883"/>
                  <a:gd name="T77" fmla="*/ 0 h 1262"/>
                  <a:gd name="T78" fmla="*/ 0 w 2883"/>
                  <a:gd name="T79" fmla="*/ 0 h 1262"/>
                  <a:gd name="T80" fmla="*/ 0 w 2883"/>
                  <a:gd name="T81" fmla="*/ 0 h 1262"/>
                  <a:gd name="T82" fmla="*/ 0 w 2883"/>
                  <a:gd name="T83" fmla="*/ 0 h 1262"/>
                  <a:gd name="T84" fmla="*/ 0 w 2883"/>
                  <a:gd name="T85" fmla="*/ 0 h 1262"/>
                  <a:gd name="T86" fmla="*/ 0 w 2883"/>
                  <a:gd name="T87" fmla="*/ 0 h 1262"/>
                  <a:gd name="T88" fmla="*/ 0 w 2883"/>
                  <a:gd name="T89" fmla="*/ 0 h 1262"/>
                  <a:gd name="T90" fmla="*/ 0 w 2883"/>
                  <a:gd name="T91" fmla="*/ 0 h 1262"/>
                  <a:gd name="T92" fmla="*/ 0 w 2883"/>
                  <a:gd name="T93" fmla="*/ 0 h 126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883"/>
                  <a:gd name="T142" fmla="*/ 0 h 1262"/>
                  <a:gd name="T143" fmla="*/ 2883 w 2883"/>
                  <a:gd name="T144" fmla="*/ 1262 h 126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883" h="1262">
                    <a:moveTo>
                      <a:pt x="0" y="454"/>
                    </a:moveTo>
                    <a:lnTo>
                      <a:pt x="67" y="920"/>
                    </a:lnTo>
                    <a:lnTo>
                      <a:pt x="100" y="986"/>
                    </a:lnTo>
                    <a:lnTo>
                      <a:pt x="200" y="1060"/>
                    </a:lnTo>
                    <a:lnTo>
                      <a:pt x="291" y="1084"/>
                    </a:lnTo>
                    <a:lnTo>
                      <a:pt x="615" y="1096"/>
                    </a:lnTo>
                    <a:lnTo>
                      <a:pt x="813" y="1153"/>
                    </a:lnTo>
                    <a:lnTo>
                      <a:pt x="949" y="1209"/>
                    </a:lnTo>
                    <a:lnTo>
                      <a:pt x="1028" y="1262"/>
                    </a:lnTo>
                    <a:lnTo>
                      <a:pt x="1240" y="1240"/>
                    </a:lnTo>
                    <a:lnTo>
                      <a:pt x="1406" y="1220"/>
                    </a:lnTo>
                    <a:lnTo>
                      <a:pt x="1597" y="1175"/>
                    </a:lnTo>
                    <a:lnTo>
                      <a:pt x="1777" y="1153"/>
                    </a:lnTo>
                    <a:lnTo>
                      <a:pt x="2012" y="1143"/>
                    </a:lnTo>
                    <a:lnTo>
                      <a:pt x="2883" y="1131"/>
                    </a:lnTo>
                    <a:lnTo>
                      <a:pt x="2839" y="952"/>
                    </a:lnTo>
                    <a:lnTo>
                      <a:pt x="2783" y="851"/>
                    </a:lnTo>
                    <a:lnTo>
                      <a:pt x="2739" y="776"/>
                    </a:lnTo>
                    <a:lnTo>
                      <a:pt x="2683" y="743"/>
                    </a:lnTo>
                    <a:lnTo>
                      <a:pt x="1913" y="633"/>
                    </a:lnTo>
                    <a:lnTo>
                      <a:pt x="1877" y="766"/>
                    </a:lnTo>
                    <a:lnTo>
                      <a:pt x="1866" y="907"/>
                    </a:lnTo>
                    <a:lnTo>
                      <a:pt x="1866" y="1031"/>
                    </a:lnTo>
                    <a:lnTo>
                      <a:pt x="1866" y="1120"/>
                    </a:lnTo>
                    <a:lnTo>
                      <a:pt x="1799" y="1107"/>
                    </a:lnTo>
                    <a:lnTo>
                      <a:pt x="1788" y="952"/>
                    </a:lnTo>
                    <a:lnTo>
                      <a:pt x="1799" y="766"/>
                    </a:lnTo>
                    <a:lnTo>
                      <a:pt x="1819" y="643"/>
                    </a:lnTo>
                    <a:lnTo>
                      <a:pt x="1866" y="489"/>
                    </a:lnTo>
                    <a:lnTo>
                      <a:pt x="1921" y="365"/>
                    </a:lnTo>
                    <a:lnTo>
                      <a:pt x="1819" y="410"/>
                    </a:lnTo>
                    <a:lnTo>
                      <a:pt x="1733" y="476"/>
                    </a:lnTo>
                    <a:lnTo>
                      <a:pt x="1666" y="554"/>
                    </a:lnTo>
                    <a:lnTo>
                      <a:pt x="1655" y="586"/>
                    </a:lnTo>
                    <a:lnTo>
                      <a:pt x="735" y="442"/>
                    </a:lnTo>
                    <a:lnTo>
                      <a:pt x="735" y="343"/>
                    </a:lnTo>
                    <a:lnTo>
                      <a:pt x="771" y="232"/>
                    </a:lnTo>
                    <a:lnTo>
                      <a:pt x="840" y="133"/>
                    </a:lnTo>
                    <a:lnTo>
                      <a:pt x="926" y="65"/>
                    </a:lnTo>
                    <a:lnTo>
                      <a:pt x="1093" y="0"/>
                    </a:lnTo>
                    <a:lnTo>
                      <a:pt x="840" y="23"/>
                    </a:lnTo>
                    <a:lnTo>
                      <a:pt x="558" y="99"/>
                    </a:lnTo>
                    <a:lnTo>
                      <a:pt x="378" y="201"/>
                    </a:lnTo>
                    <a:lnTo>
                      <a:pt x="247" y="311"/>
                    </a:lnTo>
                    <a:lnTo>
                      <a:pt x="135" y="489"/>
                    </a:lnTo>
                    <a:lnTo>
                      <a:pt x="75" y="618"/>
                    </a:lnTo>
                    <a:lnTo>
                      <a:pt x="0" y="454"/>
                    </a:lnTo>
                    <a:close/>
                  </a:path>
                </a:pathLst>
              </a:custGeom>
              <a:solidFill>
                <a:srgbClr val="000000"/>
              </a:solidFill>
              <a:ln w="9525">
                <a:noFill/>
                <a:round/>
                <a:headEnd/>
                <a:tailEnd/>
              </a:ln>
            </p:spPr>
            <p:txBody>
              <a:bodyPr/>
              <a:lstStyle/>
              <a:p>
                <a:pPr algn="ctr"/>
                <a:endParaRPr lang="pt-BR" sz="2400"/>
              </a:p>
            </p:txBody>
          </p:sp>
          <p:sp>
            <p:nvSpPr>
              <p:cNvPr id="511" name="Freeform 369"/>
              <p:cNvSpPr>
                <a:spLocks/>
              </p:cNvSpPr>
              <p:nvPr/>
            </p:nvSpPr>
            <p:spPr bwMode="auto">
              <a:xfrm>
                <a:off x="685" y="1345"/>
                <a:ext cx="231" cy="126"/>
              </a:xfrm>
              <a:custGeom>
                <a:avLst/>
                <a:gdLst>
                  <a:gd name="T0" fmla="*/ 0 w 2306"/>
                  <a:gd name="T1" fmla="*/ 0 h 1263"/>
                  <a:gd name="T2" fmla="*/ 0 w 2306"/>
                  <a:gd name="T3" fmla="*/ 0 h 1263"/>
                  <a:gd name="T4" fmla="*/ 0 w 2306"/>
                  <a:gd name="T5" fmla="*/ 0 h 1263"/>
                  <a:gd name="T6" fmla="*/ 0 w 2306"/>
                  <a:gd name="T7" fmla="*/ 0 h 1263"/>
                  <a:gd name="T8" fmla="*/ 0 w 2306"/>
                  <a:gd name="T9" fmla="*/ 0 h 1263"/>
                  <a:gd name="T10" fmla="*/ 0 w 2306"/>
                  <a:gd name="T11" fmla="*/ 0 h 1263"/>
                  <a:gd name="T12" fmla="*/ 0 w 2306"/>
                  <a:gd name="T13" fmla="*/ 0 h 1263"/>
                  <a:gd name="T14" fmla="*/ 0 w 2306"/>
                  <a:gd name="T15" fmla="*/ 0 h 1263"/>
                  <a:gd name="T16" fmla="*/ 0 w 2306"/>
                  <a:gd name="T17" fmla="*/ 0 h 1263"/>
                  <a:gd name="T18" fmla="*/ 0 w 2306"/>
                  <a:gd name="T19" fmla="*/ 0 h 1263"/>
                  <a:gd name="T20" fmla="*/ 0 w 2306"/>
                  <a:gd name="T21" fmla="*/ 0 h 1263"/>
                  <a:gd name="T22" fmla="*/ 0 w 2306"/>
                  <a:gd name="T23" fmla="*/ 0 h 1263"/>
                  <a:gd name="T24" fmla="*/ 0 w 2306"/>
                  <a:gd name="T25" fmla="*/ 0 h 1263"/>
                  <a:gd name="T26" fmla="*/ 0 w 2306"/>
                  <a:gd name="T27" fmla="*/ 0 h 1263"/>
                  <a:gd name="T28" fmla="*/ 0 w 2306"/>
                  <a:gd name="T29" fmla="*/ 0 h 1263"/>
                  <a:gd name="T30" fmla="*/ 0 w 2306"/>
                  <a:gd name="T31" fmla="*/ 0 h 1263"/>
                  <a:gd name="T32" fmla="*/ 0 w 2306"/>
                  <a:gd name="T33" fmla="*/ 0 h 1263"/>
                  <a:gd name="T34" fmla="*/ 0 w 2306"/>
                  <a:gd name="T35" fmla="*/ 0 h 1263"/>
                  <a:gd name="T36" fmla="*/ 0 w 2306"/>
                  <a:gd name="T37" fmla="*/ 0 h 1263"/>
                  <a:gd name="T38" fmla="*/ 0 w 2306"/>
                  <a:gd name="T39" fmla="*/ 0 h 1263"/>
                  <a:gd name="T40" fmla="*/ 0 w 2306"/>
                  <a:gd name="T41" fmla="*/ 0 h 1263"/>
                  <a:gd name="T42" fmla="*/ 0 w 2306"/>
                  <a:gd name="T43" fmla="*/ 0 h 1263"/>
                  <a:gd name="T44" fmla="*/ 0 w 2306"/>
                  <a:gd name="T45" fmla="*/ 0 h 1263"/>
                  <a:gd name="T46" fmla="*/ 0 w 2306"/>
                  <a:gd name="T47" fmla="*/ 0 h 1263"/>
                  <a:gd name="T48" fmla="*/ 0 w 2306"/>
                  <a:gd name="T49" fmla="*/ 0 h 1263"/>
                  <a:gd name="T50" fmla="*/ 0 w 2306"/>
                  <a:gd name="T51" fmla="*/ 0 h 1263"/>
                  <a:gd name="T52" fmla="*/ 0 w 2306"/>
                  <a:gd name="T53" fmla="*/ 0 h 1263"/>
                  <a:gd name="T54" fmla="*/ 0 w 2306"/>
                  <a:gd name="T55" fmla="*/ 0 h 1263"/>
                  <a:gd name="T56" fmla="*/ 0 w 2306"/>
                  <a:gd name="T57" fmla="*/ 0 h 1263"/>
                  <a:gd name="T58" fmla="*/ 0 w 2306"/>
                  <a:gd name="T59" fmla="*/ 0 h 1263"/>
                  <a:gd name="T60" fmla="*/ 0 w 2306"/>
                  <a:gd name="T61" fmla="*/ 0 h 1263"/>
                  <a:gd name="T62" fmla="*/ 0 w 2306"/>
                  <a:gd name="T63" fmla="*/ 0 h 1263"/>
                  <a:gd name="T64" fmla="*/ 0 w 2306"/>
                  <a:gd name="T65" fmla="*/ 0 h 1263"/>
                  <a:gd name="T66" fmla="*/ 0 w 2306"/>
                  <a:gd name="T67" fmla="*/ 0 h 1263"/>
                  <a:gd name="T68" fmla="*/ 0 w 2306"/>
                  <a:gd name="T69" fmla="*/ 0 h 1263"/>
                  <a:gd name="T70" fmla="*/ 0 w 2306"/>
                  <a:gd name="T71" fmla="*/ 0 h 1263"/>
                  <a:gd name="T72" fmla="*/ 0 w 2306"/>
                  <a:gd name="T73" fmla="*/ 0 h 1263"/>
                  <a:gd name="T74" fmla="*/ 0 w 2306"/>
                  <a:gd name="T75" fmla="*/ 0 h 1263"/>
                  <a:gd name="T76" fmla="*/ 0 w 2306"/>
                  <a:gd name="T77" fmla="*/ 0 h 1263"/>
                  <a:gd name="T78" fmla="*/ 0 w 2306"/>
                  <a:gd name="T79" fmla="*/ 0 h 1263"/>
                  <a:gd name="T80" fmla="*/ 0 w 2306"/>
                  <a:gd name="T81" fmla="*/ 0 h 1263"/>
                  <a:gd name="T82" fmla="*/ 0 w 2306"/>
                  <a:gd name="T83" fmla="*/ 0 h 1263"/>
                  <a:gd name="T84" fmla="*/ 0 w 2306"/>
                  <a:gd name="T85" fmla="*/ 0 h 1263"/>
                  <a:gd name="T86" fmla="*/ 0 w 2306"/>
                  <a:gd name="T87" fmla="*/ 0 h 1263"/>
                  <a:gd name="T88" fmla="*/ 0 w 2306"/>
                  <a:gd name="T89" fmla="*/ 0 h 1263"/>
                  <a:gd name="T90" fmla="*/ 0 w 2306"/>
                  <a:gd name="T91" fmla="*/ 0 h 1263"/>
                  <a:gd name="T92" fmla="*/ 0 w 2306"/>
                  <a:gd name="T93" fmla="*/ 0 h 1263"/>
                  <a:gd name="T94" fmla="*/ 0 w 2306"/>
                  <a:gd name="T95" fmla="*/ 0 h 1263"/>
                  <a:gd name="T96" fmla="*/ 0 w 2306"/>
                  <a:gd name="T97" fmla="*/ 0 h 1263"/>
                  <a:gd name="T98" fmla="*/ 0 w 2306"/>
                  <a:gd name="T99" fmla="*/ 0 h 1263"/>
                  <a:gd name="T100" fmla="*/ 0 w 2306"/>
                  <a:gd name="T101" fmla="*/ 0 h 1263"/>
                  <a:gd name="T102" fmla="*/ 0 w 2306"/>
                  <a:gd name="T103" fmla="*/ 0 h 1263"/>
                  <a:gd name="T104" fmla="*/ 0 w 2306"/>
                  <a:gd name="T105" fmla="*/ 0 h 1263"/>
                  <a:gd name="T106" fmla="*/ 0 w 2306"/>
                  <a:gd name="T107" fmla="*/ 0 h 1263"/>
                  <a:gd name="T108" fmla="*/ 0 w 2306"/>
                  <a:gd name="T109" fmla="*/ 0 h 1263"/>
                  <a:gd name="T110" fmla="*/ 0 w 2306"/>
                  <a:gd name="T111" fmla="*/ 0 h 1263"/>
                  <a:gd name="T112" fmla="*/ 0 w 2306"/>
                  <a:gd name="T113" fmla="*/ 0 h 1263"/>
                  <a:gd name="T114" fmla="*/ 0 w 2306"/>
                  <a:gd name="T115" fmla="*/ 0 h 1263"/>
                  <a:gd name="T116" fmla="*/ 0 w 2306"/>
                  <a:gd name="T117" fmla="*/ 0 h 1263"/>
                  <a:gd name="T118" fmla="*/ 0 w 2306"/>
                  <a:gd name="T119" fmla="*/ 0 h 1263"/>
                  <a:gd name="T120" fmla="*/ 0 w 2306"/>
                  <a:gd name="T121" fmla="*/ 0 h 126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06"/>
                  <a:gd name="T184" fmla="*/ 0 h 1263"/>
                  <a:gd name="T185" fmla="*/ 2306 w 2306"/>
                  <a:gd name="T186" fmla="*/ 1263 h 126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06" h="1263">
                    <a:moveTo>
                      <a:pt x="125" y="1263"/>
                    </a:moveTo>
                    <a:lnTo>
                      <a:pt x="70" y="1163"/>
                    </a:lnTo>
                    <a:lnTo>
                      <a:pt x="34" y="1052"/>
                    </a:lnTo>
                    <a:lnTo>
                      <a:pt x="0" y="917"/>
                    </a:lnTo>
                    <a:lnTo>
                      <a:pt x="0" y="786"/>
                    </a:lnTo>
                    <a:lnTo>
                      <a:pt x="23" y="655"/>
                    </a:lnTo>
                    <a:lnTo>
                      <a:pt x="91" y="532"/>
                    </a:lnTo>
                    <a:lnTo>
                      <a:pt x="180" y="455"/>
                    </a:lnTo>
                    <a:lnTo>
                      <a:pt x="292" y="375"/>
                    </a:lnTo>
                    <a:lnTo>
                      <a:pt x="1131" y="0"/>
                    </a:lnTo>
                    <a:lnTo>
                      <a:pt x="1029" y="121"/>
                    </a:lnTo>
                    <a:lnTo>
                      <a:pt x="929" y="166"/>
                    </a:lnTo>
                    <a:lnTo>
                      <a:pt x="906" y="210"/>
                    </a:lnTo>
                    <a:lnTo>
                      <a:pt x="929" y="343"/>
                    </a:lnTo>
                    <a:lnTo>
                      <a:pt x="916" y="375"/>
                    </a:lnTo>
                    <a:lnTo>
                      <a:pt x="796" y="419"/>
                    </a:lnTo>
                    <a:lnTo>
                      <a:pt x="760" y="475"/>
                    </a:lnTo>
                    <a:lnTo>
                      <a:pt x="807" y="641"/>
                    </a:lnTo>
                    <a:lnTo>
                      <a:pt x="772" y="697"/>
                    </a:lnTo>
                    <a:lnTo>
                      <a:pt x="514" y="864"/>
                    </a:lnTo>
                    <a:lnTo>
                      <a:pt x="323" y="917"/>
                    </a:lnTo>
                    <a:lnTo>
                      <a:pt x="192" y="950"/>
                    </a:lnTo>
                    <a:lnTo>
                      <a:pt x="156" y="995"/>
                    </a:lnTo>
                    <a:lnTo>
                      <a:pt x="156" y="1039"/>
                    </a:lnTo>
                    <a:lnTo>
                      <a:pt x="718" y="1118"/>
                    </a:lnTo>
                    <a:lnTo>
                      <a:pt x="1143" y="1130"/>
                    </a:lnTo>
                    <a:lnTo>
                      <a:pt x="1298" y="1130"/>
                    </a:lnTo>
                    <a:lnTo>
                      <a:pt x="1365" y="1076"/>
                    </a:lnTo>
                    <a:lnTo>
                      <a:pt x="1018" y="864"/>
                    </a:lnTo>
                    <a:lnTo>
                      <a:pt x="1311" y="1019"/>
                    </a:lnTo>
                    <a:lnTo>
                      <a:pt x="1611" y="1118"/>
                    </a:lnTo>
                    <a:lnTo>
                      <a:pt x="1778" y="1052"/>
                    </a:lnTo>
                    <a:lnTo>
                      <a:pt x="1778" y="963"/>
                    </a:lnTo>
                    <a:lnTo>
                      <a:pt x="1454" y="739"/>
                    </a:lnTo>
                    <a:lnTo>
                      <a:pt x="1120" y="542"/>
                    </a:lnTo>
                    <a:lnTo>
                      <a:pt x="1543" y="730"/>
                    </a:lnTo>
                    <a:lnTo>
                      <a:pt x="1836" y="972"/>
                    </a:lnTo>
                    <a:lnTo>
                      <a:pt x="1935" y="917"/>
                    </a:lnTo>
                    <a:lnTo>
                      <a:pt x="1778" y="608"/>
                    </a:lnTo>
                    <a:lnTo>
                      <a:pt x="1243" y="241"/>
                    </a:lnTo>
                    <a:lnTo>
                      <a:pt x="1734" y="288"/>
                    </a:lnTo>
                    <a:lnTo>
                      <a:pt x="2204" y="750"/>
                    </a:lnTo>
                    <a:lnTo>
                      <a:pt x="2306" y="765"/>
                    </a:lnTo>
                    <a:lnTo>
                      <a:pt x="2215" y="807"/>
                    </a:lnTo>
                    <a:lnTo>
                      <a:pt x="2104" y="786"/>
                    </a:lnTo>
                    <a:lnTo>
                      <a:pt x="1734" y="475"/>
                    </a:lnTo>
                    <a:lnTo>
                      <a:pt x="1632" y="455"/>
                    </a:lnTo>
                    <a:lnTo>
                      <a:pt x="1812" y="608"/>
                    </a:lnTo>
                    <a:lnTo>
                      <a:pt x="2003" y="941"/>
                    </a:lnTo>
                    <a:lnTo>
                      <a:pt x="1946" y="1019"/>
                    </a:lnTo>
                    <a:lnTo>
                      <a:pt x="1867" y="1030"/>
                    </a:lnTo>
                    <a:lnTo>
                      <a:pt x="1791" y="1118"/>
                    </a:lnTo>
                    <a:lnTo>
                      <a:pt x="1656" y="1150"/>
                    </a:lnTo>
                    <a:lnTo>
                      <a:pt x="1465" y="1139"/>
                    </a:lnTo>
                    <a:lnTo>
                      <a:pt x="1400" y="1192"/>
                    </a:lnTo>
                    <a:lnTo>
                      <a:pt x="1274" y="1228"/>
                    </a:lnTo>
                    <a:lnTo>
                      <a:pt x="736" y="1216"/>
                    </a:lnTo>
                    <a:lnTo>
                      <a:pt x="305" y="1163"/>
                    </a:lnTo>
                    <a:lnTo>
                      <a:pt x="237" y="1239"/>
                    </a:lnTo>
                    <a:lnTo>
                      <a:pt x="180" y="1263"/>
                    </a:lnTo>
                    <a:lnTo>
                      <a:pt x="125" y="1263"/>
                    </a:lnTo>
                    <a:close/>
                  </a:path>
                </a:pathLst>
              </a:custGeom>
              <a:solidFill>
                <a:srgbClr val="000000"/>
              </a:solidFill>
              <a:ln w="9525">
                <a:noFill/>
                <a:round/>
                <a:headEnd/>
                <a:tailEnd/>
              </a:ln>
            </p:spPr>
            <p:txBody>
              <a:bodyPr/>
              <a:lstStyle/>
              <a:p>
                <a:pPr algn="ctr"/>
                <a:endParaRPr lang="pt-BR" sz="2400"/>
              </a:p>
            </p:txBody>
          </p:sp>
          <p:sp>
            <p:nvSpPr>
              <p:cNvPr id="512" name="Freeform 370"/>
              <p:cNvSpPr>
                <a:spLocks/>
              </p:cNvSpPr>
              <p:nvPr/>
            </p:nvSpPr>
            <p:spPr bwMode="auto">
              <a:xfrm>
                <a:off x="757" y="1105"/>
                <a:ext cx="30" cy="248"/>
              </a:xfrm>
              <a:custGeom>
                <a:avLst/>
                <a:gdLst>
                  <a:gd name="T0" fmla="*/ 0 w 300"/>
                  <a:gd name="T1" fmla="*/ 0 h 2480"/>
                  <a:gd name="T2" fmla="*/ 0 w 300"/>
                  <a:gd name="T3" fmla="*/ 0 h 2480"/>
                  <a:gd name="T4" fmla="*/ 0 w 300"/>
                  <a:gd name="T5" fmla="*/ 0 h 2480"/>
                  <a:gd name="T6" fmla="*/ 0 w 300"/>
                  <a:gd name="T7" fmla="*/ 0 h 2480"/>
                  <a:gd name="T8" fmla="*/ 0 w 300"/>
                  <a:gd name="T9" fmla="*/ 0 h 2480"/>
                  <a:gd name="T10" fmla="*/ 0 w 300"/>
                  <a:gd name="T11" fmla="*/ 0 h 2480"/>
                  <a:gd name="T12" fmla="*/ 0 w 300"/>
                  <a:gd name="T13" fmla="*/ 0 h 2480"/>
                  <a:gd name="T14" fmla="*/ 0 w 300"/>
                  <a:gd name="T15" fmla="*/ 0 h 2480"/>
                  <a:gd name="T16" fmla="*/ 0 w 300"/>
                  <a:gd name="T17" fmla="*/ 0 h 2480"/>
                  <a:gd name="T18" fmla="*/ 0 w 300"/>
                  <a:gd name="T19" fmla="*/ 0 h 2480"/>
                  <a:gd name="T20" fmla="*/ 0 w 300"/>
                  <a:gd name="T21" fmla="*/ 0 h 2480"/>
                  <a:gd name="T22" fmla="*/ 0 w 300"/>
                  <a:gd name="T23" fmla="*/ 0 h 2480"/>
                  <a:gd name="T24" fmla="*/ 0 w 300"/>
                  <a:gd name="T25" fmla="*/ 0 h 2480"/>
                  <a:gd name="T26" fmla="*/ 0 w 300"/>
                  <a:gd name="T27" fmla="*/ 0 h 2480"/>
                  <a:gd name="T28" fmla="*/ 0 w 300"/>
                  <a:gd name="T29" fmla="*/ 0 h 2480"/>
                  <a:gd name="T30" fmla="*/ 0 w 300"/>
                  <a:gd name="T31" fmla="*/ 0 h 2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00"/>
                  <a:gd name="T49" fmla="*/ 0 h 2480"/>
                  <a:gd name="T50" fmla="*/ 300 w 300"/>
                  <a:gd name="T51" fmla="*/ 2480 h 24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00" h="2480">
                    <a:moveTo>
                      <a:pt x="0" y="0"/>
                    </a:moveTo>
                    <a:lnTo>
                      <a:pt x="54" y="142"/>
                    </a:lnTo>
                    <a:lnTo>
                      <a:pt x="122" y="408"/>
                    </a:lnTo>
                    <a:lnTo>
                      <a:pt x="143" y="786"/>
                    </a:lnTo>
                    <a:lnTo>
                      <a:pt x="143" y="1336"/>
                    </a:lnTo>
                    <a:lnTo>
                      <a:pt x="178" y="1814"/>
                    </a:lnTo>
                    <a:lnTo>
                      <a:pt x="245" y="2258"/>
                    </a:lnTo>
                    <a:lnTo>
                      <a:pt x="300" y="2458"/>
                    </a:lnTo>
                    <a:lnTo>
                      <a:pt x="256" y="2480"/>
                    </a:lnTo>
                    <a:lnTo>
                      <a:pt x="188" y="2134"/>
                    </a:lnTo>
                    <a:lnTo>
                      <a:pt x="135" y="1758"/>
                    </a:lnTo>
                    <a:lnTo>
                      <a:pt x="112" y="1403"/>
                    </a:lnTo>
                    <a:lnTo>
                      <a:pt x="101" y="728"/>
                    </a:lnTo>
                    <a:lnTo>
                      <a:pt x="89" y="452"/>
                    </a:lnTo>
                    <a:lnTo>
                      <a:pt x="54" y="233"/>
                    </a:lnTo>
                    <a:lnTo>
                      <a:pt x="0" y="0"/>
                    </a:lnTo>
                    <a:close/>
                  </a:path>
                </a:pathLst>
              </a:custGeom>
              <a:solidFill>
                <a:srgbClr val="000000"/>
              </a:solidFill>
              <a:ln w="9525">
                <a:noFill/>
                <a:round/>
                <a:headEnd/>
                <a:tailEnd/>
              </a:ln>
            </p:spPr>
            <p:txBody>
              <a:bodyPr/>
              <a:lstStyle/>
              <a:p>
                <a:pPr algn="ctr"/>
                <a:endParaRPr lang="pt-BR" sz="2400"/>
              </a:p>
            </p:txBody>
          </p:sp>
          <p:sp>
            <p:nvSpPr>
              <p:cNvPr id="513" name="Freeform 371"/>
              <p:cNvSpPr>
                <a:spLocks/>
              </p:cNvSpPr>
              <p:nvPr/>
            </p:nvSpPr>
            <p:spPr bwMode="auto">
              <a:xfrm>
                <a:off x="845" y="1377"/>
                <a:ext cx="65" cy="76"/>
              </a:xfrm>
              <a:custGeom>
                <a:avLst/>
                <a:gdLst>
                  <a:gd name="T0" fmla="*/ 0 w 650"/>
                  <a:gd name="T1" fmla="*/ 0 h 769"/>
                  <a:gd name="T2" fmla="*/ 0 w 650"/>
                  <a:gd name="T3" fmla="*/ 0 h 769"/>
                  <a:gd name="T4" fmla="*/ 0 w 650"/>
                  <a:gd name="T5" fmla="*/ 0 h 769"/>
                  <a:gd name="T6" fmla="*/ 0 w 650"/>
                  <a:gd name="T7" fmla="*/ 0 h 769"/>
                  <a:gd name="T8" fmla="*/ 0 w 650"/>
                  <a:gd name="T9" fmla="*/ 0 h 769"/>
                  <a:gd name="T10" fmla="*/ 0 60000 65536"/>
                  <a:gd name="T11" fmla="*/ 0 60000 65536"/>
                  <a:gd name="T12" fmla="*/ 0 60000 65536"/>
                  <a:gd name="T13" fmla="*/ 0 60000 65536"/>
                  <a:gd name="T14" fmla="*/ 0 60000 65536"/>
                  <a:gd name="T15" fmla="*/ 0 w 650"/>
                  <a:gd name="T16" fmla="*/ 0 h 769"/>
                  <a:gd name="T17" fmla="*/ 650 w 650"/>
                  <a:gd name="T18" fmla="*/ 769 h 769"/>
                </a:gdLst>
                <a:ahLst/>
                <a:cxnLst>
                  <a:cxn ang="T10">
                    <a:pos x="T0" y="T1"/>
                  </a:cxn>
                  <a:cxn ang="T11">
                    <a:pos x="T2" y="T3"/>
                  </a:cxn>
                  <a:cxn ang="T12">
                    <a:pos x="T4" y="T5"/>
                  </a:cxn>
                  <a:cxn ang="T13">
                    <a:pos x="T6" y="T7"/>
                  </a:cxn>
                  <a:cxn ang="T14">
                    <a:pos x="T8" y="T9"/>
                  </a:cxn>
                </a:cxnLst>
                <a:rect l="T15" t="T16" r="T17" b="T18"/>
                <a:pathLst>
                  <a:path w="650" h="769">
                    <a:moveTo>
                      <a:pt x="0" y="0"/>
                    </a:moveTo>
                    <a:lnTo>
                      <a:pt x="526" y="676"/>
                    </a:lnTo>
                    <a:lnTo>
                      <a:pt x="650" y="769"/>
                    </a:lnTo>
                    <a:lnTo>
                      <a:pt x="593" y="622"/>
                    </a:lnTo>
                    <a:lnTo>
                      <a:pt x="379" y="327"/>
                    </a:lnTo>
                  </a:path>
                </a:pathLst>
              </a:custGeom>
              <a:noFill/>
              <a:ln w="0">
                <a:solidFill>
                  <a:srgbClr val="000000"/>
                </a:solidFill>
                <a:round/>
                <a:headEnd/>
                <a:tailEnd/>
              </a:ln>
            </p:spPr>
            <p:txBody>
              <a:bodyPr/>
              <a:lstStyle/>
              <a:p>
                <a:pPr algn="ctr"/>
                <a:endParaRPr lang="pt-BR" sz="2400"/>
              </a:p>
            </p:txBody>
          </p:sp>
          <p:sp>
            <p:nvSpPr>
              <p:cNvPr id="514" name="Freeform 372"/>
              <p:cNvSpPr>
                <a:spLocks/>
              </p:cNvSpPr>
              <p:nvPr/>
            </p:nvSpPr>
            <p:spPr bwMode="auto">
              <a:xfrm>
                <a:off x="808" y="1321"/>
                <a:ext cx="32" cy="33"/>
              </a:xfrm>
              <a:custGeom>
                <a:avLst/>
                <a:gdLst>
                  <a:gd name="T0" fmla="*/ 0 w 320"/>
                  <a:gd name="T1" fmla="*/ 0 h 328"/>
                  <a:gd name="T2" fmla="*/ 0 w 320"/>
                  <a:gd name="T3" fmla="*/ 0 h 328"/>
                  <a:gd name="T4" fmla="*/ 0 w 320"/>
                  <a:gd name="T5" fmla="*/ 0 h 328"/>
                  <a:gd name="T6" fmla="*/ 0 w 320"/>
                  <a:gd name="T7" fmla="*/ 0 h 328"/>
                  <a:gd name="T8" fmla="*/ 0 w 320"/>
                  <a:gd name="T9" fmla="*/ 0 h 328"/>
                  <a:gd name="T10" fmla="*/ 0 w 320"/>
                  <a:gd name="T11" fmla="*/ 0 h 328"/>
                  <a:gd name="T12" fmla="*/ 0 60000 65536"/>
                  <a:gd name="T13" fmla="*/ 0 60000 65536"/>
                  <a:gd name="T14" fmla="*/ 0 60000 65536"/>
                  <a:gd name="T15" fmla="*/ 0 60000 65536"/>
                  <a:gd name="T16" fmla="*/ 0 60000 65536"/>
                  <a:gd name="T17" fmla="*/ 0 60000 65536"/>
                  <a:gd name="T18" fmla="*/ 0 w 320"/>
                  <a:gd name="T19" fmla="*/ 0 h 328"/>
                  <a:gd name="T20" fmla="*/ 320 w 320"/>
                  <a:gd name="T21" fmla="*/ 328 h 328"/>
                </a:gdLst>
                <a:ahLst/>
                <a:cxnLst>
                  <a:cxn ang="T12">
                    <a:pos x="T0" y="T1"/>
                  </a:cxn>
                  <a:cxn ang="T13">
                    <a:pos x="T2" y="T3"/>
                  </a:cxn>
                  <a:cxn ang="T14">
                    <a:pos x="T4" y="T5"/>
                  </a:cxn>
                  <a:cxn ang="T15">
                    <a:pos x="T6" y="T7"/>
                  </a:cxn>
                  <a:cxn ang="T16">
                    <a:pos x="T8" y="T9"/>
                  </a:cxn>
                  <a:cxn ang="T17">
                    <a:pos x="T10" y="T11"/>
                  </a:cxn>
                </a:cxnLst>
                <a:rect l="T18" t="T19" r="T20" b="T21"/>
                <a:pathLst>
                  <a:path w="320" h="328">
                    <a:moveTo>
                      <a:pt x="148" y="283"/>
                    </a:moveTo>
                    <a:lnTo>
                      <a:pt x="0" y="78"/>
                    </a:lnTo>
                    <a:lnTo>
                      <a:pt x="0" y="34"/>
                    </a:lnTo>
                    <a:lnTo>
                      <a:pt x="35" y="0"/>
                    </a:lnTo>
                    <a:lnTo>
                      <a:pt x="79" y="10"/>
                    </a:lnTo>
                    <a:lnTo>
                      <a:pt x="320" y="328"/>
                    </a:lnTo>
                  </a:path>
                </a:pathLst>
              </a:custGeom>
              <a:noFill/>
              <a:ln w="0">
                <a:solidFill>
                  <a:srgbClr val="000000"/>
                </a:solidFill>
                <a:round/>
                <a:headEnd/>
                <a:tailEnd/>
              </a:ln>
            </p:spPr>
            <p:txBody>
              <a:bodyPr/>
              <a:lstStyle/>
              <a:p>
                <a:pPr algn="ctr"/>
                <a:endParaRPr lang="pt-BR" sz="2400"/>
              </a:p>
            </p:txBody>
          </p:sp>
          <p:sp>
            <p:nvSpPr>
              <p:cNvPr id="515" name="Freeform 373"/>
              <p:cNvSpPr>
                <a:spLocks/>
              </p:cNvSpPr>
              <p:nvPr/>
            </p:nvSpPr>
            <p:spPr bwMode="auto">
              <a:xfrm>
                <a:off x="806" y="1346"/>
                <a:ext cx="110" cy="70"/>
              </a:xfrm>
              <a:custGeom>
                <a:avLst/>
                <a:gdLst>
                  <a:gd name="T0" fmla="*/ 0 w 1097"/>
                  <a:gd name="T1" fmla="*/ 0 h 703"/>
                  <a:gd name="T2" fmla="*/ 0 w 1097"/>
                  <a:gd name="T3" fmla="*/ 0 h 703"/>
                  <a:gd name="T4" fmla="*/ 0 w 1097"/>
                  <a:gd name="T5" fmla="*/ 0 h 703"/>
                  <a:gd name="T6" fmla="*/ 0 w 1097"/>
                  <a:gd name="T7" fmla="*/ 0 h 703"/>
                  <a:gd name="T8" fmla="*/ 0 w 1097"/>
                  <a:gd name="T9" fmla="*/ 0 h 703"/>
                  <a:gd name="T10" fmla="*/ 0 w 1097"/>
                  <a:gd name="T11" fmla="*/ 0 h 703"/>
                  <a:gd name="T12" fmla="*/ 0 w 1097"/>
                  <a:gd name="T13" fmla="*/ 0 h 703"/>
                  <a:gd name="T14" fmla="*/ 0 w 1097"/>
                  <a:gd name="T15" fmla="*/ 0 h 703"/>
                  <a:gd name="T16" fmla="*/ 0 60000 65536"/>
                  <a:gd name="T17" fmla="*/ 0 60000 65536"/>
                  <a:gd name="T18" fmla="*/ 0 60000 65536"/>
                  <a:gd name="T19" fmla="*/ 0 60000 65536"/>
                  <a:gd name="T20" fmla="*/ 0 60000 65536"/>
                  <a:gd name="T21" fmla="*/ 0 60000 65536"/>
                  <a:gd name="T22" fmla="*/ 0 60000 65536"/>
                  <a:gd name="T23" fmla="*/ 0 60000 65536"/>
                  <a:gd name="T24" fmla="*/ 0 w 1097"/>
                  <a:gd name="T25" fmla="*/ 0 h 703"/>
                  <a:gd name="T26" fmla="*/ 1097 w 1097"/>
                  <a:gd name="T27" fmla="*/ 703 h 7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97" h="703">
                    <a:moveTo>
                      <a:pt x="0" y="0"/>
                    </a:moveTo>
                    <a:lnTo>
                      <a:pt x="709" y="114"/>
                    </a:lnTo>
                    <a:lnTo>
                      <a:pt x="1097" y="644"/>
                    </a:lnTo>
                    <a:lnTo>
                      <a:pt x="1097" y="703"/>
                    </a:lnTo>
                    <a:lnTo>
                      <a:pt x="1073" y="657"/>
                    </a:lnTo>
                    <a:lnTo>
                      <a:pt x="662" y="169"/>
                    </a:lnTo>
                    <a:lnTo>
                      <a:pt x="47" y="23"/>
                    </a:lnTo>
                    <a:lnTo>
                      <a:pt x="0" y="0"/>
                    </a:lnTo>
                    <a:close/>
                  </a:path>
                </a:pathLst>
              </a:custGeom>
              <a:solidFill>
                <a:srgbClr val="000000"/>
              </a:solidFill>
              <a:ln w="9525">
                <a:noFill/>
                <a:round/>
                <a:headEnd/>
                <a:tailEnd/>
              </a:ln>
            </p:spPr>
            <p:txBody>
              <a:bodyPr/>
              <a:lstStyle/>
              <a:p>
                <a:pPr algn="ctr"/>
                <a:endParaRPr lang="pt-BR" sz="2400"/>
              </a:p>
            </p:txBody>
          </p:sp>
          <p:sp>
            <p:nvSpPr>
              <p:cNvPr id="516" name="Freeform 374"/>
              <p:cNvSpPr>
                <a:spLocks/>
              </p:cNvSpPr>
              <p:nvPr/>
            </p:nvSpPr>
            <p:spPr bwMode="auto">
              <a:xfrm>
                <a:off x="816" y="1056"/>
                <a:ext cx="112" cy="298"/>
              </a:xfrm>
              <a:custGeom>
                <a:avLst/>
                <a:gdLst>
                  <a:gd name="T0" fmla="*/ 0 w 1122"/>
                  <a:gd name="T1" fmla="*/ 0 h 2984"/>
                  <a:gd name="T2" fmla="*/ 0 w 1122"/>
                  <a:gd name="T3" fmla="*/ 0 h 2984"/>
                  <a:gd name="T4" fmla="*/ 0 w 1122"/>
                  <a:gd name="T5" fmla="*/ 0 h 2984"/>
                  <a:gd name="T6" fmla="*/ 0 w 1122"/>
                  <a:gd name="T7" fmla="*/ 0 h 2984"/>
                  <a:gd name="T8" fmla="*/ 0 w 1122"/>
                  <a:gd name="T9" fmla="*/ 0 h 2984"/>
                  <a:gd name="T10" fmla="*/ 0 w 1122"/>
                  <a:gd name="T11" fmla="*/ 0 h 2984"/>
                  <a:gd name="T12" fmla="*/ 0 w 1122"/>
                  <a:gd name="T13" fmla="*/ 0 h 2984"/>
                  <a:gd name="T14" fmla="*/ 0 w 1122"/>
                  <a:gd name="T15" fmla="*/ 0 h 2984"/>
                  <a:gd name="T16" fmla="*/ 0 w 1122"/>
                  <a:gd name="T17" fmla="*/ 0 h 2984"/>
                  <a:gd name="T18" fmla="*/ 0 w 1122"/>
                  <a:gd name="T19" fmla="*/ 0 h 2984"/>
                  <a:gd name="T20" fmla="*/ 0 w 1122"/>
                  <a:gd name="T21" fmla="*/ 0 h 2984"/>
                  <a:gd name="T22" fmla="*/ 0 w 1122"/>
                  <a:gd name="T23" fmla="*/ 0 h 2984"/>
                  <a:gd name="T24" fmla="*/ 0 w 1122"/>
                  <a:gd name="T25" fmla="*/ 0 h 2984"/>
                  <a:gd name="T26" fmla="*/ 0 w 1122"/>
                  <a:gd name="T27" fmla="*/ 0 h 2984"/>
                  <a:gd name="T28" fmla="*/ 0 w 1122"/>
                  <a:gd name="T29" fmla="*/ 0 h 2984"/>
                  <a:gd name="T30" fmla="*/ 0 w 1122"/>
                  <a:gd name="T31" fmla="*/ 0 h 2984"/>
                  <a:gd name="T32" fmla="*/ 0 w 1122"/>
                  <a:gd name="T33" fmla="*/ 0 h 2984"/>
                  <a:gd name="T34" fmla="*/ 0 w 1122"/>
                  <a:gd name="T35" fmla="*/ 0 h 2984"/>
                  <a:gd name="T36" fmla="*/ 0 w 1122"/>
                  <a:gd name="T37" fmla="*/ 0 h 2984"/>
                  <a:gd name="T38" fmla="*/ 0 w 1122"/>
                  <a:gd name="T39" fmla="*/ 0 h 2984"/>
                  <a:gd name="T40" fmla="*/ 0 w 1122"/>
                  <a:gd name="T41" fmla="*/ 0 h 2984"/>
                  <a:gd name="T42" fmla="*/ 0 w 1122"/>
                  <a:gd name="T43" fmla="*/ 0 h 2984"/>
                  <a:gd name="T44" fmla="*/ 0 w 1122"/>
                  <a:gd name="T45" fmla="*/ 0 h 2984"/>
                  <a:gd name="T46" fmla="*/ 0 w 1122"/>
                  <a:gd name="T47" fmla="*/ 0 h 2984"/>
                  <a:gd name="T48" fmla="*/ 0 w 1122"/>
                  <a:gd name="T49" fmla="*/ 0 h 2984"/>
                  <a:gd name="T50" fmla="*/ 0 w 1122"/>
                  <a:gd name="T51" fmla="*/ 0 h 2984"/>
                  <a:gd name="T52" fmla="*/ 0 w 1122"/>
                  <a:gd name="T53" fmla="*/ 0 h 2984"/>
                  <a:gd name="T54" fmla="*/ 0 w 1122"/>
                  <a:gd name="T55" fmla="*/ 0 h 29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2"/>
                  <a:gd name="T85" fmla="*/ 0 h 2984"/>
                  <a:gd name="T86" fmla="*/ 1122 w 1122"/>
                  <a:gd name="T87" fmla="*/ 2984 h 298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2" h="2984">
                    <a:moveTo>
                      <a:pt x="343" y="0"/>
                    </a:moveTo>
                    <a:lnTo>
                      <a:pt x="584" y="178"/>
                    </a:lnTo>
                    <a:lnTo>
                      <a:pt x="356" y="1366"/>
                    </a:lnTo>
                    <a:lnTo>
                      <a:pt x="183" y="1828"/>
                    </a:lnTo>
                    <a:lnTo>
                      <a:pt x="183" y="2135"/>
                    </a:lnTo>
                    <a:lnTo>
                      <a:pt x="0" y="2656"/>
                    </a:lnTo>
                    <a:lnTo>
                      <a:pt x="92" y="2575"/>
                    </a:lnTo>
                    <a:lnTo>
                      <a:pt x="309" y="2984"/>
                    </a:lnTo>
                    <a:lnTo>
                      <a:pt x="1122" y="2612"/>
                    </a:lnTo>
                    <a:lnTo>
                      <a:pt x="1018" y="2612"/>
                    </a:lnTo>
                    <a:lnTo>
                      <a:pt x="766" y="2703"/>
                    </a:lnTo>
                    <a:lnTo>
                      <a:pt x="629" y="2703"/>
                    </a:lnTo>
                    <a:lnTo>
                      <a:pt x="538" y="2612"/>
                    </a:lnTo>
                    <a:lnTo>
                      <a:pt x="560" y="2497"/>
                    </a:lnTo>
                    <a:lnTo>
                      <a:pt x="183" y="2362"/>
                    </a:lnTo>
                    <a:lnTo>
                      <a:pt x="241" y="2135"/>
                    </a:lnTo>
                    <a:lnTo>
                      <a:pt x="550" y="2385"/>
                    </a:lnTo>
                    <a:lnTo>
                      <a:pt x="867" y="2385"/>
                    </a:lnTo>
                    <a:lnTo>
                      <a:pt x="709" y="2339"/>
                    </a:lnTo>
                    <a:lnTo>
                      <a:pt x="319" y="1841"/>
                    </a:lnTo>
                    <a:lnTo>
                      <a:pt x="319" y="1593"/>
                    </a:lnTo>
                    <a:lnTo>
                      <a:pt x="629" y="1106"/>
                    </a:lnTo>
                    <a:lnTo>
                      <a:pt x="753" y="689"/>
                    </a:lnTo>
                    <a:lnTo>
                      <a:pt x="698" y="382"/>
                    </a:lnTo>
                    <a:lnTo>
                      <a:pt x="722" y="653"/>
                    </a:lnTo>
                    <a:lnTo>
                      <a:pt x="480" y="1030"/>
                    </a:lnTo>
                    <a:lnTo>
                      <a:pt x="616" y="169"/>
                    </a:lnTo>
                    <a:lnTo>
                      <a:pt x="343" y="0"/>
                    </a:lnTo>
                    <a:close/>
                  </a:path>
                </a:pathLst>
              </a:custGeom>
              <a:solidFill>
                <a:srgbClr val="000000"/>
              </a:solidFill>
              <a:ln w="9525">
                <a:noFill/>
                <a:round/>
                <a:headEnd/>
                <a:tailEnd/>
              </a:ln>
            </p:spPr>
            <p:txBody>
              <a:bodyPr/>
              <a:lstStyle/>
              <a:p>
                <a:pPr algn="ctr"/>
                <a:endParaRPr lang="pt-BR" sz="2400"/>
              </a:p>
            </p:txBody>
          </p:sp>
          <p:sp>
            <p:nvSpPr>
              <p:cNvPr id="517" name="Freeform 375"/>
              <p:cNvSpPr>
                <a:spLocks/>
              </p:cNvSpPr>
              <p:nvPr/>
            </p:nvSpPr>
            <p:spPr bwMode="auto">
              <a:xfrm>
                <a:off x="864" y="1142"/>
                <a:ext cx="75" cy="92"/>
              </a:xfrm>
              <a:custGeom>
                <a:avLst/>
                <a:gdLst>
                  <a:gd name="T0" fmla="*/ 0 w 751"/>
                  <a:gd name="T1" fmla="*/ 0 h 915"/>
                  <a:gd name="T2" fmla="*/ 0 w 751"/>
                  <a:gd name="T3" fmla="*/ 0 h 915"/>
                  <a:gd name="T4" fmla="*/ 0 w 751"/>
                  <a:gd name="T5" fmla="*/ 0 h 915"/>
                  <a:gd name="T6" fmla="*/ 0 w 751"/>
                  <a:gd name="T7" fmla="*/ 0 h 915"/>
                  <a:gd name="T8" fmla="*/ 0 w 751"/>
                  <a:gd name="T9" fmla="*/ 0 h 915"/>
                  <a:gd name="T10" fmla="*/ 0 w 751"/>
                  <a:gd name="T11" fmla="*/ 0 h 915"/>
                  <a:gd name="T12" fmla="*/ 0 w 751"/>
                  <a:gd name="T13" fmla="*/ 0 h 915"/>
                  <a:gd name="T14" fmla="*/ 0 w 751"/>
                  <a:gd name="T15" fmla="*/ 0 h 915"/>
                  <a:gd name="T16" fmla="*/ 0 w 751"/>
                  <a:gd name="T17" fmla="*/ 0 h 915"/>
                  <a:gd name="T18" fmla="*/ 0 w 751"/>
                  <a:gd name="T19" fmla="*/ 0 h 915"/>
                  <a:gd name="T20" fmla="*/ 0 w 751"/>
                  <a:gd name="T21" fmla="*/ 0 h 9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1"/>
                  <a:gd name="T34" fmla="*/ 0 h 915"/>
                  <a:gd name="T35" fmla="*/ 751 w 751"/>
                  <a:gd name="T36" fmla="*/ 915 h 9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1" h="915">
                    <a:moveTo>
                      <a:pt x="309" y="0"/>
                    </a:moveTo>
                    <a:lnTo>
                      <a:pt x="442" y="260"/>
                    </a:lnTo>
                    <a:lnTo>
                      <a:pt x="442" y="453"/>
                    </a:lnTo>
                    <a:lnTo>
                      <a:pt x="538" y="735"/>
                    </a:lnTo>
                    <a:lnTo>
                      <a:pt x="751" y="915"/>
                    </a:lnTo>
                    <a:lnTo>
                      <a:pt x="432" y="735"/>
                    </a:lnTo>
                    <a:lnTo>
                      <a:pt x="0" y="849"/>
                    </a:lnTo>
                    <a:lnTo>
                      <a:pt x="296" y="575"/>
                    </a:lnTo>
                    <a:lnTo>
                      <a:pt x="411" y="564"/>
                    </a:lnTo>
                    <a:lnTo>
                      <a:pt x="411" y="271"/>
                    </a:lnTo>
                    <a:lnTo>
                      <a:pt x="309" y="0"/>
                    </a:lnTo>
                    <a:close/>
                  </a:path>
                </a:pathLst>
              </a:custGeom>
              <a:solidFill>
                <a:srgbClr val="000000"/>
              </a:solidFill>
              <a:ln w="9525">
                <a:noFill/>
                <a:round/>
                <a:headEnd/>
                <a:tailEnd/>
              </a:ln>
            </p:spPr>
            <p:txBody>
              <a:bodyPr/>
              <a:lstStyle/>
              <a:p>
                <a:pPr algn="ctr"/>
                <a:endParaRPr lang="pt-BR" sz="2400"/>
              </a:p>
            </p:txBody>
          </p:sp>
          <p:sp>
            <p:nvSpPr>
              <p:cNvPr id="518" name="Freeform 376"/>
              <p:cNvSpPr>
                <a:spLocks/>
              </p:cNvSpPr>
              <p:nvPr/>
            </p:nvSpPr>
            <p:spPr bwMode="auto">
              <a:xfrm>
                <a:off x="885" y="1245"/>
                <a:ext cx="90" cy="115"/>
              </a:xfrm>
              <a:custGeom>
                <a:avLst/>
                <a:gdLst>
                  <a:gd name="T0" fmla="*/ 0 w 902"/>
                  <a:gd name="T1" fmla="*/ 0 h 1143"/>
                  <a:gd name="T2" fmla="*/ 0 w 902"/>
                  <a:gd name="T3" fmla="*/ 0 h 1143"/>
                  <a:gd name="T4" fmla="*/ 0 w 902"/>
                  <a:gd name="T5" fmla="*/ 0 h 1143"/>
                  <a:gd name="T6" fmla="*/ 0 w 902"/>
                  <a:gd name="T7" fmla="*/ 0 h 1143"/>
                  <a:gd name="T8" fmla="*/ 0 w 902"/>
                  <a:gd name="T9" fmla="*/ 0 h 1143"/>
                  <a:gd name="T10" fmla="*/ 0 w 902"/>
                  <a:gd name="T11" fmla="*/ 0 h 1143"/>
                  <a:gd name="T12" fmla="*/ 0 w 902"/>
                  <a:gd name="T13" fmla="*/ 0 h 1143"/>
                  <a:gd name="T14" fmla="*/ 0 w 902"/>
                  <a:gd name="T15" fmla="*/ 0 h 1143"/>
                  <a:gd name="T16" fmla="*/ 0 w 902"/>
                  <a:gd name="T17" fmla="*/ 0 h 1143"/>
                  <a:gd name="T18" fmla="*/ 0 w 902"/>
                  <a:gd name="T19" fmla="*/ 0 h 1143"/>
                  <a:gd name="T20" fmla="*/ 0 w 902"/>
                  <a:gd name="T21" fmla="*/ 0 h 1143"/>
                  <a:gd name="T22" fmla="*/ 0 w 902"/>
                  <a:gd name="T23" fmla="*/ 0 h 1143"/>
                  <a:gd name="T24" fmla="*/ 0 w 902"/>
                  <a:gd name="T25" fmla="*/ 0 h 1143"/>
                  <a:gd name="T26" fmla="*/ 0 w 902"/>
                  <a:gd name="T27" fmla="*/ 0 h 1143"/>
                  <a:gd name="T28" fmla="*/ 0 w 902"/>
                  <a:gd name="T29" fmla="*/ 0 h 1143"/>
                  <a:gd name="T30" fmla="*/ 0 w 902"/>
                  <a:gd name="T31" fmla="*/ 0 h 1143"/>
                  <a:gd name="T32" fmla="*/ 0 w 902"/>
                  <a:gd name="T33" fmla="*/ 0 h 1143"/>
                  <a:gd name="T34" fmla="*/ 0 w 902"/>
                  <a:gd name="T35" fmla="*/ 0 h 1143"/>
                  <a:gd name="T36" fmla="*/ 0 w 902"/>
                  <a:gd name="T37" fmla="*/ 0 h 11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02"/>
                  <a:gd name="T58" fmla="*/ 0 h 1143"/>
                  <a:gd name="T59" fmla="*/ 902 w 902"/>
                  <a:gd name="T60" fmla="*/ 1143 h 11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02" h="1143">
                    <a:moveTo>
                      <a:pt x="562" y="0"/>
                    </a:moveTo>
                    <a:lnTo>
                      <a:pt x="606" y="352"/>
                    </a:lnTo>
                    <a:lnTo>
                      <a:pt x="377" y="599"/>
                    </a:lnTo>
                    <a:lnTo>
                      <a:pt x="24" y="599"/>
                    </a:lnTo>
                    <a:lnTo>
                      <a:pt x="0" y="644"/>
                    </a:lnTo>
                    <a:lnTo>
                      <a:pt x="37" y="701"/>
                    </a:lnTo>
                    <a:lnTo>
                      <a:pt x="674" y="565"/>
                    </a:lnTo>
                    <a:lnTo>
                      <a:pt x="448" y="578"/>
                    </a:lnTo>
                    <a:lnTo>
                      <a:pt x="629" y="441"/>
                    </a:lnTo>
                    <a:lnTo>
                      <a:pt x="777" y="453"/>
                    </a:lnTo>
                    <a:lnTo>
                      <a:pt x="858" y="588"/>
                    </a:lnTo>
                    <a:lnTo>
                      <a:pt x="479" y="815"/>
                    </a:lnTo>
                    <a:lnTo>
                      <a:pt x="390" y="995"/>
                    </a:lnTo>
                    <a:lnTo>
                      <a:pt x="502" y="1143"/>
                    </a:lnTo>
                    <a:lnTo>
                      <a:pt x="708" y="745"/>
                    </a:lnTo>
                    <a:lnTo>
                      <a:pt x="902" y="621"/>
                    </a:lnTo>
                    <a:lnTo>
                      <a:pt x="871" y="432"/>
                    </a:lnTo>
                    <a:lnTo>
                      <a:pt x="661" y="375"/>
                    </a:lnTo>
                    <a:lnTo>
                      <a:pt x="562" y="0"/>
                    </a:lnTo>
                    <a:close/>
                  </a:path>
                </a:pathLst>
              </a:custGeom>
              <a:solidFill>
                <a:srgbClr val="000000"/>
              </a:solidFill>
              <a:ln w="9525">
                <a:noFill/>
                <a:round/>
                <a:headEnd/>
                <a:tailEnd/>
              </a:ln>
            </p:spPr>
            <p:txBody>
              <a:bodyPr/>
              <a:lstStyle/>
              <a:p>
                <a:pPr algn="ctr"/>
                <a:endParaRPr lang="pt-BR" sz="2400"/>
              </a:p>
            </p:txBody>
          </p:sp>
          <p:sp>
            <p:nvSpPr>
              <p:cNvPr id="519" name="Freeform 377"/>
              <p:cNvSpPr>
                <a:spLocks/>
              </p:cNvSpPr>
              <p:nvPr/>
            </p:nvSpPr>
            <p:spPr bwMode="auto">
              <a:xfrm>
                <a:off x="876" y="1304"/>
                <a:ext cx="423" cy="96"/>
              </a:xfrm>
              <a:custGeom>
                <a:avLst/>
                <a:gdLst>
                  <a:gd name="T0" fmla="*/ 0 w 4238"/>
                  <a:gd name="T1" fmla="*/ 0 h 962"/>
                  <a:gd name="T2" fmla="*/ 0 w 4238"/>
                  <a:gd name="T3" fmla="*/ 0 h 962"/>
                  <a:gd name="T4" fmla="*/ 0 w 4238"/>
                  <a:gd name="T5" fmla="*/ 0 h 962"/>
                  <a:gd name="T6" fmla="*/ 0 w 4238"/>
                  <a:gd name="T7" fmla="*/ 0 h 962"/>
                  <a:gd name="T8" fmla="*/ 0 w 4238"/>
                  <a:gd name="T9" fmla="*/ 0 h 962"/>
                  <a:gd name="T10" fmla="*/ 0 w 4238"/>
                  <a:gd name="T11" fmla="*/ 0 h 962"/>
                  <a:gd name="T12" fmla="*/ 0 w 4238"/>
                  <a:gd name="T13" fmla="*/ 0 h 962"/>
                  <a:gd name="T14" fmla="*/ 0 w 4238"/>
                  <a:gd name="T15" fmla="*/ 0 h 962"/>
                  <a:gd name="T16" fmla="*/ 0 w 4238"/>
                  <a:gd name="T17" fmla="*/ 0 h 962"/>
                  <a:gd name="T18" fmla="*/ 0 w 4238"/>
                  <a:gd name="T19" fmla="*/ 0 h 962"/>
                  <a:gd name="T20" fmla="*/ 0 w 4238"/>
                  <a:gd name="T21" fmla="*/ 0 h 962"/>
                  <a:gd name="T22" fmla="*/ 0 w 4238"/>
                  <a:gd name="T23" fmla="*/ 0 h 962"/>
                  <a:gd name="T24" fmla="*/ 0 w 4238"/>
                  <a:gd name="T25" fmla="*/ 0 h 962"/>
                  <a:gd name="T26" fmla="*/ 0 w 4238"/>
                  <a:gd name="T27" fmla="*/ 0 h 962"/>
                  <a:gd name="T28" fmla="*/ 0 w 4238"/>
                  <a:gd name="T29" fmla="*/ 0 h 962"/>
                  <a:gd name="T30" fmla="*/ 0 w 4238"/>
                  <a:gd name="T31" fmla="*/ 0 h 962"/>
                  <a:gd name="T32" fmla="*/ 0 w 4238"/>
                  <a:gd name="T33" fmla="*/ 0 h 962"/>
                  <a:gd name="T34" fmla="*/ 0 w 4238"/>
                  <a:gd name="T35" fmla="*/ 0 h 962"/>
                  <a:gd name="T36" fmla="*/ 0 w 4238"/>
                  <a:gd name="T37" fmla="*/ 0 h 962"/>
                  <a:gd name="T38" fmla="*/ 0 w 4238"/>
                  <a:gd name="T39" fmla="*/ 0 h 962"/>
                  <a:gd name="T40" fmla="*/ 0 w 4238"/>
                  <a:gd name="T41" fmla="*/ 0 h 962"/>
                  <a:gd name="T42" fmla="*/ 0 w 4238"/>
                  <a:gd name="T43" fmla="*/ 0 h 962"/>
                  <a:gd name="T44" fmla="*/ 0 w 4238"/>
                  <a:gd name="T45" fmla="*/ 0 h 962"/>
                  <a:gd name="T46" fmla="*/ 0 w 4238"/>
                  <a:gd name="T47" fmla="*/ 0 h 962"/>
                  <a:gd name="T48" fmla="*/ 0 w 4238"/>
                  <a:gd name="T49" fmla="*/ 0 h 962"/>
                  <a:gd name="T50" fmla="*/ 0 w 4238"/>
                  <a:gd name="T51" fmla="*/ 0 h 962"/>
                  <a:gd name="T52" fmla="*/ 0 w 4238"/>
                  <a:gd name="T53" fmla="*/ 0 h 962"/>
                  <a:gd name="T54" fmla="*/ 0 w 4238"/>
                  <a:gd name="T55" fmla="*/ 0 h 962"/>
                  <a:gd name="T56" fmla="*/ 0 w 4238"/>
                  <a:gd name="T57" fmla="*/ 0 h 962"/>
                  <a:gd name="T58" fmla="*/ 0 w 4238"/>
                  <a:gd name="T59" fmla="*/ 0 h 962"/>
                  <a:gd name="T60" fmla="*/ 0 w 4238"/>
                  <a:gd name="T61" fmla="*/ 0 h 962"/>
                  <a:gd name="T62" fmla="*/ 0 w 4238"/>
                  <a:gd name="T63" fmla="*/ 0 h 962"/>
                  <a:gd name="T64" fmla="*/ 0 w 4238"/>
                  <a:gd name="T65" fmla="*/ 0 h 962"/>
                  <a:gd name="T66" fmla="*/ 0 w 4238"/>
                  <a:gd name="T67" fmla="*/ 0 h 962"/>
                  <a:gd name="T68" fmla="*/ 0 w 4238"/>
                  <a:gd name="T69" fmla="*/ 0 h 962"/>
                  <a:gd name="T70" fmla="*/ 0 w 4238"/>
                  <a:gd name="T71" fmla="*/ 0 h 962"/>
                  <a:gd name="T72" fmla="*/ 0 w 4238"/>
                  <a:gd name="T73" fmla="*/ 0 h 962"/>
                  <a:gd name="T74" fmla="*/ 0 w 4238"/>
                  <a:gd name="T75" fmla="*/ 0 h 962"/>
                  <a:gd name="T76" fmla="*/ 0 w 4238"/>
                  <a:gd name="T77" fmla="*/ 0 h 962"/>
                  <a:gd name="T78" fmla="*/ 0 w 4238"/>
                  <a:gd name="T79" fmla="*/ 0 h 962"/>
                  <a:gd name="T80" fmla="*/ 0 w 4238"/>
                  <a:gd name="T81" fmla="*/ 0 h 962"/>
                  <a:gd name="T82" fmla="*/ 0 w 4238"/>
                  <a:gd name="T83" fmla="*/ 0 h 962"/>
                  <a:gd name="T84" fmla="*/ 0 w 4238"/>
                  <a:gd name="T85" fmla="*/ 0 h 962"/>
                  <a:gd name="T86" fmla="*/ 0 w 4238"/>
                  <a:gd name="T87" fmla="*/ 0 h 962"/>
                  <a:gd name="T88" fmla="*/ 0 w 4238"/>
                  <a:gd name="T89" fmla="*/ 0 h 962"/>
                  <a:gd name="T90" fmla="*/ 0 w 4238"/>
                  <a:gd name="T91" fmla="*/ 0 h 962"/>
                  <a:gd name="T92" fmla="*/ 0 w 4238"/>
                  <a:gd name="T93" fmla="*/ 0 h 962"/>
                  <a:gd name="T94" fmla="*/ 0 w 4238"/>
                  <a:gd name="T95" fmla="*/ 0 h 962"/>
                  <a:gd name="T96" fmla="*/ 0 w 4238"/>
                  <a:gd name="T97" fmla="*/ 0 h 962"/>
                  <a:gd name="T98" fmla="*/ 0 w 4238"/>
                  <a:gd name="T99" fmla="*/ 0 h 962"/>
                  <a:gd name="T100" fmla="*/ 0 w 4238"/>
                  <a:gd name="T101" fmla="*/ 0 h 962"/>
                  <a:gd name="T102" fmla="*/ 0 w 4238"/>
                  <a:gd name="T103" fmla="*/ 0 h 962"/>
                  <a:gd name="T104" fmla="*/ 0 w 4238"/>
                  <a:gd name="T105" fmla="*/ 0 h 962"/>
                  <a:gd name="T106" fmla="*/ 0 w 4238"/>
                  <a:gd name="T107" fmla="*/ 0 h 962"/>
                  <a:gd name="T108" fmla="*/ 0 w 4238"/>
                  <a:gd name="T109" fmla="*/ 0 h 962"/>
                  <a:gd name="T110" fmla="*/ 0 w 4238"/>
                  <a:gd name="T111" fmla="*/ 0 h 962"/>
                  <a:gd name="T112" fmla="*/ 0 w 4238"/>
                  <a:gd name="T113" fmla="*/ 0 h 962"/>
                  <a:gd name="T114" fmla="*/ 0 w 4238"/>
                  <a:gd name="T115" fmla="*/ 0 h 962"/>
                  <a:gd name="T116" fmla="*/ 0 w 4238"/>
                  <a:gd name="T117" fmla="*/ 0 h 962"/>
                  <a:gd name="T118" fmla="*/ 0 w 4238"/>
                  <a:gd name="T119" fmla="*/ 0 h 962"/>
                  <a:gd name="T120" fmla="*/ 0 w 4238"/>
                  <a:gd name="T121" fmla="*/ 0 h 962"/>
                  <a:gd name="T122" fmla="*/ 0 w 4238"/>
                  <a:gd name="T123" fmla="*/ 0 h 96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4238"/>
                  <a:gd name="T187" fmla="*/ 0 h 962"/>
                  <a:gd name="T188" fmla="*/ 4238 w 4238"/>
                  <a:gd name="T189" fmla="*/ 962 h 96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4238" h="962">
                    <a:moveTo>
                      <a:pt x="0" y="542"/>
                    </a:moveTo>
                    <a:lnTo>
                      <a:pt x="401" y="316"/>
                    </a:lnTo>
                    <a:lnTo>
                      <a:pt x="308" y="532"/>
                    </a:lnTo>
                    <a:lnTo>
                      <a:pt x="308" y="680"/>
                    </a:lnTo>
                    <a:lnTo>
                      <a:pt x="606" y="757"/>
                    </a:lnTo>
                    <a:lnTo>
                      <a:pt x="799" y="284"/>
                    </a:lnTo>
                    <a:lnTo>
                      <a:pt x="879" y="248"/>
                    </a:lnTo>
                    <a:lnTo>
                      <a:pt x="915" y="147"/>
                    </a:lnTo>
                    <a:lnTo>
                      <a:pt x="915" y="579"/>
                    </a:lnTo>
                    <a:lnTo>
                      <a:pt x="1017" y="712"/>
                    </a:lnTo>
                    <a:lnTo>
                      <a:pt x="1121" y="712"/>
                    </a:lnTo>
                    <a:lnTo>
                      <a:pt x="1074" y="488"/>
                    </a:lnTo>
                    <a:lnTo>
                      <a:pt x="1246" y="193"/>
                    </a:lnTo>
                    <a:lnTo>
                      <a:pt x="1347" y="147"/>
                    </a:lnTo>
                    <a:lnTo>
                      <a:pt x="1290" y="488"/>
                    </a:lnTo>
                    <a:lnTo>
                      <a:pt x="1474" y="702"/>
                    </a:lnTo>
                    <a:lnTo>
                      <a:pt x="1508" y="418"/>
                    </a:lnTo>
                    <a:lnTo>
                      <a:pt x="1568" y="295"/>
                    </a:lnTo>
                    <a:lnTo>
                      <a:pt x="1679" y="204"/>
                    </a:lnTo>
                    <a:lnTo>
                      <a:pt x="1599" y="327"/>
                    </a:lnTo>
                    <a:lnTo>
                      <a:pt x="1599" y="441"/>
                    </a:lnTo>
                    <a:lnTo>
                      <a:pt x="2101" y="464"/>
                    </a:lnTo>
                    <a:lnTo>
                      <a:pt x="2181" y="316"/>
                    </a:lnTo>
                    <a:lnTo>
                      <a:pt x="2274" y="193"/>
                    </a:lnTo>
                    <a:lnTo>
                      <a:pt x="3107" y="0"/>
                    </a:lnTo>
                    <a:lnTo>
                      <a:pt x="3758" y="126"/>
                    </a:lnTo>
                    <a:lnTo>
                      <a:pt x="3838" y="204"/>
                    </a:lnTo>
                    <a:lnTo>
                      <a:pt x="4238" y="453"/>
                    </a:lnTo>
                    <a:lnTo>
                      <a:pt x="4178" y="498"/>
                    </a:lnTo>
                    <a:lnTo>
                      <a:pt x="3962" y="453"/>
                    </a:lnTo>
                    <a:lnTo>
                      <a:pt x="4045" y="633"/>
                    </a:lnTo>
                    <a:lnTo>
                      <a:pt x="3975" y="633"/>
                    </a:lnTo>
                    <a:lnTo>
                      <a:pt x="3827" y="579"/>
                    </a:lnTo>
                    <a:lnTo>
                      <a:pt x="3975" y="611"/>
                    </a:lnTo>
                    <a:lnTo>
                      <a:pt x="3985" y="566"/>
                    </a:lnTo>
                    <a:lnTo>
                      <a:pt x="3769" y="170"/>
                    </a:lnTo>
                    <a:lnTo>
                      <a:pt x="3118" y="33"/>
                    </a:lnTo>
                    <a:lnTo>
                      <a:pt x="2672" y="157"/>
                    </a:lnTo>
                    <a:lnTo>
                      <a:pt x="2605" y="261"/>
                    </a:lnTo>
                    <a:lnTo>
                      <a:pt x="2571" y="295"/>
                    </a:lnTo>
                    <a:lnTo>
                      <a:pt x="2285" y="384"/>
                    </a:lnTo>
                    <a:lnTo>
                      <a:pt x="2545" y="542"/>
                    </a:lnTo>
                    <a:lnTo>
                      <a:pt x="2605" y="642"/>
                    </a:lnTo>
                    <a:lnTo>
                      <a:pt x="2605" y="702"/>
                    </a:lnTo>
                    <a:lnTo>
                      <a:pt x="2558" y="712"/>
                    </a:lnTo>
                    <a:lnTo>
                      <a:pt x="2192" y="621"/>
                    </a:lnTo>
                    <a:lnTo>
                      <a:pt x="2137" y="598"/>
                    </a:lnTo>
                    <a:lnTo>
                      <a:pt x="2148" y="691"/>
                    </a:lnTo>
                    <a:lnTo>
                      <a:pt x="2205" y="803"/>
                    </a:lnTo>
                    <a:lnTo>
                      <a:pt x="2274" y="826"/>
                    </a:lnTo>
                    <a:lnTo>
                      <a:pt x="2343" y="826"/>
                    </a:lnTo>
                    <a:lnTo>
                      <a:pt x="2446" y="769"/>
                    </a:lnTo>
                    <a:lnTo>
                      <a:pt x="2343" y="860"/>
                    </a:lnTo>
                    <a:lnTo>
                      <a:pt x="2236" y="871"/>
                    </a:lnTo>
                    <a:lnTo>
                      <a:pt x="1952" y="837"/>
                    </a:lnTo>
                    <a:lnTo>
                      <a:pt x="1654" y="826"/>
                    </a:lnTo>
                    <a:lnTo>
                      <a:pt x="1530" y="860"/>
                    </a:lnTo>
                    <a:lnTo>
                      <a:pt x="1290" y="915"/>
                    </a:lnTo>
                    <a:lnTo>
                      <a:pt x="570" y="962"/>
                    </a:lnTo>
                    <a:lnTo>
                      <a:pt x="401" y="892"/>
                    </a:lnTo>
                    <a:lnTo>
                      <a:pt x="273" y="892"/>
                    </a:lnTo>
                    <a:lnTo>
                      <a:pt x="0" y="542"/>
                    </a:lnTo>
                    <a:close/>
                  </a:path>
                </a:pathLst>
              </a:custGeom>
              <a:solidFill>
                <a:srgbClr val="000000"/>
              </a:solidFill>
              <a:ln w="9525">
                <a:noFill/>
                <a:round/>
                <a:headEnd/>
                <a:tailEnd/>
              </a:ln>
            </p:spPr>
            <p:txBody>
              <a:bodyPr/>
              <a:lstStyle/>
              <a:p>
                <a:pPr algn="ctr"/>
                <a:endParaRPr lang="pt-BR" sz="2400"/>
              </a:p>
            </p:txBody>
          </p:sp>
          <p:sp>
            <p:nvSpPr>
              <p:cNvPr id="520" name="Freeform 378"/>
              <p:cNvSpPr>
                <a:spLocks/>
              </p:cNvSpPr>
              <p:nvPr/>
            </p:nvSpPr>
            <p:spPr bwMode="auto">
              <a:xfrm>
                <a:off x="974" y="1307"/>
                <a:ext cx="47" cy="34"/>
              </a:xfrm>
              <a:custGeom>
                <a:avLst/>
                <a:gdLst>
                  <a:gd name="T0" fmla="*/ 0 w 470"/>
                  <a:gd name="T1" fmla="*/ 0 h 338"/>
                  <a:gd name="T2" fmla="*/ 0 w 470"/>
                  <a:gd name="T3" fmla="*/ 0 h 338"/>
                  <a:gd name="T4" fmla="*/ 0 w 470"/>
                  <a:gd name="T5" fmla="*/ 0 h 338"/>
                  <a:gd name="T6" fmla="*/ 0 w 470"/>
                  <a:gd name="T7" fmla="*/ 0 h 338"/>
                  <a:gd name="T8" fmla="*/ 0 w 470"/>
                  <a:gd name="T9" fmla="*/ 0 h 338"/>
                  <a:gd name="T10" fmla="*/ 0 w 470"/>
                  <a:gd name="T11" fmla="*/ 0 h 338"/>
                  <a:gd name="T12" fmla="*/ 0 w 470"/>
                  <a:gd name="T13" fmla="*/ 0 h 338"/>
                  <a:gd name="T14" fmla="*/ 0 w 470"/>
                  <a:gd name="T15" fmla="*/ 0 h 338"/>
                  <a:gd name="T16" fmla="*/ 0 60000 65536"/>
                  <a:gd name="T17" fmla="*/ 0 60000 65536"/>
                  <a:gd name="T18" fmla="*/ 0 60000 65536"/>
                  <a:gd name="T19" fmla="*/ 0 60000 65536"/>
                  <a:gd name="T20" fmla="*/ 0 60000 65536"/>
                  <a:gd name="T21" fmla="*/ 0 60000 65536"/>
                  <a:gd name="T22" fmla="*/ 0 60000 65536"/>
                  <a:gd name="T23" fmla="*/ 0 60000 65536"/>
                  <a:gd name="T24" fmla="*/ 0 w 470"/>
                  <a:gd name="T25" fmla="*/ 0 h 338"/>
                  <a:gd name="T26" fmla="*/ 470 w 470"/>
                  <a:gd name="T27" fmla="*/ 338 h 3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0" h="338">
                    <a:moveTo>
                      <a:pt x="67" y="0"/>
                    </a:moveTo>
                    <a:lnTo>
                      <a:pt x="67" y="137"/>
                    </a:lnTo>
                    <a:lnTo>
                      <a:pt x="0" y="338"/>
                    </a:lnTo>
                    <a:lnTo>
                      <a:pt x="250" y="80"/>
                    </a:lnTo>
                    <a:lnTo>
                      <a:pt x="470" y="36"/>
                    </a:lnTo>
                    <a:lnTo>
                      <a:pt x="276" y="0"/>
                    </a:lnTo>
                    <a:lnTo>
                      <a:pt x="182" y="56"/>
                    </a:lnTo>
                    <a:lnTo>
                      <a:pt x="67" y="0"/>
                    </a:lnTo>
                    <a:close/>
                  </a:path>
                </a:pathLst>
              </a:custGeom>
              <a:solidFill>
                <a:srgbClr val="000000"/>
              </a:solidFill>
              <a:ln w="9525">
                <a:noFill/>
                <a:round/>
                <a:headEnd/>
                <a:tailEnd/>
              </a:ln>
            </p:spPr>
            <p:txBody>
              <a:bodyPr/>
              <a:lstStyle/>
              <a:p>
                <a:pPr algn="ctr"/>
                <a:endParaRPr lang="pt-BR" sz="2400"/>
              </a:p>
            </p:txBody>
          </p:sp>
          <p:sp>
            <p:nvSpPr>
              <p:cNvPr id="521" name="Freeform 379"/>
              <p:cNvSpPr>
                <a:spLocks/>
              </p:cNvSpPr>
              <p:nvPr/>
            </p:nvSpPr>
            <p:spPr bwMode="auto">
              <a:xfrm>
                <a:off x="1029" y="1310"/>
                <a:ext cx="63" cy="11"/>
              </a:xfrm>
              <a:custGeom>
                <a:avLst/>
                <a:gdLst>
                  <a:gd name="T0" fmla="*/ 0 w 638"/>
                  <a:gd name="T1" fmla="*/ 0 h 114"/>
                  <a:gd name="T2" fmla="*/ 0 w 638"/>
                  <a:gd name="T3" fmla="*/ 0 h 114"/>
                  <a:gd name="T4" fmla="*/ 0 w 638"/>
                  <a:gd name="T5" fmla="*/ 0 h 114"/>
                  <a:gd name="T6" fmla="*/ 0 w 638"/>
                  <a:gd name="T7" fmla="*/ 0 h 114"/>
                  <a:gd name="T8" fmla="*/ 0 w 638"/>
                  <a:gd name="T9" fmla="*/ 0 h 114"/>
                  <a:gd name="T10" fmla="*/ 0 w 638"/>
                  <a:gd name="T11" fmla="*/ 0 h 114"/>
                  <a:gd name="T12" fmla="*/ 0 60000 65536"/>
                  <a:gd name="T13" fmla="*/ 0 60000 65536"/>
                  <a:gd name="T14" fmla="*/ 0 60000 65536"/>
                  <a:gd name="T15" fmla="*/ 0 60000 65536"/>
                  <a:gd name="T16" fmla="*/ 0 60000 65536"/>
                  <a:gd name="T17" fmla="*/ 0 60000 65536"/>
                  <a:gd name="T18" fmla="*/ 0 w 638"/>
                  <a:gd name="T19" fmla="*/ 0 h 114"/>
                  <a:gd name="T20" fmla="*/ 638 w 638"/>
                  <a:gd name="T21" fmla="*/ 114 h 114"/>
                </a:gdLst>
                <a:ahLst/>
                <a:cxnLst>
                  <a:cxn ang="T12">
                    <a:pos x="T0" y="T1"/>
                  </a:cxn>
                  <a:cxn ang="T13">
                    <a:pos x="T2" y="T3"/>
                  </a:cxn>
                  <a:cxn ang="T14">
                    <a:pos x="T4" y="T5"/>
                  </a:cxn>
                  <a:cxn ang="T15">
                    <a:pos x="T6" y="T7"/>
                  </a:cxn>
                  <a:cxn ang="T16">
                    <a:pos x="T8" y="T9"/>
                  </a:cxn>
                  <a:cxn ang="T17">
                    <a:pos x="T10" y="T11"/>
                  </a:cxn>
                </a:cxnLst>
                <a:rect l="T18" t="T19" r="T20" b="T21"/>
                <a:pathLst>
                  <a:path w="638" h="114">
                    <a:moveTo>
                      <a:pt x="0" y="0"/>
                    </a:moveTo>
                    <a:lnTo>
                      <a:pt x="207" y="114"/>
                    </a:lnTo>
                    <a:lnTo>
                      <a:pt x="400" y="46"/>
                    </a:lnTo>
                    <a:lnTo>
                      <a:pt x="638" y="70"/>
                    </a:lnTo>
                    <a:lnTo>
                      <a:pt x="378" y="0"/>
                    </a:lnTo>
                    <a:lnTo>
                      <a:pt x="0" y="0"/>
                    </a:lnTo>
                    <a:close/>
                  </a:path>
                </a:pathLst>
              </a:custGeom>
              <a:solidFill>
                <a:srgbClr val="000000"/>
              </a:solidFill>
              <a:ln w="9525">
                <a:noFill/>
                <a:round/>
                <a:headEnd/>
                <a:tailEnd/>
              </a:ln>
            </p:spPr>
            <p:txBody>
              <a:bodyPr/>
              <a:lstStyle/>
              <a:p>
                <a:pPr algn="ctr"/>
                <a:endParaRPr lang="pt-BR" sz="2400"/>
              </a:p>
            </p:txBody>
          </p:sp>
          <p:sp>
            <p:nvSpPr>
              <p:cNvPr id="522" name="Freeform 380"/>
              <p:cNvSpPr>
                <a:spLocks/>
              </p:cNvSpPr>
              <p:nvPr/>
            </p:nvSpPr>
            <p:spPr bwMode="auto">
              <a:xfrm>
                <a:off x="1163" y="1334"/>
                <a:ext cx="101" cy="61"/>
              </a:xfrm>
              <a:custGeom>
                <a:avLst/>
                <a:gdLst>
                  <a:gd name="T0" fmla="*/ 0 w 1014"/>
                  <a:gd name="T1" fmla="*/ 0 h 609"/>
                  <a:gd name="T2" fmla="*/ 0 w 1014"/>
                  <a:gd name="T3" fmla="*/ 0 h 609"/>
                  <a:gd name="T4" fmla="*/ 0 w 1014"/>
                  <a:gd name="T5" fmla="*/ 0 h 609"/>
                  <a:gd name="T6" fmla="*/ 0 w 1014"/>
                  <a:gd name="T7" fmla="*/ 0 h 609"/>
                  <a:gd name="T8" fmla="*/ 0 w 1014"/>
                  <a:gd name="T9" fmla="*/ 0 h 609"/>
                  <a:gd name="T10" fmla="*/ 0 w 1014"/>
                  <a:gd name="T11" fmla="*/ 0 h 609"/>
                  <a:gd name="T12" fmla="*/ 0 w 1014"/>
                  <a:gd name="T13" fmla="*/ 0 h 609"/>
                  <a:gd name="T14" fmla="*/ 0 w 1014"/>
                  <a:gd name="T15" fmla="*/ 0 h 609"/>
                  <a:gd name="T16" fmla="*/ 0 w 1014"/>
                  <a:gd name="T17" fmla="*/ 0 h 609"/>
                  <a:gd name="T18" fmla="*/ 0 w 1014"/>
                  <a:gd name="T19" fmla="*/ 0 h 609"/>
                  <a:gd name="T20" fmla="*/ 0 w 1014"/>
                  <a:gd name="T21" fmla="*/ 0 h 609"/>
                  <a:gd name="T22" fmla="*/ 0 w 1014"/>
                  <a:gd name="T23" fmla="*/ 0 h 609"/>
                  <a:gd name="T24" fmla="*/ 0 w 1014"/>
                  <a:gd name="T25" fmla="*/ 0 h 609"/>
                  <a:gd name="T26" fmla="*/ 0 w 1014"/>
                  <a:gd name="T27" fmla="*/ 0 h 609"/>
                  <a:gd name="T28" fmla="*/ 0 w 1014"/>
                  <a:gd name="T29" fmla="*/ 0 h 609"/>
                  <a:gd name="T30" fmla="*/ 0 w 1014"/>
                  <a:gd name="T31" fmla="*/ 0 h 609"/>
                  <a:gd name="T32" fmla="*/ 0 w 1014"/>
                  <a:gd name="T33" fmla="*/ 0 h 609"/>
                  <a:gd name="T34" fmla="*/ 0 w 1014"/>
                  <a:gd name="T35" fmla="*/ 0 h 609"/>
                  <a:gd name="T36" fmla="*/ 0 w 1014"/>
                  <a:gd name="T37" fmla="*/ 0 h 609"/>
                  <a:gd name="T38" fmla="*/ 0 w 1014"/>
                  <a:gd name="T39" fmla="*/ 0 h 609"/>
                  <a:gd name="T40" fmla="*/ 0 w 1014"/>
                  <a:gd name="T41" fmla="*/ 0 h 609"/>
                  <a:gd name="T42" fmla="*/ 0 w 1014"/>
                  <a:gd name="T43" fmla="*/ 0 h 609"/>
                  <a:gd name="T44" fmla="*/ 0 w 1014"/>
                  <a:gd name="T45" fmla="*/ 0 h 609"/>
                  <a:gd name="T46" fmla="*/ 0 w 1014"/>
                  <a:gd name="T47" fmla="*/ 0 h 609"/>
                  <a:gd name="T48" fmla="*/ 0 w 1014"/>
                  <a:gd name="T49" fmla="*/ 0 h 609"/>
                  <a:gd name="T50" fmla="*/ 0 w 1014"/>
                  <a:gd name="T51" fmla="*/ 0 h 609"/>
                  <a:gd name="T52" fmla="*/ 0 w 1014"/>
                  <a:gd name="T53" fmla="*/ 0 h 609"/>
                  <a:gd name="T54" fmla="*/ 0 w 1014"/>
                  <a:gd name="T55" fmla="*/ 0 h 60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14"/>
                  <a:gd name="T85" fmla="*/ 0 h 609"/>
                  <a:gd name="T86" fmla="*/ 1014 w 1014"/>
                  <a:gd name="T87" fmla="*/ 609 h 60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14" h="609">
                    <a:moveTo>
                      <a:pt x="1014" y="284"/>
                    </a:moveTo>
                    <a:lnTo>
                      <a:pt x="899" y="158"/>
                    </a:lnTo>
                    <a:lnTo>
                      <a:pt x="830" y="21"/>
                    </a:lnTo>
                    <a:lnTo>
                      <a:pt x="648" y="32"/>
                    </a:lnTo>
                    <a:lnTo>
                      <a:pt x="468" y="9"/>
                    </a:lnTo>
                    <a:lnTo>
                      <a:pt x="112" y="136"/>
                    </a:lnTo>
                    <a:lnTo>
                      <a:pt x="55" y="0"/>
                    </a:lnTo>
                    <a:lnTo>
                      <a:pt x="21" y="55"/>
                    </a:lnTo>
                    <a:lnTo>
                      <a:pt x="0" y="158"/>
                    </a:lnTo>
                    <a:lnTo>
                      <a:pt x="10" y="247"/>
                    </a:lnTo>
                    <a:lnTo>
                      <a:pt x="68" y="316"/>
                    </a:lnTo>
                    <a:lnTo>
                      <a:pt x="258" y="316"/>
                    </a:lnTo>
                    <a:lnTo>
                      <a:pt x="512" y="451"/>
                    </a:lnTo>
                    <a:lnTo>
                      <a:pt x="533" y="565"/>
                    </a:lnTo>
                    <a:lnTo>
                      <a:pt x="522" y="609"/>
                    </a:lnTo>
                    <a:lnTo>
                      <a:pt x="566" y="576"/>
                    </a:lnTo>
                    <a:lnTo>
                      <a:pt x="555" y="485"/>
                    </a:lnTo>
                    <a:lnTo>
                      <a:pt x="499" y="371"/>
                    </a:lnTo>
                    <a:lnTo>
                      <a:pt x="258" y="284"/>
                    </a:lnTo>
                    <a:lnTo>
                      <a:pt x="146" y="271"/>
                    </a:lnTo>
                    <a:lnTo>
                      <a:pt x="122" y="237"/>
                    </a:lnTo>
                    <a:lnTo>
                      <a:pt x="384" y="158"/>
                    </a:lnTo>
                    <a:lnTo>
                      <a:pt x="566" y="89"/>
                    </a:lnTo>
                    <a:lnTo>
                      <a:pt x="728" y="76"/>
                    </a:lnTo>
                    <a:lnTo>
                      <a:pt x="795" y="76"/>
                    </a:lnTo>
                    <a:lnTo>
                      <a:pt x="842" y="193"/>
                    </a:lnTo>
                    <a:lnTo>
                      <a:pt x="946" y="284"/>
                    </a:lnTo>
                    <a:lnTo>
                      <a:pt x="1014" y="284"/>
                    </a:lnTo>
                    <a:close/>
                  </a:path>
                </a:pathLst>
              </a:custGeom>
              <a:solidFill>
                <a:srgbClr val="000000"/>
              </a:solidFill>
              <a:ln w="9525">
                <a:noFill/>
                <a:round/>
                <a:headEnd/>
                <a:tailEnd/>
              </a:ln>
            </p:spPr>
            <p:txBody>
              <a:bodyPr/>
              <a:lstStyle/>
              <a:p>
                <a:pPr algn="ctr"/>
                <a:endParaRPr lang="pt-BR" sz="2400"/>
              </a:p>
            </p:txBody>
          </p:sp>
          <p:sp>
            <p:nvSpPr>
              <p:cNvPr id="523" name="Freeform 381"/>
              <p:cNvSpPr>
                <a:spLocks/>
              </p:cNvSpPr>
              <p:nvPr/>
            </p:nvSpPr>
            <p:spPr bwMode="auto">
              <a:xfrm>
                <a:off x="1144" y="1375"/>
                <a:ext cx="66" cy="20"/>
              </a:xfrm>
              <a:custGeom>
                <a:avLst/>
                <a:gdLst>
                  <a:gd name="T0" fmla="*/ 0 w 665"/>
                  <a:gd name="T1" fmla="*/ 0 h 192"/>
                  <a:gd name="T2" fmla="*/ 0 w 665"/>
                  <a:gd name="T3" fmla="*/ 0 h 192"/>
                  <a:gd name="T4" fmla="*/ 0 w 665"/>
                  <a:gd name="T5" fmla="*/ 0 h 192"/>
                  <a:gd name="T6" fmla="*/ 0 w 665"/>
                  <a:gd name="T7" fmla="*/ 0 h 192"/>
                  <a:gd name="T8" fmla="*/ 0 w 665"/>
                  <a:gd name="T9" fmla="*/ 0 h 192"/>
                  <a:gd name="T10" fmla="*/ 0 w 665"/>
                  <a:gd name="T11" fmla="*/ 0 h 192"/>
                  <a:gd name="T12" fmla="*/ 0 w 665"/>
                  <a:gd name="T13" fmla="*/ 0 h 192"/>
                  <a:gd name="T14" fmla="*/ 0 w 665"/>
                  <a:gd name="T15" fmla="*/ 0 h 192"/>
                  <a:gd name="T16" fmla="*/ 0 w 665"/>
                  <a:gd name="T17" fmla="*/ 0 h 192"/>
                  <a:gd name="T18" fmla="*/ 0 w 665"/>
                  <a:gd name="T19" fmla="*/ 0 h 1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65"/>
                  <a:gd name="T31" fmla="*/ 0 h 192"/>
                  <a:gd name="T32" fmla="*/ 665 w 665"/>
                  <a:gd name="T33" fmla="*/ 192 h 1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65" h="192">
                    <a:moveTo>
                      <a:pt x="0" y="57"/>
                    </a:moveTo>
                    <a:lnTo>
                      <a:pt x="320" y="68"/>
                    </a:lnTo>
                    <a:lnTo>
                      <a:pt x="538" y="114"/>
                    </a:lnTo>
                    <a:lnTo>
                      <a:pt x="665" y="192"/>
                    </a:lnTo>
                    <a:lnTo>
                      <a:pt x="655" y="159"/>
                    </a:lnTo>
                    <a:lnTo>
                      <a:pt x="493" y="57"/>
                    </a:lnTo>
                    <a:lnTo>
                      <a:pt x="366" y="0"/>
                    </a:lnTo>
                    <a:lnTo>
                      <a:pt x="262" y="0"/>
                    </a:lnTo>
                    <a:lnTo>
                      <a:pt x="0" y="34"/>
                    </a:lnTo>
                    <a:lnTo>
                      <a:pt x="0" y="57"/>
                    </a:lnTo>
                    <a:close/>
                  </a:path>
                </a:pathLst>
              </a:custGeom>
              <a:solidFill>
                <a:srgbClr val="000000"/>
              </a:solidFill>
              <a:ln w="9525">
                <a:noFill/>
                <a:round/>
                <a:headEnd/>
                <a:tailEnd/>
              </a:ln>
            </p:spPr>
            <p:txBody>
              <a:bodyPr/>
              <a:lstStyle/>
              <a:p>
                <a:pPr algn="ctr"/>
                <a:endParaRPr lang="pt-BR" sz="2400"/>
              </a:p>
            </p:txBody>
          </p:sp>
          <p:sp>
            <p:nvSpPr>
              <p:cNvPr id="524" name="Freeform 382"/>
              <p:cNvSpPr>
                <a:spLocks/>
              </p:cNvSpPr>
              <p:nvPr/>
            </p:nvSpPr>
            <p:spPr bwMode="auto">
              <a:xfrm>
                <a:off x="428" y="1455"/>
                <a:ext cx="438" cy="107"/>
              </a:xfrm>
              <a:custGeom>
                <a:avLst/>
                <a:gdLst>
                  <a:gd name="T0" fmla="*/ 0 w 4375"/>
                  <a:gd name="T1" fmla="*/ 0 h 1073"/>
                  <a:gd name="T2" fmla="*/ 0 w 4375"/>
                  <a:gd name="T3" fmla="*/ 0 h 1073"/>
                  <a:gd name="T4" fmla="*/ 0 w 4375"/>
                  <a:gd name="T5" fmla="*/ 0 h 1073"/>
                  <a:gd name="T6" fmla="*/ 0 w 4375"/>
                  <a:gd name="T7" fmla="*/ 0 h 1073"/>
                  <a:gd name="T8" fmla="*/ 0 w 4375"/>
                  <a:gd name="T9" fmla="*/ 0 h 1073"/>
                  <a:gd name="T10" fmla="*/ 0 w 4375"/>
                  <a:gd name="T11" fmla="*/ 0 h 1073"/>
                  <a:gd name="T12" fmla="*/ 0 w 4375"/>
                  <a:gd name="T13" fmla="*/ 0 h 1073"/>
                  <a:gd name="T14" fmla="*/ 0 w 4375"/>
                  <a:gd name="T15" fmla="*/ 0 h 1073"/>
                  <a:gd name="T16" fmla="*/ 0 w 4375"/>
                  <a:gd name="T17" fmla="*/ 0 h 1073"/>
                  <a:gd name="T18" fmla="*/ 0 w 4375"/>
                  <a:gd name="T19" fmla="*/ 0 h 1073"/>
                  <a:gd name="T20" fmla="*/ 0 w 4375"/>
                  <a:gd name="T21" fmla="*/ 0 h 1073"/>
                  <a:gd name="T22" fmla="*/ 0 w 4375"/>
                  <a:gd name="T23" fmla="*/ 0 h 1073"/>
                  <a:gd name="T24" fmla="*/ 0 w 4375"/>
                  <a:gd name="T25" fmla="*/ 0 h 10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75"/>
                  <a:gd name="T40" fmla="*/ 0 h 1073"/>
                  <a:gd name="T41" fmla="*/ 4375 w 4375"/>
                  <a:gd name="T42" fmla="*/ 1073 h 10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75" h="1073">
                    <a:moveTo>
                      <a:pt x="155" y="246"/>
                    </a:moveTo>
                    <a:lnTo>
                      <a:pt x="342" y="246"/>
                    </a:lnTo>
                    <a:lnTo>
                      <a:pt x="744" y="431"/>
                    </a:lnTo>
                    <a:lnTo>
                      <a:pt x="1457" y="307"/>
                    </a:lnTo>
                    <a:lnTo>
                      <a:pt x="1955" y="155"/>
                    </a:lnTo>
                    <a:lnTo>
                      <a:pt x="2701" y="155"/>
                    </a:lnTo>
                    <a:lnTo>
                      <a:pt x="2885" y="0"/>
                    </a:lnTo>
                    <a:lnTo>
                      <a:pt x="3477" y="62"/>
                    </a:lnTo>
                    <a:lnTo>
                      <a:pt x="4375" y="1073"/>
                    </a:lnTo>
                    <a:lnTo>
                      <a:pt x="311" y="1073"/>
                    </a:lnTo>
                    <a:lnTo>
                      <a:pt x="30" y="675"/>
                    </a:lnTo>
                    <a:lnTo>
                      <a:pt x="0" y="246"/>
                    </a:lnTo>
                    <a:lnTo>
                      <a:pt x="155" y="246"/>
                    </a:lnTo>
                    <a:close/>
                  </a:path>
                </a:pathLst>
              </a:custGeom>
              <a:solidFill>
                <a:srgbClr val="000000"/>
              </a:solidFill>
              <a:ln w="9525">
                <a:noFill/>
                <a:round/>
                <a:headEnd/>
                <a:tailEnd/>
              </a:ln>
            </p:spPr>
            <p:txBody>
              <a:bodyPr/>
              <a:lstStyle/>
              <a:p>
                <a:pPr algn="ctr"/>
                <a:endParaRPr lang="pt-BR" sz="2400"/>
              </a:p>
            </p:txBody>
          </p:sp>
          <p:sp>
            <p:nvSpPr>
              <p:cNvPr id="525" name="Line 383"/>
              <p:cNvSpPr>
                <a:spLocks noChangeShapeType="1"/>
              </p:cNvSpPr>
              <p:nvPr/>
            </p:nvSpPr>
            <p:spPr bwMode="auto">
              <a:xfrm>
                <a:off x="798" y="1464"/>
                <a:ext cx="93" cy="98"/>
              </a:xfrm>
              <a:prstGeom prst="line">
                <a:avLst/>
              </a:prstGeom>
              <a:noFill/>
              <a:ln w="0">
                <a:solidFill>
                  <a:srgbClr val="000000"/>
                </a:solidFill>
                <a:round/>
                <a:headEnd/>
                <a:tailEnd/>
              </a:ln>
            </p:spPr>
            <p:txBody>
              <a:bodyPr/>
              <a:lstStyle/>
              <a:p>
                <a:endParaRPr lang="pt-BR" sz="2400"/>
              </a:p>
            </p:txBody>
          </p:sp>
          <p:sp>
            <p:nvSpPr>
              <p:cNvPr id="526" name="Freeform 384"/>
              <p:cNvSpPr>
                <a:spLocks/>
              </p:cNvSpPr>
              <p:nvPr/>
            </p:nvSpPr>
            <p:spPr bwMode="auto">
              <a:xfrm>
                <a:off x="270" y="1237"/>
                <a:ext cx="133" cy="325"/>
              </a:xfrm>
              <a:custGeom>
                <a:avLst/>
                <a:gdLst>
                  <a:gd name="T0" fmla="*/ 0 w 1335"/>
                  <a:gd name="T1" fmla="*/ 0 h 3254"/>
                  <a:gd name="T2" fmla="*/ 0 w 1335"/>
                  <a:gd name="T3" fmla="*/ 0 h 3254"/>
                  <a:gd name="T4" fmla="*/ 0 w 1335"/>
                  <a:gd name="T5" fmla="*/ 0 h 3254"/>
                  <a:gd name="T6" fmla="*/ 0 w 1335"/>
                  <a:gd name="T7" fmla="*/ 0 h 3254"/>
                  <a:gd name="T8" fmla="*/ 0 w 1335"/>
                  <a:gd name="T9" fmla="*/ 0 h 3254"/>
                  <a:gd name="T10" fmla="*/ 0 w 1335"/>
                  <a:gd name="T11" fmla="*/ 0 h 3254"/>
                  <a:gd name="T12" fmla="*/ 0 w 1335"/>
                  <a:gd name="T13" fmla="*/ 0 h 3254"/>
                  <a:gd name="T14" fmla="*/ 0 w 1335"/>
                  <a:gd name="T15" fmla="*/ 0 h 3254"/>
                  <a:gd name="T16" fmla="*/ 0 w 1335"/>
                  <a:gd name="T17" fmla="*/ 0 h 3254"/>
                  <a:gd name="T18" fmla="*/ 0 w 1335"/>
                  <a:gd name="T19" fmla="*/ 0 h 3254"/>
                  <a:gd name="T20" fmla="*/ 0 w 1335"/>
                  <a:gd name="T21" fmla="*/ 0 h 3254"/>
                  <a:gd name="T22" fmla="*/ 0 w 1335"/>
                  <a:gd name="T23" fmla="*/ 0 h 3254"/>
                  <a:gd name="T24" fmla="*/ 0 w 1335"/>
                  <a:gd name="T25" fmla="*/ 0 h 3254"/>
                  <a:gd name="T26" fmla="*/ 0 w 1335"/>
                  <a:gd name="T27" fmla="*/ 0 h 32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35"/>
                  <a:gd name="T43" fmla="*/ 0 h 3254"/>
                  <a:gd name="T44" fmla="*/ 1335 w 1335"/>
                  <a:gd name="T45" fmla="*/ 3254 h 325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35" h="3254">
                    <a:moveTo>
                      <a:pt x="435" y="3254"/>
                    </a:moveTo>
                    <a:lnTo>
                      <a:pt x="0" y="184"/>
                    </a:lnTo>
                    <a:lnTo>
                      <a:pt x="66" y="30"/>
                    </a:lnTo>
                    <a:lnTo>
                      <a:pt x="316" y="0"/>
                    </a:lnTo>
                    <a:lnTo>
                      <a:pt x="655" y="184"/>
                    </a:lnTo>
                    <a:lnTo>
                      <a:pt x="813" y="491"/>
                    </a:lnTo>
                    <a:lnTo>
                      <a:pt x="875" y="1015"/>
                    </a:lnTo>
                    <a:lnTo>
                      <a:pt x="875" y="1659"/>
                    </a:lnTo>
                    <a:lnTo>
                      <a:pt x="1000" y="2152"/>
                    </a:lnTo>
                    <a:lnTo>
                      <a:pt x="1091" y="2397"/>
                    </a:lnTo>
                    <a:lnTo>
                      <a:pt x="1122" y="2705"/>
                    </a:lnTo>
                    <a:lnTo>
                      <a:pt x="1122" y="2918"/>
                    </a:lnTo>
                    <a:lnTo>
                      <a:pt x="1335" y="3254"/>
                    </a:lnTo>
                    <a:lnTo>
                      <a:pt x="435" y="3254"/>
                    </a:lnTo>
                    <a:close/>
                  </a:path>
                </a:pathLst>
              </a:custGeom>
              <a:solidFill>
                <a:srgbClr val="000000"/>
              </a:solidFill>
              <a:ln w="9525">
                <a:noFill/>
                <a:round/>
                <a:headEnd/>
                <a:tailEnd/>
              </a:ln>
            </p:spPr>
            <p:txBody>
              <a:bodyPr/>
              <a:lstStyle/>
              <a:p>
                <a:pPr algn="ctr"/>
                <a:endParaRPr lang="pt-BR" sz="2400"/>
              </a:p>
            </p:txBody>
          </p:sp>
          <p:sp>
            <p:nvSpPr>
              <p:cNvPr id="527" name="Freeform 385"/>
              <p:cNvSpPr>
                <a:spLocks/>
              </p:cNvSpPr>
              <p:nvPr/>
            </p:nvSpPr>
            <p:spPr bwMode="auto">
              <a:xfrm>
                <a:off x="314" y="1195"/>
                <a:ext cx="105" cy="28"/>
              </a:xfrm>
              <a:custGeom>
                <a:avLst/>
                <a:gdLst>
                  <a:gd name="T0" fmla="*/ 0 w 1045"/>
                  <a:gd name="T1" fmla="*/ 0 h 275"/>
                  <a:gd name="T2" fmla="*/ 0 w 1045"/>
                  <a:gd name="T3" fmla="*/ 0 h 275"/>
                  <a:gd name="T4" fmla="*/ 0 w 1045"/>
                  <a:gd name="T5" fmla="*/ 0 h 275"/>
                  <a:gd name="T6" fmla="*/ 0 w 1045"/>
                  <a:gd name="T7" fmla="*/ 0 h 275"/>
                  <a:gd name="T8" fmla="*/ 0 w 1045"/>
                  <a:gd name="T9" fmla="*/ 0 h 275"/>
                  <a:gd name="T10" fmla="*/ 0 w 1045"/>
                  <a:gd name="T11" fmla="*/ 0 h 275"/>
                  <a:gd name="T12" fmla="*/ 0 w 1045"/>
                  <a:gd name="T13" fmla="*/ 0 h 275"/>
                  <a:gd name="T14" fmla="*/ 0 60000 65536"/>
                  <a:gd name="T15" fmla="*/ 0 60000 65536"/>
                  <a:gd name="T16" fmla="*/ 0 60000 65536"/>
                  <a:gd name="T17" fmla="*/ 0 60000 65536"/>
                  <a:gd name="T18" fmla="*/ 0 60000 65536"/>
                  <a:gd name="T19" fmla="*/ 0 60000 65536"/>
                  <a:gd name="T20" fmla="*/ 0 60000 65536"/>
                  <a:gd name="T21" fmla="*/ 0 w 1045"/>
                  <a:gd name="T22" fmla="*/ 0 h 275"/>
                  <a:gd name="T23" fmla="*/ 1045 w 1045"/>
                  <a:gd name="T24" fmla="*/ 275 h 2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5" h="275">
                    <a:moveTo>
                      <a:pt x="0" y="275"/>
                    </a:moveTo>
                    <a:lnTo>
                      <a:pt x="398" y="148"/>
                    </a:lnTo>
                    <a:lnTo>
                      <a:pt x="700" y="62"/>
                    </a:lnTo>
                    <a:lnTo>
                      <a:pt x="1040" y="0"/>
                    </a:lnTo>
                    <a:lnTo>
                      <a:pt x="1045" y="91"/>
                    </a:lnTo>
                    <a:lnTo>
                      <a:pt x="558" y="197"/>
                    </a:lnTo>
                    <a:lnTo>
                      <a:pt x="0" y="275"/>
                    </a:lnTo>
                    <a:close/>
                  </a:path>
                </a:pathLst>
              </a:custGeom>
              <a:solidFill>
                <a:srgbClr val="000000"/>
              </a:solidFill>
              <a:ln w="9525">
                <a:noFill/>
                <a:round/>
                <a:headEnd/>
                <a:tailEnd/>
              </a:ln>
            </p:spPr>
            <p:txBody>
              <a:bodyPr/>
              <a:lstStyle/>
              <a:p>
                <a:pPr algn="ctr"/>
                <a:endParaRPr lang="pt-BR" sz="2400"/>
              </a:p>
            </p:txBody>
          </p:sp>
          <p:sp>
            <p:nvSpPr>
              <p:cNvPr id="528" name="Freeform 386"/>
              <p:cNvSpPr>
                <a:spLocks/>
              </p:cNvSpPr>
              <p:nvPr/>
            </p:nvSpPr>
            <p:spPr bwMode="auto">
              <a:xfrm>
                <a:off x="1493" y="1381"/>
                <a:ext cx="36" cy="35"/>
              </a:xfrm>
              <a:custGeom>
                <a:avLst/>
                <a:gdLst>
                  <a:gd name="T0" fmla="*/ 0 w 360"/>
                  <a:gd name="T1" fmla="*/ 0 h 357"/>
                  <a:gd name="T2" fmla="*/ 0 w 360"/>
                  <a:gd name="T3" fmla="*/ 0 h 357"/>
                  <a:gd name="T4" fmla="*/ 0 w 360"/>
                  <a:gd name="T5" fmla="*/ 0 h 357"/>
                  <a:gd name="T6" fmla="*/ 0 w 360"/>
                  <a:gd name="T7" fmla="*/ 0 h 357"/>
                  <a:gd name="T8" fmla="*/ 0 w 360"/>
                  <a:gd name="T9" fmla="*/ 0 h 357"/>
                  <a:gd name="T10" fmla="*/ 0 w 360"/>
                  <a:gd name="T11" fmla="*/ 0 h 357"/>
                  <a:gd name="T12" fmla="*/ 0 w 360"/>
                  <a:gd name="T13" fmla="*/ 0 h 357"/>
                  <a:gd name="T14" fmla="*/ 0 w 360"/>
                  <a:gd name="T15" fmla="*/ 0 h 357"/>
                  <a:gd name="T16" fmla="*/ 0 w 360"/>
                  <a:gd name="T17" fmla="*/ 0 h 357"/>
                  <a:gd name="T18" fmla="*/ 0 w 360"/>
                  <a:gd name="T19" fmla="*/ 0 h 357"/>
                  <a:gd name="T20" fmla="*/ 0 w 360"/>
                  <a:gd name="T21" fmla="*/ 0 h 357"/>
                  <a:gd name="T22" fmla="*/ 0 w 360"/>
                  <a:gd name="T23" fmla="*/ 0 h 357"/>
                  <a:gd name="T24" fmla="*/ 0 w 360"/>
                  <a:gd name="T25" fmla="*/ 0 h 357"/>
                  <a:gd name="T26" fmla="*/ 0 w 360"/>
                  <a:gd name="T27" fmla="*/ 0 h 357"/>
                  <a:gd name="T28" fmla="*/ 0 w 360"/>
                  <a:gd name="T29" fmla="*/ 0 h 357"/>
                  <a:gd name="T30" fmla="*/ 0 w 360"/>
                  <a:gd name="T31" fmla="*/ 0 h 357"/>
                  <a:gd name="T32" fmla="*/ 0 w 360"/>
                  <a:gd name="T33" fmla="*/ 0 h 357"/>
                  <a:gd name="T34" fmla="*/ 0 w 360"/>
                  <a:gd name="T35" fmla="*/ 0 h 357"/>
                  <a:gd name="T36" fmla="*/ 0 w 360"/>
                  <a:gd name="T37" fmla="*/ 0 h 357"/>
                  <a:gd name="T38" fmla="*/ 0 w 360"/>
                  <a:gd name="T39" fmla="*/ 0 h 357"/>
                  <a:gd name="T40" fmla="*/ 0 w 360"/>
                  <a:gd name="T41" fmla="*/ 0 h 357"/>
                  <a:gd name="T42" fmla="*/ 0 w 360"/>
                  <a:gd name="T43" fmla="*/ 0 h 357"/>
                  <a:gd name="T44" fmla="*/ 0 w 360"/>
                  <a:gd name="T45" fmla="*/ 0 h 357"/>
                  <a:gd name="T46" fmla="*/ 0 w 360"/>
                  <a:gd name="T47" fmla="*/ 0 h 357"/>
                  <a:gd name="T48" fmla="*/ 0 w 360"/>
                  <a:gd name="T49" fmla="*/ 0 h 357"/>
                  <a:gd name="T50" fmla="*/ 0 w 360"/>
                  <a:gd name="T51" fmla="*/ 0 h 357"/>
                  <a:gd name="T52" fmla="*/ 0 w 360"/>
                  <a:gd name="T53" fmla="*/ 0 h 357"/>
                  <a:gd name="T54" fmla="*/ 0 w 360"/>
                  <a:gd name="T55" fmla="*/ 0 h 357"/>
                  <a:gd name="T56" fmla="*/ 0 w 360"/>
                  <a:gd name="T57" fmla="*/ 0 h 357"/>
                  <a:gd name="T58" fmla="*/ 0 w 360"/>
                  <a:gd name="T59" fmla="*/ 0 h 357"/>
                  <a:gd name="T60" fmla="*/ 0 w 360"/>
                  <a:gd name="T61" fmla="*/ 0 h 357"/>
                  <a:gd name="T62" fmla="*/ 0 w 360"/>
                  <a:gd name="T63" fmla="*/ 0 h 357"/>
                  <a:gd name="T64" fmla="*/ 0 w 360"/>
                  <a:gd name="T65" fmla="*/ 0 h 357"/>
                  <a:gd name="T66" fmla="*/ 0 w 360"/>
                  <a:gd name="T67" fmla="*/ 0 h 357"/>
                  <a:gd name="T68" fmla="*/ 0 w 360"/>
                  <a:gd name="T69" fmla="*/ 0 h 357"/>
                  <a:gd name="T70" fmla="*/ 0 w 360"/>
                  <a:gd name="T71" fmla="*/ 0 h 357"/>
                  <a:gd name="T72" fmla="*/ 0 w 360"/>
                  <a:gd name="T73" fmla="*/ 0 h 35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60"/>
                  <a:gd name="T112" fmla="*/ 0 h 357"/>
                  <a:gd name="T113" fmla="*/ 360 w 360"/>
                  <a:gd name="T114" fmla="*/ 357 h 35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60" h="357">
                    <a:moveTo>
                      <a:pt x="360" y="180"/>
                    </a:moveTo>
                    <a:lnTo>
                      <a:pt x="356" y="145"/>
                    </a:lnTo>
                    <a:lnTo>
                      <a:pt x="347" y="116"/>
                    </a:lnTo>
                    <a:lnTo>
                      <a:pt x="336" y="88"/>
                    </a:lnTo>
                    <a:lnTo>
                      <a:pt x="318" y="60"/>
                    </a:lnTo>
                    <a:lnTo>
                      <a:pt x="294" y="40"/>
                    </a:lnTo>
                    <a:lnTo>
                      <a:pt x="269" y="22"/>
                    </a:lnTo>
                    <a:lnTo>
                      <a:pt x="240" y="9"/>
                    </a:lnTo>
                    <a:lnTo>
                      <a:pt x="207" y="1"/>
                    </a:lnTo>
                    <a:lnTo>
                      <a:pt x="176" y="0"/>
                    </a:lnTo>
                    <a:lnTo>
                      <a:pt x="144" y="3"/>
                    </a:lnTo>
                    <a:lnTo>
                      <a:pt x="114" y="11"/>
                    </a:lnTo>
                    <a:lnTo>
                      <a:pt x="87" y="27"/>
                    </a:lnTo>
                    <a:lnTo>
                      <a:pt x="60" y="44"/>
                    </a:lnTo>
                    <a:lnTo>
                      <a:pt x="38" y="67"/>
                    </a:lnTo>
                    <a:lnTo>
                      <a:pt x="21" y="96"/>
                    </a:lnTo>
                    <a:lnTo>
                      <a:pt x="9" y="122"/>
                    </a:lnTo>
                    <a:lnTo>
                      <a:pt x="2" y="153"/>
                    </a:lnTo>
                    <a:lnTo>
                      <a:pt x="0" y="187"/>
                    </a:lnTo>
                    <a:lnTo>
                      <a:pt x="4" y="217"/>
                    </a:lnTo>
                    <a:lnTo>
                      <a:pt x="15" y="249"/>
                    </a:lnTo>
                    <a:lnTo>
                      <a:pt x="29" y="274"/>
                    </a:lnTo>
                    <a:lnTo>
                      <a:pt x="49" y="300"/>
                    </a:lnTo>
                    <a:lnTo>
                      <a:pt x="71" y="320"/>
                    </a:lnTo>
                    <a:lnTo>
                      <a:pt x="102" y="338"/>
                    </a:lnTo>
                    <a:lnTo>
                      <a:pt x="129" y="351"/>
                    </a:lnTo>
                    <a:lnTo>
                      <a:pt x="160" y="355"/>
                    </a:lnTo>
                    <a:lnTo>
                      <a:pt x="191" y="357"/>
                    </a:lnTo>
                    <a:lnTo>
                      <a:pt x="224" y="353"/>
                    </a:lnTo>
                    <a:lnTo>
                      <a:pt x="254" y="342"/>
                    </a:lnTo>
                    <a:lnTo>
                      <a:pt x="282" y="325"/>
                    </a:lnTo>
                    <a:lnTo>
                      <a:pt x="307" y="306"/>
                    </a:lnTo>
                    <a:lnTo>
                      <a:pt x="328" y="282"/>
                    </a:lnTo>
                    <a:lnTo>
                      <a:pt x="343" y="255"/>
                    </a:lnTo>
                    <a:lnTo>
                      <a:pt x="353" y="226"/>
                    </a:lnTo>
                    <a:lnTo>
                      <a:pt x="358" y="196"/>
                    </a:lnTo>
                    <a:lnTo>
                      <a:pt x="360" y="180"/>
                    </a:lnTo>
                    <a:close/>
                  </a:path>
                </a:pathLst>
              </a:custGeom>
              <a:solidFill>
                <a:srgbClr val="000000"/>
              </a:solidFill>
              <a:ln w="9525">
                <a:noFill/>
                <a:round/>
                <a:headEnd/>
                <a:tailEnd/>
              </a:ln>
            </p:spPr>
            <p:txBody>
              <a:bodyPr/>
              <a:lstStyle/>
              <a:p>
                <a:pPr algn="ctr"/>
                <a:endParaRPr lang="pt-BR" sz="2400"/>
              </a:p>
            </p:txBody>
          </p:sp>
          <p:sp>
            <p:nvSpPr>
              <p:cNvPr id="529" name="Freeform 387"/>
              <p:cNvSpPr>
                <a:spLocks/>
              </p:cNvSpPr>
              <p:nvPr/>
            </p:nvSpPr>
            <p:spPr bwMode="auto">
              <a:xfrm>
                <a:off x="1483" y="1376"/>
                <a:ext cx="37" cy="39"/>
              </a:xfrm>
              <a:custGeom>
                <a:avLst/>
                <a:gdLst>
                  <a:gd name="T0" fmla="*/ 0 w 366"/>
                  <a:gd name="T1" fmla="*/ 0 h 392"/>
                  <a:gd name="T2" fmla="*/ 0 w 366"/>
                  <a:gd name="T3" fmla="*/ 0 h 392"/>
                  <a:gd name="T4" fmla="*/ 0 w 366"/>
                  <a:gd name="T5" fmla="*/ 0 h 392"/>
                  <a:gd name="T6" fmla="*/ 0 w 366"/>
                  <a:gd name="T7" fmla="*/ 0 h 392"/>
                  <a:gd name="T8" fmla="*/ 0 w 366"/>
                  <a:gd name="T9" fmla="*/ 0 h 392"/>
                  <a:gd name="T10" fmla="*/ 0 w 366"/>
                  <a:gd name="T11" fmla="*/ 0 h 392"/>
                  <a:gd name="T12" fmla="*/ 0 w 366"/>
                  <a:gd name="T13" fmla="*/ 0 h 392"/>
                  <a:gd name="T14" fmla="*/ 0 w 366"/>
                  <a:gd name="T15" fmla="*/ 0 h 392"/>
                  <a:gd name="T16" fmla="*/ 0 w 366"/>
                  <a:gd name="T17" fmla="*/ 0 h 392"/>
                  <a:gd name="T18" fmla="*/ 0 w 366"/>
                  <a:gd name="T19" fmla="*/ 0 h 392"/>
                  <a:gd name="T20" fmla="*/ 0 w 366"/>
                  <a:gd name="T21" fmla="*/ 0 h 392"/>
                  <a:gd name="T22" fmla="*/ 0 w 366"/>
                  <a:gd name="T23" fmla="*/ 0 h 392"/>
                  <a:gd name="T24" fmla="*/ 0 w 366"/>
                  <a:gd name="T25" fmla="*/ 0 h 392"/>
                  <a:gd name="T26" fmla="*/ 0 w 366"/>
                  <a:gd name="T27" fmla="*/ 0 h 392"/>
                  <a:gd name="T28" fmla="*/ 0 w 366"/>
                  <a:gd name="T29" fmla="*/ 0 h 392"/>
                  <a:gd name="T30" fmla="*/ 0 w 366"/>
                  <a:gd name="T31" fmla="*/ 0 h 392"/>
                  <a:gd name="T32" fmla="*/ 0 w 366"/>
                  <a:gd name="T33" fmla="*/ 0 h 392"/>
                  <a:gd name="T34" fmla="*/ 0 w 366"/>
                  <a:gd name="T35" fmla="*/ 0 h 392"/>
                  <a:gd name="T36" fmla="*/ 0 w 366"/>
                  <a:gd name="T37" fmla="*/ 0 h 392"/>
                  <a:gd name="T38" fmla="*/ 0 w 366"/>
                  <a:gd name="T39" fmla="*/ 0 h 39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6"/>
                  <a:gd name="T61" fmla="*/ 0 h 392"/>
                  <a:gd name="T62" fmla="*/ 366 w 366"/>
                  <a:gd name="T63" fmla="*/ 392 h 39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6" h="392">
                    <a:moveTo>
                      <a:pt x="366" y="70"/>
                    </a:moveTo>
                    <a:lnTo>
                      <a:pt x="269" y="24"/>
                    </a:lnTo>
                    <a:lnTo>
                      <a:pt x="242" y="11"/>
                    </a:lnTo>
                    <a:lnTo>
                      <a:pt x="210" y="2"/>
                    </a:lnTo>
                    <a:lnTo>
                      <a:pt x="178" y="0"/>
                    </a:lnTo>
                    <a:lnTo>
                      <a:pt x="144" y="2"/>
                    </a:lnTo>
                    <a:lnTo>
                      <a:pt x="117" y="13"/>
                    </a:lnTo>
                    <a:lnTo>
                      <a:pt x="87" y="26"/>
                    </a:lnTo>
                    <a:lnTo>
                      <a:pt x="62" y="46"/>
                    </a:lnTo>
                    <a:lnTo>
                      <a:pt x="40" y="68"/>
                    </a:lnTo>
                    <a:lnTo>
                      <a:pt x="24" y="95"/>
                    </a:lnTo>
                    <a:lnTo>
                      <a:pt x="11" y="124"/>
                    </a:lnTo>
                    <a:lnTo>
                      <a:pt x="2" y="155"/>
                    </a:lnTo>
                    <a:lnTo>
                      <a:pt x="0" y="186"/>
                    </a:lnTo>
                    <a:lnTo>
                      <a:pt x="7" y="219"/>
                    </a:lnTo>
                    <a:lnTo>
                      <a:pt x="15" y="248"/>
                    </a:lnTo>
                    <a:lnTo>
                      <a:pt x="31" y="275"/>
                    </a:lnTo>
                    <a:lnTo>
                      <a:pt x="51" y="301"/>
                    </a:lnTo>
                    <a:lnTo>
                      <a:pt x="75" y="320"/>
                    </a:lnTo>
                    <a:lnTo>
                      <a:pt x="211" y="392"/>
                    </a:lnTo>
                  </a:path>
                </a:pathLst>
              </a:custGeom>
              <a:noFill/>
              <a:ln w="0">
                <a:solidFill>
                  <a:srgbClr val="000000"/>
                </a:solidFill>
                <a:round/>
                <a:headEnd/>
                <a:tailEnd/>
              </a:ln>
            </p:spPr>
            <p:txBody>
              <a:bodyPr/>
              <a:lstStyle/>
              <a:p>
                <a:pPr algn="ctr"/>
                <a:endParaRPr lang="pt-BR" sz="2400"/>
              </a:p>
            </p:txBody>
          </p:sp>
          <p:sp>
            <p:nvSpPr>
              <p:cNvPr id="530" name="Freeform 388"/>
              <p:cNvSpPr>
                <a:spLocks/>
              </p:cNvSpPr>
              <p:nvPr/>
            </p:nvSpPr>
            <p:spPr bwMode="auto">
              <a:xfrm>
                <a:off x="1312" y="1363"/>
                <a:ext cx="233" cy="86"/>
              </a:xfrm>
              <a:custGeom>
                <a:avLst/>
                <a:gdLst>
                  <a:gd name="T0" fmla="*/ 0 w 2323"/>
                  <a:gd name="T1" fmla="*/ 0 h 858"/>
                  <a:gd name="T2" fmla="*/ 0 w 2323"/>
                  <a:gd name="T3" fmla="*/ 0 h 858"/>
                  <a:gd name="T4" fmla="*/ 0 w 2323"/>
                  <a:gd name="T5" fmla="*/ 0 h 858"/>
                  <a:gd name="T6" fmla="*/ 0 w 2323"/>
                  <a:gd name="T7" fmla="*/ 0 h 858"/>
                  <a:gd name="T8" fmla="*/ 0 w 2323"/>
                  <a:gd name="T9" fmla="*/ 0 h 858"/>
                  <a:gd name="T10" fmla="*/ 0 w 2323"/>
                  <a:gd name="T11" fmla="*/ 0 h 858"/>
                  <a:gd name="T12" fmla="*/ 0 w 2323"/>
                  <a:gd name="T13" fmla="*/ 0 h 858"/>
                  <a:gd name="T14" fmla="*/ 0 w 2323"/>
                  <a:gd name="T15" fmla="*/ 0 h 858"/>
                  <a:gd name="T16" fmla="*/ 0 w 2323"/>
                  <a:gd name="T17" fmla="*/ 0 h 858"/>
                  <a:gd name="T18" fmla="*/ 0 w 2323"/>
                  <a:gd name="T19" fmla="*/ 0 h 858"/>
                  <a:gd name="T20" fmla="*/ 0 w 2323"/>
                  <a:gd name="T21" fmla="*/ 0 h 858"/>
                  <a:gd name="T22" fmla="*/ 0 w 2323"/>
                  <a:gd name="T23" fmla="*/ 0 h 858"/>
                  <a:gd name="T24" fmla="*/ 0 w 2323"/>
                  <a:gd name="T25" fmla="*/ 0 h 858"/>
                  <a:gd name="T26" fmla="*/ 0 w 2323"/>
                  <a:gd name="T27" fmla="*/ 0 h 858"/>
                  <a:gd name="T28" fmla="*/ 0 w 2323"/>
                  <a:gd name="T29" fmla="*/ 0 h 858"/>
                  <a:gd name="T30" fmla="*/ 0 w 2323"/>
                  <a:gd name="T31" fmla="*/ 0 h 858"/>
                  <a:gd name="T32" fmla="*/ 0 w 2323"/>
                  <a:gd name="T33" fmla="*/ 0 h 858"/>
                  <a:gd name="T34" fmla="*/ 0 w 2323"/>
                  <a:gd name="T35" fmla="*/ 0 h 858"/>
                  <a:gd name="T36" fmla="*/ 0 w 2323"/>
                  <a:gd name="T37" fmla="*/ 0 h 858"/>
                  <a:gd name="T38" fmla="*/ 0 w 2323"/>
                  <a:gd name="T39" fmla="*/ 0 h 858"/>
                  <a:gd name="T40" fmla="*/ 0 w 2323"/>
                  <a:gd name="T41" fmla="*/ 0 h 858"/>
                  <a:gd name="T42" fmla="*/ 0 w 2323"/>
                  <a:gd name="T43" fmla="*/ 0 h 858"/>
                  <a:gd name="T44" fmla="*/ 0 w 2323"/>
                  <a:gd name="T45" fmla="*/ 0 h 858"/>
                  <a:gd name="T46" fmla="*/ 0 w 2323"/>
                  <a:gd name="T47" fmla="*/ 0 h 858"/>
                  <a:gd name="T48" fmla="*/ 0 w 2323"/>
                  <a:gd name="T49" fmla="*/ 0 h 858"/>
                  <a:gd name="T50" fmla="*/ 0 w 2323"/>
                  <a:gd name="T51" fmla="*/ 0 h 858"/>
                  <a:gd name="T52" fmla="*/ 0 w 2323"/>
                  <a:gd name="T53" fmla="*/ 0 h 858"/>
                  <a:gd name="T54" fmla="*/ 0 w 2323"/>
                  <a:gd name="T55" fmla="*/ 0 h 858"/>
                  <a:gd name="T56" fmla="*/ 0 w 2323"/>
                  <a:gd name="T57" fmla="*/ 0 h 85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323"/>
                  <a:gd name="T88" fmla="*/ 0 h 858"/>
                  <a:gd name="T89" fmla="*/ 2323 w 2323"/>
                  <a:gd name="T90" fmla="*/ 858 h 85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323" h="858">
                    <a:moveTo>
                      <a:pt x="2168" y="333"/>
                    </a:moveTo>
                    <a:lnTo>
                      <a:pt x="2270" y="282"/>
                    </a:lnTo>
                    <a:lnTo>
                      <a:pt x="2308" y="238"/>
                    </a:lnTo>
                    <a:lnTo>
                      <a:pt x="2323" y="180"/>
                    </a:lnTo>
                    <a:lnTo>
                      <a:pt x="2316" y="129"/>
                    </a:lnTo>
                    <a:lnTo>
                      <a:pt x="2278" y="64"/>
                    </a:lnTo>
                    <a:lnTo>
                      <a:pt x="2212" y="15"/>
                    </a:lnTo>
                    <a:lnTo>
                      <a:pt x="2148" y="0"/>
                    </a:lnTo>
                    <a:lnTo>
                      <a:pt x="2074" y="0"/>
                    </a:lnTo>
                    <a:lnTo>
                      <a:pt x="29" y="750"/>
                    </a:lnTo>
                    <a:lnTo>
                      <a:pt x="6" y="773"/>
                    </a:lnTo>
                    <a:lnTo>
                      <a:pt x="0" y="807"/>
                    </a:lnTo>
                    <a:lnTo>
                      <a:pt x="13" y="844"/>
                    </a:lnTo>
                    <a:lnTo>
                      <a:pt x="44" y="858"/>
                    </a:lnTo>
                    <a:lnTo>
                      <a:pt x="86" y="851"/>
                    </a:lnTo>
                    <a:lnTo>
                      <a:pt x="1803" y="462"/>
                    </a:lnTo>
                    <a:lnTo>
                      <a:pt x="1755" y="420"/>
                    </a:lnTo>
                    <a:lnTo>
                      <a:pt x="1732" y="384"/>
                    </a:lnTo>
                    <a:lnTo>
                      <a:pt x="1710" y="324"/>
                    </a:lnTo>
                    <a:lnTo>
                      <a:pt x="1710" y="273"/>
                    </a:lnTo>
                    <a:lnTo>
                      <a:pt x="1732" y="217"/>
                    </a:lnTo>
                    <a:lnTo>
                      <a:pt x="1770" y="166"/>
                    </a:lnTo>
                    <a:lnTo>
                      <a:pt x="1827" y="140"/>
                    </a:lnTo>
                    <a:lnTo>
                      <a:pt x="1877" y="124"/>
                    </a:lnTo>
                    <a:lnTo>
                      <a:pt x="1937" y="129"/>
                    </a:lnTo>
                    <a:lnTo>
                      <a:pt x="2104" y="217"/>
                    </a:lnTo>
                    <a:lnTo>
                      <a:pt x="2148" y="261"/>
                    </a:lnTo>
                    <a:lnTo>
                      <a:pt x="2168" y="309"/>
                    </a:lnTo>
                    <a:lnTo>
                      <a:pt x="2168" y="333"/>
                    </a:lnTo>
                    <a:close/>
                  </a:path>
                </a:pathLst>
              </a:custGeom>
              <a:solidFill>
                <a:srgbClr val="000000"/>
              </a:solidFill>
              <a:ln w="9525">
                <a:noFill/>
                <a:round/>
                <a:headEnd/>
                <a:tailEnd/>
              </a:ln>
            </p:spPr>
            <p:txBody>
              <a:bodyPr/>
              <a:lstStyle/>
              <a:p>
                <a:pPr algn="ctr"/>
                <a:endParaRPr lang="pt-BR" sz="2400"/>
              </a:p>
            </p:txBody>
          </p:sp>
          <p:sp>
            <p:nvSpPr>
              <p:cNvPr id="531" name="Line 389"/>
              <p:cNvSpPr>
                <a:spLocks noChangeShapeType="1"/>
              </p:cNvSpPr>
              <p:nvPr/>
            </p:nvSpPr>
            <p:spPr bwMode="auto">
              <a:xfrm flipH="1" flipV="1">
                <a:off x="1217" y="1394"/>
                <a:ext cx="97" cy="55"/>
              </a:xfrm>
              <a:prstGeom prst="line">
                <a:avLst/>
              </a:prstGeom>
              <a:noFill/>
              <a:ln w="0">
                <a:solidFill>
                  <a:srgbClr val="000000"/>
                </a:solidFill>
                <a:round/>
                <a:headEnd/>
                <a:tailEnd/>
              </a:ln>
            </p:spPr>
            <p:txBody>
              <a:bodyPr/>
              <a:lstStyle/>
              <a:p>
                <a:endParaRPr lang="pt-BR" sz="2400"/>
              </a:p>
            </p:txBody>
          </p:sp>
          <p:sp>
            <p:nvSpPr>
              <p:cNvPr id="532" name="Freeform 390"/>
              <p:cNvSpPr>
                <a:spLocks/>
              </p:cNvSpPr>
              <p:nvPr/>
            </p:nvSpPr>
            <p:spPr bwMode="auto">
              <a:xfrm>
                <a:off x="1274" y="1304"/>
                <a:ext cx="260" cy="61"/>
              </a:xfrm>
              <a:custGeom>
                <a:avLst/>
                <a:gdLst>
                  <a:gd name="T0" fmla="*/ 0 w 2592"/>
                  <a:gd name="T1" fmla="*/ 0 h 611"/>
                  <a:gd name="T2" fmla="*/ 0 w 2592"/>
                  <a:gd name="T3" fmla="*/ 0 h 611"/>
                  <a:gd name="T4" fmla="*/ 0 w 2592"/>
                  <a:gd name="T5" fmla="*/ 0 h 611"/>
                  <a:gd name="T6" fmla="*/ 0 w 2592"/>
                  <a:gd name="T7" fmla="*/ 0 h 611"/>
                  <a:gd name="T8" fmla="*/ 0 w 2592"/>
                  <a:gd name="T9" fmla="*/ 0 h 611"/>
                  <a:gd name="T10" fmla="*/ 0 60000 65536"/>
                  <a:gd name="T11" fmla="*/ 0 60000 65536"/>
                  <a:gd name="T12" fmla="*/ 0 60000 65536"/>
                  <a:gd name="T13" fmla="*/ 0 60000 65536"/>
                  <a:gd name="T14" fmla="*/ 0 60000 65536"/>
                  <a:gd name="T15" fmla="*/ 0 w 2592"/>
                  <a:gd name="T16" fmla="*/ 0 h 611"/>
                  <a:gd name="T17" fmla="*/ 2592 w 2592"/>
                  <a:gd name="T18" fmla="*/ 611 h 611"/>
                </a:gdLst>
                <a:ahLst/>
                <a:cxnLst>
                  <a:cxn ang="T10">
                    <a:pos x="T0" y="T1"/>
                  </a:cxn>
                  <a:cxn ang="T11">
                    <a:pos x="T2" y="T3"/>
                  </a:cxn>
                  <a:cxn ang="T12">
                    <a:pos x="T4" y="T5"/>
                  </a:cxn>
                  <a:cxn ang="T13">
                    <a:pos x="T6" y="T7"/>
                  </a:cxn>
                  <a:cxn ang="T14">
                    <a:pos x="T8" y="T9"/>
                  </a:cxn>
                </a:cxnLst>
                <a:rect l="T15" t="T16" r="T17" b="T18"/>
                <a:pathLst>
                  <a:path w="2592" h="611">
                    <a:moveTo>
                      <a:pt x="2592" y="611"/>
                    </a:moveTo>
                    <a:lnTo>
                      <a:pt x="1021" y="8"/>
                    </a:lnTo>
                    <a:lnTo>
                      <a:pt x="949" y="0"/>
                    </a:lnTo>
                    <a:lnTo>
                      <a:pt x="853" y="0"/>
                    </a:lnTo>
                    <a:lnTo>
                      <a:pt x="0" y="323"/>
                    </a:lnTo>
                  </a:path>
                </a:pathLst>
              </a:custGeom>
              <a:noFill/>
              <a:ln w="0">
                <a:solidFill>
                  <a:srgbClr val="000000"/>
                </a:solidFill>
                <a:round/>
                <a:headEnd/>
                <a:tailEnd/>
              </a:ln>
            </p:spPr>
            <p:txBody>
              <a:bodyPr/>
              <a:lstStyle/>
              <a:p>
                <a:pPr algn="ctr"/>
                <a:endParaRPr lang="pt-BR" sz="2400"/>
              </a:p>
            </p:txBody>
          </p:sp>
          <p:sp>
            <p:nvSpPr>
              <p:cNvPr id="533" name="Line 391"/>
              <p:cNvSpPr>
                <a:spLocks noChangeShapeType="1"/>
              </p:cNvSpPr>
              <p:nvPr/>
            </p:nvSpPr>
            <p:spPr bwMode="auto">
              <a:xfrm flipV="1">
                <a:off x="1193" y="1346"/>
                <a:ext cx="54" cy="20"/>
              </a:xfrm>
              <a:prstGeom prst="line">
                <a:avLst/>
              </a:prstGeom>
              <a:noFill/>
              <a:ln w="0">
                <a:solidFill>
                  <a:srgbClr val="000000"/>
                </a:solidFill>
                <a:round/>
                <a:headEnd/>
                <a:tailEnd/>
              </a:ln>
            </p:spPr>
            <p:txBody>
              <a:bodyPr/>
              <a:lstStyle/>
              <a:p>
                <a:endParaRPr lang="pt-BR" sz="2400"/>
              </a:p>
            </p:txBody>
          </p:sp>
          <p:sp>
            <p:nvSpPr>
              <p:cNvPr id="534" name="Freeform 392"/>
              <p:cNvSpPr>
                <a:spLocks/>
              </p:cNvSpPr>
              <p:nvPr/>
            </p:nvSpPr>
            <p:spPr bwMode="auto">
              <a:xfrm>
                <a:off x="1423" y="1417"/>
                <a:ext cx="25" cy="15"/>
              </a:xfrm>
              <a:custGeom>
                <a:avLst/>
                <a:gdLst>
                  <a:gd name="T0" fmla="*/ 0 w 254"/>
                  <a:gd name="T1" fmla="*/ 0 h 147"/>
                  <a:gd name="T2" fmla="*/ 0 w 254"/>
                  <a:gd name="T3" fmla="*/ 0 h 147"/>
                  <a:gd name="T4" fmla="*/ 0 w 254"/>
                  <a:gd name="T5" fmla="*/ 0 h 147"/>
                  <a:gd name="T6" fmla="*/ 0 w 254"/>
                  <a:gd name="T7" fmla="*/ 0 h 147"/>
                  <a:gd name="T8" fmla="*/ 0 60000 65536"/>
                  <a:gd name="T9" fmla="*/ 0 60000 65536"/>
                  <a:gd name="T10" fmla="*/ 0 60000 65536"/>
                  <a:gd name="T11" fmla="*/ 0 60000 65536"/>
                  <a:gd name="T12" fmla="*/ 0 w 254"/>
                  <a:gd name="T13" fmla="*/ 0 h 147"/>
                  <a:gd name="T14" fmla="*/ 254 w 254"/>
                  <a:gd name="T15" fmla="*/ 147 h 147"/>
                </a:gdLst>
                <a:ahLst/>
                <a:cxnLst>
                  <a:cxn ang="T8">
                    <a:pos x="T0" y="T1"/>
                  </a:cxn>
                  <a:cxn ang="T9">
                    <a:pos x="T2" y="T3"/>
                  </a:cxn>
                  <a:cxn ang="T10">
                    <a:pos x="T4" y="T5"/>
                  </a:cxn>
                  <a:cxn ang="T11">
                    <a:pos x="T6" y="T7"/>
                  </a:cxn>
                </a:cxnLst>
                <a:rect l="T12" t="T13" r="T14" b="T15"/>
                <a:pathLst>
                  <a:path w="254" h="147">
                    <a:moveTo>
                      <a:pt x="0" y="73"/>
                    </a:moveTo>
                    <a:lnTo>
                      <a:pt x="254" y="147"/>
                    </a:lnTo>
                    <a:lnTo>
                      <a:pt x="254" y="0"/>
                    </a:lnTo>
                    <a:lnTo>
                      <a:pt x="0" y="73"/>
                    </a:lnTo>
                    <a:close/>
                  </a:path>
                </a:pathLst>
              </a:custGeom>
              <a:solidFill>
                <a:srgbClr val="000000"/>
              </a:solidFill>
              <a:ln w="9525">
                <a:noFill/>
                <a:round/>
                <a:headEnd/>
                <a:tailEnd/>
              </a:ln>
            </p:spPr>
            <p:txBody>
              <a:bodyPr/>
              <a:lstStyle/>
              <a:p>
                <a:pPr algn="ctr"/>
                <a:endParaRPr lang="pt-BR" sz="2400"/>
              </a:p>
            </p:txBody>
          </p:sp>
          <p:sp>
            <p:nvSpPr>
              <p:cNvPr id="535" name="Freeform 393"/>
              <p:cNvSpPr>
                <a:spLocks/>
              </p:cNvSpPr>
              <p:nvPr/>
            </p:nvSpPr>
            <p:spPr bwMode="auto">
              <a:xfrm>
                <a:off x="1448" y="1417"/>
                <a:ext cx="12" cy="15"/>
              </a:xfrm>
              <a:custGeom>
                <a:avLst/>
                <a:gdLst>
                  <a:gd name="T0" fmla="*/ 0 w 118"/>
                  <a:gd name="T1" fmla="*/ 0 h 147"/>
                  <a:gd name="T2" fmla="*/ 0 w 118"/>
                  <a:gd name="T3" fmla="*/ 0 h 147"/>
                  <a:gd name="T4" fmla="*/ 0 w 118"/>
                  <a:gd name="T5" fmla="*/ 0 h 147"/>
                  <a:gd name="T6" fmla="*/ 0 60000 65536"/>
                  <a:gd name="T7" fmla="*/ 0 60000 65536"/>
                  <a:gd name="T8" fmla="*/ 0 60000 65536"/>
                  <a:gd name="T9" fmla="*/ 0 w 118"/>
                  <a:gd name="T10" fmla="*/ 0 h 147"/>
                  <a:gd name="T11" fmla="*/ 118 w 118"/>
                  <a:gd name="T12" fmla="*/ 147 h 147"/>
                </a:gdLst>
                <a:ahLst/>
                <a:cxnLst>
                  <a:cxn ang="T6">
                    <a:pos x="T0" y="T1"/>
                  </a:cxn>
                  <a:cxn ang="T7">
                    <a:pos x="T2" y="T3"/>
                  </a:cxn>
                  <a:cxn ang="T8">
                    <a:pos x="T4" y="T5"/>
                  </a:cxn>
                </a:cxnLst>
                <a:rect l="T9" t="T10" r="T11" b="T12"/>
                <a:pathLst>
                  <a:path w="118" h="147">
                    <a:moveTo>
                      <a:pt x="0" y="147"/>
                    </a:moveTo>
                    <a:lnTo>
                      <a:pt x="118" y="133"/>
                    </a:lnTo>
                    <a:lnTo>
                      <a:pt x="118" y="0"/>
                    </a:lnTo>
                  </a:path>
                </a:pathLst>
              </a:custGeom>
              <a:noFill/>
              <a:ln w="0">
                <a:solidFill>
                  <a:srgbClr val="000000"/>
                </a:solidFill>
                <a:round/>
                <a:headEnd/>
                <a:tailEnd/>
              </a:ln>
            </p:spPr>
            <p:txBody>
              <a:bodyPr/>
              <a:lstStyle/>
              <a:p>
                <a:pPr algn="ctr"/>
                <a:endParaRPr lang="pt-BR" sz="2400"/>
              </a:p>
            </p:txBody>
          </p:sp>
          <p:sp>
            <p:nvSpPr>
              <p:cNvPr id="536" name="Freeform 394"/>
              <p:cNvSpPr>
                <a:spLocks/>
              </p:cNvSpPr>
              <p:nvPr/>
            </p:nvSpPr>
            <p:spPr bwMode="auto">
              <a:xfrm>
                <a:off x="1394" y="1056"/>
                <a:ext cx="493" cy="373"/>
              </a:xfrm>
              <a:custGeom>
                <a:avLst/>
                <a:gdLst>
                  <a:gd name="T0" fmla="*/ 0 w 4929"/>
                  <a:gd name="T1" fmla="*/ 0 h 3731"/>
                  <a:gd name="T2" fmla="*/ 0 w 4929"/>
                  <a:gd name="T3" fmla="*/ 0 h 3731"/>
                  <a:gd name="T4" fmla="*/ 0 w 4929"/>
                  <a:gd name="T5" fmla="*/ 0 h 3731"/>
                  <a:gd name="T6" fmla="*/ 0 w 4929"/>
                  <a:gd name="T7" fmla="*/ 0 h 3731"/>
                  <a:gd name="T8" fmla="*/ 0 w 4929"/>
                  <a:gd name="T9" fmla="*/ 0 h 3731"/>
                  <a:gd name="T10" fmla="*/ 0 w 4929"/>
                  <a:gd name="T11" fmla="*/ 0 h 3731"/>
                  <a:gd name="T12" fmla="*/ 0 w 4929"/>
                  <a:gd name="T13" fmla="*/ 0 h 3731"/>
                  <a:gd name="T14" fmla="*/ 0 w 4929"/>
                  <a:gd name="T15" fmla="*/ 0 h 3731"/>
                  <a:gd name="T16" fmla="*/ 0 60000 65536"/>
                  <a:gd name="T17" fmla="*/ 0 60000 65536"/>
                  <a:gd name="T18" fmla="*/ 0 60000 65536"/>
                  <a:gd name="T19" fmla="*/ 0 60000 65536"/>
                  <a:gd name="T20" fmla="*/ 0 60000 65536"/>
                  <a:gd name="T21" fmla="*/ 0 60000 65536"/>
                  <a:gd name="T22" fmla="*/ 0 60000 65536"/>
                  <a:gd name="T23" fmla="*/ 0 60000 65536"/>
                  <a:gd name="T24" fmla="*/ 0 w 4929"/>
                  <a:gd name="T25" fmla="*/ 0 h 3731"/>
                  <a:gd name="T26" fmla="*/ 4929 w 4929"/>
                  <a:gd name="T27" fmla="*/ 3731 h 373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929" h="3731">
                    <a:moveTo>
                      <a:pt x="0" y="2549"/>
                    </a:moveTo>
                    <a:lnTo>
                      <a:pt x="716" y="0"/>
                    </a:lnTo>
                    <a:lnTo>
                      <a:pt x="1876" y="0"/>
                    </a:lnTo>
                    <a:lnTo>
                      <a:pt x="2846" y="175"/>
                    </a:lnTo>
                    <a:lnTo>
                      <a:pt x="4929" y="1148"/>
                    </a:lnTo>
                    <a:lnTo>
                      <a:pt x="4925" y="3286"/>
                    </a:lnTo>
                    <a:lnTo>
                      <a:pt x="1075" y="3731"/>
                    </a:lnTo>
                    <a:lnTo>
                      <a:pt x="656" y="3627"/>
                    </a:lnTo>
                  </a:path>
                </a:pathLst>
              </a:custGeom>
              <a:noFill/>
              <a:ln w="0">
                <a:solidFill>
                  <a:srgbClr val="000000"/>
                </a:solidFill>
                <a:round/>
                <a:headEnd/>
                <a:tailEnd/>
              </a:ln>
            </p:spPr>
            <p:txBody>
              <a:bodyPr/>
              <a:lstStyle/>
              <a:p>
                <a:pPr algn="ctr"/>
                <a:endParaRPr lang="pt-BR" sz="2400"/>
              </a:p>
            </p:txBody>
          </p:sp>
          <p:sp>
            <p:nvSpPr>
              <p:cNvPr id="537" name="Line 395"/>
              <p:cNvSpPr>
                <a:spLocks noChangeShapeType="1"/>
              </p:cNvSpPr>
              <p:nvPr/>
            </p:nvSpPr>
            <p:spPr bwMode="auto">
              <a:xfrm flipH="1">
                <a:off x="1518" y="1056"/>
                <a:ext cx="63" cy="303"/>
              </a:xfrm>
              <a:prstGeom prst="line">
                <a:avLst/>
              </a:prstGeom>
              <a:noFill/>
              <a:ln w="0">
                <a:solidFill>
                  <a:srgbClr val="000000"/>
                </a:solidFill>
                <a:round/>
                <a:headEnd/>
                <a:tailEnd/>
              </a:ln>
            </p:spPr>
            <p:txBody>
              <a:bodyPr/>
              <a:lstStyle/>
              <a:p>
                <a:endParaRPr lang="pt-BR" sz="2400"/>
              </a:p>
            </p:txBody>
          </p:sp>
          <p:sp>
            <p:nvSpPr>
              <p:cNvPr id="538" name="Line 396"/>
              <p:cNvSpPr>
                <a:spLocks noChangeShapeType="1"/>
              </p:cNvSpPr>
              <p:nvPr/>
            </p:nvSpPr>
            <p:spPr bwMode="auto">
              <a:xfrm flipH="1">
                <a:off x="1503" y="1414"/>
                <a:ext cx="3" cy="15"/>
              </a:xfrm>
              <a:prstGeom prst="line">
                <a:avLst/>
              </a:prstGeom>
              <a:noFill/>
              <a:ln w="0">
                <a:solidFill>
                  <a:srgbClr val="000000"/>
                </a:solidFill>
                <a:round/>
                <a:headEnd/>
                <a:tailEnd/>
              </a:ln>
            </p:spPr>
            <p:txBody>
              <a:bodyPr/>
              <a:lstStyle/>
              <a:p>
                <a:endParaRPr lang="pt-BR" sz="2400"/>
              </a:p>
            </p:txBody>
          </p:sp>
          <p:sp>
            <p:nvSpPr>
              <p:cNvPr id="539" name="Line 397"/>
              <p:cNvSpPr>
                <a:spLocks noChangeShapeType="1"/>
              </p:cNvSpPr>
              <p:nvPr/>
            </p:nvSpPr>
            <p:spPr bwMode="auto">
              <a:xfrm flipH="1">
                <a:off x="1616" y="1073"/>
                <a:ext cx="63" cy="345"/>
              </a:xfrm>
              <a:prstGeom prst="line">
                <a:avLst/>
              </a:prstGeom>
              <a:noFill/>
              <a:ln w="0">
                <a:solidFill>
                  <a:srgbClr val="000000"/>
                </a:solidFill>
                <a:round/>
                <a:headEnd/>
                <a:tailEnd/>
              </a:ln>
            </p:spPr>
            <p:txBody>
              <a:bodyPr/>
              <a:lstStyle/>
              <a:p>
                <a:endParaRPr lang="pt-BR" sz="2400"/>
              </a:p>
            </p:txBody>
          </p:sp>
          <p:sp>
            <p:nvSpPr>
              <p:cNvPr id="540" name="Freeform 398"/>
              <p:cNvSpPr>
                <a:spLocks/>
              </p:cNvSpPr>
              <p:nvPr/>
            </p:nvSpPr>
            <p:spPr bwMode="auto">
              <a:xfrm>
                <a:off x="1418" y="1076"/>
                <a:ext cx="133" cy="258"/>
              </a:xfrm>
              <a:custGeom>
                <a:avLst/>
                <a:gdLst>
                  <a:gd name="T0" fmla="*/ 0 w 1327"/>
                  <a:gd name="T1" fmla="*/ 0 h 2579"/>
                  <a:gd name="T2" fmla="*/ 0 w 1327"/>
                  <a:gd name="T3" fmla="*/ 0 h 2579"/>
                  <a:gd name="T4" fmla="*/ 0 w 1327"/>
                  <a:gd name="T5" fmla="*/ 0 h 2579"/>
                  <a:gd name="T6" fmla="*/ 0 w 1327"/>
                  <a:gd name="T7" fmla="*/ 0 h 2579"/>
                  <a:gd name="T8" fmla="*/ 0 w 1327"/>
                  <a:gd name="T9" fmla="*/ 0 h 2579"/>
                  <a:gd name="T10" fmla="*/ 0 w 1327"/>
                  <a:gd name="T11" fmla="*/ 0 h 2579"/>
                  <a:gd name="T12" fmla="*/ 0 w 1327"/>
                  <a:gd name="T13" fmla="*/ 0 h 2579"/>
                  <a:gd name="T14" fmla="*/ 0 w 1327"/>
                  <a:gd name="T15" fmla="*/ 0 h 2579"/>
                  <a:gd name="T16" fmla="*/ 0 w 1327"/>
                  <a:gd name="T17" fmla="*/ 0 h 2579"/>
                  <a:gd name="T18" fmla="*/ 0 w 1327"/>
                  <a:gd name="T19" fmla="*/ 0 h 2579"/>
                  <a:gd name="T20" fmla="*/ 0 w 1327"/>
                  <a:gd name="T21" fmla="*/ 0 h 2579"/>
                  <a:gd name="T22" fmla="*/ 0 w 1327"/>
                  <a:gd name="T23" fmla="*/ 0 h 2579"/>
                  <a:gd name="T24" fmla="*/ 0 w 1327"/>
                  <a:gd name="T25" fmla="*/ 0 h 2579"/>
                  <a:gd name="T26" fmla="*/ 0 w 1327"/>
                  <a:gd name="T27" fmla="*/ 0 h 2579"/>
                  <a:gd name="T28" fmla="*/ 0 w 1327"/>
                  <a:gd name="T29" fmla="*/ 0 h 25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27"/>
                  <a:gd name="T46" fmla="*/ 0 h 2579"/>
                  <a:gd name="T47" fmla="*/ 1327 w 1327"/>
                  <a:gd name="T48" fmla="*/ 2579 h 25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27" h="2579">
                    <a:moveTo>
                      <a:pt x="594" y="0"/>
                    </a:moveTo>
                    <a:lnTo>
                      <a:pt x="0" y="2330"/>
                    </a:lnTo>
                    <a:lnTo>
                      <a:pt x="774" y="2579"/>
                    </a:lnTo>
                    <a:lnTo>
                      <a:pt x="789" y="2508"/>
                    </a:lnTo>
                    <a:lnTo>
                      <a:pt x="207" y="2314"/>
                    </a:lnTo>
                    <a:lnTo>
                      <a:pt x="207" y="2077"/>
                    </a:lnTo>
                    <a:lnTo>
                      <a:pt x="269" y="1577"/>
                    </a:lnTo>
                    <a:lnTo>
                      <a:pt x="342" y="1162"/>
                    </a:lnTo>
                    <a:lnTo>
                      <a:pt x="446" y="797"/>
                    </a:lnTo>
                    <a:lnTo>
                      <a:pt x="567" y="457"/>
                    </a:lnTo>
                    <a:lnTo>
                      <a:pt x="683" y="193"/>
                    </a:lnTo>
                    <a:lnTo>
                      <a:pt x="757" y="86"/>
                    </a:lnTo>
                    <a:lnTo>
                      <a:pt x="1295" y="103"/>
                    </a:lnTo>
                    <a:lnTo>
                      <a:pt x="1327" y="0"/>
                    </a:lnTo>
                    <a:lnTo>
                      <a:pt x="594" y="0"/>
                    </a:lnTo>
                    <a:close/>
                  </a:path>
                </a:pathLst>
              </a:custGeom>
              <a:solidFill>
                <a:srgbClr val="000000"/>
              </a:solidFill>
              <a:ln w="9525">
                <a:noFill/>
                <a:round/>
                <a:headEnd/>
                <a:tailEnd/>
              </a:ln>
            </p:spPr>
            <p:txBody>
              <a:bodyPr/>
              <a:lstStyle/>
              <a:p>
                <a:pPr algn="ctr"/>
                <a:endParaRPr lang="pt-BR" sz="2400"/>
              </a:p>
            </p:txBody>
          </p:sp>
          <p:sp>
            <p:nvSpPr>
              <p:cNvPr id="541" name="Line 399"/>
              <p:cNvSpPr>
                <a:spLocks noChangeShapeType="1"/>
              </p:cNvSpPr>
              <p:nvPr/>
            </p:nvSpPr>
            <p:spPr bwMode="auto">
              <a:xfrm flipH="1">
                <a:off x="1500" y="1076"/>
                <a:ext cx="52" cy="260"/>
              </a:xfrm>
              <a:prstGeom prst="line">
                <a:avLst/>
              </a:prstGeom>
              <a:noFill/>
              <a:ln w="0">
                <a:solidFill>
                  <a:srgbClr val="000000"/>
                </a:solidFill>
                <a:round/>
                <a:headEnd/>
                <a:tailEnd/>
              </a:ln>
            </p:spPr>
            <p:txBody>
              <a:bodyPr/>
              <a:lstStyle/>
              <a:p>
                <a:endParaRPr lang="pt-BR" sz="2400"/>
              </a:p>
            </p:txBody>
          </p:sp>
          <p:sp>
            <p:nvSpPr>
              <p:cNvPr id="542" name="Freeform 400"/>
              <p:cNvSpPr>
                <a:spLocks/>
              </p:cNvSpPr>
              <p:nvPr/>
            </p:nvSpPr>
            <p:spPr bwMode="auto">
              <a:xfrm>
                <a:off x="819" y="1406"/>
                <a:ext cx="431" cy="126"/>
              </a:xfrm>
              <a:custGeom>
                <a:avLst/>
                <a:gdLst>
                  <a:gd name="T0" fmla="*/ 0 w 4316"/>
                  <a:gd name="T1" fmla="*/ 0 h 1260"/>
                  <a:gd name="T2" fmla="*/ 0 w 4316"/>
                  <a:gd name="T3" fmla="*/ 0 h 1260"/>
                  <a:gd name="T4" fmla="*/ 0 w 4316"/>
                  <a:gd name="T5" fmla="*/ 0 h 1260"/>
                  <a:gd name="T6" fmla="*/ 0 w 4316"/>
                  <a:gd name="T7" fmla="*/ 0 h 1260"/>
                  <a:gd name="T8" fmla="*/ 0 w 4316"/>
                  <a:gd name="T9" fmla="*/ 0 h 1260"/>
                  <a:gd name="T10" fmla="*/ 0 60000 65536"/>
                  <a:gd name="T11" fmla="*/ 0 60000 65536"/>
                  <a:gd name="T12" fmla="*/ 0 60000 65536"/>
                  <a:gd name="T13" fmla="*/ 0 60000 65536"/>
                  <a:gd name="T14" fmla="*/ 0 60000 65536"/>
                  <a:gd name="T15" fmla="*/ 0 w 4316"/>
                  <a:gd name="T16" fmla="*/ 0 h 1260"/>
                  <a:gd name="T17" fmla="*/ 4316 w 4316"/>
                  <a:gd name="T18" fmla="*/ 1260 h 1260"/>
                </a:gdLst>
                <a:ahLst/>
                <a:cxnLst>
                  <a:cxn ang="T10">
                    <a:pos x="T0" y="T1"/>
                  </a:cxn>
                  <a:cxn ang="T11">
                    <a:pos x="T2" y="T3"/>
                  </a:cxn>
                  <a:cxn ang="T12">
                    <a:pos x="T4" y="T5"/>
                  </a:cxn>
                  <a:cxn ang="T13">
                    <a:pos x="T6" y="T7"/>
                  </a:cxn>
                  <a:cxn ang="T14">
                    <a:pos x="T8" y="T9"/>
                  </a:cxn>
                </a:cxnLst>
                <a:rect l="T15" t="T16" r="T17" b="T18"/>
                <a:pathLst>
                  <a:path w="4316" h="1260">
                    <a:moveTo>
                      <a:pt x="0" y="614"/>
                    </a:moveTo>
                    <a:lnTo>
                      <a:pt x="2329" y="1260"/>
                    </a:lnTo>
                    <a:lnTo>
                      <a:pt x="4316" y="553"/>
                    </a:lnTo>
                    <a:lnTo>
                      <a:pt x="2050" y="0"/>
                    </a:lnTo>
                    <a:lnTo>
                      <a:pt x="838" y="337"/>
                    </a:lnTo>
                  </a:path>
                </a:pathLst>
              </a:custGeom>
              <a:noFill/>
              <a:ln w="0">
                <a:solidFill>
                  <a:srgbClr val="000000"/>
                </a:solidFill>
                <a:round/>
                <a:headEnd/>
                <a:tailEnd/>
              </a:ln>
            </p:spPr>
            <p:txBody>
              <a:bodyPr/>
              <a:lstStyle/>
              <a:p>
                <a:pPr algn="ctr"/>
                <a:endParaRPr lang="pt-BR" sz="2400"/>
              </a:p>
            </p:txBody>
          </p:sp>
        </p:grpSp>
        <p:sp>
          <p:nvSpPr>
            <p:cNvPr id="10" name="Freeform 401"/>
            <p:cNvSpPr>
              <a:spLocks/>
            </p:cNvSpPr>
            <p:nvPr/>
          </p:nvSpPr>
          <p:spPr bwMode="auto">
            <a:xfrm>
              <a:off x="990600" y="2416900"/>
              <a:ext cx="5181600" cy="2173781"/>
            </a:xfrm>
            <a:custGeom>
              <a:avLst/>
              <a:gdLst>
                <a:gd name="T0" fmla="*/ 0 w 3264"/>
                <a:gd name="T1" fmla="*/ 864 h 1440"/>
                <a:gd name="T2" fmla="*/ 288 w 3264"/>
                <a:gd name="T3" fmla="*/ 1440 h 1440"/>
                <a:gd name="T4" fmla="*/ 1488 w 3264"/>
                <a:gd name="T5" fmla="*/ 1440 h 1440"/>
                <a:gd name="T6" fmla="*/ 3264 w 3264"/>
                <a:gd name="T7" fmla="*/ 96 h 1440"/>
                <a:gd name="T8" fmla="*/ 2880 w 3264"/>
                <a:gd name="T9" fmla="*/ 0 h 1440"/>
                <a:gd name="T10" fmla="*/ 1392 w 3264"/>
                <a:gd name="T11" fmla="*/ 960 h 1440"/>
                <a:gd name="T12" fmla="*/ 720 w 3264"/>
                <a:gd name="T13" fmla="*/ 960 h 1440"/>
                <a:gd name="T14" fmla="*/ 0 w 3264"/>
                <a:gd name="T15" fmla="*/ 864 h 1440"/>
                <a:gd name="T16" fmla="*/ 0 60000 65536"/>
                <a:gd name="T17" fmla="*/ 0 60000 65536"/>
                <a:gd name="T18" fmla="*/ 0 60000 65536"/>
                <a:gd name="T19" fmla="*/ 0 60000 65536"/>
                <a:gd name="T20" fmla="*/ 0 60000 65536"/>
                <a:gd name="T21" fmla="*/ 0 60000 65536"/>
                <a:gd name="T22" fmla="*/ 0 60000 65536"/>
                <a:gd name="T23" fmla="*/ 0 60000 65536"/>
                <a:gd name="T24" fmla="*/ 0 w 3264"/>
                <a:gd name="T25" fmla="*/ 0 h 1440"/>
                <a:gd name="T26" fmla="*/ 3264 w 3264"/>
                <a:gd name="T27" fmla="*/ 1440 h 14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64" h="1440">
                  <a:moveTo>
                    <a:pt x="0" y="864"/>
                  </a:moveTo>
                  <a:lnTo>
                    <a:pt x="288" y="1440"/>
                  </a:lnTo>
                  <a:lnTo>
                    <a:pt x="1488" y="1440"/>
                  </a:lnTo>
                  <a:lnTo>
                    <a:pt x="3264" y="96"/>
                  </a:lnTo>
                  <a:lnTo>
                    <a:pt x="2880" y="0"/>
                  </a:lnTo>
                  <a:lnTo>
                    <a:pt x="1392" y="960"/>
                  </a:lnTo>
                  <a:lnTo>
                    <a:pt x="720" y="960"/>
                  </a:lnTo>
                  <a:lnTo>
                    <a:pt x="0" y="864"/>
                  </a:lnTo>
                  <a:close/>
                </a:path>
              </a:pathLst>
            </a:custGeom>
            <a:solidFill>
              <a:srgbClr val="595959"/>
            </a:solidFill>
            <a:ln w="9525">
              <a:noFill/>
              <a:round/>
              <a:headEnd/>
              <a:tailEnd/>
            </a:ln>
          </p:spPr>
          <p:txBody>
            <a:bodyPr wrap="none" anchor="ctr"/>
            <a:lstStyle/>
            <a:p>
              <a:pPr algn="ctr"/>
              <a:endParaRPr lang="pt-BR" sz="2400"/>
            </a:p>
          </p:txBody>
        </p:sp>
        <p:grpSp>
          <p:nvGrpSpPr>
            <p:cNvPr id="9" name="Group 402"/>
            <p:cNvGrpSpPr>
              <a:grpSpLocks/>
            </p:cNvGrpSpPr>
            <p:nvPr/>
          </p:nvGrpSpPr>
          <p:grpSpPr bwMode="auto">
            <a:xfrm>
              <a:off x="120650" y="2939211"/>
              <a:ext cx="2249488" cy="1649961"/>
              <a:chOff x="76" y="1831"/>
              <a:chExt cx="1417" cy="1093"/>
            </a:xfrm>
          </p:grpSpPr>
          <p:sp>
            <p:nvSpPr>
              <p:cNvPr id="336" name="Freeform 403"/>
              <p:cNvSpPr>
                <a:spLocks/>
              </p:cNvSpPr>
              <p:nvPr/>
            </p:nvSpPr>
            <p:spPr bwMode="auto">
              <a:xfrm>
                <a:off x="746" y="1951"/>
                <a:ext cx="677" cy="734"/>
              </a:xfrm>
              <a:custGeom>
                <a:avLst/>
                <a:gdLst>
                  <a:gd name="T0" fmla="*/ 0 w 6770"/>
                  <a:gd name="T1" fmla="*/ 0 h 7343"/>
                  <a:gd name="T2" fmla="*/ 0 w 6770"/>
                  <a:gd name="T3" fmla="*/ 0 h 7343"/>
                  <a:gd name="T4" fmla="*/ 0 w 6770"/>
                  <a:gd name="T5" fmla="*/ 0 h 7343"/>
                  <a:gd name="T6" fmla="*/ 0 w 6770"/>
                  <a:gd name="T7" fmla="*/ 0 h 7343"/>
                  <a:gd name="T8" fmla="*/ 0 w 6770"/>
                  <a:gd name="T9" fmla="*/ 0 h 7343"/>
                  <a:gd name="T10" fmla="*/ 0 w 6770"/>
                  <a:gd name="T11" fmla="*/ 0 h 7343"/>
                  <a:gd name="T12" fmla="*/ 0 w 6770"/>
                  <a:gd name="T13" fmla="*/ 0 h 7343"/>
                  <a:gd name="T14" fmla="*/ 0 w 6770"/>
                  <a:gd name="T15" fmla="*/ 0 h 7343"/>
                  <a:gd name="T16" fmla="*/ 0 w 6770"/>
                  <a:gd name="T17" fmla="*/ 0 h 7343"/>
                  <a:gd name="T18" fmla="*/ 0 w 6770"/>
                  <a:gd name="T19" fmla="*/ 0 h 7343"/>
                  <a:gd name="T20" fmla="*/ 0 w 6770"/>
                  <a:gd name="T21" fmla="*/ 0 h 7343"/>
                  <a:gd name="T22" fmla="*/ 0 w 6770"/>
                  <a:gd name="T23" fmla="*/ 0 h 7343"/>
                  <a:gd name="T24" fmla="*/ 0 w 6770"/>
                  <a:gd name="T25" fmla="*/ 0 h 7343"/>
                  <a:gd name="T26" fmla="*/ 0 w 6770"/>
                  <a:gd name="T27" fmla="*/ 0 h 7343"/>
                  <a:gd name="T28" fmla="*/ 0 w 6770"/>
                  <a:gd name="T29" fmla="*/ 0 h 7343"/>
                  <a:gd name="T30" fmla="*/ 0 w 6770"/>
                  <a:gd name="T31" fmla="*/ 0 h 7343"/>
                  <a:gd name="T32" fmla="*/ 0 w 6770"/>
                  <a:gd name="T33" fmla="*/ 0 h 7343"/>
                  <a:gd name="T34" fmla="*/ 0 w 6770"/>
                  <a:gd name="T35" fmla="*/ 0 h 73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70"/>
                  <a:gd name="T55" fmla="*/ 0 h 7343"/>
                  <a:gd name="T56" fmla="*/ 6770 w 6770"/>
                  <a:gd name="T57" fmla="*/ 7343 h 73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70" h="7343">
                    <a:moveTo>
                      <a:pt x="5043" y="7343"/>
                    </a:moveTo>
                    <a:lnTo>
                      <a:pt x="0" y="5722"/>
                    </a:lnTo>
                    <a:lnTo>
                      <a:pt x="0" y="5646"/>
                    </a:lnTo>
                    <a:lnTo>
                      <a:pt x="1210" y="5043"/>
                    </a:lnTo>
                    <a:lnTo>
                      <a:pt x="984" y="5043"/>
                    </a:lnTo>
                    <a:lnTo>
                      <a:pt x="984" y="4923"/>
                    </a:lnTo>
                    <a:lnTo>
                      <a:pt x="1783" y="4558"/>
                    </a:lnTo>
                    <a:lnTo>
                      <a:pt x="361" y="4558"/>
                    </a:lnTo>
                    <a:lnTo>
                      <a:pt x="361" y="0"/>
                    </a:lnTo>
                    <a:lnTo>
                      <a:pt x="5859" y="0"/>
                    </a:lnTo>
                    <a:lnTo>
                      <a:pt x="5859" y="4558"/>
                    </a:lnTo>
                    <a:lnTo>
                      <a:pt x="4533" y="4558"/>
                    </a:lnTo>
                    <a:lnTo>
                      <a:pt x="5295" y="4923"/>
                    </a:lnTo>
                    <a:lnTo>
                      <a:pt x="5295" y="5043"/>
                    </a:lnTo>
                    <a:lnTo>
                      <a:pt x="2635" y="5043"/>
                    </a:lnTo>
                    <a:lnTo>
                      <a:pt x="6770" y="6113"/>
                    </a:lnTo>
                    <a:lnTo>
                      <a:pt x="6770" y="6207"/>
                    </a:lnTo>
                    <a:lnTo>
                      <a:pt x="5043" y="7343"/>
                    </a:lnTo>
                    <a:close/>
                  </a:path>
                </a:pathLst>
              </a:custGeom>
              <a:solidFill>
                <a:srgbClr val="FFFFFF"/>
              </a:solidFill>
              <a:ln w="9525">
                <a:noFill/>
                <a:round/>
                <a:headEnd/>
                <a:tailEnd/>
              </a:ln>
            </p:spPr>
            <p:txBody>
              <a:bodyPr/>
              <a:lstStyle/>
              <a:p>
                <a:pPr algn="ctr"/>
                <a:endParaRPr lang="pt-BR" sz="2400"/>
              </a:p>
            </p:txBody>
          </p:sp>
          <p:sp>
            <p:nvSpPr>
              <p:cNvPr id="337" name="Rectangle 404"/>
              <p:cNvSpPr>
                <a:spLocks noChangeArrowheads="1"/>
              </p:cNvSpPr>
              <p:nvPr/>
            </p:nvSpPr>
            <p:spPr bwMode="auto">
              <a:xfrm>
                <a:off x="830" y="1999"/>
                <a:ext cx="455" cy="358"/>
              </a:xfrm>
              <a:prstGeom prst="rect">
                <a:avLst/>
              </a:prstGeom>
              <a:solidFill>
                <a:srgbClr val="515151"/>
              </a:solidFill>
              <a:ln w="9525">
                <a:noFill/>
                <a:miter lim="800000"/>
                <a:headEnd/>
                <a:tailEnd/>
              </a:ln>
            </p:spPr>
            <p:txBody>
              <a:bodyPr/>
              <a:lstStyle/>
              <a:p>
                <a:pPr algn="ctr"/>
                <a:endParaRPr lang="pt-BR" sz="2400"/>
              </a:p>
            </p:txBody>
          </p:sp>
          <p:sp>
            <p:nvSpPr>
              <p:cNvPr id="338" name="Freeform 405"/>
              <p:cNvSpPr>
                <a:spLocks/>
              </p:cNvSpPr>
              <p:nvPr/>
            </p:nvSpPr>
            <p:spPr bwMode="auto">
              <a:xfrm>
                <a:off x="1194" y="2738"/>
                <a:ext cx="160" cy="75"/>
              </a:xfrm>
              <a:custGeom>
                <a:avLst/>
                <a:gdLst>
                  <a:gd name="T0" fmla="*/ 0 w 1595"/>
                  <a:gd name="T1" fmla="*/ 0 h 742"/>
                  <a:gd name="T2" fmla="*/ 0 w 1595"/>
                  <a:gd name="T3" fmla="*/ 0 h 742"/>
                  <a:gd name="T4" fmla="*/ 0 w 1595"/>
                  <a:gd name="T5" fmla="*/ 0 h 742"/>
                  <a:gd name="T6" fmla="*/ 0 w 1595"/>
                  <a:gd name="T7" fmla="*/ 0 h 742"/>
                  <a:gd name="T8" fmla="*/ 0 w 1595"/>
                  <a:gd name="T9" fmla="*/ 0 h 742"/>
                  <a:gd name="T10" fmla="*/ 0 w 1595"/>
                  <a:gd name="T11" fmla="*/ 0 h 742"/>
                  <a:gd name="T12" fmla="*/ 0 w 1595"/>
                  <a:gd name="T13" fmla="*/ 0 h 742"/>
                  <a:gd name="T14" fmla="*/ 0 60000 65536"/>
                  <a:gd name="T15" fmla="*/ 0 60000 65536"/>
                  <a:gd name="T16" fmla="*/ 0 60000 65536"/>
                  <a:gd name="T17" fmla="*/ 0 60000 65536"/>
                  <a:gd name="T18" fmla="*/ 0 60000 65536"/>
                  <a:gd name="T19" fmla="*/ 0 60000 65536"/>
                  <a:gd name="T20" fmla="*/ 0 60000 65536"/>
                  <a:gd name="T21" fmla="*/ 0 w 1595"/>
                  <a:gd name="T22" fmla="*/ 0 h 742"/>
                  <a:gd name="T23" fmla="*/ 1595 w 1595"/>
                  <a:gd name="T24" fmla="*/ 742 h 7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95" h="742">
                    <a:moveTo>
                      <a:pt x="878" y="0"/>
                    </a:moveTo>
                    <a:lnTo>
                      <a:pt x="1339" y="0"/>
                    </a:lnTo>
                    <a:lnTo>
                      <a:pt x="1595" y="517"/>
                    </a:lnTo>
                    <a:lnTo>
                      <a:pt x="1534" y="742"/>
                    </a:lnTo>
                    <a:lnTo>
                      <a:pt x="0" y="742"/>
                    </a:lnTo>
                    <a:lnTo>
                      <a:pt x="0" y="529"/>
                    </a:lnTo>
                    <a:lnTo>
                      <a:pt x="878" y="0"/>
                    </a:lnTo>
                    <a:close/>
                  </a:path>
                </a:pathLst>
              </a:custGeom>
              <a:solidFill>
                <a:srgbClr val="FFFFFF"/>
              </a:solidFill>
              <a:ln w="9525">
                <a:noFill/>
                <a:round/>
                <a:headEnd/>
                <a:tailEnd/>
              </a:ln>
            </p:spPr>
            <p:txBody>
              <a:bodyPr/>
              <a:lstStyle/>
              <a:p>
                <a:pPr algn="ctr"/>
                <a:endParaRPr lang="pt-BR" sz="2400"/>
              </a:p>
            </p:txBody>
          </p:sp>
          <p:sp>
            <p:nvSpPr>
              <p:cNvPr id="339" name="Freeform 406"/>
              <p:cNvSpPr>
                <a:spLocks/>
              </p:cNvSpPr>
              <p:nvPr/>
            </p:nvSpPr>
            <p:spPr bwMode="auto">
              <a:xfrm>
                <a:off x="749" y="2559"/>
                <a:ext cx="215" cy="109"/>
              </a:xfrm>
              <a:custGeom>
                <a:avLst/>
                <a:gdLst>
                  <a:gd name="T0" fmla="*/ 0 w 2156"/>
                  <a:gd name="T1" fmla="*/ 0 h 1089"/>
                  <a:gd name="T2" fmla="*/ 0 w 2156"/>
                  <a:gd name="T3" fmla="*/ 0 h 1089"/>
                  <a:gd name="T4" fmla="*/ 0 w 2156"/>
                  <a:gd name="T5" fmla="*/ 0 h 1089"/>
                  <a:gd name="T6" fmla="*/ 0 w 2156"/>
                  <a:gd name="T7" fmla="*/ 0 h 1089"/>
                  <a:gd name="T8" fmla="*/ 0 w 2156"/>
                  <a:gd name="T9" fmla="*/ 0 h 1089"/>
                  <a:gd name="T10" fmla="*/ 0 w 2156"/>
                  <a:gd name="T11" fmla="*/ 0 h 1089"/>
                  <a:gd name="T12" fmla="*/ 0 w 2156"/>
                  <a:gd name="T13" fmla="*/ 0 h 1089"/>
                  <a:gd name="T14" fmla="*/ 0 w 2156"/>
                  <a:gd name="T15" fmla="*/ 0 h 1089"/>
                  <a:gd name="T16" fmla="*/ 0 w 2156"/>
                  <a:gd name="T17" fmla="*/ 0 h 1089"/>
                  <a:gd name="T18" fmla="*/ 0 w 2156"/>
                  <a:gd name="T19" fmla="*/ 0 h 1089"/>
                  <a:gd name="T20" fmla="*/ 0 w 2156"/>
                  <a:gd name="T21" fmla="*/ 0 h 10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56"/>
                  <a:gd name="T34" fmla="*/ 0 h 1089"/>
                  <a:gd name="T35" fmla="*/ 2156 w 2156"/>
                  <a:gd name="T36" fmla="*/ 1089 h 10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56" h="1089">
                    <a:moveTo>
                      <a:pt x="1834" y="1089"/>
                    </a:moveTo>
                    <a:lnTo>
                      <a:pt x="1868" y="961"/>
                    </a:lnTo>
                    <a:lnTo>
                      <a:pt x="1988" y="915"/>
                    </a:lnTo>
                    <a:lnTo>
                      <a:pt x="2156" y="869"/>
                    </a:lnTo>
                    <a:lnTo>
                      <a:pt x="2141" y="551"/>
                    </a:lnTo>
                    <a:lnTo>
                      <a:pt x="1700" y="0"/>
                    </a:lnTo>
                    <a:lnTo>
                      <a:pt x="486" y="0"/>
                    </a:lnTo>
                    <a:lnTo>
                      <a:pt x="0" y="274"/>
                    </a:lnTo>
                    <a:lnTo>
                      <a:pt x="1129" y="897"/>
                    </a:lnTo>
                    <a:lnTo>
                      <a:pt x="1505" y="961"/>
                    </a:lnTo>
                    <a:lnTo>
                      <a:pt x="1834" y="1089"/>
                    </a:lnTo>
                    <a:close/>
                  </a:path>
                </a:pathLst>
              </a:custGeom>
              <a:solidFill>
                <a:srgbClr val="FFC98E"/>
              </a:solidFill>
              <a:ln w="9525">
                <a:noFill/>
                <a:round/>
                <a:headEnd/>
                <a:tailEnd/>
              </a:ln>
            </p:spPr>
            <p:txBody>
              <a:bodyPr/>
              <a:lstStyle/>
              <a:p>
                <a:pPr algn="ctr"/>
                <a:endParaRPr lang="pt-BR" sz="2400"/>
              </a:p>
            </p:txBody>
          </p:sp>
          <p:sp>
            <p:nvSpPr>
              <p:cNvPr id="340" name="Freeform 407"/>
              <p:cNvSpPr>
                <a:spLocks/>
              </p:cNvSpPr>
              <p:nvPr/>
            </p:nvSpPr>
            <p:spPr bwMode="auto">
              <a:xfrm>
                <a:off x="1122" y="2668"/>
                <a:ext cx="179" cy="131"/>
              </a:xfrm>
              <a:custGeom>
                <a:avLst/>
                <a:gdLst>
                  <a:gd name="T0" fmla="*/ 0 w 1785"/>
                  <a:gd name="T1" fmla="*/ 0 h 1313"/>
                  <a:gd name="T2" fmla="*/ 0 w 1785"/>
                  <a:gd name="T3" fmla="*/ 0 h 1313"/>
                  <a:gd name="T4" fmla="*/ 0 w 1785"/>
                  <a:gd name="T5" fmla="*/ 0 h 1313"/>
                  <a:gd name="T6" fmla="*/ 0 w 1785"/>
                  <a:gd name="T7" fmla="*/ 0 h 1313"/>
                  <a:gd name="T8" fmla="*/ 0 w 1785"/>
                  <a:gd name="T9" fmla="*/ 0 h 1313"/>
                  <a:gd name="T10" fmla="*/ 0 w 1785"/>
                  <a:gd name="T11" fmla="*/ 0 h 1313"/>
                  <a:gd name="T12" fmla="*/ 0 w 1785"/>
                  <a:gd name="T13" fmla="*/ 0 h 1313"/>
                  <a:gd name="T14" fmla="*/ 0 w 1785"/>
                  <a:gd name="T15" fmla="*/ 0 h 1313"/>
                  <a:gd name="T16" fmla="*/ 0 w 1785"/>
                  <a:gd name="T17" fmla="*/ 0 h 1313"/>
                  <a:gd name="T18" fmla="*/ 0 w 1785"/>
                  <a:gd name="T19" fmla="*/ 0 h 1313"/>
                  <a:gd name="T20" fmla="*/ 0 w 1785"/>
                  <a:gd name="T21" fmla="*/ 0 h 1313"/>
                  <a:gd name="T22" fmla="*/ 0 w 1785"/>
                  <a:gd name="T23" fmla="*/ 0 h 1313"/>
                  <a:gd name="T24" fmla="*/ 0 w 1785"/>
                  <a:gd name="T25" fmla="*/ 0 h 1313"/>
                  <a:gd name="T26" fmla="*/ 0 w 1785"/>
                  <a:gd name="T27" fmla="*/ 0 h 1313"/>
                  <a:gd name="T28" fmla="*/ 0 w 1785"/>
                  <a:gd name="T29" fmla="*/ 0 h 13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85"/>
                  <a:gd name="T46" fmla="*/ 0 h 1313"/>
                  <a:gd name="T47" fmla="*/ 1785 w 1785"/>
                  <a:gd name="T48" fmla="*/ 1313 h 13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85" h="1313">
                    <a:moveTo>
                      <a:pt x="1348" y="1303"/>
                    </a:moveTo>
                    <a:lnTo>
                      <a:pt x="1418" y="1208"/>
                    </a:lnTo>
                    <a:lnTo>
                      <a:pt x="1693" y="1313"/>
                    </a:lnTo>
                    <a:lnTo>
                      <a:pt x="1750" y="1313"/>
                    </a:lnTo>
                    <a:lnTo>
                      <a:pt x="1785" y="1286"/>
                    </a:lnTo>
                    <a:lnTo>
                      <a:pt x="1785" y="1149"/>
                    </a:lnTo>
                    <a:lnTo>
                      <a:pt x="1659" y="782"/>
                    </a:lnTo>
                    <a:lnTo>
                      <a:pt x="1121" y="327"/>
                    </a:lnTo>
                    <a:lnTo>
                      <a:pt x="358" y="0"/>
                    </a:lnTo>
                    <a:lnTo>
                      <a:pt x="0" y="187"/>
                    </a:lnTo>
                    <a:lnTo>
                      <a:pt x="0" y="924"/>
                    </a:lnTo>
                    <a:lnTo>
                      <a:pt x="380" y="1183"/>
                    </a:lnTo>
                    <a:lnTo>
                      <a:pt x="889" y="1223"/>
                    </a:lnTo>
                    <a:lnTo>
                      <a:pt x="1195" y="1313"/>
                    </a:lnTo>
                    <a:lnTo>
                      <a:pt x="1348" y="1303"/>
                    </a:lnTo>
                    <a:close/>
                  </a:path>
                </a:pathLst>
              </a:custGeom>
              <a:solidFill>
                <a:srgbClr val="FFC98E"/>
              </a:solidFill>
              <a:ln w="9525">
                <a:noFill/>
                <a:round/>
                <a:headEnd/>
                <a:tailEnd/>
              </a:ln>
            </p:spPr>
            <p:txBody>
              <a:bodyPr/>
              <a:lstStyle/>
              <a:p>
                <a:pPr algn="ctr"/>
                <a:endParaRPr lang="pt-BR" sz="2400"/>
              </a:p>
            </p:txBody>
          </p:sp>
          <p:sp>
            <p:nvSpPr>
              <p:cNvPr id="341" name="Freeform 408"/>
              <p:cNvSpPr>
                <a:spLocks/>
              </p:cNvSpPr>
              <p:nvPr/>
            </p:nvSpPr>
            <p:spPr bwMode="auto">
              <a:xfrm>
                <a:off x="76" y="2119"/>
                <a:ext cx="923" cy="750"/>
              </a:xfrm>
              <a:custGeom>
                <a:avLst/>
                <a:gdLst>
                  <a:gd name="T0" fmla="*/ 0 w 9227"/>
                  <a:gd name="T1" fmla="*/ 0 h 7499"/>
                  <a:gd name="T2" fmla="*/ 0 w 9227"/>
                  <a:gd name="T3" fmla="*/ 0 h 7499"/>
                  <a:gd name="T4" fmla="*/ 0 w 9227"/>
                  <a:gd name="T5" fmla="*/ 0 h 7499"/>
                  <a:gd name="T6" fmla="*/ 0 w 9227"/>
                  <a:gd name="T7" fmla="*/ 0 h 7499"/>
                  <a:gd name="T8" fmla="*/ 0 w 9227"/>
                  <a:gd name="T9" fmla="*/ 0 h 7499"/>
                  <a:gd name="T10" fmla="*/ 0 w 9227"/>
                  <a:gd name="T11" fmla="*/ 0 h 7499"/>
                  <a:gd name="T12" fmla="*/ 0 w 9227"/>
                  <a:gd name="T13" fmla="*/ 0 h 7499"/>
                  <a:gd name="T14" fmla="*/ 0 w 9227"/>
                  <a:gd name="T15" fmla="*/ 0 h 7499"/>
                  <a:gd name="T16" fmla="*/ 0 w 9227"/>
                  <a:gd name="T17" fmla="*/ 0 h 7499"/>
                  <a:gd name="T18" fmla="*/ 0 w 9227"/>
                  <a:gd name="T19" fmla="*/ 0 h 7499"/>
                  <a:gd name="T20" fmla="*/ 0 w 9227"/>
                  <a:gd name="T21" fmla="*/ 0 h 7499"/>
                  <a:gd name="T22" fmla="*/ 0 w 9227"/>
                  <a:gd name="T23" fmla="*/ 0 h 7499"/>
                  <a:gd name="T24" fmla="*/ 0 w 9227"/>
                  <a:gd name="T25" fmla="*/ 0 h 7499"/>
                  <a:gd name="T26" fmla="*/ 0 w 9227"/>
                  <a:gd name="T27" fmla="*/ 0 h 7499"/>
                  <a:gd name="T28" fmla="*/ 0 w 9227"/>
                  <a:gd name="T29" fmla="*/ 0 h 7499"/>
                  <a:gd name="T30" fmla="*/ 0 w 9227"/>
                  <a:gd name="T31" fmla="*/ 0 h 7499"/>
                  <a:gd name="T32" fmla="*/ 0 w 9227"/>
                  <a:gd name="T33" fmla="*/ 0 h 7499"/>
                  <a:gd name="T34" fmla="*/ 0 w 9227"/>
                  <a:gd name="T35" fmla="*/ 0 h 7499"/>
                  <a:gd name="T36" fmla="*/ 0 w 9227"/>
                  <a:gd name="T37" fmla="*/ 0 h 7499"/>
                  <a:gd name="T38" fmla="*/ 0 w 9227"/>
                  <a:gd name="T39" fmla="*/ 0 h 7499"/>
                  <a:gd name="T40" fmla="*/ 0 w 9227"/>
                  <a:gd name="T41" fmla="*/ 0 h 7499"/>
                  <a:gd name="T42" fmla="*/ 0 w 9227"/>
                  <a:gd name="T43" fmla="*/ 0 h 7499"/>
                  <a:gd name="T44" fmla="*/ 0 w 9227"/>
                  <a:gd name="T45" fmla="*/ 0 h 7499"/>
                  <a:gd name="T46" fmla="*/ 0 w 9227"/>
                  <a:gd name="T47" fmla="*/ 0 h 7499"/>
                  <a:gd name="T48" fmla="*/ 0 w 9227"/>
                  <a:gd name="T49" fmla="*/ 0 h 7499"/>
                  <a:gd name="T50" fmla="*/ 0 w 9227"/>
                  <a:gd name="T51" fmla="*/ 0 h 7499"/>
                  <a:gd name="T52" fmla="*/ 0 w 9227"/>
                  <a:gd name="T53" fmla="*/ 0 h 7499"/>
                  <a:gd name="T54" fmla="*/ 0 w 9227"/>
                  <a:gd name="T55" fmla="*/ 0 h 7499"/>
                  <a:gd name="T56" fmla="*/ 0 w 9227"/>
                  <a:gd name="T57" fmla="*/ 0 h 7499"/>
                  <a:gd name="T58" fmla="*/ 0 w 9227"/>
                  <a:gd name="T59" fmla="*/ 0 h 7499"/>
                  <a:gd name="T60" fmla="*/ 0 w 9227"/>
                  <a:gd name="T61" fmla="*/ 0 h 7499"/>
                  <a:gd name="T62" fmla="*/ 0 w 9227"/>
                  <a:gd name="T63" fmla="*/ 0 h 7499"/>
                  <a:gd name="T64" fmla="*/ 0 w 9227"/>
                  <a:gd name="T65" fmla="*/ 0 h 7499"/>
                  <a:gd name="T66" fmla="*/ 0 w 9227"/>
                  <a:gd name="T67" fmla="*/ 0 h 7499"/>
                  <a:gd name="T68" fmla="*/ 0 w 9227"/>
                  <a:gd name="T69" fmla="*/ 0 h 7499"/>
                  <a:gd name="T70" fmla="*/ 0 w 9227"/>
                  <a:gd name="T71" fmla="*/ 0 h 7499"/>
                  <a:gd name="T72" fmla="*/ 0 w 9227"/>
                  <a:gd name="T73" fmla="*/ 0 h 7499"/>
                  <a:gd name="T74" fmla="*/ 0 w 9227"/>
                  <a:gd name="T75" fmla="*/ 0 h 7499"/>
                  <a:gd name="T76" fmla="*/ 0 w 9227"/>
                  <a:gd name="T77" fmla="*/ 0 h 7499"/>
                  <a:gd name="T78" fmla="*/ 0 w 9227"/>
                  <a:gd name="T79" fmla="*/ 0 h 7499"/>
                  <a:gd name="T80" fmla="*/ 0 w 9227"/>
                  <a:gd name="T81" fmla="*/ 0 h 7499"/>
                  <a:gd name="T82" fmla="*/ 0 w 9227"/>
                  <a:gd name="T83" fmla="*/ 0 h 7499"/>
                  <a:gd name="T84" fmla="*/ 0 w 9227"/>
                  <a:gd name="T85" fmla="*/ 0 h 749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227"/>
                  <a:gd name="T130" fmla="*/ 0 h 7499"/>
                  <a:gd name="T131" fmla="*/ 9227 w 9227"/>
                  <a:gd name="T132" fmla="*/ 7499 h 749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227" h="7499">
                    <a:moveTo>
                      <a:pt x="8470" y="7073"/>
                    </a:moveTo>
                    <a:lnTo>
                      <a:pt x="8624" y="7073"/>
                    </a:lnTo>
                    <a:lnTo>
                      <a:pt x="8895" y="6908"/>
                    </a:lnTo>
                    <a:lnTo>
                      <a:pt x="9227" y="6135"/>
                    </a:lnTo>
                    <a:lnTo>
                      <a:pt x="9227" y="5853"/>
                    </a:lnTo>
                    <a:lnTo>
                      <a:pt x="8624" y="5711"/>
                    </a:lnTo>
                    <a:lnTo>
                      <a:pt x="6947" y="4816"/>
                    </a:lnTo>
                    <a:lnTo>
                      <a:pt x="6947" y="4539"/>
                    </a:lnTo>
                    <a:lnTo>
                      <a:pt x="7188" y="4379"/>
                    </a:lnTo>
                    <a:lnTo>
                      <a:pt x="6785" y="4379"/>
                    </a:lnTo>
                    <a:lnTo>
                      <a:pt x="6471" y="4307"/>
                    </a:lnTo>
                    <a:lnTo>
                      <a:pt x="5750" y="4307"/>
                    </a:lnTo>
                    <a:lnTo>
                      <a:pt x="5109" y="3922"/>
                    </a:lnTo>
                    <a:lnTo>
                      <a:pt x="4894" y="3343"/>
                    </a:lnTo>
                    <a:lnTo>
                      <a:pt x="4484" y="3151"/>
                    </a:lnTo>
                    <a:lnTo>
                      <a:pt x="4176" y="2280"/>
                    </a:lnTo>
                    <a:lnTo>
                      <a:pt x="4176" y="1971"/>
                    </a:lnTo>
                    <a:lnTo>
                      <a:pt x="3974" y="1414"/>
                    </a:lnTo>
                    <a:lnTo>
                      <a:pt x="3770" y="1226"/>
                    </a:lnTo>
                    <a:lnTo>
                      <a:pt x="3661" y="968"/>
                    </a:lnTo>
                    <a:lnTo>
                      <a:pt x="3404" y="710"/>
                    </a:lnTo>
                    <a:lnTo>
                      <a:pt x="1841" y="0"/>
                    </a:lnTo>
                    <a:lnTo>
                      <a:pt x="1488" y="121"/>
                    </a:lnTo>
                    <a:lnTo>
                      <a:pt x="1434" y="381"/>
                    </a:lnTo>
                    <a:lnTo>
                      <a:pt x="1121" y="449"/>
                    </a:lnTo>
                    <a:lnTo>
                      <a:pt x="993" y="615"/>
                    </a:lnTo>
                    <a:lnTo>
                      <a:pt x="993" y="710"/>
                    </a:lnTo>
                    <a:lnTo>
                      <a:pt x="776" y="870"/>
                    </a:lnTo>
                    <a:lnTo>
                      <a:pt x="776" y="1056"/>
                    </a:lnTo>
                    <a:lnTo>
                      <a:pt x="352" y="1535"/>
                    </a:lnTo>
                    <a:lnTo>
                      <a:pt x="17" y="2519"/>
                    </a:lnTo>
                    <a:lnTo>
                      <a:pt x="0" y="3037"/>
                    </a:lnTo>
                    <a:lnTo>
                      <a:pt x="95" y="4019"/>
                    </a:lnTo>
                    <a:lnTo>
                      <a:pt x="95" y="4912"/>
                    </a:lnTo>
                    <a:lnTo>
                      <a:pt x="148" y="5126"/>
                    </a:lnTo>
                    <a:lnTo>
                      <a:pt x="462" y="5689"/>
                    </a:lnTo>
                    <a:lnTo>
                      <a:pt x="1232" y="6652"/>
                    </a:lnTo>
                    <a:lnTo>
                      <a:pt x="1454" y="7400"/>
                    </a:lnTo>
                    <a:lnTo>
                      <a:pt x="1604" y="7499"/>
                    </a:lnTo>
                    <a:lnTo>
                      <a:pt x="1841" y="7499"/>
                    </a:lnTo>
                    <a:lnTo>
                      <a:pt x="7114" y="6606"/>
                    </a:lnTo>
                    <a:lnTo>
                      <a:pt x="8105" y="6862"/>
                    </a:lnTo>
                    <a:lnTo>
                      <a:pt x="8470" y="7073"/>
                    </a:lnTo>
                    <a:close/>
                  </a:path>
                </a:pathLst>
              </a:custGeom>
              <a:solidFill>
                <a:srgbClr val="FFFFFF"/>
              </a:solidFill>
              <a:ln w="9525">
                <a:noFill/>
                <a:round/>
                <a:headEnd/>
                <a:tailEnd/>
              </a:ln>
            </p:spPr>
            <p:txBody>
              <a:bodyPr/>
              <a:lstStyle/>
              <a:p>
                <a:pPr algn="ctr"/>
                <a:endParaRPr lang="pt-BR" sz="2400"/>
              </a:p>
            </p:txBody>
          </p:sp>
          <p:sp>
            <p:nvSpPr>
              <p:cNvPr id="342" name="Freeform 409"/>
              <p:cNvSpPr>
                <a:spLocks/>
              </p:cNvSpPr>
              <p:nvPr/>
            </p:nvSpPr>
            <p:spPr bwMode="auto">
              <a:xfrm>
                <a:off x="242" y="2192"/>
                <a:ext cx="201" cy="235"/>
              </a:xfrm>
              <a:custGeom>
                <a:avLst/>
                <a:gdLst>
                  <a:gd name="T0" fmla="*/ 0 w 2005"/>
                  <a:gd name="T1" fmla="*/ 0 h 2354"/>
                  <a:gd name="T2" fmla="*/ 0 w 2005"/>
                  <a:gd name="T3" fmla="*/ 0 h 2354"/>
                  <a:gd name="T4" fmla="*/ 0 w 2005"/>
                  <a:gd name="T5" fmla="*/ 0 h 2354"/>
                  <a:gd name="T6" fmla="*/ 0 w 2005"/>
                  <a:gd name="T7" fmla="*/ 0 h 2354"/>
                  <a:gd name="T8" fmla="*/ 0 w 2005"/>
                  <a:gd name="T9" fmla="*/ 0 h 2354"/>
                  <a:gd name="T10" fmla="*/ 0 w 2005"/>
                  <a:gd name="T11" fmla="*/ 0 h 2354"/>
                  <a:gd name="T12" fmla="*/ 0 w 2005"/>
                  <a:gd name="T13" fmla="*/ 0 h 2354"/>
                  <a:gd name="T14" fmla="*/ 0 w 2005"/>
                  <a:gd name="T15" fmla="*/ 0 h 2354"/>
                  <a:gd name="T16" fmla="*/ 0 w 2005"/>
                  <a:gd name="T17" fmla="*/ 0 h 2354"/>
                  <a:gd name="T18" fmla="*/ 0 w 2005"/>
                  <a:gd name="T19" fmla="*/ 0 h 2354"/>
                  <a:gd name="T20" fmla="*/ 0 w 2005"/>
                  <a:gd name="T21" fmla="*/ 0 h 2354"/>
                  <a:gd name="T22" fmla="*/ 0 w 2005"/>
                  <a:gd name="T23" fmla="*/ 0 h 2354"/>
                  <a:gd name="T24" fmla="*/ 0 w 2005"/>
                  <a:gd name="T25" fmla="*/ 0 h 2354"/>
                  <a:gd name="T26" fmla="*/ 0 w 2005"/>
                  <a:gd name="T27" fmla="*/ 0 h 2354"/>
                  <a:gd name="T28" fmla="*/ 0 w 2005"/>
                  <a:gd name="T29" fmla="*/ 0 h 2354"/>
                  <a:gd name="T30" fmla="*/ 0 w 2005"/>
                  <a:gd name="T31" fmla="*/ 0 h 2354"/>
                  <a:gd name="T32" fmla="*/ 0 w 2005"/>
                  <a:gd name="T33" fmla="*/ 0 h 235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05"/>
                  <a:gd name="T52" fmla="*/ 0 h 2354"/>
                  <a:gd name="T53" fmla="*/ 2005 w 2005"/>
                  <a:gd name="T54" fmla="*/ 2354 h 235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05" h="2354">
                    <a:moveTo>
                      <a:pt x="0" y="0"/>
                    </a:moveTo>
                    <a:lnTo>
                      <a:pt x="128" y="170"/>
                    </a:lnTo>
                    <a:lnTo>
                      <a:pt x="128" y="381"/>
                    </a:lnTo>
                    <a:lnTo>
                      <a:pt x="693" y="985"/>
                    </a:lnTo>
                    <a:lnTo>
                      <a:pt x="1047" y="985"/>
                    </a:lnTo>
                    <a:lnTo>
                      <a:pt x="1446" y="1552"/>
                    </a:lnTo>
                    <a:lnTo>
                      <a:pt x="1601" y="1156"/>
                    </a:lnTo>
                    <a:lnTo>
                      <a:pt x="1601" y="1434"/>
                    </a:lnTo>
                    <a:lnTo>
                      <a:pt x="1757" y="1928"/>
                    </a:lnTo>
                    <a:lnTo>
                      <a:pt x="1803" y="2209"/>
                    </a:lnTo>
                    <a:lnTo>
                      <a:pt x="2005" y="2354"/>
                    </a:lnTo>
                    <a:lnTo>
                      <a:pt x="1730" y="897"/>
                    </a:lnTo>
                    <a:lnTo>
                      <a:pt x="1580" y="825"/>
                    </a:lnTo>
                    <a:lnTo>
                      <a:pt x="1446" y="1223"/>
                    </a:lnTo>
                    <a:lnTo>
                      <a:pt x="1122" y="807"/>
                    </a:lnTo>
                    <a:lnTo>
                      <a:pt x="238" y="142"/>
                    </a:lnTo>
                    <a:lnTo>
                      <a:pt x="0" y="0"/>
                    </a:lnTo>
                    <a:close/>
                  </a:path>
                </a:pathLst>
              </a:custGeom>
              <a:solidFill>
                <a:srgbClr val="B5B5B5"/>
              </a:solidFill>
              <a:ln w="9525">
                <a:noFill/>
                <a:round/>
                <a:headEnd/>
                <a:tailEnd/>
              </a:ln>
            </p:spPr>
            <p:txBody>
              <a:bodyPr/>
              <a:lstStyle/>
              <a:p>
                <a:pPr algn="ctr"/>
                <a:endParaRPr lang="pt-BR" sz="2400"/>
              </a:p>
            </p:txBody>
          </p:sp>
          <p:sp>
            <p:nvSpPr>
              <p:cNvPr id="343" name="Freeform 410"/>
              <p:cNvSpPr>
                <a:spLocks/>
              </p:cNvSpPr>
              <p:nvPr/>
            </p:nvSpPr>
            <p:spPr bwMode="auto">
              <a:xfrm>
                <a:off x="154" y="2126"/>
                <a:ext cx="83" cy="99"/>
              </a:xfrm>
              <a:custGeom>
                <a:avLst/>
                <a:gdLst>
                  <a:gd name="T0" fmla="*/ 0 w 828"/>
                  <a:gd name="T1" fmla="*/ 0 h 983"/>
                  <a:gd name="T2" fmla="*/ 0 w 828"/>
                  <a:gd name="T3" fmla="*/ 0 h 983"/>
                  <a:gd name="T4" fmla="*/ 0 w 828"/>
                  <a:gd name="T5" fmla="*/ 0 h 983"/>
                  <a:gd name="T6" fmla="*/ 0 w 828"/>
                  <a:gd name="T7" fmla="*/ 0 h 983"/>
                  <a:gd name="T8" fmla="*/ 0 w 828"/>
                  <a:gd name="T9" fmla="*/ 0 h 983"/>
                  <a:gd name="T10" fmla="*/ 0 w 828"/>
                  <a:gd name="T11" fmla="*/ 0 h 983"/>
                  <a:gd name="T12" fmla="*/ 0 w 828"/>
                  <a:gd name="T13" fmla="*/ 0 h 983"/>
                  <a:gd name="T14" fmla="*/ 0 w 828"/>
                  <a:gd name="T15" fmla="*/ 0 h 983"/>
                  <a:gd name="T16" fmla="*/ 0 w 828"/>
                  <a:gd name="T17" fmla="*/ 0 h 983"/>
                  <a:gd name="T18" fmla="*/ 0 w 828"/>
                  <a:gd name="T19" fmla="*/ 0 h 983"/>
                  <a:gd name="T20" fmla="*/ 0 w 828"/>
                  <a:gd name="T21" fmla="*/ 0 h 983"/>
                  <a:gd name="T22" fmla="*/ 0 w 828"/>
                  <a:gd name="T23" fmla="*/ 0 h 983"/>
                  <a:gd name="T24" fmla="*/ 0 w 828"/>
                  <a:gd name="T25" fmla="*/ 0 h 983"/>
                  <a:gd name="T26" fmla="*/ 0 w 828"/>
                  <a:gd name="T27" fmla="*/ 0 h 983"/>
                  <a:gd name="T28" fmla="*/ 0 w 828"/>
                  <a:gd name="T29" fmla="*/ 0 h 983"/>
                  <a:gd name="T30" fmla="*/ 0 w 828"/>
                  <a:gd name="T31" fmla="*/ 0 h 9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28"/>
                  <a:gd name="T49" fmla="*/ 0 h 983"/>
                  <a:gd name="T50" fmla="*/ 828 w 828"/>
                  <a:gd name="T51" fmla="*/ 983 h 9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28" h="983">
                    <a:moveTo>
                      <a:pt x="0" y="983"/>
                    </a:moveTo>
                    <a:lnTo>
                      <a:pt x="71" y="825"/>
                    </a:lnTo>
                    <a:lnTo>
                      <a:pt x="382" y="637"/>
                    </a:lnTo>
                    <a:lnTo>
                      <a:pt x="382" y="468"/>
                    </a:lnTo>
                    <a:lnTo>
                      <a:pt x="626" y="468"/>
                    </a:lnTo>
                    <a:lnTo>
                      <a:pt x="828" y="725"/>
                    </a:lnTo>
                    <a:lnTo>
                      <a:pt x="750" y="448"/>
                    </a:lnTo>
                    <a:lnTo>
                      <a:pt x="750" y="238"/>
                    </a:lnTo>
                    <a:lnTo>
                      <a:pt x="828" y="48"/>
                    </a:lnTo>
                    <a:lnTo>
                      <a:pt x="733" y="0"/>
                    </a:lnTo>
                    <a:lnTo>
                      <a:pt x="658" y="282"/>
                    </a:lnTo>
                    <a:lnTo>
                      <a:pt x="345" y="376"/>
                    </a:lnTo>
                    <a:lnTo>
                      <a:pt x="217" y="519"/>
                    </a:lnTo>
                    <a:lnTo>
                      <a:pt x="217" y="637"/>
                    </a:lnTo>
                    <a:lnTo>
                      <a:pt x="0" y="797"/>
                    </a:lnTo>
                    <a:lnTo>
                      <a:pt x="0" y="983"/>
                    </a:lnTo>
                    <a:close/>
                  </a:path>
                </a:pathLst>
              </a:custGeom>
              <a:solidFill>
                <a:srgbClr val="B5B5B5"/>
              </a:solidFill>
              <a:ln w="9525">
                <a:noFill/>
                <a:round/>
                <a:headEnd/>
                <a:tailEnd/>
              </a:ln>
            </p:spPr>
            <p:txBody>
              <a:bodyPr/>
              <a:lstStyle/>
              <a:p>
                <a:pPr algn="ctr"/>
                <a:endParaRPr lang="pt-BR" sz="2400"/>
              </a:p>
            </p:txBody>
          </p:sp>
          <p:sp>
            <p:nvSpPr>
              <p:cNvPr id="344" name="Freeform 411"/>
              <p:cNvSpPr>
                <a:spLocks/>
              </p:cNvSpPr>
              <p:nvPr/>
            </p:nvSpPr>
            <p:spPr bwMode="auto">
              <a:xfrm>
                <a:off x="88" y="2288"/>
                <a:ext cx="880" cy="581"/>
              </a:xfrm>
              <a:custGeom>
                <a:avLst/>
                <a:gdLst>
                  <a:gd name="T0" fmla="*/ 0 w 8798"/>
                  <a:gd name="T1" fmla="*/ 0 h 5808"/>
                  <a:gd name="T2" fmla="*/ 0 w 8798"/>
                  <a:gd name="T3" fmla="*/ 0 h 5808"/>
                  <a:gd name="T4" fmla="*/ 0 w 8798"/>
                  <a:gd name="T5" fmla="*/ 0 h 5808"/>
                  <a:gd name="T6" fmla="*/ 0 w 8798"/>
                  <a:gd name="T7" fmla="*/ 0 h 5808"/>
                  <a:gd name="T8" fmla="*/ 0 w 8798"/>
                  <a:gd name="T9" fmla="*/ 0 h 5808"/>
                  <a:gd name="T10" fmla="*/ 0 w 8798"/>
                  <a:gd name="T11" fmla="*/ 0 h 5808"/>
                  <a:gd name="T12" fmla="*/ 0 w 8798"/>
                  <a:gd name="T13" fmla="*/ 0 h 5808"/>
                  <a:gd name="T14" fmla="*/ 0 w 8798"/>
                  <a:gd name="T15" fmla="*/ 0 h 5808"/>
                  <a:gd name="T16" fmla="*/ 0 w 8798"/>
                  <a:gd name="T17" fmla="*/ 0 h 5808"/>
                  <a:gd name="T18" fmla="*/ 0 w 8798"/>
                  <a:gd name="T19" fmla="*/ 0 h 5808"/>
                  <a:gd name="T20" fmla="*/ 0 w 8798"/>
                  <a:gd name="T21" fmla="*/ 0 h 5808"/>
                  <a:gd name="T22" fmla="*/ 0 w 8798"/>
                  <a:gd name="T23" fmla="*/ 0 h 5808"/>
                  <a:gd name="T24" fmla="*/ 0 w 8798"/>
                  <a:gd name="T25" fmla="*/ 0 h 5808"/>
                  <a:gd name="T26" fmla="*/ 0 w 8798"/>
                  <a:gd name="T27" fmla="*/ 0 h 5808"/>
                  <a:gd name="T28" fmla="*/ 0 w 8798"/>
                  <a:gd name="T29" fmla="*/ 0 h 5808"/>
                  <a:gd name="T30" fmla="*/ 0 w 8798"/>
                  <a:gd name="T31" fmla="*/ 0 h 5808"/>
                  <a:gd name="T32" fmla="*/ 0 w 8798"/>
                  <a:gd name="T33" fmla="*/ 0 h 5808"/>
                  <a:gd name="T34" fmla="*/ 0 w 8798"/>
                  <a:gd name="T35" fmla="*/ 0 h 5808"/>
                  <a:gd name="T36" fmla="*/ 0 w 8798"/>
                  <a:gd name="T37" fmla="*/ 0 h 5808"/>
                  <a:gd name="T38" fmla="*/ 0 w 8798"/>
                  <a:gd name="T39" fmla="*/ 0 h 5808"/>
                  <a:gd name="T40" fmla="*/ 0 w 8798"/>
                  <a:gd name="T41" fmla="*/ 0 h 5808"/>
                  <a:gd name="T42" fmla="*/ 0 w 8798"/>
                  <a:gd name="T43" fmla="*/ 0 h 5808"/>
                  <a:gd name="T44" fmla="*/ 0 w 8798"/>
                  <a:gd name="T45" fmla="*/ 0 h 5808"/>
                  <a:gd name="T46" fmla="*/ 0 w 8798"/>
                  <a:gd name="T47" fmla="*/ 0 h 5808"/>
                  <a:gd name="T48" fmla="*/ 0 w 8798"/>
                  <a:gd name="T49" fmla="*/ 0 h 5808"/>
                  <a:gd name="T50" fmla="*/ 0 w 8798"/>
                  <a:gd name="T51" fmla="*/ 0 h 5808"/>
                  <a:gd name="T52" fmla="*/ 0 w 8798"/>
                  <a:gd name="T53" fmla="*/ 0 h 5808"/>
                  <a:gd name="T54" fmla="*/ 0 w 8798"/>
                  <a:gd name="T55" fmla="*/ 0 h 5808"/>
                  <a:gd name="T56" fmla="*/ 0 w 8798"/>
                  <a:gd name="T57" fmla="*/ 0 h 5808"/>
                  <a:gd name="T58" fmla="*/ 0 w 8798"/>
                  <a:gd name="T59" fmla="*/ 0 h 5808"/>
                  <a:gd name="T60" fmla="*/ 0 w 8798"/>
                  <a:gd name="T61" fmla="*/ 0 h 5808"/>
                  <a:gd name="T62" fmla="*/ 0 w 8798"/>
                  <a:gd name="T63" fmla="*/ 0 h 5808"/>
                  <a:gd name="T64" fmla="*/ 0 w 8798"/>
                  <a:gd name="T65" fmla="*/ 0 h 5808"/>
                  <a:gd name="T66" fmla="*/ 0 w 8798"/>
                  <a:gd name="T67" fmla="*/ 0 h 5808"/>
                  <a:gd name="T68" fmla="*/ 0 w 8798"/>
                  <a:gd name="T69" fmla="*/ 0 h 5808"/>
                  <a:gd name="T70" fmla="*/ 0 w 8798"/>
                  <a:gd name="T71" fmla="*/ 0 h 580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798"/>
                  <a:gd name="T109" fmla="*/ 0 h 5808"/>
                  <a:gd name="T110" fmla="*/ 8798 w 8798"/>
                  <a:gd name="T111" fmla="*/ 5808 h 580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798" h="5808">
                    <a:moveTo>
                      <a:pt x="1118" y="0"/>
                    </a:moveTo>
                    <a:lnTo>
                      <a:pt x="841" y="330"/>
                    </a:lnTo>
                    <a:lnTo>
                      <a:pt x="841" y="471"/>
                    </a:lnTo>
                    <a:lnTo>
                      <a:pt x="2956" y="1132"/>
                    </a:lnTo>
                    <a:lnTo>
                      <a:pt x="2481" y="1274"/>
                    </a:lnTo>
                    <a:lnTo>
                      <a:pt x="2794" y="1391"/>
                    </a:lnTo>
                    <a:lnTo>
                      <a:pt x="3048" y="1620"/>
                    </a:lnTo>
                    <a:lnTo>
                      <a:pt x="3617" y="1620"/>
                    </a:lnTo>
                    <a:lnTo>
                      <a:pt x="2882" y="2097"/>
                    </a:lnTo>
                    <a:lnTo>
                      <a:pt x="4095" y="2376"/>
                    </a:lnTo>
                    <a:lnTo>
                      <a:pt x="3450" y="2798"/>
                    </a:lnTo>
                    <a:lnTo>
                      <a:pt x="5029" y="2635"/>
                    </a:lnTo>
                    <a:lnTo>
                      <a:pt x="5232" y="2656"/>
                    </a:lnTo>
                    <a:lnTo>
                      <a:pt x="5383" y="2848"/>
                    </a:lnTo>
                    <a:lnTo>
                      <a:pt x="5291" y="3221"/>
                    </a:lnTo>
                    <a:lnTo>
                      <a:pt x="5786" y="3221"/>
                    </a:lnTo>
                    <a:lnTo>
                      <a:pt x="6762" y="3645"/>
                    </a:lnTo>
                    <a:lnTo>
                      <a:pt x="7036" y="3530"/>
                    </a:lnTo>
                    <a:lnTo>
                      <a:pt x="7363" y="3505"/>
                    </a:lnTo>
                    <a:lnTo>
                      <a:pt x="7052" y="3807"/>
                    </a:lnTo>
                    <a:lnTo>
                      <a:pt x="7052" y="4089"/>
                    </a:lnTo>
                    <a:lnTo>
                      <a:pt x="6798" y="4490"/>
                    </a:lnTo>
                    <a:lnTo>
                      <a:pt x="7207" y="4184"/>
                    </a:lnTo>
                    <a:lnTo>
                      <a:pt x="7461" y="4184"/>
                    </a:lnTo>
                    <a:lnTo>
                      <a:pt x="7419" y="4324"/>
                    </a:lnTo>
                    <a:lnTo>
                      <a:pt x="7593" y="4629"/>
                    </a:lnTo>
                    <a:lnTo>
                      <a:pt x="7593" y="3998"/>
                    </a:lnTo>
                    <a:lnTo>
                      <a:pt x="7883" y="3721"/>
                    </a:lnTo>
                    <a:lnTo>
                      <a:pt x="8067" y="3807"/>
                    </a:lnTo>
                    <a:lnTo>
                      <a:pt x="7939" y="4444"/>
                    </a:lnTo>
                    <a:lnTo>
                      <a:pt x="8285" y="3930"/>
                    </a:lnTo>
                    <a:lnTo>
                      <a:pt x="8456" y="3974"/>
                    </a:lnTo>
                    <a:lnTo>
                      <a:pt x="8195" y="4938"/>
                    </a:lnTo>
                    <a:lnTo>
                      <a:pt x="8798" y="5171"/>
                    </a:lnTo>
                    <a:lnTo>
                      <a:pt x="8544" y="5382"/>
                    </a:lnTo>
                    <a:lnTo>
                      <a:pt x="8342" y="5382"/>
                    </a:lnTo>
                    <a:lnTo>
                      <a:pt x="7957" y="5217"/>
                    </a:lnTo>
                    <a:lnTo>
                      <a:pt x="7533" y="5217"/>
                    </a:lnTo>
                    <a:lnTo>
                      <a:pt x="7074" y="5127"/>
                    </a:lnTo>
                    <a:lnTo>
                      <a:pt x="4555" y="4650"/>
                    </a:lnTo>
                    <a:lnTo>
                      <a:pt x="3415" y="4869"/>
                    </a:lnTo>
                    <a:lnTo>
                      <a:pt x="3797" y="4585"/>
                    </a:lnTo>
                    <a:lnTo>
                      <a:pt x="3797" y="4232"/>
                    </a:lnTo>
                    <a:lnTo>
                      <a:pt x="2624" y="5243"/>
                    </a:lnTo>
                    <a:lnTo>
                      <a:pt x="3547" y="3998"/>
                    </a:lnTo>
                    <a:lnTo>
                      <a:pt x="3246" y="3736"/>
                    </a:lnTo>
                    <a:lnTo>
                      <a:pt x="2845" y="4419"/>
                    </a:lnTo>
                    <a:lnTo>
                      <a:pt x="2003" y="4938"/>
                    </a:lnTo>
                    <a:lnTo>
                      <a:pt x="2003" y="4585"/>
                    </a:lnTo>
                    <a:lnTo>
                      <a:pt x="1710" y="5287"/>
                    </a:lnTo>
                    <a:lnTo>
                      <a:pt x="1817" y="3788"/>
                    </a:lnTo>
                    <a:lnTo>
                      <a:pt x="1450" y="4184"/>
                    </a:lnTo>
                    <a:lnTo>
                      <a:pt x="1561" y="4629"/>
                    </a:lnTo>
                    <a:lnTo>
                      <a:pt x="1561" y="5570"/>
                    </a:lnTo>
                    <a:lnTo>
                      <a:pt x="2498" y="5337"/>
                    </a:lnTo>
                    <a:lnTo>
                      <a:pt x="1628" y="5808"/>
                    </a:lnTo>
                    <a:lnTo>
                      <a:pt x="1412" y="5808"/>
                    </a:lnTo>
                    <a:lnTo>
                      <a:pt x="1303" y="5690"/>
                    </a:lnTo>
                    <a:lnTo>
                      <a:pt x="1084" y="4986"/>
                    </a:lnTo>
                    <a:lnTo>
                      <a:pt x="296" y="3930"/>
                    </a:lnTo>
                    <a:lnTo>
                      <a:pt x="0" y="3317"/>
                    </a:lnTo>
                    <a:lnTo>
                      <a:pt x="326" y="3788"/>
                    </a:lnTo>
                    <a:lnTo>
                      <a:pt x="510" y="3877"/>
                    </a:lnTo>
                    <a:lnTo>
                      <a:pt x="222" y="3150"/>
                    </a:lnTo>
                    <a:lnTo>
                      <a:pt x="34" y="2868"/>
                    </a:lnTo>
                    <a:lnTo>
                      <a:pt x="529" y="2656"/>
                    </a:lnTo>
                    <a:lnTo>
                      <a:pt x="182" y="2427"/>
                    </a:lnTo>
                    <a:lnTo>
                      <a:pt x="529" y="2255"/>
                    </a:lnTo>
                    <a:lnTo>
                      <a:pt x="34" y="1795"/>
                    </a:lnTo>
                    <a:lnTo>
                      <a:pt x="380" y="1795"/>
                    </a:lnTo>
                    <a:lnTo>
                      <a:pt x="380" y="1088"/>
                    </a:lnTo>
                    <a:lnTo>
                      <a:pt x="697" y="330"/>
                    </a:lnTo>
                    <a:lnTo>
                      <a:pt x="1118" y="0"/>
                    </a:lnTo>
                    <a:close/>
                  </a:path>
                </a:pathLst>
              </a:custGeom>
              <a:solidFill>
                <a:srgbClr val="B5B5B5"/>
              </a:solidFill>
              <a:ln w="9525">
                <a:noFill/>
                <a:round/>
                <a:headEnd/>
                <a:tailEnd/>
              </a:ln>
            </p:spPr>
            <p:txBody>
              <a:bodyPr/>
              <a:lstStyle/>
              <a:p>
                <a:pPr algn="ctr"/>
                <a:endParaRPr lang="pt-BR" sz="2400"/>
              </a:p>
            </p:txBody>
          </p:sp>
          <p:sp>
            <p:nvSpPr>
              <p:cNvPr id="345" name="Freeform 412"/>
              <p:cNvSpPr>
                <a:spLocks/>
              </p:cNvSpPr>
              <p:nvPr/>
            </p:nvSpPr>
            <p:spPr bwMode="auto">
              <a:xfrm>
                <a:off x="475" y="2425"/>
                <a:ext cx="188" cy="155"/>
              </a:xfrm>
              <a:custGeom>
                <a:avLst/>
                <a:gdLst>
                  <a:gd name="T0" fmla="*/ 0 w 1878"/>
                  <a:gd name="T1" fmla="*/ 0 h 1552"/>
                  <a:gd name="T2" fmla="*/ 0 w 1878"/>
                  <a:gd name="T3" fmla="*/ 0 h 1552"/>
                  <a:gd name="T4" fmla="*/ 0 w 1878"/>
                  <a:gd name="T5" fmla="*/ 0 h 1552"/>
                  <a:gd name="T6" fmla="*/ 0 w 1878"/>
                  <a:gd name="T7" fmla="*/ 0 h 1552"/>
                  <a:gd name="T8" fmla="*/ 0 w 1878"/>
                  <a:gd name="T9" fmla="*/ 0 h 1552"/>
                  <a:gd name="T10" fmla="*/ 0 w 1878"/>
                  <a:gd name="T11" fmla="*/ 0 h 1552"/>
                  <a:gd name="T12" fmla="*/ 0 w 1878"/>
                  <a:gd name="T13" fmla="*/ 0 h 1552"/>
                  <a:gd name="T14" fmla="*/ 0 w 1878"/>
                  <a:gd name="T15" fmla="*/ 0 h 1552"/>
                  <a:gd name="T16" fmla="*/ 0 w 1878"/>
                  <a:gd name="T17" fmla="*/ 0 h 1552"/>
                  <a:gd name="T18" fmla="*/ 0 w 1878"/>
                  <a:gd name="T19" fmla="*/ 0 h 1552"/>
                  <a:gd name="T20" fmla="*/ 0 w 1878"/>
                  <a:gd name="T21" fmla="*/ 0 h 1552"/>
                  <a:gd name="T22" fmla="*/ 0 w 1878"/>
                  <a:gd name="T23" fmla="*/ 0 h 1552"/>
                  <a:gd name="T24" fmla="*/ 0 w 1878"/>
                  <a:gd name="T25" fmla="*/ 0 h 15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78"/>
                  <a:gd name="T40" fmla="*/ 0 h 1552"/>
                  <a:gd name="T41" fmla="*/ 1878 w 1878"/>
                  <a:gd name="T42" fmla="*/ 1552 h 15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78" h="1552">
                    <a:moveTo>
                      <a:pt x="220" y="0"/>
                    </a:moveTo>
                    <a:lnTo>
                      <a:pt x="409" y="613"/>
                    </a:lnTo>
                    <a:lnTo>
                      <a:pt x="479" y="613"/>
                    </a:lnTo>
                    <a:lnTo>
                      <a:pt x="479" y="46"/>
                    </a:lnTo>
                    <a:lnTo>
                      <a:pt x="846" y="493"/>
                    </a:lnTo>
                    <a:lnTo>
                      <a:pt x="846" y="661"/>
                    </a:lnTo>
                    <a:lnTo>
                      <a:pt x="1273" y="987"/>
                    </a:lnTo>
                    <a:lnTo>
                      <a:pt x="1878" y="1292"/>
                    </a:lnTo>
                    <a:lnTo>
                      <a:pt x="1617" y="1552"/>
                    </a:lnTo>
                    <a:lnTo>
                      <a:pt x="828" y="964"/>
                    </a:lnTo>
                    <a:lnTo>
                      <a:pt x="187" y="588"/>
                    </a:lnTo>
                    <a:lnTo>
                      <a:pt x="0" y="0"/>
                    </a:lnTo>
                    <a:lnTo>
                      <a:pt x="220" y="0"/>
                    </a:lnTo>
                    <a:close/>
                  </a:path>
                </a:pathLst>
              </a:custGeom>
              <a:solidFill>
                <a:srgbClr val="B5B5B5"/>
              </a:solidFill>
              <a:ln w="9525">
                <a:noFill/>
                <a:round/>
                <a:headEnd/>
                <a:tailEnd/>
              </a:ln>
            </p:spPr>
            <p:txBody>
              <a:bodyPr/>
              <a:lstStyle/>
              <a:p>
                <a:pPr algn="ctr"/>
                <a:endParaRPr lang="pt-BR" sz="2400"/>
              </a:p>
            </p:txBody>
          </p:sp>
          <p:sp>
            <p:nvSpPr>
              <p:cNvPr id="346" name="Freeform 413"/>
              <p:cNvSpPr>
                <a:spLocks/>
              </p:cNvSpPr>
              <p:nvPr/>
            </p:nvSpPr>
            <p:spPr bwMode="auto">
              <a:xfrm>
                <a:off x="397" y="2224"/>
                <a:ext cx="110" cy="269"/>
              </a:xfrm>
              <a:custGeom>
                <a:avLst/>
                <a:gdLst>
                  <a:gd name="T0" fmla="*/ 0 w 1108"/>
                  <a:gd name="T1" fmla="*/ 0 h 2690"/>
                  <a:gd name="T2" fmla="*/ 0 w 1108"/>
                  <a:gd name="T3" fmla="*/ 0 h 2690"/>
                  <a:gd name="T4" fmla="*/ 0 w 1108"/>
                  <a:gd name="T5" fmla="*/ 0 h 2690"/>
                  <a:gd name="T6" fmla="*/ 0 w 1108"/>
                  <a:gd name="T7" fmla="*/ 0 h 2690"/>
                  <a:gd name="T8" fmla="*/ 0 w 1108"/>
                  <a:gd name="T9" fmla="*/ 0 h 2690"/>
                  <a:gd name="T10" fmla="*/ 0 w 1108"/>
                  <a:gd name="T11" fmla="*/ 0 h 2690"/>
                  <a:gd name="T12" fmla="*/ 0 w 1108"/>
                  <a:gd name="T13" fmla="*/ 0 h 2690"/>
                  <a:gd name="T14" fmla="*/ 0 w 1108"/>
                  <a:gd name="T15" fmla="*/ 0 h 2690"/>
                  <a:gd name="T16" fmla="*/ 0 w 1108"/>
                  <a:gd name="T17" fmla="*/ 0 h 2690"/>
                  <a:gd name="T18" fmla="*/ 0 w 1108"/>
                  <a:gd name="T19" fmla="*/ 0 h 2690"/>
                  <a:gd name="T20" fmla="*/ 0 w 1108"/>
                  <a:gd name="T21" fmla="*/ 0 h 2690"/>
                  <a:gd name="T22" fmla="*/ 0 w 1108"/>
                  <a:gd name="T23" fmla="*/ 0 h 2690"/>
                  <a:gd name="T24" fmla="*/ 0 w 1108"/>
                  <a:gd name="T25" fmla="*/ 0 h 2690"/>
                  <a:gd name="T26" fmla="*/ 0 w 1108"/>
                  <a:gd name="T27" fmla="*/ 0 h 2690"/>
                  <a:gd name="T28" fmla="*/ 0 w 1108"/>
                  <a:gd name="T29" fmla="*/ 0 h 26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08"/>
                  <a:gd name="T46" fmla="*/ 0 h 2690"/>
                  <a:gd name="T47" fmla="*/ 1108 w 1108"/>
                  <a:gd name="T48" fmla="*/ 2690 h 269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08" h="2690">
                    <a:moveTo>
                      <a:pt x="0" y="0"/>
                    </a:moveTo>
                    <a:lnTo>
                      <a:pt x="66" y="227"/>
                    </a:lnTo>
                    <a:lnTo>
                      <a:pt x="66" y="421"/>
                    </a:lnTo>
                    <a:lnTo>
                      <a:pt x="198" y="727"/>
                    </a:lnTo>
                    <a:lnTo>
                      <a:pt x="400" y="1643"/>
                    </a:lnTo>
                    <a:lnTo>
                      <a:pt x="441" y="2005"/>
                    </a:lnTo>
                    <a:lnTo>
                      <a:pt x="906" y="2526"/>
                    </a:lnTo>
                    <a:lnTo>
                      <a:pt x="1108" y="2690"/>
                    </a:lnTo>
                    <a:lnTo>
                      <a:pt x="688" y="1458"/>
                    </a:lnTo>
                    <a:lnTo>
                      <a:pt x="597" y="988"/>
                    </a:lnTo>
                    <a:lnTo>
                      <a:pt x="415" y="697"/>
                    </a:lnTo>
                    <a:lnTo>
                      <a:pt x="415" y="580"/>
                    </a:lnTo>
                    <a:lnTo>
                      <a:pt x="285" y="273"/>
                    </a:lnTo>
                    <a:lnTo>
                      <a:pt x="70" y="0"/>
                    </a:lnTo>
                    <a:lnTo>
                      <a:pt x="0" y="0"/>
                    </a:lnTo>
                    <a:close/>
                  </a:path>
                </a:pathLst>
              </a:custGeom>
              <a:solidFill>
                <a:srgbClr val="FF0000"/>
              </a:solidFill>
              <a:ln w="9525">
                <a:noFill/>
                <a:round/>
                <a:headEnd/>
                <a:tailEnd/>
              </a:ln>
            </p:spPr>
            <p:txBody>
              <a:bodyPr/>
              <a:lstStyle/>
              <a:p>
                <a:pPr algn="ctr"/>
                <a:endParaRPr lang="pt-BR" sz="2400"/>
              </a:p>
            </p:txBody>
          </p:sp>
          <p:sp>
            <p:nvSpPr>
              <p:cNvPr id="347" name="Freeform 414"/>
              <p:cNvSpPr>
                <a:spLocks/>
              </p:cNvSpPr>
              <p:nvPr/>
            </p:nvSpPr>
            <p:spPr bwMode="auto">
              <a:xfrm>
                <a:off x="403" y="2247"/>
                <a:ext cx="60" cy="203"/>
              </a:xfrm>
              <a:custGeom>
                <a:avLst/>
                <a:gdLst>
                  <a:gd name="T0" fmla="*/ 0 w 597"/>
                  <a:gd name="T1" fmla="*/ 0 h 2032"/>
                  <a:gd name="T2" fmla="*/ 0 w 597"/>
                  <a:gd name="T3" fmla="*/ 0 h 2032"/>
                  <a:gd name="T4" fmla="*/ 0 w 597"/>
                  <a:gd name="T5" fmla="*/ 0 h 2032"/>
                  <a:gd name="T6" fmla="*/ 0 w 597"/>
                  <a:gd name="T7" fmla="*/ 0 h 2032"/>
                  <a:gd name="T8" fmla="*/ 0 w 597"/>
                  <a:gd name="T9" fmla="*/ 0 h 2032"/>
                  <a:gd name="T10" fmla="*/ 0 w 597"/>
                  <a:gd name="T11" fmla="*/ 0 h 2032"/>
                  <a:gd name="T12" fmla="*/ 0 w 597"/>
                  <a:gd name="T13" fmla="*/ 0 h 2032"/>
                  <a:gd name="T14" fmla="*/ 0 w 597"/>
                  <a:gd name="T15" fmla="*/ 0 h 2032"/>
                  <a:gd name="T16" fmla="*/ 0 w 597"/>
                  <a:gd name="T17" fmla="*/ 0 h 2032"/>
                  <a:gd name="T18" fmla="*/ 0 w 597"/>
                  <a:gd name="T19" fmla="*/ 0 h 2032"/>
                  <a:gd name="T20" fmla="*/ 0 w 597"/>
                  <a:gd name="T21" fmla="*/ 0 h 2032"/>
                  <a:gd name="T22" fmla="*/ 0 w 597"/>
                  <a:gd name="T23" fmla="*/ 0 h 2032"/>
                  <a:gd name="T24" fmla="*/ 0 w 597"/>
                  <a:gd name="T25" fmla="*/ 0 h 20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97"/>
                  <a:gd name="T40" fmla="*/ 0 h 2032"/>
                  <a:gd name="T41" fmla="*/ 597 w 597"/>
                  <a:gd name="T42" fmla="*/ 2032 h 20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97" h="2032">
                    <a:moveTo>
                      <a:pt x="0" y="0"/>
                    </a:moveTo>
                    <a:lnTo>
                      <a:pt x="0" y="170"/>
                    </a:lnTo>
                    <a:lnTo>
                      <a:pt x="122" y="500"/>
                    </a:lnTo>
                    <a:lnTo>
                      <a:pt x="334" y="1416"/>
                    </a:lnTo>
                    <a:lnTo>
                      <a:pt x="383" y="1796"/>
                    </a:lnTo>
                    <a:lnTo>
                      <a:pt x="597" y="2032"/>
                    </a:lnTo>
                    <a:lnTo>
                      <a:pt x="433" y="1143"/>
                    </a:lnTo>
                    <a:lnTo>
                      <a:pt x="275" y="639"/>
                    </a:lnTo>
                    <a:lnTo>
                      <a:pt x="343" y="500"/>
                    </a:lnTo>
                    <a:lnTo>
                      <a:pt x="292" y="500"/>
                    </a:lnTo>
                    <a:lnTo>
                      <a:pt x="168" y="206"/>
                    </a:lnTo>
                    <a:lnTo>
                      <a:pt x="57" y="46"/>
                    </a:lnTo>
                    <a:lnTo>
                      <a:pt x="0" y="0"/>
                    </a:lnTo>
                    <a:close/>
                  </a:path>
                </a:pathLst>
              </a:custGeom>
              <a:solidFill>
                <a:srgbClr val="70230C"/>
              </a:solidFill>
              <a:ln w="9525">
                <a:noFill/>
                <a:round/>
                <a:headEnd/>
                <a:tailEnd/>
              </a:ln>
            </p:spPr>
            <p:txBody>
              <a:bodyPr/>
              <a:lstStyle/>
              <a:p>
                <a:pPr algn="ctr"/>
                <a:endParaRPr lang="pt-BR" sz="2400"/>
              </a:p>
            </p:txBody>
          </p:sp>
          <p:sp>
            <p:nvSpPr>
              <p:cNvPr id="348" name="Freeform 415"/>
              <p:cNvSpPr>
                <a:spLocks/>
              </p:cNvSpPr>
              <p:nvPr/>
            </p:nvSpPr>
            <p:spPr bwMode="auto">
              <a:xfrm>
                <a:off x="265" y="1831"/>
                <a:ext cx="250" cy="85"/>
              </a:xfrm>
              <a:custGeom>
                <a:avLst/>
                <a:gdLst>
                  <a:gd name="T0" fmla="*/ 0 w 2503"/>
                  <a:gd name="T1" fmla="*/ 0 h 843"/>
                  <a:gd name="T2" fmla="*/ 0 w 2503"/>
                  <a:gd name="T3" fmla="*/ 0 h 843"/>
                  <a:gd name="T4" fmla="*/ 0 w 2503"/>
                  <a:gd name="T5" fmla="*/ 0 h 843"/>
                  <a:gd name="T6" fmla="*/ 0 w 2503"/>
                  <a:gd name="T7" fmla="*/ 0 h 843"/>
                  <a:gd name="T8" fmla="*/ 0 w 2503"/>
                  <a:gd name="T9" fmla="*/ 0 h 843"/>
                  <a:gd name="T10" fmla="*/ 0 w 2503"/>
                  <a:gd name="T11" fmla="*/ 0 h 843"/>
                  <a:gd name="T12" fmla="*/ 0 w 2503"/>
                  <a:gd name="T13" fmla="*/ 0 h 843"/>
                  <a:gd name="T14" fmla="*/ 0 w 2503"/>
                  <a:gd name="T15" fmla="*/ 0 h 843"/>
                  <a:gd name="T16" fmla="*/ 0 w 2503"/>
                  <a:gd name="T17" fmla="*/ 0 h 843"/>
                  <a:gd name="T18" fmla="*/ 0 w 2503"/>
                  <a:gd name="T19" fmla="*/ 0 h 843"/>
                  <a:gd name="T20" fmla="*/ 0 w 2503"/>
                  <a:gd name="T21" fmla="*/ 0 h 84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03"/>
                  <a:gd name="T34" fmla="*/ 0 h 843"/>
                  <a:gd name="T35" fmla="*/ 2503 w 2503"/>
                  <a:gd name="T36" fmla="*/ 843 h 84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03" h="843">
                    <a:moveTo>
                      <a:pt x="2503" y="656"/>
                    </a:moveTo>
                    <a:lnTo>
                      <a:pt x="2249" y="408"/>
                    </a:lnTo>
                    <a:lnTo>
                      <a:pt x="1610" y="124"/>
                    </a:lnTo>
                    <a:lnTo>
                      <a:pt x="1005" y="0"/>
                    </a:lnTo>
                    <a:lnTo>
                      <a:pt x="412" y="0"/>
                    </a:lnTo>
                    <a:lnTo>
                      <a:pt x="0" y="308"/>
                    </a:lnTo>
                    <a:lnTo>
                      <a:pt x="1013" y="729"/>
                    </a:lnTo>
                    <a:lnTo>
                      <a:pt x="1355" y="570"/>
                    </a:lnTo>
                    <a:lnTo>
                      <a:pt x="2051" y="843"/>
                    </a:lnTo>
                    <a:lnTo>
                      <a:pt x="2469" y="756"/>
                    </a:lnTo>
                    <a:lnTo>
                      <a:pt x="2503" y="656"/>
                    </a:lnTo>
                    <a:close/>
                  </a:path>
                </a:pathLst>
              </a:custGeom>
              <a:solidFill>
                <a:srgbClr val="70230C"/>
              </a:solidFill>
              <a:ln w="9525">
                <a:noFill/>
                <a:round/>
                <a:headEnd/>
                <a:tailEnd/>
              </a:ln>
            </p:spPr>
            <p:txBody>
              <a:bodyPr/>
              <a:lstStyle/>
              <a:p>
                <a:pPr algn="ctr"/>
                <a:endParaRPr lang="pt-BR" sz="2400"/>
              </a:p>
            </p:txBody>
          </p:sp>
          <p:sp>
            <p:nvSpPr>
              <p:cNvPr id="349" name="Freeform 416"/>
              <p:cNvSpPr>
                <a:spLocks/>
              </p:cNvSpPr>
              <p:nvPr/>
            </p:nvSpPr>
            <p:spPr bwMode="auto">
              <a:xfrm>
                <a:off x="484" y="2118"/>
                <a:ext cx="13" cy="8"/>
              </a:xfrm>
              <a:custGeom>
                <a:avLst/>
                <a:gdLst>
                  <a:gd name="T0" fmla="*/ 0 w 139"/>
                  <a:gd name="T1" fmla="*/ 0 h 82"/>
                  <a:gd name="T2" fmla="*/ 0 w 139"/>
                  <a:gd name="T3" fmla="*/ 0 h 82"/>
                  <a:gd name="T4" fmla="*/ 0 w 139"/>
                  <a:gd name="T5" fmla="*/ 0 h 82"/>
                  <a:gd name="T6" fmla="*/ 0 w 139"/>
                  <a:gd name="T7" fmla="*/ 0 h 82"/>
                  <a:gd name="T8" fmla="*/ 0 60000 65536"/>
                  <a:gd name="T9" fmla="*/ 0 60000 65536"/>
                  <a:gd name="T10" fmla="*/ 0 60000 65536"/>
                  <a:gd name="T11" fmla="*/ 0 60000 65536"/>
                  <a:gd name="T12" fmla="*/ 0 w 139"/>
                  <a:gd name="T13" fmla="*/ 0 h 82"/>
                  <a:gd name="T14" fmla="*/ 139 w 139"/>
                  <a:gd name="T15" fmla="*/ 82 h 82"/>
                </a:gdLst>
                <a:ahLst/>
                <a:cxnLst>
                  <a:cxn ang="T8">
                    <a:pos x="T0" y="T1"/>
                  </a:cxn>
                  <a:cxn ang="T9">
                    <a:pos x="T2" y="T3"/>
                  </a:cxn>
                  <a:cxn ang="T10">
                    <a:pos x="T4" y="T5"/>
                  </a:cxn>
                  <a:cxn ang="T11">
                    <a:pos x="T6" y="T7"/>
                  </a:cxn>
                </a:cxnLst>
                <a:rect l="T12" t="T13" r="T14" b="T15"/>
                <a:pathLst>
                  <a:path w="139" h="82">
                    <a:moveTo>
                      <a:pt x="139" y="0"/>
                    </a:moveTo>
                    <a:lnTo>
                      <a:pt x="139" y="82"/>
                    </a:lnTo>
                    <a:lnTo>
                      <a:pt x="0" y="82"/>
                    </a:lnTo>
                    <a:lnTo>
                      <a:pt x="139" y="0"/>
                    </a:lnTo>
                    <a:close/>
                  </a:path>
                </a:pathLst>
              </a:custGeom>
              <a:solidFill>
                <a:srgbClr val="FFFFFF"/>
              </a:solidFill>
              <a:ln w="9525">
                <a:noFill/>
                <a:round/>
                <a:headEnd/>
                <a:tailEnd/>
              </a:ln>
            </p:spPr>
            <p:txBody>
              <a:bodyPr/>
              <a:lstStyle/>
              <a:p>
                <a:pPr algn="ctr"/>
                <a:endParaRPr lang="pt-BR" sz="2400"/>
              </a:p>
            </p:txBody>
          </p:sp>
          <p:sp>
            <p:nvSpPr>
              <p:cNvPr id="350" name="Freeform 417"/>
              <p:cNvSpPr>
                <a:spLocks/>
              </p:cNvSpPr>
              <p:nvPr/>
            </p:nvSpPr>
            <p:spPr bwMode="auto">
              <a:xfrm>
                <a:off x="272" y="1959"/>
                <a:ext cx="263" cy="257"/>
              </a:xfrm>
              <a:custGeom>
                <a:avLst/>
                <a:gdLst>
                  <a:gd name="T0" fmla="*/ 0 w 2634"/>
                  <a:gd name="T1" fmla="*/ 0 h 2562"/>
                  <a:gd name="T2" fmla="*/ 0 w 2634"/>
                  <a:gd name="T3" fmla="*/ 0 h 2562"/>
                  <a:gd name="T4" fmla="*/ 0 w 2634"/>
                  <a:gd name="T5" fmla="*/ 0 h 2562"/>
                  <a:gd name="T6" fmla="*/ 0 w 2634"/>
                  <a:gd name="T7" fmla="*/ 0 h 2562"/>
                  <a:gd name="T8" fmla="*/ 0 w 2634"/>
                  <a:gd name="T9" fmla="*/ 0 h 2562"/>
                  <a:gd name="T10" fmla="*/ 0 w 2634"/>
                  <a:gd name="T11" fmla="*/ 0 h 2562"/>
                  <a:gd name="T12" fmla="*/ 0 w 2634"/>
                  <a:gd name="T13" fmla="*/ 0 h 2562"/>
                  <a:gd name="T14" fmla="*/ 0 w 2634"/>
                  <a:gd name="T15" fmla="*/ 0 h 2562"/>
                  <a:gd name="T16" fmla="*/ 0 w 2634"/>
                  <a:gd name="T17" fmla="*/ 0 h 2562"/>
                  <a:gd name="T18" fmla="*/ 0 w 2634"/>
                  <a:gd name="T19" fmla="*/ 0 h 2562"/>
                  <a:gd name="T20" fmla="*/ 0 w 2634"/>
                  <a:gd name="T21" fmla="*/ 0 h 2562"/>
                  <a:gd name="T22" fmla="*/ 0 w 2634"/>
                  <a:gd name="T23" fmla="*/ 0 h 2562"/>
                  <a:gd name="T24" fmla="*/ 0 w 2634"/>
                  <a:gd name="T25" fmla="*/ 0 h 2562"/>
                  <a:gd name="T26" fmla="*/ 0 w 2634"/>
                  <a:gd name="T27" fmla="*/ 0 h 2562"/>
                  <a:gd name="T28" fmla="*/ 0 w 2634"/>
                  <a:gd name="T29" fmla="*/ 0 h 2562"/>
                  <a:gd name="T30" fmla="*/ 0 w 2634"/>
                  <a:gd name="T31" fmla="*/ 0 h 2562"/>
                  <a:gd name="T32" fmla="*/ 0 w 2634"/>
                  <a:gd name="T33" fmla="*/ 0 h 2562"/>
                  <a:gd name="T34" fmla="*/ 0 w 2634"/>
                  <a:gd name="T35" fmla="*/ 0 h 2562"/>
                  <a:gd name="T36" fmla="*/ 0 w 2634"/>
                  <a:gd name="T37" fmla="*/ 0 h 2562"/>
                  <a:gd name="T38" fmla="*/ 0 w 2634"/>
                  <a:gd name="T39" fmla="*/ 0 h 2562"/>
                  <a:gd name="T40" fmla="*/ 0 w 2634"/>
                  <a:gd name="T41" fmla="*/ 0 h 2562"/>
                  <a:gd name="T42" fmla="*/ 0 w 2634"/>
                  <a:gd name="T43" fmla="*/ 0 h 2562"/>
                  <a:gd name="T44" fmla="*/ 0 w 2634"/>
                  <a:gd name="T45" fmla="*/ 0 h 2562"/>
                  <a:gd name="T46" fmla="*/ 0 w 2634"/>
                  <a:gd name="T47" fmla="*/ 0 h 2562"/>
                  <a:gd name="T48" fmla="*/ 0 w 2634"/>
                  <a:gd name="T49" fmla="*/ 0 h 256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34"/>
                  <a:gd name="T76" fmla="*/ 0 h 2562"/>
                  <a:gd name="T77" fmla="*/ 2634 w 2634"/>
                  <a:gd name="T78" fmla="*/ 2562 h 256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34" h="2562">
                    <a:moveTo>
                      <a:pt x="2505" y="519"/>
                    </a:moveTo>
                    <a:lnTo>
                      <a:pt x="2344" y="0"/>
                    </a:lnTo>
                    <a:lnTo>
                      <a:pt x="321" y="531"/>
                    </a:lnTo>
                    <a:lnTo>
                      <a:pt x="0" y="1743"/>
                    </a:lnTo>
                    <a:lnTo>
                      <a:pt x="375" y="1941"/>
                    </a:lnTo>
                    <a:lnTo>
                      <a:pt x="786" y="2295"/>
                    </a:lnTo>
                    <a:lnTo>
                      <a:pt x="1228" y="2562"/>
                    </a:lnTo>
                    <a:lnTo>
                      <a:pt x="1396" y="2326"/>
                    </a:lnTo>
                    <a:lnTo>
                      <a:pt x="2093" y="2326"/>
                    </a:lnTo>
                    <a:lnTo>
                      <a:pt x="2213" y="2171"/>
                    </a:lnTo>
                    <a:lnTo>
                      <a:pt x="2213" y="2029"/>
                    </a:lnTo>
                    <a:lnTo>
                      <a:pt x="2182" y="1913"/>
                    </a:lnTo>
                    <a:lnTo>
                      <a:pt x="2282" y="1755"/>
                    </a:lnTo>
                    <a:lnTo>
                      <a:pt x="2282" y="1671"/>
                    </a:lnTo>
                    <a:lnTo>
                      <a:pt x="2118" y="1671"/>
                    </a:lnTo>
                    <a:lnTo>
                      <a:pt x="2333" y="1530"/>
                    </a:lnTo>
                    <a:lnTo>
                      <a:pt x="2382" y="1304"/>
                    </a:lnTo>
                    <a:lnTo>
                      <a:pt x="2516" y="1234"/>
                    </a:lnTo>
                    <a:lnTo>
                      <a:pt x="2625" y="1210"/>
                    </a:lnTo>
                    <a:lnTo>
                      <a:pt x="2634" y="1170"/>
                    </a:lnTo>
                    <a:lnTo>
                      <a:pt x="2616" y="1096"/>
                    </a:lnTo>
                    <a:lnTo>
                      <a:pt x="2382" y="671"/>
                    </a:lnTo>
                    <a:lnTo>
                      <a:pt x="2362" y="635"/>
                    </a:lnTo>
                    <a:lnTo>
                      <a:pt x="2454" y="547"/>
                    </a:lnTo>
                    <a:lnTo>
                      <a:pt x="2505" y="519"/>
                    </a:lnTo>
                    <a:close/>
                  </a:path>
                </a:pathLst>
              </a:custGeom>
              <a:solidFill>
                <a:srgbClr val="FFC98E"/>
              </a:solidFill>
              <a:ln w="9525">
                <a:noFill/>
                <a:round/>
                <a:headEnd/>
                <a:tailEnd/>
              </a:ln>
            </p:spPr>
            <p:txBody>
              <a:bodyPr/>
              <a:lstStyle/>
              <a:p>
                <a:pPr algn="ctr"/>
                <a:endParaRPr lang="pt-BR" sz="2400"/>
              </a:p>
            </p:txBody>
          </p:sp>
          <p:sp>
            <p:nvSpPr>
              <p:cNvPr id="351" name="Rectangle 418"/>
              <p:cNvSpPr>
                <a:spLocks noChangeArrowheads="1"/>
              </p:cNvSpPr>
              <p:nvPr/>
            </p:nvSpPr>
            <p:spPr bwMode="auto">
              <a:xfrm>
                <a:off x="901" y="2280"/>
                <a:ext cx="38" cy="23"/>
              </a:xfrm>
              <a:prstGeom prst="rect">
                <a:avLst/>
              </a:prstGeom>
              <a:solidFill>
                <a:srgbClr val="FF0000"/>
              </a:solidFill>
              <a:ln w="9525">
                <a:noFill/>
                <a:miter lim="800000"/>
                <a:headEnd/>
                <a:tailEnd/>
              </a:ln>
            </p:spPr>
            <p:txBody>
              <a:bodyPr/>
              <a:lstStyle/>
              <a:p>
                <a:pPr algn="ctr"/>
                <a:endParaRPr lang="pt-BR" sz="2400"/>
              </a:p>
            </p:txBody>
          </p:sp>
          <p:sp>
            <p:nvSpPr>
              <p:cNvPr id="352" name="Rectangle 419"/>
              <p:cNvSpPr>
                <a:spLocks noChangeArrowheads="1"/>
              </p:cNvSpPr>
              <p:nvPr/>
            </p:nvSpPr>
            <p:spPr bwMode="auto">
              <a:xfrm>
                <a:off x="939" y="2292"/>
                <a:ext cx="38" cy="11"/>
              </a:xfrm>
              <a:prstGeom prst="rect">
                <a:avLst/>
              </a:prstGeom>
              <a:solidFill>
                <a:srgbClr val="00EAFF"/>
              </a:solidFill>
              <a:ln w="9525">
                <a:noFill/>
                <a:miter lim="800000"/>
                <a:headEnd/>
                <a:tailEnd/>
              </a:ln>
            </p:spPr>
            <p:txBody>
              <a:bodyPr/>
              <a:lstStyle/>
              <a:p>
                <a:pPr algn="ctr"/>
                <a:endParaRPr lang="pt-BR" sz="2400"/>
              </a:p>
            </p:txBody>
          </p:sp>
          <p:sp>
            <p:nvSpPr>
              <p:cNvPr id="353" name="Rectangle 420"/>
              <p:cNvSpPr>
                <a:spLocks noChangeArrowheads="1"/>
              </p:cNvSpPr>
              <p:nvPr/>
            </p:nvSpPr>
            <p:spPr bwMode="auto">
              <a:xfrm>
                <a:off x="977" y="2261"/>
                <a:ext cx="38" cy="42"/>
              </a:xfrm>
              <a:prstGeom prst="rect">
                <a:avLst/>
              </a:prstGeom>
              <a:solidFill>
                <a:srgbClr val="FF0000"/>
              </a:solidFill>
              <a:ln w="9525">
                <a:noFill/>
                <a:miter lim="800000"/>
                <a:headEnd/>
                <a:tailEnd/>
              </a:ln>
            </p:spPr>
            <p:txBody>
              <a:bodyPr/>
              <a:lstStyle/>
              <a:p>
                <a:pPr algn="ctr"/>
                <a:endParaRPr lang="pt-BR" sz="2400"/>
              </a:p>
            </p:txBody>
          </p:sp>
          <p:sp>
            <p:nvSpPr>
              <p:cNvPr id="354" name="Rectangle 421"/>
              <p:cNvSpPr>
                <a:spLocks noChangeArrowheads="1"/>
              </p:cNvSpPr>
              <p:nvPr/>
            </p:nvSpPr>
            <p:spPr bwMode="auto">
              <a:xfrm>
                <a:off x="1015" y="2249"/>
                <a:ext cx="38" cy="54"/>
              </a:xfrm>
              <a:prstGeom prst="rect">
                <a:avLst/>
              </a:prstGeom>
              <a:solidFill>
                <a:srgbClr val="00EAFF"/>
              </a:solidFill>
              <a:ln w="9525">
                <a:noFill/>
                <a:miter lim="800000"/>
                <a:headEnd/>
                <a:tailEnd/>
              </a:ln>
            </p:spPr>
            <p:txBody>
              <a:bodyPr/>
              <a:lstStyle/>
              <a:p>
                <a:pPr algn="ctr"/>
                <a:endParaRPr lang="pt-BR" sz="2400"/>
              </a:p>
            </p:txBody>
          </p:sp>
          <p:sp>
            <p:nvSpPr>
              <p:cNvPr id="355" name="Rectangle 422"/>
              <p:cNvSpPr>
                <a:spLocks noChangeArrowheads="1"/>
              </p:cNvSpPr>
              <p:nvPr/>
            </p:nvSpPr>
            <p:spPr bwMode="auto">
              <a:xfrm>
                <a:off x="1053" y="2286"/>
                <a:ext cx="38" cy="17"/>
              </a:xfrm>
              <a:prstGeom prst="rect">
                <a:avLst/>
              </a:prstGeom>
              <a:solidFill>
                <a:srgbClr val="FF0000"/>
              </a:solidFill>
              <a:ln w="9525">
                <a:noFill/>
                <a:miter lim="800000"/>
                <a:headEnd/>
                <a:tailEnd/>
              </a:ln>
            </p:spPr>
            <p:txBody>
              <a:bodyPr/>
              <a:lstStyle/>
              <a:p>
                <a:pPr algn="ctr"/>
                <a:endParaRPr lang="pt-BR" sz="2400"/>
              </a:p>
            </p:txBody>
          </p:sp>
          <p:sp>
            <p:nvSpPr>
              <p:cNvPr id="356" name="Rectangle 423"/>
              <p:cNvSpPr>
                <a:spLocks noChangeArrowheads="1"/>
              </p:cNvSpPr>
              <p:nvPr/>
            </p:nvSpPr>
            <p:spPr bwMode="auto">
              <a:xfrm>
                <a:off x="1091" y="2182"/>
                <a:ext cx="38" cy="121"/>
              </a:xfrm>
              <a:prstGeom prst="rect">
                <a:avLst/>
              </a:prstGeom>
              <a:solidFill>
                <a:srgbClr val="00EAFF"/>
              </a:solidFill>
              <a:ln w="9525">
                <a:noFill/>
                <a:miter lim="800000"/>
                <a:headEnd/>
                <a:tailEnd/>
              </a:ln>
            </p:spPr>
            <p:txBody>
              <a:bodyPr/>
              <a:lstStyle/>
              <a:p>
                <a:pPr algn="ctr"/>
                <a:endParaRPr lang="pt-BR" sz="2400"/>
              </a:p>
            </p:txBody>
          </p:sp>
          <p:sp>
            <p:nvSpPr>
              <p:cNvPr id="357" name="Rectangle 424"/>
              <p:cNvSpPr>
                <a:spLocks noChangeArrowheads="1"/>
              </p:cNvSpPr>
              <p:nvPr/>
            </p:nvSpPr>
            <p:spPr bwMode="auto">
              <a:xfrm>
                <a:off x="1129" y="2061"/>
                <a:ext cx="38" cy="242"/>
              </a:xfrm>
              <a:prstGeom prst="rect">
                <a:avLst/>
              </a:prstGeom>
              <a:solidFill>
                <a:srgbClr val="FF0000"/>
              </a:solidFill>
              <a:ln w="9525">
                <a:noFill/>
                <a:miter lim="800000"/>
                <a:headEnd/>
                <a:tailEnd/>
              </a:ln>
            </p:spPr>
            <p:txBody>
              <a:bodyPr/>
              <a:lstStyle/>
              <a:p>
                <a:pPr algn="ctr"/>
                <a:endParaRPr lang="pt-BR" sz="2400"/>
              </a:p>
            </p:txBody>
          </p:sp>
          <p:sp>
            <p:nvSpPr>
              <p:cNvPr id="358" name="Rectangle 425"/>
              <p:cNvSpPr>
                <a:spLocks noChangeArrowheads="1"/>
              </p:cNvSpPr>
              <p:nvPr/>
            </p:nvSpPr>
            <p:spPr bwMode="auto">
              <a:xfrm>
                <a:off x="1167" y="2079"/>
                <a:ext cx="38" cy="224"/>
              </a:xfrm>
              <a:prstGeom prst="rect">
                <a:avLst/>
              </a:prstGeom>
              <a:solidFill>
                <a:srgbClr val="00EAFF"/>
              </a:solidFill>
              <a:ln w="9525">
                <a:noFill/>
                <a:miter lim="800000"/>
                <a:headEnd/>
                <a:tailEnd/>
              </a:ln>
            </p:spPr>
            <p:txBody>
              <a:bodyPr/>
              <a:lstStyle/>
              <a:p>
                <a:pPr algn="ctr"/>
                <a:endParaRPr lang="pt-BR" sz="2400"/>
              </a:p>
            </p:txBody>
          </p:sp>
          <p:sp>
            <p:nvSpPr>
              <p:cNvPr id="359" name="Rectangle 426"/>
              <p:cNvSpPr>
                <a:spLocks noChangeArrowheads="1"/>
              </p:cNvSpPr>
              <p:nvPr/>
            </p:nvSpPr>
            <p:spPr bwMode="auto">
              <a:xfrm>
                <a:off x="1205" y="2067"/>
                <a:ext cx="38" cy="236"/>
              </a:xfrm>
              <a:prstGeom prst="rect">
                <a:avLst/>
              </a:prstGeom>
              <a:solidFill>
                <a:srgbClr val="FF0000"/>
              </a:solidFill>
              <a:ln w="9525">
                <a:noFill/>
                <a:miter lim="800000"/>
                <a:headEnd/>
                <a:tailEnd/>
              </a:ln>
            </p:spPr>
            <p:txBody>
              <a:bodyPr/>
              <a:lstStyle/>
              <a:p>
                <a:pPr algn="ctr"/>
                <a:endParaRPr lang="pt-BR" sz="2400"/>
              </a:p>
            </p:txBody>
          </p:sp>
          <p:sp>
            <p:nvSpPr>
              <p:cNvPr id="360" name="Rectangle 427"/>
              <p:cNvSpPr>
                <a:spLocks noChangeArrowheads="1"/>
              </p:cNvSpPr>
              <p:nvPr/>
            </p:nvSpPr>
            <p:spPr bwMode="auto">
              <a:xfrm>
                <a:off x="896" y="2054"/>
                <a:ext cx="19" cy="13"/>
              </a:xfrm>
              <a:prstGeom prst="rect">
                <a:avLst/>
              </a:prstGeom>
              <a:solidFill>
                <a:srgbClr val="00EAFF"/>
              </a:solidFill>
              <a:ln w="9525">
                <a:noFill/>
                <a:miter lim="800000"/>
                <a:headEnd/>
                <a:tailEnd/>
              </a:ln>
            </p:spPr>
            <p:txBody>
              <a:bodyPr/>
              <a:lstStyle/>
              <a:p>
                <a:pPr algn="ctr"/>
                <a:endParaRPr lang="pt-BR" sz="2400"/>
              </a:p>
            </p:txBody>
          </p:sp>
          <p:sp>
            <p:nvSpPr>
              <p:cNvPr id="361" name="Rectangle 428"/>
              <p:cNvSpPr>
                <a:spLocks noChangeArrowheads="1"/>
              </p:cNvSpPr>
              <p:nvPr/>
            </p:nvSpPr>
            <p:spPr bwMode="auto">
              <a:xfrm>
                <a:off x="896" y="2079"/>
                <a:ext cx="19" cy="12"/>
              </a:xfrm>
              <a:prstGeom prst="rect">
                <a:avLst/>
              </a:prstGeom>
              <a:solidFill>
                <a:srgbClr val="FF0000"/>
              </a:solidFill>
              <a:ln w="9525">
                <a:noFill/>
                <a:miter lim="800000"/>
                <a:headEnd/>
                <a:tailEnd/>
              </a:ln>
            </p:spPr>
            <p:txBody>
              <a:bodyPr/>
              <a:lstStyle/>
              <a:p>
                <a:pPr algn="ctr"/>
                <a:endParaRPr lang="pt-BR" sz="2400"/>
              </a:p>
            </p:txBody>
          </p:sp>
          <p:sp>
            <p:nvSpPr>
              <p:cNvPr id="362" name="Freeform 429"/>
              <p:cNvSpPr>
                <a:spLocks/>
              </p:cNvSpPr>
              <p:nvPr/>
            </p:nvSpPr>
            <p:spPr bwMode="auto">
              <a:xfrm>
                <a:off x="500" y="2062"/>
                <a:ext cx="35" cy="33"/>
              </a:xfrm>
              <a:custGeom>
                <a:avLst/>
                <a:gdLst>
                  <a:gd name="T0" fmla="*/ 0 w 352"/>
                  <a:gd name="T1" fmla="*/ 0 h 326"/>
                  <a:gd name="T2" fmla="*/ 0 w 352"/>
                  <a:gd name="T3" fmla="*/ 0 h 326"/>
                  <a:gd name="T4" fmla="*/ 0 w 352"/>
                  <a:gd name="T5" fmla="*/ 0 h 326"/>
                  <a:gd name="T6" fmla="*/ 0 w 352"/>
                  <a:gd name="T7" fmla="*/ 0 h 326"/>
                  <a:gd name="T8" fmla="*/ 0 w 352"/>
                  <a:gd name="T9" fmla="*/ 0 h 326"/>
                  <a:gd name="T10" fmla="*/ 0 w 352"/>
                  <a:gd name="T11" fmla="*/ 0 h 326"/>
                  <a:gd name="T12" fmla="*/ 0 w 352"/>
                  <a:gd name="T13" fmla="*/ 0 h 326"/>
                  <a:gd name="T14" fmla="*/ 0 w 352"/>
                  <a:gd name="T15" fmla="*/ 0 h 326"/>
                  <a:gd name="T16" fmla="*/ 0 w 352"/>
                  <a:gd name="T17" fmla="*/ 0 h 326"/>
                  <a:gd name="T18" fmla="*/ 0 w 352"/>
                  <a:gd name="T19" fmla="*/ 0 h 326"/>
                  <a:gd name="T20" fmla="*/ 0 w 352"/>
                  <a:gd name="T21" fmla="*/ 0 h 326"/>
                  <a:gd name="T22" fmla="*/ 0 w 352"/>
                  <a:gd name="T23" fmla="*/ 0 h 326"/>
                  <a:gd name="T24" fmla="*/ 0 w 352"/>
                  <a:gd name="T25" fmla="*/ 0 h 326"/>
                  <a:gd name="T26" fmla="*/ 0 w 352"/>
                  <a:gd name="T27" fmla="*/ 0 h 326"/>
                  <a:gd name="T28" fmla="*/ 0 w 352"/>
                  <a:gd name="T29" fmla="*/ 0 h 3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2"/>
                  <a:gd name="T46" fmla="*/ 0 h 326"/>
                  <a:gd name="T47" fmla="*/ 352 w 352"/>
                  <a:gd name="T48" fmla="*/ 326 h 3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2" h="326">
                    <a:moveTo>
                      <a:pt x="128" y="0"/>
                    </a:moveTo>
                    <a:lnTo>
                      <a:pt x="192" y="120"/>
                    </a:lnTo>
                    <a:lnTo>
                      <a:pt x="91" y="120"/>
                    </a:lnTo>
                    <a:lnTo>
                      <a:pt x="91" y="266"/>
                    </a:lnTo>
                    <a:lnTo>
                      <a:pt x="215" y="198"/>
                    </a:lnTo>
                    <a:lnTo>
                      <a:pt x="352" y="198"/>
                    </a:lnTo>
                    <a:lnTo>
                      <a:pt x="352" y="222"/>
                    </a:lnTo>
                    <a:lnTo>
                      <a:pt x="308" y="240"/>
                    </a:lnTo>
                    <a:lnTo>
                      <a:pt x="228" y="256"/>
                    </a:lnTo>
                    <a:lnTo>
                      <a:pt x="122" y="326"/>
                    </a:lnTo>
                    <a:lnTo>
                      <a:pt x="91" y="326"/>
                    </a:lnTo>
                    <a:lnTo>
                      <a:pt x="0" y="240"/>
                    </a:lnTo>
                    <a:lnTo>
                      <a:pt x="47" y="105"/>
                    </a:lnTo>
                    <a:lnTo>
                      <a:pt x="100" y="84"/>
                    </a:lnTo>
                    <a:lnTo>
                      <a:pt x="128" y="0"/>
                    </a:lnTo>
                    <a:close/>
                  </a:path>
                </a:pathLst>
              </a:custGeom>
              <a:solidFill>
                <a:srgbClr val="000000"/>
              </a:solidFill>
              <a:ln w="9525">
                <a:noFill/>
                <a:round/>
                <a:headEnd/>
                <a:tailEnd/>
              </a:ln>
            </p:spPr>
            <p:txBody>
              <a:bodyPr/>
              <a:lstStyle/>
              <a:p>
                <a:pPr algn="ctr"/>
                <a:endParaRPr lang="pt-BR" sz="2400"/>
              </a:p>
            </p:txBody>
          </p:sp>
          <p:sp>
            <p:nvSpPr>
              <p:cNvPr id="363" name="Freeform 430"/>
              <p:cNvSpPr>
                <a:spLocks/>
              </p:cNvSpPr>
              <p:nvPr/>
            </p:nvSpPr>
            <p:spPr bwMode="auto">
              <a:xfrm>
                <a:off x="493" y="2128"/>
                <a:ext cx="11" cy="21"/>
              </a:xfrm>
              <a:custGeom>
                <a:avLst/>
                <a:gdLst>
                  <a:gd name="T0" fmla="*/ 0 w 107"/>
                  <a:gd name="T1" fmla="*/ 0 h 203"/>
                  <a:gd name="T2" fmla="*/ 0 w 107"/>
                  <a:gd name="T3" fmla="*/ 0 h 203"/>
                  <a:gd name="T4" fmla="*/ 0 w 107"/>
                  <a:gd name="T5" fmla="*/ 0 h 203"/>
                  <a:gd name="T6" fmla="*/ 0 w 107"/>
                  <a:gd name="T7" fmla="*/ 0 h 203"/>
                  <a:gd name="T8" fmla="*/ 0 w 107"/>
                  <a:gd name="T9" fmla="*/ 0 h 203"/>
                  <a:gd name="T10" fmla="*/ 0 w 107"/>
                  <a:gd name="T11" fmla="*/ 0 h 203"/>
                  <a:gd name="T12" fmla="*/ 0 60000 65536"/>
                  <a:gd name="T13" fmla="*/ 0 60000 65536"/>
                  <a:gd name="T14" fmla="*/ 0 60000 65536"/>
                  <a:gd name="T15" fmla="*/ 0 60000 65536"/>
                  <a:gd name="T16" fmla="*/ 0 60000 65536"/>
                  <a:gd name="T17" fmla="*/ 0 60000 65536"/>
                  <a:gd name="T18" fmla="*/ 0 w 107"/>
                  <a:gd name="T19" fmla="*/ 0 h 203"/>
                  <a:gd name="T20" fmla="*/ 107 w 107"/>
                  <a:gd name="T21" fmla="*/ 203 h 203"/>
                </a:gdLst>
                <a:ahLst/>
                <a:cxnLst>
                  <a:cxn ang="T12">
                    <a:pos x="T0" y="T1"/>
                  </a:cxn>
                  <a:cxn ang="T13">
                    <a:pos x="T2" y="T3"/>
                  </a:cxn>
                  <a:cxn ang="T14">
                    <a:pos x="T4" y="T5"/>
                  </a:cxn>
                  <a:cxn ang="T15">
                    <a:pos x="T6" y="T7"/>
                  </a:cxn>
                  <a:cxn ang="T16">
                    <a:pos x="T8" y="T9"/>
                  </a:cxn>
                  <a:cxn ang="T17">
                    <a:pos x="T10" y="T11"/>
                  </a:cxn>
                </a:cxnLst>
                <a:rect l="T18" t="T19" r="T20" b="T21"/>
                <a:pathLst>
                  <a:path w="107" h="203">
                    <a:moveTo>
                      <a:pt x="53" y="0"/>
                    </a:moveTo>
                    <a:lnTo>
                      <a:pt x="53" y="67"/>
                    </a:lnTo>
                    <a:lnTo>
                      <a:pt x="0" y="203"/>
                    </a:lnTo>
                    <a:lnTo>
                      <a:pt x="107" y="67"/>
                    </a:lnTo>
                    <a:lnTo>
                      <a:pt x="107" y="0"/>
                    </a:lnTo>
                    <a:lnTo>
                      <a:pt x="53" y="0"/>
                    </a:lnTo>
                    <a:close/>
                  </a:path>
                </a:pathLst>
              </a:custGeom>
              <a:solidFill>
                <a:srgbClr val="000000"/>
              </a:solidFill>
              <a:ln w="9525">
                <a:noFill/>
                <a:round/>
                <a:headEnd/>
                <a:tailEnd/>
              </a:ln>
            </p:spPr>
            <p:txBody>
              <a:bodyPr/>
              <a:lstStyle/>
              <a:p>
                <a:pPr algn="ctr"/>
                <a:endParaRPr lang="pt-BR" sz="2400"/>
              </a:p>
            </p:txBody>
          </p:sp>
          <p:sp>
            <p:nvSpPr>
              <p:cNvPr id="364" name="Freeform 431"/>
              <p:cNvSpPr>
                <a:spLocks/>
              </p:cNvSpPr>
              <p:nvPr/>
            </p:nvSpPr>
            <p:spPr bwMode="auto">
              <a:xfrm>
                <a:off x="485" y="2114"/>
                <a:ext cx="24" cy="14"/>
              </a:xfrm>
              <a:custGeom>
                <a:avLst/>
                <a:gdLst>
                  <a:gd name="T0" fmla="*/ 0 w 235"/>
                  <a:gd name="T1" fmla="*/ 0 h 141"/>
                  <a:gd name="T2" fmla="*/ 0 w 235"/>
                  <a:gd name="T3" fmla="*/ 0 h 141"/>
                  <a:gd name="T4" fmla="*/ 0 w 235"/>
                  <a:gd name="T5" fmla="*/ 0 h 141"/>
                  <a:gd name="T6" fmla="*/ 0 60000 65536"/>
                  <a:gd name="T7" fmla="*/ 0 60000 65536"/>
                  <a:gd name="T8" fmla="*/ 0 60000 65536"/>
                  <a:gd name="T9" fmla="*/ 0 w 235"/>
                  <a:gd name="T10" fmla="*/ 0 h 141"/>
                  <a:gd name="T11" fmla="*/ 235 w 235"/>
                  <a:gd name="T12" fmla="*/ 141 h 141"/>
                </a:gdLst>
                <a:ahLst/>
                <a:cxnLst>
                  <a:cxn ang="T6">
                    <a:pos x="T0" y="T1"/>
                  </a:cxn>
                  <a:cxn ang="T7">
                    <a:pos x="T2" y="T3"/>
                  </a:cxn>
                  <a:cxn ang="T8">
                    <a:pos x="T4" y="T5"/>
                  </a:cxn>
                </a:cxnLst>
                <a:rect l="T9" t="T10" r="T11" b="T12"/>
                <a:pathLst>
                  <a:path w="235" h="141">
                    <a:moveTo>
                      <a:pt x="137" y="141"/>
                    </a:moveTo>
                    <a:lnTo>
                      <a:pt x="0" y="141"/>
                    </a:lnTo>
                    <a:lnTo>
                      <a:pt x="235" y="0"/>
                    </a:lnTo>
                  </a:path>
                </a:pathLst>
              </a:custGeom>
              <a:noFill/>
              <a:ln w="0">
                <a:solidFill>
                  <a:srgbClr val="000000"/>
                </a:solidFill>
                <a:round/>
                <a:headEnd/>
                <a:tailEnd/>
              </a:ln>
            </p:spPr>
            <p:txBody>
              <a:bodyPr/>
              <a:lstStyle/>
              <a:p>
                <a:pPr algn="ctr"/>
                <a:endParaRPr lang="pt-BR" sz="2400"/>
              </a:p>
            </p:txBody>
          </p:sp>
          <p:sp>
            <p:nvSpPr>
              <p:cNvPr id="365" name="Line 432"/>
              <p:cNvSpPr>
                <a:spLocks noChangeShapeType="1"/>
              </p:cNvSpPr>
              <p:nvPr/>
            </p:nvSpPr>
            <p:spPr bwMode="auto">
              <a:xfrm flipV="1">
                <a:off x="499" y="2122"/>
                <a:ext cx="1" cy="6"/>
              </a:xfrm>
              <a:prstGeom prst="line">
                <a:avLst/>
              </a:prstGeom>
              <a:noFill/>
              <a:ln w="0">
                <a:solidFill>
                  <a:srgbClr val="000000"/>
                </a:solidFill>
                <a:round/>
                <a:headEnd/>
                <a:tailEnd/>
              </a:ln>
            </p:spPr>
            <p:txBody>
              <a:bodyPr/>
              <a:lstStyle/>
              <a:p>
                <a:endParaRPr lang="pt-BR" sz="2400"/>
              </a:p>
            </p:txBody>
          </p:sp>
          <p:sp>
            <p:nvSpPr>
              <p:cNvPr id="366" name="Freeform 433"/>
              <p:cNvSpPr>
                <a:spLocks/>
              </p:cNvSpPr>
              <p:nvPr/>
            </p:nvSpPr>
            <p:spPr bwMode="auto">
              <a:xfrm>
                <a:off x="485" y="2026"/>
                <a:ext cx="24" cy="18"/>
              </a:xfrm>
              <a:custGeom>
                <a:avLst/>
                <a:gdLst>
                  <a:gd name="T0" fmla="*/ 0 w 248"/>
                  <a:gd name="T1" fmla="*/ 0 h 176"/>
                  <a:gd name="T2" fmla="*/ 0 w 248"/>
                  <a:gd name="T3" fmla="*/ 0 h 176"/>
                  <a:gd name="T4" fmla="*/ 0 w 248"/>
                  <a:gd name="T5" fmla="*/ 0 h 176"/>
                  <a:gd name="T6" fmla="*/ 0 w 248"/>
                  <a:gd name="T7" fmla="*/ 0 h 176"/>
                  <a:gd name="T8" fmla="*/ 0 w 248"/>
                  <a:gd name="T9" fmla="*/ 0 h 176"/>
                  <a:gd name="T10" fmla="*/ 0 w 248"/>
                  <a:gd name="T11" fmla="*/ 0 h 176"/>
                  <a:gd name="T12" fmla="*/ 0 60000 65536"/>
                  <a:gd name="T13" fmla="*/ 0 60000 65536"/>
                  <a:gd name="T14" fmla="*/ 0 60000 65536"/>
                  <a:gd name="T15" fmla="*/ 0 60000 65536"/>
                  <a:gd name="T16" fmla="*/ 0 60000 65536"/>
                  <a:gd name="T17" fmla="*/ 0 60000 65536"/>
                  <a:gd name="T18" fmla="*/ 0 w 248"/>
                  <a:gd name="T19" fmla="*/ 0 h 176"/>
                  <a:gd name="T20" fmla="*/ 248 w 248"/>
                  <a:gd name="T21" fmla="*/ 176 h 176"/>
                </a:gdLst>
                <a:ahLst/>
                <a:cxnLst>
                  <a:cxn ang="T12">
                    <a:pos x="T0" y="T1"/>
                  </a:cxn>
                  <a:cxn ang="T13">
                    <a:pos x="T2" y="T3"/>
                  </a:cxn>
                  <a:cxn ang="T14">
                    <a:pos x="T4" y="T5"/>
                  </a:cxn>
                  <a:cxn ang="T15">
                    <a:pos x="T6" y="T7"/>
                  </a:cxn>
                  <a:cxn ang="T16">
                    <a:pos x="T8" y="T9"/>
                  </a:cxn>
                  <a:cxn ang="T17">
                    <a:pos x="T10" y="T11"/>
                  </a:cxn>
                </a:cxnLst>
                <a:rect l="T18" t="T19" r="T20" b="T21"/>
                <a:pathLst>
                  <a:path w="248" h="176">
                    <a:moveTo>
                      <a:pt x="0" y="120"/>
                    </a:moveTo>
                    <a:lnTo>
                      <a:pt x="103" y="176"/>
                    </a:lnTo>
                    <a:lnTo>
                      <a:pt x="103" y="120"/>
                    </a:lnTo>
                    <a:lnTo>
                      <a:pt x="248" y="56"/>
                    </a:lnTo>
                    <a:lnTo>
                      <a:pt x="195" y="0"/>
                    </a:lnTo>
                    <a:lnTo>
                      <a:pt x="0" y="120"/>
                    </a:lnTo>
                    <a:close/>
                  </a:path>
                </a:pathLst>
              </a:custGeom>
              <a:solidFill>
                <a:srgbClr val="000000"/>
              </a:solidFill>
              <a:ln w="9525">
                <a:noFill/>
                <a:round/>
                <a:headEnd/>
                <a:tailEnd/>
              </a:ln>
            </p:spPr>
            <p:txBody>
              <a:bodyPr/>
              <a:lstStyle/>
              <a:p>
                <a:pPr algn="ctr"/>
                <a:endParaRPr lang="pt-BR" sz="2400"/>
              </a:p>
            </p:txBody>
          </p:sp>
          <p:sp>
            <p:nvSpPr>
              <p:cNvPr id="367" name="Freeform 434"/>
              <p:cNvSpPr>
                <a:spLocks/>
              </p:cNvSpPr>
              <p:nvPr/>
            </p:nvSpPr>
            <p:spPr bwMode="auto">
              <a:xfrm>
                <a:off x="470" y="2008"/>
                <a:ext cx="54" cy="18"/>
              </a:xfrm>
              <a:custGeom>
                <a:avLst/>
                <a:gdLst>
                  <a:gd name="T0" fmla="*/ 0 w 540"/>
                  <a:gd name="T1" fmla="*/ 0 h 184"/>
                  <a:gd name="T2" fmla="*/ 0 w 540"/>
                  <a:gd name="T3" fmla="*/ 0 h 184"/>
                  <a:gd name="T4" fmla="*/ 0 w 540"/>
                  <a:gd name="T5" fmla="*/ 0 h 184"/>
                  <a:gd name="T6" fmla="*/ 0 w 540"/>
                  <a:gd name="T7" fmla="*/ 0 h 184"/>
                  <a:gd name="T8" fmla="*/ 0 w 540"/>
                  <a:gd name="T9" fmla="*/ 0 h 184"/>
                  <a:gd name="T10" fmla="*/ 0 w 540"/>
                  <a:gd name="T11" fmla="*/ 0 h 184"/>
                  <a:gd name="T12" fmla="*/ 0 w 540"/>
                  <a:gd name="T13" fmla="*/ 0 h 184"/>
                  <a:gd name="T14" fmla="*/ 0 w 540"/>
                  <a:gd name="T15" fmla="*/ 0 h 184"/>
                  <a:gd name="T16" fmla="*/ 0 w 540"/>
                  <a:gd name="T17" fmla="*/ 0 h 1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40"/>
                  <a:gd name="T28" fmla="*/ 0 h 184"/>
                  <a:gd name="T29" fmla="*/ 540 w 540"/>
                  <a:gd name="T30" fmla="*/ 184 h 1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40" h="184">
                    <a:moveTo>
                      <a:pt x="540" y="0"/>
                    </a:moveTo>
                    <a:lnTo>
                      <a:pt x="540" y="50"/>
                    </a:lnTo>
                    <a:lnTo>
                      <a:pt x="395" y="120"/>
                    </a:lnTo>
                    <a:lnTo>
                      <a:pt x="250" y="120"/>
                    </a:lnTo>
                    <a:lnTo>
                      <a:pt x="80" y="184"/>
                    </a:lnTo>
                    <a:lnTo>
                      <a:pt x="0" y="184"/>
                    </a:lnTo>
                    <a:lnTo>
                      <a:pt x="262" y="64"/>
                    </a:lnTo>
                    <a:lnTo>
                      <a:pt x="395" y="64"/>
                    </a:lnTo>
                    <a:lnTo>
                      <a:pt x="540" y="0"/>
                    </a:lnTo>
                    <a:close/>
                  </a:path>
                </a:pathLst>
              </a:custGeom>
              <a:solidFill>
                <a:srgbClr val="000000"/>
              </a:solidFill>
              <a:ln w="9525">
                <a:noFill/>
                <a:round/>
                <a:headEnd/>
                <a:tailEnd/>
              </a:ln>
            </p:spPr>
            <p:txBody>
              <a:bodyPr/>
              <a:lstStyle/>
              <a:p>
                <a:pPr algn="ctr"/>
                <a:endParaRPr lang="pt-BR" sz="2400"/>
              </a:p>
            </p:txBody>
          </p:sp>
          <p:sp>
            <p:nvSpPr>
              <p:cNvPr id="368" name="Freeform 435"/>
              <p:cNvSpPr>
                <a:spLocks/>
              </p:cNvSpPr>
              <p:nvPr/>
            </p:nvSpPr>
            <p:spPr bwMode="auto">
              <a:xfrm>
                <a:off x="188" y="1833"/>
                <a:ext cx="342" cy="307"/>
              </a:xfrm>
              <a:custGeom>
                <a:avLst/>
                <a:gdLst>
                  <a:gd name="T0" fmla="*/ 0 w 3421"/>
                  <a:gd name="T1" fmla="*/ 0 h 3075"/>
                  <a:gd name="T2" fmla="*/ 0 w 3421"/>
                  <a:gd name="T3" fmla="*/ 0 h 3075"/>
                  <a:gd name="T4" fmla="*/ 0 w 3421"/>
                  <a:gd name="T5" fmla="*/ 0 h 3075"/>
                  <a:gd name="T6" fmla="*/ 0 w 3421"/>
                  <a:gd name="T7" fmla="*/ 0 h 3075"/>
                  <a:gd name="T8" fmla="*/ 0 w 3421"/>
                  <a:gd name="T9" fmla="*/ 0 h 3075"/>
                  <a:gd name="T10" fmla="*/ 0 w 3421"/>
                  <a:gd name="T11" fmla="*/ 0 h 3075"/>
                  <a:gd name="T12" fmla="*/ 0 w 3421"/>
                  <a:gd name="T13" fmla="*/ 0 h 3075"/>
                  <a:gd name="T14" fmla="*/ 0 w 3421"/>
                  <a:gd name="T15" fmla="*/ 0 h 3075"/>
                  <a:gd name="T16" fmla="*/ 0 w 3421"/>
                  <a:gd name="T17" fmla="*/ 0 h 3075"/>
                  <a:gd name="T18" fmla="*/ 0 w 3421"/>
                  <a:gd name="T19" fmla="*/ 0 h 3075"/>
                  <a:gd name="T20" fmla="*/ 0 w 3421"/>
                  <a:gd name="T21" fmla="*/ 0 h 3075"/>
                  <a:gd name="T22" fmla="*/ 0 w 3421"/>
                  <a:gd name="T23" fmla="*/ 0 h 3075"/>
                  <a:gd name="T24" fmla="*/ 0 w 3421"/>
                  <a:gd name="T25" fmla="*/ 0 h 3075"/>
                  <a:gd name="T26" fmla="*/ 0 w 3421"/>
                  <a:gd name="T27" fmla="*/ 0 h 3075"/>
                  <a:gd name="T28" fmla="*/ 0 w 3421"/>
                  <a:gd name="T29" fmla="*/ 0 h 3075"/>
                  <a:gd name="T30" fmla="*/ 0 w 3421"/>
                  <a:gd name="T31" fmla="*/ 0 h 3075"/>
                  <a:gd name="T32" fmla="*/ 0 w 3421"/>
                  <a:gd name="T33" fmla="*/ 0 h 3075"/>
                  <a:gd name="T34" fmla="*/ 0 w 3421"/>
                  <a:gd name="T35" fmla="*/ 0 h 3075"/>
                  <a:gd name="T36" fmla="*/ 0 w 3421"/>
                  <a:gd name="T37" fmla="*/ 0 h 3075"/>
                  <a:gd name="T38" fmla="*/ 0 w 3421"/>
                  <a:gd name="T39" fmla="*/ 0 h 3075"/>
                  <a:gd name="T40" fmla="*/ 0 w 3421"/>
                  <a:gd name="T41" fmla="*/ 0 h 3075"/>
                  <a:gd name="T42" fmla="*/ 0 w 3421"/>
                  <a:gd name="T43" fmla="*/ 0 h 3075"/>
                  <a:gd name="T44" fmla="*/ 0 w 3421"/>
                  <a:gd name="T45" fmla="*/ 0 h 3075"/>
                  <a:gd name="T46" fmla="*/ 0 w 3421"/>
                  <a:gd name="T47" fmla="*/ 0 h 3075"/>
                  <a:gd name="T48" fmla="*/ 0 w 3421"/>
                  <a:gd name="T49" fmla="*/ 0 h 3075"/>
                  <a:gd name="T50" fmla="*/ 0 w 3421"/>
                  <a:gd name="T51" fmla="*/ 0 h 3075"/>
                  <a:gd name="T52" fmla="*/ 0 w 3421"/>
                  <a:gd name="T53" fmla="*/ 0 h 3075"/>
                  <a:gd name="T54" fmla="*/ 0 w 3421"/>
                  <a:gd name="T55" fmla="*/ 0 h 3075"/>
                  <a:gd name="T56" fmla="*/ 0 w 3421"/>
                  <a:gd name="T57" fmla="*/ 0 h 3075"/>
                  <a:gd name="T58" fmla="*/ 0 w 3421"/>
                  <a:gd name="T59" fmla="*/ 0 h 3075"/>
                  <a:gd name="T60" fmla="*/ 0 w 3421"/>
                  <a:gd name="T61" fmla="*/ 0 h 3075"/>
                  <a:gd name="T62" fmla="*/ 0 w 3421"/>
                  <a:gd name="T63" fmla="*/ 0 h 3075"/>
                  <a:gd name="T64" fmla="*/ 0 w 3421"/>
                  <a:gd name="T65" fmla="*/ 0 h 3075"/>
                  <a:gd name="T66" fmla="*/ 0 w 3421"/>
                  <a:gd name="T67" fmla="*/ 0 h 3075"/>
                  <a:gd name="T68" fmla="*/ 0 w 3421"/>
                  <a:gd name="T69" fmla="*/ 0 h 3075"/>
                  <a:gd name="T70" fmla="*/ 0 w 3421"/>
                  <a:gd name="T71" fmla="*/ 0 h 3075"/>
                  <a:gd name="T72" fmla="*/ 0 w 3421"/>
                  <a:gd name="T73" fmla="*/ 0 h 3075"/>
                  <a:gd name="T74" fmla="*/ 0 w 3421"/>
                  <a:gd name="T75" fmla="*/ 0 h 3075"/>
                  <a:gd name="T76" fmla="*/ 0 w 3421"/>
                  <a:gd name="T77" fmla="*/ 0 h 3075"/>
                  <a:gd name="T78" fmla="*/ 0 w 3421"/>
                  <a:gd name="T79" fmla="*/ 0 h 3075"/>
                  <a:gd name="T80" fmla="*/ 0 w 3421"/>
                  <a:gd name="T81" fmla="*/ 0 h 3075"/>
                  <a:gd name="T82" fmla="*/ 0 w 3421"/>
                  <a:gd name="T83" fmla="*/ 0 h 3075"/>
                  <a:gd name="T84" fmla="*/ 0 w 3421"/>
                  <a:gd name="T85" fmla="*/ 0 h 3075"/>
                  <a:gd name="T86" fmla="*/ 0 w 3421"/>
                  <a:gd name="T87" fmla="*/ 0 h 3075"/>
                  <a:gd name="T88" fmla="*/ 0 w 3421"/>
                  <a:gd name="T89" fmla="*/ 0 h 3075"/>
                  <a:gd name="T90" fmla="*/ 0 w 3421"/>
                  <a:gd name="T91" fmla="*/ 0 h 3075"/>
                  <a:gd name="T92" fmla="*/ 0 w 3421"/>
                  <a:gd name="T93" fmla="*/ 0 h 3075"/>
                  <a:gd name="T94" fmla="*/ 0 w 3421"/>
                  <a:gd name="T95" fmla="*/ 0 h 3075"/>
                  <a:gd name="T96" fmla="*/ 0 w 3421"/>
                  <a:gd name="T97" fmla="*/ 0 h 3075"/>
                  <a:gd name="T98" fmla="*/ 0 w 3421"/>
                  <a:gd name="T99" fmla="*/ 0 h 3075"/>
                  <a:gd name="T100" fmla="*/ 0 w 3421"/>
                  <a:gd name="T101" fmla="*/ 0 h 3075"/>
                  <a:gd name="T102" fmla="*/ 0 w 3421"/>
                  <a:gd name="T103" fmla="*/ 0 h 3075"/>
                  <a:gd name="T104" fmla="*/ 0 w 3421"/>
                  <a:gd name="T105" fmla="*/ 0 h 3075"/>
                  <a:gd name="T106" fmla="*/ 0 w 3421"/>
                  <a:gd name="T107" fmla="*/ 0 h 3075"/>
                  <a:gd name="T108" fmla="*/ 0 w 3421"/>
                  <a:gd name="T109" fmla="*/ 0 h 3075"/>
                  <a:gd name="T110" fmla="*/ 0 w 3421"/>
                  <a:gd name="T111" fmla="*/ 0 h 3075"/>
                  <a:gd name="T112" fmla="*/ 0 w 3421"/>
                  <a:gd name="T113" fmla="*/ 0 h 307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421"/>
                  <a:gd name="T172" fmla="*/ 0 h 3075"/>
                  <a:gd name="T173" fmla="*/ 3421 w 3421"/>
                  <a:gd name="T174" fmla="*/ 3075 h 307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421" h="3075">
                    <a:moveTo>
                      <a:pt x="2835" y="1481"/>
                    </a:moveTo>
                    <a:lnTo>
                      <a:pt x="3005" y="1481"/>
                    </a:lnTo>
                    <a:lnTo>
                      <a:pt x="3326" y="1242"/>
                    </a:lnTo>
                    <a:lnTo>
                      <a:pt x="3421" y="901"/>
                    </a:lnTo>
                    <a:lnTo>
                      <a:pt x="3292" y="651"/>
                    </a:lnTo>
                    <a:lnTo>
                      <a:pt x="2994" y="764"/>
                    </a:lnTo>
                    <a:lnTo>
                      <a:pt x="2807" y="764"/>
                    </a:lnTo>
                    <a:lnTo>
                      <a:pt x="2923" y="533"/>
                    </a:lnTo>
                    <a:lnTo>
                      <a:pt x="2743" y="533"/>
                    </a:lnTo>
                    <a:lnTo>
                      <a:pt x="2639" y="613"/>
                    </a:lnTo>
                    <a:lnTo>
                      <a:pt x="2491" y="651"/>
                    </a:lnTo>
                    <a:lnTo>
                      <a:pt x="2563" y="533"/>
                    </a:lnTo>
                    <a:lnTo>
                      <a:pt x="2213" y="468"/>
                    </a:lnTo>
                    <a:lnTo>
                      <a:pt x="2263" y="373"/>
                    </a:lnTo>
                    <a:lnTo>
                      <a:pt x="2020" y="333"/>
                    </a:lnTo>
                    <a:lnTo>
                      <a:pt x="1688" y="557"/>
                    </a:lnTo>
                    <a:lnTo>
                      <a:pt x="1786" y="279"/>
                    </a:lnTo>
                    <a:lnTo>
                      <a:pt x="1543" y="427"/>
                    </a:lnTo>
                    <a:lnTo>
                      <a:pt x="1513" y="295"/>
                    </a:lnTo>
                    <a:lnTo>
                      <a:pt x="1397" y="295"/>
                    </a:lnTo>
                    <a:lnTo>
                      <a:pt x="1263" y="363"/>
                    </a:lnTo>
                    <a:lnTo>
                      <a:pt x="1263" y="227"/>
                    </a:lnTo>
                    <a:lnTo>
                      <a:pt x="1167" y="295"/>
                    </a:lnTo>
                    <a:lnTo>
                      <a:pt x="1078" y="295"/>
                    </a:lnTo>
                    <a:lnTo>
                      <a:pt x="1167" y="0"/>
                    </a:lnTo>
                    <a:lnTo>
                      <a:pt x="914" y="0"/>
                    </a:lnTo>
                    <a:lnTo>
                      <a:pt x="644" y="81"/>
                    </a:lnTo>
                    <a:lnTo>
                      <a:pt x="332" y="333"/>
                    </a:lnTo>
                    <a:lnTo>
                      <a:pt x="91" y="773"/>
                    </a:lnTo>
                    <a:lnTo>
                      <a:pt x="0" y="1254"/>
                    </a:lnTo>
                    <a:lnTo>
                      <a:pt x="0" y="1548"/>
                    </a:lnTo>
                    <a:lnTo>
                      <a:pt x="271" y="2504"/>
                    </a:lnTo>
                    <a:lnTo>
                      <a:pt x="342" y="2864"/>
                    </a:lnTo>
                    <a:lnTo>
                      <a:pt x="470" y="3021"/>
                    </a:lnTo>
                    <a:lnTo>
                      <a:pt x="634" y="3075"/>
                    </a:lnTo>
                    <a:lnTo>
                      <a:pt x="769" y="3075"/>
                    </a:lnTo>
                    <a:lnTo>
                      <a:pt x="927" y="2954"/>
                    </a:lnTo>
                    <a:lnTo>
                      <a:pt x="927" y="3075"/>
                    </a:lnTo>
                    <a:lnTo>
                      <a:pt x="1085" y="3011"/>
                    </a:lnTo>
                    <a:lnTo>
                      <a:pt x="1223" y="2733"/>
                    </a:lnTo>
                    <a:lnTo>
                      <a:pt x="1231" y="2362"/>
                    </a:lnTo>
                    <a:lnTo>
                      <a:pt x="1271" y="2187"/>
                    </a:lnTo>
                    <a:lnTo>
                      <a:pt x="1397" y="2027"/>
                    </a:lnTo>
                    <a:lnTo>
                      <a:pt x="1513" y="1971"/>
                    </a:lnTo>
                    <a:lnTo>
                      <a:pt x="1688" y="1971"/>
                    </a:lnTo>
                    <a:lnTo>
                      <a:pt x="1856" y="2082"/>
                    </a:lnTo>
                    <a:lnTo>
                      <a:pt x="1980" y="2277"/>
                    </a:lnTo>
                    <a:lnTo>
                      <a:pt x="2219" y="2265"/>
                    </a:lnTo>
                    <a:lnTo>
                      <a:pt x="2219" y="2000"/>
                    </a:lnTo>
                    <a:lnTo>
                      <a:pt x="2419" y="1729"/>
                    </a:lnTo>
                    <a:lnTo>
                      <a:pt x="2659" y="1639"/>
                    </a:lnTo>
                    <a:lnTo>
                      <a:pt x="2751" y="1521"/>
                    </a:lnTo>
                    <a:lnTo>
                      <a:pt x="2545" y="1521"/>
                    </a:lnTo>
                    <a:lnTo>
                      <a:pt x="2669" y="1437"/>
                    </a:lnTo>
                    <a:lnTo>
                      <a:pt x="2969" y="1374"/>
                    </a:lnTo>
                    <a:lnTo>
                      <a:pt x="2913" y="1452"/>
                    </a:lnTo>
                    <a:lnTo>
                      <a:pt x="2835" y="1481"/>
                    </a:lnTo>
                    <a:close/>
                  </a:path>
                </a:pathLst>
              </a:custGeom>
              <a:solidFill>
                <a:srgbClr val="000000"/>
              </a:solidFill>
              <a:ln w="9525">
                <a:noFill/>
                <a:round/>
                <a:headEnd/>
                <a:tailEnd/>
              </a:ln>
            </p:spPr>
            <p:txBody>
              <a:bodyPr/>
              <a:lstStyle/>
              <a:p>
                <a:pPr algn="ctr"/>
                <a:endParaRPr lang="pt-BR" sz="2400"/>
              </a:p>
            </p:txBody>
          </p:sp>
          <p:sp>
            <p:nvSpPr>
              <p:cNvPr id="369" name="Freeform 436"/>
              <p:cNvSpPr>
                <a:spLocks/>
              </p:cNvSpPr>
              <p:nvPr/>
            </p:nvSpPr>
            <p:spPr bwMode="auto">
              <a:xfrm>
                <a:off x="289" y="1831"/>
                <a:ext cx="230" cy="78"/>
              </a:xfrm>
              <a:custGeom>
                <a:avLst/>
                <a:gdLst>
                  <a:gd name="T0" fmla="*/ 0 w 2297"/>
                  <a:gd name="T1" fmla="*/ 0 h 777"/>
                  <a:gd name="T2" fmla="*/ 0 w 2297"/>
                  <a:gd name="T3" fmla="*/ 0 h 777"/>
                  <a:gd name="T4" fmla="*/ 0 w 2297"/>
                  <a:gd name="T5" fmla="*/ 0 h 777"/>
                  <a:gd name="T6" fmla="*/ 0 w 2297"/>
                  <a:gd name="T7" fmla="*/ 0 h 777"/>
                  <a:gd name="T8" fmla="*/ 0 w 2297"/>
                  <a:gd name="T9" fmla="*/ 0 h 777"/>
                  <a:gd name="T10" fmla="*/ 0 w 2297"/>
                  <a:gd name="T11" fmla="*/ 0 h 777"/>
                  <a:gd name="T12" fmla="*/ 0 w 2297"/>
                  <a:gd name="T13" fmla="*/ 0 h 777"/>
                  <a:gd name="T14" fmla="*/ 0 w 2297"/>
                  <a:gd name="T15" fmla="*/ 0 h 777"/>
                  <a:gd name="T16" fmla="*/ 0 w 2297"/>
                  <a:gd name="T17" fmla="*/ 0 h 777"/>
                  <a:gd name="T18" fmla="*/ 0 w 2297"/>
                  <a:gd name="T19" fmla="*/ 0 h 777"/>
                  <a:gd name="T20" fmla="*/ 0 w 2297"/>
                  <a:gd name="T21" fmla="*/ 0 h 777"/>
                  <a:gd name="T22" fmla="*/ 0 w 2297"/>
                  <a:gd name="T23" fmla="*/ 0 h 777"/>
                  <a:gd name="T24" fmla="*/ 0 w 2297"/>
                  <a:gd name="T25" fmla="*/ 0 h 777"/>
                  <a:gd name="T26" fmla="*/ 0 w 2297"/>
                  <a:gd name="T27" fmla="*/ 0 h 777"/>
                  <a:gd name="T28" fmla="*/ 0 w 2297"/>
                  <a:gd name="T29" fmla="*/ 0 h 777"/>
                  <a:gd name="T30" fmla="*/ 0 w 2297"/>
                  <a:gd name="T31" fmla="*/ 0 h 777"/>
                  <a:gd name="T32" fmla="*/ 0 w 2297"/>
                  <a:gd name="T33" fmla="*/ 0 h 777"/>
                  <a:gd name="T34" fmla="*/ 0 w 2297"/>
                  <a:gd name="T35" fmla="*/ 0 h 777"/>
                  <a:gd name="T36" fmla="*/ 0 w 2297"/>
                  <a:gd name="T37" fmla="*/ 0 h 777"/>
                  <a:gd name="T38" fmla="*/ 0 w 2297"/>
                  <a:gd name="T39" fmla="*/ 0 h 777"/>
                  <a:gd name="T40" fmla="*/ 0 w 2297"/>
                  <a:gd name="T41" fmla="*/ 0 h 777"/>
                  <a:gd name="T42" fmla="*/ 0 w 2297"/>
                  <a:gd name="T43" fmla="*/ 0 h 777"/>
                  <a:gd name="T44" fmla="*/ 0 w 2297"/>
                  <a:gd name="T45" fmla="*/ 0 h 777"/>
                  <a:gd name="T46" fmla="*/ 0 w 2297"/>
                  <a:gd name="T47" fmla="*/ 0 h 77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97"/>
                  <a:gd name="T73" fmla="*/ 0 h 777"/>
                  <a:gd name="T74" fmla="*/ 2297 w 2297"/>
                  <a:gd name="T75" fmla="*/ 777 h 77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97" h="777">
                    <a:moveTo>
                      <a:pt x="2239" y="601"/>
                    </a:moveTo>
                    <a:lnTo>
                      <a:pt x="2027" y="395"/>
                    </a:lnTo>
                    <a:lnTo>
                      <a:pt x="1400" y="120"/>
                    </a:lnTo>
                    <a:lnTo>
                      <a:pt x="781" y="0"/>
                    </a:lnTo>
                    <a:lnTo>
                      <a:pt x="110" y="0"/>
                    </a:lnTo>
                    <a:lnTo>
                      <a:pt x="0" y="105"/>
                    </a:lnTo>
                    <a:lnTo>
                      <a:pt x="226" y="105"/>
                    </a:lnTo>
                    <a:lnTo>
                      <a:pt x="346" y="187"/>
                    </a:lnTo>
                    <a:lnTo>
                      <a:pt x="462" y="120"/>
                    </a:lnTo>
                    <a:lnTo>
                      <a:pt x="635" y="120"/>
                    </a:lnTo>
                    <a:lnTo>
                      <a:pt x="677" y="256"/>
                    </a:lnTo>
                    <a:lnTo>
                      <a:pt x="921" y="134"/>
                    </a:lnTo>
                    <a:lnTo>
                      <a:pt x="1053" y="256"/>
                    </a:lnTo>
                    <a:lnTo>
                      <a:pt x="1208" y="202"/>
                    </a:lnTo>
                    <a:lnTo>
                      <a:pt x="1502" y="322"/>
                    </a:lnTo>
                    <a:lnTo>
                      <a:pt x="1672" y="322"/>
                    </a:lnTo>
                    <a:lnTo>
                      <a:pt x="1732" y="414"/>
                    </a:lnTo>
                    <a:lnTo>
                      <a:pt x="1636" y="481"/>
                    </a:lnTo>
                    <a:lnTo>
                      <a:pt x="1809" y="481"/>
                    </a:lnTo>
                    <a:lnTo>
                      <a:pt x="1678" y="586"/>
                    </a:lnTo>
                    <a:lnTo>
                      <a:pt x="1807" y="777"/>
                    </a:lnTo>
                    <a:lnTo>
                      <a:pt x="2011" y="504"/>
                    </a:lnTo>
                    <a:lnTo>
                      <a:pt x="2297" y="693"/>
                    </a:lnTo>
                    <a:lnTo>
                      <a:pt x="2239" y="601"/>
                    </a:lnTo>
                    <a:close/>
                  </a:path>
                </a:pathLst>
              </a:custGeom>
              <a:solidFill>
                <a:srgbClr val="000000"/>
              </a:solidFill>
              <a:ln w="9525">
                <a:noFill/>
                <a:round/>
                <a:headEnd/>
                <a:tailEnd/>
              </a:ln>
            </p:spPr>
            <p:txBody>
              <a:bodyPr/>
              <a:lstStyle/>
              <a:p>
                <a:pPr algn="ctr"/>
                <a:endParaRPr lang="pt-BR" sz="2400"/>
              </a:p>
            </p:txBody>
          </p:sp>
          <p:sp>
            <p:nvSpPr>
              <p:cNvPr id="370" name="Freeform 437"/>
              <p:cNvSpPr>
                <a:spLocks/>
              </p:cNvSpPr>
              <p:nvPr/>
            </p:nvSpPr>
            <p:spPr bwMode="auto">
              <a:xfrm>
                <a:off x="311" y="2041"/>
                <a:ext cx="184" cy="180"/>
              </a:xfrm>
              <a:custGeom>
                <a:avLst/>
                <a:gdLst>
                  <a:gd name="T0" fmla="*/ 0 w 1837"/>
                  <a:gd name="T1" fmla="*/ 0 h 1800"/>
                  <a:gd name="T2" fmla="*/ 0 w 1837"/>
                  <a:gd name="T3" fmla="*/ 0 h 1800"/>
                  <a:gd name="T4" fmla="*/ 0 w 1837"/>
                  <a:gd name="T5" fmla="*/ 0 h 1800"/>
                  <a:gd name="T6" fmla="*/ 0 w 1837"/>
                  <a:gd name="T7" fmla="*/ 0 h 1800"/>
                  <a:gd name="T8" fmla="*/ 0 w 1837"/>
                  <a:gd name="T9" fmla="*/ 0 h 1800"/>
                  <a:gd name="T10" fmla="*/ 0 w 1837"/>
                  <a:gd name="T11" fmla="*/ 0 h 1800"/>
                  <a:gd name="T12" fmla="*/ 0 w 1837"/>
                  <a:gd name="T13" fmla="*/ 0 h 1800"/>
                  <a:gd name="T14" fmla="*/ 0 w 1837"/>
                  <a:gd name="T15" fmla="*/ 0 h 1800"/>
                  <a:gd name="T16" fmla="*/ 0 w 1837"/>
                  <a:gd name="T17" fmla="*/ 0 h 1800"/>
                  <a:gd name="T18" fmla="*/ 0 w 1837"/>
                  <a:gd name="T19" fmla="*/ 0 h 1800"/>
                  <a:gd name="T20" fmla="*/ 0 w 1837"/>
                  <a:gd name="T21" fmla="*/ 0 h 1800"/>
                  <a:gd name="T22" fmla="*/ 0 w 1837"/>
                  <a:gd name="T23" fmla="*/ 0 h 1800"/>
                  <a:gd name="T24" fmla="*/ 0 w 1837"/>
                  <a:gd name="T25" fmla="*/ 0 h 1800"/>
                  <a:gd name="T26" fmla="*/ 0 w 1837"/>
                  <a:gd name="T27" fmla="*/ 0 h 1800"/>
                  <a:gd name="T28" fmla="*/ 0 w 1837"/>
                  <a:gd name="T29" fmla="*/ 0 h 1800"/>
                  <a:gd name="T30" fmla="*/ 0 w 1837"/>
                  <a:gd name="T31" fmla="*/ 0 h 1800"/>
                  <a:gd name="T32" fmla="*/ 0 w 1837"/>
                  <a:gd name="T33" fmla="*/ 0 h 1800"/>
                  <a:gd name="T34" fmla="*/ 0 w 1837"/>
                  <a:gd name="T35" fmla="*/ 0 h 1800"/>
                  <a:gd name="T36" fmla="*/ 0 w 1837"/>
                  <a:gd name="T37" fmla="*/ 0 h 1800"/>
                  <a:gd name="T38" fmla="*/ 0 w 1837"/>
                  <a:gd name="T39" fmla="*/ 0 h 1800"/>
                  <a:gd name="T40" fmla="*/ 0 w 1837"/>
                  <a:gd name="T41" fmla="*/ 0 h 1800"/>
                  <a:gd name="T42" fmla="*/ 0 w 1837"/>
                  <a:gd name="T43" fmla="*/ 0 h 1800"/>
                  <a:gd name="T44" fmla="*/ 0 w 1837"/>
                  <a:gd name="T45" fmla="*/ 0 h 1800"/>
                  <a:gd name="T46" fmla="*/ 0 w 1837"/>
                  <a:gd name="T47" fmla="*/ 0 h 1800"/>
                  <a:gd name="T48" fmla="*/ 0 w 1837"/>
                  <a:gd name="T49" fmla="*/ 0 h 1800"/>
                  <a:gd name="T50" fmla="*/ 0 w 1837"/>
                  <a:gd name="T51" fmla="*/ 0 h 1800"/>
                  <a:gd name="T52" fmla="*/ 0 w 1837"/>
                  <a:gd name="T53" fmla="*/ 0 h 1800"/>
                  <a:gd name="T54" fmla="*/ 0 w 1837"/>
                  <a:gd name="T55" fmla="*/ 0 h 1800"/>
                  <a:gd name="T56" fmla="*/ 0 w 1837"/>
                  <a:gd name="T57" fmla="*/ 0 h 1800"/>
                  <a:gd name="T58" fmla="*/ 0 w 1837"/>
                  <a:gd name="T59" fmla="*/ 0 h 1800"/>
                  <a:gd name="T60" fmla="*/ 0 w 1837"/>
                  <a:gd name="T61" fmla="*/ 0 h 1800"/>
                  <a:gd name="T62" fmla="*/ 0 w 1837"/>
                  <a:gd name="T63" fmla="*/ 0 h 1800"/>
                  <a:gd name="T64" fmla="*/ 0 w 1837"/>
                  <a:gd name="T65" fmla="*/ 0 h 1800"/>
                  <a:gd name="T66" fmla="*/ 0 w 1837"/>
                  <a:gd name="T67" fmla="*/ 0 h 1800"/>
                  <a:gd name="T68" fmla="*/ 0 w 1837"/>
                  <a:gd name="T69" fmla="*/ 0 h 1800"/>
                  <a:gd name="T70" fmla="*/ 0 w 1837"/>
                  <a:gd name="T71" fmla="*/ 0 h 1800"/>
                  <a:gd name="T72" fmla="*/ 0 w 1837"/>
                  <a:gd name="T73" fmla="*/ 0 h 180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37"/>
                  <a:gd name="T112" fmla="*/ 0 h 1800"/>
                  <a:gd name="T113" fmla="*/ 1837 w 1837"/>
                  <a:gd name="T114" fmla="*/ 1800 h 180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37" h="1800">
                    <a:moveTo>
                      <a:pt x="70" y="78"/>
                    </a:moveTo>
                    <a:lnTo>
                      <a:pt x="48" y="145"/>
                    </a:lnTo>
                    <a:lnTo>
                      <a:pt x="48" y="252"/>
                    </a:lnTo>
                    <a:lnTo>
                      <a:pt x="208" y="586"/>
                    </a:lnTo>
                    <a:lnTo>
                      <a:pt x="457" y="746"/>
                    </a:lnTo>
                    <a:lnTo>
                      <a:pt x="561" y="746"/>
                    </a:lnTo>
                    <a:lnTo>
                      <a:pt x="675" y="521"/>
                    </a:lnTo>
                    <a:lnTo>
                      <a:pt x="709" y="120"/>
                    </a:lnTo>
                    <a:lnTo>
                      <a:pt x="988" y="52"/>
                    </a:lnTo>
                    <a:lnTo>
                      <a:pt x="1384" y="586"/>
                    </a:lnTo>
                    <a:lnTo>
                      <a:pt x="1438" y="1075"/>
                    </a:lnTo>
                    <a:lnTo>
                      <a:pt x="1494" y="1227"/>
                    </a:lnTo>
                    <a:lnTo>
                      <a:pt x="1408" y="1059"/>
                    </a:lnTo>
                    <a:lnTo>
                      <a:pt x="1356" y="746"/>
                    </a:lnTo>
                    <a:lnTo>
                      <a:pt x="1180" y="634"/>
                    </a:lnTo>
                    <a:lnTo>
                      <a:pt x="1083" y="760"/>
                    </a:lnTo>
                    <a:lnTo>
                      <a:pt x="1083" y="918"/>
                    </a:lnTo>
                    <a:lnTo>
                      <a:pt x="1188" y="1313"/>
                    </a:lnTo>
                    <a:lnTo>
                      <a:pt x="1589" y="1454"/>
                    </a:lnTo>
                    <a:lnTo>
                      <a:pt x="1640" y="1479"/>
                    </a:lnTo>
                    <a:lnTo>
                      <a:pt x="1738" y="1479"/>
                    </a:lnTo>
                    <a:lnTo>
                      <a:pt x="1837" y="1355"/>
                    </a:lnTo>
                    <a:lnTo>
                      <a:pt x="1837" y="1382"/>
                    </a:lnTo>
                    <a:lnTo>
                      <a:pt x="1723" y="1536"/>
                    </a:lnTo>
                    <a:lnTo>
                      <a:pt x="1656" y="1544"/>
                    </a:lnTo>
                    <a:lnTo>
                      <a:pt x="1095" y="1544"/>
                    </a:lnTo>
                    <a:lnTo>
                      <a:pt x="982" y="1592"/>
                    </a:lnTo>
                    <a:lnTo>
                      <a:pt x="833" y="1800"/>
                    </a:lnTo>
                    <a:lnTo>
                      <a:pt x="486" y="1544"/>
                    </a:lnTo>
                    <a:lnTo>
                      <a:pt x="827" y="1732"/>
                    </a:lnTo>
                    <a:lnTo>
                      <a:pt x="929" y="1544"/>
                    </a:lnTo>
                    <a:lnTo>
                      <a:pt x="709" y="1425"/>
                    </a:lnTo>
                    <a:lnTo>
                      <a:pt x="312" y="691"/>
                    </a:lnTo>
                    <a:lnTo>
                      <a:pt x="166" y="598"/>
                    </a:lnTo>
                    <a:lnTo>
                      <a:pt x="0" y="266"/>
                    </a:lnTo>
                    <a:lnTo>
                      <a:pt x="48" y="0"/>
                    </a:lnTo>
                    <a:lnTo>
                      <a:pt x="70" y="78"/>
                    </a:lnTo>
                    <a:close/>
                  </a:path>
                </a:pathLst>
              </a:custGeom>
              <a:solidFill>
                <a:srgbClr val="000000"/>
              </a:solidFill>
              <a:ln w="9525">
                <a:noFill/>
                <a:round/>
                <a:headEnd/>
                <a:tailEnd/>
              </a:ln>
            </p:spPr>
            <p:txBody>
              <a:bodyPr/>
              <a:lstStyle/>
              <a:p>
                <a:pPr algn="ctr"/>
                <a:endParaRPr lang="pt-BR" sz="2400"/>
              </a:p>
            </p:txBody>
          </p:sp>
          <p:sp>
            <p:nvSpPr>
              <p:cNvPr id="371" name="Freeform 438"/>
              <p:cNvSpPr>
                <a:spLocks/>
              </p:cNvSpPr>
              <p:nvPr/>
            </p:nvSpPr>
            <p:spPr bwMode="auto">
              <a:xfrm>
                <a:off x="328" y="2044"/>
                <a:ext cx="39" cy="42"/>
              </a:xfrm>
              <a:custGeom>
                <a:avLst/>
                <a:gdLst>
                  <a:gd name="T0" fmla="*/ 0 w 395"/>
                  <a:gd name="T1" fmla="*/ 0 h 427"/>
                  <a:gd name="T2" fmla="*/ 0 w 395"/>
                  <a:gd name="T3" fmla="*/ 0 h 427"/>
                  <a:gd name="T4" fmla="*/ 0 w 395"/>
                  <a:gd name="T5" fmla="*/ 0 h 427"/>
                  <a:gd name="T6" fmla="*/ 0 w 395"/>
                  <a:gd name="T7" fmla="*/ 0 h 427"/>
                  <a:gd name="T8" fmla="*/ 0 w 395"/>
                  <a:gd name="T9" fmla="*/ 0 h 427"/>
                  <a:gd name="T10" fmla="*/ 0 w 395"/>
                  <a:gd name="T11" fmla="*/ 0 h 427"/>
                  <a:gd name="T12" fmla="*/ 0 w 395"/>
                  <a:gd name="T13" fmla="*/ 0 h 427"/>
                  <a:gd name="T14" fmla="*/ 0 w 395"/>
                  <a:gd name="T15" fmla="*/ 0 h 427"/>
                  <a:gd name="T16" fmla="*/ 0 w 395"/>
                  <a:gd name="T17" fmla="*/ 0 h 427"/>
                  <a:gd name="T18" fmla="*/ 0 w 395"/>
                  <a:gd name="T19" fmla="*/ 0 h 427"/>
                  <a:gd name="T20" fmla="*/ 0 w 395"/>
                  <a:gd name="T21" fmla="*/ 0 h 427"/>
                  <a:gd name="T22" fmla="*/ 0 w 395"/>
                  <a:gd name="T23" fmla="*/ 0 h 427"/>
                  <a:gd name="T24" fmla="*/ 0 w 395"/>
                  <a:gd name="T25" fmla="*/ 0 h 4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5"/>
                  <a:gd name="T40" fmla="*/ 0 h 427"/>
                  <a:gd name="T41" fmla="*/ 395 w 395"/>
                  <a:gd name="T42" fmla="*/ 427 h 4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5" h="427">
                    <a:moveTo>
                      <a:pt x="395" y="427"/>
                    </a:moveTo>
                    <a:lnTo>
                      <a:pt x="303" y="307"/>
                    </a:lnTo>
                    <a:lnTo>
                      <a:pt x="303" y="199"/>
                    </a:lnTo>
                    <a:lnTo>
                      <a:pt x="359" y="80"/>
                    </a:lnTo>
                    <a:lnTo>
                      <a:pt x="303" y="0"/>
                    </a:lnTo>
                    <a:lnTo>
                      <a:pt x="164" y="0"/>
                    </a:lnTo>
                    <a:lnTo>
                      <a:pt x="32" y="71"/>
                    </a:lnTo>
                    <a:lnTo>
                      <a:pt x="0" y="199"/>
                    </a:lnTo>
                    <a:lnTo>
                      <a:pt x="206" y="27"/>
                    </a:lnTo>
                    <a:lnTo>
                      <a:pt x="271" y="27"/>
                    </a:lnTo>
                    <a:lnTo>
                      <a:pt x="146" y="329"/>
                    </a:lnTo>
                    <a:lnTo>
                      <a:pt x="271" y="427"/>
                    </a:lnTo>
                    <a:lnTo>
                      <a:pt x="395" y="427"/>
                    </a:lnTo>
                    <a:close/>
                  </a:path>
                </a:pathLst>
              </a:custGeom>
              <a:solidFill>
                <a:srgbClr val="000000"/>
              </a:solidFill>
              <a:ln w="9525">
                <a:noFill/>
                <a:round/>
                <a:headEnd/>
                <a:tailEnd/>
              </a:ln>
            </p:spPr>
            <p:txBody>
              <a:bodyPr/>
              <a:lstStyle/>
              <a:p>
                <a:pPr algn="ctr"/>
                <a:endParaRPr lang="pt-BR" sz="2400"/>
              </a:p>
            </p:txBody>
          </p:sp>
          <p:sp>
            <p:nvSpPr>
              <p:cNvPr id="372" name="Freeform 439"/>
              <p:cNvSpPr>
                <a:spLocks/>
              </p:cNvSpPr>
              <p:nvPr/>
            </p:nvSpPr>
            <p:spPr bwMode="auto">
              <a:xfrm>
                <a:off x="330" y="2071"/>
                <a:ext cx="11" cy="22"/>
              </a:xfrm>
              <a:custGeom>
                <a:avLst/>
                <a:gdLst>
                  <a:gd name="T0" fmla="*/ 0 w 117"/>
                  <a:gd name="T1" fmla="*/ 0 h 225"/>
                  <a:gd name="T2" fmla="*/ 0 w 117"/>
                  <a:gd name="T3" fmla="*/ 0 h 225"/>
                  <a:gd name="T4" fmla="*/ 0 w 117"/>
                  <a:gd name="T5" fmla="*/ 0 h 225"/>
                  <a:gd name="T6" fmla="*/ 0 w 117"/>
                  <a:gd name="T7" fmla="*/ 0 h 225"/>
                  <a:gd name="T8" fmla="*/ 0 w 117"/>
                  <a:gd name="T9" fmla="*/ 0 h 225"/>
                  <a:gd name="T10" fmla="*/ 0 60000 65536"/>
                  <a:gd name="T11" fmla="*/ 0 60000 65536"/>
                  <a:gd name="T12" fmla="*/ 0 60000 65536"/>
                  <a:gd name="T13" fmla="*/ 0 60000 65536"/>
                  <a:gd name="T14" fmla="*/ 0 60000 65536"/>
                  <a:gd name="T15" fmla="*/ 0 w 117"/>
                  <a:gd name="T16" fmla="*/ 0 h 225"/>
                  <a:gd name="T17" fmla="*/ 117 w 117"/>
                  <a:gd name="T18" fmla="*/ 225 h 225"/>
                </a:gdLst>
                <a:ahLst/>
                <a:cxnLst>
                  <a:cxn ang="T10">
                    <a:pos x="T0" y="T1"/>
                  </a:cxn>
                  <a:cxn ang="T11">
                    <a:pos x="T2" y="T3"/>
                  </a:cxn>
                  <a:cxn ang="T12">
                    <a:pos x="T4" y="T5"/>
                  </a:cxn>
                  <a:cxn ang="T13">
                    <a:pos x="T6" y="T7"/>
                  </a:cxn>
                  <a:cxn ang="T14">
                    <a:pos x="T8" y="T9"/>
                  </a:cxn>
                </a:cxnLst>
                <a:rect l="T15" t="T16" r="T17" b="T18"/>
                <a:pathLst>
                  <a:path w="117" h="225">
                    <a:moveTo>
                      <a:pt x="12" y="36"/>
                    </a:moveTo>
                    <a:lnTo>
                      <a:pt x="81" y="225"/>
                    </a:lnTo>
                    <a:lnTo>
                      <a:pt x="117" y="225"/>
                    </a:lnTo>
                    <a:lnTo>
                      <a:pt x="0" y="0"/>
                    </a:lnTo>
                    <a:lnTo>
                      <a:pt x="12" y="36"/>
                    </a:lnTo>
                    <a:close/>
                  </a:path>
                </a:pathLst>
              </a:custGeom>
              <a:solidFill>
                <a:srgbClr val="000000"/>
              </a:solidFill>
              <a:ln w="9525">
                <a:noFill/>
                <a:round/>
                <a:headEnd/>
                <a:tailEnd/>
              </a:ln>
            </p:spPr>
            <p:txBody>
              <a:bodyPr/>
              <a:lstStyle/>
              <a:p>
                <a:pPr algn="ctr"/>
                <a:endParaRPr lang="pt-BR" sz="2400"/>
              </a:p>
            </p:txBody>
          </p:sp>
          <p:sp>
            <p:nvSpPr>
              <p:cNvPr id="373" name="Freeform 440"/>
              <p:cNvSpPr>
                <a:spLocks/>
              </p:cNvSpPr>
              <p:nvPr/>
            </p:nvSpPr>
            <p:spPr bwMode="auto">
              <a:xfrm>
                <a:off x="285" y="2140"/>
                <a:ext cx="68" cy="50"/>
              </a:xfrm>
              <a:custGeom>
                <a:avLst/>
                <a:gdLst>
                  <a:gd name="T0" fmla="*/ 0 w 681"/>
                  <a:gd name="T1" fmla="*/ 0 h 499"/>
                  <a:gd name="T2" fmla="*/ 0 w 681"/>
                  <a:gd name="T3" fmla="*/ 0 h 499"/>
                  <a:gd name="T4" fmla="*/ 0 w 681"/>
                  <a:gd name="T5" fmla="*/ 0 h 499"/>
                  <a:gd name="T6" fmla="*/ 0 w 681"/>
                  <a:gd name="T7" fmla="*/ 0 h 499"/>
                  <a:gd name="T8" fmla="*/ 0 w 681"/>
                  <a:gd name="T9" fmla="*/ 0 h 499"/>
                  <a:gd name="T10" fmla="*/ 0 60000 65536"/>
                  <a:gd name="T11" fmla="*/ 0 60000 65536"/>
                  <a:gd name="T12" fmla="*/ 0 60000 65536"/>
                  <a:gd name="T13" fmla="*/ 0 60000 65536"/>
                  <a:gd name="T14" fmla="*/ 0 60000 65536"/>
                  <a:gd name="T15" fmla="*/ 0 w 681"/>
                  <a:gd name="T16" fmla="*/ 0 h 499"/>
                  <a:gd name="T17" fmla="*/ 681 w 681"/>
                  <a:gd name="T18" fmla="*/ 499 h 499"/>
                </a:gdLst>
                <a:ahLst/>
                <a:cxnLst>
                  <a:cxn ang="T10">
                    <a:pos x="T0" y="T1"/>
                  </a:cxn>
                  <a:cxn ang="T11">
                    <a:pos x="T2" y="T3"/>
                  </a:cxn>
                  <a:cxn ang="T12">
                    <a:pos x="T4" y="T5"/>
                  </a:cxn>
                  <a:cxn ang="T13">
                    <a:pos x="T6" y="T7"/>
                  </a:cxn>
                  <a:cxn ang="T14">
                    <a:pos x="T8" y="T9"/>
                  </a:cxn>
                </a:cxnLst>
                <a:rect l="T15" t="T16" r="T17" b="T18"/>
                <a:pathLst>
                  <a:path w="681" h="499">
                    <a:moveTo>
                      <a:pt x="0" y="0"/>
                    </a:moveTo>
                    <a:lnTo>
                      <a:pt x="244" y="259"/>
                    </a:lnTo>
                    <a:lnTo>
                      <a:pt x="681" y="499"/>
                    </a:lnTo>
                    <a:lnTo>
                      <a:pt x="224" y="100"/>
                    </a:lnTo>
                    <a:lnTo>
                      <a:pt x="0" y="0"/>
                    </a:lnTo>
                    <a:close/>
                  </a:path>
                </a:pathLst>
              </a:custGeom>
              <a:solidFill>
                <a:srgbClr val="000000"/>
              </a:solidFill>
              <a:ln w="9525">
                <a:noFill/>
                <a:round/>
                <a:headEnd/>
                <a:tailEnd/>
              </a:ln>
            </p:spPr>
            <p:txBody>
              <a:bodyPr/>
              <a:lstStyle/>
              <a:p>
                <a:pPr algn="ctr"/>
                <a:endParaRPr lang="pt-BR" sz="2400"/>
              </a:p>
            </p:txBody>
          </p:sp>
          <p:sp>
            <p:nvSpPr>
              <p:cNvPr id="374" name="Freeform 441"/>
              <p:cNvSpPr>
                <a:spLocks/>
              </p:cNvSpPr>
              <p:nvPr/>
            </p:nvSpPr>
            <p:spPr bwMode="auto">
              <a:xfrm>
                <a:off x="221" y="2126"/>
                <a:ext cx="17" cy="74"/>
              </a:xfrm>
              <a:custGeom>
                <a:avLst/>
                <a:gdLst>
                  <a:gd name="T0" fmla="*/ 0 w 172"/>
                  <a:gd name="T1" fmla="*/ 0 h 743"/>
                  <a:gd name="T2" fmla="*/ 0 w 172"/>
                  <a:gd name="T3" fmla="*/ 0 h 743"/>
                  <a:gd name="T4" fmla="*/ 0 w 172"/>
                  <a:gd name="T5" fmla="*/ 0 h 743"/>
                  <a:gd name="T6" fmla="*/ 0 w 172"/>
                  <a:gd name="T7" fmla="*/ 0 h 743"/>
                  <a:gd name="T8" fmla="*/ 0 w 172"/>
                  <a:gd name="T9" fmla="*/ 0 h 743"/>
                  <a:gd name="T10" fmla="*/ 0 w 172"/>
                  <a:gd name="T11" fmla="*/ 0 h 743"/>
                  <a:gd name="T12" fmla="*/ 0 w 172"/>
                  <a:gd name="T13" fmla="*/ 0 h 743"/>
                  <a:gd name="T14" fmla="*/ 0 w 172"/>
                  <a:gd name="T15" fmla="*/ 0 h 743"/>
                  <a:gd name="T16" fmla="*/ 0 60000 65536"/>
                  <a:gd name="T17" fmla="*/ 0 60000 65536"/>
                  <a:gd name="T18" fmla="*/ 0 60000 65536"/>
                  <a:gd name="T19" fmla="*/ 0 60000 65536"/>
                  <a:gd name="T20" fmla="*/ 0 60000 65536"/>
                  <a:gd name="T21" fmla="*/ 0 60000 65536"/>
                  <a:gd name="T22" fmla="*/ 0 60000 65536"/>
                  <a:gd name="T23" fmla="*/ 0 60000 65536"/>
                  <a:gd name="T24" fmla="*/ 0 w 172"/>
                  <a:gd name="T25" fmla="*/ 0 h 743"/>
                  <a:gd name="T26" fmla="*/ 172 w 172"/>
                  <a:gd name="T27" fmla="*/ 743 h 7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2" h="743">
                    <a:moveTo>
                      <a:pt x="54" y="21"/>
                    </a:moveTo>
                    <a:lnTo>
                      <a:pt x="0" y="298"/>
                    </a:lnTo>
                    <a:lnTo>
                      <a:pt x="0" y="454"/>
                    </a:lnTo>
                    <a:lnTo>
                      <a:pt x="172" y="743"/>
                    </a:lnTo>
                    <a:lnTo>
                      <a:pt x="32" y="454"/>
                    </a:lnTo>
                    <a:lnTo>
                      <a:pt x="32" y="276"/>
                    </a:lnTo>
                    <a:lnTo>
                      <a:pt x="114" y="0"/>
                    </a:lnTo>
                    <a:lnTo>
                      <a:pt x="54" y="21"/>
                    </a:lnTo>
                    <a:close/>
                  </a:path>
                </a:pathLst>
              </a:custGeom>
              <a:solidFill>
                <a:srgbClr val="000000"/>
              </a:solidFill>
              <a:ln w="9525">
                <a:noFill/>
                <a:round/>
                <a:headEnd/>
                <a:tailEnd/>
              </a:ln>
            </p:spPr>
            <p:txBody>
              <a:bodyPr/>
              <a:lstStyle/>
              <a:p>
                <a:pPr algn="ctr"/>
                <a:endParaRPr lang="pt-BR" sz="2400"/>
              </a:p>
            </p:txBody>
          </p:sp>
          <p:sp>
            <p:nvSpPr>
              <p:cNvPr id="375" name="Freeform 442"/>
              <p:cNvSpPr>
                <a:spLocks/>
              </p:cNvSpPr>
              <p:nvPr/>
            </p:nvSpPr>
            <p:spPr bwMode="auto">
              <a:xfrm>
                <a:off x="244" y="2193"/>
                <a:ext cx="229" cy="268"/>
              </a:xfrm>
              <a:custGeom>
                <a:avLst/>
                <a:gdLst>
                  <a:gd name="T0" fmla="*/ 0 w 2289"/>
                  <a:gd name="T1" fmla="*/ 0 h 2681"/>
                  <a:gd name="T2" fmla="*/ 0 w 2289"/>
                  <a:gd name="T3" fmla="*/ 0 h 2681"/>
                  <a:gd name="T4" fmla="*/ 0 w 2289"/>
                  <a:gd name="T5" fmla="*/ 0 h 2681"/>
                  <a:gd name="T6" fmla="*/ 0 w 2289"/>
                  <a:gd name="T7" fmla="*/ 0 h 2681"/>
                  <a:gd name="T8" fmla="*/ 0 w 2289"/>
                  <a:gd name="T9" fmla="*/ 0 h 2681"/>
                  <a:gd name="T10" fmla="*/ 0 w 2289"/>
                  <a:gd name="T11" fmla="*/ 0 h 2681"/>
                  <a:gd name="T12" fmla="*/ 0 w 2289"/>
                  <a:gd name="T13" fmla="*/ 0 h 2681"/>
                  <a:gd name="T14" fmla="*/ 0 w 2289"/>
                  <a:gd name="T15" fmla="*/ 0 h 2681"/>
                  <a:gd name="T16" fmla="*/ 0 w 2289"/>
                  <a:gd name="T17" fmla="*/ 0 h 2681"/>
                  <a:gd name="T18" fmla="*/ 0 w 2289"/>
                  <a:gd name="T19" fmla="*/ 0 h 2681"/>
                  <a:gd name="T20" fmla="*/ 0 w 2289"/>
                  <a:gd name="T21" fmla="*/ 0 h 2681"/>
                  <a:gd name="T22" fmla="*/ 0 w 2289"/>
                  <a:gd name="T23" fmla="*/ 0 h 2681"/>
                  <a:gd name="T24" fmla="*/ 0 w 2289"/>
                  <a:gd name="T25" fmla="*/ 0 h 2681"/>
                  <a:gd name="T26" fmla="*/ 0 w 2289"/>
                  <a:gd name="T27" fmla="*/ 0 h 2681"/>
                  <a:gd name="T28" fmla="*/ 0 w 2289"/>
                  <a:gd name="T29" fmla="*/ 0 h 2681"/>
                  <a:gd name="T30" fmla="*/ 0 w 2289"/>
                  <a:gd name="T31" fmla="*/ 0 h 2681"/>
                  <a:gd name="T32" fmla="*/ 0 w 2289"/>
                  <a:gd name="T33" fmla="*/ 0 h 2681"/>
                  <a:gd name="T34" fmla="*/ 0 w 2289"/>
                  <a:gd name="T35" fmla="*/ 0 h 2681"/>
                  <a:gd name="T36" fmla="*/ 0 w 2289"/>
                  <a:gd name="T37" fmla="*/ 0 h 2681"/>
                  <a:gd name="T38" fmla="*/ 0 w 2289"/>
                  <a:gd name="T39" fmla="*/ 0 h 2681"/>
                  <a:gd name="T40" fmla="*/ 0 w 2289"/>
                  <a:gd name="T41" fmla="*/ 0 h 2681"/>
                  <a:gd name="T42" fmla="*/ 0 w 2289"/>
                  <a:gd name="T43" fmla="*/ 0 h 2681"/>
                  <a:gd name="T44" fmla="*/ 0 w 2289"/>
                  <a:gd name="T45" fmla="*/ 0 h 2681"/>
                  <a:gd name="T46" fmla="*/ 0 w 2289"/>
                  <a:gd name="T47" fmla="*/ 0 h 2681"/>
                  <a:gd name="T48" fmla="*/ 0 w 2289"/>
                  <a:gd name="T49" fmla="*/ 0 h 268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289"/>
                  <a:gd name="T76" fmla="*/ 0 h 2681"/>
                  <a:gd name="T77" fmla="*/ 2289 w 2289"/>
                  <a:gd name="T78" fmla="*/ 2681 h 268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289" h="2681">
                    <a:moveTo>
                      <a:pt x="0" y="0"/>
                    </a:moveTo>
                    <a:lnTo>
                      <a:pt x="591" y="328"/>
                    </a:lnTo>
                    <a:lnTo>
                      <a:pt x="1236" y="880"/>
                    </a:lnTo>
                    <a:lnTo>
                      <a:pt x="1452" y="1152"/>
                    </a:lnTo>
                    <a:lnTo>
                      <a:pt x="1604" y="700"/>
                    </a:lnTo>
                    <a:lnTo>
                      <a:pt x="1745" y="847"/>
                    </a:lnTo>
                    <a:lnTo>
                      <a:pt x="1857" y="1050"/>
                    </a:lnTo>
                    <a:lnTo>
                      <a:pt x="1764" y="1050"/>
                    </a:lnTo>
                    <a:lnTo>
                      <a:pt x="1957" y="1828"/>
                    </a:lnTo>
                    <a:lnTo>
                      <a:pt x="2019" y="2358"/>
                    </a:lnTo>
                    <a:lnTo>
                      <a:pt x="2289" y="2681"/>
                    </a:lnTo>
                    <a:lnTo>
                      <a:pt x="1857" y="2250"/>
                    </a:lnTo>
                    <a:lnTo>
                      <a:pt x="1194" y="1902"/>
                    </a:lnTo>
                    <a:lnTo>
                      <a:pt x="1939" y="2250"/>
                    </a:lnTo>
                    <a:lnTo>
                      <a:pt x="1879" y="1902"/>
                    </a:lnTo>
                    <a:lnTo>
                      <a:pt x="1682" y="1305"/>
                    </a:lnTo>
                    <a:lnTo>
                      <a:pt x="1682" y="1006"/>
                    </a:lnTo>
                    <a:lnTo>
                      <a:pt x="1586" y="898"/>
                    </a:lnTo>
                    <a:lnTo>
                      <a:pt x="1452" y="1379"/>
                    </a:lnTo>
                    <a:lnTo>
                      <a:pt x="1100" y="822"/>
                    </a:lnTo>
                    <a:lnTo>
                      <a:pt x="917" y="748"/>
                    </a:lnTo>
                    <a:lnTo>
                      <a:pt x="743" y="748"/>
                    </a:lnTo>
                    <a:lnTo>
                      <a:pt x="253" y="277"/>
                    </a:lnTo>
                    <a:lnTo>
                      <a:pt x="216" y="153"/>
                    </a:lnTo>
                    <a:lnTo>
                      <a:pt x="0" y="0"/>
                    </a:lnTo>
                    <a:close/>
                  </a:path>
                </a:pathLst>
              </a:custGeom>
              <a:solidFill>
                <a:srgbClr val="000000"/>
              </a:solidFill>
              <a:ln w="9525">
                <a:noFill/>
                <a:round/>
                <a:headEnd/>
                <a:tailEnd/>
              </a:ln>
            </p:spPr>
            <p:txBody>
              <a:bodyPr/>
              <a:lstStyle/>
              <a:p>
                <a:pPr algn="ctr"/>
                <a:endParaRPr lang="pt-BR" sz="2400"/>
              </a:p>
            </p:txBody>
          </p:sp>
          <p:sp>
            <p:nvSpPr>
              <p:cNvPr id="376" name="Freeform 443"/>
              <p:cNvSpPr>
                <a:spLocks/>
              </p:cNvSpPr>
              <p:nvPr/>
            </p:nvSpPr>
            <p:spPr bwMode="auto">
              <a:xfrm>
                <a:off x="389" y="2216"/>
                <a:ext cx="51" cy="78"/>
              </a:xfrm>
              <a:custGeom>
                <a:avLst/>
                <a:gdLst>
                  <a:gd name="T0" fmla="*/ 0 w 505"/>
                  <a:gd name="T1" fmla="*/ 0 h 779"/>
                  <a:gd name="T2" fmla="*/ 0 w 505"/>
                  <a:gd name="T3" fmla="*/ 0 h 779"/>
                  <a:gd name="T4" fmla="*/ 0 w 505"/>
                  <a:gd name="T5" fmla="*/ 0 h 779"/>
                  <a:gd name="T6" fmla="*/ 0 w 505"/>
                  <a:gd name="T7" fmla="*/ 0 h 779"/>
                  <a:gd name="T8" fmla="*/ 0 w 505"/>
                  <a:gd name="T9" fmla="*/ 0 h 779"/>
                  <a:gd name="T10" fmla="*/ 0 w 505"/>
                  <a:gd name="T11" fmla="*/ 0 h 779"/>
                  <a:gd name="T12" fmla="*/ 0 w 505"/>
                  <a:gd name="T13" fmla="*/ 0 h 779"/>
                  <a:gd name="T14" fmla="*/ 0 w 505"/>
                  <a:gd name="T15" fmla="*/ 0 h 779"/>
                  <a:gd name="T16" fmla="*/ 0 w 505"/>
                  <a:gd name="T17" fmla="*/ 0 h 779"/>
                  <a:gd name="T18" fmla="*/ 0 w 505"/>
                  <a:gd name="T19" fmla="*/ 0 h 7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5"/>
                  <a:gd name="T31" fmla="*/ 0 h 779"/>
                  <a:gd name="T32" fmla="*/ 505 w 505"/>
                  <a:gd name="T33" fmla="*/ 779 h 77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5" h="779">
                    <a:moveTo>
                      <a:pt x="0" y="0"/>
                    </a:moveTo>
                    <a:lnTo>
                      <a:pt x="152" y="326"/>
                    </a:lnTo>
                    <a:lnTo>
                      <a:pt x="152" y="223"/>
                    </a:lnTo>
                    <a:lnTo>
                      <a:pt x="119" y="101"/>
                    </a:lnTo>
                    <a:lnTo>
                      <a:pt x="371" y="425"/>
                    </a:lnTo>
                    <a:lnTo>
                      <a:pt x="505" y="779"/>
                    </a:lnTo>
                    <a:lnTo>
                      <a:pt x="505" y="653"/>
                    </a:lnTo>
                    <a:lnTo>
                      <a:pt x="405" y="399"/>
                    </a:lnTo>
                    <a:lnTo>
                      <a:pt x="152" y="50"/>
                    </a:lnTo>
                    <a:lnTo>
                      <a:pt x="0" y="0"/>
                    </a:lnTo>
                    <a:close/>
                  </a:path>
                </a:pathLst>
              </a:custGeom>
              <a:solidFill>
                <a:srgbClr val="000000"/>
              </a:solidFill>
              <a:ln w="9525">
                <a:noFill/>
                <a:round/>
                <a:headEnd/>
                <a:tailEnd/>
              </a:ln>
            </p:spPr>
            <p:txBody>
              <a:bodyPr/>
              <a:lstStyle/>
              <a:p>
                <a:pPr algn="ctr"/>
                <a:endParaRPr lang="pt-BR" sz="2400"/>
              </a:p>
            </p:txBody>
          </p:sp>
          <p:sp>
            <p:nvSpPr>
              <p:cNvPr id="377" name="Freeform 444"/>
              <p:cNvSpPr>
                <a:spLocks/>
              </p:cNvSpPr>
              <p:nvPr/>
            </p:nvSpPr>
            <p:spPr bwMode="auto">
              <a:xfrm>
                <a:off x="436" y="2294"/>
                <a:ext cx="73" cy="200"/>
              </a:xfrm>
              <a:custGeom>
                <a:avLst/>
                <a:gdLst>
                  <a:gd name="T0" fmla="*/ 0 w 729"/>
                  <a:gd name="T1" fmla="*/ 0 h 1999"/>
                  <a:gd name="T2" fmla="*/ 0 w 729"/>
                  <a:gd name="T3" fmla="*/ 0 h 1999"/>
                  <a:gd name="T4" fmla="*/ 0 w 729"/>
                  <a:gd name="T5" fmla="*/ 0 h 1999"/>
                  <a:gd name="T6" fmla="*/ 0 w 729"/>
                  <a:gd name="T7" fmla="*/ 0 h 1999"/>
                  <a:gd name="T8" fmla="*/ 0 w 729"/>
                  <a:gd name="T9" fmla="*/ 0 h 1999"/>
                  <a:gd name="T10" fmla="*/ 0 w 729"/>
                  <a:gd name="T11" fmla="*/ 0 h 1999"/>
                  <a:gd name="T12" fmla="*/ 0 w 729"/>
                  <a:gd name="T13" fmla="*/ 0 h 1999"/>
                  <a:gd name="T14" fmla="*/ 0 w 729"/>
                  <a:gd name="T15" fmla="*/ 0 h 1999"/>
                  <a:gd name="T16" fmla="*/ 0 w 729"/>
                  <a:gd name="T17" fmla="*/ 0 h 1999"/>
                  <a:gd name="T18" fmla="*/ 0 w 729"/>
                  <a:gd name="T19" fmla="*/ 0 h 19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9"/>
                  <a:gd name="T31" fmla="*/ 0 h 1999"/>
                  <a:gd name="T32" fmla="*/ 729 w 729"/>
                  <a:gd name="T33" fmla="*/ 1999 h 19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9" h="1999">
                    <a:moveTo>
                      <a:pt x="0" y="14"/>
                    </a:moveTo>
                    <a:lnTo>
                      <a:pt x="178" y="322"/>
                    </a:lnTo>
                    <a:lnTo>
                      <a:pt x="314" y="875"/>
                    </a:lnTo>
                    <a:lnTo>
                      <a:pt x="625" y="1873"/>
                    </a:lnTo>
                    <a:lnTo>
                      <a:pt x="729" y="1999"/>
                    </a:lnTo>
                    <a:lnTo>
                      <a:pt x="413" y="1022"/>
                    </a:lnTo>
                    <a:lnTo>
                      <a:pt x="236" y="347"/>
                    </a:lnTo>
                    <a:lnTo>
                      <a:pt x="116" y="44"/>
                    </a:lnTo>
                    <a:lnTo>
                      <a:pt x="60" y="0"/>
                    </a:lnTo>
                    <a:lnTo>
                      <a:pt x="0" y="14"/>
                    </a:lnTo>
                    <a:close/>
                  </a:path>
                </a:pathLst>
              </a:custGeom>
              <a:solidFill>
                <a:srgbClr val="000000"/>
              </a:solidFill>
              <a:ln w="9525">
                <a:noFill/>
                <a:round/>
                <a:headEnd/>
                <a:tailEnd/>
              </a:ln>
            </p:spPr>
            <p:txBody>
              <a:bodyPr/>
              <a:lstStyle/>
              <a:p>
                <a:pPr algn="ctr"/>
                <a:endParaRPr lang="pt-BR" sz="2400"/>
              </a:p>
            </p:txBody>
          </p:sp>
          <p:sp>
            <p:nvSpPr>
              <p:cNvPr id="378" name="Freeform 445"/>
              <p:cNvSpPr>
                <a:spLocks/>
              </p:cNvSpPr>
              <p:nvPr/>
            </p:nvSpPr>
            <p:spPr bwMode="auto">
              <a:xfrm>
                <a:off x="485" y="2402"/>
                <a:ext cx="22" cy="24"/>
              </a:xfrm>
              <a:custGeom>
                <a:avLst/>
                <a:gdLst>
                  <a:gd name="T0" fmla="*/ 0 w 219"/>
                  <a:gd name="T1" fmla="*/ 0 h 248"/>
                  <a:gd name="T2" fmla="*/ 0 w 219"/>
                  <a:gd name="T3" fmla="*/ 0 h 248"/>
                  <a:gd name="T4" fmla="*/ 0 w 219"/>
                  <a:gd name="T5" fmla="*/ 0 h 248"/>
                  <a:gd name="T6" fmla="*/ 0 w 219"/>
                  <a:gd name="T7" fmla="*/ 0 h 248"/>
                  <a:gd name="T8" fmla="*/ 0 w 219"/>
                  <a:gd name="T9" fmla="*/ 0 h 248"/>
                  <a:gd name="T10" fmla="*/ 0 w 219"/>
                  <a:gd name="T11" fmla="*/ 0 h 248"/>
                  <a:gd name="T12" fmla="*/ 0 60000 65536"/>
                  <a:gd name="T13" fmla="*/ 0 60000 65536"/>
                  <a:gd name="T14" fmla="*/ 0 60000 65536"/>
                  <a:gd name="T15" fmla="*/ 0 60000 65536"/>
                  <a:gd name="T16" fmla="*/ 0 60000 65536"/>
                  <a:gd name="T17" fmla="*/ 0 60000 65536"/>
                  <a:gd name="T18" fmla="*/ 0 w 219"/>
                  <a:gd name="T19" fmla="*/ 0 h 248"/>
                  <a:gd name="T20" fmla="*/ 219 w 219"/>
                  <a:gd name="T21" fmla="*/ 248 h 248"/>
                </a:gdLst>
                <a:ahLst/>
                <a:cxnLst>
                  <a:cxn ang="T12">
                    <a:pos x="T0" y="T1"/>
                  </a:cxn>
                  <a:cxn ang="T13">
                    <a:pos x="T2" y="T3"/>
                  </a:cxn>
                  <a:cxn ang="T14">
                    <a:pos x="T4" y="T5"/>
                  </a:cxn>
                  <a:cxn ang="T15">
                    <a:pos x="T6" y="T7"/>
                  </a:cxn>
                  <a:cxn ang="T16">
                    <a:pos x="T8" y="T9"/>
                  </a:cxn>
                  <a:cxn ang="T17">
                    <a:pos x="T10" y="T11"/>
                  </a:cxn>
                </a:cxnLst>
                <a:rect l="T18" t="T19" r="T20" b="T21"/>
                <a:pathLst>
                  <a:path w="219" h="248">
                    <a:moveTo>
                      <a:pt x="219" y="0"/>
                    </a:moveTo>
                    <a:lnTo>
                      <a:pt x="179" y="124"/>
                    </a:lnTo>
                    <a:lnTo>
                      <a:pt x="0" y="248"/>
                    </a:lnTo>
                    <a:lnTo>
                      <a:pt x="137" y="248"/>
                    </a:lnTo>
                    <a:lnTo>
                      <a:pt x="219" y="150"/>
                    </a:lnTo>
                    <a:lnTo>
                      <a:pt x="219" y="0"/>
                    </a:lnTo>
                    <a:close/>
                  </a:path>
                </a:pathLst>
              </a:custGeom>
              <a:solidFill>
                <a:srgbClr val="000000"/>
              </a:solidFill>
              <a:ln w="9525">
                <a:noFill/>
                <a:round/>
                <a:headEnd/>
                <a:tailEnd/>
              </a:ln>
            </p:spPr>
            <p:txBody>
              <a:bodyPr/>
              <a:lstStyle/>
              <a:p>
                <a:pPr algn="ctr"/>
                <a:endParaRPr lang="pt-BR" sz="2400"/>
              </a:p>
            </p:txBody>
          </p:sp>
          <p:sp>
            <p:nvSpPr>
              <p:cNvPr id="379" name="Freeform 446"/>
              <p:cNvSpPr>
                <a:spLocks/>
              </p:cNvSpPr>
              <p:nvPr/>
            </p:nvSpPr>
            <p:spPr bwMode="auto">
              <a:xfrm>
                <a:off x="209" y="2306"/>
                <a:ext cx="145" cy="45"/>
              </a:xfrm>
              <a:custGeom>
                <a:avLst/>
                <a:gdLst>
                  <a:gd name="T0" fmla="*/ 0 w 1454"/>
                  <a:gd name="T1" fmla="*/ 0 h 449"/>
                  <a:gd name="T2" fmla="*/ 0 w 1454"/>
                  <a:gd name="T3" fmla="*/ 0 h 449"/>
                  <a:gd name="T4" fmla="*/ 0 w 1454"/>
                  <a:gd name="T5" fmla="*/ 0 h 449"/>
                  <a:gd name="T6" fmla="*/ 0 w 1454"/>
                  <a:gd name="T7" fmla="*/ 0 h 449"/>
                  <a:gd name="T8" fmla="*/ 0 w 1454"/>
                  <a:gd name="T9" fmla="*/ 0 h 449"/>
                  <a:gd name="T10" fmla="*/ 0 w 1454"/>
                  <a:gd name="T11" fmla="*/ 0 h 449"/>
                  <a:gd name="T12" fmla="*/ 0 w 1454"/>
                  <a:gd name="T13" fmla="*/ 0 h 449"/>
                  <a:gd name="T14" fmla="*/ 0 60000 65536"/>
                  <a:gd name="T15" fmla="*/ 0 60000 65536"/>
                  <a:gd name="T16" fmla="*/ 0 60000 65536"/>
                  <a:gd name="T17" fmla="*/ 0 60000 65536"/>
                  <a:gd name="T18" fmla="*/ 0 60000 65536"/>
                  <a:gd name="T19" fmla="*/ 0 60000 65536"/>
                  <a:gd name="T20" fmla="*/ 0 60000 65536"/>
                  <a:gd name="T21" fmla="*/ 0 w 1454"/>
                  <a:gd name="T22" fmla="*/ 0 h 449"/>
                  <a:gd name="T23" fmla="*/ 1454 w 1454"/>
                  <a:gd name="T24" fmla="*/ 449 h 4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54" h="449">
                    <a:moveTo>
                      <a:pt x="0" y="0"/>
                    </a:moveTo>
                    <a:lnTo>
                      <a:pt x="1001" y="449"/>
                    </a:lnTo>
                    <a:lnTo>
                      <a:pt x="1454" y="449"/>
                    </a:lnTo>
                    <a:lnTo>
                      <a:pt x="803" y="177"/>
                    </a:lnTo>
                    <a:lnTo>
                      <a:pt x="548" y="177"/>
                    </a:lnTo>
                    <a:lnTo>
                      <a:pt x="82" y="0"/>
                    </a:lnTo>
                    <a:lnTo>
                      <a:pt x="0" y="0"/>
                    </a:lnTo>
                    <a:close/>
                  </a:path>
                </a:pathLst>
              </a:custGeom>
              <a:solidFill>
                <a:srgbClr val="000000"/>
              </a:solidFill>
              <a:ln w="9525">
                <a:noFill/>
                <a:round/>
                <a:headEnd/>
                <a:tailEnd/>
              </a:ln>
            </p:spPr>
            <p:txBody>
              <a:bodyPr/>
              <a:lstStyle/>
              <a:p>
                <a:pPr algn="ctr"/>
                <a:endParaRPr lang="pt-BR" sz="2400"/>
              </a:p>
            </p:txBody>
          </p:sp>
          <p:sp>
            <p:nvSpPr>
              <p:cNvPr id="380" name="Freeform 447"/>
              <p:cNvSpPr>
                <a:spLocks/>
              </p:cNvSpPr>
              <p:nvPr/>
            </p:nvSpPr>
            <p:spPr bwMode="auto">
              <a:xfrm>
                <a:off x="217" y="2281"/>
                <a:ext cx="78" cy="28"/>
              </a:xfrm>
              <a:custGeom>
                <a:avLst/>
                <a:gdLst>
                  <a:gd name="T0" fmla="*/ 0 w 777"/>
                  <a:gd name="T1" fmla="*/ 0 h 272"/>
                  <a:gd name="T2" fmla="*/ 0 w 777"/>
                  <a:gd name="T3" fmla="*/ 0 h 272"/>
                  <a:gd name="T4" fmla="*/ 0 w 777"/>
                  <a:gd name="T5" fmla="*/ 0 h 272"/>
                  <a:gd name="T6" fmla="*/ 0 w 777"/>
                  <a:gd name="T7" fmla="*/ 0 h 272"/>
                  <a:gd name="T8" fmla="*/ 0 w 777"/>
                  <a:gd name="T9" fmla="*/ 0 h 272"/>
                  <a:gd name="T10" fmla="*/ 0 w 777"/>
                  <a:gd name="T11" fmla="*/ 0 h 272"/>
                  <a:gd name="T12" fmla="*/ 0 60000 65536"/>
                  <a:gd name="T13" fmla="*/ 0 60000 65536"/>
                  <a:gd name="T14" fmla="*/ 0 60000 65536"/>
                  <a:gd name="T15" fmla="*/ 0 60000 65536"/>
                  <a:gd name="T16" fmla="*/ 0 60000 65536"/>
                  <a:gd name="T17" fmla="*/ 0 60000 65536"/>
                  <a:gd name="T18" fmla="*/ 0 w 777"/>
                  <a:gd name="T19" fmla="*/ 0 h 272"/>
                  <a:gd name="T20" fmla="*/ 777 w 777"/>
                  <a:gd name="T21" fmla="*/ 272 h 272"/>
                </a:gdLst>
                <a:ahLst/>
                <a:cxnLst>
                  <a:cxn ang="T12">
                    <a:pos x="T0" y="T1"/>
                  </a:cxn>
                  <a:cxn ang="T13">
                    <a:pos x="T2" y="T3"/>
                  </a:cxn>
                  <a:cxn ang="T14">
                    <a:pos x="T4" y="T5"/>
                  </a:cxn>
                  <a:cxn ang="T15">
                    <a:pos x="T6" y="T7"/>
                  </a:cxn>
                  <a:cxn ang="T16">
                    <a:pos x="T8" y="T9"/>
                  </a:cxn>
                  <a:cxn ang="T17">
                    <a:pos x="T10" y="T11"/>
                  </a:cxn>
                </a:cxnLst>
                <a:rect l="T18" t="T19" r="T20" b="T21"/>
                <a:pathLst>
                  <a:path w="777" h="272">
                    <a:moveTo>
                      <a:pt x="777" y="272"/>
                    </a:moveTo>
                    <a:lnTo>
                      <a:pt x="210" y="46"/>
                    </a:lnTo>
                    <a:lnTo>
                      <a:pt x="0" y="46"/>
                    </a:lnTo>
                    <a:lnTo>
                      <a:pt x="230" y="0"/>
                    </a:lnTo>
                    <a:lnTo>
                      <a:pt x="466" y="0"/>
                    </a:lnTo>
                    <a:lnTo>
                      <a:pt x="777" y="272"/>
                    </a:lnTo>
                    <a:close/>
                  </a:path>
                </a:pathLst>
              </a:custGeom>
              <a:solidFill>
                <a:srgbClr val="000000"/>
              </a:solidFill>
              <a:ln w="9525">
                <a:noFill/>
                <a:round/>
                <a:headEnd/>
                <a:tailEnd/>
              </a:ln>
            </p:spPr>
            <p:txBody>
              <a:bodyPr/>
              <a:lstStyle/>
              <a:p>
                <a:pPr algn="ctr"/>
                <a:endParaRPr lang="pt-BR" sz="2400"/>
              </a:p>
            </p:txBody>
          </p:sp>
          <p:sp>
            <p:nvSpPr>
              <p:cNvPr id="381" name="Freeform 448"/>
              <p:cNvSpPr>
                <a:spLocks/>
              </p:cNvSpPr>
              <p:nvPr/>
            </p:nvSpPr>
            <p:spPr bwMode="auto">
              <a:xfrm>
                <a:off x="107" y="2291"/>
                <a:ext cx="618" cy="508"/>
              </a:xfrm>
              <a:custGeom>
                <a:avLst/>
                <a:gdLst>
                  <a:gd name="T0" fmla="*/ 0 w 6175"/>
                  <a:gd name="T1" fmla="*/ 0 h 5078"/>
                  <a:gd name="T2" fmla="*/ 0 w 6175"/>
                  <a:gd name="T3" fmla="*/ 0 h 5078"/>
                  <a:gd name="T4" fmla="*/ 0 w 6175"/>
                  <a:gd name="T5" fmla="*/ 0 h 5078"/>
                  <a:gd name="T6" fmla="*/ 0 w 6175"/>
                  <a:gd name="T7" fmla="*/ 0 h 5078"/>
                  <a:gd name="T8" fmla="*/ 0 w 6175"/>
                  <a:gd name="T9" fmla="*/ 0 h 5078"/>
                  <a:gd name="T10" fmla="*/ 0 w 6175"/>
                  <a:gd name="T11" fmla="*/ 0 h 5078"/>
                  <a:gd name="T12" fmla="*/ 0 w 6175"/>
                  <a:gd name="T13" fmla="*/ 0 h 5078"/>
                  <a:gd name="T14" fmla="*/ 0 w 6175"/>
                  <a:gd name="T15" fmla="*/ 0 h 5078"/>
                  <a:gd name="T16" fmla="*/ 0 w 6175"/>
                  <a:gd name="T17" fmla="*/ 0 h 5078"/>
                  <a:gd name="T18" fmla="*/ 0 w 6175"/>
                  <a:gd name="T19" fmla="*/ 0 h 5078"/>
                  <a:gd name="T20" fmla="*/ 0 w 6175"/>
                  <a:gd name="T21" fmla="*/ 0 h 5078"/>
                  <a:gd name="T22" fmla="*/ 0 w 6175"/>
                  <a:gd name="T23" fmla="*/ 0 h 5078"/>
                  <a:gd name="T24" fmla="*/ 0 w 6175"/>
                  <a:gd name="T25" fmla="*/ 0 h 5078"/>
                  <a:gd name="T26" fmla="*/ 0 w 6175"/>
                  <a:gd name="T27" fmla="*/ 0 h 5078"/>
                  <a:gd name="T28" fmla="*/ 0 w 6175"/>
                  <a:gd name="T29" fmla="*/ 0 h 5078"/>
                  <a:gd name="T30" fmla="*/ 0 w 6175"/>
                  <a:gd name="T31" fmla="*/ 0 h 5078"/>
                  <a:gd name="T32" fmla="*/ 0 w 6175"/>
                  <a:gd name="T33" fmla="*/ 0 h 5078"/>
                  <a:gd name="T34" fmla="*/ 0 w 6175"/>
                  <a:gd name="T35" fmla="*/ 0 h 5078"/>
                  <a:gd name="T36" fmla="*/ 0 w 6175"/>
                  <a:gd name="T37" fmla="*/ 0 h 5078"/>
                  <a:gd name="T38" fmla="*/ 0 w 6175"/>
                  <a:gd name="T39" fmla="*/ 0 h 5078"/>
                  <a:gd name="T40" fmla="*/ 0 w 6175"/>
                  <a:gd name="T41" fmla="*/ 0 h 5078"/>
                  <a:gd name="T42" fmla="*/ 0 w 6175"/>
                  <a:gd name="T43" fmla="*/ 0 h 5078"/>
                  <a:gd name="T44" fmla="*/ 0 w 6175"/>
                  <a:gd name="T45" fmla="*/ 0 h 5078"/>
                  <a:gd name="T46" fmla="*/ 0 w 6175"/>
                  <a:gd name="T47" fmla="*/ 0 h 5078"/>
                  <a:gd name="T48" fmla="*/ 0 w 6175"/>
                  <a:gd name="T49" fmla="*/ 0 h 5078"/>
                  <a:gd name="T50" fmla="*/ 0 w 6175"/>
                  <a:gd name="T51" fmla="*/ 0 h 5078"/>
                  <a:gd name="T52" fmla="*/ 0 w 6175"/>
                  <a:gd name="T53" fmla="*/ 0 h 5078"/>
                  <a:gd name="T54" fmla="*/ 0 w 6175"/>
                  <a:gd name="T55" fmla="*/ 0 h 5078"/>
                  <a:gd name="T56" fmla="*/ 0 w 6175"/>
                  <a:gd name="T57" fmla="*/ 0 h 5078"/>
                  <a:gd name="T58" fmla="*/ 0 w 6175"/>
                  <a:gd name="T59" fmla="*/ 0 h 5078"/>
                  <a:gd name="T60" fmla="*/ 0 w 6175"/>
                  <a:gd name="T61" fmla="*/ 0 h 5078"/>
                  <a:gd name="T62" fmla="*/ 0 w 6175"/>
                  <a:gd name="T63" fmla="*/ 0 h 5078"/>
                  <a:gd name="T64" fmla="*/ 0 w 6175"/>
                  <a:gd name="T65" fmla="*/ 0 h 5078"/>
                  <a:gd name="T66" fmla="*/ 0 w 6175"/>
                  <a:gd name="T67" fmla="*/ 0 h 5078"/>
                  <a:gd name="T68" fmla="*/ 0 w 6175"/>
                  <a:gd name="T69" fmla="*/ 0 h 5078"/>
                  <a:gd name="T70" fmla="*/ 0 w 6175"/>
                  <a:gd name="T71" fmla="*/ 0 h 5078"/>
                  <a:gd name="T72" fmla="*/ 0 w 6175"/>
                  <a:gd name="T73" fmla="*/ 0 h 5078"/>
                  <a:gd name="T74" fmla="*/ 0 w 6175"/>
                  <a:gd name="T75" fmla="*/ 0 h 5078"/>
                  <a:gd name="T76" fmla="*/ 0 w 6175"/>
                  <a:gd name="T77" fmla="*/ 0 h 5078"/>
                  <a:gd name="T78" fmla="*/ 0 w 6175"/>
                  <a:gd name="T79" fmla="*/ 0 h 5078"/>
                  <a:gd name="T80" fmla="*/ 0 w 6175"/>
                  <a:gd name="T81" fmla="*/ 0 h 507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175"/>
                  <a:gd name="T124" fmla="*/ 0 h 5078"/>
                  <a:gd name="T125" fmla="*/ 6175 w 6175"/>
                  <a:gd name="T126" fmla="*/ 5078 h 507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175" h="5078">
                    <a:moveTo>
                      <a:pt x="2584" y="1102"/>
                    </a:moveTo>
                    <a:lnTo>
                      <a:pt x="407" y="571"/>
                    </a:lnTo>
                    <a:lnTo>
                      <a:pt x="545" y="296"/>
                    </a:lnTo>
                    <a:lnTo>
                      <a:pt x="938" y="0"/>
                    </a:lnTo>
                    <a:lnTo>
                      <a:pt x="507" y="296"/>
                    </a:lnTo>
                    <a:lnTo>
                      <a:pt x="216" y="1000"/>
                    </a:lnTo>
                    <a:lnTo>
                      <a:pt x="216" y="1573"/>
                    </a:lnTo>
                    <a:lnTo>
                      <a:pt x="295" y="1124"/>
                    </a:lnTo>
                    <a:lnTo>
                      <a:pt x="741" y="1827"/>
                    </a:lnTo>
                    <a:lnTo>
                      <a:pt x="741" y="2077"/>
                    </a:lnTo>
                    <a:lnTo>
                      <a:pt x="350" y="1775"/>
                    </a:lnTo>
                    <a:lnTo>
                      <a:pt x="489" y="1951"/>
                    </a:lnTo>
                    <a:lnTo>
                      <a:pt x="0" y="1849"/>
                    </a:lnTo>
                    <a:lnTo>
                      <a:pt x="369" y="2077"/>
                    </a:lnTo>
                    <a:lnTo>
                      <a:pt x="835" y="2174"/>
                    </a:lnTo>
                    <a:lnTo>
                      <a:pt x="451" y="2428"/>
                    </a:lnTo>
                    <a:lnTo>
                      <a:pt x="196" y="2428"/>
                    </a:lnTo>
                    <a:lnTo>
                      <a:pt x="432" y="2534"/>
                    </a:lnTo>
                    <a:lnTo>
                      <a:pt x="1100" y="2349"/>
                    </a:lnTo>
                    <a:lnTo>
                      <a:pt x="881" y="2626"/>
                    </a:lnTo>
                    <a:lnTo>
                      <a:pt x="295" y="2878"/>
                    </a:lnTo>
                    <a:lnTo>
                      <a:pt x="919" y="2676"/>
                    </a:lnTo>
                    <a:lnTo>
                      <a:pt x="727" y="2924"/>
                    </a:lnTo>
                    <a:lnTo>
                      <a:pt x="1252" y="3124"/>
                    </a:lnTo>
                    <a:lnTo>
                      <a:pt x="1451" y="2901"/>
                    </a:lnTo>
                    <a:lnTo>
                      <a:pt x="1310" y="3557"/>
                    </a:lnTo>
                    <a:lnTo>
                      <a:pt x="1310" y="3754"/>
                    </a:lnTo>
                    <a:lnTo>
                      <a:pt x="1526" y="3527"/>
                    </a:lnTo>
                    <a:lnTo>
                      <a:pt x="1842" y="2901"/>
                    </a:lnTo>
                    <a:lnTo>
                      <a:pt x="1743" y="3379"/>
                    </a:lnTo>
                    <a:lnTo>
                      <a:pt x="1743" y="3578"/>
                    </a:lnTo>
                    <a:lnTo>
                      <a:pt x="2073" y="2952"/>
                    </a:lnTo>
                    <a:lnTo>
                      <a:pt x="2218" y="3025"/>
                    </a:lnTo>
                    <a:lnTo>
                      <a:pt x="2055" y="3329"/>
                    </a:lnTo>
                    <a:lnTo>
                      <a:pt x="1999" y="3679"/>
                    </a:lnTo>
                    <a:lnTo>
                      <a:pt x="1743" y="4383"/>
                    </a:lnTo>
                    <a:lnTo>
                      <a:pt x="1588" y="4981"/>
                    </a:lnTo>
                    <a:lnTo>
                      <a:pt x="1821" y="4309"/>
                    </a:lnTo>
                    <a:lnTo>
                      <a:pt x="2411" y="3329"/>
                    </a:lnTo>
                    <a:lnTo>
                      <a:pt x="2411" y="3626"/>
                    </a:lnTo>
                    <a:lnTo>
                      <a:pt x="2644" y="3248"/>
                    </a:lnTo>
                    <a:lnTo>
                      <a:pt x="2861" y="3431"/>
                    </a:lnTo>
                    <a:lnTo>
                      <a:pt x="2487" y="4057"/>
                    </a:lnTo>
                    <a:lnTo>
                      <a:pt x="1901" y="4729"/>
                    </a:lnTo>
                    <a:lnTo>
                      <a:pt x="2630" y="4258"/>
                    </a:lnTo>
                    <a:lnTo>
                      <a:pt x="2996" y="3527"/>
                    </a:lnTo>
                    <a:lnTo>
                      <a:pt x="3605" y="3982"/>
                    </a:lnTo>
                    <a:lnTo>
                      <a:pt x="2566" y="5078"/>
                    </a:lnTo>
                    <a:lnTo>
                      <a:pt x="3645" y="4008"/>
                    </a:lnTo>
                    <a:lnTo>
                      <a:pt x="4020" y="4232"/>
                    </a:lnTo>
                    <a:lnTo>
                      <a:pt x="4353" y="4280"/>
                    </a:lnTo>
                    <a:lnTo>
                      <a:pt x="4841" y="4507"/>
                    </a:lnTo>
                    <a:lnTo>
                      <a:pt x="5210" y="4507"/>
                    </a:lnTo>
                    <a:lnTo>
                      <a:pt x="5994" y="4729"/>
                    </a:lnTo>
                    <a:lnTo>
                      <a:pt x="5702" y="4383"/>
                    </a:lnTo>
                    <a:lnTo>
                      <a:pt x="5702" y="4206"/>
                    </a:lnTo>
                    <a:lnTo>
                      <a:pt x="5606" y="4206"/>
                    </a:lnTo>
                    <a:lnTo>
                      <a:pt x="5486" y="3902"/>
                    </a:lnTo>
                    <a:lnTo>
                      <a:pt x="5702" y="3777"/>
                    </a:lnTo>
                    <a:lnTo>
                      <a:pt x="6175" y="3777"/>
                    </a:lnTo>
                    <a:lnTo>
                      <a:pt x="5530" y="3475"/>
                    </a:lnTo>
                    <a:lnTo>
                      <a:pt x="5114" y="3475"/>
                    </a:lnTo>
                    <a:lnTo>
                      <a:pt x="4797" y="3351"/>
                    </a:lnTo>
                    <a:lnTo>
                      <a:pt x="4412" y="3475"/>
                    </a:lnTo>
                    <a:lnTo>
                      <a:pt x="4412" y="3025"/>
                    </a:lnTo>
                    <a:lnTo>
                      <a:pt x="3588" y="2924"/>
                    </a:lnTo>
                    <a:lnTo>
                      <a:pt x="2742" y="2726"/>
                    </a:lnTo>
                    <a:lnTo>
                      <a:pt x="2171" y="2428"/>
                    </a:lnTo>
                    <a:lnTo>
                      <a:pt x="2630" y="2502"/>
                    </a:lnTo>
                    <a:lnTo>
                      <a:pt x="3094" y="2502"/>
                    </a:lnTo>
                    <a:lnTo>
                      <a:pt x="3628" y="2349"/>
                    </a:lnTo>
                    <a:lnTo>
                      <a:pt x="2630" y="2203"/>
                    </a:lnTo>
                    <a:lnTo>
                      <a:pt x="1606" y="1798"/>
                    </a:lnTo>
                    <a:lnTo>
                      <a:pt x="1434" y="1573"/>
                    </a:lnTo>
                    <a:lnTo>
                      <a:pt x="2308" y="1775"/>
                    </a:lnTo>
                    <a:lnTo>
                      <a:pt x="2861" y="1775"/>
                    </a:lnTo>
                    <a:lnTo>
                      <a:pt x="3094" y="1701"/>
                    </a:lnTo>
                    <a:lnTo>
                      <a:pt x="2782" y="1701"/>
                    </a:lnTo>
                    <a:lnTo>
                      <a:pt x="2331" y="1378"/>
                    </a:lnTo>
                    <a:lnTo>
                      <a:pt x="1703" y="1174"/>
                    </a:lnTo>
                    <a:lnTo>
                      <a:pt x="1548" y="1000"/>
                    </a:lnTo>
                    <a:lnTo>
                      <a:pt x="1977" y="1102"/>
                    </a:lnTo>
                    <a:lnTo>
                      <a:pt x="2584" y="1102"/>
                    </a:lnTo>
                    <a:close/>
                  </a:path>
                </a:pathLst>
              </a:custGeom>
              <a:solidFill>
                <a:srgbClr val="000000"/>
              </a:solidFill>
              <a:ln w="9525">
                <a:noFill/>
                <a:round/>
                <a:headEnd/>
                <a:tailEnd/>
              </a:ln>
            </p:spPr>
            <p:txBody>
              <a:bodyPr/>
              <a:lstStyle/>
              <a:p>
                <a:pPr algn="ctr"/>
                <a:endParaRPr lang="pt-BR" sz="2400"/>
              </a:p>
            </p:txBody>
          </p:sp>
          <p:sp>
            <p:nvSpPr>
              <p:cNvPr id="382" name="Freeform 449"/>
              <p:cNvSpPr>
                <a:spLocks/>
              </p:cNvSpPr>
              <p:nvPr/>
            </p:nvSpPr>
            <p:spPr bwMode="auto">
              <a:xfrm>
                <a:off x="89" y="2547"/>
                <a:ext cx="173" cy="325"/>
              </a:xfrm>
              <a:custGeom>
                <a:avLst/>
                <a:gdLst>
                  <a:gd name="T0" fmla="*/ 0 w 1728"/>
                  <a:gd name="T1" fmla="*/ 0 h 3259"/>
                  <a:gd name="T2" fmla="*/ 0 w 1728"/>
                  <a:gd name="T3" fmla="*/ 0 h 3259"/>
                  <a:gd name="T4" fmla="*/ 0 w 1728"/>
                  <a:gd name="T5" fmla="*/ 0 h 3259"/>
                  <a:gd name="T6" fmla="*/ 0 w 1728"/>
                  <a:gd name="T7" fmla="*/ 0 h 3259"/>
                  <a:gd name="T8" fmla="*/ 0 w 1728"/>
                  <a:gd name="T9" fmla="*/ 0 h 3259"/>
                  <a:gd name="T10" fmla="*/ 0 w 1728"/>
                  <a:gd name="T11" fmla="*/ 0 h 3259"/>
                  <a:gd name="T12" fmla="*/ 0 w 1728"/>
                  <a:gd name="T13" fmla="*/ 0 h 3259"/>
                  <a:gd name="T14" fmla="*/ 0 w 1728"/>
                  <a:gd name="T15" fmla="*/ 0 h 3259"/>
                  <a:gd name="T16" fmla="*/ 0 w 1728"/>
                  <a:gd name="T17" fmla="*/ 0 h 3259"/>
                  <a:gd name="T18" fmla="*/ 0 w 1728"/>
                  <a:gd name="T19" fmla="*/ 0 h 3259"/>
                  <a:gd name="T20" fmla="*/ 0 w 1728"/>
                  <a:gd name="T21" fmla="*/ 0 h 3259"/>
                  <a:gd name="T22" fmla="*/ 0 w 1728"/>
                  <a:gd name="T23" fmla="*/ 0 h 3259"/>
                  <a:gd name="T24" fmla="*/ 0 w 1728"/>
                  <a:gd name="T25" fmla="*/ 0 h 3259"/>
                  <a:gd name="T26" fmla="*/ 0 w 1728"/>
                  <a:gd name="T27" fmla="*/ 0 h 3259"/>
                  <a:gd name="T28" fmla="*/ 0 w 1728"/>
                  <a:gd name="T29" fmla="*/ 0 h 3259"/>
                  <a:gd name="T30" fmla="*/ 0 w 1728"/>
                  <a:gd name="T31" fmla="*/ 0 h 3259"/>
                  <a:gd name="T32" fmla="*/ 0 w 1728"/>
                  <a:gd name="T33" fmla="*/ 0 h 3259"/>
                  <a:gd name="T34" fmla="*/ 0 w 1728"/>
                  <a:gd name="T35" fmla="*/ 0 h 3259"/>
                  <a:gd name="T36" fmla="*/ 0 w 1728"/>
                  <a:gd name="T37" fmla="*/ 0 h 3259"/>
                  <a:gd name="T38" fmla="*/ 0 w 1728"/>
                  <a:gd name="T39" fmla="*/ 0 h 3259"/>
                  <a:gd name="T40" fmla="*/ 0 w 1728"/>
                  <a:gd name="T41" fmla="*/ 0 h 3259"/>
                  <a:gd name="T42" fmla="*/ 0 w 1728"/>
                  <a:gd name="T43" fmla="*/ 0 h 3259"/>
                  <a:gd name="T44" fmla="*/ 0 w 1728"/>
                  <a:gd name="T45" fmla="*/ 0 h 3259"/>
                  <a:gd name="T46" fmla="*/ 0 w 1728"/>
                  <a:gd name="T47" fmla="*/ 0 h 3259"/>
                  <a:gd name="T48" fmla="*/ 0 w 1728"/>
                  <a:gd name="T49" fmla="*/ 0 h 3259"/>
                  <a:gd name="T50" fmla="*/ 0 w 1728"/>
                  <a:gd name="T51" fmla="*/ 0 h 3259"/>
                  <a:gd name="T52" fmla="*/ 0 w 1728"/>
                  <a:gd name="T53" fmla="*/ 0 h 3259"/>
                  <a:gd name="T54" fmla="*/ 0 w 1728"/>
                  <a:gd name="T55" fmla="*/ 0 h 3259"/>
                  <a:gd name="T56" fmla="*/ 0 w 1728"/>
                  <a:gd name="T57" fmla="*/ 0 h 3259"/>
                  <a:gd name="T58" fmla="*/ 0 w 1728"/>
                  <a:gd name="T59" fmla="*/ 0 h 3259"/>
                  <a:gd name="T60" fmla="*/ 0 w 1728"/>
                  <a:gd name="T61" fmla="*/ 0 h 3259"/>
                  <a:gd name="T62" fmla="*/ 0 w 1728"/>
                  <a:gd name="T63" fmla="*/ 0 h 3259"/>
                  <a:gd name="T64" fmla="*/ 0 w 1728"/>
                  <a:gd name="T65" fmla="*/ 0 h 32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28"/>
                  <a:gd name="T100" fmla="*/ 0 h 3259"/>
                  <a:gd name="T101" fmla="*/ 1728 w 1728"/>
                  <a:gd name="T102" fmla="*/ 3259 h 325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28" h="3259">
                    <a:moveTo>
                      <a:pt x="1614" y="400"/>
                    </a:moveTo>
                    <a:lnTo>
                      <a:pt x="1350" y="827"/>
                    </a:lnTo>
                    <a:lnTo>
                      <a:pt x="1350" y="1377"/>
                    </a:lnTo>
                    <a:lnTo>
                      <a:pt x="1177" y="1276"/>
                    </a:lnTo>
                    <a:lnTo>
                      <a:pt x="1432" y="2003"/>
                    </a:lnTo>
                    <a:lnTo>
                      <a:pt x="1530" y="2631"/>
                    </a:lnTo>
                    <a:lnTo>
                      <a:pt x="1394" y="2157"/>
                    </a:lnTo>
                    <a:lnTo>
                      <a:pt x="1078" y="1831"/>
                    </a:lnTo>
                    <a:lnTo>
                      <a:pt x="631" y="1604"/>
                    </a:lnTo>
                    <a:lnTo>
                      <a:pt x="1078" y="2251"/>
                    </a:lnTo>
                    <a:lnTo>
                      <a:pt x="1372" y="3161"/>
                    </a:lnTo>
                    <a:lnTo>
                      <a:pt x="1592" y="3259"/>
                    </a:lnTo>
                    <a:lnTo>
                      <a:pt x="1293" y="3230"/>
                    </a:lnTo>
                    <a:lnTo>
                      <a:pt x="1099" y="2526"/>
                    </a:lnTo>
                    <a:lnTo>
                      <a:pt x="354" y="1505"/>
                    </a:lnTo>
                    <a:lnTo>
                      <a:pt x="0" y="777"/>
                    </a:lnTo>
                    <a:lnTo>
                      <a:pt x="310" y="1328"/>
                    </a:lnTo>
                    <a:lnTo>
                      <a:pt x="1015" y="1706"/>
                    </a:lnTo>
                    <a:lnTo>
                      <a:pt x="751" y="1404"/>
                    </a:lnTo>
                    <a:lnTo>
                      <a:pt x="549" y="1074"/>
                    </a:lnTo>
                    <a:lnTo>
                      <a:pt x="669" y="1127"/>
                    </a:lnTo>
                    <a:lnTo>
                      <a:pt x="807" y="1074"/>
                    </a:lnTo>
                    <a:lnTo>
                      <a:pt x="587" y="901"/>
                    </a:lnTo>
                    <a:lnTo>
                      <a:pt x="1007" y="901"/>
                    </a:lnTo>
                    <a:lnTo>
                      <a:pt x="807" y="696"/>
                    </a:lnTo>
                    <a:lnTo>
                      <a:pt x="492" y="652"/>
                    </a:lnTo>
                    <a:lnTo>
                      <a:pt x="341" y="448"/>
                    </a:lnTo>
                    <a:lnTo>
                      <a:pt x="100" y="326"/>
                    </a:lnTo>
                    <a:lnTo>
                      <a:pt x="587" y="498"/>
                    </a:lnTo>
                    <a:lnTo>
                      <a:pt x="946" y="675"/>
                    </a:lnTo>
                    <a:lnTo>
                      <a:pt x="1198" y="675"/>
                    </a:lnTo>
                    <a:lnTo>
                      <a:pt x="1728" y="0"/>
                    </a:lnTo>
                    <a:lnTo>
                      <a:pt x="1614" y="400"/>
                    </a:lnTo>
                    <a:close/>
                  </a:path>
                </a:pathLst>
              </a:custGeom>
              <a:solidFill>
                <a:srgbClr val="000000"/>
              </a:solidFill>
              <a:ln w="9525">
                <a:noFill/>
                <a:round/>
                <a:headEnd/>
                <a:tailEnd/>
              </a:ln>
            </p:spPr>
            <p:txBody>
              <a:bodyPr/>
              <a:lstStyle/>
              <a:p>
                <a:pPr algn="ctr"/>
                <a:endParaRPr lang="pt-BR" sz="2400"/>
              </a:p>
            </p:txBody>
          </p:sp>
          <p:sp>
            <p:nvSpPr>
              <p:cNvPr id="383" name="Freeform 450"/>
              <p:cNvSpPr>
                <a:spLocks/>
              </p:cNvSpPr>
              <p:nvPr/>
            </p:nvSpPr>
            <p:spPr bwMode="auto">
              <a:xfrm>
                <a:off x="78" y="2158"/>
                <a:ext cx="136" cy="446"/>
              </a:xfrm>
              <a:custGeom>
                <a:avLst/>
                <a:gdLst>
                  <a:gd name="T0" fmla="*/ 0 w 1368"/>
                  <a:gd name="T1" fmla="*/ 0 h 4452"/>
                  <a:gd name="T2" fmla="*/ 0 w 1368"/>
                  <a:gd name="T3" fmla="*/ 0 h 4452"/>
                  <a:gd name="T4" fmla="*/ 0 w 1368"/>
                  <a:gd name="T5" fmla="*/ 0 h 4452"/>
                  <a:gd name="T6" fmla="*/ 0 w 1368"/>
                  <a:gd name="T7" fmla="*/ 0 h 4452"/>
                  <a:gd name="T8" fmla="*/ 0 w 1368"/>
                  <a:gd name="T9" fmla="*/ 0 h 4452"/>
                  <a:gd name="T10" fmla="*/ 0 w 1368"/>
                  <a:gd name="T11" fmla="*/ 0 h 4452"/>
                  <a:gd name="T12" fmla="*/ 0 w 1368"/>
                  <a:gd name="T13" fmla="*/ 0 h 4452"/>
                  <a:gd name="T14" fmla="*/ 0 w 1368"/>
                  <a:gd name="T15" fmla="*/ 0 h 4452"/>
                  <a:gd name="T16" fmla="*/ 0 w 1368"/>
                  <a:gd name="T17" fmla="*/ 0 h 4452"/>
                  <a:gd name="T18" fmla="*/ 0 w 1368"/>
                  <a:gd name="T19" fmla="*/ 0 h 4452"/>
                  <a:gd name="T20" fmla="*/ 0 w 1368"/>
                  <a:gd name="T21" fmla="*/ 0 h 44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8"/>
                  <a:gd name="T34" fmla="*/ 0 h 4452"/>
                  <a:gd name="T35" fmla="*/ 1368 w 1368"/>
                  <a:gd name="T36" fmla="*/ 4452 h 44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8" h="4452">
                    <a:moveTo>
                      <a:pt x="99" y="4452"/>
                    </a:moveTo>
                    <a:lnTo>
                      <a:pt x="99" y="3706"/>
                    </a:lnTo>
                    <a:lnTo>
                      <a:pt x="0" y="2706"/>
                    </a:lnTo>
                    <a:lnTo>
                      <a:pt x="23" y="2130"/>
                    </a:lnTo>
                    <a:lnTo>
                      <a:pt x="353" y="1146"/>
                    </a:lnTo>
                    <a:lnTo>
                      <a:pt x="784" y="676"/>
                    </a:lnTo>
                    <a:lnTo>
                      <a:pt x="784" y="501"/>
                    </a:lnTo>
                    <a:lnTo>
                      <a:pt x="1000" y="321"/>
                    </a:lnTo>
                    <a:lnTo>
                      <a:pt x="1000" y="222"/>
                    </a:lnTo>
                    <a:lnTo>
                      <a:pt x="1130" y="73"/>
                    </a:lnTo>
                    <a:lnTo>
                      <a:pt x="1368" y="0"/>
                    </a:lnTo>
                  </a:path>
                </a:pathLst>
              </a:custGeom>
              <a:noFill/>
              <a:ln w="0">
                <a:solidFill>
                  <a:srgbClr val="000000"/>
                </a:solidFill>
                <a:round/>
                <a:headEnd/>
                <a:tailEnd/>
              </a:ln>
            </p:spPr>
            <p:txBody>
              <a:bodyPr/>
              <a:lstStyle/>
              <a:p>
                <a:pPr algn="ctr"/>
                <a:endParaRPr lang="pt-BR" sz="2400"/>
              </a:p>
            </p:txBody>
          </p:sp>
          <p:sp>
            <p:nvSpPr>
              <p:cNvPr id="384" name="Freeform 451"/>
              <p:cNvSpPr>
                <a:spLocks/>
              </p:cNvSpPr>
              <p:nvPr/>
            </p:nvSpPr>
            <p:spPr bwMode="auto">
              <a:xfrm>
                <a:off x="422" y="2196"/>
                <a:ext cx="103" cy="306"/>
              </a:xfrm>
              <a:custGeom>
                <a:avLst/>
                <a:gdLst>
                  <a:gd name="T0" fmla="*/ 0 w 1021"/>
                  <a:gd name="T1" fmla="*/ 0 h 3058"/>
                  <a:gd name="T2" fmla="*/ 0 w 1021"/>
                  <a:gd name="T3" fmla="*/ 0 h 3058"/>
                  <a:gd name="T4" fmla="*/ 0 w 1021"/>
                  <a:gd name="T5" fmla="*/ 0 h 3058"/>
                  <a:gd name="T6" fmla="*/ 0 w 1021"/>
                  <a:gd name="T7" fmla="*/ 0 h 3058"/>
                  <a:gd name="T8" fmla="*/ 0 w 1021"/>
                  <a:gd name="T9" fmla="*/ 0 h 3058"/>
                  <a:gd name="T10" fmla="*/ 0 w 1021"/>
                  <a:gd name="T11" fmla="*/ 0 h 3058"/>
                  <a:gd name="T12" fmla="*/ 0 w 1021"/>
                  <a:gd name="T13" fmla="*/ 0 h 3058"/>
                  <a:gd name="T14" fmla="*/ 0 w 1021"/>
                  <a:gd name="T15" fmla="*/ 0 h 3058"/>
                  <a:gd name="T16" fmla="*/ 0 60000 65536"/>
                  <a:gd name="T17" fmla="*/ 0 60000 65536"/>
                  <a:gd name="T18" fmla="*/ 0 60000 65536"/>
                  <a:gd name="T19" fmla="*/ 0 60000 65536"/>
                  <a:gd name="T20" fmla="*/ 0 60000 65536"/>
                  <a:gd name="T21" fmla="*/ 0 60000 65536"/>
                  <a:gd name="T22" fmla="*/ 0 60000 65536"/>
                  <a:gd name="T23" fmla="*/ 0 60000 65536"/>
                  <a:gd name="T24" fmla="*/ 0 w 1021"/>
                  <a:gd name="T25" fmla="*/ 0 h 3058"/>
                  <a:gd name="T26" fmla="*/ 1021 w 1021"/>
                  <a:gd name="T27" fmla="*/ 3058 h 30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1" h="3058">
                    <a:moveTo>
                      <a:pt x="0" y="0"/>
                    </a:moveTo>
                    <a:lnTo>
                      <a:pt x="238" y="228"/>
                    </a:lnTo>
                    <a:lnTo>
                      <a:pt x="316" y="452"/>
                    </a:lnTo>
                    <a:lnTo>
                      <a:pt x="551" y="700"/>
                    </a:lnTo>
                    <a:lnTo>
                      <a:pt x="729" y="1230"/>
                    </a:lnTo>
                    <a:lnTo>
                      <a:pt x="729" y="1502"/>
                    </a:lnTo>
                    <a:lnTo>
                      <a:pt x="1021" y="2349"/>
                    </a:lnTo>
                    <a:lnTo>
                      <a:pt x="1021" y="3058"/>
                    </a:lnTo>
                  </a:path>
                </a:pathLst>
              </a:custGeom>
              <a:noFill/>
              <a:ln w="0">
                <a:solidFill>
                  <a:srgbClr val="000000"/>
                </a:solidFill>
                <a:round/>
                <a:headEnd/>
                <a:tailEnd/>
              </a:ln>
            </p:spPr>
            <p:txBody>
              <a:bodyPr/>
              <a:lstStyle/>
              <a:p>
                <a:pPr algn="ctr"/>
                <a:endParaRPr lang="pt-BR" sz="2400"/>
              </a:p>
            </p:txBody>
          </p:sp>
          <p:sp>
            <p:nvSpPr>
              <p:cNvPr id="385" name="Freeform 452"/>
              <p:cNvSpPr>
                <a:spLocks/>
              </p:cNvSpPr>
              <p:nvPr/>
            </p:nvSpPr>
            <p:spPr bwMode="auto">
              <a:xfrm>
                <a:off x="525" y="2429"/>
                <a:ext cx="39" cy="95"/>
              </a:xfrm>
              <a:custGeom>
                <a:avLst/>
                <a:gdLst>
                  <a:gd name="T0" fmla="*/ 0 w 393"/>
                  <a:gd name="T1" fmla="*/ 0 h 952"/>
                  <a:gd name="T2" fmla="*/ 0 w 393"/>
                  <a:gd name="T3" fmla="*/ 0 h 952"/>
                  <a:gd name="T4" fmla="*/ 0 w 393"/>
                  <a:gd name="T5" fmla="*/ 0 h 952"/>
                  <a:gd name="T6" fmla="*/ 0 w 393"/>
                  <a:gd name="T7" fmla="*/ 0 h 952"/>
                  <a:gd name="T8" fmla="*/ 0 w 393"/>
                  <a:gd name="T9" fmla="*/ 0 h 952"/>
                  <a:gd name="T10" fmla="*/ 0 w 393"/>
                  <a:gd name="T11" fmla="*/ 0 h 952"/>
                  <a:gd name="T12" fmla="*/ 0 w 393"/>
                  <a:gd name="T13" fmla="*/ 0 h 952"/>
                  <a:gd name="T14" fmla="*/ 0 w 393"/>
                  <a:gd name="T15" fmla="*/ 0 h 952"/>
                  <a:gd name="T16" fmla="*/ 0 w 393"/>
                  <a:gd name="T17" fmla="*/ 0 h 952"/>
                  <a:gd name="T18" fmla="*/ 0 w 393"/>
                  <a:gd name="T19" fmla="*/ 0 h 9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3"/>
                  <a:gd name="T31" fmla="*/ 0 h 952"/>
                  <a:gd name="T32" fmla="*/ 393 w 393"/>
                  <a:gd name="T33" fmla="*/ 952 h 95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3" h="952">
                    <a:moveTo>
                      <a:pt x="0" y="16"/>
                    </a:moveTo>
                    <a:lnTo>
                      <a:pt x="238" y="397"/>
                    </a:lnTo>
                    <a:lnTo>
                      <a:pt x="238" y="773"/>
                    </a:lnTo>
                    <a:lnTo>
                      <a:pt x="40" y="773"/>
                    </a:lnTo>
                    <a:lnTo>
                      <a:pt x="393" y="952"/>
                    </a:lnTo>
                    <a:lnTo>
                      <a:pt x="273" y="825"/>
                    </a:lnTo>
                    <a:lnTo>
                      <a:pt x="393" y="647"/>
                    </a:lnTo>
                    <a:lnTo>
                      <a:pt x="393" y="420"/>
                    </a:lnTo>
                    <a:lnTo>
                      <a:pt x="0" y="0"/>
                    </a:lnTo>
                    <a:lnTo>
                      <a:pt x="0" y="16"/>
                    </a:lnTo>
                    <a:close/>
                  </a:path>
                </a:pathLst>
              </a:custGeom>
              <a:solidFill>
                <a:srgbClr val="000000"/>
              </a:solidFill>
              <a:ln w="9525">
                <a:noFill/>
                <a:round/>
                <a:headEnd/>
                <a:tailEnd/>
              </a:ln>
            </p:spPr>
            <p:txBody>
              <a:bodyPr/>
              <a:lstStyle/>
              <a:p>
                <a:pPr algn="ctr"/>
                <a:endParaRPr lang="pt-BR" sz="2400"/>
              </a:p>
            </p:txBody>
          </p:sp>
          <p:sp>
            <p:nvSpPr>
              <p:cNvPr id="386" name="Freeform 453"/>
              <p:cNvSpPr>
                <a:spLocks/>
              </p:cNvSpPr>
              <p:nvPr/>
            </p:nvSpPr>
            <p:spPr bwMode="auto">
              <a:xfrm>
                <a:off x="532" y="2439"/>
                <a:ext cx="59" cy="77"/>
              </a:xfrm>
              <a:custGeom>
                <a:avLst/>
                <a:gdLst>
                  <a:gd name="T0" fmla="*/ 0 w 593"/>
                  <a:gd name="T1" fmla="*/ 0 h 780"/>
                  <a:gd name="T2" fmla="*/ 0 w 593"/>
                  <a:gd name="T3" fmla="*/ 0 h 780"/>
                  <a:gd name="T4" fmla="*/ 0 w 593"/>
                  <a:gd name="T5" fmla="*/ 0 h 780"/>
                  <a:gd name="T6" fmla="*/ 0 60000 65536"/>
                  <a:gd name="T7" fmla="*/ 0 60000 65536"/>
                  <a:gd name="T8" fmla="*/ 0 60000 65536"/>
                  <a:gd name="T9" fmla="*/ 0 w 593"/>
                  <a:gd name="T10" fmla="*/ 0 h 780"/>
                  <a:gd name="T11" fmla="*/ 593 w 593"/>
                  <a:gd name="T12" fmla="*/ 780 h 780"/>
                </a:gdLst>
                <a:ahLst/>
                <a:cxnLst>
                  <a:cxn ang="T6">
                    <a:pos x="T0" y="T1"/>
                  </a:cxn>
                  <a:cxn ang="T7">
                    <a:pos x="T2" y="T3"/>
                  </a:cxn>
                  <a:cxn ang="T8">
                    <a:pos x="T4" y="T5"/>
                  </a:cxn>
                </a:cxnLst>
                <a:rect l="T9" t="T10" r="T11" b="T12"/>
                <a:pathLst>
                  <a:path w="593" h="780">
                    <a:moveTo>
                      <a:pt x="0" y="0"/>
                    </a:moveTo>
                    <a:lnTo>
                      <a:pt x="357" y="152"/>
                    </a:lnTo>
                    <a:lnTo>
                      <a:pt x="593" y="780"/>
                    </a:lnTo>
                  </a:path>
                </a:pathLst>
              </a:custGeom>
              <a:noFill/>
              <a:ln w="0">
                <a:solidFill>
                  <a:srgbClr val="000000"/>
                </a:solidFill>
                <a:round/>
                <a:headEnd/>
                <a:tailEnd/>
              </a:ln>
            </p:spPr>
            <p:txBody>
              <a:bodyPr/>
              <a:lstStyle/>
              <a:p>
                <a:pPr algn="ctr"/>
                <a:endParaRPr lang="pt-BR" sz="2400"/>
              </a:p>
            </p:txBody>
          </p:sp>
          <p:sp>
            <p:nvSpPr>
              <p:cNvPr id="387" name="Freeform 454"/>
              <p:cNvSpPr>
                <a:spLocks/>
              </p:cNvSpPr>
              <p:nvPr/>
            </p:nvSpPr>
            <p:spPr bwMode="auto">
              <a:xfrm>
                <a:off x="591" y="2516"/>
                <a:ext cx="86" cy="53"/>
              </a:xfrm>
              <a:custGeom>
                <a:avLst/>
                <a:gdLst>
                  <a:gd name="T0" fmla="*/ 0 w 861"/>
                  <a:gd name="T1" fmla="*/ 0 h 526"/>
                  <a:gd name="T2" fmla="*/ 0 w 861"/>
                  <a:gd name="T3" fmla="*/ 0 h 526"/>
                  <a:gd name="T4" fmla="*/ 0 w 861"/>
                  <a:gd name="T5" fmla="*/ 0 h 526"/>
                  <a:gd name="T6" fmla="*/ 0 w 861"/>
                  <a:gd name="T7" fmla="*/ 0 h 526"/>
                  <a:gd name="T8" fmla="*/ 0 w 861"/>
                  <a:gd name="T9" fmla="*/ 0 h 526"/>
                  <a:gd name="T10" fmla="*/ 0 w 861"/>
                  <a:gd name="T11" fmla="*/ 0 h 526"/>
                  <a:gd name="T12" fmla="*/ 0 w 861"/>
                  <a:gd name="T13" fmla="*/ 0 h 526"/>
                  <a:gd name="T14" fmla="*/ 0 60000 65536"/>
                  <a:gd name="T15" fmla="*/ 0 60000 65536"/>
                  <a:gd name="T16" fmla="*/ 0 60000 65536"/>
                  <a:gd name="T17" fmla="*/ 0 60000 65536"/>
                  <a:gd name="T18" fmla="*/ 0 60000 65536"/>
                  <a:gd name="T19" fmla="*/ 0 60000 65536"/>
                  <a:gd name="T20" fmla="*/ 0 60000 65536"/>
                  <a:gd name="T21" fmla="*/ 0 w 861"/>
                  <a:gd name="T22" fmla="*/ 0 h 526"/>
                  <a:gd name="T23" fmla="*/ 861 w 861"/>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1" h="526">
                    <a:moveTo>
                      <a:pt x="0" y="0"/>
                    </a:moveTo>
                    <a:lnTo>
                      <a:pt x="174" y="200"/>
                    </a:lnTo>
                    <a:lnTo>
                      <a:pt x="645" y="402"/>
                    </a:lnTo>
                    <a:lnTo>
                      <a:pt x="549" y="526"/>
                    </a:lnTo>
                    <a:lnTo>
                      <a:pt x="861" y="350"/>
                    </a:lnTo>
                    <a:lnTo>
                      <a:pt x="136" y="0"/>
                    </a:lnTo>
                    <a:lnTo>
                      <a:pt x="0" y="0"/>
                    </a:lnTo>
                    <a:close/>
                  </a:path>
                </a:pathLst>
              </a:custGeom>
              <a:solidFill>
                <a:srgbClr val="000000"/>
              </a:solidFill>
              <a:ln w="9525">
                <a:noFill/>
                <a:round/>
                <a:headEnd/>
                <a:tailEnd/>
              </a:ln>
            </p:spPr>
            <p:txBody>
              <a:bodyPr/>
              <a:lstStyle/>
              <a:p>
                <a:pPr algn="ctr"/>
                <a:endParaRPr lang="pt-BR" sz="2400"/>
              </a:p>
            </p:txBody>
          </p:sp>
          <p:sp>
            <p:nvSpPr>
              <p:cNvPr id="388" name="Freeform 455"/>
              <p:cNvSpPr>
                <a:spLocks/>
              </p:cNvSpPr>
              <p:nvPr/>
            </p:nvSpPr>
            <p:spPr bwMode="auto">
              <a:xfrm>
                <a:off x="593" y="2554"/>
                <a:ext cx="231" cy="155"/>
              </a:xfrm>
              <a:custGeom>
                <a:avLst/>
                <a:gdLst>
                  <a:gd name="T0" fmla="*/ 0 w 2312"/>
                  <a:gd name="T1" fmla="*/ 0 h 1555"/>
                  <a:gd name="T2" fmla="*/ 0 w 2312"/>
                  <a:gd name="T3" fmla="*/ 0 h 1555"/>
                  <a:gd name="T4" fmla="*/ 0 w 2312"/>
                  <a:gd name="T5" fmla="*/ 0 h 1555"/>
                  <a:gd name="T6" fmla="*/ 0 w 2312"/>
                  <a:gd name="T7" fmla="*/ 0 h 1555"/>
                  <a:gd name="T8" fmla="*/ 0 w 2312"/>
                  <a:gd name="T9" fmla="*/ 0 h 1555"/>
                  <a:gd name="T10" fmla="*/ 0 w 2312"/>
                  <a:gd name="T11" fmla="*/ 0 h 1555"/>
                  <a:gd name="T12" fmla="*/ 0 w 2312"/>
                  <a:gd name="T13" fmla="*/ 0 h 1555"/>
                  <a:gd name="T14" fmla="*/ 0 w 2312"/>
                  <a:gd name="T15" fmla="*/ 0 h 1555"/>
                  <a:gd name="T16" fmla="*/ 0 w 2312"/>
                  <a:gd name="T17" fmla="*/ 0 h 1555"/>
                  <a:gd name="T18" fmla="*/ 0 w 2312"/>
                  <a:gd name="T19" fmla="*/ 0 h 1555"/>
                  <a:gd name="T20" fmla="*/ 0 w 2312"/>
                  <a:gd name="T21" fmla="*/ 0 h 1555"/>
                  <a:gd name="T22" fmla="*/ 0 w 2312"/>
                  <a:gd name="T23" fmla="*/ 0 h 1555"/>
                  <a:gd name="T24" fmla="*/ 0 w 2312"/>
                  <a:gd name="T25" fmla="*/ 0 h 1555"/>
                  <a:gd name="T26" fmla="*/ 0 w 2312"/>
                  <a:gd name="T27" fmla="*/ 0 h 1555"/>
                  <a:gd name="T28" fmla="*/ 0 w 2312"/>
                  <a:gd name="T29" fmla="*/ 0 h 1555"/>
                  <a:gd name="T30" fmla="*/ 0 w 2312"/>
                  <a:gd name="T31" fmla="*/ 0 h 1555"/>
                  <a:gd name="T32" fmla="*/ 0 w 2312"/>
                  <a:gd name="T33" fmla="*/ 0 h 1555"/>
                  <a:gd name="T34" fmla="*/ 0 w 2312"/>
                  <a:gd name="T35" fmla="*/ 0 h 1555"/>
                  <a:gd name="T36" fmla="*/ 0 w 2312"/>
                  <a:gd name="T37" fmla="*/ 0 h 1555"/>
                  <a:gd name="T38" fmla="*/ 0 w 2312"/>
                  <a:gd name="T39" fmla="*/ 0 h 15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312"/>
                  <a:gd name="T61" fmla="*/ 0 h 1555"/>
                  <a:gd name="T62" fmla="*/ 2312 w 2312"/>
                  <a:gd name="T63" fmla="*/ 1555 h 15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312" h="1555">
                    <a:moveTo>
                      <a:pt x="0" y="0"/>
                    </a:moveTo>
                    <a:lnTo>
                      <a:pt x="240" y="0"/>
                    </a:lnTo>
                    <a:lnTo>
                      <a:pt x="511" y="174"/>
                    </a:lnTo>
                    <a:lnTo>
                      <a:pt x="671" y="50"/>
                    </a:lnTo>
                    <a:lnTo>
                      <a:pt x="1036" y="50"/>
                    </a:lnTo>
                    <a:lnTo>
                      <a:pt x="1511" y="252"/>
                    </a:lnTo>
                    <a:lnTo>
                      <a:pt x="1704" y="252"/>
                    </a:lnTo>
                    <a:lnTo>
                      <a:pt x="1648" y="399"/>
                    </a:lnTo>
                    <a:lnTo>
                      <a:pt x="1648" y="551"/>
                    </a:lnTo>
                    <a:lnTo>
                      <a:pt x="2312" y="849"/>
                    </a:lnTo>
                    <a:lnTo>
                      <a:pt x="1963" y="1078"/>
                    </a:lnTo>
                    <a:lnTo>
                      <a:pt x="1867" y="1356"/>
                    </a:lnTo>
                    <a:lnTo>
                      <a:pt x="1585" y="1555"/>
                    </a:lnTo>
                    <a:lnTo>
                      <a:pt x="2023" y="952"/>
                    </a:lnTo>
                    <a:lnTo>
                      <a:pt x="1549" y="753"/>
                    </a:lnTo>
                    <a:lnTo>
                      <a:pt x="1192" y="424"/>
                    </a:lnTo>
                    <a:lnTo>
                      <a:pt x="784" y="275"/>
                    </a:lnTo>
                    <a:lnTo>
                      <a:pt x="433" y="275"/>
                    </a:lnTo>
                    <a:lnTo>
                      <a:pt x="141" y="28"/>
                    </a:lnTo>
                    <a:lnTo>
                      <a:pt x="0" y="0"/>
                    </a:lnTo>
                    <a:close/>
                  </a:path>
                </a:pathLst>
              </a:custGeom>
              <a:solidFill>
                <a:srgbClr val="000000"/>
              </a:solidFill>
              <a:ln w="9525">
                <a:noFill/>
                <a:round/>
                <a:headEnd/>
                <a:tailEnd/>
              </a:ln>
            </p:spPr>
            <p:txBody>
              <a:bodyPr/>
              <a:lstStyle/>
              <a:p>
                <a:pPr algn="ctr"/>
                <a:endParaRPr lang="pt-BR" sz="2400"/>
              </a:p>
            </p:txBody>
          </p:sp>
          <p:sp>
            <p:nvSpPr>
              <p:cNvPr id="389" name="Freeform 456"/>
              <p:cNvSpPr>
                <a:spLocks/>
              </p:cNvSpPr>
              <p:nvPr/>
            </p:nvSpPr>
            <p:spPr bwMode="auto">
              <a:xfrm>
                <a:off x="560" y="2567"/>
                <a:ext cx="37" cy="35"/>
              </a:xfrm>
              <a:custGeom>
                <a:avLst/>
                <a:gdLst>
                  <a:gd name="T0" fmla="*/ 0 w 372"/>
                  <a:gd name="T1" fmla="*/ 0 h 349"/>
                  <a:gd name="T2" fmla="*/ 0 w 372"/>
                  <a:gd name="T3" fmla="*/ 0 h 349"/>
                  <a:gd name="T4" fmla="*/ 0 w 372"/>
                  <a:gd name="T5" fmla="*/ 0 h 349"/>
                  <a:gd name="T6" fmla="*/ 0 w 372"/>
                  <a:gd name="T7" fmla="*/ 0 h 349"/>
                  <a:gd name="T8" fmla="*/ 0 w 372"/>
                  <a:gd name="T9" fmla="*/ 0 h 349"/>
                  <a:gd name="T10" fmla="*/ 0 60000 65536"/>
                  <a:gd name="T11" fmla="*/ 0 60000 65536"/>
                  <a:gd name="T12" fmla="*/ 0 60000 65536"/>
                  <a:gd name="T13" fmla="*/ 0 60000 65536"/>
                  <a:gd name="T14" fmla="*/ 0 60000 65536"/>
                  <a:gd name="T15" fmla="*/ 0 w 372"/>
                  <a:gd name="T16" fmla="*/ 0 h 349"/>
                  <a:gd name="T17" fmla="*/ 372 w 372"/>
                  <a:gd name="T18" fmla="*/ 349 h 349"/>
                </a:gdLst>
                <a:ahLst/>
                <a:cxnLst>
                  <a:cxn ang="T10">
                    <a:pos x="T0" y="T1"/>
                  </a:cxn>
                  <a:cxn ang="T11">
                    <a:pos x="T2" y="T3"/>
                  </a:cxn>
                  <a:cxn ang="T12">
                    <a:pos x="T4" y="T5"/>
                  </a:cxn>
                  <a:cxn ang="T13">
                    <a:pos x="T6" y="T7"/>
                  </a:cxn>
                  <a:cxn ang="T14">
                    <a:pos x="T8" y="T9"/>
                  </a:cxn>
                </a:cxnLst>
                <a:rect l="T15" t="T16" r="T17" b="T18"/>
                <a:pathLst>
                  <a:path w="372" h="349">
                    <a:moveTo>
                      <a:pt x="0" y="349"/>
                    </a:moveTo>
                    <a:lnTo>
                      <a:pt x="80" y="168"/>
                    </a:lnTo>
                    <a:lnTo>
                      <a:pt x="372" y="0"/>
                    </a:lnTo>
                    <a:lnTo>
                      <a:pt x="236" y="168"/>
                    </a:lnTo>
                    <a:lnTo>
                      <a:pt x="0" y="349"/>
                    </a:lnTo>
                    <a:close/>
                  </a:path>
                </a:pathLst>
              </a:custGeom>
              <a:solidFill>
                <a:srgbClr val="000000"/>
              </a:solidFill>
              <a:ln w="9525">
                <a:noFill/>
                <a:round/>
                <a:headEnd/>
                <a:tailEnd/>
              </a:ln>
            </p:spPr>
            <p:txBody>
              <a:bodyPr/>
              <a:lstStyle/>
              <a:p>
                <a:pPr algn="ctr"/>
                <a:endParaRPr lang="pt-BR" sz="2400"/>
              </a:p>
            </p:txBody>
          </p:sp>
          <p:sp>
            <p:nvSpPr>
              <p:cNvPr id="390" name="Freeform 457"/>
              <p:cNvSpPr>
                <a:spLocks/>
              </p:cNvSpPr>
              <p:nvPr/>
            </p:nvSpPr>
            <p:spPr bwMode="auto">
              <a:xfrm>
                <a:off x="756" y="2571"/>
                <a:ext cx="208" cy="98"/>
              </a:xfrm>
              <a:custGeom>
                <a:avLst/>
                <a:gdLst>
                  <a:gd name="T0" fmla="*/ 0 w 2074"/>
                  <a:gd name="T1" fmla="*/ 0 h 977"/>
                  <a:gd name="T2" fmla="*/ 0 w 2074"/>
                  <a:gd name="T3" fmla="*/ 0 h 977"/>
                  <a:gd name="T4" fmla="*/ 0 w 2074"/>
                  <a:gd name="T5" fmla="*/ 0 h 977"/>
                  <a:gd name="T6" fmla="*/ 0 w 2074"/>
                  <a:gd name="T7" fmla="*/ 0 h 977"/>
                  <a:gd name="T8" fmla="*/ 0 w 2074"/>
                  <a:gd name="T9" fmla="*/ 0 h 977"/>
                  <a:gd name="T10" fmla="*/ 0 w 2074"/>
                  <a:gd name="T11" fmla="*/ 0 h 977"/>
                  <a:gd name="T12" fmla="*/ 0 w 2074"/>
                  <a:gd name="T13" fmla="*/ 0 h 977"/>
                  <a:gd name="T14" fmla="*/ 0 w 2074"/>
                  <a:gd name="T15" fmla="*/ 0 h 977"/>
                  <a:gd name="T16" fmla="*/ 0 w 2074"/>
                  <a:gd name="T17" fmla="*/ 0 h 977"/>
                  <a:gd name="T18" fmla="*/ 0 w 2074"/>
                  <a:gd name="T19" fmla="*/ 0 h 977"/>
                  <a:gd name="T20" fmla="*/ 0 w 2074"/>
                  <a:gd name="T21" fmla="*/ 0 h 977"/>
                  <a:gd name="T22" fmla="*/ 0 w 2074"/>
                  <a:gd name="T23" fmla="*/ 0 h 977"/>
                  <a:gd name="T24" fmla="*/ 0 w 2074"/>
                  <a:gd name="T25" fmla="*/ 0 h 977"/>
                  <a:gd name="T26" fmla="*/ 0 w 2074"/>
                  <a:gd name="T27" fmla="*/ 0 h 977"/>
                  <a:gd name="T28" fmla="*/ 0 w 2074"/>
                  <a:gd name="T29" fmla="*/ 0 h 977"/>
                  <a:gd name="T30" fmla="*/ 0 w 2074"/>
                  <a:gd name="T31" fmla="*/ 0 h 977"/>
                  <a:gd name="T32" fmla="*/ 0 w 2074"/>
                  <a:gd name="T33" fmla="*/ 0 h 977"/>
                  <a:gd name="T34" fmla="*/ 0 w 2074"/>
                  <a:gd name="T35" fmla="*/ 0 h 977"/>
                  <a:gd name="T36" fmla="*/ 0 w 2074"/>
                  <a:gd name="T37" fmla="*/ 0 h 977"/>
                  <a:gd name="T38" fmla="*/ 0 w 2074"/>
                  <a:gd name="T39" fmla="*/ 0 h 977"/>
                  <a:gd name="T40" fmla="*/ 0 w 2074"/>
                  <a:gd name="T41" fmla="*/ 0 h 977"/>
                  <a:gd name="T42" fmla="*/ 0 w 2074"/>
                  <a:gd name="T43" fmla="*/ 0 h 977"/>
                  <a:gd name="T44" fmla="*/ 0 w 2074"/>
                  <a:gd name="T45" fmla="*/ 0 h 977"/>
                  <a:gd name="T46" fmla="*/ 0 w 2074"/>
                  <a:gd name="T47" fmla="*/ 0 h 977"/>
                  <a:gd name="T48" fmla="*/ 0 w 2074"/>
                  <a:gd name="T49" fmla="*/ 0 h 977"/>
                  <a:gd name="T50" fmla="*/ 0 w 2074"/>
                  <a:gd name="T51" fmla="*/ 0 h 977"/>
                  <a:gd name="T52" fmla="*/ 0 w 2074"/>
                  <a:gd name="T53" fmla="*/ 0 h 977"/>
                  <a:gd name="T54" fmla="*/ 0 w 2074"/>
                  <a:gd name="T55" fmla="*/ 0 h 977"/>
                  <a:gd name="T56" fmla="*/ 0 w 2074"/>
                  <a:gd name="T57" fmla="*/ 0 h 977"/>
                  <a:gd name="T58" fmla="*/ 0 w 2074"/>
                  <a:gd name="T59" fmla="*/ 0 h 977"/>
                  <a:gd name="T60" fmla="*/ 0 w 2074"/>
                  <a:gd name="T61" fmla="*/ 0 h 97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074"/>
                  <a:gd name="T94" fmla="*/ 0 h 977"/>
                  <a:gd name="T95" fmla="*/ 2074 w 2074"/>
                  <a:gd name="T96" fmla="*/ 977 h 97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074" h="977">
                    <a:moveTo>
                      <a:pt x="1780" y="977"/>
                    </a:moveTo>
                    <a:lnTo>
                      <a:pt x="1334" y="757"/>
                    </a:lnTo>
                    <a:lnTo>
                      <a:pt x="999" y="653"/>
                    </a:lnTo>
                    <a:lnTo>
                      <a:pt x="643" y="353"/>
                    </a:lnTo>
                    <a:lnTo>
                      <a:pt x="643" y="200"/>
                    </a:lnTo>
                    <a:lnTo>
                      <a:pt x="1427" y="653"/>
                    </a:lnTo>
                    <a:lnTo>
                      <a:pt x="1561" y="653"/>
                    </a:lnTo>
                    <a:lnTo>
                      <a:pt x="1802" y="879"/>
                    </a:lnTo>
                    <a:lnTo>
                      <a:pt x="1902" y="826"/>
                    </a:lnTo>
                    <a:lnTo>
                      <a:pt x="1979" y="879"/>
                    </a:lnTo>
                    <a:lnTo>
                      <a:pt x="2074" y="778"/>
                    </a:lnTo>
                    <a:lnTo>
                      <a:pt x="1918" y="778"/>
                    </a:lnTo>
                    <a:lnTo>
                      <a:pt x="1780" y="427"/>
                    </a:lnTo>
                    <a:lnTo>
                      <a:pt x="1840" y="305"/>
                    </a:lnTo>
                    <a:lnTo>
                      <a:pt x="1762" y="305"/>
                    </a:lnTo>
                    <a:lnTo>
                      <a:pt x="1738" y="353"/>
                    </a:lnTo>
                    <a:lnTo>
                      <a:pt x="1486" y="78"/>
                    </a:lnTo>
                    <a:lnTo>
                      <a:pt x="1486" y="278"/>
                    </a:lnTo>
                    <a:lnTo>
                      <a:pt x="1387" y="278"/>
                    </a:lnTo>
                    <a:lnTo>
                      <a:pt x="1189" y="0"/>
                    </a:lnTo>
                    <a:lnTo>
                      <a:pt x="1250" y="152"/>
                    </a:lnTo>
                    <a:lnTo>
                      <a:pt x="861" y="28"/>
                    </a:lnTo>
                    <a:lnTo>
                      <a:pt x="116" y="28"/>
                    </a:lnTo>
                    <a:lnTo>
                      <a:pt x="34" y="124"/>
                    </a:lnTo>
                    <a:lnTo>
                      <a:pt x="0" y="225"/>
                    </a:lnTo>
                    <a:lnTo>
                      <a:pt x="0" y="353"/>
                    </a:lnTo>
                    <a:lnTo>
                      <a:pt x="759" y="703"/>
                    </a:lnTo>
                    <a:lnTo>
                      <a:pt x="876" y="853"/>
                    </a:lnTo>
                    <a:lnTo>
                      <a:pt x="1309" y="853"/>
                    </a:lnTo>
                    <a:lnTo>
                      <a:pt x="1720" y="977"/>
                    </a:lnTo>
                    <a:lnTo>
                      <a:pt x="1780" y="977"/>
                    </a:lnTo>
                    <a:close/>
                  </a:path>
                </a:pathLst>
              </a:custGeom>
              <a:solidFill>
                <a:srgbClr val="000000"/>
              </a:solidFill>
              <a:ln w="9525">
                <a:noFill/>
                <a:round/>
                <a:headEnd/>
                <a:tailEnd/>
              </a:ln>
            </p:spPr>
            <p:txBody>
              <a:bodyPr/>
              <a:lstStyle/>
              <a:p>
                <a:pPr algn="ctr"/>
                <a:endParaRPr lang="pt-BR" sz="2400"/>
              </a:p>
            </p:txBody>
          </p:sp>
          <p:sp>
            <p:nvSpPr>
              <p:cNvPr id="391" name="Freeform 458"/>
              <p:cNvSpPr>
                <a:spLocks/>
              </p:cNvSpPr>
              <p:nvPr/>
            </p:nvSpPr>
            <p:spPr bwMode="auto">
              <a:xfrm>
                <a:off x="766" y="2557"/>
                <a:ext cx="200" cy="90"/>
              </a:xfrm>
              <a:custGeom>
                <a:avLst/>
                <a:gdLst>
                  <a:gd name="T0" fmla="*/ 0 w 1997"/>
                  <a:gd name="T1" fmla="*/ 0 h 903"/>
                  <a:gd name="T2" fmla="*/ 0 w 1997"/>
                  <a:gd name="T3" fmla="*/ 0 h 903"/>
                  <a:gd name="T4" fmla="*/ 0 w 1997"/>
                  <a:gd name="T5" fmla="*/ 0 h 903"/>
                  <a:gd name="T6" fmla="*/ 0 w 1997"/>
                  <a:gd name="T7" fmla="*/ 0 h 903"/>
                  <a:gd name="T8" fmla="*/ 0 w 1997"/>
                  <a:gd name="T9" fmla="*/ 0 h 903"/>
                  <a:gd name="T10" fmla="*/ 0 w 1997"/>
                  <a:gd name="T11" fmla="*/ 0 h 903"/>
                  <a:gd name="T12" fmla="*/ 0 w 1997"/>
                  <a:gd name="T13" fmla="*/ 0 h 903"/>
                  <a:gd name="T14" fmla="*/ 0 w 1997"/>
                  <a:gd name="T15" fmla="*/ 0 h 903"/>
                  <a:gd name="T16" fmla="*/ 0 w 1997"/>
                  <a:gd name="T17" fmla="*/ 0 h 9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97"/>
                  <a:gd name="T28" fmla="*/ 0 h 903"/>
                  <a:gd name="T29" fmla="*/ 1997 w 1997"/>
                  <a:gd name="T30" fmla="*/ 903 h 90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97" h="903">
                    <a:moveTo>
                      <a:pt x="1997" y="903"/>
                    </a:moveTo>
                    <a:lnTo>
                      <a:pt x="1997" y="573"/>
                    </a:lnTo>
                    <a:lnTo>
                      <a:pt x="1548" y="0"/>
                    </a:lnTo>
                    <a:lnTo>
                      <a:pt x="328" y="0"/>
                    </a:lnTo>
                    <a:lnTo>
                      <a:pt x="0" y="203"/>
                    </a:lnTo>
                    <a:lnTo>
                      <a:pt x="370" y="46"/>
                    </a:lnTo>
                    <a:lnTo>
                      <a:pt x="1528" y="46"/>
                    </a:lnTo>
                    <a:lnTo>
                      <a:pt x="1959" y="573"/>
                    </a:lnTo>
                    <a:lnTo>
                      <a:pt x="1997" y="903"/>
                    </a:lnTo>
                    <a:close/>
                  </a:path>
                </a:pathLst>
              </a:custGeom>
              <a:solidFill>
                <a:srgbClr val="000000"/>
              </a:solidFill>
              <a:ln w="9525">
                <a:noFill/>
                <a:round/>
                <a:headEnd/>
                <a:tailEnd/>
              </a:ln>
            </p:spPr>
            <p:txBody>
              <a:bodyPr/>
              <a:lstStyle/>
              <a:p>
                <a:pPr algn="ctr"/>
                <a:endParaRPr lang="pt-BR" sz="2400"/>
              </a:p>
            </p:txBody>
          </p:sp>
          <p:sp>
            <p:nvSpPr>
              <p:cNvPr id="392" name="Freeform 459"/>
              <p:cNvSpPr>
                <a:spLocks/>
              </p:cNvSpPr>
              <p:nvPr/>
            </p:nvSpPr>
            <p:spPr bwMode="auto">
              <a:xfrm>
                <a:off x="676" y="2552"/>
                <a:ext cx="121" cy="7"/>
              </a:xfrm>
              <a:custGeom>
                <a:avLst/>
                <a:gdLst>
                  <a:gd name="T0" fmla="*/ 0 w 1215"/>
                  <a:gd name="T1" fmla="*/ 0 h 74"/>
                  <a:gd name="T2" fmla="*/ 0 w 1215"/>
                  <a:gd name="T3" fmla="*/ 0 h 74"/>
                  <a:gd name="T4" fmla="*/ 0 w 1215"/>
                  <a:gd name="T5" fmla="*/ 0 h 74"/>
                  <a:gd name="T6" fmla="*/ 0 w 1215"/>
                  <a:gd name="T7" fmla="*/ 0 h 74"/>
                  <a:gd name="T8" fmla="*/ 0 60000 65536"/>
                  <a:gd name="T9" fmla="*/ 0 60000 65536"/>
                  <a:gd name="T10" fmla="*/ 0 60000 65536"/>
                  <a:gd name="T11" fmla="*/ 0 60000 65536"/>
                  <a:gd name="T12" fmla="*/ 0 w 1215"/>
                  <a:gd name="T13" fmla="*/ 0 h 74"/>
                  <a:gd name="T14" fmla="*/ 1215 w 1215"/>
                  <a:gd name="T15" fmla="*/ 74 h 74"/>
                </a:gdLst>
                <a:ahLst/>
                <a:cxnLst>
                  <a:cxn ang="T8">
                    <a:pos x="T0" y="T1"/>
                  </a:cxn>
                  <a:cxn ang="T9">
                    <a:pos x="T2" y="T3"/>
                  </a:cxn>
                  <a:cxn ang="T10">
                    <a:pos x="T4" y="T5"/>
                  </a:cxn>
                  <a:cxn ang="T11">
                    <a:pos x="T6" y="T7"/>
                  </a:cxn>
                </a:cxnLst>
                <a:rect l="T12" t="T13" r="T14" b="T15"/>
                <a:pathLst>
                  <a:path w="1215" h="74">
                    <a:moveTo>
                      <a:pt x="0" y="0"/>
                    </a:moveTo>
                    <a:lnTo>
                      <a:pt x="508" y="0"/>
                    </a:lnTo>
                    <a:lnTo>
                      <a:pt x="805" y="74"/>
                    </a:lnTo>
                    <a:lnTo>
                      <a:pt x="1215" y="74"/>
                    </a:lnTo>
                  </a:path>
                </a:pathLst>
              </a:custGeom>
              <a:noFill/>
              <a:ln w="0">
                <a:solidFill>
                  <a:srgbClr val="000000"/>
                </a:solidFill>
                <a:round/>
                <a:headEnd/>
                <a:tailEnd/>
              </a:ln>
            </p:spPr>
            <p:txBody>
              <a:bodyPr/>
              <a:lstStyle/>
              <a:p>
                <a:pPr algn="ctr"/>
                <a:endParaRPr lang="pt-BR" sz="2400"/>
              </a:p>
            </p:txBody>
          </p:sp>
          <p:sp>
            <p:nvSpPr>
              <p:cNvPr id="393" name="Freeform 460"/>
              <p:cNvSpPr>
                <a:spLocks/>
              </p:cNvSpPr>
              <p:nvPr/>
            </p:nvSpPr>
            <p:spPr bwMode="auto">
              <a:xfrm>
                <a:off x="671" y="2697"/>
                <a:ext cx="255" cy="130"/>
              </a:xfrm>
              <a:custGeom>
                <a:avLst/>
                <a:gdLst>
                  <a:gd name="T0" fmla="*/ 0 w 2547"/>
                  <a:gd name="T1" fmla="*/ 0 h 1301"/>
                  <a:gd name="T2" fmla="*/ 0 w 2547"/>
                  <a:gd name="T3" fmla="*/ 0 h 1301"/>
                  <a:gd name="T4" fmla="*/ 0 w 2547"/>
                  <a:gd name="T5" fmla="*/ 0 h 1301"/>
                  <a:gd name="T6" fmla="*/ 0 w 2547"/>
                  <a:gd name="T7" fmla="*/ 0 h 1301"/>
                  <a:gd name="T8" fmla="*/ 0 w 2547"/>
                  <a:gd name="T9" fmla="*/ 0 h 1301"/>
                  <a:gd name="T10" fmla="*/ 0 w 2547"/>
                  <a:gd name="T11" fmla="*/ 0 h 1301"/>
                  <a:gd name="T12" fmla="*/ 0 w 2547"/>
                  <a:gd name="T13" fmla="*/ 0 h 1301"/>
                  <a:gd name="T14" fmla="*/ 0 w 2547"/>
                  <a:gd name="T15" fmla="*/ 0 h 1301"/>
                  <a:gd name="T16" fmla="*/ 0 w 2547"/>
                  <a:gd name="T17" fmla="*/ 0 h 1301"/>
                  <a:gd name="T18" fmla="*/ 0 w 2547"/>
                  <a:gd name="T19" fmla="*/ 0 h 1301"/>
                  <a:gd name="T20" fmla="*/ 0 w 2547"/>
                  <a:gd name="T21" fmla="*/ 0 h 1301"/>
                  <a:gd name="T22" fmla="*/ 0 w 2547"/>
                  <a:gd name="T23" fmla="*/ 0 h 1301"/>
                  <a:gd name="T24" fmla="*/ 0 w 2547"/>
                  <a:gd name="T25" fmla="*/ 0 h 1301"/>
                  <a:gd name="T26" fmla="*/ 0 w 2547"/>
                  <a:gd name="T27" fmla="*/ 0 h 1301"/>
                  <a:gd name="T28" fmla="*/ 0 w 2547"/>
                  <a:gd name="T29" fmla="*/ 0 h 1301"/>
                  <a:gd name="T30" fmla="*/ 0 w 2547"/>
                  <a:gd name="T31" fmla="*/ 0 h 1301"/>
                  <a:gd name="T32" fmla="*/ 0 w 2547"/>
                  <a:gd name="T33" fmla="*/ 0 h 1301"/>
                  <a:gd name="T34" fmla="*/ 0 w 2547"/>
                  <a:gd name="T35" fmla="*/ 0 h 1301"/>
                  <a:gd name="T36" fmla="*/ 0 w 2547"/>
                  <a:gd name="T37" fmla="*/ 0 h 1301"/>
                  <a:gd name="T38" fmla="*/ 0 w 2547"/>
                  <a:gd name="T39" fmla="*/ 0 h 1301"/>
                  <a:gd name="T40" fmla="*/ 0 w 2547"/>
                  <a:gd name="T41" fmla="*/ 0 h 1301"/>
                  <a:gd name="T42" fmla="*/ 0 w 2547"/>
                  <a:gd name="T43" fmla="*/ 0 h 1301"/>
                  <a:gd name="T44" fmla="*/ 0 w 2547"/>
                  <a:gd name="T45" fmla="*/ 0 h 1301"/>
                  <a:gd name="T46" fmla="*/ 0 w 2547"/>
                  <a:gd name="T47" fmla="*/ 0 h 1301"/>
                  <a:gd name="T48" fmla="*/ 0 w 2547"/>
                  <a:gd name="T49" fmla="*/ 0 h 130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47"/>
                  <a:gd name="T76" fmla="*/ 0 h 1301"/>
                  <a:gd name="T77" fmla="*/ 2547 w 2547"/>
                  <a:gd name="T78" fmla="*/ 1301 h 130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47" h="1301">
                    <a:moveTo>
                      <a:pt x="235" y="652"/>
                    </a:moveTo>
                    <a:lnTo>
                      <a:pt x="1846" y="1151"/>
                    </a:lnTo>
                    <a:lnTo>
                      <a:pt x="2137" y="1151"/>
                    </a:lnTo>
                    <a:lnTo>
                      <a:pt x="2547" y="1301"/>
                    </a:lnTo>
                    <a:lnTo>
                      <a:pt x="2156" y="1046"/>
                    </a:lnTo>
                    <a:lnTo>
                      <a:pt x="2351" y="426"/>
                    </a:lnTo>
                    <a:lnTo>
                      <a:pt x="2446" y="0"/>
                    </a:lnTo>
                    <a:lnTo>
                      <a:pt x="2274" y="300"/>
                    </a:lnTo>
                    <a:lnTo>
                      <a:pt x="2156" y="652"/>
                    </a:lnTo>
                    <a:lnTo>
                      <a:pt x="2156" y="924"/>
                    </a:lnTo>
                    <a:lnTo>
                      <a:pt x="1962" y="824"/>
                    </a:lnTo>
                    <a:lnTo>
                      <a:pt x="1782" y="899"/>
                    </a:lnTo>
                    <a:lnTo>
                      <a:pt x="1685" y="824"/>
                    </a:lnTo>
                    <a:lnTo>
                      <a:pt x="1570" y="347"/>
                    </a:lnTo>
                    <a:lnTo>
                      <a:pt x="1431" y="652"/>
                    </a:lnTo>
                    <a:lnTo>
                      <a:pt x="1315" y="652"/>
                    </a:lnTo>
                    <a:lnTo>
                      <a:pt x="1315" y="450"/>
                    </a:lnTo>
                    <a:lnTo>
                      <a:pt x="1431" y="201"/>
                    </a:lnTo>
                    <a:lnTo>
                      <a:pt x="1359" y="201"/>
                    </a:lnTo>
                    <a:lnTo>
                      <a:pt x="881" y="622"/>
                    </a:lnTo>
                    <a:lnTo>
                      <a:pt x="782" y="622"/>
                    </a:lnTo>
                    <a:lnTo>
                      <a:pt x="782" y="399"/>
                    </a:lnTo>
                    <a:lnTo>
                      <a:pt x="691" y="399"/>
                    </a:lnTo>
                    <a:lnTo>
                      <a:pt x="0" y="574"/>
                    </a:lnTo>
                    <a:lnTo>
                      <a:pt x="235" y="652"/>
                    </a:lnTo>
                    <a:close/>
                  </a:path>
                </a:pathLst>
              </a:custGeom>
              <a:solidFill>
                <a:srgbClr val="000000"/>
              </a:solidFill>
              <a:ln w="9525">
                <a:noFill/>
                <a:round/>
                <a:headEnd/>
                <a:tailEnd/>
              </a:ln>
            </p:spPr>
            <p:txBody>
              <a:bodyPr/>
              <a:lstStyle/>
              <a:p>
                <a:pPr algn="ctr"/>
                <a:endParaRPr lang="pt-BR" sz="2400"/>
              </a:p>
            </p:txBody>
          </p:sp>
          <p:sp>
            <p:nvSpPr>
              <p:cNvPr id="394" name="Freeform 461"/>
              <p:cNvSpPr>
                <a:spLocks/>
              </p:cNvSpPr>
              <p:nvPr/>
            </p:nvSpPr>
            <p:spPr bwMode="auto">
              <a:xfrm>
                <a:off x="859" y="2671"/>
                <a:ext cx="20" cy="73"/>
              </a:xfrm>
              <a:custGeom>
                <a:avLst/>
                <a:gdLst>
                  <a:gd name="T0" fmla="*/ 0 w 198"/>
                  <a:gd name="T1" fmla="*/ 0 h 729"/>
                  <a:gd name="T2" fmla="*/ 0 w 198"/>
                  <a:gd name="T3" fmla="*/ 0 h 729"/>
                  <a:gd name="T4" fmla="*/ 0 w 198"/>
                  <a:gd name="T5" fmla="*/ 0 h 729"/>
                  <a:gd name="T6" fmla="*/ 0 w 198"/>
                  <a:gd name="T7" fmla="*/ 0 h 729"/>
                  <a:gd name="T8" fmla="*/ 0 w 198"/>
                  <a:gd name="T9" fmla="*/ 0 h 729"/>
                  <a:gd name="T10" fmla="*/ 0 w 198"/>
                  <a:gd name="T11" fmla="*/ 0 h 729"/>
                  <a:gd name="T12" fmla="*/ 0 w 198"/>
                  <a:gd name="T13" fmla="*/ 0 h 729"/>
                  <a:gd name="T14" fmla="*/ 0 60000 65536"/>
                  <a:gd name="T15" fmla="*/ 0 60000 65536"/>
                  <a:gd name="T16" fmla="*/ 0 60000 65536"/>
                  <a:gd name="T17" fmla="*/ 0 60000 65536"/>
                  <a:gd name="T18" fmla="*/ 0 60000 65536"/>
                  <a:gd name="T19" fmla="*/ 0 60000 65536"/>
                  <a:gd name="T20" fmla="*/ 0 60000 65536"/>
                  <a:gd name="T21" fmla="*/ 0 w 198"/>
                  <a:gd name="T22" fmla="*/ 0 h 729"/>
                  <a:gd name="T23" fmla="*/ 198 w 198"/>
                  <a:gd name="T24" fmla="*/ 729 h 7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8" h="729">
                    <a:moveTo>
                      <a:pt x="0" y="207"/>
                    </a:moveTo>
                    <a:lnTo>
                      <a:pt x="0" y="729"/>
                    </a:lnTo>
                    <a:lnTo>
                      <a:pt x="198" y="225"/>
                    </a:lnTo>
                    <a:lnTo>
                      <a:pt x="198" y="0"/>
                    </a:lnTo>
                    <a:lnTo>
                      <a:pt x="182" y="207"/>
                    </a:lnTo>
                    <a:lnTo>
                      <a:pt x="82" y="457"/>
                    </a:lnTo>
                    <a:lnTo>
                      <a:pt x="0" y="207"/>
                    </a:lnTo>
                    <a:close/>
                  </a:path>
                </a:pathLst>
              </a:custGeom>
              <a:solidFill>
                <a:srgbClr val="000000"/>
              </a:solidFill>
              <a:ln w="9525">
                <a:noFill/>
                <a:round/>
                <a:headEnd/>
                <a:tailEnd/>
              </a:ln>
            </p:spPr>
            <p:txBody>
              <a:bodyPr/>
              <a:lstStyle/>
              <a:p>
                <a:pPr algn="ctr"/>
                <a:endParaRPr lang="pt-BR" sz="2400"/>
              </a:p>
            </p:txBody>
          </p:sp>
          <p:sp>
            <p:nvSpPr>
              <p:cNvPr id="395" name="Freeform 462"/>
              <p:cNvSpPr>
                <a:spLocks/>
              </p:cNvSpPr>
              <p:nvPr/>
            </p:nvSpPr>
            <p:spPr bwMode="auto">
              <a:xfrm>
                <a:off x="867" y="2656"/>
                <a:ext cx="434" cy="171"/>
              </a:xfrm>
              <a:custGeom>
                <a:avLst/>
                <a:gdLst>
                  <a:gd name="T0" fmla="*/ 0 w 4346"/>
                  <a:gd name="T1" fmla="*/ 0 h 1711"/>
                  <a:gd name="T2" fmla="*/ 0 w 4346"/>
                  <a:gd name="T3" fmla="*/ 0 h 1711"/>
                  <a:gd name="T4" fmla="*/ 0 w 4346"/>
                  <a:gd name="T5" fmla="*/ 0 h 1711"/>
                  <a:gd name="T6" fmla="*/ 0 w 4346"/>
                  <a:gd name="T7" fmla="*/ 0 h 1711"/>
                  <a:gd name="T8" fmla="*/ 0 w 4346"/>
                  <a:gd name="T9" fmla="*/ 0 h 1711"/>
                  <a:gd name="T10" fmla="*/ 0 w 4346"/>
                  <a:gd name="T11" fmla="*/ 0 h 1711"/>
                  <a:gd name="T12" fmla="*/ 0 w 4346"/>
                  <a:gd name="T13" fmla="*/ 0 h 1711"/>
                  <a:gd name="T14" fmla="*/ 0 w 4346"/>
                  <a:gd name="T15" fmla="*/ 0 h 1711"/>
                  <a:gd name="T16" fmla="*/ 0 w 4346"/>
                  <a:gd name="T17" fmla="*/ 0 h 1711"/>
                  <a:gd name="T18" fmla="*/ 0 w 4346"/>
                  <a:gd name="T19" fmla="*/ 0 h 1711"/>
                  <a:gd name="T20" fmla="*/ 0 w 4346"/>
                  <a:gd name="T21" fmla="*/ 0 h 1711"/>
                  <a:gd name="T22" fmla="*/ 0 w 4346"/>
                  <a:gd name="T23" fmla="*/ 0 h 1711"/>
                  <a:gd name="T24" fmla="*/ 0 w 4346"/>
                  <a:gd name="T25" fmla="*/ 0 h 1711"/>
                  <a:gd name="T26" fmla="*/ 0 w 4346"/>
                  <a:gd name="T27" fmla="*/ 0 h 1711"/>
                  <a:gd name="T28" fmla="*/ 0 w 4346"/>
                  <a:gd name="T29" fmla="*/ 0 h 1711"/>
                  <a:gd name="T30" fmla="*/ 0 w 4346"/>
                  <a:gd name="T31" fmla="*/ 0 h 1711"/>
                  <a:gd name="T32" fmla="*/ 0 w 4346"/>
                  <a:gd name="T33" fmla="*/ 0 h 1711"/>
                  <a:gd name="T34" fmla="*/ 0 w 4346"/>
                  <a:gd name="T35" fmla="*/ 0 h 1711"/>
                  <a:gd name="T36" fmla="*/ 0 w 4346"/>
                  <a:gd name="T37" fmla="*/ 0 h 1711"/>
                  <a:gd name="T38" fmla="*/ 0 w 4346"/>
                  <a:gd name="T39" fmla="*/ 0 h 1711"/>
                  <a:gd name="T40" fmla="*/ 0 w 4346"/>
                  <a:gd name="T41" fmla="*/ 0 h 1711"/>
                  <a:gd name="T42" fmla="*/ 0 w 4346"/>
                  <a:gd name="T43" fmla="*/ 0 h 1711"/>
                  <a:gd name="T44" fmla="*/ 0 w 4346"/>
                  <a:gd name="T45" fmla="*/ 0 h 1711"/>
                  <a:gd name="T46" fmla="*/ 0 w 4346"/>
                  <a:gd name="T47" fmla="*/ 0 h 1711"/>
                  <a:gd name="T48" fmla="*/ 0 w 4346"/>
                  <a:gd name="T49" fmla="*/ 0 h 1711"/>
                  <a:gd name="T50" fmla="*/ 0 w 4346"/>
                  <a:gd name="T51" fmla="*/ 0 h 1711"/>
                  <a:gd name="T52" fmla="*/ 0 w 4346"/>
                  <a:gd name="T53" fmla="*/ 0 h 1711"/>
                  <a:gd name="T54" fmla="*/ 0 w 4346"/>
                  <a:gd name="T55" fmla="*/ 0 h 1711"/>
                  <a:gd name="T56" fmla="*/ 0 w 4346"/>
                  <a:gd name="T57" fmla="*/ 0 h 1711"/>
                  <a:gd name="T58" fmla="*/ 0 w 4346"/>
                  <a:gd name="T59" fmla="*/ 0 h 1711"/>
                  <a:gd name="T60" fmla="*/ 0 w 4346"/>
                  <a:gd name="T61" fmla="*/ 0 h 1711"/>
                  <a:gd name="T62" fmla="*/ 0 w 4346"/>
                  <a:gd name="T63" fmla="*/ 0 h 1711"/>
                  <a:gd name="T64" fmla="*/ 0 w 4346"/>
                  <a:gd name="T65" fmla="*/ 0 h 1711"/>
                  <a:gd name="T66" fmla="*/ 0 w 4346"/>
                  <a:gd name="T67" fmla="*/ 0 h 1711"/>
                  <a:gd name="T68" fmla="*/ 0 w 4346"/>
                  <a:gd name="T69" fmla="*/ 0 h 1711"/>
                  <a:gd name="T70" fmla="*/ 0 w 4346"/>
                  <a:gd name="T71" fmla="*/ 0 h 1711"/>
                  <a:gd name="T72" fmla="*/ 0 w 4346"/>
                  <a:gd name="T73" fmla="*/ 0 h 1711"/>
                  <a:gd name="T74" fmla="*/ 0 w 4346"/>
                  <a:gd name="T75" fmla="*/ 0 h 1711"/>
                  <a:gd name="T76" fmla="*/ 0 w 4346"/>
                  <a:gd name="T77" fmla="*/ 0 h 1711"/>
                  <a:gd name="T78" fmla="*/ 0 w 4346"/>
                  <a:gd name="T79" fmla="*/ 0 h 1711"/>
                  <a:gd name="T80" fmla="*/ 0 w 4346"/>
                  <a:gd name="T81" fmla="*/ 0 h 1711"/>
                  <a:gd name="T82" fmla="*/ 0 w 4346"/>
                  <a:gd name="T83" fmla="*/ 0 h 17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346"/>
                  <a:gd name="T127" fmla="*/ 0 h 1711"/>
                  <a:gd name="T128" fmla="*/ 4346 w 4346"/>
                  <a:gd name="T129" fmla="*/ 1711 h 17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346" h="1711">
                    <a:moveTo>
                      <a:pt x="0" y="0"/>
                    </a:moveTo>
                    <a:lnTo>
                      <a:pt x="735" y="375"/>
                    </a:lnTo>
                    <a:lnTo>
                      <a:pt x="1326" y="507"/>
                    </a:lnTo>
                    <a:lnTo>
                      <a:pt x="1326" y="763"/>
                    </a:lnTo>
                    <a:lnTo>
                      <a:pt x="994" y="1551"/>
                    </a:lnTo>
                    <a:lnTo>
                      <a:pt x="725" y="1711"/>
                    </a:lnTo>
                    <a:lnTo>
                      <a:pt x="782" y="1711"/>
                    </a:lnTo>
                    <a:lnTo>
                      <a:pt x="1046" y="1580"/>
                    </a:lnTo>
                    <a:lnTo>
                      <a:pt x="1158" y="1351"/>
                    </a:lnTo>
                    <a:lnTo>
                      <a:pt x="1731" y="1517"/>
                    </a:lnTo>
                    <a:lnTo>
                      <a:pt x="2029" y="1540"/>
                    </a:lnTo>
                    <a:lnTo>
                      <a:pt x="2364" y="1540"/>
                    </a:lnTo>
                    <a:lnTo>
                      <a:pt x="3026" y="1374"/>
                    </a:lnTo>
                    <a:lnTo>
                      <a:pt x="3355" y="1374"/>
                    </a:lnTo>
                    <a:lnTo>
                      <a:pt x="3770" y="1473"/>
                    </a:lnTo>
                    <a:lnTo>
                      <a:pt x="3916" y="1429"/>
                    </a:lnTo>
                    <a:lnTo>
                      <a:pt x="3757" y="1456"/>
                    </a:lnTo>
                    <a:lnTo>
                      <a:pt x="3171" y="1238"/>
                    </a:lnTo>
                    <a:lnTo>
                      <a:pt x="2992" y="1223"/>
                    </a:lnTo>
                    <a:lnTo>
                      <a:pt x="2852" y="1062"/>
                    </a:lnTo>
                    <a:lnTo>
                      <a:pt x="3363" y="1062"/>
                    </a:lnTo>
                    <a:lnTo>
                      <a:pt x="4184" y="1456"/>
                    </a:lnTo>
                    <a:lnTo>
                      <a:pt x="4289" y="1456"/>
                    </a:lnTo>
                    <a:lnTo>
                      <a:pt x="3457" y="990"/>
                    </a:lnTo>
                    <a:lnTo>
                      <a:pt x="3114" y="864"/>
                    </a:lnTo>
                    <a:lnTo>
                      <a:pt x="2805" y="839"/>
                    </a:lnTo>
                    <a:lnTo>
                      <a:pt x="2732" y="776"/>
                    </a:lnTo>
                    <a:lnTo>
                      <a:pt x="2700" y="683"/>
                    </a:lnTo>
                    <a:lnTo>
                      <a:pt x="3557" y="736"/>
                    </a:lnTo>
                    <a:lnTo>
                      <a:pt x="4346" y="1286"/>
                    </a:lnTo>
                    <a:lnTo>
                      <a:pt x="4140" y="990"/>
                    </a:lnTo>
                    <a:lnTo>
                      <a:pt x="3646" y="647"/>
                    </a:lnTo>
                    <a:lnTo>
                      <a:pt x="2636" y="439"/>
                    </a:lnTo>
                    <a:lnTo>
                      <a:pt x="2636" y="339"/>
                    </a:lnTo>
                    <a:lnTo>
                      <a:pt x="2923" y="145"/>
                    </a:lnTo>
                    <a:lnTo>
                      <a:pt x="2770" y="145"/>
                    </a:lnTo>
                    <a:lnTo>
                      <a:pt x="1669" y="491"/>
                    </a:lnTo>
                    <a:lnTo>
                      <a:pt x="1372" y="491"/>
                    </a:lnTo>
                    <a:lnTo>
                      <a:pt x="1244" y="375"/>
                    </a:lnTo>
                    <a:lnTo>
                      <a:pt x="923" y="375"/>
                    </a:lnTo>
                    <a:lnTo>
                      <a:pt x="96" y="0"/>
                    </a:lnTo>
                    <a:lnTo>
                      <a:pt x="0" y="0"/>
                    </a:lnTo>
                    <a:close/>
                  </a:path>
                </a:pathLst>
              </a:custGeom>
              <a:solidFill>
                <a:srgbClr val="000000"/>
              </a:solidFill>
              <a:ln w="9525">
                <a:noFill/>
                <a:round/>
                <a:headEnd/>
                <a:tailEnd/>
              </a:ln>
            </p:spPr>
            <p:txBody>
              <a:bodyPr/>
              <a:lstStyle/>
              <a:p>
                <a:pPr algn="ctr"/>
                <a:endParaRPr lang="pt-BR" sz="2400"/>
              </a:p>
            </p:txBody>
          </p:sp>
          <p:sp>
            <p:nvSpPr>
              <p:cNvPr id="396" name="Freeform 463"/>
              <p:cNvSpPr>
                <a:spLocks/>
              </p:cNvSpPr>
              <p:nvPr/>
            </p:nvSpPr>
            <p:spPr bwMode="auto">
              <a:xfrm>
                <a:off x="1164" y="2671"/>
                <a:ext cx="139" cy="132"/>
              </a:xfrm>
              <a:custGeom>
                <a:avLst/>
                <a:gdLst>
                  <a:gd name="T0" fmla="*/ 0 w 1395"/>
                  <a:gd name="T1" fmla="*/ 0 h 1319"/>
                  <a:gd name="T2" fmla="*/ 0 w 1395"/>
                  <a:gd name="T3" fmla="*/ 0 h 1319"/>
                  <a:gd name="T4" fmla="*/ 0 w 1395"/>
                  <a:gd name="T5" fmla="*/ 0 h 1319"/>
                  <a:gd name="T6" fmla="*/ 0 w 1395"/>
                  <a:gd name="T7" fmla="*/ 0 h 1319"/>
                  <a:gd name="T8" fmla="*/ 0 w 1395"/>
                  <a:gd name="T9" fmla="*/ 0 h 1319"/>
                  <a:gd name="T10" fmla="*/ 0 w 1395"/>
                  <a:gd name="T11" fmla="*/ 0 h 1319"/>
                  <a:gd name="T12" fmla="*/ 0 w 1395"/>
                  <a:gd name="T13" fmla="*/ 0 h 1319"/>
                  <a:gd name="T14" fmla="*/ 0 w 1395"/>
                  <a:gd name="T15" fmla="*/ 0 h 1319"/>
                  <a:gd name="T16" fmla="*/ 0 w 1395"/>
                  <a:gd name="T17" fmla="*/ 0 h 1319"/>
                  <a:gd name="T18" fmla="*/ 0 w 1395"/>
                  <a:gd name="T19" fmla="*/ 0 h 1319"/>
                  <a:gd name="T20" fmla="*/ 0 w 1395"/>
                  <a:gd name="T21" fmla="*/ 0 h 13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95"/>
                  <a:gd name="T34" fmla="*/ 0 h 1319"/>
                  <a:gd name="T35" fmla="*/ 1395 w 1395"/>
                  <a:gd name="T36" fmla="*/ 1319 h 13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95" h="1319">
                    <a:moveTo>
                      <a:pt x="0" y="0"/>
                    </a:moveTo>
                    <a:lnTo>
                      <a:pt x="742" y="295"/>
                    </a:lnTo>
                    <a:lnTo>
                      <a:pt x="1288" y="752"/>
                    </a:lnTo>
                    <a:lnTo>
                      <a:pt x="1395" y="1132"/>
                    </a:lnTo>
                    <a:lnTo>
                      <a:pt x="1395" y="1275"/>
                    </a:lnTo>
                    <a:lnTo>
                      <a:pt x="1343" y="1319"/>
                    </a:lnTo>
                    <a:lnTo>
                      <a:pt x="1375" y="1256"/>
                    </a:lnTo>
                    <a:lnTo>
                      <a:pt x="1375" y="1118"/>
                    </a:lnTo>
                    <a:lnTo>
                      <a:pt x="1253" y="766"/>
                    </a:lnTo>
                    <a:lnTo>
                      <a:pt x="717" y="327"/>
                    </a:lnTo>
                    <a:lnTo>
                      <a:pt x="0" y="0"/>
                    </a:lnTo>
                    <a:close/>
                  </a:path>
                </a:pathLst>
              </a:custGeom>
              <a:solidFill>
                <a:srgbClr val="000000"/>
              </a:solidFill>
              <a:ln w="9525">
                <a:noFill/>
                <a:round/>
                <a:headEnd/>
                <a:tailEnd/>
              </a:ln>
            </p:spPr>
            <p:txBody>
              <a:bodyPr/>
              <a:lstStyle/>
              <a:p>
                <a:pPr algn="ctr"/>
                <a:endParaRPr lang="pt-BR" sz="2400"/>
              </a:p>
            </p:txBody>
          </p:sp>
          <p:sp>
            <p:nvSpPr>
              <p:cNvPr id="397" name="Freeform 464"/>
              <p:cNvSpPr>
                <a:spLocks/>
              </p:cNvSpPr>
              <p:nvPr/>
            </p:nvSpPr>
            <p:spPr bwMode="auto">
              <a:xfrm>
                <a:off x="1146" y="2681"/>
                <a:ext cx="94" cy="24"/>
              </a:xfrm>
              <a:custGeom>
                <a:avLst/>
                <a:gdLst>
                  <a:gd name="T0" fmla="*/ 0 w 938"/>
                  <a:gd name="T1" fmla="*/ 0 h 245"/>
                  <a:gd name="T2" fmla="*/ 0 w 938"/>
                  <a:gd name="T3" fmla="*/ 0 h 245"/>
                  <a:gd name="T4" fmla="*/ 0 w 938"/>
                  <a:gd name="T5" fmla="*/ 0 h 245"/>
                  <a:gd name="T6" fmla="*/ 0 w 938"/>
                  <a:gd name="T7" fmla="*/ 0 h 245"/>
                  <a:gd name="T8" fmla="*/ 0 60000 65536"/>
                  <a:gd name="T9" fmla="*/ 0 60000 65536"/>
                  <a:gd name="T10" fmla="*/ 0 60000 65536"/>
                  <a:gd name="T11" fmla="*/ 0 60000 65536"/>
                  <a:gd name="T12" fmla="*/ 0 w 938"/>
                  <a:gd name="T13" fmla="*/ 0 h 245"/>
                  <a:gd name="T14" fmla="*/ 938 w 938"/>
                  <a:gd name="T15" fmla="*/ 245 h 245"/>
                </a:gdLst>
                <a:ahLst/>
                <a:cxnLst>
                  <a:cxn ang="T8">
                    <a:pos x="T0" y="T1"/>
                  </a:cxn>
                  <a:cxn ang="T9">
                    <a:pos x="T2" y="T3"/>
                  </a:cxn>
                  <a:cxn ang="T10">
                    <a:pos x="T4" y="T5"/>
                  </a:cxn>
                  <a:cxn ang="T11">
                    <a:pos x="T6" y="T7"/>
                  </a:cxn>
                </a:cxnLst>
                <a:rect l="T12" t="T13" r="T14" b="T15"/>
                <a:pathLst>
                  <a:path w="938" h="245">
                    <a:moveTo>
                      <a:pt x="0" y="0"/>
                    </a:moveTo>
                    <a:lnTo>
                      <a:pt x="938" y="245"/>
                    </a:lnTo>
                    <a:lnTo>
                      <a:pt x="873" y="203"/>
                    </a:lnTo>
                    <a:lnTo>
                      <a:pt x="0" y="0"/>
                    </a:lnTo>
                    <a:close/>
                  </a:path>
                </a:pathLst>
              </a:custGeom>
              <a:solidFill>
                <a:srgbClr val="000000"/>
              </a:solidFill>
              <a:ln w="9525">
                <a:noFill/>
                <a:round/>
                <a:headEnd/>
                <a:tailEnd/>
              </a:ln>
            </p:spPr>
            <p:txBody>
              <a:bodyPr/>
              <a:lstStyle/>
              <a:p>
                <a:pPr algn="ctr"/>
                <a:endParaRPr lang="pt-BR" sz="2400"/>
              </a:p>
            </p:txBody>
          </p:sp>
          <p:sp>
            <p:nvSpPr>
              <p:cNvPr id="398" name="Freeform 465"/>
              <p:cNvSpPr>
                <a:spLocks/>
              </p:cNvSpPr>
              <p:nvPr/>
            </p:nvSpPr>
            <p:spPr bwMode="auto">
              <a:xfrm>
                <a:off x="1196" y="2740"/>
                <a:ext cx="160" cy="74"/>
              </a:xfrm>
              <a:custGeom>
                <a:avLst/>
                <a:gdLst>
                  <a:gd name="T0" fmla="*/ 0 w 1603"/>
                  <a:gd name="T1" fmla="*/ 0 h 741"/>
                  <a:gd name="T2" fmla="*/ 0 w 1603"/>
                  <a:gd name="T3" fmla="*/ 0 h 741"/>
                  <a:gd name="T4" fmla="*/ 0 w 1603"/>
                  <a:gd name="T5" fmla="*/ 0 h 741"/>
                  <a:gd name="T6" fmla="*/ 0 w 1603"/>
                  <a:gd name="T7" fmla="*/ 0 h 741"/>
                  <a:gd name="T8" fmla="*/ 0 w 1603"/>
                  <a:gd name="T9" fmla="*/ 0 h 741"/>
                  <a:gd name="T10" fmla="*/ 0 w 1603"/>
                  <a:gd name="T11" fmla="*/ 0 h 741"/>
                  <a:gd name="T12" fmla="*/ 0 w 1603"/>
                  <a:gd name="T13" fmla="*/ 0 h 741"/>
                  <a:gd name="T14" fmla="*/ 0 60000 65536"/>
                  <a:gd name="T15" fmla="*/ 0 60000 65536"/>
                  <a:gd name="T16" fmla="*/ 0 60000 65536"/>
                  <a:gd name="T17" fmla="*/ 0 60000 65536"/>
                  <a:gd name="T18" fmla="*/ 0 60000 65536"/>
                  <a:gd name="T19" fmla="*/ 0 60000 65536"/>
                  <a:gd name="T20" fmla="*/ 0 60000 65536"/>
                  <a:gd name="T21" fmla="*/ 0 w 1603"/>
                  <a:gd name="T22" fmla="*/ 0 h 741"/>
                  <a:gd name="T23" fmla="*/ 1603 w 1603"/>
                  <a:gd name="T24" fmla="*/ 741 h 7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03" h="741">
                    <a:moveTo>
                      <a:pt x="0" y="512"/>
                    </a:moveTo>
                    <a:lnTo>
                      <a:pt x="0" y="741"/>
                    </a:lnTo>
                    <a:lnTo>
                      <a:pt x="1538" y="741"/>
                    </a:lnTo>
                    <a:lnTo>
                      <a:pt x="1603" y="678"/>
                    </a:lnTo>
                    <a:lnTo>
                      <a:pt x="1603" y="512"/>
                    </a:lnTo>
                    <a:lnTo>
                      <a:pt x="1336" y="0"/>
                    </a:lnTo>
                    <a:lnTo>
                      <a:pt x="871" y="0"/>
                    </a:lnTo>
                  </a:path>
                </a:pathLst>
              </a:custGeom>
              <a:noFill/>
              <a:ln w="0">
                <a:solidFill>
                  <a:srgbClr val="000000"/>
                </a:solidFill>
                <a:round/>
                <a:headEnd/>
                <a:tailEnd/>
              </a:ln>
            </p:spPr>
            <p:txBody>
              <a:bodyPr/>
              <a:lstStyle/>
              <a:p>
                <a:pPr algn="ctr"/>
                <a:endParaRPr lang="pt-BR" sz="2400"/>
              </a:p>
            </p:txBody>
          </p:sp>
          <p:sp>
            <p:nvSpPr>
              <p:cNvPr id="399" name="Freeform 466"/>
              <p:cNvSpPr>
                <a:spLocks/>
              </p:cNvSpPr>
              <p:nvPr/>
            </p:nvSpPr>
            <p:spPr bwMode="auto">
              <a:xfrm>
                <a:off x="1349" y="2791"/>
                <a:ext cx="7" cy="23"/>
              </a:xfrm>
              <a:custGeom>
                <a:avLst/>
                <a:gdLst>
                  <a:gd name="T0" fmla="*/ 0 w 73"/>
                  <a:gd name="T1" fmla="*/ 0 h 229"/>
                  <a:gd name="T2" fmla="*/ 0 w 73"/>
                  <a:gd name="T3" fmla="*/ 0 h 229"/>
                  <a:gd name="T4" fmla="*/ 0 w 73"/>
                  <a:gd name="T5" fmla="*/ 0 h 229"/>
                  <a:gd name="T6" fmla="*/ 0 w 73"/>
                  <a:gd name="T7" fmla="*/ 0 h 229"/>
                  <a:gd name="T8" fmla="*/ 0 w 73"/>
                  <a:gd name="T9" fmla="*/ 0 h 229"/>
                  <a:gd name="T10" fmla="*/ 0 60000 65536"/>
                  <a:gd name="T11" fmla="*/ 0 60000 65536"/>
                  <a:gd name="T12" fmla="*/ 0 60000 65536"/>
                  <a:gd name="T13" fmla="*/ 0 60000 65536"/>
                  <a:gd name="T14" fmla="*/ 0 60000 65536"/>
                  <a:gd name="T15" fmla="*/ 0 w 73"/>
                  <a:gd name="T16" fmla="*/ 0 h 229"/>
                  <a:gd name="T17" fmla="*/ 73 w 73"/>
                  <a:gd name="T18" fmla="*/ 229 h 229"/>
                </a:gdLst>
                <a:ahLst/>
                <a:cxnLst>
                  <a:cxn ang="T10">
                    <a:pos x="T0" y="T1"/>
                  </a:cxn>
                  <a:cxn ang="T11">
                    <a:pos x="T2" y="T3"/>
                  </a:cxn>
                  <a:cxn ang="T12">
                    <a:pos x="T4" y="T5"/>
                  </a:cxn>
                  <a:cxn ang="T13">
                    <a:pos x="T6" y="T7"/>
                  </a:cxn>
                  <a:cxn ang="T14">
                    <a:pos x="T8" y="T9"/>
                  </a:cxn>
                </a:cxnLst>
                <a:rect l="T15" t="T16" r="T17" b="T18"/>
                <a:pathLst>
                  <a:path w="73" h="229">
                    <a:moveTo>
                      <a:pt x="0" y="229"/>
                    </a:moveTo>
                    <a:lnTo>
                      <a:pt x="0" y="45"/>
                    </a:lnTo>
                    <a:lnTo>
                      <a:pt x="73" y="0"/>
                    </a:lnTo>
                    <a:lnTo>
                      <a:pt x="73" y="166"/>
                    </a:lnTo>
                    <a:lnTo>
                      <a:pt x="0" y="229"/>
                    </a:lnTo>
                    <a:close/>
                  </a:path>
                </a:pathLst>
              </a:custGeom>
              <a:solidFill>
                <a:srgbClr val="000000"/>
              </a:solidFill>
              <a:ln w="9525">
                <a:noFill/>
                <a:round/>
                <a:headEnd/>
                <a:tailEnd/>
              </a:ln>
            </p:spPr>
            <p:txBody>
              <a:bodyPr/>
              <a:lstStyle/>
              <a:p>
                <a:pPr algn="ctr"/>
                <a:endParaRPr lang="pt-BR" sz="2400"/>
              </a:p>
            </p:txBody>
          </p:sp>
          <p:sp>
            <p:nvSpPr>
              <p:cNvPr id="400" name="Line 467"/>
              <p:cNvSpPr>
                <a:spLocks noChangeShapeType="1"/>
              </p:cNvSpPr>
              <p:nvPr/>
            </p:nvSpPr>
            <p:spPr bwMode="auto">
              <a:xfrm flipH="1">
                <a:off x="1304" y="2796"/>
                <a:ext cx="45" cy="1"/>
              </a:xfrm>
              <a:prstGeom prst="line">
                <a:avLst/>
              </a:prstGeom>
              <a:noFill/>
              <a:ln w="0">
                <a:solidFill>
                  <a:srgbClr val="000000"/>
                </a:solidFill>
                <a:round/>
                <a:headEnd/>
                <a:tailEnd/>
              </a:ln>
            </p:spPr>
            <p:txBody>
              <a:bodyPr/>
              <a:lstStyle/>
              <a:p>
                <a:endParaRPr lang="pt-BR" sz="2400"/>
              </a:p>
            </p:txBody>
          </p:sp>
          <p:sp>
            <p:nvSpPr>
              <p:cNvPr id="401" name="Freeform 468"/>
              <p:cNvSpPr>
                <a:spLocks/>
              </p:cNvSpPr>
              <p:nvPr/>
            </p:nvSpPr>
            <p:spPr bwMode="auto">
              <a:xfrm>
                <a:off x="1302" y="2781"/>
                <a:ext cx="37" cy="7"/>
              </a:xfrm>
              <a:custGeom>
                <a:avLst/>
                <a:gdLst>
                  <a:gd name="T0" fmla="*/ 0 w 363"/>
                  <a:gd name="T1" fmla="*/ 0 h 66"/>
                  <a:gd name="T2" fmla="*/ 0 w 363"/>
                  <a:gd name="T3" fmla="*/ 0 h 66"/>
                  <a:gd name="T4" fmla="*/ 0 w 363"/>
                  <a:gd name="T5" fmla="*/ 0 h 66"/>
                  <a:gd name="T6" fmla="*/ 0 w 363"/>
                  <a:gd name="T7" fmla="*/ 0 h 66"/>
                  <a:gd name="T8" fmla="*/ 0 w 363"/>
                  <a:gd name="T9" fmla="*/ 0 h 66"/>
                  <a:gd name="T10" fmla="*/ 0 60000 65536"/>
                  <a:gd name="T11" fmla="*/ 0 60000 65536"/>
                  <a:gd name="T12" fmla="*/ 0 60000 65536"/>
                  <a:gd name="T13" fmla="*/ 0 60000 65536"/>
                  <a:gd name="T14" fmla="*/ 0 60000 65536"/>
                  <a:gd name="T15" fmla="*/ 0 w 363"/>
                  <a:gd name="T16" fmla="*/ 0 h 66"/>
                  <a:gd name="T17" fmla="*/ 363 w 363"/>
                  <a:gd name="T18" fmla="*/ 66 h 66"/>
                </a:gdLst>
                <a:ahLst/>
                <a:cxnLst>
                  <a:cxn ang="T10">
                    <a:pos x="T0" y="T1"/>
                  </a:cxn>
                  <a:cxn ang="T11">
                    <a:pos x="T2" y="T3"/>
                  </a:cxn>
                  <a:cxn ang="T12">
                    <a:pos x="T4" y="T5"/>
                  </a:cxn>
                  <a:cxn ang="T13">
                    <a:pos x="T6" y="T7"/>
                  </a:cxn>
                  <a:cxn ang="T14">
                    <a:pos x="T8" y="T9"/>
                  </a:cxn>
                </a:cxnLst>
                <a:rect l="T15" t="T16" r="T17" b="T18"/>
                <a:pathLst>
                  <a:path w="363" h="66">
                    <a:moveTo>
                      <a:pt x="8" y="66"/>
                    </a:moveTo>
                    <a:lnTo>
                      <a:pt x="363" y="66"/>
                    </a:lnTo>
                    <a:lnTo>
                      <a:pt x="363" y="0"/>
                    </a:lnTo>
                    <a:lnTo>
                      <a:pt x="0" y="0"/>
                    </a:lnTo>
                    <a:lnTo>
                      <a:pt x="8" y="66"/>
                    </a:lnTo>
                    <a:close/>
                  </a:path>
                </a:pathLst>
              </a:custGeom>
              <a:solidFill>
                <a:srgbClr val="000000"/>
              </a:solidFill>
              <a:ln w="9525">
                <a:noFill/>
                <a:round/>
                <a:headEnd/>
                <a:tailEnd/>
              </a:ln>
            </p:spPr>
            <p:txBody>
              <a:bodyPr/>
              <a:lstStyle/>
              <a:p>
                <a:pPr algn="ctr"/>
                <a:endParaRPr lang="pt-BR" sz="2400"/>
              </a:p>
            </p:txBody>
          </p:sp>
          <p:sp>
            <p:nvSpPr>
              <p:cNvPr id="402" name="Freeform 469"/>
              <p:cNvSpPr>
                <a:spLocks/>
              </p:cNvSpPr>
              <p:nvPr/>
            </p:nvSpPr>
            <p:spPr bwMode="auto">
              <a:xfrm>
                <a:off x="1292" y="2747"/>
                <a:ext cx="47" cy="34"/>
              </a:xfrm>
              <a:custGeom>
                <a:avLst/>
                <a:gdLst>
                  <a:gd name="T0" fmla="*/ 0 w 462"/>
                  <a:gd name="T1" fmla="*/ 0 h 346"/>
                  <a:gd name="T2" fmla="*/ 0 w 462"/>
                  <a:gd name="T3" fmla="*/ 0 h 346"/>
                  <a:gd name="T4" fmla="*/ 0 w 462"/>
                  <a:gd name="T5" fmla="*/ 0 h 346"/>
                  <a:gd name="T6" fmla="*/ 0 60000 65536"/>
                  <a:gd name="T7" fmla="*/ 0 60000 65536"/>
                  <a:gd name="T8" fmla="*/ 0 60000 65536"/>
                  <a:gd name="T9" fmla="*/ 0 w 462"/>
                  <a:gd name="T10" fmla="*/ 0 h 346"/>
                  <a:gd name="T11" fmla="*/ 462 w 462"/>
                  <a:gd name="T12" fmla="*/ 346 h 346"/>
                </a:gdLst>
                <a:ahLst/>
                <a:cxnLst>
                  <a:cxn ang="T6">
                    <a:pos x="T0" y="T1"/>
                  </a:cxn>
                  <a:cxn ang="T7">
                    <a:pos x="T2" y="T3"/>
                  </a:cxn>
                  <a:cxn ang="T8">
                    <a:pos x="T4" y="T5"/>
                  </a:cxn>
                </a:cxnLst>
                <a:rect l="T9" t="T10" r="T11" b="T12"/>
                <a:pathLst>
                  <a:path w="462" h="346">
                    <a:moveTo>
                      <a:pt x="462" y="346"/>
                    </a:moveTo>
                    <a:lnTo>
                      <a:pt x="298" y="0"/>
                    </a:lnTo>
                    <a:lnTo>
                      <a:pt x="0" y="0"/>
                    </a:lnTo>
                  </a:path>
                </a:pathLst>
              </a:custGeom>
              <a:noFill/>
              <a:ln w="0">
                <a:solidFill>
                  <a:srgbClr val="000000"/>
                </a:solidFill>
                <a:round/>
                <a:headEnd/>
                <a:tailEnd/>
              </a:ln>
            </p:spPr>
            <p:txBody>
              <a:bodyPr/>
              <a:lstStyle/>
              <a:p>
                <a:pPr algn="ctr"/>
                <a:endParaRPr lang="pt-BR" sz="2400"/>
              </a:p>
            </p:txBody>
          </p:sp>
          <p:sp>
            <p:nvSpPr>
              <p:cNvPr id="403" name="Freeform 470"/>
              <p:cNvSpPr>
                <a:spLocks/>
              </p:cNvSpPr>
              <p:nvPr/>
            </p:nvSpPr>
            <p:spPr bwMode="auto">
              <a:xfrm>
                <a:off x="250" y="2698"/>
                <a:ext cx="615" cy="226"/>
              </a:xfrm>
              <a:custGeom>
                <a:avLst/>
                <a:gdLst>
                  <a:gd name="T0" fmla="*/ 0 w 6153"/>
                  <a:gd name="T1" fmla="*/ 0 h 2259"/>
                  <a:gd name="T2" fmla="*/ 0 w 6153"/>
                  <a:gd name="T3" fmla="*/ 0 h 2259"/>
                  <a:gd name="T4" fmla="*/ 0 w 6153"/>
                  <a:gd name="T5" fmla="*/ 0 h 2259"/>
                  <a:gd name="T6" fmla="*/ 0 w 6153"/>
                  <a:gd name="T7" fmla="*/ 0 h 2259"/>
                  <a:gd name="T8" fmla="*/ 0 w 6153"/>
                  <a:gd name="T9" fmla="*/ 0 h 2259"/>
                  <a:gd name="T10" fmla="*/ 0 w 6153"/>
                  <a:gd name="T11" fmla="*/ 0 h 2259"/>
                  <a:gd name="T12" fmla="*/ 0 w 6153"/>
                  <a:gd name="T13" fmla="*/ 0 h 2259"/>
                  <a:gd name="T14" fmla="*/ 0 w 6153"/>
                  <a:gd name="T15" fmla="*/ 0 h 2259"/>
                  <a:gd name="T16" fmla="*/ 0 w 6153"/>
                  <a:gd name="T17" fmla="*/ 0 h 2259"/>
                  <a:gd name="T18" fmla="*/ 0 w 6153"/>
                  <a:gd name="T19" fmla="*/ 0 h 2259"/>
                  <a:gd name="T20" fmla="*/ 0 w 6153"/>
                  <a:gd name="T21" fmla="*/ 0 h 2259"/>
                  <a:gd name="T22" fmla="*/ 0 w 6153"/>
                  <a:gd name="T23" fmla="*/ 0 h 2259"/>
                  <a:gd name="T24" fmla="*/ 0 w 6153"/>
                  <a:gd name="T25" fmla="*/ 0 h 2259"/>
                  <a:gd name="T26" fmla="*/ 0 w 6153"/>
                  <a:gd name="T27" fmla="*/ 0 h 2259"/>
                  <a:gd name="T28" fmla="*/ 0 w 6153"/>
                  <a:gd name="T29" fmla="*/ 0 h 2259"/>
                  <a:gd name="T30" fmla="*/ 0 w 6153"/>
                  <a:gd name="T31" fmla="*/ 0 h 22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153"/>
                  <a:gd name="T49" fmla="*/ 0 h 2259"/>
                  <a:gd name="T50" fmla="*/ 6153 w 6153"/>
                  <a:gd name="T51" fmla="*/ 2259 h 22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153" h="2259">
                    <a:moveTo>
                      <a:pt x="6153" y="2259"/>
                    </a:moveTo>
                    <a:lnTo>
                      <a:pt x="5503" y="1015"/>
                    </a:lnTo>
                    <a:lnTo>
                      <a:pt x="3916" y="519"/>
                    </a:lnTo>
                    <a:lnTo>
                      <a:pt x="3265" y="519"/>
                    </a:lnTo>
                    <a:lnTo>
                      <a:pt x="2644" y="256"/>
                    </a:lnTo>
                    <a:lnTo>
                      <a:pt x="2488" y="0"/>
                    </a:lnTo>
                    <a:lnTo>
                      <a:pt x="2520" y="384"/>
                    </a:lnTo>
                    <a:lnTo>
                      <a:pt x="2276" y="613"/>
                    </a:lnTo>
                    <a:lnTo>
                      <a:pt x="1753" y="796"/>
                    </a:lnTo>
                    <a:lnTo>
                      <a:pt x="1086" y="1246"/>
                    </a:lnTo>
                    <a:lnTo>
                      <a:pt x="861" y="1246"/>
                    </a:lnTo>
                    <a:lnTo>
                      <a:pt x="240" y="1500"/>
                    </a:lnTo>
                    <a:lnTo>
                      <a:pt x="0" y="1737"/>
                    </a:lnTo>
                    <a:lnTo>
                      <a:pt x="122" y="1969"/>
                    </a:lnTo>
                    <a:lnTo>
                      <a:pt x="122" y="2259"/>
                    </a:lnTo>
                    <a:lnTo>
                      <a:pt x="6153" y="2259"/>
                    </a:lnTo>
                    <a:close/>
                  </a:path>
                </a:pathLst>
              </a:custGeom>
              <a:solidFill>
                <a:srgbClr val="000000"/>
              </a:solidFill>
              <a:ln w="9525">
                <a:noFill/>
                <a:round/>
                <a:headEnd/>
                <a:tailEnd/>
              </a:ln>
            </p:spPr>
            <p:txBody>
              <a:bodyPr/>
              <a:lstStyle/>
              <a:p>
                <a:pPr algn="ctr"/>
                <a:endParaRPr lang="pt-BR" sz="2400"/>
              </a:p>
            </p:txBody>
          </p:sp>
          <p:sp>
            <p:nvSpPr>
              <p:cNvPr id="404" name="Freeform 471"/>
              <p:cNvSpPr>
                <a:spLocks/>
              </p:cNvSpPr>
              <p:nvPr/>
            </p:nvSpPr>
            <p:spPr bwMode="auto">
              <a:xfrm>
                <a:off x="619" y="2445"/>
                <a:ext cx="49" cy="104"/>
              </a:xfrm>
              <a:custGeom>
                <a:avLst/>
                <a:gdLst>
                  <a:gd name="T0" fmla="*/ 0 w 494"/>
                  <a:gd name="T1" fmla="*/ 0 h 1038"/>
                  <a:gd name="T2" fmla="*/ 0 w 494"/>
                  <a:gd name="T3" fmla="*/ 0 h 1038"/>
                  <a:gd name="T4" fmla="*/ 0 w 494"/>
                  <a:gd name="T5" fmla="*/ 0 h 1038"/>
                  <a:gd name="T6" fmla="*/ 0 w 494"/>
                  <a:gd name="T7" fmla="*/ 0 h 1038"/>
                  <a:gd name="T8" fmla="*/ 0 60000 65536"/>
                  <a:gd name="T9" fmla="*/ 0 60000 65536"/>
                  <a:gd name="T10" fmla="*/ 0 60000 65536"/>
                  <a:gd name="T11" fmla="*/ 0 60000 65536"/>
                  <a:gd name="T12" fmla="*/ 0 w 494"/>
                  <a:gd name="T13" fmla="*/ 0 h 1038"/>
                  <a:gd name="T14" fmla="*/ 494 w 494"/>
                  <a:gd name="T15" fmla="*/ 1038 h 1038"/>
                </a:gdLst>
                <a:ahLst/>
                <a:cxnLst>
                  <a:cxn ang="T8">
                    <a:pos x="T0" y="T1"/>
                  </a:cxn>
                  <a:cxn ang="T9">
                    <a:pos x="T2" y="T3"/>
                  </a:cxn>
                  <a:cxn ang="T10">
                    <a:pos x="T4" y="T5"/>
                  </a:cxn>
                  <a:cxn ang="T11">
                    <a:pos x="T6" y="T7"/>
                  </a:cxn>
                </a:cxnLst>
                <a:rect l="T12" t="T13" r="T14" b="T15"/>
                <a:pathLst>
                  <a:path w="494" h="1038">
                    <a:moveTo>
                      <a:pt x="0" y="0"/>
                    </a:moveTo>
                    <a:lnTo>
                      <a:pt x="494" y="1038"/>
                    </a:lnTo>
                    <a:lnTo>
                      <a:pt x="0" y="779"/>
                    </a:lnTo>
                    <a:lnTo>
                      <a:pt x="0" y="0"/>
                    </a:lnTo>
                    <a:close/>
                  </a:path>
                </a:pathLst>
              </a:custGeom>
              <a:solidFill>
                <a:srgbClr val="000000"/>
              </a:solidFill>
              <a:ln w="9525">
                <a:noFill/>
                <a:round/>
                <a:headEnd/>
                <a:tailEnd/>
              </a:ln>
            </p:spPr>
            <p:txBody>
              <a:bodyPr/>
              <a:lstStyle/>
              <a:p>
                <a:pPr algn="ctr"/>
                <a:endParaRPr lang="pt-BR" sz="2400"/>
              </a:p>
            </p:txBody>
          </p:sp>
          <p:sp>
            <p:nvSpPr>
              <p:cNvPr id="405" name="Freeform 472"/>
              <p:cNvSpPr>
                <a:spLocks/>
              </p:cNvSpPr>
              <p:nvPr/>
            </p:nvSpPr>
            <p:spPr bwMode="auto">
              <a:xfrm>
                <a:off x="605" y="2389"/>
                <a:ext cx="86" cy="163"/>
              </a:xfrm>
              <a:custGeom>
                <a:avLst/>
                <a:gdLst>
                  <a:gd name="T0" fmla="*/ 0 w 864"/>
                  <a:gd name="T1" fmla="*/ 0 h 1626"/>
                  <a:gd name="T2" fmla="*/ 0 w 864"/>
                  <a:gd name="T3" fmla="*/ 0 h 1626"/>
                  <a:gd name="T4" fmla="*/ 0 w 864"/>
                  <a:gd name="T5" fmla="*/ 0 h 1626"/>
                  <a:gd name="T6" fmla="*/ 0 w 864"/>
                  <a:gd name="T7" fmla="*/ 0 h 1626"/>
                  <a:gd name="T8" fmla="*/ 0 60000 65536"/>
                  <a:gd name="T9" fmla="*/ 0 60000 65536"/>
                  <a:gd name="T10" fmla="*/ 0 60000 65536"/>
                  <a:gd name="T11" fmla="*/ 0 60000 65536"/>
                  <a:gd name="T12" fmla="*/ 0 w 864"/>
                  <a:gd name="T13" fmla="*/ 0 h 1626"/>
                  <a:gd name="T14" fmla="*/ 864 w 864"/>
                  <a:gd name="T15" fmla="*/ 1626 h 1626"/>
                </a:gdLst>
                <a:ahLst/>
                <a:cxnLst>
                  <a:cxn ang="T8">
                    <a:pos x="T0" y="T1"/>
                  </a:cxn>
                  <a:cxn ang="T9">
                    <a:pos x="T2" y="T3"/>
                  </a:cxn>
                  <a:cxn ang="T10">
                    <a:pos x="T4" y="T5"/>
                  </a:cxn>
                  <a:cxn ang="T11">
                    <a:pos x="T6" y="T7"/>
                  </a:cxn>
                </a:cxnLst>
                <a:rect l="T12" t="T13" r="T14" b="T15"/>
                <a:pathLst>
                  <a:path w="864" h="1626">
                    <a:moveTo>
                      <a:pt x="635" y="1593"/>
                    </a:moveTo>
                    <a:lnTo>
                      <a:pt x="0" y="254"/>
                    </a:lnTo>
                    <a:lnTo>
                      <a:pt x="0" y="0"/>
                    </a:lnTo>
                    <a:lnTo>
                      <a:pt x="864" y="1626"/>
                    </a:lnTo>
                  </a:path>
                </a:pathLst>
              </a:custGeom>
              <a:noFill/>
              <a:ln w="0">
                <a:solidFill>
                  <a:srgbClr val="000000"/>
                </a:solidFill>
                <a:round/>
                <a:headEnd/>
                <a:tailEnd/>
              </a:ln>
            </p:spPr>
            <p:txBody>
              <a:bodyPr/>
              <a:lstStyle/>
              <a:p>
                <a:pPr algn="ctr"/>
                <a:endParaRPr lang="pt-BR" sz="2400"/>
              </a:p>
            </p:txBody>
          </p:sp>
          <p:sp>
            <p:nvSpPr>
              <p:cNvPr id="406" name="Line 473"/>
              <p:cNvSpPr>
                <a:spLocks noChangeShapeType="1"/>
              </p:cNvSpPr>
              <p:nvPr/>
            </p:nvSpPr>
            <p:spPr bwMode="auto">
              <a:xfrm>
                <a:off x="833" y="2813"/>
                <a:ext cx="60" cy="111"/>
              </a:xfrm>
              <a:prstGeom prst="line">
                <a:avLst/>
              </a:prstGeom>
              <a:noFill/>
              <a:ln w="0">
                <a:solidFill>
                  <a:srgbClr val="000000"/>
                </a:solidFill>
                <a:round/>
                <a:headEnd/>
                <a:tailEnd/>
              </a:ln>
            </p:spPr>
            <p:txBody>
              <a:bodyPr/>
              <a:lstStyle/>
              <a:p>
                <a:endParaRPr lang="pt-BR" sz="2400"/>
              </a:p>
            </p:txBody>
          </p:sp>
          <p:sp>
            <p:nvSpPr>
              <p:cNvPr id="407" name="Line 474"/>
              <p:cNvSpPr>
                <a:spLocks noChangeShapeType="1"/>
              </p:cNvSpPr>
              <p:nvPr/>
            </p:nvSpPr>
            <p:spPr bwMode="auto">
              <a:xfrm>
                <a:off x="606" y="2389"/>
                <a:ext cx="175" cy="1"/>
              </a:xfrm>
              <a:prstGeom prst="line">
                <a:avLst/>
              </a:prstGeom>
              <a:noFill/>
              <a:ln w="0">
                <a:solidFill>
                  <a:srgbClr val="000000"/>
                </a:solidFill>
                <a:round/>
                <a:headEnd/>
                <a:tailEnd/>
              </a:ln>
            </p:spPr>
            <p:txBody>
              <a:bodyPr/>
              <a:lstStyle/>
              <a:p>
                <a:endParaRPr lang="pt-BR" sz="2400"/>
              </a:p>
            </p:txBody>
          </p:sp>
          <p:sp>
            <p:nvSpPr>
              <p:cNvPr id="408" name="Freeform 475"/>
              <p:cNvSpPr>
                <a:spLocks/>
              </p:cNvSpPr>
              <p:nvPr/>
            </p:nvSpPr>
            <p:spPr bwMode="auto">
              <a:xfrm>
                <a:off x="747" y="2518"/>
                <a:ext cx="128" cy="39"/>
              </a:xfrm>
              <a:custGeom>
                <a:avLst/>
                <a:gdLst>
                  <a:gd name="T0" fmla="*/ 0 w 1280"/>
                  <a:gd name="T1" fmla="*/ 0 h 393"/>
                  <a:gd name="T2" fmla="*/ 0 w 1280"/>
                  <a:gd name="T3" fmla="*/ 0 h 393"/>
                  <a:gd name="T4" fmla="*/ 0 w 1280"/>
                  <a:gd name="T5" fmla="*/ 0 h 393"/>
                  <a:gd name="T6" fmla="*/ 0 w 1280"/>
                  <a:gd name="T7" fmla="*/ 0 h 393"/>
                  <a:gd name="T8" fmla="*/ 0 60000 65536"/>
                  <a:gd name="T9" fmla="*/ 0 60000 65536"/>
                  <a:gd name="T10" fmla="*/ 0 60000 65536"/>
                  <a:gd name="T11" fmla="*/ 0 60000 65536"/>
                  <a:gd name="T12" fmla="*/ 0 w 1280"/>
                  <a:gd name="T13" fmla="*/ 0 h 393"/>
                  <a:gd name="T14" fmla="*/ 1280 w 1280"/>
                  <a:gd name="T15" fmla="*/ 393 h 393"/>
                </a:gdLst>
                <a:ahLst/>
                <a:cxnLst>
                  <a:cxn ang="T8">
                    <a:pos x="T0" y="T1"/>
                  </a:cxn>
                  <a:cxn ang="T9">
                    <a:pos x="T2" y="T3"/>
                  </a:cxn>
                  <a:cxn ang="T10">
                    <a:pos x="T4" y="T5"/>
                  </a:cxn>
                  <a:cxn ang="T11">
                    <a:pos x="T6" y="T7"/>
                  </a:cxn>
                </a:cxnLst>
                <a:rect l="T12" t="T13" r="T14" b="T15"/>
                <a:pathLst>
                  <a:path w="1280" h="393">
                    <a:moveTo>
                      <a:pt x="1280" y="393"/>
                    </a:moveTo>
                    <a:lnTo>
                      <a:pt x="0" y="0"/>
                    </a:lnTo>
                    <a:lnTo>
                      <a:pt x="0" y="54"/>
                    </a:lnTo>
                    <a:lnTo>
                      <a:pt x="1042" y="393"/>
                    </a:lnTo>
                  </a:path>
                </a:pathLst>
              </a:custGeom>
              <a:noFill/>
              <a:ln w="0">
                <a:solidFill>
                  <a:srgbClr val="000000"/>
                </a:solidFill>
                <a:round/>
                <a:headEnd/>
                <a:tailEnd/>
              </a:ln>
            </p:spPr>
            <p:txBody>
              <a:bodyPr/>
              <a:lstStyle/>
              <a:p>
                <a:pPr algn="ctr"/>
                <a:endParaRPr lang="pt-BR" sz="2400"/>
              </a:p>
            </p:txBody>
          </p:sp>
          <p:sp>
            <p:nvSpPr>
              <p:cNvPr id="409" name="Freeform 476"/>
              <p:cNvSpPr>
                <a:spLocks/>
              </p:cNvSpPr>
              <p:nvPr/>
            </p:nvSpPr>
            <p:spPr bwMode="auto">
              <a:xfrm>
                <a:off x="932" y="2564"/>
                <a:ext cx="493" cy="123"/>
              </a:xfrm>
              <a:custGeom>
                <a:avLst/>
                <a:gdLst>
                  <a:gd name="T0" fmla="*/ 0 w 4924"/>
                  <a:gd name="T1" fmla="*/ 0 h 1225"/>
                  <a:gd name="T2" fmla="*/ 0 w 4924"/>
                  <a:gd name="T3" fmla="*/ 0 h 1225"/>
                  <a:gd name="T4" fmla="*/ 0 w 4924"/>
                  <a:gd name="T5" fmla="*/ 0 h 1225"/>
                  <a:gd name="T6" fmla="*/ 0 w 4924"/>
                  <a:gd name="T7" fmla="*/ 0 h 1225"/>
                  <a:gd name="T8" fmla="*/ 0 w 4924"/>
                  <a:gd name="T9" fmla="*/ 0 h 1225"/>
                  <a:gd name="T10" fmla="*/ 0 w 4924"/>
                  <a:gd name="T11" fmla="*/ 0 h 1225"/>
                  <a:gd name="T12" fmla="*/ 0 60000 65536"/>
                  <a:gd name="T13" fmla="*/ 0 60000 65536"/>
                  <a:gd name="T14" fmla="*/ 0 60000 65536"/>
                  <a:gd name="T15" fmla="*/ 0 60000 65536"/>
                  <a:gd name="T16" fmla="*/ 0 60000 65536"/>
                  <a:gd name="T17" fmla="*/ 0 60000 65536"/>
                  <a:gd name="T18" fmla="*/ 0 w 4924"/>
                  <a:gd name="T19" fmla="*/ 0 h 1225"/>
                  <a:gd name="T20" fmla="*/ 4924 w 4924"/>
                  <a:gd name="T21" fmla="*/ 1225 h 1225"/>
                </a:gdLst>
                <a:ahLst/>
                <a:cxnLst>
                  <a:cxn ang="T12">
                    <a:pos x="T0" y="T1"/>
                  </a:cxn>
                  <a:cxn ang="T13">
                    <a:pos x="T2" y="T3"/>
                  </a:cxn>
                  <a:cxn ang="T14">
                    <a:pos x="T4" y="T5"/>
                  </a:cxn>
                  <a:cxn ang="T15">
                    <a:pos x="T6" y="T7"/>
                  </a:cxn>
                  <a:cxn ang="T16">
                    <a:pos x="T8" y="T9"/>
                  </a:cxn>
                  <a:cxn ang="T17">
                    <a:pos x="T10" y="T11"/>
                  </a:cxn>
                </a:cxnLst>
                <a:rect l="T18" t="T19" r="T20" b="T21"/>
                <a:pathLst>
                  <a:path w="4924" h="1225">
                    <a:moveTo>
                      <a:pt x="0" y="107"/>
                    </a:moveTo>
                    <a:lnTo>
                      <a:pt x="3220" y="1103"/>
                    </a:lnTo>
                    <a:lnTo>
                      <a:pt x="4924" y="0"/>
                    </a:lnTo>
                    <a:lnTo>
                      <a:pt x="4924" y="89"/>
                    </a:lnTo>
                    <a:lnTo>
                      <a:pt x="3211" y="1225"/>
                    </a:lnTo>
                    <a:lnTo>
                      <a:pt x="68" y="210"/>
                    </a:lnTo>
                  </a:path>
                </a:pathLst>
              </a:custGeom>
              <a:noFill/>
              <a:ln w="0">
                <a:solidFill>
                  <a:srgbClr val="000000"/>
                </a:solidFill>
                <a:round/>
                <a:headEnd/>
                <a:tailEnd/>
              </a:ln>
            </p:spPr>
            <p:txBody>
              <a:bodyPr/>
              <a:lstStyle/>
              <a:p>
                <a:pPr algn="ctr"/>
                <a:endParaRPr lang="pt-BR" sz="2400"/>
              </a:p>
            </p:txBody>
          </p:sp>
          <p:sp>
            <p:nvSpPr>
              <p:cNvPr id="410" name="Line 477"/>
              <p:cNvSpPr>
                <a:spLocks noChangeShapeType="1"/>
              </p:cNvSpPr>
              <p:nvPr/>
            </p:nvSpPr>
            <p:spPr bwMode="auto">
              <a:xfrm flipV="1">
                <a:off x="1253" y="2676"/>
                <a:ext cx="1" cy="10"/>
              </a:xfrm>
              <a:prstGeom prst="line">
                <a:avLst/>
              </a:prstGeom>
              <a:noFill/>
              <a:ln w="0">
                <a:solidFill>
                  <a:srgbClr val="000000"/>
                </a:solidFill>
                <a:round/>
                <a:headEnd/>
                <a:tailEnd/>
              </a:ln>
            </p:spPr>
            <p:txBody>
              <a:bodyPr/>
              <a:lstStyle/>
              <a:p>
                <a:endParaRPr lang="pt-BR" sz="2400"/>
              </a:p>
            </p:txBody>
          </p:sp>
          <p:sp>
            <p:nvSpPr>
              <p:cNvPr id="411" name="Freeform 478"/>
              <p:cNvSpPr>
                <a:spLocks/>
              </p:cNvSpPr>
              <p:nvPr/>
            </p:nvSpPr>
            <p:spPr bwMode="auto">
              <a:xfrm>
                <a:off x="747" y="2433"/>
                <a:ext cx="678" cy="131"/>
              </a:xfrm>
              <a:custGeom>
                <a:avLst/>
                <a:gdLst>
                  <a:gd name="T0" fmla="*/ 0 w 6777"/>
                  <a:gd name="T1" fmla="*/ 0 h 1317"/>
                  <a:gd name="T2" fmla="*/ 0 w 6777"/>
                  <a:gd name="T3" fmla="*/ 0 h 1317"/>
                  <a:gd name="T4" fmla="*/ 0 w 6777"/>
                  <a:gd name="T5" fmla="*/ 0 h 1317"/>
                  <a:gd name="T6" fmla="*/ 0 60000 65536"/>
                  <a:gd name="T7" fmla="*/ 0 60000 65536"/>
                  <a:gd name="T8" fmla="*/ 0 60000 65536"/>
                  <a:gd name="T9" fmla="*/ 0 w 6777"/>
                  <a:gd name="T10" fmla="*/ 0 h 1317"/>
                  <a:gd name="T11" fmla="*/ 6777 w 6777"/>
                  <a:gd name="T12" fmla="*/ 1317 h 1317"/>
                </a:gdLst>
                <a:ahLst/>
                <a:cxnLst>
                  <a:cxn ang="T6">
                    <a:pos x="T0" y="T1"/>
                  </a:cxn>
                  <a:cxn ang="T7">
                    <a:pos x="T2" y="T3"/>
                  </a:cxn>
                  <a:cxn ang="T8">
                    <a:pos x="T4" y="T5"/>
                  </a:cxn>
                </a:cxnLst>
                <a:rect l="T9" t="T10" r="T11" b="T12"/>
                <a:pathLst>
                  <a:path w="6777" h="1317">
                    <a:moveTo>
                      <a:pt x="0" y="851"/>
                    </a:moveTo>
                    <a:lnTo>
                      <a:pt x="1699" y="0"/>
                    </a:lnTo>
                    <a:lnTo>
                      <a:pt x="6777" y="1317"/>
                    </a:lnTo>
                  </a:path>
                </a:pathLst>
              </a:custGeom>
              <a:noFill/>
              <a:ln w="0">
                <a:solidFill>
                  <a:srgbClr val="000000"/>
                </a:solidFill>
                <a:round/>
                <a:headEnd/>
                <a:tailEnd/>
              </a:ln>
            </p:spPr>
            <p:txBody>
              <a:bodyPr/>
              <a:lstStyle/>
              <a:p>
                <a:pPr algn="ctr"/>
                <a:endParaRPr lang="pt-BR" sz="2400"/>
              </a:p>
            </p:txBody>
          </p:sp>
          <p:sp>
            <p:nvSpPr>
              <p:cNvPr id="412" name="Freeform 479"/>
              <p:cNvSpPr>
                <a:spLocks/>
              </p:cNvSpPr>
              <p:nvPr/>
            </p:nvSpPr>
            <p:spPr bwMode="auto">
              <a:xfrm>
                <a:off x="1253" y="2595"/>
                <a:ext cx="181" cy="92"/>
              </a:xfrm>
              <a:custGeom>
                <a:avLst/>
                <a:gdLst>
                  <a:gd name="T0" fmla="*/ 0 w 1808"/>
                  <a:gd name="T1" fmla="*/ 0 h 922"/>
                  <a:gd name="T2" fmla="*/ 0 w 1808"/>
                  <a:gd name="T3" fmla="*/ 0 h 922"/>
                  <a:gd name="T4" fmla="*/ 0 w 1808"/>
                  <a:gd name="T5" fmla="*/ 0 h 922"/>
                  <a:gd name="T6" fmla="*/ 0 w 1808"/>
                  <a:gd name="T7" fmla="*/ 0 h 922"/>
                  <a:gd name="T8" fmla="*/ 0 60000 65536"/>
                  <a:gd name="T9" fmla="*/ 0 60000 65536"/>
                  <a:gd name="T10" fmla="*/ 0 60000 65536"/>
                  <a:gd name="T11" fmla="*/ 0 60000 65536"/>
                  <a:gd name="T12" fmla="*/ 0 w 1808"/>
                  <a:gd name="T13" fmla="*/ 0 h 922"/>
                  <a:gd name="T14" fmla="*/ 1808 w 1808"/>
                  <a:gd name="T15" fmla="*/ 922 h 922"/>
                </a:gdLst>
                <a:ahLst/>
                <a:cxnLst>
                  <a:cxn ang="T8">
                    <a:pos x="T0" y="T1"/>
                  </a:cxn>
                  <a:cxn ang="T9">
                    <a:pos x="T2" y="T3"/>
                  </a:cxn>
                  <a:cxn ang="T10">
                    <a:pos x="T4" y="T5"/>
                  </a:cxn>
                  <a:cxn ang="T11">
                    <a:pos x="T6" y="T7"/>
                  </a:cxn>
                </a:cxnLst>
                <a:rect l="T12" t="T13" r="T14" b="T15"/>
                <a:pathLst>
                  <a:path w="1808" h="922">
                    <a:moveTo>
                      <a:pt x="0" y="922"/>
                    </a:moveTo>
                    <a:lnTo>
                      <a:pt x="1808" y="86"/>
                    </a:lnTo>
                    <a:lnTo>
                      <a:pt x="1394" y="0"/>
                    </a:lnTo>
                    <a:lnTo>
                      <a:pt x="0" y="922"/>
                    </a:lnTo>
                    <a:close/>
                  </a:path>
                </a:pathLst>
              </a:custGeom>
              <a:solidFill>
                <a:srgbClr val="000000"/>
              </a:solidFill>
              <a:ln w="9525">
                <a:noFill/>
                <a:round/>
                <a:headEnd/>
                <a:tailEnd/>
              </a:ln>
            </p:spPr>
            <p:txBody>
              <a:bodyPr/>
              <a:lstStyle/>
              <a:p>
                <a:pPr algn="ctr"/>
                <a:endParaRPr lang="pt-BR" sz="2400"/>
              </a:p>
            </p:txBody>
          </p:sp>
          <p:sp>
            <p:nvSpPr>
              <p:cNvPr id="413" name="Freeform 480"/>
              <p:cNvSpPr>
                <a:spLocks/>
              </p:cNvSpPr>
              <p:nvPr/>
            </p:nvSpPr>
            <p:spPr bwMode="auto">
              <a:xfrm>
                <a:off x="836" y="2468"/>
                <a:ext cx="488" cy="159"/>
              </a:xfrm>
              <a:custGeom>
                <a:avLst/>
                <a:gdLst>
                  <a:gd name="T0" fmla="*/ 0 w 4880"/>
                  <a:gd name="T1" fmla="*/ 0 h 1590"/>
                  <a:gd name="T2" fmla="*/ 0 w 4880"/>
                  <a:gd name="T3" fmla="*/ 0 h 1590"/>
                  <a:gd name="T4" fmla="*/ 0 w 4880"/>
                  <a:gd name="T5" fmla="*/ 0 h 1590"/>
                  <a:gd name="T6" fmla="*/ 0 w 4880"/>
                  <a:gd name="T7" fmla="*/ 0 h 1590"/>
                  <a:gd name="T8" fmla="*/ 0 w 4880"/>
                  <a:gd name="T9" fmla="*/ 0 h 1590"/>
                  <a:gd name="T10" fmla="*/ 0 60000 65536"/>
                  <a:gd name="T11" fmla="*/ 0 60000 65536"/>
                  <a:gd name="T12" fmla="*/ 0 60000 65536"/>
                  <a:gd name="T13" fmla="*/ 0 60000 65536"/>
                  <a:gd name="T14" fmla="*/ 0 60000 65536"/>
                  <a:gd name="T15" fmla="*/ 0 w 4880"/>
                  <a:gd name="T16" fmla="*/ 0 h 1590"/>
                  <a:gd name="T17" fmla="*/ 4880 w 4880"/>
                  <a:gd name="T18" fmla="*/ 1590 h 1590"/>
                </a:gdLst>
                <a:ahLst/>
                <a:cxnLst>
                  <a:cxn ang="T10">
                    <a:pos x="T0" y="T1"/>
                  </a:cxn>
                  <a:cxn ang="T11">
                    <a:pos x="T2" y="T3"/>
                  </a:cxn>
                  <a:cxn ang="T12">
                    <a:pos x="T4" y="T5"/>
                  </a:cxn>
                  <a:cxn ang="T13">
                    <a:pos x="T6" y="T7"/>
                  </a:cxn>
                  <a:cxn ang="T14">
                    <a:pos x="T8" y="T9"/>
                  </a:cxn>
                </a:cxnLst>
                <a:rect l="T15" t="T16" r="T17" b="T18"/>
                <a:pathLst>
                  <a:path w="4880" h="1590">
                    <a:moveTo>
                      <a:pt x="0" y="378"/>
                    </a:moveTo>
                    <a:lnTo>
                      <a:pt x="4089" y="1590"/>
                    </a:lnTo>
                    <a:lnTo>
                      <a:pt x="4880" y="1092"/>
                    </a:lnTo>
                    <a:lnTo>
                      <a:pt x="742" y="0"/>
                    </a:lnTo>
                    <a:lnTo>
                      <a:pt x="0" y="378"/>
                    </a:lnTo>
                    <a:close/>
                  </a:path>
                </a:pathLst>
              </a:custGeom>
              <a:noFill/>
              <a:ln w="0">
                <a:solidFill>
                  <a:srgbClr val="000000"/>
                </a:solidFill>
                <a:round/>
                <a:headEnd/>
                <a:tailEnd/>
              </a:ln>
            </p:spPr>
            <p:txBody>
              <a:bodyPr/>
              <a:lstStyle/>
              <a:p>
                <a:pPr algn="ctr"/>
                <a:endParaRPr lang="pt-BR" sz="2400"/>
              </a:p>
            </p:txBody>
          </p:sp>
          <p:sp>
            <p:nvSpPr>
              <p:cNvPr id="414" name="Freeform 481"/>
              <p:cNvSpPr>
                <a:spLocks/>
              </p:cNvSpPr>
              <p:nvPr/>
            </p:nvSpPr>
            <p:spPr bwMode="auto">
              <a:xfrm>
                <a:off x="846" y="2445"/>
                <a:ext cx="44" cy="12"/>
              </a:xfrm>
              <a:custGeom>
                <a:avLst/>
                <a:gdLst>
                  <a:gd name="T0" fmla="*/ 0 w 447"/>
                  <a:gd name="T1" fmla="*/ 0 h 125"/>
                  <a:gd name="T2" fmla="*/ 0 w 447"/>
                  <a:gd name="T3" fmla="*/ 0 h 125"/>
                  <a:gd name="T4" fmla="*/ 0 w 447"/>
                  <a:gd name="T5" fmla="*/ 0 h 125"/>
                  <a:gd name="T6" fmla="*/ 0 w 447"/>
                  <a:gd name="T7" fmla="*/ 0 h 125"/>
                  <a:gd name="T8" fmla="*/ 0 60000 65536"/>
                  <a:gd name="T9" fmla="*/ 0 60000 65536"/>
                  <a:gd name="T10" fmla="*/ 0 60000 65536"/>
                  <a:gd name="T11" fmla="*/ 0 60000 65536"/>
                  <a:gd name="T12" fmla="*/ 0 w 447"/>
                  <a:gd name="T13" fmla="*/ 0 h 125"/>
                  <a:gd name="T14" fmla="*/ 447 w 447"/>
                  <a:gd name="T15" fmla="*/ 125 h 125"/>
                </a:gdLst>
                <a:ahLst/>
                <a:cxnLst>
                  <a:cxn ang="T8">
                    <a:pos x="T0" y="T1"/>
                  </a:cxn>
                  <a:cxn ang="T9">
                    <a:pos x="T2" y="T3"/>
                  </a:cxn>
                  <a:cxn ang="T10">
                    <a:pos x="T4" y="T5"/>
                  </a:cxn>
                  <a:cxn ang="T11">
                    <a:pos x="T6" y="T7"/>
                  </a:cxn>
                </a:cxnLst>
                <a:rect l="T12" t="T13" r="T14" b="T15"/>
                <a:pathLst>
                  <a:path w="447" h="125">
                    <a:moveTo>
                      <a:pt x="210" y="125"/>
                    </a:moveTo>
                    <a:lnTo>
                      <a:pt x="0" y="125"/>
                    </a:lnTo>
                    <a:lnTo>
                      <a:pt x="0" y="0"/>
                    </a:lnTo>
                    <a:lnTo>
                      <a:pt x="447" y="0"/>
                    </a:lnTo>
                  </a:path>
                </a:pathLst>
              </a:custGeom>
              <a:noFill/>
              <a:ln w="0">
                <a:solidFill>
                  <a:srgbClr val="000000"/>
                </a:solidFill>
                <a:round/>
                <a:headEnd/>
                <a:tailEnd/>
              </a:ln>
            </p:spPr>
            <p:txBody>
              <a:bodyPr/>
              <a:lstStyle/>
              <a:p>
                <a:pPr algn="ctr"/>
                <a:endParaRPr lang="pt-BR" sz="2400"/>
              </a:p>
            </p:txBody>
          </p:sp>
          <p:sp>
            <p:nvSpPr>
              <p:cNvPr id="415" name="Freeform 482"/>
              <p:cNvSpPr>
                <a:spLocks/>
              </p:cNvSpPr>
              <p:nvPr/>
            </p:nvSpPr>
            <p:spPr bwMode="auto">
              <a:xfrm>
                <a:off x="969" y="2445"/>
                <a:ext cx="307" cy="12"/>
              </a:xfrm>
              <a:custGeom>
                <a:avLst/>
                <a:gdLst>
                  <a:gd name="T0" fmla="*/ 0 w 3075"/>
                  <a:gd name="T1" fmla="*/ 0 h 125"/>
                  <a:gd name="T2" fmla="*/ 0 w 3075"/>
                  <a:gd name="T3" fmla="*/ 0 h 125"/>
                  <a:gd name="T4" fmla="*/ 0 w 3075"/>
                  <a:gd name="T5" fmla="*/ 0 h 125"/>
                  <a:gd name="T6" fmla="*/ 0 w 3075"/>
                  <a:gd name="T7" fmla="*/ 0 h 125"/>
                  <a:gd name="T8" fmla="*/ 0 60000 65536"/>
                  <a:gd name="T9" fmla="*/ 0 60000 65536"/>
                  <a:gd name="T10" fmla="*/ 0 60000 65536"/>
                  <a:gd name="T11" fmla="*/ 0 60000 65536"/>
                  <a:gd name="T12" fmla="*/ 0 w 3075"/>
                  <a:gd name="T13" fmla="*/ 0 h 125"/>
                  <a:gd name="T14" fmla="*/ 3075 w 3075"/>
                  <a:gd name="T15" fmla="*/ 125 h 125"/>
                </a:gdLst>
                <a:ahLst/>
                <a:cxnLst>
                  <a:cxn ang="T8">
                    <a:pos x="T0" y="T1"/>
                  </a:cxn>
                  <a:cxn ang="T9">
                    <a:pos x="T2" y="T3"/>
                  </a:cxn>
                  <a:cxn ang="T10">
                    <a:pos x="T4" y="T5"/>
                  </a:cxn>
                  <a:cxn ang="T11">
                    <a:pos x="T6" y="T7"/>
                  </a:cxn>
                </a:cxnLst>
                <a:rect l="T12" t="T13" r="T14" b="T15"/>
                <a:pathLst>
                  <a:path w="3075" h="125">
                    <a:moveTo>
                      <a:pt x="0" y="0"/>
                    </a:moveTo>
                    <a:lnTo>
                      <a:pt x="3075" y="0"/>
                    </a:lnTo>
                    <a:lnTo>
                      <a:pt x="3075" y="125"/>
                    </a:lnTo>
                    <a:lnTo>
                      <a:pt x="459" y="125"/>
                    </a:lnTo>
                  </a:path>
                </a:pathLst>
              </a:custGeom>
              <a:noFill/>
              <a:ln w="0">
                <a:solidFill>
                  <a:srgbClr val="000000"/>
                </a:solidFill>
                <a:round/>
                <a:headEnd/>
                <a:tailEnd/>
              </a:ln>
            </p:spPr>
            <p:txBody>
              <a:bodyPr/>
              <a:lstStyle/>
              <a:p>
                <a:pPr algn="ctr"/>
                <a:endParaRPr lang="pt-BR" sz="2400"/>
              </a:p>
            </p:txBody>
          </p:sp>
          <p:sp>
            <p:nvSpPr>
              <p:cNvPr id="416" name="Line 483"/>
              <p:cNvSpPr>
                <a:spLocks noChangeShapeType="1"/>
              </p:cNvSpPr>
              <p:nvPr/>
            </p:nvSpPr>
            <p:spPr bwMode="auto">
              <a:xfrm flipV="1">
                <a:off x="846" y="2407"/>
                <a:ext cx="81" cy="38"/>
              </a:xfrm>
              <a:prstGeom prst="line">
                <a:avLst/>
              </a:prstGeom>
              <a:noFill/>
              <a:ln w="0">
                <a:solidFill>
                  <a:srgbClr val="000000"/>
                </a:solidFill>
                <a:round/>
                <a:headEnd/>
                <a:tailEnd/>
              </a:ln>
            </p:spPr>
            <p:txBody>
              <a:bodyPr/>
              <a:lstStyle/>
              <a:p>
                <a:endParaRPr lang="pt-BR" sz="2400"/>
              </a:p>
            </p:txBody>
          </p:sp>
          <p:sp>
            <p:nvSpPr>
              <p:cNvPr id="417" name="Line 484"/>
              <p:cNvSpPr>
                <a:spLocks noChangeShapeType="1"/>
              </p:cNvSpPr>
              <p:nvPr/>
            </p:nvSpPr>
            <p:spPr bwMode="auto">
              <a:xfrm flipH="1" flipV="1">
                <a:off x="1202" y="2407"/>
                <a:ext cx="74" cy="38"/>
              </a:xfrm>
              <a:prstGeom prst="line">
                <a:avLst/>
              </a:prstGeom>
              <a:noFill/>
              <a:ln w="0">
                <a:solidFill>
                  <a:srgbClr val="000000"/>
                </a:solidFill>
                <a:round/>
                <a:headEnd/>
                <a:tailEnd/>
              </a:ln>
            </p:spPr>
            <p:txBody>
              <a:bodyPr/>
              <a:lstStyle/>
              <a:p>
                <a:endParaRPr lang="pt-BR" sz="2400"/>
              </a:p>
            </p:txBody>
          </p:sp>
          <p:sp>
            <p:nvSpPr>
              <p:cNvPr id="418" name="Line 485"/>
              <p:cNvSpPr>
                <a:spLocks noChangeShapeType="1"/>
              </p:cNvSpPr>
              <p:nvPr/>
            </p:nvSpPr>
            <p:spPr bwMode="auto">
              <a:xfrm>
                <a:off x="1353" y="2432"/>
                <a:ext cx="140" cy="81"/>
              </a:xfrm>
              <a:prstGeom prst="line">
                <a:avLst/>
              </a:prstGeom>
              <a:noFill/>
              <a:ln w="0">
                <a:solidFill>
                  <a:srgbClr val="000000"/>
                </a:solidFill>
                <a:round/>
                <a:headEnd/>
                <a:tailEnd/>
              </a:ln>
            </p:spPr>
            <p:txBody>
              <a:bodyPr/>
              <a:lstStyle/>
              <a:p>
                <a:endParaRPr lang="pt-BR" sz="2400"/>
              </a:p>
            </p:txBody>
          </p:sp>
          <p:sp>
            <p:nvSpPr>
              <p:cNvPr id="419" name="Freeform 486"/>
              <p:cNvSpPr>
                <a:spLocks/>
              </p:cNvSpPr>
              <p:nvPr/>
            </p:nvSpPr>
            <p:spPr bwMode="auto">
              <a:xfrm>
                <a:off x="1369" y="2531"/>
                <a:ext cx="124" cy="37"/>
              </a:xfrm>
              <a:custGeom>
                <a:avLst/>
                <a:gdLst>
                  <a:gd name="T0" fmla="*/ 0 w 1240"/>
                  <a:gd name="T1" fmla="*/ 0 h 369"/>
                  <a:gd name="T2" fmla="*/ 0 w 1240"/>
                  <a:gd name="T3" fmla="*/ 0 h 369"/>
                  <a:gd name="T4" fmla="*/ 0 w 1240"/>
                  <a:gd name="T5" fmla="*/ 0 h 369"/>
                  <a:gd name="T6" fmla="*/ 0 w 1240"/>
                  <a:gd name="T7" fmla="*/ 0 h 369"/>
                  <a:gd name="T8" fmla="*/ 0 w 1240"/>
                  <a:gd name="T9" fmla="*/ 0 h 369"/>
                  <a:gd name="T10" fmla="*/ 0 w 1240"/>
                  <a:gd name="T11" fmla="*/ 0 h 369"/>
                  <a:gd name="T12" fmla="*/ 0 w 1240"/>
                  <a:gd name="T13" fmla="*/ 0 h 369"/>
                  <a:gd name="T14" fmla="*/ 0 w 1240"/>
                  <a:gd name="T15" fmla="*/ 0 h 369"/>
                  <a:gd name="T16" fmla="*/ 0 w 1240"/>
                  <a:gd name="T17" fmla="*/ 0 h 369"/>
                  <a:gd name="T18" fmla="*/ 0 w 1240"/>
                  <a:gd name="T19" fmla="*/ 0 h 369"/>
                  <a:gd name="T20" fmla="*/ 0 w 1240"/>
                  <a:gd name="T21" fmla="*/ 0 h 369"/>
                  <a:gd name="T22" fmla="*/ 0 w 1240"/>
                  <a:gd name="T23" fmla="*/ 0 h 369"/>
                  <a:gd name="T24" fmla="*/ 0 w 1240"/>
                  <a:gd name="T25" fmla="*/ 0 h 369"/>
                  <a:gd name="T26" fmla="*/ 0 w 1240"/>
                  <a:gd name="T27" fmla="*/ 0 h 369"/>
                  <a:gd name="T28" fmla="*/ 0 w 1240"/>
                  <a:gd name="T29" fmla="*/ 0 h 369"/>
                  <a:gd name="T30" fmla="*/ 0 w 1240"/>
                  <a:gd name="T31" fmla="*/ 0 h 369"/>
                  <a:gd name="T32" fmla="*/ 0 w 1240"/>
                  <a:gd name="T33" fmla="*/ 0 h 369"/>
                  <a:gd name="T34" fmla="*/ 0 w 1240"/>
                  <a:gd name="T35" fmla="*/ 0 h 369"/>
                  <a:gd name="T36" fmla="*/ 0 w 1240"/>
                  <a:gd name="T37" fmla="*/ 0 h 369"/>
                  <a:gd name="T38" fmla="*/ 0 w 1240"/>
                  <a:gd name="T39" fmla="*/ 0 h 369"/>
                  <a:gd name="T40" fmla="*/ 0 w 1240"/>
                  <a:gd name="T41" fmla="*/ 0 h 369"/>
                  <a:gd name="T42" fmla="*/ 0 w 1240"/>
                  <a:gd name="T43" fmla="*/ 0 h 369"/>
                  <a:gd name="T44" fmla="*/ 0 w 1240"/>
                  <a:gd name="T45" fmla="*/ 0 h 36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0"/>
                  <a:gd name="T70" fmla="*/ 0 h 369"/>
                  <a:gd name="T71" fmla="*/ 1240 w 1240"/>
                  <a:gd name="T72" fmla="*/ 369 h 36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0" h="369">
                    <a:moveTo>
                      <a:pt x="0" y="187"/>
                    </a:moveTo>
                    <a:lnTo>
                      <a:pt x="55" y="187"/>
                    </a:lnTo>
                    <a:lnTo>
                      <a:pt x="124" y="46"/>
                    </a:lnTo>
                    <a:lnTo>
                      <a:pt x="202" y="0"/>
                    </a:lnTo>
                    <a:lnTo>
                      <a:pt x="300" y="124"/>
                    </a:lnTo>
                    <a:lnTo>
                      <a:pt x="378" y="34"/>
                    </a:lnTo>
                    <a:lnTo>
                      <a:pt x="748" y="80"/>
                    </a:lnTo>
                    <a:lnTo>
                      <a:pt x="780" y="203"/>
                    </a:lnTo>
                    <a:lnTo>
                      <a:pt x="845" y="103"/>
                    </a:lnTo>
                    <a:lnTo>
                      <a:pt x="1007" y="118"/>
                    </a:lnTo>
                    <a:lnTo>
                      <a:pt x="1069" y="193"/>
                    </a:lnTo>
                    <a:lnTo>
                      <a:pt x="1147" y="177"/>
                    </a:lnTo>
                    <a:lnTo>
                      <a:pt x="1131" y="143"/>
                    </a:lnTo>
                    <a:lnTo>
                      <a:pt x="1240" y="135"/>
                    </a:lnTo>
                    <a:lnTo>
                      <a:pt x="1240" y="369"/>
                    </a:lnTo>
                    <a:lnTo>
                      <a:pt x="805" y="345"/>
                    </a:lnTo>
                    <a:lnTo>
                      <a:pt x="767" y="283"/>
                    </a:lnTo>
                    <a:lnTo>
                      <a:pt x="723" y="327"/>
                    </a:lnTo>
                    <a:lnTo>
                      <a:pt x="603" y="327"/>
                    </a:lnTo>
                    <a:lnTo>
                      <a:pt x="542" y="159"/>
                    </a:lnTo>
                    <a:lnTo>
                      <a:pt x="542" y="315"/>
                    </a:lnTo>
                    <a:lnTo>
                      <a:pt x="498" y="315"/>
                    </a:lnTo>
                    <a:lnTo>
                      <a:pt x="0" y="187"/>
                    </a:lnTo>
                    <a:close/>
                  </a:path>
                </a:pathLst>
              </a:custGeom>
              <a:solidFill>
                <a:srgbClr val="000000"/>
              </a:solidFill>
              <a:ln w="9525">
                <a:noFill/>
                <a:round/>
                <a:headEnd/>
                <a:tailEnd/>
              </a:ln>
            </p:spPr>
            <p:txBody>
              <a:bodyPr/>
              <a:lstStyle/>
              <a:p>
                <a:pPr algn="ctr"/>
                <a:endParaRPr lang="pt-BR" sz="2400"/>
              </a:p>
            </p:txBody>
          </p:sp>
          <p:sp>
            <p:nvSpPr>
              <p:cNvPr id="420" name="Freeform 487"/>
              <p:cNvSpPr>
                <a:spLocks/>
              </p:cNvSpPr>
              <p:nvPr/>
            </p:nvSpPr>
            <p:spPr bwMode="auto">
              <a:xfrm>
                <a:off x="1343" y="2768"/>
                <a:ext cx="150" cy="14"/>
              </a:xfrm>
              <a:custGeom>
                <a:avLst/>
                <a:gdLst>
                  <a:gd name="T0" fmla="*/ 0 w 1499"/>
                  <a:gd name="T1" fmla="*/ 0 h 145"/>
                  <a:gd name="T2" fmla="*/ 0 w 1499"/>
                  <a:gd name="T3" fmla="*/ 0 h 145"/>
                  <a:gd name="T4" fmla="*/ 0 w 1499"/>
                  <a:gd name="T5" fmla="*/ 0 h 145"/>
                  <a:gd name="T6" fmla="*/ 0 w 1499"/>
                  <a:gd name="T7" fmla="*/ 0 h 145"/>
                  <a:gd name="T8" fmla="*/ 0 w 1499"/>
                  <a:gd name="T9" fmla="*/ 0 h 145"/>
                  <a:gd name="T10" fmla="*/ 0 w 1499"/>
                  <a:gd name="T11" fmla="*/ 0 h 145"/>
                  <a:gd name="T12" fmla="*/ 0 w 1499"/>
                  <a:gd name="T13" fmla="*/ 0 h 145"/>
                  <a:gd name="T14" fmla="*/ 0 w 1499"/>
                  <a:gd name="T15" fmla="*/ 0 h 145"/>
                  <a:gd name="T16" fmla="*/ 0 w 1499"/>
                  <a:gd name="T17" fmla="*/ 0 h 145"/>
                  <a:gd name="T18" fmla="*/ 0 w 1499"/>
                  <a:gd name="T19" fmla="*/ 0 h 145"/>
                  <a:gd name="T20" fmla="*/ 0 w 1499"/>
                  <a:gd name="T21" fmla="*/ 0 h 145"/>
                  <a:gd name="T22" fmla="*/ 0 w 1499"/>
                  <a:gd name="T23" fmla="*/ 0 h 145"/>
                  <a:gd name="T24" fmla="*/ 0 w 1499"/>
                  <a:gd name="T25" fmla="*/ 0 h 14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99"/>
                  <a:gd name="T40" fmla="*/ 0 h 145"/>
                  <a:gd name="T41" fmla="*/ 1499 w 1499"/>
                  <a:gd name="T42" fmla="*/ 145 h 14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99" h="145">
                    <a:moveTo>
                      <a:pt x="49" y="44"/>
                    </a:moveTo>
                    <a:lnTo>
                      <a:pt x="475" y="44"/>
                    </a:lnTo>
                    <a:lnTo>
                      <a:pt x="982" y="134"/>
                    </a:lnTo>
                    <a:lnTo>
                      <a:pt x="1230" y="134"/>
                    </a:lnTo>
                    <a:lnTo>
                      <a:pt x="1499" y="145"/>
                    </a:lnTo>
                    <a:lnTo>
                      <a:pt x="1499" y="108"/>
                    </a:lnTo>
                    <a:lnTo>
                      <a:pt x="1266" y="80"/>
                    </a:lnTo>
                    <a:lnTo>
                      <a:pt x="1026" y="80"/>
                    </a:lnTo>
                    <a:lnTo>
                      <a:pt x="885" y="70"/>
                    </a:lnTo>
                    <a:lnTo>
                      <a:pt x="543" y="10"/>
                    </a:lnTo>
                    <a:lnTo>
                      <a:pt x="446" y="0"/>
                    </a:lnTo>
                    <a:lnTo>
                      <a:pt x="0" y="0"/>
                    </a:lnTo>
                    <a:lnTo>
                      <a:pt x="49" y="44"/>
                    </a:lnTo>
                    <a:close/>
                  </a:path>
                </a:pathLst>
              </a:custGeom>
              <a:solidFill>
                <a:srgbClr val="000000"/>
              </a:solidFill>
              <a:ln w="9525">
                <a:noFill/>
                <a:round/>
                <a:headEnd/>
                <a:tailEnd/>
              </a:ln>
            </p:spPr>
            <p:txBody>
              <a:bodyPr/>
              <a:lstStyle/>
              <a:p>
                <a:pPr algn="ctr"/>
                <a:endParaRPr lang="pt-BR" sz="2400"/>
              </a:p>
            </p:txBody>
          </p:sp>
          <p:sp>
            <p:nvSpPr>
              <p:cNvPr id="421" name="Rectangle 488"/>
              <p:cNvSpPr>
                <a:spLocks noChangeArrowheads="1"/>
              </p:cNvSpPr>
              <p:nvPr/>
            </p:nvSpPr>
            <p:spPr bwMode="auto">
              <a:xfrm>
                <a:off x="784" y="1953"/>
                <a:ext cx="550" cy="454"/>
              </a:xfrm>
              <a:prstGeom prst="rect">
                <a:avLst/>
              </a:prstGeom>
              <a:noFill/>
              <a:ln w="0">
                <a:solidFill>
                  <a:srgbClr val="000000"/>
                </a:solidFill>
                <a:miter lim="800000"/>
                <a:headEnd/>
                <a:tailEnd/>
              </a:ln>
            </p:spPr>
            <p:txBody>
              <a:bodyPr/>
              <a:lstStyle/>
              <a:p>
                <a:pPr algn="ctr"/>
                <a:endParaRPr lang="pt-BR" sz="2400"/>
              </a:p>
            </p:txBody>
          </p:sp>
          <p:sp>
            <p:nvSpPr>
              <p:cNvPr id="422" name="Rectangle 489"/>
              <p:cNvSpPr>
                <a:spLocks noChangeArrowheads="1"/>
              </p:cNvSpPr>
              <p:nvPr/>
            </p:nvSpPr>
            <p:spPr bwMode="auto">
              <a:xfrm>
                <a:off x="803" y="1971"/>
                <a:ext cx="512" cy="419"/>
              </a:xfrm>
              <a:prstGeom prst="rect">
                <a:avLst/>
              </a:prstGeom>
              <a:noFill/>
              <a:ln w="0">
                <a:solidFill>
                  <a:srgbClr val="000000"/>
                </a:solidFill>
                <a:miter lim="800000"/>
                <a:headEnd/>
                <a:tailEnd/>
              </a:ln>
            </p:spPr>
            <p:txBody>
              <a:bodyPr/>
              <a:lstStyle/>
              <a:p>
                <a:pPr algn="ctr"/>
                <a:endParaRPr lang="pt-BR" sz="2400"/>
              </a:p>
            </p:txBody>
          </p:sp>
          <p:sp>
            <p:nvSpPr>
              <p:cNvPr id="423" name="Rectangle 490"/>
              <p:cNvSpPr>
                <a:spLocks noChangeArrowheads="1"/>
              </p:cNvSpPr>
              <p:nvPr/>
            </p:nvSpPr>
            <p:spPr bwMode="auto">
              <a:xfrm>
                <a:off x="832" y="2001"/>
                <a:ext cx="455" cy="358"/>
              </a:xfrm>
              <a:prstGeom prst="rect">
                <a:avLst/>
              </a:prstGeom>
              <a:noFill/>
              <a:ln w="0">
                <a:solidFill>
                  <a:srgbClr val="000000"/>
                </a:solidFill>
                <a:miter lim="800000"/>
                <a:headEnd/>
                <a:tailEnd/>
              </a:ln>
            </p:spPr>
            <p:txBody>
              <a:bodyPr/>
              <a:lstStyle/>
              <a:p>
                <a:pPr algn="ctr"/>
                <a:endParaRPr lang="pt-BR" sz="2400"/>
              </a:p>
            </p:txBody>
          </p:sp>
          <p:sp>
            <p:nvSpPr>
              <p:cNvPr id="424" name="Line 491"/>
              <p:cNvSpPr>
                <a:spLocks noChangeShapeType="1"/>
              </p:cNvSpPr>
              <p:nvPr/>
            </p:nvSpPr>
            <p:spPr bwMode="auto">
              <a:xfrm>
                <a:off x="860" y="2056"/>
                <a:ext cx="9" cy="1"/>
              </a:xfrm>
              <a:prstGeom prst="line">
                <a:avLst/>
              </a:prstGeom>
              <a:noFill/>
              <a:ln w="0">
                <a:solidFill>
                  <a:srgbClr val="000000"/>
                </a:solidFill>
                <a:round/>
                <a:headEnd/>
                <a:tailEnd/>
              </a:ln>
            </p:spPr>
            <p:txBody>
              <a:bodyPr/>
              <a:lstStyle/>
              <a:p>
                <a:endParaRPr lang="pt-BR" sz="2400"/>
              </a:p>
            </p:txBody>
          </p:sp>
          <p:sp>
            <p:nvSpPr>
              <p:cNvPr id="425" name="Line 492"/>
              <p:cNvSpPr>
                <a:spLocks noChangeShapeType="1"/>
              </p:cNvSpPr>
              <p:nvPr/>
            </p:nvSpPr>
            <p:spPr bwMode="auto">
              <a:xfrm>
                <a:off x="860" y="2074"/>
                <a:ext cx="9" cy="1"/>
              </a:xfrm>
              <a:prstGeom prst="line">
                <a:avLst/>
              </a:prstGeom>
              <a:noFill/>
              <a:ln w="0">
                <a:solidFill>
                  <a:srgbClr val="000000"/>
                </a:solidFill>
                <a:round/>
                <a:headEnd/>
                <a:tailEnd/>
              </a:ln>
            </p:spPr>
            <p:txBody>
              <a:bodyPr/>
              <a:lstStyle/>
              <a:p>
                <a:endParaRPr lang="pt-BR" sz="2400"/>
              </a:p>
            </p:txBody>
          </p:sp>
          <p:sp>
            <p:nvSpPr>
              <p:cNvPr id="426" name="Line 493"/>
              <p:cNvSpPr>
                <a:spLocks noChangeShapeType="1"/>
              </p:cNvSpPr>
              <p:nvPr/>
            </p:nvSpPr>
            <p:spPr bwMode="auto">
              <a:xfrm>
                <a:off x="860" y="2092"/>
                <a:ext cx="9" cy="1"/>
              </a:xfrm>
              <a:prstGeom prst="line">
                <a:avLst/>
              </a:prstGeom>
              <a:noFill/>
              <a:ln w="0">
                <a:solidFill>
                  <a:srgbClr val="000000"/>
                </a:solidFill>
                <a:round/>
                <a:headEnd/>
                <a:tailEnd/>
              </a:ln>
            </p:spPr>
            <p:txBody>
              <a:bodyPr/>
              <a:lstStyle/>
              <a:p>
                <a:endParaRPr lang="pt-BR" sz="2400"/>
              </a:p>
            </p:txBody>
          </p:sp>
          <p:sp>
            <p:nvSpPr>
              <p:cNvPr id="427" name="Line 494"/>
              <p:cNvSpPr>
                <a:spLocks noChangeShapeType="1"/>
              </p:cNvSpPr>
              <p:nvPr/>
            </p:nvSpPr>
            <p:spPr bwMode="auto">
              <a:xfrm>
                <a:off x="860" y="2110"/>
                <a:ext cx="9" cy="1"/>
              </a:xfrm>
              <a:prstGeom prst="line">
                <a:avLst/>
              </a:prstGeom>
              <a:noFill/>
              <a:ln w="0">
                <a:solidFill>
                  <a:srgbClr val="000000"/>
                </a:solidFill>
                <a:round/>
                <a:headEnd/>
                <a:tailEnd/>
              </a:ln>
            </p:spPr>
            <p:txBody>
              <a:bodyPr/>
              <a:lstStyle/>
              <a:p>
                <a:endParaRPr lang="pt-BR" sz="2400"/>
              </a:p>
            </p:txBody>
          </p:sp>
          <p:sp>
            <p:nvSpPr>
              <p:cNvPr id="428" name="Line 495"/>
              <p:cNvSpPr>
                <a:spLocks noChangeShapeType="1"/>
              </p:cNvSpPr>
              <p:nvPr/>
            </p:nvSpPr>
            <p:spPr bwMode="auto">
              <a:xfrm>
                <a:off x="860" y="2128"/>
                <a:ext cx="9" cy="1"/>
              </a:xfrm>
              <a:prstGeom prst="line">
                <a:avLst/>
              </a:prstGeom>
              <a:noFill/>
              <a:ln w="0">
                <a:solidFill>
                  <a:srgbClr val="000000"/>
                </a:solidFill>
                <a:round/>
                <a:headEnd/>
                <a:tailEnd/>
              </a:ln>
            </p:spPr>
            <p:txBody>
              <a:bodyPr/>
              <a:lstStyle/>
              <a:p>
                <a:endParaRPr lang="pt-BR" sz="2400"/>
              </a:p>
            </p:txBody>
          </p:sp>
          <p:sp>
            <p:nvSpPr>
              <p:cNvPr id="429" name="Line 496"/>
              <p:cNvSpPr>
                <a:spLocks noChangeShapeType="1"/>
              </p:cNvSpPr>
              <p:nvPr/>
            </p:nvSpPr>
            <p:spPr bwMode="auto">
              <a:xfrm>
                <a:off x="860" y="2147"/>
                <a:ext cx="9" cy="1"/>
              </a:xfrm>
              <a:prstGeom prst="line">
                <a:avLst/>
              </a:prstGeom>
              <a:noFill/>
              <a:ln w="0">
                <a:solidFill>
                  <a:srgbClr val="000000"/>
                </a:solidFill>
                <a:round/>
                <a:headEnd/>
                <a:tailEnd/>
              </a:ln>
            </p:spPr>
            <p:txBody>
              <a:bodyPr/>
              <a:lstStyle/>
              <a:p>
                <a:endParaRPr lang="pt-BR" sz="2400"/>
              </a:p>
            </p:txBody>
          </p:sp>
          <p:sp>
            <p:nvSpPr>
              <p:cNvPr id="430" name="Line 497"/>
              <p:cNvSpPr>
                <a:spLocks noChangeShapeType="1"/>
              </p:cNvSpPr>
              <p:nvPr/>
            </p:nvSpPr>
            <p:spPr bwMode="auto">
              <a:xfrm>
                <a:off x="860" y="2166"/>
                <a:ext cx="9" cy="1"/>
              </a:xfrm>
              <a:prstGeom prst="line">
                <a:avLst/>
              </a:prstGeom>
              <a:noFill/>
              <a:ln w="0">
                <a:solidFill>
                  <a:srgbClr val="000000"/>
                </a:solidFill>
                <a:round/>
                <a:headEnd/>
                <a:tailEnd/>
              </a:ln>
            </p:spPr>
            <p:txBody>
              <a:bodyPr/>
              <a:lstStyle/>
              <a:p>
                <a:endParaRPr lang="pt-BR" sz="2400"/>
              </a:p>
            </p:txBody>
          </p:sp>
          <p:sp>
            <p:nvSpPr>
              <p:cNvPr id="431" name="Line 498"/>
              <p:cNvSpPr>
                <a:spLocks noChangeShapeType="1"/>
              </p:cNvSpPr>
              <p:nvPr/>
            </p:nvSpPr>
            <p:spPr bwMode="auto">
              <a:xfrm>
                <a:off x="860" y="2183"/>
                <a:ext cx="9" cy="1"/>
              </a:xfrm>
              <a:prstGeom prst="line">
                <a:avLst/>
              </a:prstGeom>
              <a:noFill/>
              <a:ln w="0">
                <a:solidFill>
                  <a:srgbClr val="000000"/>
                </a:solidFill>
                <a:round/>
                <a:headEnd/>
                <a:tailEnd/>
              </a:ln>
            </p:spPr>
            <p:txBody>
              <a:bodyPr/>
              <a:lstStyle/>
              <a:p>
                <a:endParaRPr lang="pt-BR" sz="2400"/>
              </a:p>
            </p:txBody>
          </p:sp>
          <p:sp>
            <p:nvSpPr>
              <p:cNvPr id="432" name="Line 499"/>
              <p:cNvSpPr>
                <a:spLocks noChangeShapeType="1"/>
              </p:cNvSpPr>
              <p:nvPr/>
            </p:nvSpPr>
            <p:spPr bwMode="auto">
              <a:xfrm>
                <a:off x="860" y="2202"/>
                <a:ext cx="9" cy="1"/>
              </a:xfrm>
              <a:prstGeom prst="line">
                <a:avLst/>
              </a:prstGeom>
              <a:noFill/>
              <a:ln w="0">
                <a:solidFill>
                  <a:srgbClr val="000000"/>
                </a:solidFill>
                <a:round/>
                <a:headEnd/>
                <a:tailEnd/>
              </a:ln>
            </p:spPr>
            <p:txBody>
              <a:bodyPr/>
              <a:lstStyle/>
              <a:p>
                <a:endParaRPr lang="pt-BR" sz="2400"/>
              </a:p>
            </p:txBody>
          </p:sp>
          <p:sp>
            <p:nvSpPr>
              <p:cNvPr id="433" name="Line 500"/>
              <p:cNvSpPr>
                <a:spLocks noChangeShapeType="1"/>
              </p:cNvSpPr>
              <p:nvPr/>
            </p:nvSpPr>
            <p:spPr bwMode="auto">
              <a:xfrm>
                <a:off x="860" y="2220"/>
                <a:ext cx="9" cy="1"/>
              </a:xfrm>
              <a:prstGeom prst="line">
                <a:avLst/>
              </a:prstGeom>
              <a:noFill/>
              <a:ln w="0">
                <a:solidFill>
                  <a:srgbClr val="000000"/>
                </a:solidFill>
                <a:round/>
                <a:headEnd/>
                <a:tailEnd/>
              </a:ln>
            </p:spPr>
            <p:txBody>
              <a:bodyPr/>
              <a:lstStyle/>
              <a:p>
                <a:endParaRPr lang="pt-BR" sz="2400"/>
              </a:p>
            </p:txBody>
          </p:sp>
          <p:sp>
            <p:nvSpPr>
              <p:cNvPr id="434" name="Line 501"/>
              <p:cNvSpPr>
                <a:spLocks noChangeShapeType="1"/>
              </p:cNvSpPr>
              <p:nvPr/>
            </p:nvSpPr>
            <p:spPr bwMode="auto">
              <a:xfrm>
                <a:off x="860" y="2238"/>
                <a:ext cx="9" cy="1"/>
              </a:xfrm>
              <a:prstGeom prst="line">
                <a:avLst/>
              </a:prstGeom>
              <a:noFill/>
              <a:ln w="0">
                <a:solidFill>
                  <a:srgbClr val="000000"/>
                </a:solidFill>
                <a:round/>
                <a:headEnd/>
                <a:tailEnd/>
              </a:ln>
            </p:spPr>
            <p:txBody>
              <a:bodyPr/>
              <a:lstStyle/>
              <a:p>
                <a:endParaRPr lang="pt-BR" sz="2400"/>
              </a:p>
            </p:txBody>
          </p:sp>
          <p:sp>
            <p:nvSpPr>
              <p:cNvPr id="435" name="Line 502"/>
              <p:cNvSpPr>
                <a:spLocks noChangeShapeType="1"/>
              </p:cNvSpPr>
              <p:nvPr/>
            </p:nvSpPr>
            <p:spPr bwMode="auto">
              <a:xfrm>
                <a:off x="860" y="2256"/>
                <a:ext cx="9" cy="1"/>
              </a:xfrm>
              <a:prstGeom prst="line">
                <a:avLst/>
              </a:prstGeom>
              <a:noFill/>
              <a:ln w="0">
                <a:solidFill>
                  <a:srgbClr val="000000"/>
                </a:solidFill>
                <a:round/>
                <a:headEnd/>
                <a:tailEnd/>
              </a:ln>
            </p:spPr>
            <p:txBody>
              <a:bodyPr/>
              <a:lstStyle/>
              <a:p>
                <a:endParaRPr lang="pt-BR" sz="2400"/>
              </a:p>
            </p:txBody>
          </p:sp>
          <p:sp>
            <p:nvSpPr>
              <p:cNvPr id="436" name="Line 503"/>
              <p:cNvSpPr>
                <a:spLocks noChangeShapeType="1"/>
              </p:cNvSpPr>
              <p:nvPr/>
            </p:nvSpPr>
            <p:spPr bwMode="auto">
              <a:xfrm>
                <a:off x="860" y="2274"/>
                <a:ext cx="9" cy="1"/>
              </a:xfrm>
              <a:prstGeom prst="line">
                <a:avLst/>
              </a:prstGeom>
              <a:noFill/>
              <a:ln w="0">
                <a:solidFill>
                  <a:srgbClr val="000000"/>
                </a:solidFill>
                <a:round/>
                <a:headEnd/>
                <a:tailEnd/>
              </a:ln>
            </p:spPr>
            <p:txBody>
              <a:bodyPr/>
              <a:lstStyle/>
              <a:p>
                <a:endParaRPr lang="pt-BR" sz="2400"/>
              </a:p>
            </p:txBody>
          </p:sp>
          <p:sp>
            <p:nvSpPr>
              <p:cNvPr id="437" name="Line 504"/>
              <p:cNvSpPr>
                <a:spLocks noChangeShapeType="1"/>
              </p:cNvSpPr>
              <p:nvPr/>
            </p:nvSpPr>
            <p:spPr bwMode="auto">
              <a:xfrm>
                <a:off x="860" y="2292"/>
                <a:ext cx="9" cy="1"/>
              </a:xfrm>
              <a:prstGeom prst="line">
                <a:avLst/>
              </a:prstGeom>
              <a:noFill/>
              <a:ln w="0">
                <a:solidFill>
                  <a:srgbClr val="000000"/>
                </a:solidFill>
                <a:round/>
                <a:headEnd/>
                <a:tailEnd/>
              </a:ln>
            </p:spPr>
            <p:txBody>
              <a:bodyPr/>
              <a:lstStyle/>
              <a:p>
                <a:endParaRPr lang="pt-BR" sz="2400"/>
              </a:p>
            </p:txBody>
          </p:sp>
          <p:sp>
            <p:nvSpPr>
              <p:cNvPr id="438" name="Line 505"/>
              <p:cNvSpPr>
                <a:spLocks noChangeShapeType="1"/>
              </p:cNvSpPr>
              <p:nvPr/>
            </p:nvSpPr>
            <p:spPr bwMode="auto">
              <a:xfrm>
                <a:off x="903" y="2317"/>
                <a:ext cx="1" cy="12"/>
              </a:xfrm>
              <a:prstGeom prst="line">
                <a:avLst/>
              </a:prstGeom>
              <a:noFill/>
              <a:ln w="0">
                <a:solidFill>
                  <a:srgbClr val="000000"/>
                </a:solidFill>
                <a:round/>
                <a:headEnd/>
                <a:tailEnd/>
              </a:ln>
            </p:spPr>
            <p:txBody>
              <a:bodyPr/>
              <a:lstStyle/>
              <a:p>
                <a:endParaRPr lang="pt-BR" sz="2400"/>
              </a:p>
            </p:txBody>
          </p:sp>
          <p:sp>
            <p:nvSpPr>
              <p:cNvPr id="439" name="Line 506"/>
              <p:cNvSpPr>
                <a:spLocks noChangeShapeType="1"/>
              </p:cNvSpPr>
              <p:nvPr/>
            </p:nvSpPr>
            <p:spPr bwMode="auto">
              <a:xfrm>
                <a:off x="941" y="2317"/>
                <a:ext cx="1" cy="12"/>
              </a:xfrm>
              <a:prstGeom prst="line">
                <a:avLst/>
              </a:prstGeom>
              <a:noFill/>
              <a:ln w="0">
                <a:solidFill>
                  <a:srgbClr val="000000"/>
                </a:solidFill>
                <a:round/>
                <a:headEnd/>
                <a:tailEnd/>
              </a:ln>
            </p:spPr>
            <p:txBody>
              <a:bodyPr/>
              <a:lstStyle/>
              <a:p>
                <a:endParaRPr lang="pt-BR" sz="2400"/>
              </a:p>
            </p:txBody>
          </p:sp>
          <p:sp>
            <p:nvSpPr>
              <p:cNvPr id="440" name="Line 507"/>
              <p:cNvSpPr>
                <a:spLocks noChangeShapeType="1"/>
              </p:cNvSpPr>
              <p:nvPr/>
            </p:nvSpPr>
            <p:spPr bwMode="auto">
              <a:xfrm>
                <a:off x="979" y="2317"/>
                <a:ext cx="1" cy="12"/>
              </a:xfrm>
              <a:prstGeom prst="line">
                <a:avLst/>
              </a:prstGeom>
              <a:noFill/>
              <a:ln w="0">
                <a:solidFill>
                  <a:srgbClr val="000000"/>
                </a:solidFill>
                <a:round/>
                <a:headEnd/>
                <a:tailEnd/>
              </a:ln>
            </p:spPr>
            <p:txBody>
              <a:bodyPr/>
              <a:lstStyle/>
              <a:p>
                <a:endParaRPr lang="pt-BR" sz="2400"/>
              </a:p>
            </p:txBody>
          </p:sp>
          <p:sp>
            <p:nvSpPr>
              <p:cNvPr id="441" name="Line 508"/>
              <p:cNvSpPr>
                <a:spLocks noChangeShapeType="1"/>
              </p:cNvSpPr>
              <p:nvPr/>
            </p:nvSpPr>
            <p:spPr bwMode="auto">
              <a:xfrm>
                <a:off x="1017" y="2317"/>
                <a:ext cx="1" cy="12"/>
              </a:xfrm>
              <a:prstGeom prst="line">
                <a:avLst/>
              </a:prstGeom>
              <a:noFill/>
              <a:ln w="0">
                <a:solidFill>
                  <a:srgbClr val="000000"/>
                </a:solidFill>
                <a:round/>
                <a:headEnd/>
                <a:tailEnd/>
              </a:ln>
            </p:spPr>
            <p:txBody>
              <a:bodyPr/>
              <a:lstStyle/>
              <a:p>
                <a:endParaRPr lang="pt-BR" sz="2400"/>
              </a:p>
            </p:txBody>
          </p:sp>
          <p:sp>
            <p:nvSpPr>
              <p:cNvPr id="442" name="Line 509"/>
              <p:cNvSpPr>
                <a:spLocks noChangeShapeType="1"/>
              </p:cNvSpPr>
              <p:nvPr/>
            </p:nvSpPr>
            <p:spPr bwMode="auto">
              <a:xfrm>
                <a:off x="1054" y="2317"/>
                <a:ext cx="1" cy="12"/>
              </a:xfrm>
              <a:prstGeom prst="line">
                <a:avLst/>
              </a:prstGeom>
              <a:noFill/>
              <a:ln w="0">
                <a:solidFill>
                  <a:srgbClr val="000000"/>
                </a:solidFill>
                <a:round/>
                <a:headEnd/>
                <a:tailEnd/>
              </a:ln>
            </p:spPr>
            <p:txBody>
              <a:bodyPr/>
              <a:lstStyle/>
              <a:p>
                <a:endParaRPr lang="pt-BR" sz="2400"/>
              </a:p>
            </p:txBody>
          </p:sp>
          <p:sp>
            <p:nvSpPr>
              <p:cNvPr id="443" name="Line 510"/>
              <p:cNvSpPr>
                <a:spLocks noChangeShapeType="1"/>
              </p:cNvSpPr>
              <p:nvPr/>
            </p:nvSpPr>
            <p:spPr bwMode="auto">
              <a:xfrm>
                <a:off x="1093" y="2317"/>
                <a:ext cx="1" cy="12"/>
              </a:xfrm>
              <a:prstGeom prst="line">
                <a:avLst/>
              </a:prstGeom>
              <a:noFill/>
              <a:ln w="0">
                <a:solidFill>
                  <a:srgbClr val="000000"/>
                </a:solidFill>
                <a:round/>
                <a:headEnd/>
                <a:tailEnd/>
              </a:ln>
            </p:spPr>
            <p:txBody>
              <a:bodyPr/>
              <a:lstStyle/>
              <a:p>
                <a:endParaRPr lang="pt-BR" sz="2400"/>
              </a:p>
            </p:txBody>
          </p:sp>
          <p:sp>
            <p:nvSpPr>
              <p:cNvPr id="444" name="Line 511"/>
              <p:cNvSpPr>
                <a:spLocks noChangeShapeType="1"/>
              </p:cNvSpPr>
              <p:nvPr/>
            </p:nvSpPr>
            <p:spPr bwMode="auto">
              <a:xfrm>
                <a:off x="1130" y="2317"/>
                <a:ext cx="1" cy="12"/>
              </a:xfrm>
              <a:prstGeom prst="line">
                <a:avLst/>
              </a:prstGeom>
              <a:noFill/>
              <a:ln w="0">
                <a:solidFill>
                  <a:srgbClr val="000000"/>
                </a:solidFill>
                <a:round/>
                <a:headEnd/>
                <a:tailEnd/>
              </a:ln>
            </p:spPr>
            <p:txBody>
              <a:bodyPr/>
              <a:lstStyle/>
              <a:p>
                <a:endParaRPr lang="pt-BR" sz="2400"/>
              </a:p>
            </p:txBody>
          </p:sp>
          <p:sp>
            <p:nvSpPr>
              <p:cNvPr id="445" name="Line 512"/>
              <p:cNvSpPr>
                <a:spLocks noChangeShapeType="1"/>
              </p:cNvSpPr>
              <p:nvPr/>
            </p:nvSpPr>
            <p:spPr bwMode="auto">
              <a:xfrm>
                <a:off x="1169" y="2317"/>
                <a:ext cx="1" cy="12"/>
              </a:xfrm>
              <a:prstGeom prst="line">
                <a:avLst/>
              </a:prstGeom>
              <a:noFill/>
              <a:ln w="0">
                <a:solidFill>
                  <a:srgbClr val="000000"/>
                </a:solidFill>
                <a:round/>
                <a:headEnd/>
                <a:tailEnd/>
              </a:ln>
            </p:spPr>
            <p:txBody>
              <a:bodyPr/>
              <a:lstStyle/>
              <a:p>
                <a:endParaRPr lang="pt-BR" sz="2400"/>
              </a:p>
            </p:txBody>
          </p:sp>
          <p:sp>
            <p:nvSpPr>
              <p:cNvPr id="446" name="Line 513"/>
              <p:cNvSpPr>
                <a:spLocks noChangeShapeType="1"/>
              </p:cNvSpPr>
              <p:nvPr/>
            </p:nvSpPr>
            <p:spPr bwMode="auto">
              <a:xfrm>
                <a:off x="1206" y="2317"/>
                <a:ext cx="1" cy="12"/>
              </a:xfrm>
              <a:prstGeom prst="line">
                <a:avLst/>
              </a:prstGeom>
              <a:noFill/>
              <a:ln w="0">
                <a:solidFill>
                  <a:srgbClr val="000000"/>
                </a:solidFill>
                <a:round/>
                <a:headEnd/>
                <a:tailEnd/>
              </a:ln>
            </p:spPr>
            <p:txBody>
              <a:bodyPr/>
              <a:lstStyle/>
              <a:p>
                <a:endParaRPr lang="pt-BR" sz="2400"/>
              </a:p>
            </p:txBody>
          </p:sp>
          <p:sp>
            <p:nvSpPr>
              <p:cNvPr id="447" name="Line 514"/>
              <p:cNvSpPr>
                <a:spLocks noChangeShapeType="1"/>
              </p:cNvSpPr>
              <p:nvPr/>
            </p:nvSpPr>
            <p:spPr bwMode="auto">
              <a:xfrm>
                <a:off x="1245" y="2317"/>
                <a:ext cx="1" cy="12"/>
              </a:xfrm>
              <a:prstGeom prst="line">
                <a:avLst/>
              </a:prstGeom>
              <a:noFill/>
              <a:ln w="0">
                <a:solidFill>
                  <a:srgbClr val="000000"/>
                </a:solidFill>
                <a:round/>
                <a:headEnd/>
                <a:tailEnd/>
              </a:ln>
            </p:spPr>
            <p:txBody>
              <a:bodyPr/>
              <a:lstStyle/>
              <a:p>
                <a:endParaRPr lang="pt-BR" sz="2400"/>
              </a:p>
            </p:txBody>
          </p:sp>
          <p:sp>
            <p:nvSpPr>
              <p:cNvPr id="448" name="Rectangle 515"/>
              <p:cNvSpPr>
                <a:spLocks noChangeArrowheads="1"/>
              </p:cNvSpPr>
              <p:nvPr/>
            </p:nvSpPr>
            <p:spPr bwMode="auto">
              <a:xfrm>
                <a:off x="903" y="2281"/>
                <a:ext cx="38" cy="24"/>
              </a:xfrm>
              <a:prstGeom prst="rect">
                <a:avLst/>
              </a:prstGeom>
              <a:noFill/>
              <a:ln w="0">
                <a:solidFill>
                  <a:srgbClr val="000000"/>
                </a:solidFill>
                <a:miter lim="800000"/>
                <a:headEnd/>
                <a:tailEnd/>
              </a:ln>
            </p:spPr>
            <p:txBody>
              <a:bodyPr/>
              <a:lstStyle/>
              <a:p>
                <a:pPr algn="ctr"/>
                <a:endParaRPr lang="pt-BR" sz="2400"/>
              </a:p>
            </p:txBody>
          </p:sp>
          <p:sp>
            <p:nvSpPr>
              <p:cNvPr id="449" name="Rectangle 516"/>
              <p:cNvSpPr>
                <a:spLocks noChangeArrowheads="1"/>
              </p:cNvSpPr>
              <p:nvPr/>
            </p:nvSpPr>
            <p:spPr bwMode="auto">
              <a:xfrm>
                <a:off x="941" y="2293"/>
                <a:ext cx="38" cy="12"/>
              </a:xfrm>
              <a:prstGeom prst="rect">
                <a:avLst/>
              </a:prstGeom>
              <a:noFill/>
              <a:ln w="0">
                <a:solidFill>
                  <a:srgbClr val="000000"/>
                </a:solidFill>
                <a:miter lim="800000"/>
                <a:headEnd/>
                <a:tailEnd/>
              </a:ln>
            </p:spPr>
            <p:txBody>
              <a:bodyPr/>
              <a:lstStyle/>
              <a:p>
                <a:pPr algn="ctr"/>
                <a:endParaRPr lang="pt-BR" sz="2400"/>
              </a:p>
            </p:txBody>
          </p:sp>
          <p:sp>
            <p:nvSpPr>
              <p:cNvPr id="450" name="Rectangle 517"/>
              <p:cNvSpPr>
                <a:spLocks noChangeArrowheads="1"/>
              </p:cNvSpPr>
              <p:nvPr/>
            </p:nvSpPr>
            <p:spPr bwMode="auto">
              <a:xfrm>
                <a:off x="979" y="2262"/>
                <a:ext cx="38" cy="43"/>
              </a:xfrm>
              <a:prstGeom prst="rect">
                <a:avLst/>
              </a:prstGeom>
              <a:noFill/>
              <a:ln w="0">
                <a:solidFill>
                  <a:srgbClr val="000000"/>
                </a:solidFill>
                <a:miter lim="800000"/>
                <a:headEnd/>
                <a:tailEnd/>
              </a:ln>
            </p:spPr>
            <p:txBody>
              <a:bodyPr/>
              <a:lstStyle/>
              <a:p>
                <a:pPr algn="ctr"/>
                <a:endParaRPr lang="pt-BR" sz="2400"/>
              </a:p>
            </p:txBody>
          </p:sp>
          <p:sp>
            <p:nvSpPr>
              <p:cNvPr id="451" name="Rectangle 518"/>
              <p:cNvSpPr>
                <a:spLocks noChangeArrowheads="1"/>
              </p:cNvSpPr>
              <p:nvPr/>
            </p:nvSpPr>
            <p:spPr bwMode="auto">
              <a:xfrm>
                <a:off x="1017" y="2250"/>
                <a:ext cx="37" cy="55"/>
              </a:xfrm>
              <a:prstGeom prst="rect">
                <a:avLst/>
              </a:prstGeom>
              <a:noFill/>
              <a:ln w="0">
                <a:solidFill>
                  <a:srgbClr val="000000"/>
                </a:solidFill>
                <a:miter lim="800000"/>
                <a:headEnd/>
                <a:tailEnd/>
              </a:ln>
            </p:spPr>
            <p:txBody>
              <a:bodyPr/>
              <a:lstStyle/>
              <a:p>
                <a:pPr algn="ctr"/>
                <a:endParaRPr lang="pt-BR" sz="2400"/>
              </a:p>
            </p:txBody>
          </p:sp>
          <p:sp>
            <p:nvSpPr>
              <p:cNvPr id="452" name="Rectangle 519"/>
              <p:cNvSpPr>
                <a:spLocks noChangeArrowheads="1"/>
              </p:cNvSpPr>
              <p:nvPr/>
            </p:nvSpPr>
            <p:spPr bwMode="auto">
              <a:xfrm>
                <a:off x="1054" y="2287"/>
                <a:ext cx="39" cy="18"/>
              </a:xfrm>
              <a:prstGeom prst="rect">
                <a:avLst/>
              </a:prstGeom>
              <a:noFill/>
              <a:ln w="0">
                <a:solidFill>
                  <a:srgbClr val="000000"/>
                </a:solidFill>
                <a:miter lim="800000"/>
                <a:headEnd/>
                <a:tailEnd/>
              </a:ln>
            </p:spPr>
            <p:txBody>
              <a:bodyPr/>
              <a:lstStyle/>
              <a:p>
                <a:pPr algn="ctr"/>
                <a:endParaRPr lang="pt-BR" sz="2400"/>
              </a:p>
            </p:txBody>
          </p:sp>
          <p:sp>
            <p:nvSpPr>
              <p:cNvPr id="453" name="Rectangle 520"/>
              <p:cNvSpPr>
                <a:spLocks noChangeArrowheads="1"/>
              </p:cNvSpPr>
              <p:nvPr/>
            </p:nvSpPr>
            <p:spPr bwMode="auto">
              <a:xfrm>
                <a:off x="1093" y="2183"/>
                <a:ext cx="37" cy="122"/>
              </a:xfrm>
              <a:prstGeom prst="rect">
                <a:avLst/>
              </a:prstGeom>
              <a:noFill/>
              <a:ln w="0">
                <a:solidFill>
                  <a:srgbClr val="000000"/>
                </a:solidFill>
                <a:miter lim="800000"/>
                <a:headEnd/>
                <a:tailEnd/>
              </a:ln>
            </p:spPr>
            <p:txBody>
              <a:bodyPr/>
              <a:lstStyle/>
              <a:p>
                <a:pPr algn="ctr"/>
                <a:endParaRPr lang="pt-BR" sz="2400"/>
              </a:p>
            </p:txBody>
          </p:sp>
          <p:sp>
            <p:nvSpPr>
              <p:cNvPr id="454" name="Rectangle 521"/>
              <p:cNvSpPr>
                <a:spLocks noChangeArrowheads="1"/>
              </p:cNvSpPr>
              <p:nvPr/>
            </p:nvSpPr>
            <p:spPr bwMode="auto">
              <a:xfrm>
                <a:off x="1130" y="2062"/>
                <a:ext cx="39" cy="243"/>
              </a:xfrm>
              <a:prstGeom prst="rect">
                <a:avLst/>
              </a:prstGeom>
              <a:noFill/>
              <a:ln w="0">
                <a:solidFill>
                  <a:srgbClr val="000000"/>
                </a:solidFill>
                <a:miter lim="800000"/>
                <a:headEnd/>
                <a:tailEnd/>
              </a:ln>
            </p:spPr>
            <p:txBody>
              <a:bodyPr/>
              <a:lstStyle/>
              <a:p>
                <a:pPr algn="ctr"/>
                <a:endParaRPr lang="pt-BR" sz="2400"/>
              </a:p>
            </p:txBody>
          </p:sp>
          <p:sp>
            <p:nvSpPr>
              <p:cNvPr id="455" name="Rectangle 522"/>
              <p:cNvSpPr>
                <a:spLocks noChangeArrowheads="1"/>
              </p:cNvSpPr>
              <p:nvPr/>
            </p:nvSpPr>
            <p:spPr bwMode="auto">
              <a:xfrm>
                <a:off x="1169" y="2080"/>
                <a:ext cx="37" cy="225"/>
              </a:xfrm>
              <a:prstGeom prst="rect">
                <a:avLst/>
              </a:prstGeom>
              <a:noFill/>
              <a:ln w="0">
                <a:solidFill>
                  <a:srgbClr val="000000"/>
                </a:solidFill>
                <a:miter lim="800000"/>
                <a:headEnd/>
                <a:tailEnd/>
              </a:ln>
            </p:spPr>
            <p:txBody>
              <a:bodyPr/>
              <a:lstStyle/>
              <a:p>
                <a:pPr algn="ctr"/>
                <a:endParaRPr lang="pt-BR" sz="2400"/>
              </a:p>
            </p:txBody>
          </p:sp>
          <p:sp>
            <p:nvSpPr>
              <p:cNvPr id="456" name="Rectangle 523"/>
              <p:cNvSpPr>
                <a:spLocks noChangeArrowheads="1"/>
              </p:cNvSpPr>
              <p:nvPr/>
            </p:nvSpPr>
            <p:spPr bwMode="auto">
              <a:xfrm>
                <a:off x="1206" y="2068"/>
                <a:ext cx="39" cy="237"/>
              </a:xfrm>
              <a:prstGeom prst="rect">
                <a:avLst/>
              </a:prstGeom>
              <a:noFill/>
              <a:ln w="0">
                <a:solidFill>
                  <a:srgbClr val="000000"/>
                </a:solidFill>
                <a:miter lim="800000"/>
                <a:headEnd/>
                <a:tailEnd/>
              </a:ln>
            </p:spPr>
            <p:txBody>
              <a:bodyPr/>
              <a:lstStyle/>
              <a:p>
                <a:pPr algn="ctr"/>
                <a:endParaRPr lang="pt-BR" sz="2400"/>
              </a:p>
            </p:txBody>
          </p:sp>
          <p:sp>
            <p:nvSpPr>
              <p:cNvPr id="457" name="Rectangle 524"/>
              <p:cNvSpPr>
                <a:spLocks noChangeArrowheads="1"/>
              </p:cNvSpPr>
              <p:nvPr/>
            </p:nvSpPr>
            <p:spPr bwMode="auto">
              <a:xfrm>
                <a:off x="898" y="2056"/>
                <a:ext cx="19" cy="12"/>
              </a:xfrm>
              <a:prstGeom prst="rect">
                <a:avLst/>
              </a:prstGeom>
              <a:noFill/>
              <a:ln w="0">
                <a:solidFill>
                  <a:srgbClr val="000000"/>
                </a:solidFill>
                <a:miter lim="800000"/>
                <a:headEnd/>
                <a:tailEnd/>
              </a:ln>
            </p:spPr>
            <p:txBody>
              <a:bodyPr/>
              <a:lstStyle/>
              <a:p>
                <a:pPr algn="ctr"/>
                <a:endParaRPr lang="pt-BR" sz="2400"/>
              </a:p>
            </p:txBody>
          </p:sp>
          <p:sp>
            <p:nvSpPr>
              <p:cNvPr id="458" name="Line 525"/>
              <p:cNvSpPr>
                <a:spLocks noChangeShapeType="1"/>
              </p:cNvSpPr>
              <p:nvPr/>
            </p:nvSpPr>
            <p:spPr bwMode="auto">
              <a:xfrm>
                <a:off x="931" y="2062"/>
                <a:ext cx="48" cy="1"/>
              </a:xfrm>
              <a:prstGeom prst="line">
                <a:avLst/>
              </a:prstGeom>
              <a:noFill/>
              <a:ln w="0">
                <a:solidFill>
                  <a:srgbClr val="000000"/>
                </a:solidFill>
                <a:round/>
                <a:headEnd/>
                <a:tailEnd/>
              </a:ln>
            </p:spPr>
            <p:txBody>
              <a:bodyPr/>
              <a:lstStyle/>
              <a:p>
                <a:endParaRPr lang="pt-BR" sz="2400"/>
              </a:p>
            </p:txBody>
          </p:sp>
          <p:sp>
            <p:nvSpPr>
              <p:cNvPr id="459" name="Rectangle 526"/>
              <p:cNvSpPr>
                <a:spLocks noChangeArrowheads="1"/>
              </p:cNvSpPr>
              <p:nvPr/>
            </p:nvSpPr>
            <p:spPr bwMode="auto">
              <a:xfrm>
                <a:off x="898" y="2080"/>
                <a:ext cx="19" cy="12"/>
              </a:xfrm>
              <a:prstGeom prst="rect">
                <a:avLst/>
              </a:prstGeom>
              <a:noFill/>
              <a:ln w="0">
                <a:solidFill>
                  <a:srgbClr val="000000"/>
                </a:solidFill>
                <a:miter lim="800000"/>
                <a:headEnd/>
                <a:tailEnd/>
              </a:ln>
            </p:spPr>
            <p:txBody>
              <a:bodyPr/>
              <a:lstStyle/>
              <a:p>
                <a:pPr algn="ctr"/>
                <a:endParaRPr lang="pt-BR" sz="2400"/>
              </a:p>
            </p:txBody>
          </p:sp>
          <p:sp>
            <p:nvSpPr>
              <p:cNvPr id="460" name="Line 527"/>
              <p:cNvSpPr>
                <a:spLocks noChangeShapeType="1"/>
              </p:cNvSpPr>
              <p:nvPr/>
            </p:nvSpPr>
            <p:spPr bwMode="auto">
              <a:xfrm>
                <a:off x="931" y="2086"/>
                <a:ext cx="48" cy="1"/>
              </a:xfrm>
              <a:prstGeom prst="line">
                <a:avLst/>
              </a:prstGeom>
              <a:noFill/>
              <a:ln w="0">
                <a:solidFill>
                  <a:srgbClr val="000000"/>
                </a:solidFill>
                <a:round/>
                <a:headEnd/>
                <a:tailEnd/>
              </a:ln>
            </p:spPr>
            <p:txBody>
              <a:bodyPr/>
              <a:lstStyle/>
              <a:p>
                <a:endParaRPr lang="pt-BR" sz="2400"/>
              </a:p>
            </p:txBody>
          </p:sp>
          <p:sp>
            <p:nvSpPr>
              <p:cNvPr id="461" name="Line 528"/>
              <p:cNvSpPr>
                <a:spLocks noChangeShapeType="1"/>
              </p:cNvSpPr>
              <p:nvPr/>
            </p:nvSpPr>
            <p:spPr bwMode="auto">
              <a:xfrm>
                <a:off x="977" y="2026"/>
                <a:ext cx="177" cy="1"/>
              </a:xfrm>
              <a:prstGeom prst="line">
                <a:avLst/>
              </a:prstGeom>
              <a:noFill/>
              <a:ln w="0">
                <a:solidFill>
                  <a:srgbClr val="000000"/>
                </a:solidFill>
                <a:round/>
                <a:headEnd/>
                <a:tailEnd/>
              </a:ln>
            </p:spPr>
            <p:txBody>
              <a:bodyPr/>
              <a:lstStyle/>
              <a:p>
                <a:endParaRPr lang="pt-BR" sz="2400"/>
              </a:p>
            </p:txBody>
          </p:sp>
          <p:sp>
            <p:nvSpPr>
              <p:cNvPr id="462" name="Freeform 529"/>
              <p:cNvSpPr>
                <a:spLocks/>
              </p:cNvSpPr>
              <p:nvPr/>
            </p:nvSpPr>
            <p:spPr bwMode="auto">
              <a:xfrm>
                <a:off x="884" y="2044"/>
                <a:ext cx="365" cy="261"/>
              </a:xfrm>
              <a:custGeom>
                <a:avLst/>
                <a:gdLst>
                  <a:gd name="T0" fmla="*/ 0 w 3654"/>
                  <a:gd name="T1" fmla="*/ 0 h 2614"/>
                  <a:gd name="T2" fmla="*/ 0 w 3654"/>
                  <a:gd name="T3" fmla="*/ 0 h 2614"/>
                  <a:gd name="T4" fmla="*/ 0 w 3654"/>
                  <a:gd name="T5" fmla="*/ 0 h 2614"/>
                  <a:gd name="T6" fmla="*/ 0 60000 65536"/>
                  <a:gd name="T7" fmla="*/ 0 60000 65536"/>
                  <a:gd name="T8" fmla="*/ 0 60000 65536"/>
                  <a:gd name="T9" fmla="*/ 0 w 3654"/>
                  <a:gd name="T10" fmla="*/ 0 h 2614"/>
                  <a:gd name="T11" fmla="*/ 3654 w 3654"/>
                  <a:gd name="T12" fmla="*/ 2614 h 2614"/>
                </a:gdLst>
                <a:ahLst/>
                <a:cxnLst>
                  <a:cxn ang="T6">
                    <a:pos x="T0" y="T1"/>
                  </a:cxn>
                  <a:cxn ang="T7">
                    <a:pos x="T2" y="T3"/>
                  </a:cxn>
                  <a:cxn ang="T8">
                    <a:pos x="T4" y="T5"/>
                  </a:cxn>
                </a:cxnLst>
                <a:rect l="T9" t="T10" r="T11" b="T12"/>
                <a:pathLst>
                  <a:path w="3654" h="2614">
                    <a:moveTo>
                      <a:pt x="0" y="0"/>
                    </a:moveTo>
                    <a:lnTo>
                      <a:pt x="0" y="2614"/>
                    </a:lnTo>
                    <a:lnTo>
                      <a:pt x="3654" y="2614"/>
                    </a:lnTo>
                  </a:path>
                </a:pathLst>
              </a:custGeom>
              <a:noFill/>
              <a:ln w="0">
                <a:solidFill>
                  <a:srgbClr val="000000"/>
                </a:solidFill>
                <a:round/>
                <a:headEnd/>
                <a:tailEnd/>
              </a:ln>
            </p:spPr>
            <p:txBody>
              <a:bodyPr/>
              <a:lstStyle/>
              <a:p>
                <a:pPr algn="ctr"/>
                <a:endParaRPr lang="pt-BR" sz="2400"/>
              </a:p>
            </p:txBody>
          </p:sp>
        </p:grpSp>
        <p:sp>
          <p:nvSpPr>
            <p:cNvPr id="12" name="Freeform 530"/>
            <p:cNvSpPr>
              <a:spLocks/>
            </p:cNvSpPr>
            <p:nvPr/>
          </p:nvSpPr>
          <p:spPr bwMode="auto">
            <a:xfrm>
              <a:off x="1600200" y="2416900"/>
              <a:ext cx="4572000" cy="4202644"/>
            </a:xfrm>
            <a:custGeom>
              <a:avLst/>
              <a:gdLst>
                <a:gd name="T0" fmla="*/ 2496 w 2880"/>
                <a:gd name="T1" fmla="*/ 0 h 2784"/>
                <a:gd name="T2" fmla="*/ 2880 w 2880"/>
                <a:gd name="T3" fmla="*/ 96 h 2784"/>
                <a:gd name="T4" fmla="*/ 720 w 2880"/>
                <a:gd name="T5" fmla="*/ 2784 h 2784"/>
                <a:gd name="T6" fmla="*/ 0 w 2880"/>
                <a:gd name="T7" fmla="*/ 2064 h 2784"/>
                <a:gd name="T8" fmla="*/ 960 w 2880"/>
                <a:gd name="T9" fmla="*/ 1632 h 2784"/>
                <a:gd name="T10" fmla="*/ 2496 w 2880"/>
                <a:gd name="T11" fmla="*/ 0 h 2784"/>
                <a:gd name="T12" fmla="*/ 0 60000 65536"/>
                <a:gd name="T13" fmla="*/ 0 60000 65536"/>
                <a:gd name="T14" fmla="*/ 0 60000 65536"/>
                <a:gd name="T15" fmla="*/ 0 60000 65536"/>
                <a:gd name="T16" fmla="*/ 0 60000 65536"/>
                <a:gd name="T17" fmla="*/ 0 60000 65536"/>
                <a:gd name="T18" fmla="*/ 0 w 2880"/>
                <a:gd name="T19" fmla="*/ 0 h 2784"/>
                <a:gd name="T20" fmla="*/ 2880 w 2880"/>
                <a:gd name="T21" fmla="*/ 2784 h 2784"/>
              </a:gdLst>
              <a:ahLst/>
              <a:cxnLst>
                <a:cxn ang="T12">
                  <a:pos x="T0" y="T1"/>
                </a:cxn>
                <a:cxn ang="T13">
                  <a:pos x="T2" y="T3"/>
                </a:cxn>
                <a:cxn ang="T14">
                  <a:pos x="T4" y="T5"/>
                </a:cxn>
                <a:cxn ang="T15">
                  <a:pos x="T6" y="T7"/>
                </a:cxn>
                <a:cxn ang="T16">
                  <a:pos x="T8" y="T9"/>
                </a:cxn>
                <a:cxn ang="T17">
                  <a:pos x="T10" y="T11"/>
                </a:cxn>
              </a:cxnLst>
              <a:rect l="T18" t="T19" r="T20" b="T21"/>
              <a:pathLst>
                <a:path w="2880" h="2784">
                  <a:moveTo>
                    <a:pt x="2496" y="0"/>
                  </a:moveTo>
                  <a:lnTo>
                    <a:pt x="2880" y="96"/>
                  </a:lnTo>
                  <a:lnTo>
                    <a:pt x="720" y="2784"/>
                  </a:lnTo>
                  <a:lnTo>
                    <a:pt x="0" y="2064"/>
                  </a:lnTo>
                  <a:lnTo>
                    <a:pt x="960" y="1632"/>
                  </a:lnTo>
                  <a:lnTo>
                    <a:pt x="2496" y="0"/>
                  </a:lnTo>
                  <a:close/>
                </a:path>
              </a:pathLst>
            </a:custGeom>
            <a:solidFill>
              <a:schemeClr val="bg1">
                <a:lumMod val="50000"/>
              </a:schemeClr>
            </a:solidFill>
            <a:ln w="9525">
              <a:noFill/>
              <a:round/>
              <a:headEnd/>
              <a:tailEnd/>
            </a:ln>
          </p:spPr>
          <p:txBody>
            <a:bodyPr wrap="none" anchor="ctr"/>
            <a:lstStyle/>
            <a:p>
              <a:pPr algn="ctr"/>
              <a:endParaRPr lang="pt-BR" sz="2400"/>
            </a:p>
          </p:txBody>
        </p:sp>
        <p:grpSp>
          <p:nvGrpSpPr>
            <p:cNvPr id="11" name="Group 531"/>
            <p:cNvGrpSpPr>
              <a:grpSpLocks/>
            </p:cNvGrpSpPr>
            <p:nvPr/>
          </p:nvGrpSpPr>
          <p:grpSpPr bwMode="auto">
            <a:xfrm>
              <a:off x="966788" y="4924297"/>
              <a:ext cx="2066925" cy="1736006"/>
              <a:chOff x="609" y="3146"/>
              <a:chExt cx="1302" cy="1150"/>
            </a:xfrm>
          </p:grpSpPr>
          <p:sp>
            <p:nvSpPr>
              <p:cNvPr id="260" name="Freeform 532"/>
              <p:cNvSpPr>
                <a:spLocks/>
              </p:cNvSpPr>
              <p:nvPr/>
            </p:nvSpPr>
            <p:spPr bwMode="auto">
              <a:xfrm>
                <a:off x="1136" y="3146"/>
                <a:ext cx="775" cy="890"/>
              </a:xfrm>
              <a:custGeom>
                <a:avLst/>
                <a:gdLst>
                  <a:gd name="T0" fmla="*/ 0 w 7748"/>
                  <a:gd name="T1" fmla="*/ 0 h 8896"/>
                  <a:gd name="T2" fmla="*/ 0 w 7748"/>
                  <a:gd name="T3" fmla="*/ 0 h 8896"/>
                  <a:gd name="T4" fmla="*/ 0 w 7748"/>
                  <a:gd name="T5" fmla="*/ 0 h 8896"/>
                  <a:gd name="T6" fmla="*/ 0 w 7748"/>
                  <a:gd name="T7" fmla="*/ 0 h 8896"/>
                  <a:gd name="T8" fmla="*/ 0 w 7748"/>
                  <a:gd name="T9" fmla="*/ 0 h 8896"/>
                  <a:gd name="T10" fmla="*/ 0 w 7748"/>
                  <a:gd name="T11" fmla="*/ 0 h 8896"/>
                  <a:gd name="T12" fmla="*/ 0 w 7748"/>
                  <a:gd name="T13" fmla="*/ 0 h 8896"/>
                  <a:gd name="T14" fmla="*/ 0 w 7748"/>
                  <a:gd name="T15" fmla="*/ 0 h 8896"/>
                  <a:gd name="T16" fmla="*/ 0 w 7748"/>
                  <a:gd name="T17" fmla="*/ 0 h 88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748"/>
                  <a:gd name="T28" fmla="*/ 0 h 8896"/>
                  <a:gd name="T29" fmla="*/ 7748 w 7748"/>
                  <a:gd name="T30" fmla="*/ 8896 h 88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748" h="8896">
                    <a:moveTo>
                      <a:pt x="7748" y="1106"/>
                    </a:moveTo>
                    <a:lnTo>
                      <a:pt x="4327" y="0"/>
                    </a:lnTo>
                    <a:lnTo>
                      <a:pt x="1950" y="888"/>
                    </a:lnTo>
                    <a:lnTo>
                      <a:pt x="1335" y="4540"/>
                    </a:lnTo>
                    <a:lnTo>
                      <a:pt x="98" y="5857"/>
                    </a:lnTo>
                    <a:lnTo>
                      <a:pt x="0" y="6133"/>
                    </a:lnTo>
                    <a:lnTo>
                      <a:pt x="3208" y="8896"/>
                    </a:lnTo>
                    <a:lnTo>
                      <a:pt x="7748" y="5031"/>
                    </a:lnTo>
                    <a:lnTo>
                      <a:pt x="7748" y="1106"/>
                    </a:lnTo>
                    <a:close/>
                  </a:path>
                </a:pathLst>
              </a:custGeom>
              <a:solidFill>
                <a:srgbClr val="FFFFFF"/>
              </a:solidFill>
              <a:ln w="9525">
                <a:noFill/>
                <a:round/>
                <a:headEnd/>
                <a:tailEnd/>
              </a:ln>
            </p:spPr>
            <p:txBody>
              <a:bodyPr/>
              <a:lstStyle/>
              <a:p>
                <a:pPr algn="ctr"/>
                <a:endParaRPr lang="pt-BR" sz="2400"/>
              </a:p>
            </p:txBody>
          </p:sp>
          <p:sp>
            <p:nvSpPr>
              <p:cNvPr id="261" name="Freeform 533"/>
              <p:cNvSpPr>
                <a:spLocks/>
              </p:cNvSpPr>
              <p:nvPr/>
            </p:nvSpPr>
            <p:spPr bwMode="auto">
              <a:xfrm>
                <a:off x="1314" y="3287"/>
                <a:ext cx="340" cy="451"/>
              </a:xfrm>
              <a:custGeom>
                <a:avLst/>
                <a:gdLst>
                  <a:gd name="T0" fmla="*/ 0 w 3398"/>
                  <a:gd name="T1" fmla="*/ 0 h 4509"/>
                  <a:gd name="T2" fmla="*/ 0 w 3398"/>
                  <a:gd name="T3" fmla="*/ 0 h 4509"/>
                  <a:gd name="T4" fmla="*/ 0 w 3398"/>
                  <a:gd name="T5" fmla="*/ 0 h 4509"/>
                  <a:gd name="T6" fmla="*/ 0 w 3398"/>
                  <a:gd name="T7" fmla="*/ 0 h 4509"/>
                  <a:gd name="T8" fmla="*/ 0 w 3398"/>
                  <a:gd name="T9" fmla="*/ 0 h 4509"/>
                  <a:gd name="T10" fmla="*/ 0 60000 65536"/>
                  <a:gd name="T11" fmla="*/ 0 60000 65536"/>
                  <a:gd name="T12" fmla="*/ 0 60000 65536"/>
                  <a:gd name="T13" fmla="*/ 0 60000 65536"/>
                  <a:gd name="T14" fmla="*/ 0 60000 65536"/>
                  <a:gd name="T15" fmla="*/ 0 w 3398"/>
                  <a:gd name="T16" fmla="*/ 0 h 4509"/>
                  <a:gd name="T17" fmla="*/ 3398 w 3398"/>
                  <a:gd name="T18" fmla="*/ 4509 h 4509"/>
                </a:gdLst>
                <a:ahLst/>
                <a:cxnLst>
                  <a:cxn ang="T10">
                    <a:pos x="T0" y="T1"/>
                  </a:cxn>
                  <a:cxn ang="T11">
                    <a:pos x="T2" y="T3"/>
                  </a:cxn>
                  <a:cxn ang="T12">
                    <a:pos x="T4" y="T5"/>
                  </a:cxn>
                  <a:cxn ang="T13">
                    <a:pos x="T6" y="T7"/>
                  </a:cxn>
                  <a:cxn ang="T14">
                    <a:pos x="T8" y="T9"/>
                  </a:cxn>
                </a:cxnLst>
                <a:rect l="T15" t="T16" r="T17" b="T18"/>
                <a:pathLst>
                  <a:path w="3398" h="4509">
                    <a:moveTo>
                      <a:pt x="478" y="0"/>
                    </a:moveTo>
                    <a:lnTo>
                      <a:pt x="0" y="2852"/>
                    </a:lnTo>
                    <a:lnTo>
                      <a:pt x="2994" y="4509"/>
                    </a:lnTo>
                    <a:lnTo>
                      <a:pt x="3398" y="1194"/>
                    </a:lnTo>
                    <a:lnTo>
                      <a:pt x="478" y="0"/>
                    </a:lnTo>
                    <a:close/>
                  </a:path>
                </a:pathLst>
              </a:custGeom>
              <a:solidFill>
                <a:srgbClr val="515151"/>
              </a:solidFill>
              <a:ln w="9525">
                <a:noFill/>
                <a:round/>
                <a:headEnd/>
                <a:tailEnd/>
              </a:ln>
            </p:spPr>
            <p:txBody>
              <a:bodyPr/>
              <a:lstStyle/>
              <a:p>
                <a:pPr algn="ctr"/>
                <a:endParaRPr lang="pt-BR" sz="2400"/>
              </a:p>
            </p:txBody>
          </p:sp>
          <p:sp>
            <p:nvSpPr>
              <p:cNvPr id="262" name="Freeform 534"/>
              <p:cNvSpPr>
                <a:spLocks/>
              </p:cNvSpPr>
              <p:nvPr/>
            </p:nvSpPr>
            <p:spPr bwMode="auto">
              <a:xfrm>
                <a:off x="611" y="3734"/>
                <a:ext cx="461" cy="562"/>
              </a:xfrm>
              <a:custGeom>
                <a:avLst/>
                <a:gdLst>
                  <a:gd name="T0" fmla="*/ 0 w 4614"/>
                  <a:gd name="T1" fmla="*/ 0 h 5620"/>
                  <a:gd name="T2" fmla="*/ 0 w 4614"/>
                  <a:gd name="T3" fmla="*/ 0 h 5620"/>
                  <a:gd name="T4" fmla="*/ 0 w 4614"/>
                  <a:gd name="T5" fmla="*/ 0 h 5620"/>
                  <a:gd name="T6" fmla="*/ 0 w 4614"/>
                  <a:gd name="T7" fmla="*/ 0 h 5620"/>
                  <a:gd name="T8" fmla="*/ 0 w 4614"/>
                  <a:gd name="T9" fmla="*/ 0 h 5620"/>
                  <a:gd name="T10" fmla="*/ 0 w 4614"/>
                  <a:gd name="T11" fmla="*/ 0 h 5620"/>
                  <a:gd name="T12" fmla="*/ 0 w 4614"/>
                  <a:gd name="T13" fmla="*/ 0 h 5620"/>
                  <a:gd name="T14" fmla="*/ 0 w 4614"/>
                  <a:gd name="T15" fmla="*/ 0 h 5620"/>
                  <a:gd name="T16" fmla="*/ 0 w 4614"/>
                  <a:gd name="T17" fmla="*/ 0 h 5620"/>
                  <a:gd name="T18" fmla="*/ 0 w 4614"/>
                  <a:gd name="T19" fmla="*/ 0 h 5620"/>
                  <a:gd name="T20" fmla="*/ 0 w 4614"/>
                  <a:gd name="T21" fmla="*/ 0 h 5620"/>
                  <a:gd name="T22" fmla="*/ 0 w 4614"/>
                  <a:gd name="T23" fmla="*/ 0 h 5620"/>
                  <a:gd name="T24" fmla="*/ 0 w 4614"/>
                  <a:gd name="T25" fmla="*/ 0 h 5620"/>
                  <a:gd name="T26" fmla="*/ 0 w 4614"/>
                  <a:gd name="T27" fmla="*/ 0 h 5620"/>
                  <a:gd name="T28" fmla="*/ 0 w 4614"/>
                  <a:gd name="T29" fmla="*/ 0 h 5620"/>
                  <a:gd name="T30" fmla="*/ 0 w 4614"/>
                  <a:gd name="T31" fmla="*/ 0 h 5620"/>
                  <a:gd name="T32" fmla="*/ 0 w 4614"/>
                  <a:gd name="T33" fmla="*/ 0 h 5620"/>
                  <a:gd name="T34" fmla="*/ 0 w 4614"/>
                  <a:gd name="T35" fmla="*/ 0 h 5620"/>
                  <a:gd name="T36" fmla="*/ 0 w 4614"/>
                  <a:gd name="T37" fmla="*/ 0 h 5620"/>
                  <a:gd name="T38" fmla="*/ 0 w 4614"/>
                  <a:gd name="T39" fmla="*/ 0 h 5620"/>
                  <a:gd name="T40" fmla="*/ 0 w 4614"/>
                  <a:gd name="T41" fmla="*/ 0 h 5620"/>
                  <a:gd name="T42" fmla="*/ 0 w 4614"/>
                  <a:gd name="T43" fmla="*/ 0 h 56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614"/>
                  <a:gd name="T67" fmla="*/ 0 h 5620"/>
                  <a:gd name="T68" fmla="*/ 4614 w 4614"/>
                  <a:gd name="T69" fmla="*/ 5620 h 56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614" h="5620">
                    <a:moveTo>
                      <a:pt x="3465" y="817"/>
                    </a:moveTo>
                    <a:lnTo>
                      <a:pt x="3748" y="1292"/>
                    </a:lnTo>
                    <a:lnTo>
                      <a:pt x="4407" y="2243"/>
                    </a:lnTo>
                    <a:lnTo>
                      <a:pt x="4538" y="2527"/>
                    </a:lnTo>
                    <a:lnTo>
                      <a:pt x="4614" y="2793"/>
                    </a:lnTo>
                    <a:lnTo>
                      <a:pt x="4598" y="3134"/>
                    </a:lnTo>
                    <a:lnTo>
                      <a:pt x="4510" y="3360"/>
                    </a:lnTo>
                    <a:lnTo>
                      <a:pt x="4278" y="3763"/>
                    </a:lnTo>
                    <a:lnTo>
                      <a:pt x="4510" y="4195"/>
                    </a:lnTo>
                    <a:lnTo>
                      <a:pt x="4464" y="4519"/>
                    </a:lnTo>
                    <a:lnTo>
                      <a:pt x="4041" y="5620"/>
                    </a:lnTo>
                    <a:lnTo>
                      <a:pt x="1482" y="5620"/>
                    </a:lnTo>
                    <a:lnTo>
                      <a:pt x="966" y="4917"/>
                    </a:lnTo>
                    <a:lnTo>
                      <a:pt x="206" y="2772"/>
                    </a:lnTo>
                    <a:lnTo>
                      <a:pt x="43" y="2165"/>
                    </a:lnTo>
                    <a:lnTo>
                      <a:pt x="0" y="1690"/>
                    </a:lnTo>
                    <a:lnTo>
                      <a:pt x="0" y="1428"/>
                    </a:lnTo>
                    <a:lnTo>
                      <a:pt x="43" y="1063"/>
                    </a:lnTo>
                    <a:lnTo>
                      <a:pt x="104" y="724"/>
                    </a:lnTo>
                    <a:lnTo>
                      <a:pt x="160" y="477"/>
                    </a:lnTo>
                    <a:lnTo>
                      <a:pt x="1468" y="0"/>
                    </a:lnTo>
                    <a:lnTo>
                      <a:pt x="3465" y="817"/>
                    </a:lnTo>
                    <a:close/>
                  </a:path>
                </a:pathLst>
              </a:custGeom>
              <a:solidFill>
                <a:srgbClr val="00EAFF"/>
              </a:solidFill>
              <a:ln w="9525">
                <a:noFill/>
                <a:round/>
                <a:headEnd/>
                <a:tailEnd/>
              </a:ln>
            </p:spPr>
            <p:txBody>
              <a:bodyPr/>
              <a:lstStyle/>
              <a:p>
                <a:pPr algn="ctr"/>
                <a:endParaRPr lang="pt-BR" sz="2400"/>
              </a:p>
            </p:txBody>
          </p:sp>
          <p:sp>
            <p:nvSpPr>
              <p:cNvPr id="263" name="Freeform 535"/>
              <p:cNvSpPr>
                <a:spLocks/>
              </p:cNvSpPr>
              <p:nvPr/>
            </p:nvSpPr>
            <p:spPr bwMode="auto">
              <a:xfrm>
                <a:off x="737" y="3734"/>
                <a:ext cx="161" cy="99"/>
              </a:xfrm>
              <a:custGeom>
                <a:avLst/>
                <a:gdLst>
                  <a:gd name="T0" fmla="*/ 0 w 1606"/>
                  <a:gd name="T1" fmla="*/ 0 h 991"/>
                  <a:gd name="T2" fmla="*/ 0 w 1606"/>
                  <a:gd name="T3" fmla="*/ 0 h 991"/>
                  <a:gd name="T4" fmla="*/ 0 w 1606"/>
                  <a:gd name="T5" fmla="*/ 0 h 991"/>
                  <a:gd name="T6" fmla="*/ 0 w 1606"/>
                  <a:gd name="T7" fmla="*/ 0 h 991"/>
                  <a:gd name="T8" fmla="*/ 0 w 1606"/>
                  <a:gd name="T9" fmla="*/ 0 h 991"/>
                  <a:gd name="T10" fmla="*/ 0 w 1606"/>
                  <a:gd name="T11" fmla="*/ 0 h 991"/>
                  <a:gd name="T12" fmla="*/ 0 60000 65536"/>
                  <a:gd name="T13" fmla="*/ 0 60000 65536"/>
                  <a:gd name="T14" fmla="*/ 0 60000 65536"/>
                  <a:gd name="T15" fmla="*/ 0 60000 65536"/>
                  <a:gd name="T16" fmla="*/ 0 60000 65536"/>
                  <a:gd name="T17" fmla="*/ 0 60000 65536"/>
                  <a:gd name="T18" fmla="*/ 0 w 1606"/>
                  <a:gd name="T19" fmla="*/ 0 h 991"/>
                  <a:gd name="T20" fmla="*/ 1606 w 1606"/>
                  <a:gd name="T21" fmla="*/ 991 h 991"/>
                </a:gdLst>
                <a:ahLst/>
                <a:cxnLst>
                  <a:cxn ang="T12">
                    <a:pos x="T0" y="T1"/>
                  </a:cxn>
                  <a:cxn ang="T13">
                    <a:pos x="T2" y="T3"/>
                  </a:cxn>
                  <a:cxn ang="T14">
                    <a:pos x="T4" y="T5"/>
                  </a:cxn>
                  <a:cxn ang="T15">
                    <a:pos x="T6" y="T7"/>
                  </a:cxn>
                  <a:cxn ang="T16">
                    <a:pos x="T8" y="T9"/>
                  </a:cxn>
                  <a:cxn ang="T17">
                    <a:pos x="T10" y="T11"/>
                  </a:cxn>
                </a:cxnLst>
                <a:rect l="T18" t="T19" r="T20" b="T21"/>
                <a:pathLst>
                  <a:path w="1606" h="991">
                    <a:moveTo>
                      <a:pt x="1606" y="779"/>
                    </a:moveTo>
                    <a:lnTo>
                      <a:pt x="0" y="0"/>
                    </a:lnTo>
                    <a:lnTo>
                      <a:pt x="354" y="665"/>
                    </a:lnTo>
                    <a:lnTo>
                      <a:pt x="839" y="991"/>
                    </a:lnTo>
                    <a:lnTo>
                      <a:pt x="1309" y="991"/>
                    </a:lnTo>
                    <a:lnTo>
                      <a:pt x="1606" y="779"/>
                    </a:lnTo>
                    <a:close/>
                  </a:path>
                </a:pathLst>
              </a:custGeom>
              <a:solidFill>
                <a:srgbClr val="70230C"/>
              </a:solidFill>
              <a:ln w="9525">
                <a:noFill/>
                <a:round/>
                <a:headEnd/>
                <a:tailEnd/>
              </a:ln>
            </p:spPr>
            <p:txBody>
              <a:bodyPr/>
              <a:lstStyle/>
              <a:p>
                <a:pPr algn="ctr"/>
                <a:endParaRPr lang="pt-BR" sz="2400"/>
              </a:p>
            </p:txBody>
          </p:sp>
          <p:sp>
            <p:nvSpPr>
              <p:cNvPr id="264" name="Freeform 536"/>
              <p:cNvSpPr>
                <a:spLocks/>
              </p:cNvSpPr>
              <p:nvPr/>
            </p:nvSpPr>
            <p:spPr bwMode="auto">
              <a:xfrm>
                <a:off x="998" y="3936"/>
                <a:ext cx="485" cy="358"/>
              </a:xfrm>
              <a:custGeom>
                <a:avLst/>
                <a:gdLst>
                  <a:gd name="T0" fmla="*/ 0 w 4842"/>
                  <a:gd name="T1" fmla="*/ 0 h 3580"/>
                  <a:gd name="T2" fmla="*/ 0 w 4842"/>
                  <a:gd name="T3" fmla="*/ 0 h 3580"/>
                  <a:gd name="T4" fmla="*/ 0 w 4842"/>
                  <a:gd name="T5" fmla="*/ 0 h 3580"/>
                  <a:gd name="T6" fmla="*/ 0 w 4842"/>
                  <a:gd name="T7" fmla="*/ 0 h 3580"/>
                  <a:gd name="T8" fmla="*/ 0 w 4842"/>
                  <a:gd name="T9" fmla="*/ 0 h 3580"/>
                  <a:gd name="T10" fmla="*/ 0 w 4842"/>
                  <a:gd name="T11" fmla="*/ 0 h 3580"/>
                  <a:gd name="T12" fmla="*/ 0 w 4842"/>
                  <a:gd name="T13" fmla="*/ 0 h 3580"/>
                  <a:gd name="T14" fmla="*/ 0 w 4842"/>
                  <a:gd name="T15" fmla="*/ 0 h 3580"/>
                  <a:gd name="T16" fmla="*/ 0 w 4842"/>
                  <a:gd name="T17" fmla="*/ 0 h 3580"/>
                  <a:gd name="T18" fmla="*/ 0 w 4842"/>
                  <a:gd name="T19" fmla="*/ 0 h 3580"/>
                  <a:gd name="T20" fmla="*/ 0 w 4842"/>
                  <a:gd name="T21" fmla="*/ 0 h 3580"/>
                  <a:gd name="T22" fmla="*/ 0 w 4842"/>
                  <a:gd name="T23" fmla="*/ 0 h 3580"/>
                  <a:gd name="T24" fmla="*/ 0 w 4842"/>
                  <a:gd name="T25" fmla="*/ 0 h 3580"/>
                  <a:gd name="T26" fmla="*/ 0 w 4842"/>
                  <a:gd name="T27" fmla="*/ 0 h 3580"/>
                  <a:gd name="T28" fmla="*/ 0 w 4842"/>
                  <a:gd name="T29" fmla="*/ 0 h 3580"/>
                  <a:gd name="T30" fmla="*/ 0 w 4842"/>
                  <a:gd name="T31" fmla="*/ 0 h 3580"/>
                  <a:gd name="T32" fmla="*/ 0 w 4842"/>
                  <a:gd name="T33" fmla="*/ 0 h 3580"/>
                  <a:gd name="T34" fmla="*/ 0 w 4842"/>
                  <a:gd name="T35" fmla="*/ 0 h 3580"/>
                  <a:gd name="T36" fmla="*/ 0 w 4842"/>
                  <a:gd name="T37" fmla="*/ 0 h 3580"/>
                  <a:gd name="T38" fmla="*/ 0 w 4842"/>
                  <a:gd name="T39" fmla="*/ 0 h 3580"/>
                  <a:gd name="T40" fmla="*/ 0 w 4842"/>
                  <a:gd name="T41" fmla="*/ 0 h 3580"/>
                  <a:gd name="T42" fmla="*/ 0 w 4842"/>
                  <a:gd name="T43" fmla="*/ 0 h 3580"/>
                  <a:gd name="T44" fmla="*/ 0 w 4842"/>
                  <a:gd name="T45" fmla="*/ 0 h 35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842"/>
                  <a:gd name="T70" fmla="*/ 0 h 3580"/>
                  <a:gd name="T71" fmla="*/ 4842 w 4842"/>
                  <a:gd name="T72" fmla="*/ 3580 h 35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842" h="3580">
                    <a:moveTo>
                      <a:pt x="4698" y="3580"/>
                    </a:moveTo>
                    <a:lnTo>
                      <a:pt x="4780" y="3334"/>
                    </a:lnTo>
                    <a:lnTo>
                      <a:pt x="4827" y="3063"/>
                    </a:lnTo>
                    <a:lnTo>
                      <a:pt x="4842" y="2812"/>
                    </a:lnTo>
                    <a:lnTo>
                      <a:pt x="4827" y="2504"/>
                    </a:lnTo>
                    <a:lnTo>
                      <a:pt x="4731" y="2172"/>
                    </a:lnTo>
                    <a:lnTo>
                      <a:pt x="4618" y="1943"/>
                    </a:lnTo>
                    <a:lnTo>
                      <a:pt x="2468" y="40"/>
                    </a:lnTo>
                    <a:lnTo>
                      <a:pt x="2244" y="0"/>
                    </a:lnTo>
                    <a:lnTo>
                      <a:pt x="1970" y="22"/>
                    </a:lnTo>
                    <a:lnTo>
                      <a:pt x="1668" y="80"/>
                    </a:lnTo>
                    <a:lnTo>
                      <a:pt x="899" y="307"/>
                    </a:lnTo>
                    <a:lnTo>
                      <a:pt x="607" y="351"/>
                    </a:lnTo>
                    <a:lnTo>
                      <a:pt x="719" y="702"/>
                    </a:lnTo>
                    <a:lnTo>
                      <a:pt x="736" y="1013"/>
                    </a:lnTo>
                    <a:lnTo>
                      <a:pt x="673" y="1198"/>
                    </a:lnTo>
                    <a:lnTo>
                      <a:pt x="400" y="1653"/>
                    </a:lnTo>
                    <a:lnTo>
                      <a:pt x="448" y="1924"/>
                    </a:lnTo>
                    <a:lnTo>
                      <a:pt x="626" y="2172"/>
                    </a:lnTo>
                    <a:lnTo>
                      <a:pt x="626" y="2315"/>
                    </a:lnTo>
                    <a:lnTo>
                      <a:pt x="497" y="2730"/>
                    </a:lnTo>
                    <a:lnTo>
                      <a:pt x="0" y="3580"/>
                    </a:lnTo>
                    <a:lnTo>
                      <a:pt x="4698" y="3580"/>
                    </a:lnTo>
                    <a:close/>
                  </a:path>
                </a:pathLst>
              </a:custGeom>
              <a:solidFill>
                <a:srgbClr val="FFEA00"/>
              </a:solidFill>
              <a:ln w="9525">
                <a:noFill/>
                <a:round/>
                <a:headEnd/>
                <a:tailEnd/>
              </a:ln>
            </p:spPr>
            <p:txBody>
              <a:bodyPr/>
              <a:lstStyle/>
              <a:p>
                <a:pPr algn="ctr"/>
                <a:endParaRPr lang="pt-BR" sz="2400"/>
              </a:p>
            </p:txBody>
          </p:sp>
          <p:sp>
            <p:nvSpPr>
              <p:cNvPr id="265" name="Freeform 537"/>
              <p:cNvSpPr>
                <a:spLocks/>
              </p:cNvSpPr>
              <p:nvPr/>
            </p:nvSpPr>
            <p:spPr bwMode="auto">
              <a:xfrm>
                <a:off x="971" y="3665"/>
                <a:ext cx="378" cy="237"/>
              </a:xfrm>
              <a:custGeom>
                <a:avLst/>
                <a:gdLst>
                  <a:gd name="T0" fmla="*/ 0 w 3784"/>
                  <a:gd name="T1" fmla="*/ 0 h 2378"/>
                  <a:gd name="T2" fmla="*/ 0 w 3784"/>
                  <a:gd name="T3" fmla="*/ 0 h 2378"/>
                  <a:gd name="T4" fmla="*/ 0 w 3784"/>
                  <a:gd name="T5" fmla="*/ 0 h 2378"/>
                  <a:gd name="T6" fmla="*/ 0 w 3784"/>
                  <a:gd name="T7" fmla="*/ 0 h 2378"/>
                  <a:gd name="T8" fmla="*/ 0 w 3784"/>
                  <a:gd name="T9" fmla="*/ 0 h 2378"/>
                  <a:gd name="T10" fmla="*/ 0 w 3784"/>
                  <a:gd name="T11" fmla="*/ 0 h 2378"/>
                  <a:gd name="T12" fmla="*/ 0 w 3784"/>
                  <a:gd name="T13" fmla="*/ 0 h 2378"/>
                  <a:gd name="T14" fmla="*/ 0 w 3784"/>
                  <a:gd name="T15" fmla="*/ 0 h 2378"/>
                  <a:gd name="T16" fmla="*/ 0 w 3784"/>
                  <a:gd name="T17" fmla="*/ 0 h 2378"/>
                  <a:gd name="T18" fmla="*/ 0 w 3784"/>
                  <a:gd name="T19" fmla="*/ 0 h 2378"/>
                  <a:gd name="T20" fmla="*/ 0 w 3784"/>
                  <a:gd name="T21" fmla="*/ 0 h 2378"/>
                  <a:gd name="T22" fmla="*/ 0 w 3784"/>
                  <a:gd name="T23" fmla="*/ 0 h 2378"/>
                  <a:gd name="T24" fmla="*/ 0 w 3784"/>
                  <a:gd name="T25" fmla="*/ 0 h 2378"/>
                  <a:gd name="T26" fmla="*/ 0 w 3784"/>
                  <a:gd name="T27" fmla="*/ 0 h 2378"/>
                  <a:gd name="T28" fmla="*/ 0 w 3784"/>
                  <a:gd name="T29" fmla="*/ 0 h 2378"/>
                  <a:gd name="T30" fmla="*/ 0 w 3784"/>
                  <a:gd name="T31" fmla="*/ 0 h 2378"/>
                  <a:gd name="T32" fmla="*/ 0 w 3784"/>
                  <a:gd name="T33" fmla="*/ 0 h 2378"/>
                  <a:gd name="T34" fmla="*/ 0 w 3784"/>
                  <a:gd name="T35" fmla="*/ 0 h 2378"/>
                  <a:gd name="T36" fmla="*/ 0 w 3784"/>
                  <a:gd name="T37" fmla="*/ 0 h 2378"/>
                  <a:gd name="T38" fmla="*/ 0 w 3784"/>
                  <a:gd name="T39" fmla="*/ 0 h 2378"/>
                  <a:gd name="T40" fmla="*/ 0 w 3784"/>
                  <a:gd name="T41" fmla="*/ 0 h 2378"/>
                  <a:gd name="T42" fmla="*/ 0 w 3784"/>
                  <a:gd name="T43" fmla="*/ 0 h 2378"/>
                  <a:gd name="T44" fmla="*/ 0 w 3784"/>
                  <a:gd name="T45" fmla="*/ 0 h 2378"/>
                  <a:gd name="T46" fmla="*/ 0 w 3784"/>
                  <a:gd name="T47" fmla="*/ 0 h 2378"/>
                  <a:gd name="T48" fmla="*/ 0 w 3784"/>
                  <a:gd name="T49" fmla="*/ 0 h 2378"/>
                  <a:gd name="T50" fmla="*/ 0 w 3784"/>
                  <a:gd name="T51" fmla="*/ 0 h 2378"/>
                  <a:gd name="T52" fmla="*/ 0 w 3784"/>
                  <a:gd name="T53" fmla="*/ 0 h 2378"/>
                  <a:gd name="T54" fmla="*/ 0 w 3784"/>
                  <a:gd name="T55" fmla="*/ 0 h 2378"/>
                  <a:gd name="T56" fmla="*/ 0 w 3784"/>
                  <a:gd name="T57" fmla="*/ 0 h 237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784"/>
                  <a:gd name="T88" fmla="*/ 0 h 2378"/>
                  <a:gd name="T89" fmla="*/ 3784 w 3784"/>
                  <a:gd name="T90" fmla="*/ 2378 h 237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784" h="2378">
                    <a:moveTo>
                      <a:pt x="432" y="2378"/>
                    </a:moveTo>
                    <a:lnTo>
                      <a:pt x="1267" y="1904"/>
                    </a:lnTo>
                    <a:lnTo>
                      <a:pt x="1747" y="1720"/>
                    </a:lnTo>
                    <a:lnTo>
                      <a:pt x="2535" y="1571"/>
                    </a:lnTo>
                    <a:lnTo>
                      <a:pt x="3259" y="1096"/>
                    </a:lnTo>
                    <a:lnTo>
                      <a:pt x="3462" y="827"/>
                    </a:lnTo>
                    <a:lnTo>
                      <a:pt x="3400" y="809"/>
                    </a:lnTo>
                    <a:lnTo>
                      <a:pt x="3176" y="849"/>
                    </a:lnTo>
                    <a:lnTo>
                      <a:pt x="2951" y="1054"/>
                    </a:lnTo>
                    <a:lnTo>
                      <a:pt x="2822" y="1158"/>
                    </a:lnTo>
                    <a:lnTo>
                      <a:pt x="2762" y="1158"/>
                    </a:lnTo>
                    <a:lnTo>
                      <a:pt x="2888" y="931"/>
                    </a:lnTo>
                    <a:lnTo>
                      <a:pt x="3271" y="680"/>
                    </a:lnTo>
                    <a:lnTo>
                      <a:pt x="3544" y="680"/>
                    </a:lnTo>
                    <a:lnTo>
                      <a:pt x="3735" y="599"/>
                    </a:lnTo>
                    <a:lnTo>
                      <a:pt x="3784" y="561"/>
                    </a:lnTo>
                    <a:lnTo>
                      <a:pt x="3784" y="516"/>
                    </a:lnTo>
                    <a:lnTo>
                      <a:pt x="3735" y="476"/>
                    </a:lnTo>
                    <a:lnTo>
                      <a:pt x="3559" y="476"/>
                    </a:lnTo>
                    <a:lnTo>
                      <a:pt x="3449" y="209"/>
                    </a:lnTo>
                    <a:lnTo>
                      <a:pt x="3079" y="38"/>
                    </a:lnTo>
                    <a:lnTo>
                      <a:pt x="2888" y="38"/>
                    </a:lnTo>
                    <a:lnTo>
                      <a:pt x="2810" y="0"/>
                    </a:lnTo>
                    <a:lnTo>
                      <a:pt x="2727" y="21"/>
                    </a:lnTo>
                    <a:lnTo>
                      <a:pt x="2647" y="83"/>
                    </a:lnTo>
                    <a:lnTo>
                      <a:pt x="1715" y="1200"/>
                    </a:lnTo>
                    <a:lnTo>
                      <a:pt x="0" y="1720"/>
                    </a:lnTo>
                    <a:lnTo>
                      <a:pt x="290" y="2193"/>
                    </a:lnTo>
                    <a:lnTo>
                      <a:pt x="432" y="2378"/>
                    </a:lnTo>
                    <a:close/>
                  </a:path>
                </a:pathLst>
              </a:custGeom>
              <a:solidFill>
                <a:srgbClr val="70230C"/>
              </a:solidFill>
              <a:ln w="9525">
                <a:noFill/>
                <a:round/>
                <a:headEnd/>
                <a:tailEnd/>
              </a:ln>
            </p:spPr>
            <p:txBody>
              <a:bodyPr/>
              <a:lstStyle/>
              <a:p>
                <a:pPr algn="ctr"/>
                <a:endParaRPr lang="pt-BR" sz="2400"/>
              </a:p>
            </p:txBody>
          </p:sp>
          <p:sp>
            <p:nvSpPr>
              <p:cNvPr id="266" name="Freeform 538"/>
              <p:cNvSpPr>
                <a:spLocks/>
              </p:cNvSpPr>
              <p:nvPr/>
            </p:nvSpPr>
            <p:spPr bwMode="auto">
              <a:xfrm>
                <a:off x="987" y="3770"/>
                <a:ext cx="462" cy="524"/>
              </a:xfrm>
              <a:custGeom>
                <a:avLst/>
                <a:gdLst>
                  <a:gd name="T0" fmla="*/ 0 w 4620"/>
                  <a:gd name="T1" fmla="*/ 0 h 5241"/>
                  <a:gd name="T2" fmla="*/ 0 w 4620"/>
                  <a:gd name="T3" fmla="*/ 0 h 5241"/>
                  <a:gd name="T4" fmla="*/ 0 w 4620"/>
                  <a:gd name="T5" fmla="*/ 0 h 5241"/>
                  <a:gd name="T6" fmla="*/ 0 w 4620"/>
                  <a:gd name="T7" fmla="*/ 0 h 5241"/>
                  <a:gd name="T8" fmla="*/ 0 w 4620"/>
                  <a:gd name="T9" fmla="*/ 0 h 5241"/>
                  <a:gd name="T10" fmla="*/ 0 w 4620"/>
                  <a:gd name="T11" fmla="*/ 0 h 5241"/>
                  <a:gd name="T12" fmla="*/ 0 w 4620"/>
                  <a:gd name="T13" fmla="*/ 0 h 5241"/>
                  <a:gd name="T14" fmla="*/ 0 w 4620"/>
                  <a:gd name="T15" fmla="*/ 0 h 5241"/>
                  <a:gd name="T16" fmla="*/ 0 w 4620"/>
                  <a:gd name="T17" fmla="*/ 0 h 5241"/>
                  <a:gd name="T18" fmla="*/ 0 w 4620"/>
                  <a:gd name="T19" fmla="*/ 0 h 5241"/>
                  <a:gd name="T20" fmla="*/ 0 w 4620"/>
                  <a:gd name="T21" fmla="*/ 0 h 5241"/>
                  <a:gd name="T22" fmla="*/ 0 w 4620"/>
                  <a:gd name="T23" fmla="*/ 0 h 5241"/>
                  <a:gd name="T24" fmla="*/ 0 w 4620"/>
                  <a:gd name="T25" fmla="*/ 0 h 5241"/>
                  <a:gd name="T26" fmla="*/ 0 w 4620"/>
                  <a:gd name="T27" fmla="*/ 0 h 5241"/>
                  <a:gd name="T28" fmla="*/ 0 w 4620"/>
                  <a:gd name="T29" fmla="*/ 0 h 5241"/>
                  <a:gd name="T30" fmla="*/ 0 w 4620"/>
                  <a:gd name="T31" fmla="*/ 0 h 5241"/>
                  <a:gd name="T32" fmla="*/ 0 w 4620"/>
                  <a:gd name="T33" fmla="*/ 0 h 5241"/>
                  <a:gd name="T34" fmla="*/ 0 w 4620"/>
                  <a:gd name="T35" fmla="*/ 0 h 5241"/>
                  <a:gd name="T36" fmla="*/ 0 w 4620"/>
                  <a:gd name="T37" fmla="*/ 0 h 5241"/>
                  <a:gd name="T38" fmla="*/ 0 w 4620"/>
                  <a:gd name="T39" fmla="*/ 0 h 5241"/>
                  <a:gd name="T40" fmla="*/ 0 w 4620"/>
                  <a:gd name="T41" fmla="*/ 0 h 5241"/>
                  <a:gd name="T42" fmla="*/ 0 w 4620"/>
                  <a:gd name="T43" fmla="*/ 0 h 5241"/>
                  <a:gd name="T44" fmla="*/ 0 w 4620"/>
                  <a:gd name="T45" fmla="*/ 0 h 5241"/>
                  <a:gd name="T46" fmla="*/ 0 w 4620"/>
                  <a:gd name="T47" fmla="*/ 0 h 5241"/>
                  <a:gd name="T48" fmla="*/ 0 w 4620"/>
                  <a:gd name="T49" fmla="*/ 0 h 5241"/>
                  <a:gd name="T50" fmla="*/ 0 w 4620"/>
                  <a:gd name="T51" fmla="*/ 0 h 5241"/>
                  <a:gd name="T52" fmla="*/ 0 w 4620"/>
                  <a:gd name="T53" fmla="*/ 0 h 5241"/>
                  <a:gd name="T54" fmla="*/ 0 w 4620"/>
                  <a:gd name="T55" fmla="*/ 0 h 5241"/>
                  <a:gd name="T56" fmla="*/ 0 w 4620"/>
                  <a:gd name="T57" fmla="*/ 0 h 5241"/>
                  <a:gd name="T58" fmla="*/ 0 w 4620"/>
                  <a:gd name="T59" fmla="*/ 0 h 5241"/>
                  <a:gd name="T60" fmla="*/ 0 w 4620"/>
                  <a:gd name="T61" fmla="*/ 0 h 5241"/>
                  <a:gd name="T62" fmla="*/ 0 w 4620"/>
                  <a:gd name="T63" fmla="*/ 0 h 5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620"/>
                  <a:gd name="T97" fmla="*/ 0 h 5241"/>
                  <a:gd name="T98" fmla="*/ 4620 w 4620"/>
                  <a:gd name="T99" fmla="*/ 5241 h 5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620" h="5241">
                    <a:moveTo>
                      <a:pt x="751" y="3873"/>
                    </a:moveTo>
                    <a:lnTo>
                      <a:pt x="915" y="3956"/>
                    </a:lnTo>
                    <a:lnTo>
                      <a:pt x="1219" y="4165"/>
                    </a:lnTo>
                    <a:lnTo>
                      <a:pt x="1493" y="4411"/>
                    </a:lnTo>
                    <a:lnTo>
                      <a:pt x="2886" y="2714"/>
                    </a:lnTo>
                    <a:lnTo>
                      <a:pt x="3110" y="1764"/>
                    </a:lnTo>
                    <a:lnTo>
                      <a:pt x="3110" y="913"/>
                    </a:lnTo>
                    <a:lnTo>
                      <a:pt x="3350" y="313"/>
                    </a:lnTo>
                    <a:lnTo>
                      <a:pt x="3593" y="124"/>
                    </a:lnTo>
                    <a:lnTo>
                      <a:pt x="3703" y="124"/>
                    </a:lnTo>
                    <a:lnTo>
                      <a:pt x="3818" y="0"/>
                    </a:lnTo>
                    <a:lnTo>
                      <a:pt x="4283" y="0"/>
                    </a:lnTo>
                    <a:lnTo>
                      <a:pt x="4378" y="146"/>
                    </a:lnTo>
                    <a:lnTo>
                      <a:pt x="4540" y="229"/>
                    </a:lnTo>
                    <a:lnTo>
                      <a:pt x="4540" y="395"/>
                    </a:lnTo>
                    <a:lnTo>
                      <a:pt x="4620" y="498"/>
                    </a:lnTo>
                    <a:lnTo>
                      <a:pt x="4620" y="706"/>
                    </a:lnTo>
                    <a:lnTo>
                      <a:pt x="4554" y="913"/>
                    </a:lnTo>
                    <a:lnTo>
                      <a:pt x="4330" y="1324"/>
                    </a:lnTo>
                    <a:lnTo>
                      <a:pt x="4201" y="1701"/>
                    </a:lnTo>
                    <a:lnTo>
                      <a:pt x="3687" y="2300"/>
                    </a:lnTo>
                    <a:lnTo>
                      <a:pt x="3547" y="2527"/>
                    </a:lnTo>
                    <a:lnTo>
                      <a:pt x="3191" y="3439"/>
                    </a:lnTo>
                    <a:lnTo>
                      <a:pt x="2918" y="4144"/>
                    </a:lnTo>
                    <a:lnTo>
                      <a:pt x="2679" y="4644"/>
                    </a:lnTo>
                    <a:lnTo>
                      <a:pt x="2274" y="5218"/>
                    </a:lnTo>
                    <a:lnTo>
                      <a:pt x="2181" y="5241"/>
                    </a:lnTo>
                    <a:lnTo>
                      <a:pt x="0" y="5241"/>
                    </a:lnTo>
                    <a:lnTo>
                      <a:pt x="500" y="4620"/>
                    </a:lnTo>
                    <a:lnTo>
                      <a:pt x="671" y="4247"/>
                    </a:lnTo>
                    <a:lnTo>
                      <a:pt x="751" y="3976"/>
                    </a:lnTo>
                    <a:lnTo>
                      <a:pt x="751" y="3873"/>
                    </a:lnTo>
                    <a:close/>
                  </a:path>
                </a:pathLst>
              </a:custGeom>
              <a:solidFill>
                <a:srgbClr val="70230C"/>
              </a:solidFill>
              <a:ln w="9525">
                <a:noFill/>
                <a:round/>
                <a:headEnd/>
                <a:tailEnd/>
              </a:ln>
            </p:spPr>
            <p:txBody>
              <a:bodyPr/>
              <a:lstStyle/>
              <a:p>
                <a:pPr algn="ctr"/>
                <a:endParaRPr lang="pt-BR" sz="2400"/>
              </a:p>
            </p:txBody>
          </p:sp>
          <p:sp>
            <p:nvSpPr>
              <p:cNvPr id="267" name="Freeform 539"/>
              <p:cNvSpPr>
                <a:spLocks/>
              </p:cNvSpPr>
              <p:nvPr/>
            </p:nvSpPr>
            <p:spPr bwMode="auto">
              <a:xfrm>
                <a:off x="754" y="3505"/>
                <a:ext cx="251" cy="310"/>
              </a:xfrm>
              <a:custGeom>
                <a:avLst/>
                <a:gdLst>
                  <a:gd name="T0" fmla="*/ 0 w 2509"/>
                  <a:gd name="T1" fmla="*/ 0 h 3099"/>
                  <a:gd name="T2" fmla="*/ 0 w 2509"/>
                  <a:gd name="T3" fmla="*/ 0 h 3099"/>
                  <a:gd name="T4" fmla="*/ 0 w 2509"/>
                  <a:gd name="T5" fmla="*/ 0 h 3099"/>
                  <a:gd name="T6" fmla="*/ 0 w 2509"/>
                  <a:gd name="T7" fmla="*/ 0 h 3099"/>
                  <a:gd name="T8" fmla="*/ 0 w 2509"/>
                  <a:gd name="T9" fmla="*/ 0 h 3099"/>
                  <a:gd name="T10" fmla="*/ 0 w 2509"/>
                  <a:gd name="T11" fmla="*/ 0 h 3099"/>
                  <a:gd name="T12" fmla="*/ 0 w 2509"/>
                  <a:gd name="T13" fmla="*/ 0 h 3099"/>
                  <a:gd name="T14" fmla="*/ 0 w 2509"/>
                  <a:gd name="T15" fmla="*/ 0 h 3099"/>
                  <a:gd name="T16" fmla="*/ 0 w 2509"/>
                  <a:gd name="T17" fmla="*/ 0 h 3099"/>
                  <a:gd name="T18" fmla="*/ 0 w 2509"/>
                  <a:gd name="T19" fmla="*/ 0 h 3099"/>
                  <a:gd name="T20" fmla="*/ 0 w 2509"/>
                  <a:gd name="T21" fmla="*/ 0 h 3099"/>
                  <a:gd name="T22" fmla="*/ 0 w 2509"/>
                  <a:gd name="T23" fmla="*/ 0 h 3099"/>
                  <a:gd name="T24" fmla="*/ 0 w 2509"/>
                  <a:gd name="T25" fmla="*/ 0 h 3099"/>
                  <a:gd name="T26" fmla="*/ 0 w 2509"/>
                  <a:gd name="T27" fmla="*/ 0 h 3099"/>
                  <a:gd name="T28" fmla="*/ 0 w 2509"/>
                  <a:gd name="T29" fmla="*/ 0 h 3099"/>
                  <a:gd name="T30" fmla="*/ 0 w 2509"/>
                  <a:gd name="T31" fmla="*/ 0 h 3099"/>
                  <a:gd name="T32" fmla="*/ 0 w 2509"/>
                  <a:gd name="T33" fmla="*/ 0 h 3099"/>
                  <a:gd name="T34" fmla="*/ 0 w 2509"/>
                  <a:gd name="T35" fmla="*/ 0 h 3099"/>
                  <a:gd name="T36" fmla="*/ 0 w 2509"/>
                  <a:gd name="T37" fmla="*/ 0 h 3099"/>
                  <a:gd name="T38" fmla="*/ 0 w 2509"/>
                  <a:gd name="T39" fmla="*/ 0 h 3099"/>
                  <a:gd name="T40" fmla="*/ 0 w 2509"/>
                  <a:gd name="T41" fmla="*/ 0 h 3099"/>
                  <a:gd name="T42" fmla="*/ 0 w 2509"/>
                  <a:gd name="T43" fmla="*/ 0 h 3099"/>
                  <a:gd name="T44" fmla="*/ 0 w 2509"/>
                  <a:gd name="T45" fmla="*/ 0 h 3099"/>
                  <a:gd name="T46" fmla="*/ 0 w 2509"/>
                  <a:gd name="T47" fmla="*/ 0 h 3099"/>
                  <a:gd name="T48" fmla="*/ 0 w 2509"/>
                  <a:gd name="T49" fmla="*/ 0 h 309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09"/>
                  <a:gd name="T76" fmla="*/ 0 h 3099"/>
                  <a:gd name="T77" fmla="*/ 2509 w 2509"/>
                  <a:gd name="T78" fmla="*/ 3099 h 309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09" h="3099">
                    <a:moveTo>
                      <a:pt x="2013" y="71"/>
                    </a:moveTo>
                    <a:lnTo>
                      <a:pt x="2213" y="431"/>
                    </a:lnTo>
                    <a:lnTo>
                      <a:pt x="2264" y="510"/>
                    </a:lnTo>
                    <a:lnTo>
                      <a:pt x="2289" y="613"/>
                    </a:lnTo>
                    <a:lnTo>
                      <a:pt x="2289" y="753"/>
                    </a:lnTo>
                    <a:lnTo>
                      <a:pt x="2469" y="1058"/>
                    </a:lnTo>
                    <a:lnTo>
                      <a:pt x="2509" y="1211"/>
                    </a:lnTo>
                    <a:lnTo>
                      <a:pt x="2509" y="1302"/>
                    </a:lnTo>
                    <a:lnTo>
                      <a:pt x="2489" y="1482"/>
                    </a:lnTo>
                    <a:lnTo>
                      <a:pt x="2409" y="1688"/>
                    </a:lnTo>
                    <a:lnTo>
                      <a:pt x="2360" y="1865"/>
                    </a:lnTo>
                    <a:lnTo>
                      <a:pt x="2360" y="1997"/>
                    </a:lnTo>
                    <a:lnTo>
                      <a:pt x="2360" y="2341"/>
                    </a:lnTo>
                    <a:lnTo>
                      <a:pt x="2400" y="2585"/>
                    </a:lnTo>
                    <a:lnTo>
                      <a:pt x="2400" y="2737"/>
                    </a:lnTo>
                    <a:lnTo>
                      <a:pt x="2360" y="2856"/>
                    </a:lnTo>
                    <a:lnTo>
                      <a:pt x="2302" y="2919"/>
                    </a:lnTo>
                    <a:lnTo>
                      <a:pt x="2173" y="3008"/>
                    </a:lnTo>
                    <a:lnTo>
                      <a:pt x="2033" y="3099"/>
                    </a:lnTo>
                    <a:lnTo>
                      <a:pt x="1507" y="3099"/>
                    </a:lnTo>
                    <a:lnTo>
                      <a:pt x="576" y="2856"/>
                    </a:lnTo>
                    <a:lnTo>
                      <a:pt x="0" y="1766"/>
                    </a:lnTo>
                    <a:lnTo>
                      <a:pt x="645" y="0"/>
                    </a:lnTo>
                    <a:lnTo>
                      <a:pt x="1656" y="304"/>
                    </a:lnTo>
                    <a:lnTo>
                      <a:pt x="2013" y="71"/>
                    </a:lnTo>
                    <a:close/>
                  </a:path>
                </a:pathLst>
              </a:custGeom>
              <a:solidFill>
                <a:srgbClr val="70230C"/>
              </a:solidFill>
              <a:ln w="9525">
                <a:noFill/>
                <a:round/>
                <a:headEnd/>
                <a:tailEnd/>
              </a:ln>
            </p:spPr>
            <p:txBody>
              <a:bodyPr/>
              <a:lstStyle/>
              <a:p>
                <a:pPr algn="ctr"/>
                <a:endParaRPr lang="pt-BR" sz="2400"/>
              </a:p>
            </p:txBody>
          </p:sp>
          <p:sp>
            <p:nvSpPr>
              <p:cNvPr id="268" name="Freeform 540"/>
              <p:cNvSpPr>
                <a:spLocks/>
              </p:cNvSpPr>
              <p:nvPr/>
            </p:nvSpPr>
            <p:spPr bwMode="auto">
              <a:xfrm>
                <a:off x="671" y="3450"/>
                <a:ext cx="96" cy="278"/>
              </a:xfrm>
              <a:custGeom>
                <a:avLst/>
                <a:gdLst>
                  <a:gd name="T0" fmla="*/ 0 w 961"/>
                  <a:gd name="T1" fmla="*/ 0 h 2779"/>
                  <a:gd name="T2" fmla="*/ 0 w 961"/>
                  <a:gd name="T3" fmla="*/ 0 h 2779"/>
                  <a:gd name="T4" fmla="*/ 0 w 961"/>
                  <a:gd name="T5" fmla="*/ 0 h 2779"/>
                  <a:gd name="T6" fmla="*/ 0 w 961"/>
                  <a:gd name="T7" fmla="*/ 0 h 2779"/>
                  <a:gd name="T8" fmla="*/ 0 w 961"/>
                  <a:gd name="T9" fmla="*/ 0 h 2779"/>
                  <a:gd name="T10" fmla="*/ 0 w 961"/>
                  <a:gd name="T11" fmla="*/ 0 h 2779"/>
                  <a:gd name="T12" fmla="*/ 0 w 961"/>
                  <a:gd name="T13" fmla="*/ 0 h 2779"/>
                  <a:gd name="T14" fmla="*/ 0 w 961"/>
                  <a:gd name="T15" fmla="*/ 0 h 2779"/>
                  <a:gd name="T16" fmla="*/ 0 w 961"/>
                  <a:gd name="T17" fmla="*/ 0 h 2779"/>
                  <a:gd name="T18" fmla="*/ 0 w 961"/>
                  <a:gd name="T19" fmla="*/ 0 h 27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1"/>
                  <a:gd name="T31" fmla="*/ 0 h 2779"/>
                  <a:gd name="T32" fmla="*/ 961 w 961"/>
                  <a:gd name="T33" fmla="*/ 2779 h 277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1" h="2779">
                    <a:moveTo>
                      <a:pt x="961" y="163"/>
                    </a:moveTo>
                    <a:lnTo>
                      <a:pt x="513" y="2779"/>
                    </a:lnTo>
                    <a:lnTo>
                      <a:pt x="154" y="2712"/>
                    </a:lnTo>
                    <a:lnTo>
                      <a:pt x="0" y="2408"/>
                    </a:lnTo>
                    <a:lnTo>
                      <a:pt x="0" y="2086"/>
                    </a:lnTo>
                    <a:lnTo>
                      <a:pt x="87" y="1957"/>
                    </a:lnTo>
                    <a:lnTo>
                      <a:pt x="15" y="1429"/>
                    </a:lnTo>
                    <a:lnTo>
                      <a:pt x="165" y="613"/>
                    </a:lnTo>
                    <a:lnTo>
                      <a:pt x="709" y="0"/>
                    </a:lnTo>
                    <a:lnTo>
                      <a:pt x="961" y="163"/>
                    </a:lnTo>
                    <a:close/>
                  </a:path>
                </a:pathLst>
              </a:custGeom>
              <a:solidFill>
                <a:srgbClr val="FFEA00"/>
              </a:solidFill>
              <a:ln w="9525">
                <a:noFill/>
                <a:round/>
                <a:headEnd/>
                <a:tailEnd/>
              </a:ln>
            </p:spPr>
            <p:txBody>
              <a:bodyPr/>
              <a:lstStyle/>
              <a:p>
                <a:pPr algn="ctr"/>
                <a:endParaRPr lang="pt-BR" sz="2400"/>
              </a:p>
            </p:txBody>
          </p:sp>
          <p:sp>
            <p:nvSpPr>
              <p:cNvPr id="269" name="Freeform 541"/>
              <p:cNvSpPr>
                <a:spLocks/>
              </p:cNvSpPr>
              <p:nvPr/>
            </p:nvSpPr>
            <p:spPr bwMode="auto">
              <a:xfrm>
                <a:off x="978" y="3546"/>
                <a:ext cx="32" cy="56"/>
              </a:xfrm>
              <a:custGeom>
                <a:avLst/>
                <a:gdLst>
                  <a:gd name="T0" fmla="*/ 0 w 318"/>
                  <a:gd name="T1" fmla="*/ 0 h 559"/>
                  <a:gd name="T2" fmla="*/ 0 w 318"/>
                  <a:gd name="T3" fmla="*/ 0 h 559"/>
                  <a:gd name="T4" fmla="*/ 0 w 318"/>
                  <a:gd name="T5" fmla="*/ 0 h 559"/>
                  <a:gd name="T6" fmla="*/ 0 w 318"/>
                  <a:gd name="T7" fmla="*/ 0 h 559"/>
                  <a:gd name="T8" fmla="*/ 0 w 318"/>
                  <a:gd name="T9" fmla="*/ 0 h 559"/>
                  <a:gd name="T10" fmla="*/ 0 w 318"/>
                  <a:gd name="T11" fmla="*/ 0 h 559"/>
                  <a:gd name="T12" fmla="*/ 0 60000 65536"/>
                  <a:gd name="T13" fmla="*/ 0 60000 65536"/>
                  <a:gd name="T14" fmla="*/ 0 60000 65536"/>
                  <a:gd name="T15" fmla="*/ 0 60000 65536"/>
                  <a:gd name="T16" fmla="*/ 0 60000 65536"/>
                  <a:gd name="T17" fmla="*/ 0 60000 65536"/>
                  <a:gd name="T18" fmla="*/ 0 w 318"/>
                  <a:gd name="T19" fmla="*/ 0 h 559"/>
                  <a:gd name="T20" fmla="*/ 318 w 318"/>
                  <a:gd name="T21" fmla="*/ 559 h 559"/>
                </a:gdLst>
                <a:ahLst/>
                <a:cxnLst>
                  <a:cxn ang="T12">
                    <a:pos x="T0" y="T1"/>
                  </a:cxn>
                  <a:cxn ang="T13">
                    <a:pos x="T2" y="T3"/>
                  </a:cxn>
                  <a:cxn ang="T14">
                    <a:pos x="T4" y="T5"/>
                  </a:cxn>
                  <a:cxn ang="T15">
                    <a:pos x="T6" y="T7"/>
                  </a:cxn>
                  <a:cxn ang="T16">
                    <a:pos x="T8" y="T9"/>
                  </a:cxn>
                  <a:cxn ang="T17">
                    <a:pos x="T10" y="T11"/>
                  </a:cxn>
                </a:cxnLst>
                <a:rect l="T18" t="T19" r="T20" b="T21"/>
                <a:pathLst>
                  <a:path w="318" h="559">
                    <a:moveTo>
                      <a:pt x="197" y="559"/>
                    </a:moveTo>
                    <a:lnTo>
                      <a:pt x="318" y="498"/>
                    </a:lnTo>
                    <a:lnTo>
                      <a:pt x="318" y="218"/>
                    </a:lnTo>
                    <a:lnTo>
                      <a:pt x="0" y="0"/>
                    </a:lnTo>
                    <a:lnTo>
                      <a:pt x="49" y="191"/>
                    </a:lnTo>
                    <a:lnTo>
                      <a:pt x="197" y="559"/>
                    </a:lnTo>
                    <a:close/>
                  </a:path>
                </a:pathLst>
              </a:custGeom>
              <a:solidFill>
                <a:srgbClr val="FFEA00"/>
              </a:solidFill>
              <a:ln w="9525">
                <a:noFill/>
                <a:round/>
                <a:headEnd/>
                <a:tailEnd/>
              </a:ln>
            </p:spPr>
            <p:txBody>
              <a:bodyPr/>
              <a:lstStyle/>
              <a:p>
                <a:pPr algn="ctr"/>
                <a:endParaRPr lang="pt-BR" sz="2400"/>
              </a:p>
            </p:txBody>
          </p:sp>
          <p:sp>
            <p:nvSpPr>
              <p:cNvPr id="270" name="Freeform 542"/>
              <p:cNvSpPr>
                <a:spLocks/>
              </p:cNvSpPr>
              <p:nvPr/>
            </p:nvSpPr>
            <p:spPr bwMode="auto">
              <a:xfrm>
                <a:off x="854" y="3637"/>
                <a:ext cx="47" cy="27"/>
              </a:xfrm>
              <a:custGeom>
                <a:avLst/>
                <a:gdLst>
                  <a:gd name="T0" fmla="*/ 0 w 464"/>
                  <a:gd name="T1" fmla="*/ 0 h 271"/>
                  <a:gd name="T2" fmla="*/ 0 w 464"/>
                  <a:gd name="T3" fmla="*/ 0 h 271"/>
                  <a:gd name="T4" fmla="*/ 0 w 464"/>
                  <a:gd name="T5" fmla="*/ 0 h 271"/>
                  <a:gd name="T6" fmla="*/ 0 w 464"/>
                  <a:gd name="T7" fmla="*/ 0 h 271"/>
                  <a:gd name="T8" fmla="*/ 0 w 464"/>
                  <a:gd name="T9" fmla="*/ 0 h 271"/>
                  <a:gd name="T10" fmla="*/ 0 w 464"/>
                  <a:gd name="T11" fmla="*/ 0 h 271"/>
                  <a:gd name="T12" fmla="*/ 0 w 464"/>
                  <a:gd name="T13" fmla="*/ 0 h 271"/>
                  <a:gd name="T14" fmla="*/ 0 w 464"/>
                  <a:gd name="T15" fmla="*/ 0 h 271"/>
                  <a:gd name="T16" fmla="*/ 0 w 464"/>
                  <a:gd name="T17" fmla="*/ 0 h 2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4"/>
                  <a:gd name="T28" fmla="*/ 0 h 271"/>
                  <a:gd name="T29" fmla="*/ 464 w 464"/>
                  <a:gd name="T30" fmla="*/ 271 h 2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4" h="271">
                    <a:moveTo>
                      <a:pt x="0" y="194"/>
                    </a:moveTo>
                    <a:lnTo>
                      <a:pt x="217" y="0"/>
                    </a:lnTo>
                    <a:lnTo>
                      <a:pt x="437" y="0"/>
                    </a:lnTo>
                    <a:lnTo>
                      <a:pt x="464" y="31"/>
                    </a:lnTo>
                    <a:lnTo>
                      <a:pt x="437" y="127"/>
                    </a:lnTo>
                    <a:lnTo>
                      <a:pt x="355" y="220"/>
                    </a:lnTo>
                    <a:lnTo>
                      <a:pt x="248" y="271"/>
                    </a:lnTo>
                    <a:lnTo>
                      <a:pt x="58" y="271"/>
                    </a:lnTo>
                    <a:lnTo>
                      <a:pt x="0" y="194"/>
                    </a:lnTo>
                    <a:close/>
                  </a:path>
                </a:pathLst>
              </a:custGeom>
              <a:solidFill>
                <a:srgbClr val="FFFFFF"/>
              </a:solidFill>
              <a:ln w="9525">
                <a:noFill/>
                <a:round/>
                <a:headEnd/>
                <a:tailEnd/>
              </a:ln>
            </p:spPr>
            <p:txBody>
              <a:bodyPr/>
              <a:lstStyle/>
              <a:p>
                <a:pPr algn="ctr"/>
                <a:endParaRPr lang="pt-BR" sz="2400"/>
              </a:p>
            </p:txBody>
          </p:sp>
          <p:sp>
            <p:nvSpPr>
              <p:cNvPr id="271" name="Freeform 543"/>
              <p:cNvSpPr>
                <a:spLocks/>
              </p:cNvSpPr>
              <p:nvPr/>
            </p:nvSpPr>
            <p:spPr bwMode="auto">
              <a:xfrm>
                <a:off x="944" y="3579"/>
                <a:ext cx="32" cy="32"/>
              </a:xfrm>
              <a:custGeom>
                <a:avLst/>
                <a:gdLst>
                  <a:gd name="T0" fmla="*/ 0 w 317"/>
                  <a:gd name="T1" fmla="*/ 0 h 311"/>
                  <a:gd name="T2" fmla="*/ 0 w 317"/>
                  <a:gd name="T3" fmla="*/ 0 h 311"/>
                  <a:gd name="T4" fmla="*/ 0 w 317"/>
                  <a:gd name="T5" fmla="*/ 0 h 311"/>
                  <a:gd name="T6" fmla="*/ 0 w 317"/>
                  <a:gd name="T7" fmla="*/ 0 h 311"/>
                  <a:gd name="T8" fmla="*/ 0 w 317"/>
                  <a:gd name="T9" fmla="*/ 0 h 311"/>
                  <a:gd name="T10" fmla="*/ 0 w 317"/>
                  <a:gd name="T11" fmla="*/ 0 h 311"/>
                  <a:gd name="T12" fmla="*/ 0 w 317"/>
                  <a:gd name="T13" fmla="*/ 0 h 311"/>
                  <a:gd name="T14" fmla="*/ 0 w 317"/>
                  <a:gd name="T15" fmla="*/ 0 h 311"/>
                  <a:gd name="T16" fmla="*/ 0 w 317"/>
                  <a:gd name="T17" fmla="*/ 0 h 311"/>
                  <a:gd name="T18" fmla="*/ 0 w 317"/>
                  <a:gd name="T19" fmla="*/ 0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7"/>
                  <a:gd name="T31" fmla="*/ 0 h 311"/>
                  <a:gd name="T32" fmla="*/ 317 w 317"/>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7" h="311">
                    <a:moveTo>
                      <a:pt x="0" y="311"/>
                    </a:moveTo>
                    <a:lnTo>
                      <a:pt x="9" y="228"/>
                    </a:lnTo>
                    <a:lnTo>
                      <a:pt x="53" y="105"/>
                    </a:lnTo>
                    <a:lnTo>
                      <a:pt x="138" y="27"/>
                    </a:lnTo>
                    <a:lnTo>
                      <a:pt x="317" y="0"/>
                    </a:lnTo>
                    <a:lnTo>
                      <a:pt x="317" y="76"/>
                    </a:lnTo>
                    <a:lnTo>
                      <a:pt x="277" y="180"/>
                    </a:lnTo>
                    <a:lnTo>
                      <a:pt x="188" y="245"/>
                    </a:lnTo>
                    <a:lnTo>
                      <a:pt x="81" y="283"/>
                    </a:lnTo>
                    <a:lnTo>
                      <a:pt x="0" y="311"/>
                    </a:lnTo>
                    <a:close/>
                  </a:path>
                </a:pathLst>
              </a:custGeom>
              <a:solidFill>
                <a:srgbClr val="FFFFFF"/>
              </a:solidFill>
              <a:ln w="9525">
                <a:noFill/>
                <a:round/>
                <a:headEnd/>
                <a:tailEnd/>
              </a:ln>
            </p:spPr>
            <p:txBody>
              <a:bodyPr/>
              <a:lstStyle/>
              <a:p>
                <a:pPr algn="ctr"/>
                <a:endParaRPr lang="pt-BR" sz="2400"/>
              </a:p>
            </p:txBody>
          </p:sp>
          <p:sp>
            <p:nvSpPr>
              <p:cNvPr id="272" name="Freeform 544"/>
              <p:cNvSpPr>
                <a:spLocks/>
              </p:cNvSpPr>
              <p:nvPr/>
            </p:nvSpPr>
            <p:spPr bwMode="auto">
              <a:xfrm>
                <a:off x="910" y="3713"/>
                <a:ext cx="69" cy="38"/>
              </a:xfrm>
              <a:custGeom>
                <a:avLst/>
                <a:gdLst>
                  <a:gd name="T0" fmla="*/ 0 w 693"/>
                  <a:gd name="T1" fmla="*/ 0 h 383"/>
                  <a:gd name="T2" fmla="*/ 0 w 693"/>
                  <a:gd name="T3" fmla="*/ 0 h 383"/>
                  <a:gd name="T4" fmla="*/ 0 w 693"/>
                  <a:gd name="T5" fmla="*/ 0 h 383"/>
                  <a:gd name="T6" fmla="*/ 0 w 693"/>
                  <a:gd name="T7" fmla="*/ 0 h 383"/>
                  <a:gd name="T8" fmla="*/ 0 w 693"/>
                  <a:gd name="T9" fmla="*/ 0 h 383"/>
                  <a:gd name="T10" fmla="*/ 0 w 693"/>
                  <a:gd name="T11" fmla="*/ 0 h 383"/>
                  <a:gd name="T12" fmla="*/ 0 w 693"/>
                  <a:gd name="T13" fmla="*/ 0 h 383"/>
                  <a:gd name="T14" fmla="*/ 0 w 693"/>
                  <a:gd name="T15" fmla="*/ 0 h 383"/>
                  <a:gd name="T16" fmla="*/ 0 w 693"/>
                  <a:gd name="T17" fmla="*/ 0 h 3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93"/>
                  <a:gd name="T28" fmla="*/ 0 h 383"/>
                  <a:gd name="T29" fmla="*/ 693 w 693"/>
                  <a:gd name="T30" fmla="*/ 383 h 3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93" h="383">
                    <a:moveTo>
                      <a:pt x="693" y="0"/>
                    </a:moveTo>
                    <a:lnTo>
                      <a:pt x="684" y="162"/>
                    </a:lnTo>
                    <a:lnTo>
                      <a:pt x="477" y="346"/>
                    </a:lnTo>
                    <a:lnTo>
                      <a:pt x="307" y="383"/>
                    </a:lnTo>
                    <a:lnTo>
                      <a:pt x="0" y="383"/>
                    </a:lnTo>
                    <a:lnTo>
                      <a:pt x="140" y="306"/>
                    </a:lnTo>
                    <a:lnTo>
                      <a:pt x="388" y="192"/>
                    </a:lnTo>
                    <a:lnTo>
                      <a:pt x="624" y="23"/>
                    </a:lnTo>
                    <a:lnTo>
                      <a:pt x="693" y="0"/>
                    </a:lnTo>
                    <a:close/>
                  </a:path>
                </a:pathLst>
              </a:custGeom>
              <a:solidFill>
                <a:srgbClr val="FFFFFF"/>
              </a:solidFill>
              <a:ln w="9525">
                <a:noFill/>
                <a:round/>
                <a:headEnd/>
                <a:tailEnd/>
              </a:ln>
            </p:spPr>
            <p:txBody>
              <a:bodyPr/>
              <a:lstStyle/>
              <a:p>
                <a:pPr algn="ctr"/>
                <a:endParaRPr lang="pt-BR" sz="2400"/>
              </a:p>
            </p:txBody>
          </p:sp>
          <p:sp>
            <p:nvSpPr>
              <p:cNvPr id="273" name="Freeform 545"/>
              <p:cNvSpPr>
                <a:spLocks/>
              </p:cNvSpPr>
              <p:nvPr/>
            </p:nvSpPr>
            <p:spPr bwMode="auto">
              <a:xfrm>
                <a:off x="817" y="3602"/>
                <a:ext cx="105" cy="51"/>
              </a:xfrm>
              <a:custGeom>
                <a:avLst/>
                <a:gdLst>
                  <a:gd name="T0" fmla="*/ 0 w 1051"/>
                  <a:gd name="T1" fmla="*/ 0 h 514"/>
                  <a:gd name="T2" fmla="*/ 0 w 1051"/>
                  <a:gd name="T3" fmla="*/ 0 h 514"/>
                  <a:gd name="T4" fmla="*/ 0 w 1051"/>
                  <a:gd name="T5" fmla="*/ 0 h 514"/>
                  <a:gd name="T6" fmla="*/ 0 w 1051"/>
                  <a:gd name="T7" fmla="*/ 0 h 514"/>
                  <a:gd name="T8" fmla="*/ 0 w 1051"/>
                  <a:gd name="T9" fmla="*/ 0 h 514"/>
                  <a:gd name="T10" fmla="*/ 0 w 1051"/>
                  <a:gd name="T11" fmla="*/ 0 h 514"/>
                  <a:gd name="T12" fmla="*/ 0 w 1051"/>
                  <a:gd name="T13" fmla="*/ 0 h 514"/>
                  <a:gd name="T14" fmla="*/ 0 w 1051"/>
                  <a:gd name="T15" fmla="*/ 0 h 514"/>
                  <a:gd name="T16" fmla="*/ 0 w 1051"/>
                  <a:gd name="T17" fmla="*/ 0 h 514"/>
                  <a:gd name="T18" fmla="*/ 0 w 1051"/>
                  <a:gd name="T19" fmla="*/ 0 h 514"/>
                  <a:gd name="T20" fmla="*/ 0 w 1051"/>
                  <a:gd name="T21" fmla="*/ 0 h 514"/>
                  <a:gd name="T22" fmla="*/ 0 w 1051"/>
                  <a:gd name="T23" fmla="*/ 0 h 514"/>
                  <a:gd name="T24" fmla="*/ 0 w 1051"/>
                  <a:gd name="T25" fmla="*/ 0 h 514"/>
                  <a:gd name="T26" fmla="*/ 0 w 1051"/>
                  <a:gd name="T27" fmla="*/ 0 h 514"/>
                  <a:gd name="T28" fmla="*/ 0 w 1051"/>
                  <a:gd name="T29" fmla="*/ 0 h 514"/>
                  <a:gd name="T30" fmla="*/ 0 w 1051"/>
                  <a:gd name="T31" fmla="*/ 0 h 514"/>
                  <a:gd name="T32" fmla="*/ 0 w 1051"/>
                  <a:gd name="T33" fmla="*/ 0 h 514"/>
                  <a:gd name="T34" fmla="*/ 0 w 1051"/>
                  <a:gd name="T35" fmla="*/ 0 h 514"/>
                  <a:gd name="T36" fmla="*/ 0 w 1051"/>
                  <a:gd name="T37" fmla="*/ 0 h 514"/>
                  <a:gd name="T38" fmla="*/ 0 w 1051"/>
                  <a:gd name="T39" fmla="*/ 0 h 514"/>
                  <a:gd name="T40" fmla="*/ 0 w 1051"/>
                  <a:gd name="T41" fmla="*/ 0 h 51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1"/>
                  <a:gd name="T64" fmla="*/ 0 h 514"/>
                  <a:gd name="T65" fmla="*/ 1051 w 1051"/>
                  <a:gd name="T66" fmla="*/ 514 h 51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1" h="514">
                    <a:moveTo>
                      <a:pt x="1013" y="412"/>
                    </a:moveTo>
                    <a:lnTo>
                      <a:pt x="938" y="316"/>
                    </a:lnTo>
                    <a:lnTo>
                      <a:pt x="938" y="232"/>
                    </a:lnTo>
                    <a:lnTo>
                      <a:pt x="884" y="116"/>
                    </a:lnTo>
                    <a:lnTo>
                      <a:pt x="809" y="199"/>
                    </a:lnTo>
                    <a:lnTo>
                      <a:pt x="578" y="199"/>
                    </a:lnTo>
                    <a:lnTo>
                      <a:pt x="489" y="250"/>
                    </a:lnTo>
                    <a:lnTo>
                      <a:pt x="360" y="250"/>
                    </a:lnTo>
                    <a:lnTo>
                      <a:pt x="194" y="349"/>
                    </a:lnTo>
                    <a:lnTo>
                      <a:pt x="169" y="412"/>
                    </a:lnTo>
                    <a:lnTo>
                      <a:pt x="0" y="514"/>
                    </a:lnTo>
                    <a:lnTo>
                      <a:pt x="269" y="165"/>
                    </a:lnTo>
                    <a:lnTo>
                      <a:pt x="400" y="150"/>
                    </a:lnTo>
                    <a:lnTo>
                      <a:pt x="476" y="116"/>
                    </a:lnTo>
                    <a:lnTo>
                      <a:pt x="565" y="116"/>
                    </a:lnTo>
                    <a:lnTo>
                      <a:pt x="822" y="0"/>
                    </a:lnTo>
                    <a:lnTo>
                      <a:pt x="884" y="0"/>
                    </a:lnTo>
                    <a:lnTo>
                      <a:pt x="908" y="52"/>
                    </a:lnTo>
                    <a:lnTo>
                      <a:pt x="986" y="85"/>
                    </a:lnTo>
                    <a:lnTo>
                      <a:pt x="1051" y="301"/>
                    </a:lnTo>
                    <a:lnTo>
                      <a:pt x="1013" y="412"/>
                    </a:lnTo>
                    <a:close/>
                  </a:path>
                </a:pathLst>
              </a:custGeom>
              <a:solidFill>
                <a:srgbClr val="000000"/>
              </a:solidFill>
              <a:ln w="9525">
                <a:noFill/>
                <a:round/>
                <a:headEnd/>
                <a:tailEnd/>
              </a:ln>
            </p:spPr>
            <p:txBody>
              <a:bodyPr/>
              <a:lstStyle/>
              <a:p>
                <a:pPr algn="ctr"/>
                <a:endParaRPr lang="pt-BR" sz="2400"/>
              </a:p>
            </p:txBody>
          </p:sp>
          <p:sp>
            <p:nvSpPr>
              <p:cNvPr id="274" name="Freeform 546"/>
              <p:cNvSpPr>
                <a:spLocks/>
              </p:cNvSpPr>
              <p:nvPr/>
            </p:nvSpPr>
            <p:spPr bwMode="auto">
              <a:xfrm>
                <a:off x="844" y="3635"/>
                <a:ext cx="63" cy="28"/>
              </a:xfrm>
              <a:custGeom>
                <a:avLst/>
                <a:gdLst>
                  <a:gd name="T0" fmla="*/ 0 w 629"/>
                  <a:gd name="T1" fmla="*/ 0 h 280"/>
                  <a:gd name="T2" fmla="*/ 0 w 629"/>
                  <a:gd name="T3" fmla="*/ 0 h 280"/>
                  <a:gd name="T4" fmla="*/ 0 w 629"/>
                  <a:gd name="T5" fmla="*/ 0 h 280"/>
                  <a:gd name="T6" fmla="*/ 0 w 629"/>
                  <a:gd name="T7" fmla="*/ 0 h 280"/>
                  <a:gd name="T8" fmla="*/ 0 w 629"/>
                  <a:gd name="T9" fmla="*/ 0 h 280"/>
                  <a:gd name="T10" fmla="*/ 0 w 629"/>
                  <a:gd name="T11" fmla="*/ 0 h 280"/>
                  <a:gd name="T12" fmla="*/ 0 w 629"/>
                  <a:gd name="T13" fmla="*/ 0 h 280"/>
                  <a:gd name="T14" fmla="*/ 0 w 629"/>
                  <a:gd name="T15" fmla="*/ 0 h 280"/>
                  <a:gd name="T16" fmla="*/ 0 w 629"/>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29"/>
                  <a:gd name="T28" fmla="*/ 0 h 280"/>
                  <a:gd name="T29" fmla="*/ 629 w 629"/>
                  <a:gd name="T30" fmla="*/ 280 h 2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29" h="280">
                    <a:moveTo>
                      <a:pt x="629" y="80"/>
                    </a:moveTo>
                    <a:lnTo>
                      <a:pt x="527" y="0"/>
                    </a:lnTo>
                    <a:lnTo>
                      <a:pt x="334" y="0"/>
                    </a:lnTo>
                    <a:lnTo>
                      <a:pt x="207" y="80"/>
                    </a:lnTo>
                    <a:lnTo>
                      <a:pt x="0" y="280"/>
                    </a:lnTo>
                    <a:lnTo>
                      <a:pt x="235" y="149"/>
                    </a:lnTo>
                    <a:lnTo>
                      <a:pt x="334" y="33"/>
                    </a:lnTo>
                    <a:lnTo>
                      <a:pt x="527" y="33"/>
                    </a:lnTo>
                    <a:lnTo>
                      <a:pt x="629" y="80"/>
                    </a:lnTo>
                    <a:close/>
                  </a:path>
                </a:pathLst>
              </a:custGeom>
              <a:solidFill>
                <a:srgbClr val="000000"/>
              </a:solidFill>
              <a:ln w="9525">
                <a:noFill/>
                <a:round/>
                <a:headEnd/>
                <a:tailEnd/>
              </a:ln>
            </p:spPr>
            <p:txBody>
              <a:bodyPr/>
              <a:lstStyle/>
              <a:p>
                <a:pPr algn="ctr"/>
                <a:endParaRPr lang="pt-BR" sz="2400"/>
              </a:p>
            </p:txBody>
          </p:sp>
          <p:sp>
            <p:nvSpPr>
              <p:cNvPr id="275" name="Freeform 547"/>
              <p:cNvSpPr>
                <a:spLocks/>
              </p:cNvSpPr>
              <p:nvPr/>
            </p:nvSpPr>
            <p:spPr bwMode="auto">
              <a:xfrm>
                <a:off x="849" y="3656"/>
                <a:ext cx="39" cy="15"/>
              </a:xfrm>
              <a:custGeom>
                <a:avLst/>
                <a:gdLst>
                  <a:gd name="T0" fmla="*/ 0 w 387"/>
                  <a:gd name="T1" fmla="*/ 0 h 144"/>
                  <a:gd name="T2" fmla="*/ 0 w 387"/>
                  <a:gd name="T3" fmla="*/ 0 h 144"/>
                  <a:gd name="T4" fmla="*/ 0 w 387"/>
                  <a:gd name="T5" fmla="*/ 0 h 144"/>
                  <a:gd name="T6" fmla="*/ 0 w 387"/>
                  <a:gd name="T7" fmla="*/ 0 h 144"/>
                  <a:gd name="T8" fmla="*/ 0 w 387"/>
                  <a:gd name="T9" fmla="*/ 0 h 144"/>
                  <a:gd name="T10" fmla="*/ 0 w 387"/>
                  <a:gd name="T11" fmla="*/ 0 h 144"/>
                  <a:gd name="T12" fmla="*/ 0 w 387"/>
                  <a:gd name="T13" fmla="*/ 0 h 144"/>
                  <a:gd name="T14" fmla="*/ 0 w 387"/>
                  <a:gd name="T15" fmla="*/ 0 h 144"/>
                  <a:gd name="T16" fmla="*/ 0 w 387"/>
                  <a:gd name="T17" fmla="*/ 0 h 144"/>
                  <a:gd name="T18" fmla="*/ 0 w 387"/>
                  <a:gd name="T19" fmla="*/ 0 h 144"/>
                  <a:gd name="T20" fmla="*/ 0 w 387"/>
                  <a:gd name="T21" fmla="*/ 0 h 1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144"/>
                  <a:gd name="T35" fmla="*/ 387 w 387"/>
                  <a:gd name="T36" fmla="*/ 144 h 1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144">
                    <a:moveTo>
                      <a:pt x="0" y="49"/>
                    </a:moveTo>
                    <a:lnTo>
                      <a:pt x="38" y="81"/>
                    </a:lnTo>
                    <a:lnTo>
                      <a:pt x="139" y="144"/>
                    </a:lnTo>
                    <a:lnTo>
                      <a:pt x="190" y="117"/>
                    </a:lnTo>
                    <a:lnTo>
                      <a:pt x="294" y="117"/>
                    </a:lnTo>
                    <a:lnTo>
                      <a:pt x="387" y="49"/>
                    </a:lnTo>
                    <a:lnTo>
                      <a:pt x="294" y="64"/>
                    </a:lnTo>
                    <a:lnTo>
                      <a:pt x="154" y="64"/>
                    </a:lnTo>
                    <a:lnTo>
                      <a:pt x="91" y="32"/>
                    </a:lnTo>
                    <a:lnTo>
                      <a:pt x="78" y="0"/>
                    </a:lnTo>
                    <a:lnTo>
                      <a:pt x="0" y="49"/>
                    </a:lnTo>
                    <a:close/>
                  </a:path>
                </a:pathLst>
              </a:custGeom>
              <a:solidFill>
                <a:srgbClr val="000000"/>
              </a:solidFill>
              <a:ln w="9525">
                <a:noFill/>
                <a:round/>
                <a:headEnd/>
                <a:tailEnd/>
              </a:ln>
            </p:spPr>
            <p:txBody>
              <a:bodyPr/>
              <a:lstStyle/>
              <a:p>
                <a:pPr algn="ctr"/>
                <a:endParaRPr lang="pt-BR" sz="2400"/>
              </a:p>
            </p:txBody>
          </p:sp>
          <p:sp>
            <p:nvSpPr>
              <p:cNvPr id="276" name="Freeform 548"/>
              <p:cNvSpPr>
                <a:spLocks/>
              </p:cNvSpPr>
              <p:nvPr/>
            </p:nvSpPr>
            <p:spPr bwMode="auto">
              <a:xfrm>
                <a:off x="890" y="3643"/>
                <a:ext cx="10" cy="17"/>
              </a:xfrm>
              <a:custGeom>
                <a:avLst/>
                <a:gdLst>
                  <a:gd name="T0" fmla="*/ 0 w 103"/>
                  <a:gd name="T1" fmla="*/ 0 h 168"/>
                  <a:gd name="T2" fmla="*/ 0 w 103"/>
                  <a:gd name="T3" fmla="*/ 0 h 168"/>
                  <a:gd name="T4" fmla="*/ 0 w 103"/>
                  <a:gd name="T5" fmla="*/ 0 h 168"/>
                  <a:gd name="T6" fmla="*/ 0 w 103"/>
                  <a:gd name="T7" fmla="*/ 0 h 168"/>
                  <a:gd name="T8" fmla="*/ 0 w 103"/>
                  <a:gd name="T9" fmla="*/ 0 h 168"/>
                  <a:gd name="T10" fmla="*/ 0 w 103"/>
                  <a:gd name="T11" fmla="*/ 0 h 168"/>
                  <a:gd name="T12" fmla="*/ 0 60000 65536"/>
                  <a:gd name="T13" fmla="*/ 0 60000 65536"/>
                  <a:gd name="T14" fmla="*/ 0 60000 65536"/>
                  <a:gd name="T15" fmla="*/ 0 60000 65536"/>
                  <a:gd name="T16" fmla="*/ 0 60000 65536"/>
                  <a:gd name="T17" fmla="*/ 0 60000 65536"/>
                  <a:gd name="T18" fmla="*/ 0 w 103"/>
                  <a:gd name="T19" fmla="*/ 0 h 168"/>
                  <a:gd name="T20" fmla="*/ 103 w 103"/>
                  <a:gd name="T21" fmla="*/ 168 h 168"/>
                </a:gdLst>
                <a:ahLst/>
                <a:cxnLst>
                  <a:cxn ang="T12">
                    <a:pos x="T0" y="T1"/>
                  </a:cxn>
                  <a:cxn ang="T13">
                    <a:pos x="T2" y="T3"/>
                  </a:cxn>
                  <a:cxn ang="T14">
                    <a:pos x="T4" y="T5"/>
                  </a:cxn>
                  <a:cxn ang="T15">
                    <a:pos x="T6" y="T7"/>
                  </a:cxn>
                  <a:cxn ang="T16">
                    <a:pos x="T8" y="T9"/>
                  </a:cxn>
                  <a:cxn ang="T17">
                    <a:pos x="T10" y="T11"/>
                  </a:cxn>
                </a:cxnLst>
                <a:rect l="T18" t="T19" r="T20" b="T21"/>
                <a:pathLst>
                  <a:path w="103" h="168">
                    <a:moveTo>
                      <a:pt x="0" y="168"/>
                    </a:moveTo>
                    <a:lnTo>
                      <a:pt x="24" y="102"/>
                    </a:lnTo>
                    <a:lnTo>
                      <a:pt x="78" y="69"/>
                    </a:lnTo>
                    <a:lnTo>
                      <a:pt x="103" y="0"/>
                    </a:lnTo>
                    <a:lnTo>
                      <a:pt x="78" y="102"/>
                    </a:lnTo>
                    <a:lnTo>
                      <a:pt x="0" y="168"/>
                    </a:lnTo>
                    <a:close/>
                  </a:path>
                </a:pathLst>
              </a:custGeom>
              <a:solidFill>
                <a:srgbClr val="000000"/>
              </a:solidFill>
              <a:ln w="9525">
                <a:noFill/>
                <a:round/>
                <a:headEnd/>
                <a:tailEnd/>
              </a:ln>
            </p:spPr>
            <p:txBody>
              <a:bodyPr/>
              <a:lstStyle/>
              <a:p>
                <a:pPr algn="ctr"/>
                <a:endParaRPr lang="pt-BR" sz="2400"/>
              </a:p>
            </p:txBody>
          </p:sp>
          <p:sp>
            <p:nvSpPr>
              <p:cNvPr id="277" name="Freeform 549"/>
              <p:cNvSpPr>
                <a:spLocks/>
              </p:cNvSpPr>
              <p:nvPr/>
            </p:nvSpPr>
            <p:spPr bwMode="auto">
              <a:xfrm>
                <a:off x="860" y="3645"/>
                <a:ext cx="15" cy="15"/>
              </a:xfrm>
              <a:custGeom>
                <a:avLst/>
                <a:gdLst>
                  <a:gd name="T0" fmla="*/ 0 w 144"/>
                  <a:gd name="T1" fmla="*/ 0 h 150"/>
                  <a:gd name="T2" fmla="*/ 0 w 144"/>
                  <a:gd name="T3" fmla="*/ 0 h 150"/>
                  <a:gd name="T4" fmla="*/ 0 w 144"/>
                  <a:gd name="T5" fmla="*/ 0 h 150"/>
                  <a:gd name="T6" fmla="*/ 0 w 144"/>
                  <a:gd name="T7" fmla="*/ 0 h 150"/>
                  <a:gd name="T8" fmla="*/ 0 w 144"/>
                  <a:gd name="T9" fmla="*/ 0 h 150"/>
                  <a:gd name="T10" fmla="*/ 0 w 144"/>
                  <a:gd name="T11" fmla="*/ 0 h 150"/>
                  <a:gd name="T12" fmla="*/ 0 w 144"/>
                  <a:gd name="T13" fmla="*/ 0 h 150"/>
                  <a:gd name="T14" fmla="*/ 0 w 144"/>
                  <a:gd name="T15" fmla="*/ 0 h 150"/>
                  <a:gd name="T16" fmla="*/ 0 w 144"/>
                  <a:gd name="T17" fmla="*/ 0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
                  <a:gd name="T28" fmla="*/ 0 h 150"/>
                  <a:gd name="T29" fmla="*/ 144 w 14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 h="150">
                    <a:moveTo>
                      <a:pt x="0" y="99"/>
                    </a:moveTo>
                    <a:lnTo>
                      <a:pt x="27" y="133"/>
                    </a:lnTo>
                    <a:lnTo>
                      <a:pt x="70" y="150"/>
                    </a:lnTo>
                    <a:lnTo>
                      <a:pt x="91" y="150"/>
                    </a:lnTo>
                    <a:lnTo>
                      <a:pt x="131" y="118"/>
                    </a:lnTo>
                    <a:lnTo>
                      <a:pt x="144" y="66"/>
                    </a:lnTo>
                    <a:lnTo>
                      <a:pt x="131" y="19"/>
                    </a:lnTo>
                    <a:lnTo>
                      <a:pt x="104" y="0"/>
                    </a:lnTo>
                    <a:lnTo>
                      <a:pt x="0" y="99"/>
                    </a:lnTo>
                    <a:close/>
                  </a:path>
                </a:pathLst>
              </a:custGeom>
              <a:solidFill>
                <a:srgbClr val="000000"/>
              </a:solidFill>
              <a:ln w="9525">
                <a:noFill/>
                <a:round/>
                <a:headEnd/>
                <a:tailEnd/>
              </a:ln>
            </p:spPr>
            <p:txBody>
              <a:bodyPr/>
              <a:lstStyle/>
              <a:p>
                <a:pPr algn="ctr"/>
                <a:endParaRPr lang="pt-BR" sz="2400"/>
              </a:p>
            </p:txBody>
          </p:sp>
          <p:sp>
            <p:nvSpPr>
              <p:cNvPr id="278" name="Freeform 550"/>
              <p:cNvSpPr>
                <a:spLocks/>
              </p:cNvSpPr>
              <p:nvPr/>
            </p:nvSpPr>
            <p:spPr bwMode="auto">
              <a:xfrm>
                <a:off x="943" y="3544"/>
                <a:ext cx="40" cy="124"/>
              </a:xfrm>
              <a:custGeom>
                <a:avLst/>
                <a:gdLst>
                  <a:gd name="T0" fmla="*/ 0 w 409"/>
                  <a:gd name="T1" fmla="*/ 0 h 1244"/>
                  <a:gd name="T2" fmla="*/ 0 w 409"/>
                  <a:gd name="T3" fmla="*/ 0 h 1244"/>
                  <a:gd name="T4" fmla="*/ 0 w 409"/>
                  <a:gd name="T5" fmla="*/ 0 h 1244"/>
                  <a:gd name="T6" fmla="*/ 0 w 409"/>
                  <a:gd name="T7" fmla="*/ 0 h 1244"/>
                  <a:gd name="T8" fmla="*/ 0 w 409"/>
                  <a:gd name="T9" fmla="*/ 0 h 1244"/>
                  <a:gd name="T10" fmla="*/ 0 w 409"/>
                  <a:gd name="T11" fmla="*/ 0 h 1244"/>
                  <a:gd name="T12" fmla="*/ 0 w 409"/>
                  <a:gd name="T13" fmla="*/ 0 h 1244"/>
                  <a:gd name="T14" fmla="*/ 0 w 409"/>
                  <a:gd name="T15" fmla="*/ 0 h 1244"/>
                  <a:gd name="T16" fmla="*/ 0 w 409"/>
                  <a:gd name="T17" fmla="*/ 0 h 1244"/>
                  <a:gd name="T18" fmla="*/ 0 w 409"/>
                  <a:gd name="T19" fmla="*/ 0 h 1244"/>
                  <a:gd name="T20" fmla="*/ 0 w 409"/>
                  <a:gd name="T21" fmla="*/ 0 h 1244"/>
                  <a:gd name="T22" fmla="*/ 0 w 409"/>
                  <a:gd name="T23" fmla="*/ 0 h 1244"/>
                  <a:gd name="T24" fmla="*/ 0 w 409"/>
                  <a:gd name="T25" fmla="*/ 0 h 1244"/>
                  <a:gd name="T26" fmla="*/ 0 w 409"/>
                  <a:gd name="T27" fmla="*/ 0 h 1244"/>
                  <a:gd name="T28" fmla="*/ 0 w 409"/>
                  <a:gd name="T29" fmla="*/ 0 h 1244"/>
                  <a:gd name="T30" fmla="*/ 0 w 409"/>
                  <a:gd name="T31" fmla="*/ 0 h 1244"/>
                  <a:gd name="T32" fmla="*/ 0 w 409"/>
                  <a:gd name="T33" fmla="*/ 0 h 1244"/>
                  <a:gd name="T34" fmla="*/ 0 w 409"/>
                  <a:gd name="T35" fmla="*/ 0 h 1244"/>
                  <a:gd name="T36" fmla="*/ 0 w 409"/>
                  <a:gd name="T37" fmla="*/ 0 h 1244"/>
                  <a:gd name="T38" fmla="*/ 0 w 409"/>
                  <a:gd name="T39" fmla="*/ 0 h 1244"/>
                  <a:gd name="T40" fmla="*/ 0 w 409"/>
                  <a:gd name="T41" fmla="*/ 0 h 1244"/>
                  <a:gd name="T42" fmla="*/ 0 w 409"/>
                  <a:gd name="T43" fmla="*/ 0 h 1244"/>
                  <a:gd name="T44" fmla="*/ 0 w 409"/>
                  <a:gd name="T45" fmla="*/ 0 h 1244"/>
                  <a:gd name="T46" fmla="*/ 0 w 409"/>
                  <a:gd name="T47" fmla="*/ 0 h 1244"/>
                  <a:gd name="T48" fmla="*/ 0 w 409"/>
                  <a:gd name="T49" fmla="*/ 0 h 1244"/>
                  <a:gd name="T50" fmla="*/ 0 w 409"/>
                  <a:gd name="T51" fmla="*/ 0 h 1244"/>
                  <a:gd name="T52" fmla="*/ 0 w 409"/>
                  <a:gd name="T53" fmla="*/ 0 h 1244"/>
                  <a:gd name="T54" fmla="*/ 0 w 409"/>
                  <a:gd name="T55" fmla="*/ 0 h 1244"/>
                  <a:gd name="T56" fmla="*/ 0 w 409"/>
                  <a:gd name="T57" fmla="*/ 0 h 1244"/>
                  <a:gd name="T58" fmla="*/ 0 w 409"/>
                  <a:gd name="T59" fmla="*/ 0 h 1244"/>
                  <a:gd name="T60" fmla="*/ 0 w 409"/>
                  <a:gd name="T61" fmla="*/ 0 h 1244"/>
                  <a:gd name="T62" fmla="*/ 0 w 409"/>
                  <a:gd name="T63" fmla="*/ 0 h 1244"/>
                  <a:gd name="T64" fmla="*/ 0 w 409"/>
                  <a:gd name="T65" fmla="*/ 0 h 1244"/>
                  <a:gd name="T66" fmla="*/ 0 w 409"/>
                  <a:gd name="T67" fmla="*/ 0 h 124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09"/>
                  <a:gd name="T103" fmla="*/ 0 h 1244"/>
                  <a:gd name="T104" fmla="*/ 409 w 409"/>
                  <a:gd name="T105" fmla="*/ 1244 h 124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09" h="1244">
                    <a:moveTo>
                      <a:pt x="87" y="564"/>
                    </a:moveTo>
                    <a:lnTo>
                      <a:pt x="142" y="564"/>
                    </a:lnTo>
                    <a:lnTo>
                      <a:pt x="178" y="513"/>
                    </a:lnTo>
                    <a:lnTo>
                      <a:pt x="178" y="397"/>
                    </a:lnTo>
                    <a:lnTo>
                      <a:pt x="318" y="365"/>
                    </a:lnTo>
                    <a:lnTo>
                      <a:pt x="153" y="365"/>
                    </a:lnTo>
                    <a:lnTo>
                      <a:pt x="216" y="284"/>
                    </a:lnTo>
                    <a:lnTo>
                      <a:pt x="256" y="180"/>
                    </a:lnTo>
                    <a:lnTo>
                      <a:pt x="356" y="100"/>
                    </a:lnTo>
                    <a:lnTo>
                      <a:pt x="409" y="234"/>
                    </a:lnTo>
                    <a:lnTo>
                      <a:pt x="369" y="69"/>
                    </a:lnTo>
                    <a:lnTo>
                      <a:pt x="333" y="0"/>
                    </a:lnTo>
                    <a:lnTo>
                      <a:pt x="265" y="0"/>
                    </a:lnTo>
                    <a:lnTo>
                      <a:pt x="216" y="136"/>
                    </a:lnTo>
                    <a:lnTo>
                      <a:pt x="153" y="180"/>
                    </a:lnTo>
                    <a:lnTo>
                      <a:pt x="60" y="333"/>
                    </a:lnTo>
                    <a:lnTo>
                      <a:pt x="60" y="446"/>
                    </a:lnTo>
                    <a:lnTo>
                      <a:pt x="25" y="513"/>
                    </a:lnTo>
                    <a:lnTo>
                      <a:pt x="0" y="680"/>
                    </a:lnTo>
                    <a:lnTo>
                      <a:pt x="25" y="744"/>
                    </a:lnTo>
                    <a:lnTo>
                      <a:pt x="60" y="844"/>
                    </a:lnTo>
                    <a:lnTo>
                      <a:pt x="229" y="1093"/>
                    </a:lnTo>
                    <a:lnTo>
                      <a:pt x="409" y="1244"/>
                    </a:lnTo>
                    <a:lnTo>
                      <a:pt x="243" y="1075"/>
                    </a:lnTo>
                    <a:lnTo>
                      <a:pt x="87" y="844"/>
                    </a:lnTo>
                    <a:lnTo>
                      <a:pt x="60" y="729"/>
                    </a:lnTo>
                    <a:lnTo>
                      <a:pt x="153" y="729"/>
                    </a:lnTo>
                    <a:lnTo>
                      <a:pt x="87" y="680"/>
                    </a:lnTo>
                    <a:lnTo>
                      <a:pt x="153" y="596"/>
                    </a:lnTo>
                    <a:lnTo>
                      <a:pt x="100" y="596"/>
                    </a:lnTo>
                    <a:lnTo>
                      <a:pt x="36" y="664"/>
                    </a:lnTo>
                    <a:lnTo>
                      <a:pt x="36" y="613"/>
                    </a:lnTo>
                    <a:lnTo>
                      <a:pt x="60" y="547"/>
                    </a:lnTo>
                    <a:lnTo>
                      <a:pt x="87" y="564"/>
                    </a:lnTo>
                    <a:close/>
                  </a:path>
                </a:pathLst>
              </a:custGeom>
              <a:solidFill>
                <a:srgbClr val="000000"/>
              </a:solidFill>
              <a:ln w="9525">
                <a:noFill/>
                <a:round/>
                <a:headEnd/>
                <a:tailEnd/>
              </a:ln>
            </p:spPr>
            <p:txBody>
              <a:bodyPr/>
              <a:lstStyle/>
              <a:p>
                <a:pPr algn="ctr"/>
                <a:endParaRPr lang="pt-BR" sz="2400"/>
              </a:p>
            </p:txBody>
          </p:sp>
          <p:sp>
            <p:nvSpPr>
              <p:cNvPr id="279" name="Freeform 551"/>
              <p:cNvSpPr>
                <a:spLocks/>
              </p:cNvSpPr>
              <p:nvPr/>
            </p:nvSpPr>
            <p:spPr bwMode="auto">
              <a:xfrm>
                <a:off x="957" y="3582"/>
                <a:ext cx="20" cy="25"/>
              </a:xfrm>
              <a:custGeom>
                <a:avLst/>
                <a:gdLst>
                  <a:gd name="T0" fmla="*/ 0 w 201"/>
                  <a:gd name="T1" fmla="*/ 0 h 251"/>
                  <a:gd name="T2" fmla="*/ 0 w 201"/>
                  <a:gd name="T3" fmla="*/ 0 h 251"/>
                  <a:gd name="T4" fmla="*/ 0 w 201"/>
                  <a:gd name="T5" fmla="*/ 0 h 251"/>
                  <a:gd name="T6" fmla="*/ 0 w 201"/>
                  <a:gd name="T7" fmla="*/ 0 h 251"/>
                  <a:gd name="T8" fmla="*/ 0 w 201"/>
                  <a:gd name="T9" fmla="*/ 0 h 251"/>
                  <a:gd name="T10" fmla="*/ 0 w 201"/>
                  <a:gd name="T11" fmla="*/ 0 h 251"/>
                  <a:gd name="T12" fmla="*/ 0 w 201"/>
                  <a:gd name="T13" fmla="*/ 0 h 251"/>
                  <a:gd name="T14" fmla="*/ 0 w 201"/>
                  <a:gd name="T15" fmla="*/ 0 h 251"/>
                  <a:gd name="T16" fmla="*/ 0 w 201"/>
                  <a:gd name="T17" fmla="*/ 0 h 2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1"/>
                  <a:gd name="T28" fmla="*/ 0 h 251"/>
                  <a:gd name="T29" fmla="*/ 201 w 201"/>
                  <a:gd name="T30" fmla="*/ 251 h 2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1" h="251">
                    <a:moveTo>
                      <a:pt x="0" y="251"/>
                    </a:moveTo>
                    <a:lnTo>
                      <a:pt x="101" y="216"/>
                    </a:lnTo>
                    <a:lnTo>
                      <a:pt x="176" y="153"/>
                    </a:lnTo>
                    <a:lnTo>
                      <a:pt x="201" y="66"/>
                    </a:lnTo>
                    <a:lnTo>
                      <a:pt x="191" y="0"/>
                    </a:lnTo>
                    <a:lnTo>
                      <a:pt x="191" y="53"/>
                    </a:lnTo>
                    <a:lnTo>
                      <a:pt x="152" y="133"/>
                    </a:lnTo>
                    <a:lnTo>
                      <a:pt x="87" y="199"/>
                    </a:lnTo>
                    <a:lnTo>
                      <a:pt x="0" y="251"/>
                    </a:lnTo>
                    <a:close/>
                  </a:path>
                </a:pathLst>
              </a:custGeom>
              <a:solidFill>
                <a:srgbClr val="000000"/>
              </a:solidFill>
              <a:ln w="9525">
                <a:noFill/>
                <a:round/>
                <a:headEnd/>
                <a:tailEnd/>
              </a:ln>
            </p:spPr>
            <p:txBody>
              <a:bodyPr/>
              <a:lstStyle/>
              <a:p>
                <a:pPr algn="ctr"/>
                <a:endParaRPr lang="pt-BR" sz="2400"/>
              </a:p>
            </p:txBody>
          </p:sp>
          <p:sp>
            <p:nvSpPr>
              <p:cNvPr id="280" name="Freeform 552"/>
              <p:cNvSpPr>
                <a:spLocks/>
              </p:cNvSpPr>
              <p:nvPr/>
            </p:nvSpPr>
            <p:spPr bwMode="auto">
              <a:xfrm>
                <a:off x="855" y="3673"/>
                <a:ext cx="33" cy="6"/>
              </a:xfrm>
              <a:custGeom>
                <a:avLst/>
                <a:gdLst>
                  <a:gd name="T0" fmla="*/ 0 w 324"/>
                  <a:gd name="T1" fmla="*/ 0 h 63"/>
                  <a:gd name="T2" fmla="*/ 0 w 324"/>
                  <a:gd name="T3" fmla="*/ 0 h 63"/>
                  <a:gd name="T4" fmla="*/ 0 w 324"/>
                  <a:gd name="T5" fmla="*/ 0 h 63"/>
                  <a:gd name="T6" fmla="*/ 0 w 324"/>
                  <a:gd name="T7" fmla="*/ 0 h 63"/>
                  <a:gd name="T8" fmla="*/ 0 w 324"/>
                  <a:gd name="T9" fmla="*/ 0 h 63"/>
                  <a:gd name="T10" fmla="*/ 0 w 324"/>
                  <a:gd name="T11" fmla="*/ 0 h 63"/>
                  <a:gd name="T12" fmla="*/ 0 w 324"/>
                  <a:gd name="T13" fmla="*/ 0 h 63"/>
                  <a:gd name="T14" fmla="*/ 0 w 324"/>
                  <a:gd name="T15" fmla="*/ 0 h 63"/>
                  <a:gd name="T16" fmla="*/ 0 w 324"/>
                  <a:gd name="T17" fmla="*/ 0 h 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4"/>
                  <a:gd name="T28" fmla="*/ 0 h 63"/>
                  <a:gd name="T29" fmla="*/ 324 w 324"/>
                  <a:gd name="T30" fmla="*/ 63 h 6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4" h="63">
                    <a:moveTo>
                      <a:pt x="324" y="0"/>
                    </a:moveTo>
                    <a:lnTo>
                      <a:pt x="244" y="31"/>
                    </a:lnTo>
                    <a:lnTo>
                      <a:pt x="167" y="46"/>
                    </a:lnTo>
                    <a:lnTo>
                      <a:pt x="91" y="46"/>
                    </a:lnTo>
                    <a:lnTo>
                      <a:pt x="0" y="31"/>
                    </a:lnTo>
                    <a:lnTo>
                      <a:pt x="76" y="63"/>
                    </a:lnTo>
                    <a:lnTo>
                      <a:pt x="193" y="63"/>
                    </a:lnTo>
                    <a:lnTo>
                      <a:pt x="284" y="46"/>
                    </a:lnTo>
                    <a:lnTo>
                      <a:pt x="324" y="0"/>
                    </a:lnTo>
                    <a:close/>
                  </a:path>
                </a:pathLst>
              </a:custGeom>
              <a:solidFill>
                <a:srgbClr val="000000"/>
              </a:solidFill>
              <a:ln w="9525">
                <a:noFill/>
                <a:round/>
                <a:headEnd/>
                <a:tailEnd/>
              </a:ln>
            </p:spPr>
            <p:txBody>
              <a:bodyPr/>
              <a:lstStyle/>
              <a:p>
                <a:pPr algn="ctr"/>
                <a:endParaRPr lang="pt-BR" sz="2400"/>
              </a:p>
            </p:txBody>
          </p:sp>
          <p:sp>
            <p:nvSpPr>
              <p:cNvPr id="281" name="Freeform 553"/>
              <p:cNvSpPr>
                <a:spLocks/>
              </p:cNvSpPr>
              <p:nvPr/>
            </p:nvSpPr>
            <p:spPr bwMode="auto">
              <a:xfrm>
                <a:off x="690" y="3453"/>
                <a:ext cx="297" cy="380"/>
              </a:xfrm>
              <a:custGeom>
                <a:avLst/>
                <a:gdLst>
                  <a:gd name="T0" fmla="*/ 0 w 2968"/>
                  <a:gd name="T1" fmla="*/ 0 h 3801"/>
                  <a:gd name="T2" fmla="*/ 0 w 2968"/>
                  <a:gd name="T3" fmla="*/ 0 h 3801"/>
                  <a:gd name="T4" fmla="*/ 0 w 2968"/>
                  <a:gd name="T5" fmla="*/ 0 h 3801"/>
                  <a:gd name="T6" fmla="*/ 0 w 2968"/>
                  <a:gd name="T7" fmla="*/ 0 h 3801"/>
                  <a:gd name="T8" fmla="*/ 0 w 2968"/>
                  <a:gd name="T9" fmla="*/ 0 h 3801"/>
                  <a:gd name="T10" fmla="*/ 0 w 2968"/>
                  <a:gd name="T11" fmla="*/ 0 h 3801"/>
                  <a:gd name="T12" fmla="*/ 0 w 2968"/>
                  <a:gd name="T13" fmla="*/ 0 h 3801"/>
                  <a:gd name="T14" fmla="*/ 0 w 2968"/>
                  <a:gd name="T15" fmla="*/ 0 h 3801"/>
                  <a:gd name="T16" fmla="*/ 0 w 2968"/>
                  <a:gd name="T17" fmla="*/ 0 h 3801"/>
                  <a:gd name="T18" fmla="*/ 0 w 2968"/>
                  <a:gd name="T19" fmla="*/ 0 h 3801"/>
                  <a:gd name="T20" fmla="*/ 0 w 2968"/>
                  <a:gd name="T21" fmla="*/ 0 h 3801"/>
                  <a:gd name="T22" fmla="*/ 0 w 2968"/>
                  <a:gd name="T23" fmla="*/ 0 h 3801"/>
                  <a:gd name="T24" fmla="*/ 0 w 2968"/>
                  <a:gd name="T25" fmla="*/ 0 h 3801"/>
                  <a:gd name="T26" fmla="*/ 0 w 2968"/>
                  <a:gd name="T27" fmla="*/ 0 h 3801"/>
                  <a:gd name="T28" fmla="*/ 0 w 2968"/>
                  <a:gd name="T29" fmla="*/ 0 h 3801"/>
                  <a:gd name="T30" fmla="*/ 0 w 2968"/>
                  <a:gd name="T31" fmla="*/ 0 h 3801"/>
                  <a:gd name="T32" fmla="*/ 0 w 2968"/>
                  <a:gd name="T33" fmla="*/ 0 h 3801"/>
                  <a:gd name="T34" fmla="*/ 0 w 2968"/>
                  <a:gd name="T35" fmla="*/ 0 h 3801"/>
                  <a:gd name="T36" fmla="*/ 0 w 2968"/>
                  <a:gd name="T37" fmla="*/ 0 h 3801"/>
                  <a:gd name="T38" fmla="*/ 0 w 2968"/>
                  <a:gd name="T39" fmla="*/ 0 h 3801"/>
                  <a:gd name="T40" fmla="*/ 0 w 2968"/>
                  <a:gd name="T41" fmla="*/ 0 h 3801"/>
                  <a:gd name="T42" fmla="*/ 0 w 2968"/>
                  <a:gd name="T43" fmla="*/ 0 h 3801"/>
                  <a:gd name="T44" fmla="*/ 0 w 2968"/>
                  <a:gd name="T45" fmla="*/ 0 h 3801"/>
                  <a:gd name="T46" fmla="*/ 0 w 2968"/>
                  <a:gd name="T47" fmla="*/ 0 h 3801"/>
                  <a:gd name="T48" fmla="*/ 0 w 2968"/>
                  <a:gd name="T49" fmla="*/ 0 h 3801"/>
                  <a:gd name="T50" fmla="*/ 0 w 2968"/>
                  <a:gd name="T51" fmla="*/ 0 h 3801"/>
                  <a:gd name="T52" fmla="*/ 0 w 2968"/>
                  <a:gd name="T53" fmla="*/ 0 h 3801"/>
                  <a:gd name="T54" fmla="*/ 0 w 2968"/>
                  <a:gd name="T55" fmla="*/ 0 h 3801"/>
                  <a:gd name="T56" fmla="*/ 0 w 2968"/>
                  <a:gd name="T57" fmla="*/ 0 h 3801"/>
                  <a:gd name="T58" fmla="*/ 0 w 2968"/>
                  <a:gd name="T59" fmla="*/ 0 h 3801"/>
                  <a:gd name="T60" fmla="*/ 0 w 2968"/>
                  <a:gd name="T61" fmla="*/ 0 h 3801"/>
                  <a:gd name="T62" fmla="*/ 0 w 2968"/>
                  <a:gd name="T63" fmla="*/ 0 h 3801"/>
                  <a:gd name="T64" fmla="*/ 0 w 2968"/>
                  <a:gd name="T65" fmla="*/ 0 h 3801"/>
                  <a:gd name="T66" fmla="*/ 0 w 2968"/>
                  <a:gd name="T67" fmla="*/ 0 h 3801"/>
                  <a:gd name="T68" fmla="*/ 0 w 2968"/>
                  <a:gd name="T69" fmla="*/ 0 h 3801"/>
                  <a:gd name="T70" fmla="*/ 0 w 2968"/>
                  <a:gd name="T71" fmla="*/ 0 h 3801"/>
                  <a:gd name="T72" fmla="*/ 0 w 2968"/>
                  <a:gd name="T73" fmla="*/ 0 h 3801"/>
                  <a:gd name="T74" fmla="*/ 0 w 2968"/>
                  <a:gd name="T75" fmla="*/ 0 h 3801"/>
                  <a:gd name="T76" fmla="*/ 0 w 2968"/>
                  <a:gd name="T77" fmla="*/ 0 h 3801"/>
                  <a:gd name="T78" fmla="*/ 0 w 2968"/>
                  <a:gd name="T79" fmla="*/ 0 h 3801"/>
                  <a:gd name="T80" fmla="*/ 0 w 2968"/>
                  <a:gd name="T81" fmla="*/ 0 h 3801"/>
                  <a:gd name="T82" fmla="*/ 0 w 2968"/>
                  <a:gd name="T83" fmla="*/ 0 h 380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68"/>
                  <a:gd name="T127" fmla="*/ 0 h 3801"/>
                  <a:gd name="T128" fmla="*/ 2968 w 2968"/>
                  <a:gd name="T129" fmla="*/ 3801 h 380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68" h="3801">
                    <a:moveTo>
                      <a:pt x="753" y="2378"/>
                    </a:moveTo>
                    <a:lnTo>
                      <a:pt x="1240" y="3374"/>
                    </a:lnTo>
                    <a:lnTo>
                      <a:pt x="2172" y="3621"/>
                    </a:lnTo>
                    <a:lnTo>
                      <a:pt x="2633" y="3621"/>
                    </a:lnTo>
                    <a:lnTo>
                      <a:pt x="2968" y="3438"/>
                    </a:lnTo>
                    <a:lnTo>
                      <a:pt x="2750" y="3621"/>
                    </a:lnTo>
                    <a:lnTo>
                      <a:pt x="2646" y="3653"/>
                    </a:lnTo>
                    <a:lnTo>
                      <a:pt x="2060" y="3653"/>
                    </a:lnTo>
                    <a:lnTo>
                      <a:pt x="1842" y="3801"/>
                    </a:lnTo>
                    <a:lnTo>
                      <a:pt x="1484" y="3801"/>
                    </a:lnTo>
                    <a:lnTo>
                      <a:pt x="1776" y="3734"/>
                    </a:lnTo>
                    <a:lnTo>
                      <a:pt x="1867" y="3602"/>
                    </a:lnTo>
                    <a:lnTo>
                      <a:pt x="1062" y="3403"/>
                    </a:lnTo>
                    <a:lnTo>
                      <a:pt x="187" y="2630"/>
                    </a:lnTo>
                    <a:lnTo>
                      <a:pt x="0" y="2099"/>
                    </a:lnTo>
                    <a:lnTo>
                      <a:pt x="127" y="2035"/>
                    </a:lnTo>
                    <a:lnTo>
                      <a:pt x="292" y="2179"/>
                    </a:lnTo>
                    <a:lnTo>
                      <a:pt x="140" y="1788"/>
                    </a:lnTo>
                    <a:lnTo>
                      <a:pt x="114" y="1521"/>
                    </a:lnTo>
                    <a:lnTo>
                      <a:pt x="114" y="1208"/>
                    </a:lnTo>
                    <a:lnTo>
                      <a:pt x="152" y="945"/>
                    </a:lnTo>
                    <a:lnTo>
                      <a:pt x="256" y="648"/>
                    </a:lnTo>
                    <a:lnTo>
                      <a:pt x="409" y="399"/>
                    </a:lnTo>
                    <a:lnTo>
                      <a:pt x="637" y="151"/>
                    </a:lnTo>
                    <a:lnTo>
                      <a:pt x="857" y="0"/>
                    </a:lnTo>
                    <a:lnTo>
                      <a:pt x="1318" y="511"/>
                    </a:lnTo>
                    <a:lnTo>
                      <a:pt x="1533" y="959"/>
                    </a:lnTo>
                    <a:lnTo>
                      <a:pt x="1560" y="1142"/>
                    </a:lnTo>
                    <a:lnTo>
                      <a:pt x="1545" y="1305"/>
                    </a:lnTo>
                    <a:lnTo>
                      <a:pt x="1471" y="1603"/>
                    </a:lnTo>
                    <a:lnTo>
                      <a:pt x="1471" y="1521"/>
                    </a:lnTo>
                    <a:lnTo>
                      <a:pt x="1442" y="1441"/>
                    </a:lnTo>
                    <a:lnTo>
                      <a:pt x="1393" y="1390"/>
                    </a:lnTo>
                    <a:lnTo>
                      <a:pt x="1318" y="1588"/>
                    </a:lnTo>
                    <a:lnTo>
                      <a:pt x="1227" y="1686"/>
                    </a:lnTo>
                    <a:lnTo>
                      <a:pt x="1111" y="1868"/>
                    </a:lnTo>
                    <a:lnTo>
                      <a:pt x="1062" y="2067"/>
                    </a:lnTo>
                    <a:lnTo>
                      <a:pt x="1037" y="1819"/>
                    </a:lnTo>
                    <a:lnTo>
                      <a:pt x="1037" y="1521"/>
                    </a:lnTo>
                    <a:lnTo>
                      <a:pt x="893" y="2050"/>
                    </a:lnTo>
                    <a:lnTo>
                      <a:pt x="780" y="2296"/>
                    </a:lnTo>
                    <a:lnTo>
                      <a:pt x="753" y="2378"/>
                    </a:lnTo>
                    <a:close/>
                  </a:path>
                </a:pathLst>
              </a:custGeom>
              <a:solidFill>
                <a:srgbClr val="000000"/>
              </a:solidFill>
              <a:ln w="9525">
                <a:noFill/>
                <a:round/>
                <a:headEnd/>
                <a:tailEnd/>
              </a:ln>
            </p:spPr>
            <p:txBody>
              <a:bodyPr/>
              <a:lstStyle/>
              <a:p>
                <a:pPr algn="ctr"/>
                <a:endParaRPr lang="pt-BR" sz="2400"/>
              </a:p>
            </p:txBody>
          </p:sp>
          <p:sp>
            <p:nvSpPr>
              <p:cNvPr id="282" name="Freeform 554"/>
              <p:cNvSpPr>
                <a:spLocks/>
              </p:cNvSpPr>
              <p:nvPr/>
            </p:nvSpPr>
            <p:spPr bwMode="auto">
              <a:xfrm>
                <a:off x="614" y="3366"/>
                <a:ext cx="359" cy="499"/>
              </a:xfrm>
              <a:custGeom>
                <a:avLst/>
                <a:gdLst>
                  <a:gd name="T0" fmla="*/ 0 w 3597"/>
                  <a:gd name="T1" fmla="*/ 0 h 4990"/>
                  <a:gd name="T2" fmla="*/ 0 w 3597"/>
                  <a:gd name="T3" fmla="*/ 0 h 4990"/>
                  <a:gd name="T4" fmla="*/ 0 w 3597"/>
                  <a:gd name="T5" fmla="*/ 0 h 4990"/>
                  <a:gd name="T6" fmla="*/ 0 w 3597"/>
                  <a:gd name="T7" fmla="*/ 0 h 4990"/>
                  <a:gd name="T8" fmla="*/ 0 w 3597"/>
                  <a:gd name="T9" fmla="*/ 0 h 4990"/>
                  <a:gd name="T10" fmla="*/ 0 w 3597"/>
                  <a:gd name="T11" fmla="*/ 0 h 4990"/>
                  <a:gd name="T12" fmla="*/ 0 w 3597"/>
                  <a:gd name="T13" fmla="*/ 0 h 4990"/>
                  <a:gd name="T14" fmla="*/ 0 w 3597"/>
                  <a:gd name="T15" fmla="*/ 0 h 4990"/>
                  <a:gd name="T16" fmla="*/ 0 w 3597"/>
                  <a:gd name="T17" fmla="*/ 0 h 4990"/>
                  <a:gd name="T18" fmla="*/ 0 w 3597"/>
                  <a:gd name="T19" fmla="*/ 0 h 4990"/>
                  <a:gd name="T20" fmla="*/ 0 w 3597"/>
                  <a:gd name="T21" fmla="*/ 0 h 4990"/>
                  <a:gd name="T22" fmla="*/ 0 w 3597"/>
                  <a:gd name="T23" fmla="*/ 0 h 4990"/>
                  <a:gd name="T24" fmla="*/ 0 w 3597"/>
                  <a:gd name="T25" fmla="*/ 0 h 4990"/>
                  <a:gd name="T26" fmla="*/ 0 w 3597"/>
                  <a:gd name="T27" fmla="*/ 0 h 4990"/>
                  <a:gd name="T28" fmla="*/ 0 w 3597"/>
                  <a:gd name="T29" fmla="*/ 0 h 4990"/>
                  <a:gd name="T30" fmla="*/ 0 w 3597"/>
                  <a:gd name="T31" fmla="*/ 0 h 4990"/>
                  <a:gd name="T32" fmla="*/ 0 w 3597"/>
                  <a:gd name="T33" fmla="*/ 0 h 4990"/>
                  <a:gd name="T34" fmla="*/ 0 w 3597"/>
                  <a:gd name="T35" fmla="*/ 0 h 4990"/>
                  <a:gd name="T36" fmla="*/ 0 w 3597"/>
                  <a:gd name="T37" fmla="*/ 0 h 4990"/>
                  <a:gd name="T38" fmla="*/ 0 w 3597"/>
                  <a:gd name="T39" fmla="*/ 0 h 4990"/>
                  <a:gd name="T40" fmla="*/ 0 w 3597"/>
                  <a:gd name="T41" fmla="*/ 0 h 4990"/>
                  <a:gd name="T42" fmla="*/ 0 w 3597"/>
                  <a:gd name="T43" fmla="*/ 0 h 4990"/>
                  <a:gd name="T44" fmla="*/ 0 w 3597"/>
                  <a:gd name="T45" fmla="*/ 0 h 4990"/>
                  <a:gd name="T46" fmla="*/ 0 w 3597"/>
                  <a:gd name="T47" fmla="*/ 0 h 4990"/>
                  <a:gd name="T48" fmla="*/ 0 w 3597"/>
                  <a:gd name="T49" fmla="*/ 0 h 4990"/>
                  <a:gd name="T50" fmla="*/ 0 w 3597"/>
                  <a:gd name="T51" fmla="*/ 0 h 4990"/>
                  <a:gd name="T52" fmla="*/ 0 w 3597"/>
                  <a:gd name="T53" fmla="*/ 0 h 4990"/>
                  <a:gd name="T54" fmla="*/ 0 w 3597"/>
                  <a:gd name="T55" fmla="*/ 0 h 4990"/>
                  <a:gd name="T56" fmla="*/ 0 w 3597"/>
                  <a:gd name="T57" fmla="*/ 0 h 4990"/>
                  <a:gd name="T58" fmla="*/ 0 w 3597"/>
                  <a:gd name="T59" fmla="*/ 0 h 4990"/>
                  <a:gd name="T60" fmla="*/ 0 w 3597"/>
                  <a:gd name="T61" fmla="*/ 0 h 4990"/>
                  <a:gd name="T62" fmla="*/ 0 w 3597"/>
                  <a:gd name="T63" fmla="*/ 0 h 4990"/>
                  <a:gd name="T64" fmla="*/ 0 w 3597"/>
                  <a:gd name="T65" fmla="*/ 0 h 4990"/>
                  <a:gd name="T66" fmla="*/ 0 w 3597"/>
                  <a:gd name="T67" fmla="*/ 0 h 4990"/>
                  <a:gd name="T68" fmla="*/ 0 w 3597"/>
                  <a:gd name="T69" fmla="*/ 0 h 4990"/>
                  <a:gd name="T70" fmla="*/ 0 w 3597"/>
                  <a:gd name="T71" fmla="*/ 0 h 4990"/>
                  <a:gd name="T72" fmla="*/ 0 w 3597"/>
                  <a:gd name="T73" fmla="*/ 0 h 4990"/>
                  <a:gd name="T74" fmla="*/ 0 w 3597"/>
                  <a:gd name="T75" fmla="*/ 0 h 4990"/>
                  <a:gd name="T76" fmla="*/ 0 w 3597"/>
                  <a:gd name="T77" fmla="*/ 0 h 4990"/>
                  <a:gd name="T78" fmla="*/ 0 w 3597"/>
                  <a:gd name="T79" fmla="*/ 0 h 4990"/>
                  <a:gd name="T80" fmla="*/ 0 w 3597"/>
                  <a:gd name="T81" fmla="*/ 0 h 4990"/>
                  <a:gd name="T82" fmla="*/ 0 w 3597"/>
                  <a:gd name="T83" fmla="*/ 0 h 4990"/>
                  <a:gd name="T84" fmla="*/ 0 w 3597"/>
                  <a:gd name="T85" fmla="*/ 0 h 49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597"/>
                  <a:gd name="T130" fmla="*/ 0 h 4990"/>
                  <a:gd name="T131" fmla="*/ 3597 w 3597"/>
                  <a:gd name="T132" fmla="*/ 4990 h 49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597" h="4990">
                    <a:moveTo>
                      <a:pt x="1431" y="1008"/>
                    </a:moveTo>
                    <a:lnTo>
                      <a:pt x="1304" y="958"/>
                    </a:lnTo>
                    <a:lnTo>
                      <a:pt x="1152" y="1120"/>
                    </a:lnTo>
                    <a:lnTo>
                      <a:pt x="987" y="1368"/>
                    </a:lnTo>
                    <a:lnTo>
                      <a:pt x="858" y="1669"/>
                    </a:lnTo>
                    <a:lnTo>
                      <a:pt x="805" y="1931"/>
                    </a:lnTo>
                    <a:lnTo>
                      <a:pt x="779" y="2179"/>
                    </a:lnTo>
                    <a:lnTo>
                      <a:pt x="779" y="2413"/>
                    </a:lnTo>
                    <a:lnTo>
                      <a:pt x="818" y="2626"/>
                    </a:lnTo>
                    <a:lnTo>
                      <a:pt x="883" y="2857"/>
                    </a:lnTo>
                    <a:lnTo>
                      <a:pt x="987" y="3004"/>
                    </a:lnTo>
                    <a:lnTo>
                      <a:pt x="676" y="3004"/>
                    </a:lnTo>
                    <a:lnTo>
                      <a:pt x="652" y="3121"/>
                    </a:lnTo>
                    <a:lnTo>
                      <a:pt x="652" y="3239"/>
                    </a:lnTo>
                    <a:lnTo>
                      <a:pt x="692" y="3354"/>
                    </a:lnTo>
                    <a:lnTo>
                      <a:pt x="756" y="3470"/>
                    </a:lnTo>
                    <a:lnTo>
                      <a:pt x="805" y="3470"/>
                    </a:lnTo>
                    <a:lnTo>
                      <a:pt x="858" y="3422"/>
                    </a:lnTo>
                    <a:lnTo>
                      <a:pt x="870" y="3354"/>
                    </a:lnTo>
                    <a:lnTo>
                      <a:pt x="858" y="3188"/>
                    </a:lnTo>
                    <a:lnTo>
                      <a:pt x="1266" y="3701"/>
                    </a:lnTo>
                    <a:lnTo>
                      <a:pt x="1600" y="4328"/>
                    </a:lnTo>
                    <a:lnTo>
                      <a:pt x="2075" y="4675"/>
                    </a:lnTo>
                    <a:lnTo>
                      <a:pt x="1842" y="4592"/>
                    </a:lnTo>
                    <a:lnTo>
                      <a:pt x="1560" y="4379"/>
                    </a:lnTo>
                    <a:lnTo>
                      <a:pt x="1291" y="4046"/>
                    </a:lnTo>
                    <a:lnTo>
                      <a:pt x="1036" y="4277"/>
                    </a:lnTo>
                    <a:lnTo>
                      <a:pt x="956" y="4561"/>
                    </a:lnTo>
                    <a:lnTo>
                      <a:pt x="956" y="4726"/>
                    </a:lnTo>
                    <a:lnTo>
                      <a:pt x="1048" y="4990"/>
                    </a:lnTo>
                    <a:lnTo>
                      <a:pt x="845" y="4760"/>
                    </a:lnTo>
                    <a:lnTo>
                      <a:pt x="845" y="4906"/>
                    </a:lnTo>
                    <a:lnTo>
                      <a:pt x="589" y="4843"/>
                    </a:lnTo>
                    <a:lnTo>
                      <a:pt x="540" y="4726"/>
                    </a:lnTo>
                    <a:lnTo>
                      <a:pt x="305" y="4792"/>
                    </a:lnTo>
                    <a:lnTo>
                      <a:pt x="203" y="4643"/>
                    </a:lnTo>
                    <a:lnTo>
                      <a:pt x="127" y="4428"/>
                    </a:lnTo>
                    <a:lnTo>
                      <a:pt x="103" y="4232"/>
                    </a:lnTo>
                    <a:lnTo>
                      <a:pt x="103" y="4034"/>
                    </a:lnTo>
                    <a:lnTo>
                      <a:pt x="127" y="3868"/>
                    </a:lnTo>
                    <a:lnTo>
                      <a:pt x="203" y="3733"/>
                    </a:lnTo>
                    <a:lnTo>
                      <a:pt x="269" y="3602"/>
                    </a:lnTo>
                    <a:lnTo>
                      <a:pt x="296" y="3452"/>
                    </a:lnTo>
                    <a:lnTo>
                      <a:pt x="305" y="3288"/>
                    </a:lnTo>
                    <a:lnTo>
                      <a:pt x="269" y="3090"/>
                    </a:lnTo>
                    <a:lnTo>
                      <a:pt x="192" y="2890"/>
                    </a:lnTo>
                    <a:lnTo>
                      <a:pt x="78" y="2560"/>
                    </a:lnTo>
                    <a:lnTo>
                      <a:pt x="0" y="2264"/>
                    </a:lnTo>
                    <a:lnTo>
                      <a:pt x="0" y="1882"/>
                    </a:lnTo>
                    <a:lnTo>
                      <a:pt x="40" y="1522"/>
                    </a:lnTo>
                    <a:lnTo>
                      <a:pt x="152" y="1140"/>
                    </a:lnTo>
                    <a:lnTo>
                      <a:pt x="356" y="809"/>
                    </a:lnTo>
                    <a:lnTo>
                      <a:pt x="639" y="498"/>
                    </a:lnTo>
                    <a:lnTo>
                      <a:pt x="909" y="280"/>
                    </a:lnTo>
                    <a:lnTo>
                      <a:pt x="1213" y="114"/>
                    </a:lnTo>
                    <a:lnTo>
                      <a:pt x="1509" y="17"/>
                    </a:lnTo>
                    <a:lnTo>
                      <a:pt x="1740" y="0"/>
                    </a:lnTo>
                    <a:lnTo>
                      <a:pt x="1984" y="17"/>
                    </a:lnTo>
                    <a:lnTo>
                      <a:pt x="2253" y="102"/>
                    </a:lnTo>
                    <a:lnTo>
                      <a:pt x="2458" y="231"/>
                    </a:lnTo>
                    <a:lnTo>
                      <a:pt x="2598" y="360"/>
                    </a:lnTo>
                    <a:lnTo>
                      <a:pt x="2702" y="381"/>
                    </a:lnTo>
                    <a:lnTo>
                      <a:pt x="2941" y="381"/>
                    </a:lnTo>
                    <a:lnTo>
                      <a:pt x="3123" y="430"/>
                    </a:lnTo>
                    <a:lnTo>
                      <a:pt x="3255" y="511"/>
                    </a:lnTo>
                    <a:lnTo>
                      <a:pt x="3341" y="644"/>
                    </a:lnTo>
                    <a:lnTo>
                      <a:pt x="3366" y="809"/>
                    </a:lnTo>
                    <a:lnTo>
                      <a:pt x="3377" y="958"/>
                    </a:lnTo>
                    <a:lnTo>
                      <a:pt x="3481" y="1140"/>
                    </a:lnTo>
                    <a:lnTo>
                      <a:pt x="3506" y="1273"/>
                    </a:lnTo>
                    <a:lnTo>
                      <a:pt x="3493" y="1438"/>
                    </a:lnTo>
                    <a:lnTo>
                      <a:pt x="3468" y="1504"/>
                    </a:lnTo>
                    <a:lnTo>
                      <a:pt x="3597" y="1819"/>
                    </a:lnTo>
                    <a:lnTo>
                      <a:pt x="3377" y="1552"/>
                    </a:lnTo>
                    <a:lnTo>
                      <a:pt x="2931" y="1882"/>
                    </a:lnTo>
                    <a:lnTo>
                      <a:pt x="2880" y="1782"/>
                    </a:lnTo>
                    <a:lnTo>
                      <a:pt x="2802" y="1882"/>
                    </a:lnTo>
                    <a:lnTo>
                      <a:pt x="2636" y="1684"/>
                    </a:lnTo>
                    <a:lnTo>
                      <a:pt x="2689" y="2033"/>
                    </a:lnTo>
                    <a:lnTo>
                      <a:pt x="2611" y="1851"/>
                    </a:lnTo>
                    <a:lnTo>
                      <a:pt x="2585" y="1948"/>
                    </a:lnTo>
                    <a:lnTo>
                      <a:pt x="2486" y="1766"/>
                    </a:lnTo>
                    <a:lnTo>
                      <a:pt x="2355" y="1669"/>
                    </a:lnTo>
                    <a:lnTo>
                      <a:pt x="2240" y="1620"/>
                    </a:lnTo>
                    <a:lnTo>
                      <a:pt x="2136" y="1620"/>
                    </a:lnTo>
                    <a:lnTo>
                      <a:pt x="1431" y="1008"/>
                    </a:lnTo>
                    <a:close/>
                  </a:path>
                </a:pathLst>
              </a:custGeom>
              <a:solidFill>
                <a:srgbClr val="000000"/>
              </a:solidFill>
              <a:ln w="9525">
                <a:noFill/>
                <a:round/>
                <a:headEnd/>
                <a:tailEnd/>
              </a:ln>
            </p:spPr>
            <p:txBody>
              <a:bodyPr/>
              <a:lstStyle/>
              <a:p>
                <a:pPr algn="ctr"/>
                <a:endParaRPr lang="pt-BR" sz="2400"/>
              </a:p>
            </p:txBody>
          </p:sp>
          <p:sp>
            <p:nvSpPr>
              <p:cNvPr id="283" name="Line 555"/>
              <p:cNvSpPr>
                <a:spLocks noChangeShapeType="1"/>
              </p:cNvSpPr>
              <p:nvPr/>
            </p:nvSpPr>
            <p:spPr bwMode="auto">
              <a:xfrm>
                <a:off x="775" y="3696"/>
                <a:ext cx="22" cy="46"/>
              </a:xfrm>
              <a:prstGeom prst="line">
                <a:avLst/>
              </a:prstGeom>
              <a:noFill/>
              <a:ln w="0">
                <a:solidFill>
                  <a:srgbClr val="000000"/>
                </a:solidFill>
                <a:round/>
                <a:headEnd/>
                <a:tailEnd/>
              </a:ln>
            </p:spPr>
            <p:txBody>
              <a:bodyPr/>
              <a:lstStyle/>
              <a:p>
                <a:endParaRPr lang="pt-BR" sz="2400"/>
              </a:p>
            </p:txBody>
          </p:sp>
          <p:sp>
            <p:nvSpPr>
              <p:cNvPr id="284" name="Line 556"/>
              <p:cNvSpPr>
                <a:spLocks noChangeShapeType="1"/>
              </p:cNvSpPr>
              <p:nvPr/>
            </p:nvSpPr>
            <p:spPr bwMode="auto">
              <a:xfrm>
                <a:off x="785" y="3702"/>
                <a:ext cx="20" cy="45"/>
              </a:xfrm>
              <a:prstGeom prst="line">
                <a:avLst/>
              </a:prstGeom>
              <a:noFill/>
              <a:ln w="0">
                <a:solidFill>
                  <a:srgbClr val="000000"/>
                </a:solidFill>
                <a:round/>
                <a:headEnd/>
                <a:tailEnd/>
              </a:ln>
            </p:spPr>
            <p:txBody>
              <a:bodyPr/>
              <a:lstStyle/>
              <a:p>
                <a:endParaRPr lang="pt-BR" sz="2400"/>
              </a:p>
            </p:txBody>
          </p:sp>
          <p:sp>
            <p:nvSpPr>
              <p:cNvPr id="285" name="Line 557"/>
              <p:cNvSpPr>
                <a:spLocks noChangeShapeType="1"/>
              </p:cNvSpPr>
              <p:nvPr/>
            </p:nvSpPr>
            <p:spPr bwMode="auto">
              <a:xfrm>
                <a:off x="797" y="3711"/>
                <a:ext cx="17" cy="39"/>
              </a:xfrm>
              <a:prstGeom prst="line">
                <a:avLst/>
              </a:prstGeom>
              <a:noFill/>
              <a:ln w="0">
                <a:solidFill>
                  <a:srgbClr val="000000"/>
                </a:solidFill>
                <a:round/>
                <a:headEnd/>
                <a:tailEnd/>
              </a:ln>
            </p:spPr>
            <p:txBody>
              <a:bodyPr/>
              <a:lstStyle/>
              <a:p>
                <a:endParaRPr lang="pt-BR" sz="2400"/>
              </a:p>
            </p:txBody>
          </p:sp>
          <p:sp>
            <p:nvSpPr>
              <p:cNvPr id="286" name="Line 558"/>
              <p:cNvSpPr>
                <a:spLocks noChangeShapeType="1"/>
              </p:cNvSpPr>
              <p:nvPr/>
            </p:nvSpPr>
            <p:spPr bwMode="auto">
              <a:xfrm>
                <a:off x="809" y="3722"/>
                <a:ext cx="14" cy="32"/>
              </a:xfrm>
              <a:prstGeom prst="line">
                <a:avLst/>
              </a:prstGeom>
              <a:noFill/>
              <a:ln w="0">
                <a:solidFill>
                  <a:srgbClr val="000000"/>
                </a:solidFill>
                <a:round/>
                <a:headEnd/>
                <a:tailEnd/>
              </a:ln>
            </p:spPr>
            <p:txBody>
              <a:bodyPr/>
              <a:lstStyle/>
              <a:p>
                <a:endParaRPr lang="pt-BR" sz="2400"/>
              </a:p>
            </p:txBody>
          </p:sp>
          <p:sp>
            <p:nvSpPr>
              <p:cNvPr id="287" name="Line 559"/>
              <p:cNvSpPr>
                <a:spLocks noChangeShapeType="1"/>
              </p:cNvSpPr>
              <p:nvPr/>
            </p:nvSpPr>
            <p:spPr bwMode="auto">
              <a:xfrm>
                <a:off x="822" y="3737"/>
                <a:ext cx="8" cy="17"/>
              </a:xfrm>
              <a:prstGeom prst="line">
                <a:avLst/>
              </a:prstGeom>
              <a:noFill/>
              <a:ln w="0">
                <a:solidFill>
                  <a:srgbClr val="000000"/>
                </a:solidFill>
                <a:round/>
                <a:headEnd/>
                <a:tailEnd/>
              </a:ln>
            </p:spPr>
            <p:txBody>
              <a:bodyPr/>
              <a:lstStyle/>
              <a:p>
                <a:endParaRPr lang="pt-BR" sz="2400"/>
              </a:p>
            </p:txBody>
          </p:sp>
          <p:sp>
            <p:nvSpPr>
              <p:cNvPr id="288" name="Freeform 560"/>
              <p:cNvSpPr>
                <a:spLocks/>
              </p:cNvSpPr>
              <p:nvPr/>
            </p:nvSpPr>
            <p:spPr bwMode="auto">
              <a:xfrm>
                <a:off x="905" y="3683"/>
                <a:ext cx="25" cy="36"/>
              </a:xfrm>
              <a:custGeom>
                <a:avLst/>
                <a:gdLst>
                  <a:gd name="T0" fmla="*/ 0 w 247"/>
                  <a:gd name="T1" fmla="*/ 0 h 366"/>
                  <a:gd name="T2" fmla="*/ 0 w 247"/>
                  <a:gd name="T3" fmla="*/ 0 h 366"/>
                  <a:gd name="T4" fmla="*/ 0 w 247"/>
                  <a:gd name="T5" fmla="*/ 0 h 366"/>
                  <a:gd name="T6" fmla="*/ 0 w 247"/>
                  <a:gd name="T7" fmla="*/ 0 h 366"/>
                  <a:gd name="T8" fmla="*/ 0 w 247"/>
                  <a:gd name="T9" fmla="*/ 0 h 366"/>
                  <a:gd name="T10" fmla="*/ 0 w 247"/>
                  <a:gd name="T11" fmla="*/ 0 h 366"/>
                  <a:gd name="T12" fmla="*/ 0 w 247"/>
                  <a:gd name="T13" fmla="*/ 0 h 366"/>
                  <a:gd name="T14" fmla="*/ 0 w 247"/>
                  <a:gd name="T15" fmla="*/ 0 h 366"/>
                  <a:gd name="T16" fmla="*/ 0 w 247"/>
                  <a:gd name="T17" fmla="*/ 0 h 3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7"/>
                  <a:gd name="T28" fmla="*/ 0 h 366"/>
                  <a:gd name="T29" fmla="*/ 247 w 247"/>
                  <a:gd name="T30" fmla="*/ 366 h 3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7" h="366">
                    <a:moveTo>
                      <a:pt x="140" y="0"/>
                    </a:moveTo>
                    <a:lnTo>
                      <a:pt x="64" y="118"/>
                    </a:lnTo>
                    <a:lnTo>
                      <a:pt x="0" y="366"/>
                    </a:lnTo>
                    <a:lnTo>
                      <a:pt x="89" y="184"/>
                    </a:lnTo>
                    <a:lnTo>
                      <a:pt x="140" y="252"/>
                    </a:lnTo>
                    <a:lnTo>
                      <a:pt x="247" y="252"/>
                    </a:lnTo>
                    <a:lnTo>
                      <a:pt x="167" y="216"/>
                    </a:lnTo>
                    <a:lnTo>
                      <a:pt x="140" y="118"/>
                    </a:lnTo>
                    <a:lnTo>
                      <a:pt x="140" y="0"/>
                    </a:lnTo>
                    <a:close/>
                  </a:path>
                </a:pathLst>
              </a:custGeom>
              <a:solidFill>
                <a:srgbClr val="000000"/>
              </a:solidFill>
              <a:ln w="9525">
                <a:noFill/>
                <a:round/>
                <a:headEnd/>
                <a:tailEnd/>
              </a:ln>
            </p:spPr>
            <p:txBody>
              <a:bodyPr/>
              <a:lstStyle/>
              <a:p>
                <a:pPr algn="ctr"/>
                <a:endParaRPr lang="pt-BR" sz="2400"/>
              </a:p>
            </p:txBody>
          </p:sp>
          <p:sp>
            <p:nvSpPr>
              <p:cNvPr id="289" name="Freeform 561"/>
              <p:cNvSpPr>
                <a:spLocks/>
              </p:cNvSpPr>
              <p:nvPr/>
            </p:nvSpPr>
            <p:spPr bwMode="auto">
              <a:xfrm>
                <a:off x="881" y="3702"/>
                <a:ext cx="108" cy="81"/>
              </a:xfrm>
              <a:custGeom>
                <a:avLst/>
                <a:gdLst>
                  <a:gd name="T0" fmla="*/ 0 w 1076"/>
                  <a:gd name="T1" fmla="*/ 0 h 811"/>
                  <a:gd name="T2" fmla="*/ 0 w 1076"/>
                  <a:gd name="T3" fmla="*/ 0 h 811"/>
                  <a:gd name="T4" fmla="*/ 0 w 1076"/>
                  <a:gd name="T5" fmla="*/ 0 h 811"/>
                  <a:gd name="T6" fmla="*/ 0 w 1076"/>
                  <a:gd name="T7" fmla="*/ 0 h 811"/>
                  <a:gd name="T8" fmla="*/ 0 w 1076"/>
                  <a:gd name="T9" fmla="*/ 0 h 811"/>
                  <a:gd name="T10" fmla="*/ 0 w 1076"/>
                  <a:gd name="T11" fmla="*/ 0 h 811"/>
                  <a:gd name="T12" fmla="*/ 0 w 1076"/>
                  <a:gd name="T13" fmla="*/ 0 h 811"/>
                  <a:gd name="T14" fmla="*/ 0 w 1076"/>
                  <a:gd name="T15" fmla="*/ 0 h 811"/>
                  <a:gd name="T16" fmla="*/ 0 w 1076"/>
                  <a:gd name="T17" fmla="*/ 0 h 811"/>
                  <a:gd name="T18" fmla="*/ 0 w 1076"/>
                  <a:gd name="T19" fmla="*/ 0 h 811"/>
                  <a:gd name="T20" fmla="*/ 0 w 1076"/>
                  <a:gd name="T21" fmla="*/ 0 h 811"/>
                  <a:gd name="T22" fmla="*/ 0 w 1076"/>
                  <a:gd name="T23" fmla="*/ 0 h 811"/>
                  <a:gd name="T24" fmla="*/ 0 w 1076"/>
                  <a:gd name="T25" fmla="*/ 0 h 811"/>
                  <a:gd name="T26" fmla="*/ 0 w 1076"/>
                  <a:gd name="T27" fmla="*/ 0 h 811"/>
                  <a:gd name="T28" fmla="*/ 0 w 1076"/>
                  <a:gd name="T29" fmla="*/ 0 h 811"/>
                  <a:gd name="T30" fmla="*/ 0 w 1076"/>
                  <a:gd name="T31" fmla="*/ 0 h 811"/>
                  <a:gd name="T32" fmla="*/ 0 w 1076"/>
                  <a:gd name="T33" fmla="*/ 0 h 811"/>
                  <a:gd name="T34" fmla="*/ 0 w 1076"/>
                  <a:gd name="T35" fmla="*/ 0 h 811"/>
                  <a:gd name="T36" fmla="*/ 0 w 1076"/>
                  <a:gd name="T37" fmla="*/ 0 h 811"/>
                  <a:gd name="T38" fmla="*/ 0 w 1076"/>
                  <a:gd name="T39" fmla="*/ 0 h 811"/>
                  <a:gd name="T40" fmla="*/ 0 w 1076"/>
                  <a:gd name="T41" fmla="*/ 0 h 811"/>
                  <a:gd name="T42" fmla="*/ 0 w 1076"/>
                  <a:gd name="T43" fmla="*/ 0 h 811"/>
                  <a:gd name="T44" fmla="*/ 0 w 1076"/>
                  <a:gd name="T45" fmla="*/ 0 h 811"/>
                  <a:gd name="T46" fmla="*/ 0 w 1076"/>
                  <a:gd name="T47" fmla="*/ 0 h 811"/>
                  <a:gd name="T48" fmla="*/ 0 w 1076"/>
                  <a:gd name="T49" fmla="*/ 0 h 811"/>
                  <a:gd name="T50" fmla="*/ 0 w 1076"/>
                  <a:gd name="T51" fmla="*/ 0 h 811"/>
                  <a:gd name="T52" fmla="*/ 0 w 1076"/>
                  <a:gd name="T53" fmla="*/ 0 h 811"/>
                  <a:gd name="T54" fmla="*/ 0 w 1076"/>
                  <a:gd name="T55" fmla="*/ 0 h 811"/>
                  <a:gd name="T56" fmla="*/ 0 w 1076"/>
                  <a:gd name="T57" fmla="*/ 0 h 811"/>
                  <a:gd name="T58" fmla="*/ 0 w 1076"/>
                  <a:gd name="T59" fmla="*/ 0 h 811"/>
                  <a:gd name="T60" fmla="*/ 0 w 1076"/>
                  <a:gd name="T61" fmla="*/ 0 h 811"/>
                  <a:gd name="T62" fmla="*/ 0 w 1076"/>
                  <a:gd name="T63" fmla="*/ 0 h 811"/>
                  <a:gd name="T64" fmla="*/ 0 w 1076"/>
                  <a:gd name="T65" fmla="*/ 0 h 811"/>
                  <a:gd name="T66" fmla="*/ 0 w 1076"/>
                  <a:gd name="T67" fmla="*/ 0 h 8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076"/>
                  <a:gd name="T103" fmla="*/ 0 h 811"/>
                  <a:gd name="T104" fmla="*/ 1076 w 1076"/>
                  <a:gd name="T105" fmla="*/ 811 h 81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076" h="811">
                    <a:moveTo>
                      <a:pt x="233" y="200"/>
                    </a:moveTo>
                    <a:lnTo>
                      <a:pt x="41" y="451"/>
                    </a:lnTo>
                    <a:lnTo>
                      <a:pt x="0" y="629"/>
                    </a:lnTo>
                    <a:lnTo>
                      <a:pt x="114" y="811"/>
                    </a:lnTo>
                    <a:lnTo>
                      <a:pt x="77" y="678"/>
                    </a:lnTo>
                    <a:lnTo>
                      <a:pt x="128" y="564"/>
                    </a:lnTo>
                    <a:lnTo>
                      <a:pt x="324" y="644"/>
                    </a:lnTo>
                    <a:lnTo>
                      <a:pt x="501" y="678"/>
                    </a:lnTo>
                    <a:lnTo>
                      <a:pt x="652" y="666"/>
                    </a:lnTo>
                    <a:lnTo>
                      <a:pt x="512" y="666"/>
                    </a:lnTo>
                    <a:lnTo>
                      <a:pt x="383" y="644"/>
                    </a:lnTo>
                    <a:lnTo>
                      <a:pt x="181" y="549"/>
                    </a:lnTo>
                    <a:lnTo>
                      <a:pt x="193" y="513"/>
                    </a:lnTo>
                    <a:lnTo>
                      <a:pt x="588" y="513"/>
                    </a:lnTo>
                    <a:lnTo>
                      <a:pt x="794" y="467"/>
                    </a:lnTo>
                    <a:lnTo>
                      <a:pt x="1025" y="267"/>
                    </a:lnTo>
                    <a:lnTo>
                      <a:pt x="985" y="217"/>
                    </a:lnTo>
                    <a:lnTo>
                      <a:pt x="985" y="267"/>
                    </a:lnTo>
                    <a:lnTo>
                      <a:pt x="758" y="451"/>
                    </a:lnTo>
                    <a:lnTo>
                      <a:pt x="616" y="480"/>
                    </a:lnTo>
                    <a:lnTo>
                      <a:pt x="419" y="480"/>
                    </a:lnTo>
                    <a:lnTo>
                      <a:pt x="419" y="451"/>
                    </a:lnTo>
                    <a:lnTo>
                      <a:pt x="563" y="365"/>
                    </a:lnTo>
                    <a:lnTo>
                      <a:pt x="676" y="314"/>
                    </a:lnTo>
                    <a:lnTo>
                      <a:pt x="972" y="118"/>
                    </a:lnTo>
                    <a:lnTo>
                      <a:pt x="1076" y="0"/>
                    </a:lnTo>
                    <a:lnTo>
                      <a:pt x="894" y="151"/>
                    </a:lnTo>
                    <a:lnTo>
                      <a:pt x="512" y="365"/>
                    </a:lnTo>
                    <a:lnTo>
                      <a:pt x="372" y="399"/>
                    </a:lnTo>
                    <a:lnTo>
                      <a:pt x="297" y="433"/>
                    </a:lnTo>
                    <a:lnTo>
                      <a:pt x="257" y="433"/>
                    </a:lnTo>
                    <a:lnTo>
                      <a:pt x="206" y="382"/>
                    </a:lnTo>
                    <a:lnTo>
                      <a:pt x="206" y="314"/>
                    </a:lnTo>
                    <a:lnTo>
                      <a:pt x="233" y="200"/>
                    </a:lnTo>
                    <a:close/>
                  </a:path>
                </a:pathLst>
              </a:custGeom>
              <a:solidFill>
                <a:srgbClr val="000000"/>
              </a:solidFill>
              <a:ln w="9525">
                <a:noFill/>
                <a:round/>
                <a:headEnd/>
                <a:tailEnd/>
              </a:ln>
            </p:spPr>
            <p:txBody>
              <a:bodyPr/>
              <a:lstStyle/>
              <a:p>
                <a:pPr algn="ctr"/>
                <a:endParaRPr lang="pt-BR" sz="2400"/>
              </a:p>
            </p:txBody>
          </p:sp>
          <p:sp>
            <p:nvSpPr>
              <p:cNvPr id="290" name="Freeform 562"/>
              <p:cNvSpPr>
                <a:spLocks/>
              </p:cNvSpPr>
              <p:nvPr/>
            </p:nvSpPr>
            <p:spPr bwMode="auto">
              <a:xfrm>
                <a:off x="954" y="3744"/>
                <a:ext cx="29" cy="23"/>
              </a:xfrm>
              <a:custGeom>
                <a:avLst/>
                <a:gdLst>
                  <a:gd name="T0" fmla="*/ 0 w 297"/>
                  <a:gd name="T1" fmla="*/ 0 h 228"/>
                  <a:gd name="T2" fmla="*/ 0 w 297"/>
                  <a:gd name="T3" fmla="*/ 0 h 228"/>
                  <a:gd name="T4" fmla="*/ 0 w 297"/>
                  <a:gd name="T5" fmla="*/ 0 h 228"/>
                  <a:gd name="T6" fmla="*/ 0 w 297"/>
                  <a:gd name="T7" fmla="*/ 0 h 228"/>
                  <a:gd name="T8" fmla="*/ 0 60000 65536"/>
                  <a:gd name="T9" fmla="*/ 0 60000 65536"/>
                  <a:gd name="T10" fmla="*/ 0 60000 65536"/>
                  <a:gd name="T11" fmla="*/ 0 60000 65536"/>
                  <a:gd name="T12" fmla="*/ 0 w 297"/>
                  <a:gd name="T13" fmla="*/ 0 h 228"/>
                  <a:gd name="T14" fmla="*/ 297 w 297"/>
                  <a:gd name="T15" fmla="*/ 228 h 228"/>
                </a:gdLst>
                <a:ahLst/>
                <a:cxnLst>
                  <a:cxn ang="T8">
                    <a:pos x="T0" y="T1"/>
                  </a:cxn>
                  <a:cxn ang="T9">
                    <a:pos x="T2" y="T3"/>
                  </a:cxn>
                  <a:cxn ang="T10">
                    <a:pos x="T4" y="T5"/>
                  </a:cxn>
                  <a:cxn ang="T11">
                    <a:pos x="T6" y="T7"/>
                  </a:cxn>
                </a:cxnLst>
                <a:rect l="T12" t="T13" r="T14" b="T15"/>
                <a:pathLst>
                  <a:path w="297" h="228">
                    <a:moveTo>
                      <a:pt x="0" y="228"/>
                    </a:moveTo>
                    <a:lnTo>
                      <a:pt x="117" y="180"/>
                    </a:lnTo>
                    <a:lnTo>
                      <a:pt x="244" y="84"/>
                    </a:lnTo>
                    <a:lnTo>
                      <a:pt x="297" y="0"/>
                    </a:lnTo>
                  </a:path>
                </a:pathLst>
              </a:custGeom>
              <a:noFill/>
              <a:ln w="0">
                <a:solidFill>
                  <a:srgbClr val="000000"/>
                </a:solidFill>
                <a:round/>
                <a:headEnd/>
                <a:tailEnd/>
              </a:ln>
            </p:spPr>
            <p:txBody>
              <a:bodyPr/>
              <a:lstStyle/>
              <a:p>
                <a:pPr algn="ctr"/>
                <a:endParaRPr lang="pt-BR" sz="2400"/>
              </a:p>
            </p:txBody>
          </p:sp>
          <p:sp>
            <p:nvSpPr>
              <p:cNvPr id="291" name="Freeform 563"/>
              <p:cNvSpPr>
                <a:spLocks/>
              </p:cNvSpPr>
              <p:nvPr/>
            </p:nvSpPr>
            <p:spPr bwMode="auto">
              <a:xfrm>
                <a:off x="935" y="3633"/>
                <a:ext cx="70" cy="167"/>
              </a:xfrm>
              <a:custGeom>
                <a:avLst/>
                <a:gdLst>
                  <a:gd name="T0" fmla="*/ 0 w 705"/>
                  <a:gd name="T1" fmla="*/ 0 h 1668"/>
                  <a:gd name="T2" fmla="*/ 0 w 705"/>
                  <a:gd name="T3" fmla="*/ 0 h 1668"/>
                  <a:gd name="T4" fmla="*/ 0 w 705"/>
                  <a:gd name="T5" fmla="*/ 0 h 1668"/>
                  <a:gd name="T6" fmla="*/ 0 w 705"/>
                  <a:gd name="T7" fmla="*/ 0 h 1668"/>
                  <a:gd name="T8" fmla="*/ 0 w 705"/>
                  <a:gd name="T9" fmla="*/ 0 h 1668"/>
                  <a:gd name="T10" fmla="*/ 0 w 705"/>
                  <a:gd name="T11" fmla="*/ 0 h 1668"/>
                  <a:gd name="T12" fmla="*/ 0 w 705"/>
                  <a:gd name="T13" fmla="*/ 0 h 1668"/>
                  <a:gd name="T14" fmla="*/ 0 w 705"/>
                  <a:gd name="T15" fmla="*/ 0 h 1668"/>
                  <a:gd name="T16" fmla="*/ 0 w 705"/>
                  <a:gd name="T17" fmla="*/ 0 h 1668"/>
                  <a:gd name="T18" fmla="*/ 0 w 705"/>
                  <a:gd name="T19" fmla="*/ 0 h 1668"/>
                  <a:gd name="T20" fmla="*/ 0 w 705"/>
                  <a:gd name="T21" fmla="*/ 0 h 1668"/>
                  <a:gd name="T22" fmla="*/ 0 w 705"/>
                  <a:gd name="T23" fmla="*/ 0 h 1668"/>
                  <a:gd name="T24" fmla="*/ 0 w 705"/>
                  <a:gd name="T25" fmla="*/ 0 h 1668"/>
                  <a:gd name="T26" fmla="*/ 0 w 705"/>
                  <a:gd name="T27" fmla="*/ 0 h 1668"/>
                  <a:gd name="T28" fmla="*/ 0 w 705"/>
                  <a:gd name="T29" fmla="*/ 0 h 1668"/>
                  <a:gd name="T30" fmla="*/ 0 w 705"/>
                  <a:gd name="T31" fmla="*/ 0 h 1668"/>
                  <a:gd name="T32" fmla="*/ 0 w 705"/>
                  <a:gd name="T33" fmla="*/ 0 h 1668"/>
                  <a:gd name="T34" fmla="*/ 0 w 705"/>
                  <a:gd name="T35" fmla="*/ 0 h 1668"/>
                  <a:gd name="T36" fmla="*/ 0 w 705"/>
                  <a:gd name="T37" fmla="*/ 0 h 1668"/>
                  <a:gd name="T38" fmla="*/ 0 w 705"/>
                  <a:gd name="T39" fmla="*/ 0 h 1668"/>
                  <a:gd name="T40" fmla="*/ 0 w 705"/>
                  <a:gd name="T41" fmla="*/ 0 h 1668"/>
                  <a:gd name="T42" fmla="*/ 0 w 705"/>
                  <a:gd name="T43" fmla="*/ 0 h 1668"/>
                  <a:gd name="T44" fmla="*/ 0 w 705"/>
                  <a:gd name="T45" fmla="*/ 0 h 1668"/>
                  <a:gd name="T46" fmla="*/ 0 w 705"/>
                  <a:gd name="T47" fmla="*/ 0 h 1668"/>
                  <a:gd name="T48" fmla="*/ 0 w 705"/>
                  <a:gd name="T49" fmla="*/ 0 h 1668"/>
                  <a:gd name="T50" fmla="*/ 0 w 705"/>
                  <a:gd name="T51" fmla="*/ 0 h 1668"/>
                  <a:gd name="T52" fmla="*/ 0 w 705"/>
                  <a:gd name="T53" fmla="*/ 0 h 1668"/>
                  <a:gd name="T54" fmla="*/ 0 w 705"/>
                  <a:gd name="T55" fmla="*/ 0 h 1668"/>
                  <a:gd name="T56" fmla="*/ 0 w 705"/>
                  <a:gd name="T57" fmla="*/ 0 h 1668"/>
                  <a:gd name="T58" fmla="*/ 0 w 705"/>
                  <a:gd name="T59" fmla="*/ 0 h 1668"/>
                  <a:gd name="T60" fmla="*/ 0 w 705"/>
                  <a:gd name="T61" fmla="*/ 0 h 1668"/>
                  <a:gd name="T62" fmla="*/ 0 w 705"/>
                  <a:gd name="T63" fmla="*/ 0 h 1668"/>
                  <a:gd name="T64" fmla="*/ 0 w 705"/>
                  <a:gd name="T65" fmla="*/ 0 h 16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05"/>
                  <a:gd name="T100" fmla="*/ 0 h 1668"/>
                  <a:gd name="T101" fmla="*/ 705 w 705"/>
                  <a:gd name="T102" fmla="*/ 1668 h 16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05" h="1668">
                    <a:moveTo>
                      <a:pt x="0" y="745"/>
                    </a:moveTo>
                    <a:lnTo>
                      <a:pt x="156" y="643"/>
                    </a:lnTo>
                    <a:lnTo>
                      <a:pt x="374" y="611"/>
                    </a:lnTo>
                    <a:lnTo>
                      <a:pt x="476" y="527"/>
                    </a:lnTo>
                    <a:lnTo>
                      <a:pt x="476" y="349"/>
                    </a:lnTo>
                    <a:lnTo>
                      <a:pt x="436" y="296"/>
                    </a:lnTo>
                    <a:lnTo>
                      <a:pt x="502" y="296"/>
                    </a:lnTo>
                    <a:lnTo>
                      <a:pt x="552" y="313"/>
                    </a:lnTo>
                    <a:lnTo>
                      <a:pt x="616" y="296"/>
                    </a:lnTo>
                    <a:lnTo>
                      <a:pt x="669" y="232"/>
                    </a:lnTo>
                    <a:lnTo>
                      <a:pt x="692" y="133"/>
                    </a:lnTo>
                    <a:lnTo>
                      <a:pt x="705" y="0"/>
                    </a:lnTo>
                    <a:lnTo>
                      <a:pt x="705" y="149"/>
                    </a:lnTo>
                    <a:lnTo>
                      <a:pt x="680" y="281"/>
                    </a:lnTo>
                    <a:lnTo>
                      <a:pt x="616" y="429"/>
                    </a:lnTo>
                    <a:lnTo>
                      <a:pt x="576" y="596"/>
                    </a:lnTo>
                    <a:lnTo>
                      <a:pt x="565" y="745"/>
                    </a:lnTo>
                    <a:lnTo>
                      <a:pt x="565" y="1056"/>
                    </a:lnTo>
                    <a:lnTo>
                      <a:pt x="601" y="1287"/>
                    </a:lnTo>
                    <a:lnTo>
                      <a:pt x="601" y="1471"/>
                    </a:lnTo>
                    <a:lnTo>
                      <a:pt x="565" y="1588"/>
                    </a:lnTo>
                    <a:lnTo>
                      <a:pt x="489" y="1668"/>
                    </a:lnTo>
                    <a:lnTo>
                      <a:pt x="552" y="1571"/>
                    </a:lnTo>
                    <a:lnTo>
                      <a:pt x="576" y="1471"/>
                    </a:lnTo>
                    <a:lnTo>
                      <a:pt x="576" y="1287"/>
                    </a:lnTo>
                    <a:lnTo>
                      <a:pt x="540" y="1090"/>
                    </a:lnTo>
                    <a:lnTo>
                      <a:pt x="540" y="691"/>
                    </a:lnTo>
                    <a:lnTo>
                      <a:pt x="552" y="660"/>
                    </a:lnTo>
                    <a:lnTo>
                      <a:pt x="502" y="562"/>
                    </a:lnTo>
                    <a:lnTo>
                      <a:pt x="423" y="643"/>
                    </a:lnTo>
                    <a:lnTo>
                      <a:pt x="222" y="660"/>
                    </a:lnTo>
                    <a:lnTo>
                      <a:pt x="65" y="745"/>
                    </a:lnTo>
                    <a:lnTo>
                      <a:pt x="0" y="745"/>
                    </a:lnTo>
                    <a:close/>
                  </a:path>
                </a:pathLst>
              </a:custGeom>
              <a:solidFill>
                <a:srgbClr val="000000"/>
              </a:solidFill>
              <a:ln w="9525">
                <a:noFill/>
                <a:round/>
                <a:headEnd/>
                <a:tailEnd/>
              </a:ln>
            </p:spPr>
            <p:txBody>
              <a:bodyPr/>
              <a:lstStyle/>
              <a:p>
                <a:pPr algn="ctr"/>
                <a:endParaRPr lang="pt-BR" sz="2400"/>
              </a:p>
            </p:txBody>
          </p:sp>
          <p:sp>
            <p:nvSpPr>
              <p:cNvPr id="292" name="Freeform 564"/>
              <p:cNvSpPr>
                <a:spLocks/>
              </p:cNvSpPr>
              <p:nvPr/>
            </p:nvSpPr>
            <p:spPr bwMode="auto">
              <a:xfrm>
                <a:off x="979" y="3563"/>
                <a:ext cx="30" cy="65"/>
              </a:xfrm>
              <a:custGeom>
                <a:avLst/>
                <a:gdLst>
                  <a:gd name="T0" fmla="*/ 0 w 296"/>
                  <a:gd name="T1" fmla="*/ 0 h 646"/>
                  <a:gd name="T2" fmla="*/ 0 w 296"/>
                  <a:gd name="T3" fmla="*/ 0 h 646"/>
                  <a:gd name="T4" fmla="*/ 0 w 296"/>
                  <a:gd name="T5" fmla="*/ 0 h 646"/>
                  <a:gd name="T6" fmla="*/ 0 w 296"/>
                  <a:gd name="T7" fmla="*/ 0 h 646"/>
                  <a:gd name="T8" fmla="*/ 0 w 296"/>
                  <a:gd name="T9" fmla="*/ 0 h 646"/>
                  <a:gd name="T10" fmla="*/ 0 w 296"/>
                  <a:gd name="T11" fmla="*/ 0 h 646"/>
                  <a:gd name="T12" fmla="*/ 0 w 296"/>
                  <a:gd name="T13" fmla="*/ 0 h 646"/>
                  <a:gd name="T14" fmla="*/ 0 w 296"/>
                  <a:gd name="T15" fmla="*/ 0 h 646"/>
                  <a:gd name="T16" fmla="*/ 0 w 296"/>
                  <a:gd name="T17" fmla="*/ 0 h 646"/>
                  <a:gd name="T18" fmla="*/ 0 w 296"/>
                  <a:gd name="T19" fmla="*/ 0 h 646"/>
                  <a:gd name="T20" fmla="*/ 0 w 296"/>
                  <a:gd name="T21" fmla="*/ 0 h 646"/>
                  <a:gd name="T22" fmla="*/ 0 w 296"/>
                  <a:gd name="T23" fmla="*/ 0 h 646"/>
                  <a:gd name="T24" fmla="*/ 0 w 296"/>
                  <a:gd name="T25" fmla="*/ 0 h 646"/>
                  <a:gd name="T26" fmla="*/ 0 w 296"/>
                  <a:gd name="T27" fmla="*/ 0 h 6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6"/>
                  <a:gd name="T43" fmla="*/ 0 h 646"/>
                  <a:gd name="T44" fmla="*/ 296 w 296"/>
                  <a:gd name="T45" fmla="*/ 646 h 6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6" h="646">
                    <a:moveTo>
                      <a:pt x="40" y="36"/>
                    </a:moveTo>
                    <a:lnTo>
                      <a:pt x="0" y="150"/>
                    </a:lnTo>
                    <a:lnTo>
                      <a:pt x="53" y="298"/>
                    </a:lnTo>
                    <a:lnTo>
                      <a:pt x="192" y="482"/>
                    </a:lnTo>
                    <a:lnTo>
                      <a:pt x="256" y="646"/>
                    </a:lnTo>
                    <a:lnTo>
                      <a:pt x="243" y="546"/>
                    </a:lnTo>
                    <a:lnTo>
                      <a:pt x="192" y="398"/>
                    </a:lnTo>
                    <a:lnTo>
                      <a:pt x="296" y="349"/>
                    </a:lnTo>
                    <a:lnTo>
                      <a:pt x="192" y="366"/>
                    </a:lnTo>
                    <a:lnTo>
                      <a:pt x="192" y="118"/>
                    </a:lnTo>
                    <a:lnTo>
                      <a:pt x="296" y="69"/>
                    </a:lnTo>
                    <a:lnTo>
                      <a:pt x="180" y="102"/>
                    </a:lnTo>
                    <a:lnTo>
                      <a:pt x="40" y="0"/>
                    </a:lnTo>
                    <a:lnTo>
                      <a:pt x="40" y="36"/>
                    </a:lnTo>
                    <a:close/>
                  </a:path>
                </a:pathLst>
              </a:custGeom>
              <a:solidFill>
                <a:srgbClr val="000000"/>
              </a:solidFill>
              <a:ln w="9525">
                <a:noFill/>
                <a:round/>
                <a:headEnd/>
                <a:tailEnd/>
              </a:ln>
            </p:spPr>
            <p:txBody>
              <a:bodyPr/>
              <a:lstStyle/>
              <a:p>
                <a:pPr algn="ctr"/>
                <a:endParaRPr lang="pt-BR" sz="2400"/>
              </a:p>
            </p:txBody>
          </p:sp>
          <p:sp>
            <p:nvSpPr>
              <p:cNvPr id="293" name="Freeform 565"/>
              <p:cNvSpPr>
                <a:spLocks/>
              </p:cNvSpPr>
              <p:nvPr/>
            </p:nvSpPr>
            <p:spPr bwMode="auto">
              <a:xfrm>
                <a:off x="974" y="3544"/>
                <a:ext cx="36" cy="53"/>
              </a:xfrm>
              <a:custGeom>
                <a:avLst/>
                <a:gdLst>
                  <a:gd name="T0" fmla="*/ 0 w 360"/>
                  <a:gd name="T1" fmla="*/ 0 h 533"/>
                  <a:gd name="T2" fmla="*/ 0 w 360"/>
                  <a:gd name="T3" fmla="*/ 0 h 533"/>
                  <a:gd name="T4" fmla="*/ 0 w 360"/>
                  <a:gd name="T5" fmla="*/ 0 h 533"/>
                  <a:gd name="T6" fmla="*/ 0 60000 65536"/>
                  <a:gd name="T7" fmla="*/ 0 60000 65536"/>
                  <a:gd name="T8" fmla="*/ 0 60000 65536"/>
                  <a:gd name="T9" fmla="*/ 0 w 360"/>
                  <a:gd name="T10" fmla="*/ 0 h 533"/>
                  <a:gd name="T11" fmla="*/ 360 w 360"/>
                  <a:gd name="T12" fmla="*/ 533 h 533"/>
                </a:gdLst>
                <a:ahLst/>
                <a:cxnLst>
                  <a:cxn ang="T6">
                    <a:pos x="T0" y="T1"/>
                  </a:cxn>
                  <a:cxn ang="T7">
                    <a:pos x="T2" y="T3"/>
                  </a:cxn>
                  <a:cxn ang="T8">
                    <a:pos x="T4" y="T5"/>
                  </a:cxn>
                </a:cxnLst>
                <a:rect l="T9" t="T10" r="T11" b="T12"/>
                <a:pathLst>
                  <a:path w="360" h="533">
                    <a:moveTo>
                      <a:pt x="0" y="0"/>
                    </a:moveTo>
                    <a:lnTo>
                      <a:pt x="360" y="251"/>
                    </a:lnTo>
                    <a:lnTo>
                      <a:pt x="360" y="533"/>
                    </a:lnTo>
                  </a:path>
                </a:pathLst>
              </a:custGeom>
              <a:noFill/>
              <a:ln w="0">
                <a:solidFill>
                  <a:srgbClr val="000000"/>
                </a:solidFill>
                <a:round/>
                <a:headEnd/>
                <a:tailEnd/>
              </a:ln>
            </p:spPr>
            <p:txBody>
              <a:bodyPr/>
              <a:lstStyle/>
              <a:p>
                <a:pPr algn="ctr"/>
                <a:endParaRPr lang="pt-BR" sz="2400"/>
              </a:p>
            </p:txBody>
          </p:sp>
          <p:sp>
            <p:nvSpPr>
              <p:cNvPr id="294" name="Freeform 566"/>
              <p:cNvSpPr>
                <a:spLocks/>
              </p:cNvSpPr>
              <p:nvPr/>
            </p:nvSpPr>
            <p:spPr bwMode="auto">
              <a:xfrm>
                <a:off x="959" y="3473"/>
                <a:ext cx="15" cy="71"/>
              </a:xfrm>
              <a:custGeom>
                <a:avLst/>
                <a:gdLst>
                  <a:gd name="T0" fmla="*/ 0 w 153"/>
                  <a:gd name="T1" fmla="*/ 0 h 709"/>
                  <a:gd name="T2" fmla="*/ 0 w 153"/>
                  <a:gd name="T3" fmla="*/ 0 h 709"/>
                  <a:gd name="T4" fmla="*/ 0 w 153"/>
                  <a:gd name="T5" fmla="*/ 0 h 709"/>
                  <a:gd name="T6" fmla="*/ 0 w 153"/>
                  <a:gd name="T7" fmla="*/ 0 h 709"/>
                  <a:gd name="T8" fmla="*/ 0 w 153"/>
                  <a:gd name="T9" fmla="*/ 0 h 709"/>
                  <a:gd name="T10" fmla="*/ 0 w 153"/>
                  <a:gd name="T11" fmla="*/ 0 h 709"/>
                  <a:gd name="T12" fmla="*/ 0 w 153"/>
                  <a:gd name="T13" fmla="*/ 0 h 709"/>
                  <a:gd name="T14" fmla="*/ 0 w 153"/>
                  <a:gd name="T15" fmla="*/ 0 h 709"/>
                  <a:gd name="T16" fmla="*/ 0 w 153"/>
                  <a:gd name="T17" fmla="*/ 0 h 70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3"/>
                  <a:gd name="T28" fmla="*/ 0 h 709"/>
                  <a:gd name="T29" fmla="*/ 153 w 153"/>
                  <a:gd name="T30" fmla="*/ 709 h 70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3" h="709">
                    <a:moveTo>
                      <a:pt x="153" y="693"/>
                    </a:moveTo>
                    <a:lnTo>
                      <a:pt x="142" y="462"/>
                    </a:lnTo>
                    <a:lnTo>
                      <a:pt x="113" y="295"/>
                    </a:lnTo>
                    <a:lnTo>
                      <a:pt x="78" y="151"/>
                    </a:lnTo>
                    <a:lnTo>
                      <a:pt x="0" y="0"/>
                    </a:lnTo>
                    <a:lnTo>
                      <a:pt x="91" y="263"/>
                    </a:lnTo>
                    <a:lnTo>
                      <a:pt x="113" y="462"/>
                    </a:lnTo>
                    <a:lnTo>
                      <a:pt x="113" y="709"/>
                    </a:lnTo>
                    <a:lnTo>
                      <a:pt x="153" y="693"/>
                    </a:lnTo>
                    <a:close/>
                  </a:path>
                </a:pathLst>
              </a:custGeom>
              <a:solidFill>
                <a:srgbClr val="000000"/>
              </a:solidFill>
              <a:ln w="9525">
                <a:noFill/>
                <a:round/>
                <a:headEnd/>
                <a:tailEnd/>
              </a:ln>
            </p:spPr>
            <p:txBody>
              <a:bodyPr/>
              <a:lstStyle/>
              <a:p>
                <a:pPr algn="ctr"/>
                <a:endParaRPr lang="pt-BR" sz="2400"/>
              </a:p>
            </p:txBody>
          </p:sp>
          <p:sp>
            <p:nvSpPr>
              <p:cNvPr id="295" name="Freeform 567"/>
              <p:cNvSpPr>
                <a:spLocks/>
              </p:cNvSpPr>
              <p:nvPr/>
            </p:nvSpPr>
            <p:spPr bwMode="auto">
              <a:xfrm>
                <a:off x="1000" y="3656"/>
                <a:ext cx="67" cy="134"/>
              </a:xfrm>
              <a:custGeom>
                <a:avLst/>
                <a:gdLst>
                  <a:gd name="T0" fmla="*/ 0 w 669"/>
                  <a:gd name="T1" fmla="*/ 0 h 1339"/>
                  <a:gd name="T2" fmla="*/ 0 w 669"/>
                  <a:gd name="T3" fmla="*/ 0 h 1339"/>
                  <a:gd name="T4" fmla="*/ 0 w 669"/>
                  <a:gd name="T5" fmla="*/ 0 h 1339"/>
                  <a:gd name="T6" fmla="*/ 0 w 669"/>
                  <a:gd name="T7" fmla="*/ 0 h 1339"/>
                  <a:gd name="T8" fmla="*/ 0 w 669"/>
                  <a:gd name="T9" fmla="*/ 0 h 1339"/>
                  <a:gd name="T10" fmla="*/ 0 w 669"/>
                  <a:gd name="T11" fmla="*/ 0 h 1339"/>
                  <a:gd name="T12" fmla="*/ 0 w 669"/>
                  <a:gd name="T13" fmla="*/ 0 h 1339"/>
                  <a:gd name="T14" fmla="*/ 0 w 669"/>
                  <a:gd name="T15" fmla="*/ 0 h 1339"/>
                  <a:gd name="T16" fmla="*/ 0 w 669"/>
                  <a:gd name="T17" fmla="*/ 0 h 1339"/>
                  <a:gd name="T18" fmla="*/ 0 w 669"/>
                  <a:gd name="T19" fmla="*/ 0 h 1339"/>
                  <a:gd name="T20" fmla="*/ 0 w 669"/>
                  <a:gd name="T21" fmla="*/ 0 h 1339"/>
                  <a:gd name="T22" fmla="*/ 0 w 669"/>
                  <a:gd name="T23" fmla="*/ 0 h 1339"/>
                  <a:gd name="T24" fmla="*/ 0 w 669"/>
                  <a:gd name="T25" fmla="*/ 0 h 1339"/>
                  <a:gd name="T26" fmla="*/ 0 w 669"/>
                  <a:gd name="T27" fmla="*/ 0 h 13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9"/>
                  <a:gd name="T43" fmla="*/ 0 h 1339"/>
                  <a:gd name="T44" fmla="*/ 669 w 669"/>
                  <a:gd name="T45" fmla="*/ 1339 h 133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9" h="1339">
                    <a:moveTo>
                      <a:pt x="38" y="0"/>
                    </a:moveTo>
                    <a:lnTo>
                      <a:pt x="117" y="261"/>
                    </a:lnTo>
                    <a:lnTo>
                      <a:pt x="500" y="972"/>
                    </a:lnTo>
                    <a:lnTo>
                      <a:pt x="669" y="1156"/>
                    </a:lnTo>
                    <a:lnTo>
                      <a:pt x="669" y="1239"/>
                    </a:lnTo>
                    <a:lnTo>
                      <a:pt x="540" y="1339"/>
                    </a:lnTo>
                    <a:lnTo>
                      <a:pt x="460" y="1303"/>
                    </a:lnTo>
                    <a:lnTo>
                      <a:pt x="460" y="1008"/>
                    </a:lnTo>
                    <a:lnTo>
                      <a:pt x="335" y="773"/>
                    </a:lnTo>
                    <a:lnTo>
                      <a:pt x="195" y="513"/>
                    </a:lnTo>
                    <a:lnTo>
                      <a:pt x="78" y="295"/>
                    </a:lnTo>
                    <a:lnTo>
                      <a:pt x="26" y="166"/>
                    </a:lnTo>
                    <a:lnTo>
                      <a:pt x="0" y="64"/>
                    </a:lnTo>
                    <a:lnTo>
                      <a:pt x="38" y="0"/>
                    </a:lnTo>
                    <a:close/>
                  </a:path>
                </a:pathLst>
              </a:custGeom>
              <a:solidFill>
                <a:srgbClr val="000000"/>
              </a:solidFill>
              <a:ln w="9525">
                <a:noFill/>
                <a:round/>
                <a:headEnd/>
                <a:tailEnd/>
              </a:ln>
            </p:spPr>
            <p:txBody>
              <a:bodyPr/>
              <a:lstStyle/>
              <a:p>
                <a:pPr algn="ctr"/>
                <a:endParaRPr lang="pt-BR" sz="2400"/>
              </a:p>
            </p:txBody>
          </p:sp>
          <p:sp>
            <p:nvSpPr>
              <p:cNvPr id="296" name="Freeform 568"/>
              <p:cNvSpPr>
                <a:spLocks/>
              </p:cNvSpPr>
              <p:nvPr/>
            </p:nvSpPr>
            <p:spPr bwMode="auto">
              <a:xfrm>
                <a:off x="957" y="3817"/>
                <a:ext cx="117" cy="408"/>
              </a:xfrm>
              <a:custGeom>
                <a:avLst/>
                <a:gdLst>
                  <a:gd name="T0" fmla="*/ 0 w 1169"/>
                  <a:gd name="T1" fmla="*/ 0 h 4083"/>
                  <a:gd name="T2" fmla="*/ 0 w 1169"/>
                  <a:gd name="T3" fmla="*/ 0 h 4083"/>
                  <a:gd name="T4" fmla="*/ 0 w 1169"/>
                  <a:gd name="T5" fmla="*/ 0 h 4083"/>
                  <a:gd name="T6" fmla="*/ 0 w 1169"/>
                  <a:gd name="T7" fmla="*/ 0 h 4083"/>
                  <a:gd name="T8" fmla="*/ 0 w 1169"/>
                  <a:gd name="T9" fmla="*/ 0 h 4083"/>
                  <a:gd name="T10" fmla="*/ 0 w 1169"/>
                  <a:gd name="T11" fmla="*/ 0 h 4083"/>
                  <a:gd name="T12" fmla="*/ 0 w 1169"/>
                  <a:gd name="T13" fmla="*/ 0 h 4083"/>
                  <a:gd name="T14" fmla="*/ 0 w 1169"/>
                  <a:gd name="T15" fmla="*/ 0 h 4083"/>
                  <a:gd name="T16" fmla="*/ 0 w 1169"/>
                  <a:gd name="T17" fmla="*/ 0 h 4083"/>
                  <a:gd name="T18" fmla="*/ 0 w 1169"/>
                  <a:gd name="T19" fmla="*/ 0 h 4083"/>
                  <a:gd name="T20" fmla="*/ 0 w 1169"/>
                  <a:gd name="T21" fmla="*/ 0 h 4083"/>
                  <a:gd name="T22" fmla="*/ 0 w 1169"/>
                  <a:gd name="T23" fmla="*/ 0 h 4083"/>
                  <a:gd name="T24" fmla="*/ 0 w 1169"/>
                  <a:gd name="T25" fmla="*/ 0 h 4083"/>
                  <a:gd name="T26" fmla="*/ 0 w 1169"/>
                  <a:gd name="T27" fmla="*/ 0 h 4083"/>
                  <a:gd name="T28" fmla="*/ 0 w 1169"/>
                  <a:gd name="T29" fmla="*/ 0 h 4083"/>
                  <a:gd name="T30" fmla="*/ 0 w 1169"/>
                  <a:gd name="T31" fmla="*/ 0 h 4083"/>
                  <a:gd name="T32" fmla="*/ 0 w 1169"/>
                  <a:gd name="T33" fmla="*/ 0 h 4083"/>
                  <a:gd name="T34" fmla="*/ 0 w 1169"/>
                  <a:gd name="T35" fmla="*/ 0 h 4083"/>
                  <a:gd name="T36" fmla="*/ 0 w 1169"/>
                  <a:gd name="T37" fmla="*/ 0 h 4083"/>
                  <a:gd name="T38" fmla="*/ 0 w 1169"/>
                  <a:gd name="T39" fmla="*/ 0 h 4083"/>
                  <a:gd name="T40" fmla="*/ 0 w 1169"/>
                  <a:gd name="T41" fmla="*/ 0 h 4083"/>
                  <a:gd name="T42" fmla="*/ 0 w 1169"/>
                  <a:gd name="T43" fmla="*/ 0 h 4083"/>
                  <a:gd name="T44" fmla="*/ 0 w 1169"/>
                  <a:gd name="T45" fmla="*/ 0 h 4083"/>
                  <a:gd name="T46" fmla="*/ 0 w 1169"/>
                  <a:gd name="T47" fmla="*/ 0 h 4083"/>
                  <a:gd name="T48" fmla="*/ 0 w 1169"/>
                  <a:gd name="T49" fmla="*/ 0 h 4083"/>
                  <a:gd name="T50" fmla="*/ 0 w 1169"/>
                  <a:gd name="T51" fmla="*/ 0 h 4083"/>
                  <a:gd name="T52" fmla="*/ 0 w 1169"/>
                  <a:gd name="T53" fmla="*/ 0 h 4083"/>
                  <a:gd name="T54" fmla="*/ 0 w 1169"/>
                  <a:gd name="T55" fmla="*/ 0 h 4083"/>
                  <a:gd name="T56" fmla="*/ 0 w 1169"/>
                  <a:gd name="T57" fmla="*/ 0 h 4083"/>
                  <a:gd name="T58" fmla="*/ 0 w 1169"/>
                  <a:gd name="T59" fmla="*/ 0 h 4083"/>
                  <a:gd name="T60" fmla="*/ 0 w 1169"/>
                  <a:gd name="T61" fmla="*/ 0 h 4083"/>
                  <a:gd name="T62" fmla="*/ 0 w 1169"/>
                  <a:gd name="T63" fmla="*/ 0 h 4083"/>
                  <a:gd name="T64" fmla="*/ 0 w 1169"/>
                  <a:gd name="T65" fmla="*/ 0 h 4083"/>
                  <a:gd name="T66" fmla="*/ 0 w 1169"/>
                  <a:gd name="T67" fmla="*/ 0 h 4083"/>
                  <a:gd name="T68" fmla="*/ 0 w 1169"/>
                  <a:gd name="T69" fmla="*/ 0 h 4083"/>
                  <a:gd name="T70" fmla="*/ 0 w 1169"/>
                  <a:gd name="T71" fmla="*/ 0 h 4083"/>
                  <a:gd name="T72" fmla="*/ 0 w 1169"/>
                  <a:gd name="T73" fmla="*/ 0 h 4083"/>
                  <a:gd name="T74" fmla="*/ 0 w 1169"/>
                  <a:gd name="T75" fmla="*/ 0 h 4083"/>
                  <a:gd name="T76" fmla="*/ 0 w 1169"/>
                  <a:gd name="T77" fmla="*/ 0 h 4083"/>
                  <a:gd name="T78" fmla="*/ 0 w 1169"/>
                  <a:gd name="T79" fmla="*/ 0 h 4083"/>
                  <a:gd name="T80" fmla="*/ 0 w 1169"/>
                  <a:gd name="T81" fmla="*/ 0 h 4083"/>
                  <a:gd name="T82" fmla="*/ 0 w 1169"/>
                  <a:gd name="T83" fmla="*/ 0 h 4083"/>
                  <a:gd name="T84" fmla="*/ 0 w 1169"/>
                  <a:gd name="T85" fmla="*/ 0 h 4083"/>
                  <a:gd name="T86" fmla="*/ 0 w 1169"/>
                  <a:gd name="T87" fmla="*/ 0 h 4083"/>
                  <a:gd name="T88" fmla="*/ 0 w 1169"/>
                  <a:gd name="T89" fmla="*/ 0 h 4083"/>
                  <a:gd name="T90" fmla="*/ 0 w 1169"/>
                  <a:gd name="T91" fmla="*/ 0 h 408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69"/>
                  <a:gd name="T139" fmla="*/ 0 h 4083"/>
                  <a:gd name="T140" fmla="*/ 1169 w 1169"/>
                  <a:gd name="T141" fmla="*/ 4083 h 408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69" h="4083">
                    <a:moveTo>
                      <a:pt x="0" y="18"/>
                    </a:moveTo>
                    <a:lnTo>
                      <a:pt x="229" y="394"/>
                    </a:lnTo>
                    <a:lnTo>
                      <a:pt x="584" y="944"/>
                    </a:lnTo>
                    <a:lnTo>
                      <a:pt x="836" y="1304"/>
                    </a:lnTo>
                    <a:lnTo>
                      <a:pt x="997" y="1562"/>
                    </a:lnTo>
                    <a:lnTo>
                      <a:pt x="1060" y="1733"/>
                    </a:lnTo>
                    <a:lnTo>
                      <a:pt x="1118" y="1971"/>
                    </a:lnTo>
                    <a:lnTo>
                      <a:pt x="1118" y="2179"/>
                    </a:lnTo>
                    <a:lnTo>
                      <a:pt x="1073" y="2333"/>
                    </a:lnTo>
                    <a:lnTo>
                      <a:pt x="984" y="2455"/>
                    </a:lnTo>
                    <a:lnTo>
                      <a:pt x="836" y="2558"/>
                    </a:lnTo>
                    <a:lnTo>
                      <a:pt x="638" y="2590"/>
                    </a:lnTo>
                    <a:lnTo>
                      <a:pt x="638" y="2386"/>
                    </a:lnTo>
                    <a:lnTo>
                      <a:pt x="520" y="2044"/>
                    </a:lnTo>
                    <a:lnTo>
                      <a:pt x="493" y="1733"/>
                    </a:lnTo>
                    <a:lnTo>
                      <a:pt x="440" y="1613"/>
                    </a:lnTo>
                    <a:lnTo>
                      <a:pt x="120" y="1495"/>
                    </a:lnTo>
                    <a:lnTo>
                      <a:pt x="412" y="1635"/>
                    </a:lnTo>
                    <a:lnTo>
                      <a:pt x="455" y="1819"/>
                    </a:lnTo>
                    <a:lnTo>
                      <a:pt x="305" y="2111"/>
                    </a:lnTo>
                    <a:lnTo>
                      <a:pt x="187" y="2919"/>
                    </a:lnTo>
                    <a:lnTo>
                      <a:pt x="334" y="2164"/>
                    </a:lnTo>
                    <a:lnTo>
                      <a:pt x="412" y="2059"/>
                    </a:lnTo>
                    <a:lnTo>
                      <a:pt x="531" y="2215"/>
                    </a:lnTo>
                    <a:lnTo>
                      <a:pt x="584" y="2406"/>
                    </a:lnTo>
                    <a:lnTo>
                      <a:pt x="507" y="2694"/>
                    </a:lnTo>
                    <a:lnTo>
                      <a:pt x="705" y="2814"/>
                    </a:lnTo>
                    <a:lnTo>
                      <a:pt x="836" y="3159"/>
                    </a:lnTo>
                    <a:lnTo>
                      <a:pt x="997" y="3365"/>
                    </a:lnTo>
                    <a:lnTo>
                      <a:pt x="997" y="3549"/>
                    </a:lnTo>
                    <a:lnTo>
                      <a:pt x="836" y="4083"/>
                    </a:lnTo>
                    <a:lnTo>
                      <a:pt x="944" y="3930"/>
                    </a:lnTo>
                    <a:lnTo>
                      <a:pt x="1073" y="3397"/>
                    </a:lnTo>
                    <a:lnTo>
                      <a:pt x="1035" y="3261"/>
                    </a:lnTo>
                    <a:lnTo>
                      <a:pt x="931" y="3123"/>
                    </a:lnTo>
                    <a:lnTo>
                      <a:pt x="853" y="2935"/>
                    </a:lnTo>
                    <a:lnTo>
                      <a:pt x="1035" y="2694"/>
                    </a:lnTo>
                    <a:lnTo>
                      <a:pt x="1169" y="2350"/>
                    </a:lnTo>
                    <a:lnTo>
                      <a:pt x="1169" y="1988"/>
                    </a:lnTo>
                    <a:lnTo>
                      <a:pt x="1092" y="1684"/>
                    </a:lnTo>
                    <a:lnTo>
                      <a:pt x="956" y="1391"/>
                    </a:lnTo>
                    <a:lnTo>
                      <a:pt x="600" y="877"/>
                    </a:lnTo>
                    <a:lnTo>
                      <a:pt x="267" y="378"/>
                    </a:lnTo>
                    <a:lnTo>
                      <a:pt x="133" y="189"/>
                    </a:lnTo>
                    <a:lnTo>
                      <a:pt x="29" y="0"/>
                    </a:lnTo>
                    <a:lnTo>
                      <a:pt x="0" y="18"/>
                    </a:lnTo>
                    <a:close/>
                  </a:path>
                </a:pathLst>
              </a:custGeom>
              <a:solidFill>
                <a:srgbClr val="000000"/>
              </a:solidFill>
              <a:ln w="9525">
                <a:noFill/>
                <a:round/>
                <a:headEnd/>
                <a:tailEnd/>
              </a:ln>
            </p:spPr>
            <p:txBody>
              <a:bodyPr/>
              <a:lstStyle/>
              <a:p>
                <a:pPr algn="ctr"/>
                <a:endParaRPr lang="pt-BR" sz="2400"/>
              </a:p>
            </p:txBody>
          </p:sp>
          <p:sp>
            <p:nvSpPr>
              <p:cNvPr id="297" name="Freeform 569"/>
              <p:cNvSpPr>
                <a:spLocks/>
              </p:cNvSpPr>
              <p:nvPr/>
            </p:nvSpPr>
            <p:spPr bwMode="auto">
              <a:xfrm>
                <a:off x="609" y="3788"/>
                <a:ext cx="303" cy="508"/>
              </a:xfrm>
              <a:custGeom>
                <a:avLst/>
                <a:gdLst>
                  <a:gd name="T0" fmla="*/ 0 w 3030"/>
                  <a:gd name="T1" fmla="*/ 0 h 5080"/>
                  <a:gd name="T2" fmla="*/ 0 w 3030"/>
                  <a:gd name="T3" fmla="*/ 0 h 5080"/>
                  <a:gd name="T4" fmla="*/ 0 w 3030"/>
                  <a:gd name="T5" fmla="*/ 0 h 5080"/>
                  <a:gd name="T6" fmla="*/ 0 w 3030"/>
                  <a:gd name="T7" fmla="*/ 0 h 5080"/>
                  <a:gd name="T8" fmla="*/ 0 w 3030"/>
                  <a:gd name="T9" fmla="*/ 0 h 5080"/>
                  <a:gd name="T10" fmla="*/ 0 w 3030"/>
                  <a:gd name="T11" fmla="*/ 0 h 5080"/>
                  <a:gd name="T12" fmla="*/ 0 w 3030"/>
                  <a:gd name="T13" fmla="*/ 0 h 5080"/>
                  <a:gd name="T14" fmla="*/ 0 w 3030"/>
                  <a:gd name="T15" fmla="*/ 0 h 5080"/>
                  <a:gd name="T16" fmla="*/ 0 w 3030"/>
                  <a:gd name="T17" fmla="*/ 0 h 5080"/>
                  <a:gd name="T18" fmla="*/ 0 w 3030"/>
                  <a:gd name="T19" fmla="*/ 0 h 5080"/>
                  <a:gd name="T20" fmla="*/ 0 w 3030"/>
                  <a:gd name="T21" fmla="*/ 0 h 5080"/>
                  <a:gd name="T22" fmla="*/ 0 w 3030"/>
                  <a:gd name="T23" fmla="*/ 0 h 5080"/>
                  <a:gd name="T24" fmla="*/ 0 w 3030"/>
                  <a:gd name="T25" fmla="*/ 0 h 5080"/>
                  <a:gd name="T26" fmla="*/ 0 w 3030"/>
                  <a:gd name="T27" fmla="*/ 0 h 5080"/>
                  <a:gd name="T28" fmla="*/ 0 w 3030"/>
                  <a:gd name="T29" fmla="*/ 0 h 5080"/>
                  <a:gd name="T30" fmla="*/ 0 w 3030"/>
                  <a:gd name="T31" fmla="*/ 0 h 5080"/>
                  <a:gd name="T32" fmla="*/ 0 w 3030"/>
                  <a:gd name="T33" fmla="*/ 0 h 5080"/>
                  <a:gd name="T34" fmla="*/ 0 w 3030"/>
                  <a:gd name="T35" fmla="*/ 0 h 5080"/>
                  <a:gd name="T36" fmla="*/ 0 w 3030"/>
                  <a:gd name="T37" fmla="*/ 0 h 5080"/>
                  <a:gd name="T38" fmla="*/ 0 w 3030"/>
                  <a:gd name="T39" fmla="*/ 0 h 5080"/>
                  <a:gd name="T40" fmla="*/ 0 w 3030"/>
                  <a:gd name="T41" fmla="*/ 0 h 5080"/>
                  <a:gd name="T42" fmla="*/ 0 w 3030"/>
                  <a:gd name="T43" fmla="*/ 0 h 5080"/>
                  <a:gd name="T44" fmla="*/ 0 w 3030"/>
                  <a:gd name="T45" fmla="*/ 0 h 5080"/>
                  <a:gd name="T46" fmla="*/ 0 w 3030"/>
                  <a:gd name="T47" fmla="*/ 0 h 5080"/>
                  <a:gd name="T48" fmla="*/ 0 w 3030"/>
                  <a:gd name="T49" fmla="*/ 0 h 5080"/>
                  <a:gd name="T50" fmla="*/ 0 w 3030"/>
                  <a:gd name="T51" fmla="*/ 0 h 5080"/>
                  <a:gd name="T52" fmla="*/ 0 w 3030"/>
                  <a:gd name="T53" fmla="*/ 0 h 5080"/>
                  <a:gd name="T54" fmla="*/ 0 w 3030"/>
                  <a:gd name="T55" fmla="*/ 0 h 5080"/>
                  <a:gd name="T56" fmla="*/ 0 w 3030"/>
                  <a:gd name="T57" fmla="*/ 0 h 5080"/>
                  <a:gd name="T58" fmla="*/ 0 w 3030"/>
                  <a:gd name="T59" fmla="*/ 0 h 5080"/>
                  <a:gd name="T60" fmla="*/ 0 w 3030"/>
                  <a:gd name="T61" fmla="*/ 0 h 5080"/>
                  <a:gd name="T62" fmla="*/ 0 w 3030"/>
                  <a:gd name="T63" fmla="*/ 0 h 5080"/>
                  <a:gd name="T64" fmla="*/ 0 w 3030"/>
                  <a:gd name="T65" fmla="*/ 0 h 5080"/>
                  <a:gd name="T66" fmla="*/ 0 w 3030"/>
                  <a:gd name="T67" fmla="*/ 0 h 5080"/>
                  <a:gd name="T68" fmla="*/ 0 w 3030"/>
                  <a:gd name="T69" fmla="*/ 0 h 5080"/>
                  <a:gd name="T70" fmla="*/ 0 w 3030"/>
                  <a:gd name="T71" fmla="*/ 0 h 5080"/>
                  <a:gd name="T72" fmla="*/ 0 w 3030"/>
                  <a:gd name="T73" fmla="*/ 0 h 5080"/>
                  <a:gd name="T74" fmla="*/ 0 w 3030"/>
                  <a:gd name="T75" fmla="*/ 0 h 5080"/>
                  <a:gd name="T76" fmla="*/ 0 w 3030"/>
                  <a:gd name="T77" fmla="*/ 0 h 5080"/>
                  <a:gd name="T78" fmla="*/ 0 w 3030"/>
                  <a:gd name="T79" fmla="*/ 0 h 5080"/>
                  <a:gd name="T80" fmla="*/ 0 w 3030"/>
                  <a:gd name="T81" fmla="*/ 0 h 5080"/>
                  <a:gd name="T82" fmla="*/ 0 w 3030"/>
                  <a:gd name="T83" fmla="*/ 0 h 5080"/>
                  <a:gd name="T84" fmla="*/ 0 w 3030"/>
                  <a:gd name="T85" fmla="*/ 0 h 5080"/>
                  <a:gd name="T86" fmla="*/ 0 w 3030"/>
                  <a:gd name="T87" fmla="*/ 0 h 5080"/>
                  <a:gd name="T88" fmla="*/ 0 w 3030"/>
                  <a:gd name="T89" fmla="*/ 0 h 5080"/>
                  <a:gd name="T90" fmla="*/ 0 w 3030"/>
                  <a:gd name="T91" fmla="*/ 0 h 508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030"/>
                  <a:gd name="T139" fmla="*/ 0 h 5080"/>
                  <a:gd name="T140" fmla="*/ 3030 w 3030"/>
                  <a:gd name="T141" fmla="*/ 5080 h 508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030" h="5080">
                    <a:moveTo>
                      <a:pt x="150" y="0"/>
                    </a:moveTo>
                    <a:lnTo>
                      <a:pt x="69" y="343"/>
                    </a:lnTo>
                    <a:lnTo>
                      <a:pt x="0" y="857"/>
                    </a:lnTo>
                    <a:lnTo>
                      <a:pt x="0" y="1307"/>
                    </a:lnTo>
                    <a:lnTo>
                      <a:pt x="50" y="1749"/>
                    </a:lnTo>
                    <a:lnTo>
                      <a:pt x="188" y="2261"/>
                    </a:lnTo>
                    <a:lnTo>
                      <a:pt x="480" y="3104"/>
                    </a:lnTo>
                    <a:lnTo>
                      <a:pt x="1022" y="4613"/>
                    </a:lnTo>
                    <a:lnTo>
                      <a:pt x="1156" y="4766"/>
                    </a:lnTo>
                    <a:lnTo>
                      <a:pt x="1156" y="4924"/>
                    </a:lnTo>
                    <a:lnTo>
                      <a:pt x="1274" y="5080"/>
                    </a:lnTo>
                    <a:lnTo>
                      <a:pt x="3030" y="5080"/>
                    </a:lnTo>
                    <a:lnTo>
                      <a:pt x="2246" y="4305"/>
                    </a:lnTo>
                    <a:lnTo>
                      <a:pt x="2128" y="4237"/>
                    </a:lnTo>
                    <a:lnTo>
                      <a:pt x="2007" y="4202"/>
                    </a:lnTo>
                    <a:lnTo>
                      <a:pt x="1822" y="4169"/>
                    </a:lnTo>
                    <a:lnTo>
                      <a:pt x="1755" y="4135"/>
                    </a:lnTo>
                    <a:lnTo>
                      <a:pt x="1702" y="4068"/>
                    </a:lnTo>
                    <a:lnTo>
                      <a:pt x="1702" y="4015"/>
                    </a:lnTo>
                    <a:lnTo>
                      <a:pt x="1715" y="3979"/>
                    </a:lnTo>
                    <a:lnTo>
                      <a:pt x="1766" y="3928"/>
                    </a:lnTo>
                    <a:lnTo>
                      <a:pt x="1848" y="3928"/>
                    </a:lnTo>
                    <a:lnTo>
                      <a:pt x="1942" y="3964"/>
                    </a:lnTo>
                    <a:lnTo>
                      <a:pt x="2096" y="4047"/>
                    </a:lnTo>
                    <a:lnTo>
                      <a:pt x="1916" y="3894"/>
                    </a:lnTo>
                    <a:lnTo>
                      <a:pt x="1778" y="3811"/>
                    </a:lnTo>
                    <a:lnTo>
                      <a:pt x="1636" y="3758"/>
                    </a:lnTo>
                    <a:lnTo>
                      <a:pt x="851" y="3566"/>
                    </a:lnTo>
                    <a:lnTo>
                      <a:pt x="705" y="3483"/>
                    </a:lnTo>
                    <a:lnTo>
                      <a:pt x="639" y="3362"/>
                    </a:lnTo>
                    <a:lnTo>
                      <a:pt x="609" y="3225"/>
                    </a:lnTo>
                    <a:lnTo>
                      <a:pt x="622" y="3087"/>
                    </a:lnTo>
                    <a:lnTo>
                      <a:pt x="667" y="3000"/>
                    </a:lnTo>
                    <a:lnTo>
                      <a:pt x="747" y="2984"/>
                    </a:lnTo>
                    <a:lnTo>
                      <a:pt x="851" y="2984"/>
                    </a:lnTo>
                    <a:lnTo>
                      <a:pt x="1727" y="3256"/>
                    </a:lnTo>
                    <a:lnTo>
                      <a:pt x="1090" y="2984"/>
                    </a:lnTo>
                    <a:lnTo>
                      <a:pt x="760" y="2780"/>
                    </a:lnTo>
                    <a:lnTo>
                      <a:pt x="518" y="2556"/>
                    </a:lnTo>
                    <a:lnTo>
                      <a:pt x="305" y="2230"/>
                    </a:lnTo>
                    <a:lnTo>
                      <a:pt x="158" y="1870"/>
                    </a:lnTo>
                    <a:lnTo>
                      <a:pt x="50" y="1490"/>
                    </a:lnTo>
                    <a:lnTo>
                      <a:pt x="12" y="1097"/>
                    </a:lnTo>
                    <a:lnTo>
                      <a:pt x="29" y="805"/>
                    </a:lnTo>
                    <a:lnTo>
                      <a:pt x="69" y="443"/>
                    </a:lnTo>
                    <a:lnTo>
                      <a:pt x="150" y="0"/>
                    </a:lnTo>
                    <a:close/>
                  </a:path>
                </a:pathLst>
              </a:custGeom>
              <a:solidFill>
                <a:srgbClr val="000000"/>
              </a:solidFill>
              <a:ln w="9525">
                <a:noFill/>
                <a:round/>
                <a:headEnd/>
                <a:tailEnd/>
              </a:ln>
            </p:spPr>
            <p:txBody>
              <a:bodyPr/>
              <a:lstStyle/>
              <a:p>
                <a:pPr algn="ctr"/>
                <a:endParaRPr lang="pt-BR" sz="2400"/>
              </a:p>
            </p:txBody>
          </p:sp>
          <p:sp>
            <p:nvSpPr>
              <p:cNvPr id="298" name="Freeform 570"/>
              <p:cNvSpPr>
                <a:spLocks/>
              </p:cNvSpPr>
              <p:nvPr/>
            </p:nvSpPr>
            <p:spPr bwMode="auto">
              <a:xfrm>
                <a:off x="941" y="4169"/>
                <a:ext cx="221" cy="127"/>
              </a:xfrm>
              <a:custGeom>
                <a:avLst/>
                <a:gdLst>
                  <a:gd name="T0" fmla="*/ 0 w 2208"/>
                  <a:gd name="T1" fmla="*/ 0 h 1269"/>
                  <a:gd name="T2" fmla="*/ 0 w 2208"/>
                  <a:gd name="T3" fmla="*/ 0 h 1269"/>
                  <a:gd name="T4" fmla="*/ 0 w 2208"/>
                  <a:gd name="T5" fmla="*/ 0 h 1269"/>
                  <a:gd name="T6" fmla="*/ 0 w 2208"/>
                  <a:gd name="T7" fmla="*/ 0 h 1269"/>
                  <a:gd name="T8" fmla="*/ 0 w 2208"/>
                  <a:gd name="T9" fmla="*/ 0 h 1269"/>
                  <a:gd name="T10" fmla="*/ 0 w 2208"/>
                  <a:gd name="T11" fmla="*/ 0 h 1269"/>
                  <a:gd name="T12" fmla="*/ 0 w 2208"/>
                  <a:gd name="T13" fmla="*/ 0 h 1269"/>
                  <a:gd name="T14" fmla="*/ 0 w 2208"/>
                  <a:gd name="T15" fmla="*/ 0 h 1269"/>
                  <a:gd name="T16" fmla="*/ 0 w 2208"/>
                  <a:gd name="T17" fmla="*/ 0 h 1269"/>
                  <a:gd name="T18" fmla="*/ 0 w 2208"/>
                  <a:gd name="T19" fmla="*/ 0 h 1269"/>
                  <a:gd name="T20" fmla="*/ 0 w 2208"/>
                  <a:gd name="T21" fmla="*/ 0 h 1269"/>
                  <a:gd name="T22" fmla="*/ 0 w 2208"/>
                  <a:gd name="T23" fmla="*/ 0 h 1269"/>
                  <a:gd name="T24" fmla="*/ 0 w 2208"/>
                  <a:gd name="T25" fmla="*/ 0 h 1269"/>
                  <a:gd name="T26" fmla="*/ 0 w 2208"/>
                  <a:gd name="T27" fmla="*/ 0 h 1269"/>
                  <a:gd name="T28" fmla="*/ 0 w 2208"/>
                  <a:gd name="T29" fmla="*/ 0 h 1269"/>
                  <a:gd name="T30" fmla="*/ 0 w 2208"/>
                  <a:gd name="T31" fmla="*/ 0 h 1269"/>
                  <a:gd name="T32" fmla="*/ 0 w 2208"/>
                  <a:gd name="T33" fmla="*/ 0 h 1269"/>
                  <a:gd name="T34" fmla="*/ 0 w 2208"/>
                  <a:gd name="T35" fmla="*/ 0 h 1269"/>
                  <a:gd name="T36" fmla="*/ 0 w 2208"/>
                  <a:gd name="T37" fmla="*/ 0 h 1269"/>
                  <a:gd name="T38" fmla="*/ 0 w 2208"/>
                  <a:gd name="T39" fmla="*/ 0 h 1269"/>
                  <a:gd name="T40" fmla="*/ 0 w 2208"/>
                  <a:gd name="T41" fmla="*/ 0 h 1269"/>
                  <a:gd name="T42" fmla="*/ 0 w 2208"/>
                  <a:gd name="T43" fmla="*/ 0 h 126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08"/>
                  <a:gd name="T67" fmla="*/ 0 h 1269"/>
                  <a:gd name="T68" fmla="*/ 2208 w 2208"/>
                  <a:gd name="T69" fmla="*/ 1269 h 126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08" h="1269">
                    <a:moveTo>
                      <a:pt x="1210" y="0"/>
                    </a:moveTo>
                    <a:lnTo>
                      <a:pt x="1503" y="236"/>
                    </a:lnTo>
                    <a:lnTo>
                      <a:pt x="1783" y="515"/>
                    </a:lnTo>
                    <a:lnTo>
                      <a:pt x="2007" y="802"/>
                    </a:lnTo>
                    <a:lnTo>
                      <a:pt x="2176" y="1113"/>
                    </a:lnTo>
                    <a:lnTo>
                      <a:pt x="2208" y="1199"/>
                    </a:lnTo>
                    <a:lnTo>
                      <a:pt x="2208" y="1269"/>
                    </a:lnTo>
                    <a:lnTo>
                      <a:pt x="0" y="1269"/>
                    </a:lnTo>
                    <a:lnTo>
                      <a:pt x="239" y="1163"/>
                    </a:lnTo>
                    <a:lnTo>
                      <a:pt x="531" y="955"/>
                    </a:lnTo>
                    <a:lnTo>
                      <a:pt x="864" y="682"/>
                    </a:lnTo>
                    <a:lnTo>
                      <a:pt x="1075" y="324"/>
                    </a:lnTo>
                    <a:lnTo>
                      <a:pt x="1090" y="426"/>
                    </a:lnTo>
                    <a:lnTo>
                      <a:pt x="982" y="682"/>
                    </a:lnTo>
                    <a:lnTo>
                      <a:pt x="1768" y="1095"/>
                    </a:lnTo>
                    <a:lnTo>
                      <a:pt x="1808" y="955"/>
                    </a:lnTo>
                    <a:lnTo>
                      <a:pt x="1808" y="839"/>
                    </a:lnTo>
                    <a:lnTo>
                      <a:pt x="1783" y="704"/>
                    </a:lnTo>
                    <a:lnTo>
                      <a:pt x="1674" y="494"/>
                    </a:lnTo>
                    <a:lnTo>
                      <a:pt x="1516" y="324"/>
                    </a:lnTo>
                    <a:lnTo>
                      <a:pt x="1344" y="131"/>
                    </a:lnTo>
                    <a:lnTo>
                      <a:pt x="1210" y="0"/>
                    </a:lnTo>
                    <a:close/>
                  </a:path>
                </a:pathLst>
              </a:custGeom>
              <a:solidFill>
                <a:srgbClr val="000000"/>
              </a:solidFill>
              <a:ln w="9525">
                <a:noFill/>
                <a:round/>
                <a:headEnd/>
                <a:tailEnd/>
              </a:ln>
            </p:spPr>
            <p:txBody>
              <a:bodyPr/>
              <a:lstStyle/>
              <a:p>
                <a:pPr algn="ctr"/>
                <a:endParaRPr lang="pt-BR" sz="2400"/>
              </a:p>
            </p:txBody>
          </p:sp>
          <p:sp>
            <p:nvSpPr>
              <p:cNvPr id="299" name="Freeform 571"/>
              <p:cNvSpPr>
                <a:spLocks/>
              </p:cNvSpPr>
              <p:nvPr/>
            </p:nvSpPr>
            <p:spPr bwMode="auto">
              <a:xfrm>
                <a:off x="810" y="3987"/>
                <a:ext cx="91" cy="152"/>
              </a:xfrm>
              <a:custGeom>
                <a:avLst/>
                <a:gdLst>
                  <a:gd name="T0" fmla="*/ 0 w 915"/>
                  <a:gd name="T1" fmla="*/ 0 h 1527"/>
                  <a:gd name="T2" fmla="*/ 0 w 915"/>
                  <a:gd name="T3" fmla="*/ 0 h 1527"/>
                  <a:gd name="T4" fmla="*/ 0 w 915"/>
                  <a:gd name="T5" fmla="*/ 0 h 1527"/>
                  <a:gd name="T6" fmla="*/ 0 w 915"/>
                  <a:gd name="T7" fmla="*/ 0 h 1527"/>
                  <a:gd name="T8" fmla="*/ 0 w 915"/>
                  <a:gd name="T9" fmla="*/ 0 h 1527"/>
                  <a:gd name="T10" fmla="*/ 0 w 915"/>
                  <a:gd name="T11" fmla="*/ 0 h 1527"/>
                  <a:gd name="T12" fmla="*/ 0 w 915"/>
                  <a:gd name="T13" fmla="*/ 0 h 1527"/>
                  <a:gd name="T14" fmla="*/ 0 w 915"/>
                  <a:gd name="T15" fmla="*/ 0 h 1527"/>
                  <a:gd name="T16" fmla="*/ 0 60000 65536"/>
                  <a:gd name="T17" fmla="*/ 0 60000 65536"/>
                  <a:gd name="T18" fmla="*/ 0 60000 65536"/>
                  <a:gd name="T19" fmla="*/ 0 60000 65536"/>
                  <a:gd name="T20" fmla="*/ 0 60000 65536"/>
                  <a:gd name="T21" fmla="*/ 0 60000 65536"/>
                  <a:gd name="T22" fmla="*/ 0 60000 65536"/>
                  <a:gd name="T23" fmla="*/ 0 60000 65536"/>
                  <a:gd name="T24" fmla="*/ 0 w 915"/>
                  <a:gd name="T25" fmla="*/ 0 h 1527"/>
                  <a:gd name="T26" fmla="*/ 915 w 915"/>
                  <a:gd name="T27" fmla="*/ 1527 h 15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15" h="1527">
                    <a:moveTo>
                      <a:pt x="0" y="1527"/>
                    </a:moveTo>
                    <a:lnTo>
                      <a:pt x="53" y="1268"/>
                    </a:lnTo>
                    <a:lnTo>
                      <a:pt x="146" y="996"/>
                    </a:lnTo>
                    <a:lnTo>
                      <a:pt x="264" y="739"/>
                    </a:lnTo>
                    <a:lnTo>
                      <a:pt x="400" y="534"/>
                    </a:lnTo>
                    <a:lnTo>
                      <a:pt x="557" y="326"/>
                    </a:lnTo>
                    <a:lnTo>
                      <a:pt x="760" y="138"/>
                    </a:lnTo>
                    <a:lnTo>
                      <a:pt x="915" y="0"/>
                    </a:lnTo>
                  </a:path>
                </a:pathLst>
              </a:custGeom>
              <a:noFill/>
              <a:ln w="0">
                <a:solidFill>
                  <a:srgbClr val="000000"/>
                </a:solidFill>
                <a:round/>
                <a:headEnd/>
                <a:tailEnd/>
              </a:ln>
            </p:spPr>
            <p:txBody>
              <a:bodyPr/>
              <a:lstStyle/>
              <a:p>
                <a:pPr algn="ctr"/>
                <a:endParaRPr lang="pt-BR" sz="2400"/>
              </a:p>
            </p:txBody>
          </p:sp>
          <p:sp>
            <p:nvSpPr>
              <p:cNvPr id="300" name="Freeform 572"/>
              <p:cNvSpPr>
                <a:spLocks/>
              </p:cNvSpPr>
              <p:nvPr/>
            </p:nvSpPr>
            <p:spPr bwMode="auto">
              <a:xfrm>
                <a:off x="762" y="3831"/>
                <a:ext cx="132" cy="159"/>
              </a:xfrm>
              <a:custGeom>
                <a:avLst/>
                <a:gdLst>
                  <a:gd name="T0" fmla="*/ 0 w 1313"/>
                  <a:gd name="T1" fmla="*/ 0 h 1595"/>
                  <a:gd name="T2" fmla="*/ 0 w 1313"/>
                  <a:gd name="T3" fmla="*/ 0 h 1595"/>
                  <a:gd name="T4" fmla="*/ 0 w 1313"/>
                  <a:gd name="T5" fmla="*/ 0 h 1595"/>
                  <a:gd name="T6" fmla="*/ 0 w 1313"/>
                  <a:gd name="T7" fmla="*/ 0 h 1595"/>
                  <a:gd name="T8" fmla="*/ 0 w 1313"/>
                  <a:gd name="T9" fmla="*/ 0 h 1595"/>
                  <a:gd name="T10" fmla="*/ 0 w 1313"/>
                  <a:gd name="T11" fmla="*/ 0 h 1595"/>
                  <a:gd name="T12" fmla="*/ 0 w 1313"/>
                  <a:gd name="T13" fmla="*/ 0 h 1595"/>
                  <a:gd name="T14" fmla="*/ 0 60000 65536"/>
                  <a:gd name="T15" fmla="*/ 0 60000 65536"/>
                  <a:gd name="T16" fmla="*/ 0 60000 65536"/>
                  <a:gd name="T17" fmla="*/ 0 60000 65536"/>
                  <a:gd name="T18" fmla="*/ 0 60000 65536"/>
                  <a:gd name="T19" fmla="*/ 0 60000 65536"/>
                  <a:gd name="T20" fmla="*/ 0 60000 65536"/>
                  <a:gd name="T21" fmla="*/ 0 w 1313"/>
                  <a:gd name="T22" fmla="*/ 0 h 1595"/>
                  <a:gd name="T23" fmla="*/ 1313 w 1313"/>
                  <a:gd name="T24" fmla="*/ 1595 h 15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3" h="1595">
                    <a:moveTo>
                      <a:pt x="1313" y="1595"/>
                    </a:moveTo>
                    <a:lnTo>
                      <a:pt x="1073" y="1166"/>
                    </a:lnTo>
                    <a:lnTo>
                      <a:pt x="686" y="942"/>
                    </a:lnTo>
                    <a:lnTo>
                      <a:pt x="529" y="705"/>
                    </a:lnTo>
                    <a:lnTo>
                      <a:pt x="247" y="447"/>
                    </a:lnTo>
                    <a:lnTo>
                      <a:pt x="171" y="343"/>
                    </a:lnTo>
                    <a:lnTo>
                      <a:pt x="0" y="0"/>
                    </a:lnTo>
                  </a:path>
                </a:pathLst>
              </a:custGeom>
              <a:noFill/>
              <a:ln w="0">
                <a:solidFill>
                  <a:srgbClr val="000000"/>
                </a:solidFill>
                <a:round/>
                <a:headEnd/>
                <a:tailEnd/>
              </a:ln>
            </p:spPr>
            <p:txBody>
              <a:bodyPr/>
              <a:lstStyle/>
              <a:p>
                <a:pPr algn="ctr"/>
                <a:endParaRPr lang="pt-BR" sz="2400"/>
              </a:p>
            </p:txBody>
          </p:sp>
          <p:sp>
            <p:nvSpPr>
              <p:cNvPr id="301" name="Freeform 573"/>
              <p:cNvSpPr>
                <a:spLocks/>
              </p:cNvSpPr>
              <p:nvPr/>
            </p:nvSpPr>
            <p:spPr bwMode="auto">
              <a:xfrm>
                <a:off x="965" y="3662"/>
                <a:ext cx="301" cy="197"/>
              </a:xfrm>
              <a:custGeom>
                <a:avLst/>
                <a:gdLst>
                  <a:gd name="T0" fmla="*/ 0 w 3002"/>
                  <a:gd name="T1" fmla="*/ 0 h 1970"/>
                  <a:gd name="T2" fmla="*/ 0 w 3002"/>
                  <a:gd name="T3" fmla="*/ 0 h 1970"/>
                  <a:gd name="T4" fmla="*/ 0 w 3002"/>
                  <a:gd name="T5" fmla="*/ 0 h 1970"/>
                  <a:gd name="T6" fmla="*/ 0 w 3002"/>
                  <a:gd name="T7" fmla="*/ 0 h 1970"/>
                  <a:gd name="T8" fmla="*/ 0 w 3002"/>
                  <a:gd name="T9" fmla="*/ 0 h 1970"/>
                  <a:gd name="T10" fmla="*/ 0 w 3002"/>
                  <a:gd name="T11" fmla="*/ 0 h 1970"/>
                  <a:gd name="T12" fmla="*/ 0 w 3002"/>
                  <a:gd name="T13" fmla="*/ 0 h 1970"/>
                  <a:gd name="T14" fmla="*/ 0 w 3002"/>
                  <a:gd name="T15" fmla="*/ 0 h 1970"/>
                  <a:gd name="T16" fmla="*/ 0 w 3002"/>
                  <a:gd name="T17" fmla="*/ 0 h 1970"/>
                  <a:gd name="T18" fmla="*/ 0 w 3002"/>
                  <a:gd name="T19" fmla="*/ 0 h 1970"/>
                  <a:gd name="T20" fmla="*/ 0 w 3002"/>
                  <a:gd name="T21" fmla="*/ 0 h 1970"/>
                  <a:gd name="T22" fmla="*/ 0 w 3002"/>
                  <a:gd name="T23" fmla="*/ 0 h 1970"/>
                  <a:gd name="T24" fmla="*/ 0 w 3002"/>
                  <a:gd name="T25" fmla="*/ 0 h 1970"/>
                  <a:gd name="T26" fmla="*/ 0 w 3002"/>
                  <a:gd name="T27" fmla="*/ 0 h 1970"/>
                  <a:gd name="T28" fmla="*/ 0 w 3002"/>
                  <a:gd name="T29" fmla="*/ 0 h 1970"/>
                  <a:gd name="T30" fmla="*/ 0 w 3002"/>
                  <a:gd name="T31" fmla="*/ 0 h 1970"/>
                  <a:gd name="T32" fmla="*/ 0 w 3002"/>
                  <a:gd name="T33" fmla="*/ 0 h 1970"/>
                  <a:gd name="T34" fmla="*/ 0 w 3002"/>
                  <a:gd name="T35" fmla="*/ 0 h 1970"/>
                  <a:gd name="T36" fmla="*/ 0 w 3002"/>
                  <a:gd name="T37" fmla="*/ 0 h 1970"/>
                  <a:gd name="T38" fmla="*/ 0 w 3002"/>
                  <a:gd name="T39" fmla="*/ 0 h 1970"/>
                  <a:gd name="T40" fmla="*/ 0 w 3002"/>
                  <a:gd name="T41" fmla="*/ 0 h 197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02"/>
                  <a:gd name="T64" fmla="*/ 0 h 1970"/>
                  <a:gd name="T65" fmla="*/ 3002 w 3002"/>
                  <a:gd name="T66" fmla="*/ 1970 h 197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02" h="1970">
                    <a:moveTo>
                      <a:pt x="0" y="1648"/>
                    </a:moveTo>
                    <a:lnTo>
                      <a:pt x="1539" y="1267"/>
                    </a:lnTo>
                    <a:lnTo>
                      <a:pt x="1682" y="1167"/>
                    </a:lnTo>
                    <a:lnTo>
                      <a:pt x="1819" y="1108"/>
                    </a:lnTo>
                    <a:lnTo>
                      <a:pt x="2721" y="41"/>
                    </a:lnTo>
                    <a:lnTo>
                      <a:pt x="2799" y="0"/>
                    </a:lnTo>
                    <a:lnTo>
                      <a:pt x="2890" y="0"/>
                    </a:lnTo>
                    <a:lnTo>
                      <a:pt x="3002" y="83"/>
                    </a:lnTo>
                    <a:lnTo>
                      <a:pt x="2890" y="41"/>
                    </a:lnTo>
                    <a:lnTo>
                      <a:pt x="2828" y="41"/>
                    </a:lnTo>
                    <a:lnTo>
                      <a:pt x="2737" y="83"/>
                    </a:lnTo>
                    <a:lnTo>
                      <a:pt x="2549" y="344"/>
                    </a:lnTo>
                    <a:lnTo>
                      <a:pt x="2454" y="424"/>
                    </a:lnTo>
                    <a:lnTo>
                      <a:pt x="2426" y="484"/>
                    </a:lnTo>
                    <a:lnTo>
                      <a:pt x="2426" y="545"/>
                    </a:lnTo>
                    <a:lnTo>
                      <a:pt x="1990" y="1084"/>
                    </a:lnTo>
                    <a:lnTo>
                      <a:pt x="2454" y="746"/>
                    </a:lnTo>
                    <a:lnTo>
                      <a:pt x="2053" y="1229"/>
                    </a:lnTo>
                    <a:lnTo>
                      <a:pt x="2006" y="1328"/>
                    </a:lnTo>
                    <a:lnTo>
                      <a:pt x="203" y="1970"/>
                    </a:lnTo>
                    <a:lnTo>
                      <a:pt x="0" y="1648"/>
                    </a:lnTo>
                    <a:close/>
                  </a:path>
                </a:pathLst>
              </a:custGeom>
              <a:solidFill>
                <a:srgbClr val="000000"/>
              </a:solidFill>
              <a:ln w="9525">
                <a:noFill/>
                <a:round/>
                <a:headEnd/>
                <a:tailEnd/>
              </a:ln>
            </p:spPr>
            <p:txBody>
              <a:bodyPr/>
              <a:lstStyle/>
              <a:p>
                <a:pPr algn="ctr"/>
                <a:endParaRPr lang="pt-BR" sz="2400"/>
              </a:p>
            </p:txBody>
          </p:sp>
          <p:sp>
            <p:nvSpPr>
              <p:cNvPr id="302" name="Freeform 574"/>
              <p:cNvSpPr>
                <a:spLocks/>
              </p:cNvSpPr>
              <p:nvPr/>
            </p:nvSpPr>
            <p:spPr bwMode="auto">
              <a:xfrm>
                <a:off x="1219" y="3668"/>
                <a:ext cx="56" cy="49"/>
              </a:xfrm>
              <a:custGeom>
                <a:avLst/>
                <a:gdLst>
                  <a:gd name="T0" fmla="*/ 0 w 560"/>
                  <a:gd name="T1" fmla="*/ 0 h 485"/>
                  <a:gd name="T2" fmla="*/ 0 w 560"/>
                  <a:gd name="T3" fmla="*/ 0 h 485"/>
                  <a:gd name="T4" fmla="*/ 0 w 560"/>
                  <a:gd name="T5" fmla="*/ 0 h 485"/>
                  <a:gd name="T6" fmla="*/ 0 w 560"/>
                  <a:gd name="T7" fmla="*/ 0 h 485"/>
                  <a:gd name="T8" fmla="*/ 0 w 560"/>
                  <a:gd name="T9" fmla="*/ 0 h 485"/>
                  <a:gd name="T10" fmla="*/ 0 w 560"/>
                  <a:gd name="T11" fmla="*/ 0 h 485"/>
                  <a:gd name="T12" fmla="*/ 0 60000 65536"/>
                  <a:gd name="T13" fmla="*/ 0 60000 65536"/>
                  <a:gd name="T14" fmla="*/ 0 60000 65536"/>
                  <a:gd name="T15" fmla="*/ 0 60000 65536"/>
                  <a:gd name="T16" fmla="*/ 0 60000 65536"/>
                  <a:gd name="T17" fmla="*/ 0 60000 65536"/>
                  <a:gd name="T18" fmla="*/ 0 w 560"/>
                  <a:gd name="T19" fmla="*/ 0 h 485"/>
                  <a:gd name="T20" fmla="*/ 560 w 560"/>
                  <a:gd name="T21" fmla="*/ 485 h 485"/>
                </a:gdLst>
                <a:ahLst/>
                <a:cxnLst>
                  <a:cxn ang="T12">
                    <a:pos x="T0" y="T1"/>
                  </a:cxn>
                  <a:cxn ang="T13">
                    <a:pos x="T2" y="T3"/>
                  </a:cxn>
                  <a:cxn ang="T14">
                    <a:pos x="T4" y="T5"/>
                  </a:cxn>
                  <a:cxn ang="T15">
                    <a:pos x="T6" y="T7"/>
                  </a:cxn>
                  <a:cxn ang="T16">
                    <a:pos x="T8" y="T9"/>
                  </a:cxn>
                  <a:cxn ang="T17">
                    <a:pos x="T10" y="T11"/>
                  </a:cxn>
                </a:cxnLst>
                <a:rect l="T18" t="T19" r="T20" b="T21"/>
                <a:pathLst>
                  <a:path w="560" h="485">
                    <a:moveTo>
                      <a:pt x="0" y="424"/>
                    </a:moveTo>
                    <a:lnTo>
                      <a:pt x="435" y="0"/>
                    </a:lnTo>
                    <a:lnTo>
                      <a:pt x="560" y="0"/>
                    </a:lnTo>
                    <a:lnTo>
                      <a:pt x="93" y="485"/>
                    </a:lnTo>
                    <a:lnTo>
                      <a:pt x="93" y="404"/>
                    </a:lnTo>
                    <a:lnTo>
                      <a:pt x="0" y="424"/>
                    </a:lnTo>
                    <a:close/>
                  </a:path>
                </a:pathLst>
              </a:custGeom>
              <a:solidFill>
                <a:srgbClr val="000000"/>
              </a:solidFill>
              <a:ln w="9525">
                <a:noFill/>
                <a:round/>
                <a:headEnd/>
                <a:tailEnd/>
              </a:ln>
            </p:spPr>
            <p:txBody>
              <a:bodyPr/>
              <a:lstStyle/>
              <a:p>
                <a:pPr algn="ctr"/>
                <a:endParaRPr lang="pt-BR" sz="2400"/>
              </a:p>
            </p:txBody>
          </p:sp>
          <p:sp>
            <p:nvSpPr>
              <p:cNvPr id="303" name="Freeform 575"/>
              <p:cNvSpPr>
                <a:spLocks/>
              </p:cNvSpPr>
              <p:nvPr/>
            </p:nvSpPr>
            <p:spPr bwMode="auto">
              <a:xfrm>
                <a:off x="1012" y="3775"/>
                <a:ext cx="283" cy="132"/>
              </a:xfrm>
              <a:custGeom>
                <a:avLst/>
                <a:gdLst>
                  <a:gd name="T0" fmla="*/ 0 w 2833"/>
                  <a:gd name="T1" fmla="*/ 0 h 1325"/>
                  <a:gd name="T2" fmla="*/ 0 w 2833"/>
                  <a:gd name="T3" fmla="*/ 0 h 1325"/>
                  <a:gd name="T4" fmla="*/ 0 w 2833"/>
                  <a:gd name="T5" fmla="*/ 0 h 1325"/>
                  <a:gd name="T6" fmla="*/ 0 w 2833"/>
                  <a:gd name="T7" fmla="*/ 0 h 1325"/>
                  <a:gd name="T8" fmla="*/ 0 w 2833"/>
                  <a:gd name="T9" fmla="*/ 0 h 1325"/>
                  <a:gd name="T10" fmla="*/ 0 w 2833"/>
                  <a:gd name="T11" fmla="*/ 0 h 1325"/>
                  <a:gd name="T12" fmla="*/ 0 w 2833"/>
                  <a:gd name="T13" fmla="*/ 0 h 1325"/>
                  <a:gd name="T14" fmla="*/ 0 w 2833"/>
                  <a:gd name="T15" fmla="*/ 0 h 1325"/>
                  <a:gd name="T16" fmla="*/ 0 w 2833"/>
                  <a:gd name="T17" fmla="*/ 0 h 1325"/>
                  <a:gd name="T18" fmla="*/ 0 w 2833"/>
                  <a:gd name="T19" fmla="*/ 0 h 1325"/>
                  <a:gd name="T20" fmla="*/ 0 w 2833"/>
                  <a:gd name="T21" fmla="*/ 0 h 1325"/>
                  <a:gd name="T22" fmla="*/ 0 w 2833"/>
                  <a:gd name="T23" fmla="*/ 0 h 1325"/>
                  <a:gd name="T24" fmla="*/ 0 w 2833"/>
                  <a:gd name="T25" fmla="*/ 0 h 1325"/>
                  <a:gd name="T26" fmla="*/ 0 w 2833"/>
                  <a:gd name="T27" fmla="*/ 0 h 1325"/>
                  <a:gd name="T28" fmla="*/ 0 w 2833"/>
                  <a:gd name="T29" fmla="*/ 0 h 1325"/>
                  <a:gd name="T30" fmla="*/ 0 w 2833"/>
                  <a:gd name="T31" fmla="*/ 0 h 1325"/>
                  <a:gd name="T32" fmla="*/ 0 w 2833"/>
                  <a:gd name="T33" fmla="*/ 0 h 1325"/>
                  <a:gd name="T34" fmla="*/ 0 w 2833"/>
                  <a:gd name="T35" fmla="*/ 0 h 1325"/>
                  <a:gd name="T36" fmla="*/ 0 w 2833"/>
                  <a:gd name="T37" fmla="*/ 0 h 13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33"/>
                  <a:gd name="T58" fmla="*/ 0 h 1325"/>
                  <a:gd name="T59" fmla="*/ 2833 w 2833"/>
                  <a:gd name="T60" fmla="*/ 1325 h 13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33" h="1325">
                    <a:moveTo>
                      <a:pt x="63" y="1325"/>
                    </a:moveTo>
                    <a:lnTo>
                      <a:pt x="749" y="887"/>
                    </a:lnTo>
                    <a:lnTo>
                      <a:pt x="1262" y="663"/>
                    </a:lnTo>
                    <a:lnTo>
                      <a:pt x="1729" y="565"/>
                    </a:lnTo>
                    <a:lnTo>
                      <a:pt x="2130" y="523"/>
                    </a:lnTo>
                    <a:lnTo>
                      <a:pt x="2426" y="362"/>
                    </a:lnTo>
                    <a:lnTo>
                      <a:pt x="2833" y="0"/>
                    </a:lnTo>
                    <a:lnTo>
                      <a:pt x="2693" y="81"/>
                    </a:lnTo>
                    <a:lnTo>
                      <a:pt x="2582" y="81"/>
                    </a:lnTo>
                    <a:lnTo>
                      <a:pt x="2242" y="281"/>
                    </a:lnTo>
                    <a:lnTo>
                      <a:pt x="2178" y="402"/>
                    </a:lnTo>
                    <a:lnTo>
                      <a:pt x="2085" y="464"/>
                    </a:lnTo>
                    <a:lnTo>
                      <a:pt x="1884" y="501"/>
                    </a:lnTo>
                    <a:lnTo>
                      <a:pt x="1463" y="584"/>
                    </a:lnTo>
                    <a:lnTo>
                      <a:pt x="1218" y="646"/>
                    </a:lnTo>
                    <a:lnTo>
                      <a:pt x="872" y="786"/>
                    </a:lnTo>
                    <a:lnTo>
                      <a:pt x="685" y="866"/>
                    </a:lnTo>
                    <a:lnTo>
                      <a:pt x="0" y="1226"/>
                    </a:lnTo>
                    <a:lnTo>
                      <a:pt x="63" y="1325"/>
                    </a:lnTo>
                    <a:close/>
                  </a:path>
                </a:pathLst>
              </a:custGeom>
              <a:solidFill>
                <a:srgbClr val="000000"/>
              </a:solidFill>
              <a:ln w="9525">
                <a:noFill/>
                <a:round/>
                <a:headEnd/>
                <a:tailEnd/>
              </a:ln>
            </p:spPr>
            <p:txBody>
              <a:bodyPr/>
              <a:lstStyle/>
              <a:p>
                <a:pPr algn="ctr"/>
                <a:endParaRPr lang="pt-BR" sz="2400"/>
              </a:p>
            </p:txBody>
          </p:sp>
          <p:sp>
            <p:nvSpPr>
              <p:cNvPr id="304" name="Freeform 576"/>
              <p:cNvSpPr>
                <a:spLocks/>
              </p:cNvSpPr>
              <p:nvPr/>
            </p:nvSpPr>
            <p:spPr bwMode="auto">
              <a:xfrm>
                <a:off x="1232" y="3668"/>
                <a:ext cx="113" cy="67"/>
              </a:xfrm>
              <a:custGeom>
                <a:avLst/>
                <a:gdLst>
                  <a:gd name="T0" fmla="*/ 0 w 1133"/>
                  <a:gd name="T1" fmla="*/ 0 h 665"/>
                  <a:gd name="T2" fmla="*/ 0 w 1133"/>
                  <a:gd name="T3" fmla="*/ 0 h 665"/>
                  <a:gd name="T4" fmla="*/ 0 w 1133"/>
                  <a:gd name="T5" fmla="*/ 0 h 665"/>
                  <a:gd name="T6" fmla="*/ 0 w 1133"/>
                  <a:gd name="T7" fmla="*/ 0 h 665"/>
                  <a:gd name="T8" fmla="*/ 0 w 1133"/>
                  <a:gd name="T9" fmla="*/ 0 h 665"/>
                  <a:gd name="T10" fmla="*/ 0 w 1133"/>
                  <a:gd name="T11" fmla="*/ 0 h 665"/>
                  <a:gd name="T12" fmla="*/ 0 w 1133"/>
                  <a:gd name="T13" fmla="*/ 0 h 665"/>
                  <a:gd name="T14" fmla="*/ 0 w 1133"/>
                  <a:gd name="T15" fmla="*/ 0 h 665"/>
                  <a:gd name="T16" fmla="*/ 0 w 1133"/>
                  <a:gd name="T17" fmla="*/ 0 h 665"/>
                  <a:gd name="T18" fmla="*/ 0 w 1133"/>
                  <a:gd name="T19" fmla="*/ 0 h 665"/>
                  <a:gd name="T20" fmla="*/ 0 w 1133"/>
                  <a:gd name="T21" fmla="*/ 0 h 665"/>
                  <a:gd name="T22" fmla="*/ 0 w 1133"/>
                  <a:gd name="T23" fmla="*/ 0 h 665"/>
                  <a:gd name="T24" fmla="*/ 0 w 1133"/>
                  <a:gd name="T25" fmla="*/ 0 h 665"/>
                  <a:gd name="T26" fmla="*/ 0 w 1133"/>
                  <a:gd name="T27" fmla="*/ 0 h 665"/>
                  <a:gd name="T28" fmla="*/ 0 w 1133"/>
                  <a:gd name="T29" fmla="*/ 0 h 665"/>
                  <a:gd name="T30" fmla="*/ 0 w 1133"/>
                  <a:gd name="T31" fmla="*/ 0 h 6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133"/>
                  <a:gd name="T49" fmla="*/ 0 h 665"/>
                  <a:gd name="T50" fmla="*/ 1133 w 1133"/>
                  <a:gd name="T51" fmla="*/ 665 h 6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133" h="665">
                    <a:moveTo>
                      <a:pt x="0" y="665"/>
                    </a:moveTo>
                    <a:lnTo>
                      <a:pt x="45" y="563"/>
                    </a:lnTo>
                    <a:lnTo>
                      <a:pt x="247" y="485"/>
                    </a:lnTo>
                    <a:lnTo>
                      <a:pt x="513" y="265"/>
                    </a:lnTo>
                    <a:lnTo>
                      <a:pt x="746" y="302"/>
                    </a:lnTo>
                    <a:lnTo>
                      <a:pt x="809" y="265"/>
                    </a:lnTo>
                    <a:lnTo>
                      <a:pt x="822" y="201"/>
                    </a:lnTo>
                    <a:lnTo>
                      <a:pt x="464" y="0"/>
                    </a:lnTo>
                    <a:lnTo>
                      <a:pt x="540" y="0"/>
                    </a:lnTo>
                    <a:lnTo>
                      <a:pt x="869" y="182"/>
                    </a:lnTo>
                    <a:lnTo>
                      <a:pt x="993" y="424"/>
                    </a:lnTo>
                    <a:lnTo>
                      <a:pt x="1133" y="442"/>
                    </a:lnTo>
                    <a:lnTo>
                      <a:pt x="496" y="442"/>
                    </a:lnTo>
                    <a:lnTo>
                      <a:pt x="156" y="605"/>
                    </a:lnTo>
                    <a:lnTo>
                      <a:pt x="60" y="605"/>
                    </a:lnTo>
                    <a:lnTo>
                      <a:pt x="0" y="665"/>
                    </a:lnTo>
                    <a:close/>
                  </a:path>
                </a:pathLst>
              </a:custGeom>
              <a:solidFill>
                <a:srgbClr val="000000"/>
              </a:solidFill>
              <a:ln w="9525">
                <a:noFill/>
                <a:round/>
                <a:headEnd/>
                <a:tailEnd/>
              </a:ln>
            </p:spPr>
            <p:txBody>
              <a:bodyPr/>
              <a:lstStyle/>
              <a:p>
                <a:pPr algn="ctr"/>
                <a:endParaRPr lang="pt-BR" sz="2400"/>
              </a:p>
            </p:txBody>
          </p:sp>
          <p:sp>
            <p:nvSpPr>
              <p:cNvPr id="305" name="Freeform 577"/>
              <p:cNvSpPr>
                <a:spLocks/>
              </p:cNvSpPr>
              <p:nvPr/>
            </p:nvSpPr>
            <p:spPr bwMode="auto">
              <a:xfrm>
                <a:off x="1240" y="3757"/>
                <a:ext cx="24" cy="24"/>
              </a:xfrm>
              <a:custGeom>
                <a:avLst/>
                <a:gdLst>
                  <a:gd name="T0" fmla="*/ 0 w 236"/>
                  <a:gd name="T1" fmla="*/ 0 h 235"/>
                  <a:gd name="T2" fmla="*/ 0 w 236"/>
                  <a:gd name="T3" fmla="*/ 0 h 235"/>
                  <a:gd name="T4" fmla="*/ 0 w 236"/>
                  <a:gd name="T5" fmla="*/ 0 h 235"/>
                  <a:gd name="T6" fmla="*/ 0 w 236"/>
                  <a:gd name="T7" fmla="*/ 0 h 235"/>
                  <a:gd name="T8" fmla="*/ 0 w 236"/>
                  <a:gd name="T9" fmla="*/ 0 h 235"/>
                  <a:gd name="T10" fmla="*/ 0 60000 65536"/>
                  <a:gd name="T11" fmla="*/ 0 60000 65536"/>
                  <a:gd name="T12" fmla="*/ 0 60000 65536"/>
                  <a:gd name="T13" fmla="*/ 0 60000 65536"/>
                  <a:gd name="T14" fmla="*/ 0 60000 65536"/>
                  <a:gd name="T15" fmla="*/ 0 w 236"/>
                  <a:gd name="T16" fmla="*/ 0 h 235"/>
                  <a:gd name="T17" fmla="*/ 236 w 236"/>
                  <a:gd name="T18" fmla="*/ 235 h 235"/>
                </a:gdLst>
                <a:ahLst/>
                <a:cxnLst>
                  <a:cxn ang="T10">
                    <a:pos x="T0" y="T1"/>
                  </a:cxn>
                  <a:cxn ang="T11">
                    <a:pos x="T2" y="T3"/>
                  </a:cxn>
                  <a:cxn ang="T12">
                    <a:pos x="T4" y="T5"/>
                  </a:cxn>
                  <a:cxn ang="T13">
                    <a:pos x="T6" y="T7"/>
                  </a:cxn>
                  <a:cxn ang="T14">
                    <a:pos x="T8" y="T9"/>
                  </a:cxn>
                </a:cxnLst>
                <a:rect l="T15" t="T16" r="T17" b="T18"/>
                <a:pathLst>
                  <a:path w="236" h="235">
                    <a:moveTo>
                      <a:pt x="96" y="235"/>
                    </a:moveTo>
                    <a:lnTo>
                      <a:pt x="236" y="0"/>
                    </a:lnTo>
                    <a:lnTo>
                      <a:pt x="67" y="135"/>
                    </a:lnTo>
                    <a:lnTo>
                      <a:pt x="0" y="235"/>
                    </a:lnTo>
                    <a:lnTo>
                      <a:pt x="96" y="235"/>
                    </a:lnTo>
                    <a:close/>
                  </a:path>
                </a:pathLst>
              </a:custGeom>
              <a:solidFill>
                <a:srgbClr val="000000"/>
              </a:solidFill>
              <a:ln w="9525">
                <a:noFill/>
                <a:round/>
                <a:headEnd/>
                <a:tailEnd/>
              </a:ln>
            </p:spPr>
            <p:txBody>
              <a:bodyPr/>
              <a:lstStyle/>
              <a:p>
                <a:pPr algn="ctr"/>
                <a:endParaRPr lang="pt-BR" sz="2400"/>
              </a:p>
            </p:txBody>
          </p:sp>
          <p:sp>
            <p:nvSpPr>
              <p:cNvPr id="306" name="Freeform 578"/>
              <p:cNvSpPr>
                <a:spLocks/>
              </p:cNvSpPr>
              <p:nvPr/>
            </p:nvSpPr>
            <p:spPr bwMode="auto">
              <a:xfrm>
                <a:off x="1264" y="3713"/>
                <a:ext cx="86" cy="44"/>
              </a:xfrm>
              <a:custGeom>
                <a:avLst/>
                <a:gdLst>
                  <a:gd name="T0" fmla="*/ 0 w 857"/>
                  <a:gd name="T1" fmla="*/ 0 h 447"/>
                  <a:gd name="T2" fmla="*/ 0 w 857"/>
                  <a:gd name="T3" fmla="*/ 0 h 447"/>
                  <a:gd name="T4" fmla="*/ 0 w 857"/>
                  <a:gd name="T5" fmla="*/ 0 h 447"/>
                  <a:gd name="T6" fmla="*/ 0 w 857"/>
                  <a:gd name="T7" fmla="*/ 0 h 447"/>
                  <a:gd name="T8" fmla="*/ 0 w 857"/>
                  <a:gd name="T9" fmla="*/ 0 h 447"/>
                  <a:gd name="T10" fmla="*/ 0 w 857"/>
                  <a:gd name="T11" fmla="*/ 0 h 447"/>
                  <a:gd name="T12" fmla="*/ 0 w 857"/>
                  <a:gd name="T13" fmla="*/ 0 h 447"/>
                  <a:gd name="T14" fmla="*/ 0 w 857"/>
                  <a:gd name="T15" fmla="*/ 0 h 447"/>
                  <a:gd name="T16" fmla="*/ 0 60000 65536"/>
                  <a:gd name="T17" fmla="*/ 0 60000 65536"/>
                  <a:gd name="T18" fmla="*/ 0 60000 65536"/>
                  <a:gd name="T19" fmla="*/ 0 60000 65536"/>
                  <a:gd name="T20" fmla="*/ 0 60000 65536"/>
                  <a:gd name="T21" fmla="*/ 0 60000 65536"/>
                  <a:gd name="T22" fmla="*/ 0 60000 65536"/>
                  <a:gd name="T23" fmla="*/ 0 60000 65536"/>
                  <a:gd name="T24" fmla="*/ 0 w 857"/>
                  <a:gd name="T25" fmla="*/ 0 h 447"/>
                  <a:gd name="T26" fmla="*/ 857 w 857"/>
                  <a:gd name="T27" fmla="*/ 447 h 4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57" h="447">
                    <a:moveTo>
                      <a:pt x="0" y="447"/>
                    </a:moveTo>
                    <a:lnTo>
                      <a:pt x="311" y="244"/>
                    </a:lnTo>
                    <a:lnTo>
                      <a:pt x="344" y="202"/>
                    </a:lnTo>
                    <a:lnTo>
                      <a:pt x="605" y="202"/>
                    </a:lnTo>
                    <a:lnTo>
                      <a:pt x="823" y="121"/>
                    </a:lnTo>
                    <a:lnTo>
                      <a:pt x="857" y="83"/>
                    </a:lnTo>
                    <a:lnTo>
                      <a:pt x="857" y="43"/>
                    </a:lnTo>
                    <a:lnTo>
                      <a:pt x="808" y="0"/>
                    </a:lnTo>
                  </a:path>
                </a:pathLst>
              </a:custGeom>
              <a:noFill/>
              <a:ln w="0">
                <a:solidFill>
                  <a:srgbClr val="000000"/>
                </a:solidFill>
                <a:round/>
                <a:headEnd/>
                <a:tailEnd/>
              </a:ln>
            </p:spPr>
            <p:txBody>
              <a:bodyPr/>
              <a:lstStyle/>
              <a:p>
                <a:pPr algn="ctr"/>
                <a:endParaRPr lang="pt-BR" sz="2400"/>
              </a:p>
            </p:txBody>
          </p:sp>
          <p:sp>
            <p:nvSpPr>
              <p:cNvPr id="307" name="Freeform 579"/>
              <p:cNvSpPr>
                <a:spLocks/>
              </p:cNvSpPr>
              <p:nvPr/>
            </p:nvSpPr>
            <p:spPr bwMode="auto">
              <a:xfrm>
                <a:off x="1247" y="3745"/>
                <a:ext cx="70" cy="36"/>
              </a:xfrm>
              <a:custGeom>
                <a:avLst/>
                <a:gdLst>
                  <a:gd name="T0" fmla="*/ 0 w 698"/>
                  <a:gd name="T1" fmla="*/ 0 h 355"/>
                  <a:gd name="T2" fmla="*/ 0 w 698"/>
                  <a:gd name="T3" fmla="*/ 0 h 355"/>
                  <a:gd name="T4" fmla="*/ 0 w 698"/>
                  <a:gd name="T5" fmla="*/ 0 h 355"/>
                  <a:gd name="T6" fmla="*/ 0 w 698"/>
                  <a:gd name="T7" fmla="*/ 0 h 355"/>
                  <a:gd name="T8" fmla="*/ 0 w 698"/>
                  <a:gd name="T9" fmla="*/ 0 h 355"/>
                  <a:gd name="T10" fmla="*/ 0 w 698"/>
                  <a:gd name="T11" fmla="*/ 0 h 355"/>
                  <a:gd name="T12" fmla="*/ 0 60000 65536"/>
                  <a:gd name="T13" fmla="*/ 0 60000 65536"/>
                  <a:gd name="T14" fmla="*/ 0 60000 65536"/>
                  <a:gd name="T15" fmla="*/ 0 60000 65536"/>
                  <a:gd name="T16" fmla="*/ 0 60000 65536"/>
                  <a:gd name="T17" fmla="*/ 0 60000 65536"/>
                  <a:gd name="T18" fmla="*/ 0 w 698"/>
                  <a:gd name="T19" fmla="*/ 0 h 355"/>
                  <a:gd name="T20" fmla="*/ 698 w 698"/>
                  <a:gd name="T21" fmla="*/ 355 h 355"/>
                </a:gdLst>
                <a:ahLst/>
                <a:cxnLst>
                  <a:cxn ang="T12">
                    <a:pos x="T0" y="T1"/>
                  </a:cxn>
                  <a:cxn ang="T13">
                    <a:pos x="T2" y="T3"/>
                  </a:cxn>
                  <a:cxn ang="T14">
                    <a:pos x="T4" y="T5"/>
                  </a:cxn>
                  <a:cxn ang="T15">
                    <a:pos x="T6" y="T7"/>
                  </a:cxn>
                  <a:cxn ang="T16">
                    <a:pos x="T8" y="T9"/>
                  </a:cxn>
                  <a:cxn ang="T17">
                    <a:pos x="T10" y="T11"/>
                  </a:cxn>
                </a:cxnLst>
                <a:rect l="T18" t="T19" r="T20" b="T21"/>
                <a:pathLst>
                  <a:path w="698" h="355">
                    <a:moveTo>
                      <a:pt x="497" y="296"/>
                    </a:moveTo>
                    <a:lnTo>
                      <a:pt x="698" y="38"/>
                    </a:lnTo>
                    <a:lnTo>
                      <a:pt x="617" y="0"/>
                    </a:lnTo>
                    <a:lnTo>
                      <a:pt x="418" y="59"/>
                    </a:lnTo>
                    <a:lnTo>
                      <a:pt x="60" y="355"/>
                    </a:lnTo>
                    <a:lnTo>
                      <a:pt x="0" y="355"/>
                    </a:lnTo>
                  </a:path>
                </a:pathLst>
              </a:custGeom>
              <a:noFill/>
              <a:ln w="0">
                <a:solidFill>
                  <a:srgbClr val="000000"/>
                </a:solidFill>
                <a:round/>
                <a:headEnd/>
                <a:tailEnd/>
              </a:ln>
            </p:spPr>
            <p:txBody>
              <a:bodyPr/>
              <a:lstStyle/>
              <a:p>
                <a:pPr algn="ctr"/>
                <a:endParaRPr lang="pt-BR" sz="2400"/>
              </a:p>
            </p:txBody>
          </p:sp>
          <p:sp>
            <p:nvSpPr>
              <p:cNvPr id="308" name="Freeform 580"/>
              <p:cNvSpPr>
                <a:spLocks/>
              </p:cNvSpPr>
              <p:nvPr/>
            </p:nvSpPr>
            <p:spPr bwMode="auto">
              <a:xfrm>
                <a:off x="1065" y="3763"/>
                <a:ext cx="330" cy="492"/>
              </a:xfrm>
              <a:custGeom>
                <a:avLst/>
                <a:gdLst>
                  <a:gd name="T0" fmla="*/ 0 w 3301"/>
                  <a:gd name="T1" fmla="*/ 0 h 4920"/>
                  <a:gd name="T2" fmla="*/ 0 w 3301"/>
                  <a:gd name="T3" fmla="*/ 0 h 4920"/>
                  <a:gd name="T4" fmla="*/ 0 w 3301"/>
                  <a:gd name="T5" fmla="*/ 0 h 4920"/>
                  <a:gd name="T6" fmla="*/ 0 w 3301"/>
                  <a:gd name="T7" fmla="*/ 0 h 4920"/>
                  <a:gd name="T8" fmla="*/ 0 w 3301"/>
                  <a:gd name="T9" fmla="*/ 0 h 4920"/>
                  <a:gd name="T10" fmla="*/ 0 w 3301"/>
                  <a:gd name="T11" fmla="*/ 0 h 4920"/>
                  <a:gd name="T12" fmla="*/ 0 w 3301"/>
                  <a:gd name="T13" fmla="*/ 0 h 4920"/>
                  <a:gd name="T14" fmla="*/ 0 w 3301"/>
                  <a:gd name="T15" fmla="*/ 0 h 4920"/>
                  <a:gd name="T16" fmla="*/ 0 w 3301"/>
                  <a:gd name="T17" fmla="*/ 0 h 4920"/>
                  <a:gd name="T18" fmla="*/ 0 w 3301"/>
                  <a:gd name="T19" fmla="*/ 0 h 4920"/>
                  <a:gd name="T20" fmla="*/ 0 w 3301"/>
                  <a:gd name="T21" fmla="*/ 0 h 4920"/>
                  <a:gd name="T22" fmla="*/ 0 w 3301"/>
                  <a:gd name="T23" fmla="*/ 0 h 4920"/>
                  <a:gd name="T24" fmla="*/ 0 w 3301"/>
                  <a:gd name="T25" fmla="*/ 0 h 4920"/>
                  <a:gd name="T26" fmla="*/ 0 w 3301"/>
                  <a:gd name="T27" fmla="*/ 0 h 4920"/>
                  <a:gd name="T28" fmla="*/ 0 w 3301"/>
                  <a:gd name="T29" fmla="*/ 0 h 4920"/>
                  <a:gd name="T30" fmla="*/ 0 w 3301"/>
                  <a:gd name="T31" fmla="*/ 0 h 4920"/>
                  <a:gd name="T32" fmla="*/ 0 w 3301"/>
                  <a:gd name="T33" fmla="*/ 0 h 4920"/>
                  <a:gd name="T34" fmla="*/ 0 w 3301"/>
                  <a:gd name="T35" fmla="*/ 0 h 4920"/>
                  <a:gd name="T36" fmla="*/ 0 w 3301"/>
                  <a:gd name="T37" fmla="*/ 0 h 4920"/>
                  <a:gd name="T38" fmla="*/ 0 w 3301"/>
                  <a:gd name="T39" fmla="*/ 0 h 4920"/>
                  <a:gd name="T40" fmla="*/ 0 w 3301"/>
                  <a:gd name="T41" fmla="*/ 0 h 4920"/>
                  <a:gd name="T42" fmla="*/ 0 w 3301"/>
                  <a:gd name="T43" fmla="*/ 0 h 4920"/>
                  <a:gd name="T44" fmla="*/ 0 w 3301"/>
                  <a:gd name="T45" fmla="*/ 0 h 4920"/>
                  <a:gd name="T46" fmla="*/ 0 w 3301"/>
                  <a:gd name="T47" fmla="*/ 0 h 4920"/>
                  <a:gd name="T48" fmla="*/ 0 w 3301"/>
                  <a:gd name="T49" fmla="*/ 0 h 4920"/>
                  <a:gd name="T50" fmla="*/ 0 w 3301"/>
                  <a:gd name="T51" fmla="*/ 0 h 4920"/>
                  <a:gd name="T52" fmla="*/ 0 w 3301"/>
                  <a:gd name="T53" fmla="*/ 0 h 4920"/>
                  <a:gd name="T54" fmla="*/ 0 w 3301"/>
                  <a:gd name="T55" fmla="*/ 0 h 4920"/>
                  <a:gd name="T56" fmla="*/ 0 w 3301"/>
                  <a:gd name="T57" fmla="*/ 0 h 4920"/>
                  <a:gd name="T58" fmla="*/ 0 w 3301"/>
                  <a:gd name="T59" fmla="*/ 0 h 4920"/>
                  <a:gd name="T60" fmla="*/ 0 w 3301"/>
                  <a:gd name="T61" fmla="*/ 0 h 4920"/>
                  <a:gd name="T62" fmla="*/ 0 w 3301"/>
                  <a:gd name="T63" fmla="*/ 0 h 4920"/>
                  <a:gd name="T64" fmla="*/ 0 w 3301"/>
                  <a:gd name="T65" fmla="*/ 0 h 4920"/>
                  <a:gd name="T66" fmla="*/ 0 w 3301"/>
                  <a:gd name="T67" fmla="*/ 0 h 4920"/>
                  <a:gd name="T68" fmla="*/ 0 w 3301"/>
                  <a:gd name="T69" fmla="*/ 0 h 4920"/>
                  <a:gd name="T70" fmla="*/ 0 w 3301"/>
                  <a:gd name="T71" fmla="*/ 0 h 4920"/>
                  <a:gd name="T72" fmla="*/ 0 w 3301"/>
                  <a:gd name="T73" fmla="*/ 0 h 4920"/>
                  <a:gd name="T74" fmla="*/ 0 w 3301"/>
                  <a:gd name="T75" fmla="*/ 0 h 4920"/>
                  <a:gd name="T76" fmla="*/ 0 w 3301"/>
                  <a:gd name="T77" fmla="*/ 0 h 4920"/>
                  <a:gd name="T78" fmla="*/ 0 w 3301"/>
                  <a:gd name="T79" fmla="*/ 0 h 4920"/>
                  <a:gd name="T80" fmla="*/ 0 w 3301"/>
                  <a:gd name="T81" fmla="*/ 0 h 4920"/>
                  <a:gd name="T82" fmla="*/ 0 w 3301"/>
                  <a:gd name="T83" fmla="*/ 0 h 4920"/>
                  <a:gd name="T84" fmla="*/ 0 w 3301"/>
                  <a:gd name="T85" fmla="*/ 0 h 4920"/>
                  <a:gd name="T86" fmla="*/ 0 w 3301"/>
                  <a:gd name="T87" fmla="*/ 0 h 4920"/>
                  <a:gd name="T88" fmla="*/ 0 w 3301"/>
                  <a:gd name="T89" fmla="*/ 0 h 4920"/>
                  <a:gd name="T90" fmla="*/ 0 w 3301"/>
                  <a:gd name="T91" fmla="*/ 0 h 4920"/>
                  <a:gd name="T92" fmla="*/ 0 w 3301"/>
                  <a:gd name="T93" fmla="*/ 0 h 4920"/>
                  <a:gd name="T94" fmla="*/ 0 w 3301"/>
                  <a:gd name="T95" fmla="*/ 0 h 4920"/>
                  <a:gd name="T96" fmla="*/ 0 w 3301"/>
                  <a:gd name="T97" fmla="*/ 0 h 4920"/>
                  <a:gd name="T98" fmla="*/ 0 w 3301"/>
                  <a:gd name="T99" fmla="*/ 0 h 4920"/>
                  <a:gd name="T100" fmla="*/ 0 w 3301"/>
                  <a:gd name="T101" fmla="*/ 0 h 492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301"/>
                  <a:gd name="T154" fmla="*/ 0 h 4920"/>
                  <a:gd name="T155" fmla="*/ 3301 w 3301"/>
                  <a:gd name="T156" fmla="*/ 4920 h 492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301" h="4920">
                    <a:moveTo>
                      <a:pt x="0" y="3953"/>
                    </a:moveTo>
                    <a:lnTo>
                      <a:pt x="207" y="4054"/>
                    </a:lnTo>
                    <a:lnTo>
                      <a:pt x="375" y="4154"/>
                    </a:lnTo>
                    <a:lnTo>
                      <a:pt x="531" y="4294"/>
                    </a:lnTo>
                    <a:lnTo>
                      <a:pt x="689" y="4418"/>
                    </a:lnTo>
                    <a:lnTo>
                      <a:pt x="796" y="4194"/>
                    </a:lnTo>
                    <a:lnTo>
                      <a:pt x="1013" y="3896"/>
                    </a:lnTo>
                    <a:lnTo>
                      <a:pt x="1340" y="3514"/>
                    </a:lnTo>
                    <a:lnTo>
                      <a:pt x="1588" y="3188"/>
                    </a:lnTo>
                    <a:lnTo>
                      <a:pt x="1884" y="2788"/>
                    </a:lnTo>
                    <a:lnTo>
                      <a:pt x="2024" y="2428"/>
                    </a:lnTo>
                    <a:lnTo>
                      <a:pt x="2164" y="2208"/>
                    </a:lnTo>
                    <a:lnTo>
                      <a:pt x="2274" y="1964"/>
                    </a:lnTo>
                    <a:lnTo>
                      <a:pt x="2304" y="1683"/>
                    </a:lnTo>
                    <a:lnTo>
                      <a:pt x="2304" y="1003"/>
                    </a:lnTo>
                    <a:lnTo>
                      <a:pt x="2570" y="379"/>
                    </a:lnTo>
                    <a:lnTo>
                      <a:pt x="2397" y="982"/>
                    </a:lnTo>
                    <a:lnTo>
                      <a:pt x="2693" y="662"/>
                    </a:lnTo>
                    <a:lnTo>
                      <a:pt x="2959" y="116"/>
                    </a:lnTo>
                    <a:lnTo>
                      <a:pt x="3110" y="0"/>
                    </a:lnTo>
                    <a:lnTo>
                      <a:pt x="3223" y="0"/>
                    </a:lnTo>
                    <a:lnTo>
                      <a:pt x="3301" y="99"/>
                    </a:lnTo>
                    <a:lnTo>
                      <a:pt x="3206" y="298"/>
                    </a:lnTo>
                    <a:lnTo>
                      <a:pt x="3110" y="116"/>
                    </a:lnTo>
                    <a:lnTo>
                      <a:pt x="3017" y="116"/>
                    </a:lnTo>
                    <a:lnTo>
                      <a:pt x="2959" y="175"/>
                    </a:lnTo>
                    <a:lnTo>
                      <a:pt x="2737" y="719"/>
                    </a:lnTo>
                    <a:lnTo>
                      <a:pt x="2737" y="821"/>
                    </a:lnTo>
                    <a:lnTo>
                      <a:pt x="2770" y="902"/>
                    </a:lnTo>
                    <a:lnTo>
                      <a:pt x="2833" y="923"/>
                    </a:lnTo>
                    <a:lnTo>
                      <a:pt x="2973" y="923"/>
                    </a:lnTo>
                    <a:lnTo>
                      <a:pt x="2939" y="1022"/>
                    </a:lnTo>
                    <a:lnTo>
                      <a:pt x="2910" y="1221"/>
                    </a:lnTo>
                    <a:lnTo>
                      <a:pt x="2850" y="1244"/>
                    </a:lnTo>
                    <a:lnTo>
                      <a:pt x="2770" y="1361"/>
                    </a:lnTo>
                    <a:lnTo>
                      <a:pt x="2723" y="1562"/>
                    </a:lnTo>
                    <a:lnTo>
                      <a:pt x="2615" y="2270"/>
                    </a:lnTo>
                    <a:lnTo>
                      <a:pt x="2553" y="2246"/>
                    </a:lnTo>
                    <a:lnTo>
                      <a:pt x="2505" y="2246"/>
                    </a:lnTo>
                    <a:lnTo>
                      <a:pt x="2459" y="2288"/>
                    </a:lnTo>
                    <a:lnTo>
                      <a:pt x="1993" y="3351"/>
                    </a:lnTo>
                    <a:lnTo>
                      <a:pt x="1668" y="3953"/>
                    </a:lnTo>
                    <a:lnTo>
                      <a:pt x="1340" y="4376"/>
                    </a:lnTo>
                    <a:lnTo>
                      <a:pt x="1060" y="4698"/>
                    </a:lnTo>
                    <a:lnTo>
                      <a:pt x="922" y="4920"/>
                    </a:lnTo>
                    <a:lnTo>
                      <a:pt x="860" y="4780"/>
                    </a:lnTo>
                    <a:lnTo>
                      <a:pt x="764" y="4618"/>
                    </a:lnTo>
                    <a:lnTo>
                      <a:pt x="593" y="4418"/>
                    </a:lnTo>
                    <a:lnTo>
                      <a:pt x="375" y="4213"/>
                    </a:lnTo>
                    <a:lnTo>
                      <a:pt x="191" y="4073"/>
                    </a:lnTo>
                    <a:lnTo>
                      <a:pt x="0" y="3953"/>
                    </a:lnTo>
                    <a:close/>
                  </a:path>
                </a:pathLst>
              </a:custGeom>
              <a:solidFill>
                <a:srgbClr val="000000"/>
              </a:solidFill>
              <a:ln w="9525">
                <a:noFill/>
                <a:round/>
                <a:headEnd/>
                <a:tailEnd/>
              </a:ln>
            </p:spPr>
            <p:txBody>
              <a:bodyPr/>
              <a:lstStyle/>
              <a:p>
                <a:pPr algn="ctr"/>
                <a:endParaRPr lang="pt-BR" sz="2400"/>
              </a:p>
            </p:txBody>
          </p:sp>
          <p:sp>
            <p:nvSpPr>
              <p:cNvPr id="309" name="Freeform 581"/>
              <p:cNvSpPr>
                <a:spLocks/>
              </p:cNvSpPr>
              <p:nvPr/>
            </p:nvSpPr>
            <p:spPr bwMode="auto">
              <a:xfrm>
                <a:off x="1324" y="3783"/>
                <a:ext cx="22" cy="18"/>
              </a:xfrm>
              <a:custGeom>
                <a:avLst/>
                <a:gdLst>
                  <a:gd name="T0" fmla="*/ 0 w 218"/>
                  <a:gd name="T1" fmla="*/ 0 h 182"/>
                  <a:gd name="T2" fmla="*/ 0 w 218"/>
                  <a:gd name="T3" fmla="*/ 0 h 182"/>
                  <a:gd name="T4" fmla="*/ 0 w 218"/>
                  <a:gd name="T5" fmla="*/ 0 h 182"/>
                  <a:gd name="T6" fmla="*/ 0 w 218"/>
                  <a:gd name="T7" fmla="*/ 0 h 182"/>
                  <a:gd name="T8" fmla="*/ 0 w 218"/>
                  <a:gd name="T9" fmla="*/ 0 h 182"/>
                  <a:gd name="T10" fmla="*/ 0 60000 65536"/>
                  <a:gd name="T11" fmla="*/ 0 60000 65536"/>
                  <a:gd name="T12" fmla="*/ 0 60000 65536"/>
                  <a:gd name="T13" fmla="*/ 0 60000 65536"/>
                  <a:gd name="T14" fmla="*/ 0 60000 65536"/>
                  <a:gd name="T15" fmla="*/ 0 w 218"/>
                  <a:gd name="T16" fmla="*/ 0 h 182"/>
                  <a:gd name="T17" fmla="*/ 218 w 218"/>
                  <a:gd name="T18" fmla="*/ 182 h 182"/>
                </a:gdLst>
                <a:ahLst/>
                <a:cxnLst>
                  <a:cxn ang="T10">
                    <a:pos x="T0" y="T1"/>
                  </a:cxn>
                  <a:cxn ang="T11">
                    <a:pos x="T2" y="T3"/>
                  </a:cxn>
                  <a:cxn ang="T12">
                    <a:pos x="T4" y="T5"/>
                  </a:cxn>
                  <a:cxn ang="T13">
                    <a:pos x="T6" y="T7"/>
                  </a:cxn>
                  <a:cxn ang="T14">
                    <a:pos x="T8" y="T9"/>
                  </a:cxn>
                </a:cxnLst>
                <a:rect l="T15" t="T16" r="T17" b="T18"/>
                <a:pathLst>
                  <a:path w="218" h="182">
                    <a:moveTo>
                      <a:pt x="0" y="162"/>
                    </a:moveTo>
                    <a:lnTo>
                      <a:pt x="218" y="0"/>
                    </a:lnTo>
                    <a:lnTo>
                      <a:pt x="218" y="101"/>
                    </a:lnTo>
                    <a:lnTo>
                      <a:pt x="46" y="182"/>
                    </a:lnTo>
                    <a:lnTo>
                      <a:pt x="0" y="162"/>
                    </a:lnTo>
                    <a:close/>
                  </a:path>
                </a:pathLst>
              </a:custGeom>
              <a:solidFill>
                <a:srgbClr val="000000"/>
              </a:solidFill>
              <a:ln w="9525">
                <a:noFill/>
                <a:round/>
                <a:headEnd/>
                <a:tailEnd/>
              </a:ln>
            </p:spPr>
            <p:txBody>
              <a:bodyPr/>
              <a:lstStyle/>
              <a:p>
                <a:pPr algn="ctr"/>
                <a:endParaRPr lang="pt-BR" sz="2400"/>
              </a:p>
            </p:txBody>
          </p:sp>
          <p:sp>
            <p:nvSpPr>
              <p:cNvPr id="310" name="Freeform 582"/>
              <p:cNvSpPr>
                <a:spLocks/>
              </p:cNvSpPr>
              <p:nvPr/>
            </p:nvSpPr>
            <p:spPr bwMode="auto">
              <a:xfrm>
                <a:off x="1357" y="3765"/>
                <a:ext cx="86" cy="106"/>
              </a:xfrm>
              <a:custGeom>
                <a:avLst/>
                <a:gdLst>
                  <a:gd name="T0" fmla="*/ 0 w 855"/>
                  <a:gd name="T1" fmla="*/ 0 h 1063"/>
                  <a:gd name="T2" fmla="*/ 0 w 855"/>
                  <a:gd name="T3" fmla="*/ 0 h 1063"/>
                  <a:gd name="T4" fmla="*/ 0 w 855"/>
                  <a:gd name="T5" fmla="*/ 0 h 1063"/>
                  <a:gd name="T6" fmla="*/ 0 w 855"/>
                  <a:gd name="T7" fmla="*/ 0 h 1063"/>
                  <a:gd name="T8" fmla="*/ 0 w 855"/>
                  <a:gd name="T9" fmla="*/ 0 h 1063"/>
                  <a:gd name="T10" fmla="*/ 0 w 855"/>
                  <a:gd name="T11" fmla="*/ 0 h 1063"/>
                  <a:gd name="T12" fmla="*/ 0 w 855"/>
                  <a:gd name="T13" fmla="*/ 0 h 1063"/>
                  <a:gd name="T14" fmla="*/ 0 w 855"/>
                  <a:gd name="T15" fmla="*/ 0 h 1063"/>
                  <a:gd name="T16" fmla="*/ 0 w 855"/>
                  <a:gd name="T17" fmla="*/ 0 h 1063"/>
                  <a:gd name="T18" fmla="*/ 0 w 855"/>
                  <a:gd name="T19" fmla="*/ 0 h 1063"/>
                  <a:gd name="T20" fmla="*/ 0 w 855"/>
                  <a:gd name="T21" fmla="*/ 0 h 1063"/>
                  <a:gd name="T22" fmla="*/ 0 w 855"/>
                  <a:gd name="T23" fmla="*/ 0 h 1063"/>
                  <a:gd name="T24" fmla="*/ 0 w 855"/>
                  <a:gd name="T25" fmla="*/ 0 h 1063"/>
                  <a:gd name="T26" fmla="*/ 0 w 855"/>
                  <a:gd name="T27" fmla="*/ 0 h 1063"/>
                  <a:gd name="T28" fmla="*/ 0 w 855"/>
                  <a:gd name="T29" fmla="*/ 0 h 1063"/>
                  <a:gd name="T30" fmla="*/ 0 w 855"/>
                  <a:gd name="T31" fmla="*/ 0 h 1063"/>
                  <a:gd name="T32" fmla="*/ 0 w 855"/>
                  <a:gd name="T33" fmla="*/ 0 h 1063"/>
                  <a:gd name="T34" fmla="*/ 0 w 855"/>
                  <a:gd name="T35" fmla="*/ 0 h 1063"/>
                  <a:gd name="T36" fmla="*/ 0 w 855"/>
                  <a:gd name="T37" fmla="*/ 0 h 1063"/>
                  <a:gd name="T38" fmla="*/ 0 w 855"/>
                  <a:gd name="T39" fmla="*/ 0 h 1063"/>
                  <a:gd name="T40" fmla="*/ 0 w 855"/>
                  <a:gd name="T41" fmla="*/ 0 h 1063"/>
                  <a:gd name="T42" fmla="*/ 0 w 855"/>
                  <a:gd name="T43" fmla="*/ 0 h 1063"/>
                  <a:gd name="T44" fmla="*/ 0 w 855"/>
                  <a:gd name="T45" fmla="*/ 0 h 1063"/>
                  <a:gd name="T46" fmla="*/ 0 w 855"/>
                  <a:gd name="T47" fmla="*/ 0 h 1063"/>
                  <a:gd name="T48" fmla="*/ 0 w 855"/>
                  <a:gd name="T49" fmla="*/ 0 h 1063"/>
                  <a:gd name="T50" fmla="*/ 0 w 855"/>
                  <a:gd name="T51" fmla="*/ 0 h 1063"/>
                  <a:gd name="T52" fmla="*/ 0 w 855"/>
                  <a:gd name="T53" fmla="*/ 0 h 1063"/>
                  <a:gd name="T54" fmla="*/ 0 w 855"/>
                  <a:gd name="T55" fmla="*/ 0 h 1063"/>
                  <a:gd name="T56" fmla="*/ 0 w 855"/>
                  <a:gd name="T57" fmla="*/ 0 h 1063"/>
                  <a:gd name="T58" fmla="*/ 0 w 855"/>
                  <a:gd name="T59" fmla="*/ 0 h 1063"/>
                  <a:gd name="T60" fmla="*/ 0 w 855"/>
                  <a:gd name="T61" fmla="*/ 0 h 1063"/>
                  <a:gd name="T62" fmla="*/ 0 w 855"/>
                  <a:gd name="T63" fmla="*/ 0 h 106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55"/>
                  <a:gd name="T97" fmla="*/ 0 h 1063"/>
                  <a:gd name="T98" fmla="*/ 855 w 855"/>
                  <a:gd name="T99" fmla="*/ 1063 h 106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55" h="1063">
                    <a:moveTo>
                      <a:pt x="0" y="905"/>
                    </a:moveTo>
                    <a:lnTo>
                      <a:pt x="280" y="121"/>
                    </a:lnTo>
                    <a:lnTo>
                      <a:pt x="449" y="17"/>
                    </a:lnTo>
                    <a:lnTo>
                      <a:pt x="530" y="0"/>
                    </a:lnTo>
                    <a:lnTo>
                      <a:pt x="576" y="0"/>
                    </a:lnTo>
                    <a:lnTo>
                      <a:pt x="637" y="39"/>
                    </a:lnTo>
                    <a:lnTo>
                      <a:pt x="669" y="98"/>
                    </a:lnTo>
                    <a:lnTo>
                      <a:pt x="669" y="179"/>
                    </a:lnTo>
                    <a:lnTo>
                      <a:pt x="733" y="157"/>
                    </a:lnTo>
                    <a:lnTo>
                      <a:pt x="792" y="157"/>
                    </a:lnTo>
                    <a:lnTo>
                      <a:pt x="855" y="240"/>
                    </a:lnTo>
                    <a:lnTo>
                      <a:pt x="855" y="441"/>
                    </a:lnTo>
                    <a:lnTo>
                      <a:pt x="777" y="784"/>
                    </a:lnTo>
                    <a:lnTo>
                      <a:pt x="653" y="905"/>
                    </a:lnTo>
                    <a:lnTo>
                      <a:pt x="559" y="1063"/>
                    </a:lnTo>
                    <a:lnTo>
                      <a:pt x="669" y="784"/>
                    </a:lnTo>
                    <a:lnTo>
                      <a:pt x="746" y="682"/>
                    </a:lnTo>
                    <a:lnTo>
                      <a:pt x="826" y="401"/>
                    </a:lnTo>
                    <a:lnTo>
                      <a:pt x="826" y="318"/>
                    </a:lnTo>
                    <a:lnTo>
                      <a:pt x="746" y="261"/>
                    </a:lnTo>
                    <a:lnTo>
                      <a:pt x="653" y="261"/>
                    </a:lnTo>
                    <a:lnTo>
                      <a:pt x="530" y="621"/>
                    </a:lnTo>
                    <a:lnTo>
                      <a:pt x="420" y="744"/>
                    </a:lnTo>
                    <a:lnTo>
                      <a:pt x="324" y="943"/>
                    </a:lnTo>
                    <a:lnTo>
                      <a:pt x="604" y="261"/>
                    </a:lnTo>
                    <a:lnTo>
                      <a:pt x="604" y="179"/>
                    </a:lnTo>
                    <a:lnTo>
                      <a:pt x="576" y="121"/>
                    </a:lnTo>
                    <a:lnTo>
                      <a:pt x="513" y="98"/>
                    </a:lnTo>
                    <a:lnTo>
                      <a:pt x="449" y="98"/>
                    </a:lnTo>
                    <a:lnTo>
                      <a:pt x="388" y="140"/>
                    </a:lnTo>
                    <a:lnTo>
                      <a:pt x="13" y="1004"/>
                    </a:lnTo>
                    <a:lnTo>
                      <a:pt x="0" y="905"/>
                    </a:lnTo>
                    <a:close/>
                  </a:path>
                </a:pathLst>
              </a:custGeom>
              <a:solidFill>
                <a:srgbClr val="000000"/>
              </a:solidFill>
              <a:ln w="9525">
                <a:noFill/>
                <a:round/>
                <a:headEnd/>
                <a:tailEnd/>
              </a:ln>
            </p:spPr>
            <p:txBody>
              <a:bodyPr/>
              <a:lstStyle/>
              <a:p>
                <a:pPr algn="ctr"/>
                <a:endParaRPr lang="pt-BR" sz="2400"/>
              </a:p>
            </p:txBody>
          </p:sp>
          <p:sp>
            <p:nvSpPr>
              <p:cNvPr id="311" name="Freeform 583"/>
              <p:cNvSpPr>
                <a:spLocks/>
              </p:cNvSpPr>
              <p:nvPr/>
            </p:nvSpPr>
            <p:spPr bwMode="auto">
              <a:xfrm>
                <a:off x="1213" y="3807"/>
                <a:ext cx="239" cy="486"/>
              </a:xfrm>
              <a:custGeom>
                <a:avLst/>
                <a:gdLst>
                  <a:gd name="T0" fmla="*/ 0 w 2395"/>
                  <a:gd name="T1" fmla="*/ 0 h 4860"/>
                  <a:gd name="T2" fmla="*/ 0 w 2395"/>
                  <a:gd name="T3" fmla="*/ 0 h 4860"/>
                  <a:gd name="T4" fmla="*/ 0 w 2395"/>
                  <a:gd name="T5" fmla="*/ 0 h 4860"/>
                  <a:gd name="T6" fmla="*/ 0 w 2395"/>
                  <a:gd name="T7" fmla="*/ 0 h 4860"/>
                  <a:gd name="T8" fmla="*/ 0 w 2395"/>
                  <a:gd name="T9" fmla="*/ 0 h 4860"/>
                  <a:gd name="T10" fmla="*/ 0 w 2395"/>
                  <a:gd name="T11" fmla="*/ 0 h 4860"/>
                  <a:gd name="T12" fmla="*/ 0 w 2395"/>
                  <a:gd name="T13" fmla="*/ 0 h 4860"/>
                  <a:gd name="T14" fmla="*/ 0 w 2395"/>
                  <a:gd name="T15" fmla="*/ 0 h 4860"/>
                  <a:gd name="T16" fmla="*/ 0 w 2395"/>
                  <a:gd name="T17" fmla="*/ 0 h 4860"/>
                  <a:gd name="T18" fmla="*/ 0 w 2395"/>
                  <a:gd name="T19" fmla="*/ 0 h 4860"/>
                  <a:gd name="T20" fmla="*/ 0 w 2395"/>
                  <a:gd name="T21" fmla="*/ 0 h 4860"/>
                  <a:gd name="T22" fmla="*/ 0 w 2395"/>
                  <a:gd name="T23" fmla="*/ 0 h 4860"/>
                  <a:gd name="T24" fmla="*/ 0 w 2395"/>
                  <a:gd name="T25" fmla="*/ 0 h 4860"/>
                  <a:gd name="T26" fmla="*/ 0 w 2395"/>
                  <a:gd name="T27" fmla="*/ 0 h 4860"/>
                  <a:gd name="T28" fmla="*/ 0 w 2395"/>
                  <a:gd name="T29" fmla="*/ 0 h 4860"/>
                  <a:gd name="T30" fmla="*/ 0 w 2395"/>
                  <a:gd name="T31" fmla="*/ 0 h 4860"/>
                  <a:gd name="T32" fmla="*/ 0 w 2395"/>
                  <a:gd name="T33" fmla="*/ 0 h 4860"/>
                  <a:gd name="T34" fmla="*/ 0 w 2395"/>
                  <a:gd name="T35" fmla="*/ 0 h 4860"/>
                  <a:gd name="T36" fmla="*/ 0 w 2395"/>
                  <a:gd name="T37" fmla="*/ 0 h 4860"/>
                  <a:gd name="T38" fmla="*/ 0 w 2395"/>
                  <a:gd name="T39" fmla="*/ 0 h 4860"/>
                  <a:gd name="T40" fmla="*/ 0 w 2395"/>
                  <a:gd name="T41" fmla="*/ 0 h 4860"/>
                  <a:gd name="T42" fmla="*/ 0 w 2395"/>
                  <a:gd name="T43" fmla="*/ 0 h 4860"/>
                  <a:gd name="T44" fmla="*/ 0 w 2395"/>
                  <a:gd name="T45" fmla="*/ 0 h 4860"/>
                  <a:gd name="T46" fmla="*/ 0 w 2395"/>
                  <a:gd name="T47" fmla="*/ 0 h 4860"/>
                  <a:gd name="T48" fmla="*/ 0 w 2395"/>
                  <a:gd name="T49" fmla="*/ 0 h 4860"/>
                  <a:gd name="T50" fmla="*/ 0 w 2395"/>
                  <a:gd name="T51" fmla="*/ 0 h 4860"/>
                  <a:gd name="T52" fmla="*/ 0 w 2395"/>
                  <a:gd name="T53" fmla="*/ 0 h 4860"/>
                  <a:gd name="T54" fmla="*/ 0 w 2395"/>
                  <a:gd name="T55" fmla="*/ 0 h 4860"/>
                  <a:gd name="T56" fmla="*/ 0 w 2395"/>
                  <a:gd name="T57" fmla="*/ 0 h 4860"/>
                  <a:gd name="T58" fmla="*/ 0 w 2395"/>
                  <a:gd name="T59" fmla="*/ 0 h 4860"/>
                  <a:gd name="T60" fmla="*/ 0 w 2395"/>
                  <a:gd name="T61" fmla="*/ 0 h 4860"/>
                  <a:gd name="T62" fmla="*/ 0 w 2395"/>
                  <a:gd name="T63" fmla="*/ 0 h 4860"/>
                  <a:gd name="T64" fmla="*/ 0 w 2395"/>
                  <a:gd name="T65" fmla="*/ 0 h 486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95"/>
                  <a:gd name="T100" fmla="*/ 0 h 4860"/>
                  <a:gd name="T101" fmla="*/ 2395 w 2395"/>
                  <a:gd name="T102" fmla="*/ 4860 h 486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95" h="4860">
                    <a:moveTo>
                      <a:pt x="0" y="4860"/>
                    </a:moveTo>
                    <a:lnTo>
                      <a:pt x="216" y="4556"/>
                    </a:lnTo>
                    <a:lnTo>
                      <a:pt x="417" y="4238"/>
                    </a:lnTo>
                    <a:lnTo>
                      <a:pt x="652" y="3735"/>
                    </a:lnTo>
                    <a:lnTo>
                      <a:pt x="1164" y="2412"/>
                    </a:lnTo>
                    <a:lnTo>
                      <a:pt x="1321" y="2047"/>
                    </a:lnTo>
                    <a:lnTo>
                      <a:pt x="1446" y="1848"/>
                    </a:lnTo>
                    <a:lnTo>
                      <a:pt x="1615" y="1645"/>
                    </a:lnTo>
                    <a:lnTo>
                      <a:pt x="1804" y="1465"/>
                    </a:lnTo>
                    <a:lnTo>
                      <a:pt x="1927" y="1304"/>
                    </a:lnTo>
                    <a:lnTo>
                      <a:pt x="1990" y="1122"/>
                    </a:lnTo>
                    <a:lnTo>
                      <a:pt x="2050" y="944"/>
                    </a:lnTo>
                    <a:lnTo>
                      <a:pt x="2334" y="442"/>
                    </a:lnTo>
                    <a:lnTo>
                      <a:pt x="2363" y="279"/>
                    </a:lnTo>
                    <a:lnTo>
                      <a:pt x="2363" y="177"/>
                    </a:lnTo>
                    <a:lnTo>
                      <a:pt x="2334" y="102"/>
                    </a:lnTo>
                    <a:lnTo>
                      <a:pt x="2272" y="38"/>
                    </a:lnTo>
                    <a:lnTo>
                      <a:pt x="2285" y="0"/>
                    </a:lnTo>
                    <a:lnTo>
                      <a:pt x="2363" y="59"/>
                    </a:lnTo>
                    <a:lnTo>
                      <a:pt x="2395" y="140"/>
                    </a:lnTo>
                    <a:lnTo>
                      <a:pt x="2395" y="279"/>
                    </a:lnTo>
                    <a:lnTo>
                      <a:pt x="2363" y="442"/>
                    </a:lnTo>
                    <a:lnTo>
                      <a:pt x="2301" y="582"/>
                    </a:lnTo>
                    <a:lnTo>
                      <a:pt x="2099" y="963"/>
                    </a:lnTo>
                    <a:lnTo>
                      <a:pt x="1944" y="1385"/>
                    </a:lnTo>
                    <a:lnTo>
                      <a:pt x="1770" y="1584"/>
                    </a:lnTo>
                    <a:lnTo>
                      <a:pt x="1524" y="1848"/>
                    </a:lnTo>
                    <a:lnTo>
                      <a:pt x="1353" y="2085"/>
                    </a:lnTo>
                    <a:lnTo>
                      <a:pt x="1213" y="2412"/>
                    </a:lnTo>
                    <a:lnTo>
                      <a:pt x="637" y="3854"/>
                    </a:lnTo>
                    <a:lnTo>
                      <a:pt x="390" y="4378"/>
                    </a:lnTo>
                    <a:lnTo>
                      <a:pt x="44" y="4860"/>
                    </a:lnTo>
                    <a:lnTo>
                      <a:pt x="0" y="4860"/>
                    </a:lnTo>
                    <a:close/>
                  </a:path>
                </a:pathLst>
              </a:custGeom>
              <a:solidFill>
                <a:srgbClr val="000000"/>
              </a:solidFill>
              <a:ln w="9525">
                <a:noFill/>
                <a:round/>
                <a:headEnd/>
                <a:tailEnd/>
              </a:ln>
            </p:spPr>
            <p:txBody>
              <a:bodyPr/>
              <a:lstStyle/>
              <a:p>
                <a:pPr algn="ctr"/>
                <a:endParaRPr lang="pt-BR" sz="2400"/>
              </a:p>
            </p:txBody>
          </p:sp>
          <p:sp>
            <p:nvSpPr>
              <p:cNvPr id="312" name="Freeform 584"/>
              <p:cNvSpPr>
                <a:spLocks/>
              </p:cNvSpPr>
              <p:nvPr/>
            </p:nvSpPr>
            <p:spPr bwMode="auto">
              <a:xfrm>
                <a:off x="1057" y="3934"/>
                <a:ext cx="190" cy="42"/>
              </a:xfrm>
              <a:custGeom>
                <a:avLst/>
                <a:gdLst>
                  <a:gd name="T0" fmla="*/ 0 w 1900"/>
                  <a:gd name="T1" fmla="*/ 0 h 419"/>
                  <a:gd name="T2" fmla="*/ 0 w 1900"/>
                  <a:gd name="T3" fmla="*/ 0 h 419"/>
                  <a:gd name="T4" fmla="*/ 0 w 1900"/>
                  <a:gd name="T5" fmla="*/ 0 h 419"/>
                  <a:gd name="T6" fmla="*/ 0 w 1900"/>
                  <a:gd name="T7" fmla="*/ 0 h 419"/>
                  <a:gd name="T8" fmla="*/ 0 w 1900"/>
                  <a:gd name="T9" fmla="*/ 0 h 419"/>
                  <a:gd name="T10" fmla="*/ 0 w 1900"/>
                  <a:gd name="T11" fmla="*/ 0 h 419"/>
                  <a:gd name="T12" fmla="*/ 0 w 1900"/>
                  <a:gd name="T13" fmla="*/ 0 h 419"/>
                  <a:gd name="T14" fmla="*/ 0 w 1900"/>
                  <a:gd name="T15" fmla="*/ 0 h 419"/>
                  <a:gd name="T16" fmla="*/ 0 w 1900"/>
                  <a:gd name="T17" fmla="*/ 0 h 419"/>
                  <a:gd name="T18" fmla="*/ 0 w 1900"/>
                  <a:gd name="T19" fmla="*/ 0 h 419"/>
                  <a:gd name="T20" fmla="*/ 0 w 1900"/>
                  <a:gd name="T21" fmla="*/ 0 h 419"/>
                  <a:gd name="T22" fmla="*/ 0 w 1900"/>
                  <a:gd name="T23" fmla="*/ 0 h 419"/>
                  <a:gd name="T24" fmla="*/ 0 w 1900"/>
                  <a:gd name="T25" fmla="*/ 0 h 4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0"/>
                  <a:gd name="T40" fmla="*/ 0 h 419"/>
                  <a:gd name="T41" fmla="*/ 1900 w 1900"/>
                  <a:gd name="T42" fmla="*/ 419 h 4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0" h="419">
                    <a:moveTo>
                      <a:pt x="61" y="419"/>
                    </a:moveTo>
                    <a:lnTo>
                      <a:pt x="389" y="362"/>
                    </a:lnTo>
                    <a:lnTo>
                      <a:pt x="885" y="199"/>
                    </a:lnTo>
                    <a:lnTo>
                      <a:pt x="1416" y="60"/>
                    </a:lnTo>
                    <a:lnTo>
                      <a:pt x="1711" y="60"/>
                    </a:lnTo>
                    <a:lnTo>
                      <a:pt x="1900" y="97"/>
                    </a:lnTo>
                    <a:lnTo>
                      <a:pt x="1833" y="38"/>
                    </a:lnTo>
                    <a:lnTo>
                      <a:pt x="1694" y="0"/>
                    </a:lnTo>
                    <a:lnTo>
                      <a:pt x="1416" y="0"/>
                    </a:lnTo>
                    <a:lnTo>
                      <a:pt x="1120" y="60"/>
                    </a:lnTo>
                    <a:lnTo>
                      <a:pt x="419" y="258"/>
                    </a:lnTo>
                    <a:lnTo>
                      <a:pt x="0" y="341"/>
                    </a:lnTo>
                    <a:lnTo>
                      <a:pt x="61" y="419"/>
                    </a:lnTo>
                    <a:close/>
                  </a:path>
                </a:pathLst>
              </a:custGeom>
              <a:solidFill>
                <a:srgbClr val="000000"/>
              </a:solidFill>
              <a:ln w="9525">
                <a:noFill/>
                <a:round/>
                <a:headEnd/>
                <a:tailEnd/>
              </a:ln>
            </p:spPr>
            <p:txBody>
              <a:bodyPr/>
              <a:lstStyle/>
              <a:p>
                <a:pPr algn="ctr"/>
                <a:endParaRPr lang="pt-BR" sz="2400"/>
              </a:p>
            </p:txBody>
          </p:sp>
          <p:sp>
            <p:nvSpPr>
              <p:cNvPr id="313" name="Freeform 585"/>
              <p:cNvSpPr>
                <a:spLocks/>
              </p:cNvSpPr>
              <p:nvPr/>
            </p:nvSpPr>
            <p:spPr bwMode="auto">
              <a:xfrm>
                <a:off x="1466" y="4143"/>
                <a:ext cx="19" cy="140"/>
              </a:xfrm>
              <a:custGeom>
                <a:avLst/>
                <a:gdLst>
                  <a:gd name="T0" fmla="*/ 0 w 193"/>
                  <a:gd name="T1" fmla="*/ 0 h 1395"/>
                  <a:gd name="T2" fmla="*/ 0 w 193"/>
                  <a:gd name="T3" fmla="*/ 0 h 1395"/>
                  <a:gd name="T4" fmla="*/ 0 w 193"/>
                  <a:gd name="T5" fmla="*/ 0 h 1395"/>
                  <a:gd name="T6" fmla="*/ 0 w 193"/>
                  <a:gd name="T7" fmla="*/ 0 h 1395"/>
                  <a:gd name="T8" fmla="*/ 0 w 193"/>
                  <a:gd name="T9" fmla="*/ 0 h 1395"/>
                  <a:gd name="T10" fmla="*/ 0 w 193"/>
                  <a:gd name="T11" fmla="*/ 0 h 1395"/>
                  <a:gd name="T12" fmla="*/ 0 w 193"/>
                  <a:gd name="T13" fmla="*/ 0 h 1395"/>
                  <a:gd name="T14" fmla="*/ 0 w 193"/>
                  <a:gd name="T15" fmla="*/ 0 h 1395"/>
                  <a:gd name="T16" fmla="*/ 0 w 193"/>
                  <a:gd name="T17" fmla="*/ 0 h 1395"/>
                  <a:gd name="T18" fmla="*/ 0 w 193"/>
                  <a:gd name="T19" fmla="*/ 0 h 13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3"/>
                  <a:gd name="T31" fmla="*/ 0 h 1395"/>
                  <a:gd name="T32" fmla="*/ 193 w 193"/>
                  <a:gd name="T33" fmla="*/ 1395 h 139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3" h="1395">
                    <a:moveTo>
                      <a:pt x="0" y="0"/>
                    </a:moveTo>
                    <a:lnTo>
                      <a:pt x="94" y="329"/>
                    </a:lnTo>
                    <a:lnTo>
                      <a:pt x="127" y="576"/>
                    </a:lnTo>
                    <a:lnTo>
                      <a:pt x="127" y="1027"/>
                    </a:lnTo>
                    <a:lnTo>
                      <a:pt x="67" y="1395"/>
                    </a:lnTo>
                    <a:lnTo>
                      <a:pt x="160" y="1069"/>
                    </a:lnTo>
                    <a:lnTo>
                      <a:pt x="193" y="822"/>
                    </a:lnTo>
                    <a:lnTo>
                      <a:pt x="193" y="496"/>
                    </a:lnTo>
                    <a:lnTo>
                      <a:pt x="94" y="123"/>
                    </a:lnTo>
                    <a:lnTo>
                      <a:pt x="0" y="0"/>
                    </a:lnTo>
                    <a:close/>
                  </a:path>
                </a:pathLst>
              </a:custGeom>
              <a:solidFill>
                <a:srgbClr val="000000"/>
              </a:solidFill>
              <a:ln w="9525">
                <a:noFill/>
                <a:round/>
                <a:headEnd/>
                <a:tailEnd/>
              </a:ln>
            </p:spPr>
            <p:txBody>
              <a:bodyPr/>
              <a:lstStyle/>
              <a:p>
                <a:pPr algn="ctr"/>
                <a:endParaRPr lang="pt-BR" sz="2400"/>
              </a:p>
            </p:txBody>
          </p:sp>
          <p:sp>
            <p:nvSpPr>
              <p:cNvPr id="314" name="Line 586"/>
              <p:cNvSpPr>
                <a:spLocks noChangeShapeType="1"/>
              </p:cNvSpPr>
              <p:nvPr/>
            </p:nvSpPr>
            <p:spPr bwMode="auto">
              <a:xfrm flipH="1" flipV="1">
                <a:off x="1342" y="4027"/>
                <a:ext cx="302" cy="268"/>
              </a:xfrm>
              <a:prstGeom prst="line">
                <a:avLst/>
              </a:prstGeom>
              <a:noFill/>
              <a:ln w="0">
                <a:solidFill>
                  <a:srgbClr val="000000"/>
                </a:solidFill>
                <a:round/>
                <a:headEnd/>
                <a:tailEnd/>
              </a:ln>
            </p:spPr>
            <p:txBody>
              <a:bodyPr/>
              <a:lstStyle/>
              <a:p>
                <a:endParaRPr lang="pt-BR" sz="2400"/>
              </a:p>
            </p:txBody>
          </p:sp>
          <p:sp>
            <p:nvSpPr>
              <p:cNvPr id="315" name="Line 587"/>
              <p:cNvSpPr>
                <a:spLocks noChangeShapeType="1"/>
              </p:cNvSpPr>
              <p:nvPr/>
            </p:nvSpPr>
            <p:spPr bwMode="auto">
              <a:xfrm flipH="1" flipV="1">
                <a:off x="1134" y="3842"/>
                <a:ext cx="151" cy="134"/>
              </a:xfrm>
              <a:prstGeom prst="line">
                <a:avLst/>
              </a:prstGeom>
              <a:noFill/>
              <a:ln w="0">
                <a:solidFill>
                  <a:srgbClr val="000000"/>
                </a:solidFill>
                <a:round/>
                <a:headEnd/>
                <a:tailEnd/>
              </a:ln>
            </p:spPr>
            <p:txBody>
              <a:bodyPr/>
              <a:lstStyle/>
              <a:p>
                <a:endParaRPr lang="pt-BR" sz="2400"/>
              </a:p>
            </p:txBody>
          </p:sp>
          <p:sp>
            <p:nvSpPr>
              <p:cNvPr id="316" name="Line 588"/>
              <p:cNvSpPr>
                <a:spLocks noChangeShapeType="1"/>
              </p:cNvSpPr>
              <p:nvPr/>
            </p:nvSpPr>
            <p:spPr bwMode="auto">
              <a:xfrm flipH="1" flipV="1">
                <a:off x="990" y="3716"/>
                <a:ext cx="97" cy="83"/>
              </a:xfrm>
              <a:prstGeom prst="line">
                <a:avLst/>
              </a:prstGeom>
              <a:noFill/>
              <a:ln w="0">
                <a:solidFill>
                  <a:srgbClr val="000000"/>
                </a:solidFill>
                <a:round/>
                <a:headEnd/>
                <a:tailEnd/>
              </a:ln>
            </p:spPr>
            <p:txBody>
              <a:bodyPr/>
              <a:lstStyle/>
              <a:p>
                <a:endParaRPr lang="pt-BR" sz="2400"/>
              </a:p>
            </p:txBody>
          </p:sp>
          <p:sp>
            <p:nvSpPr>
              <p:cNvPr id="317" name="Line 589"/>
              <p:cNvSpPr>
                <a:spLocks noChangeShapeType="1"/>
              </p:cNvSpPr>
              <p:nvPr/>
            </p:nvSpPr>
            <p:spPr bwMode="auto">
              <a:xfrm flipH="1" flipV="1">
                <a:off x="1355" y="4006"/>
                <a:ext cx="325" cy="289"/>
              </a:xfrm>
              <a:prstGeom prst="line">
                <a:avLst/>
              </a:prstGeom>
              <a:noFill/>
              <a:ln w="0">
                <a:solidFill>
                  <a:srgbClr val="000000"/>
                </a:solidFill>
                <a:round/>
                <a:headEnd/>
                <a:tailEnd/>
              </a:ln>
            </p:spPr>
            <p:txBody>
              <a:bodyPr/>
              <a:lstStyle/>
              <a:p>
                <a:endParaRPr lang="pt-BR" sz="2400"/>
              </a:p>
            </p:txBody>
          </p:sp>
          <p:sp>
            <p:nvSpPr>
              <p:cNvPr id="318" name="Line 590"/>
              <p:cNvSpPr>
                <a:spLocks noChangeShapeType="1"/>
              </p:cNvSpPr>
              <p:nvPr/>
            </p:nvSpPr>
            <p:spPr bwMode="auto">
              <a:xfrm flipH="1" flipV="1">
                <a:off x="1163" y="3835"/>
                <a:ext cx="132" cy="118"/>
              </a:xfrm>
              <a:prstGeom prst="line">
                <a:avLst/>
              </a:prstGeom>
              <a:noFill/>
              <a:ln w="0">
                <a:solidFill>
                  <a:srgbClr val="000000"/>
                </a:solidFill>
                <a:round/>
                <a:headEnd/>
                <a:tailEnd/>
              </a:ln>
            </p:spPr>
            <p:txBody>
              <a:bodyPr/>
              <a:lstStyle/>
              <a:p>
                <a:endParaRPr lang="pt-BR" sz="2400"/>
              </a:p>
            </p:txBody>
          </p:sp>
          <p:sp>
            <p:nvSpPr>
              <p:cNvPr id="319" name="Line 591"/>
              <p:cNvSpPr>
                <a:spLocks noChangeShapeType="1"/>
              </p:cNvSpPr>
              <p:nvPr/>
            </p:nvSpPr>
            <p:spPr bwMode="auto">
              <a:xfrm>
                <a:off x="993" y="3685"/>
                <a:ext cx="123" cy="108"/>
              </a:xfrm>
              <a:prstGeom prst="line">
                <a:avLst/>
              </a:prstGeom>
              <a:noFill/>
              <a:ln w="0">
                <a:solidFill>
                  <a:srgbClr val="000000"/>
                </a:solidFill>
                <a:round/>
                <a:headEnd/>
                <a:tailEnd/>
              </a:ln>
            </p:spPr>
            <p:txBody>
              <a:bodyPr/>
              <a:lstStyle/>
              <a:p>
                <a:endParaRPr lang="pt-BR" sz="2400"/>
              </a:p>
            </p:txBody>
          </p:sp>
          <p:sp>
            <p:nvSpPr>
              <p:cNvPr id="320" name="Line 592"/>
              <p:cNvSpPr>
                <a:spLocks noChangeShapeType="1"/>
              </p:cNvSpPr>
              <p:nvPr/>
            </p:nvSpPr>
            <p:spPr bwMode="auto">
              <a:xfrm flipV="1">
                <a:off x="990" y="3366"/>
                <a:ext cx="317" cy="188"/>
              </a:xfrm>
              <a:prstGeom prst="line">
                <a:avLst/>
              </a:prstGeom>
              <a:noFill/>
              <a:ln w="0">
                <a:solidFill>
                  <a:srgbClr val="000000"/>
                </a:solidFill>
                <a:round/>
                <a:headEnd/>
                <a:tailEnd/>
              </a:ln>
            </p:spPr>
            <p:txBody>
              <a:bodyPr/>
              <a:lstStyle/>
              <a:p>
                <a:endParaRPr lang="pt-BR" sz="2400"/>
              </a:p>
            </p:txBody>
          </p:sp>
          <p:sp>
            <p:nvSpPr>
              <p:cNvPr id="321" name="Freeform 593"/>
              <p:cNvSpPr>
                <a:spLocks/>
              </p:cNvSpPr>
              <p:nvPr/>
            </p:nvSpPr>
            <p:spPr bwMode="auto">
              <a:xfrm>
                <a:off x="1379" y="3648"/>
                <a:ext cx="532" cy="388"/>
              </a:xfrm>
              <a:custGeom>
                <a:avLst/>
                <a:gdLst>
                  <a:gd name="T0" fmla="*/ 0 w 5313"/>
                  <a:gd name="T1" fmla="*/ 0 h 3875"/>
                  <a:gd name="T2" fmla="*/ 0 w 5313"/>
                  <a:gd name="T3" fmla="*/ 0 h 3875"/>
                  <a:gd name="T4" fmla="*/ 0 w 5313"/>
                  <a:gd name="T5" fmla="*/ 0 h 3875"/>
                  <a:gd name="T6" fmla="*/ 0 60000 65536"/>
                  <a:gd name="T7" fmla="*/ 0 60000 65536"/>
                  <a:gd name="T8" fmla="*/ 0 60000 65536"/>
                  <a:gd name="T9" fmla="*/ 0 w 5313"/>
                  <a:gd name="T10" fmla="*/ 0 h 3875"/>
                  <a:gd name="T11" fmla="*/ 5313 w 5313"/>
                  <a:gd name="T12" fmla="*/ 3875 h 3875"/>
                </a:gdLst>
                <a:ahLst/>
                <a:cxnLst>
                  <a:cxn ang="T6">
                    <a:pos x="T0" y="T1"/>
                  </a:cxn>
                  <a:cxn ang="T7">
                    <a:pos x="T2" y="T3"/>
                  </a:cxn>
                  <a:cxn ang="T8">
                    <a:pos x="T4" y="T5"/>
                  </a:cxn>
                </a:cxnLst>
                <a:rect l="T9" t="T10" r="T11" b="T12"/>
                <a:pathLst>
                  <a:path w="5313" h="3875">
                    <a:moveTo>
                      <a:pt x="5313" y="0"/>
                    </a:moveTo>
                    <a:lnTo>
                      <a:pt x="769" y="3875"/>
                    </a:lnTo>
                    <a:lnTo>
                      <a:pt x="0" y="3218"/>
                    </a:lnTo>
                  </a:path>
                </a:pathLst>
              </a:custGeom>
              <a:noFill/>
              <a:ln w="0">
                <a:solidFill>
                  <a:srgbClr val="000000"/>
                </a:solidFill>
                <a:round/>
                <a:headEnd/>
                <a:tailEnd/>
              </a:ln>
            </p:spPr>
            <p:txBody>
              <a:bodyPr/>
              <a:lstStyle/>
              <a:p>
                <a:pPr algn="ctr"/>
                <a:endParaRPr lang="pt-BR" sz="2400"/>
              </a:p>
            </p:txBody>
          </p:sp>
          <p:sp>
            <p:nvSpPr>
              <p:cNvPr id="322" name="Line 594"/>
              <p:cNvSpPr>
                <a:spLocks noChangeShapeType="1"/>
              </p:cNvSpPr>
              <p:nvPr/>
            </p:nvSpPr>
            <p:spPr bwMode="auto">
              <a:xfrm flipH="1" flipV="1">
                <a:off x="1212" y="3828"/>
                <a:ext cx="84" cy="71"/>
              </a:xfrm>
              <a:prstGeom prst="line">
                <a:avLst/>
              </a:prstGeom>
              <a:noFill/>
              <a:ln w="0">
                <a:solidFill>
                  <a:srgbClr val="000000"/>
                </a:solidFill>
                <a:round/>
                <a:headEnd/>
                <a:tailEnd/>
              </a:ln>
            </p:spPr>
            <p:txBody>
              <a:bodyPr/>
              <a:lstStyle/>
              <a:p>
                <a:endParaRPr lang="pt-BR" sz="2400"/>
              </a:p>
            </p:txBody>
          </p:sp>
          <p:sp>
            <p:nvSpPr>
              <p:cNvPr id="323" name="Freeform 595"/>
              <p:cNvSpPr>
                <a:spLocks/>
              </p:cNvSpPr>
              <p:nvPr/>
            </p:nvSpPr>
            <p:spPr bwMode="auto">
              <a:xfrm>
                <a:off x="1136" y="3602"/>
                <a:ext cx="133" cy="172"/>
              </a:xfrm>
              <a:custGeom>
                <a:avLst/>
                <a:gdLst>
                  <a:gd name="T0" fmla="*/ 0 w 1332"/>
                  <a:gd name="T1" fmla="*/ 0 h 1720"/>
                  <a:gd name="T2" fmla="*/ 0 w 1332"/>
                  <a:gd name="T3" fmla="*/ 0 h 1720"/>
                  <a:gd name="T4" fmla="*/ 0 w 1332"/>
                  <a:gd name="T5" fmla="*/ 0 h 1720"/>
                  <a:gd name="T6" fmla="*/ 0 w 1332"/>
                  <a:gd name="T7" fmla="*/ 0 h 1720"/>
                  <a:gd name="T8" fmla="*/ 0 60000 65536"/>
                  <a:gd name="T9" fmla="*/ 0 60000 65536"/>
                  <a:gd name="T10" fmla="*/ 0 60000 65536"/>
                  <a:gd name="T11" fmla="*/ 0 60000 65536"/>
                  <a:gd name="T12" fmla="*/ 0 w 1332"/>
                  <a:gd name="T13" fmla="*/ 0 h 1720"/>
                  <a:gd name="T14" fmla="*/ 1332 w 1332"/>
                  <a:gd name="T15" fmla="*/ 1720 h 1720"/>
                </a:gdLst>
                <a:ahLst/>
                <a:cxnLst>
                  <a:cxn ang="T8">
                    <a:pos x="T0" y="T1"/>
                  </a:cxn>
                  <a:cxn ang="T9">
                    <a:pos x="T2" y="T3"/>
                  </a:cxn>
                  <a:cxn ang="T10">
                    <a:pos x="T4" y="T5"/>
                  </a:cxn>
                  <a:cxn ang="T11">
                    <a:pos x="T6" y="T7"/>
                  </a:cxn>
                </a:cxnLst>
                <a:rect l="T12" t="T13" r="T14" b="T15"/>
                <a:pathLst>
                  <a:path w="1332" h="1720">
                    <a:moveTo>
                      <a:pt x="136" y="1720"/>
                    </a:moveTo>
                    <a:lnTo>
                      <a:pt x="0" y="1600"/>
                    </a:lnTo>
                    <a:lnTo>
                      <a:pt x="78" y="1340"/>
                    </a:lnTo>
                    <a:lnTo>
                      <a:pt x="1332" y="0"/>
                    </a:lnTo>
                  </a:path>
                </a:pathLst>
              </a:custGeom>
              <a:noFill/>
              <a:ln w="0">
                <a:solidFill>
                  <a:srgbClr val="000000"/>
                </a:solidFill>
                <a:round/>
                <a:headEnd/>
                <a:tailEnd/>
              </a:ln>
            </p:spPr>
            <p:txBody>
              <a:bodyPr/>
              <a:lstStyle/>
              <a:p>
                <a:pPr algn="ctr"/>
                <a:endParaRPr lang="pt-BR" sz="2400"/>
              </a:p>
            </p:txBody>
          </p:sp>
          <p:sp>
            <p:nvSpPr>
              <p:cNvPr id="324" name="Freeform 596"/>
              <p:cNvSpPr>
                <a:spLocks/>
              </p:cNvSpPr>
              <p:nvPr/>
            </p:nvSpPr>
            <p:spPr bwMode="auto">
              <a:xfrm>
                <a:off x="1269" y="3602"/>
                <a:ext cx="366" cy="389"/>
              </a:xfrm>
              <a:custGeom>
                <a:avLst/>
                <a:gdLst>
                  <a:gd name="T0" fmla="*/ 0 w 3666"/>
                  <a:gd name="T1" fmla="*/ 0 h 3892"/>
                  <a:gd name="T2" fmla="*/ 0 w 3666"/>
                  <a:gd name="T3" fmla="*/ 0 h 3892"/>
                  <a:gd name="T4" fmla="*/ 0 w 3666"/>
                  <a:gd name="T5" fmla="*/ 0 h 3892"/>
                  <a:gd name="T6" fmla="*/ 0 w 3666"/>
                  <a:gd name="T7" fmla="*/ 0 h 3892"/>
                  <a:gd name="T8" fmla="*/ 0 60000 65536"/>
                  <a:gd name="T9" fmla="*/ 0 60000 65536"/>
                  <a:gd name="T10" fmla="*/ 0 60000 65536"/>
                  <a:gd name="T11" fmla="*/ 0 60000 65536"/>
                  <a:gd name="T12" fmla="*/ 0 w 3666"/>
                  <a:gd name="T13" fmla="*/ 0 h 3892"/>
                  <a:gd name="T14" fmla="*/ 3666 w 3666"/>
                  <a:gd name="T15" fmla="*/ 3892 h 3892"/>
                </a:gdLst>
                <a:ahLst/>
                <a:cxnLst>
                  <a:cxn ang="T8">
                    <a:pos x="T0" y="T1"/>
                  </a:cxn>
                  <a:cxn ang="T9">
                    <a:pos x="T2" y="T3"/>
                  </a:cxn>
                  <a:cxn ang="T10">
                    <a:pos x="T4" y="T5"/>
                  </a:cxn>
                  <a:cxn ang="T11">
                    <a:pos x="T6" y="T7"/>
                  </a:cxn>
                </a:cxnLst>
                <a:rect l="T12" t="T13" r="T14" b="T15"/>
                <a:pathLst>
                  <a:path w="3666" h="3892">
                    <a:moveTo>
                      <a:pt x="0" y="0"/>
                    </a:moveTo>
                    <a:lnTo>
                      <a:pt x="3666" y="2098"/>
                    </a:lnTo>
                    <a:lnTo>
                      <a:pt x="1973" y="3892"/>
                    </a:lnTo>
                    <a:lnTo>
                      <a:pt x="1389" y="3426"/>
                    </a:lnTo>
                  </a:path>
                </a:pathLst>
              </a:custGeom>
              <a:noFill/>
              <a:ln w="0">
                <a:solidFill>
                  <a:srgbClr val="000000"/>
                </a:solidFill>
                <a:round/>
                <a:headEnd/>
                <a:tailEnd/>
              </a:ln>
            </p:spPr>
            <p:txBody>
              <a:bodyPr/>
              <a:lstStyle/>
              <a:p>
                <a:pPr algn="ctr"/>
                <a:endParaRPr lang="pt-BR" sz="2400"/>
              </a:p>
            </p:txBody>
          </p:sp>
          <p:sp>
            <p:nvSpPr>
              <p:cNvPr id="325" name="Line 597"/>
              <p:cNvSpPr>
                <a:spLocks noChangeShapeType="1"/>
              </p:cNvSpPr>
              <p:nvPr/>
            </p:nvSpPr>
            <p:spPr bwMode="auto">
              <a:xfrm flipH="1" flipV="1">
                <a:off x="1245" y="3816"/>
                <a:ext cx="53" cy="42"/>
              </a:xfrm>
              <a:prstGeom prst="line">
                <a:avLst/>
              </a:prstGeom>
              <a:noFill/>
              <a:ln w="0">
                <a:solidFill>
                  <a:srgbClr val="000000"/>
                </a:solidFill>
                <a:round/>
                <a:headEnd/>
                <a:tailEnd/>
              </a:ln>
            </p:spPr>
            <p:txBody>
              <a:bodyPr/>
              <a:lstStyle/>
              <a:p>
                <a:endParaRPr lang="pt-BR" sz="2400"/>
              </a:p>
            </p:txBody>
          </p:sp>
          <p:sp>
            <p:nvSpPr>
              <p:cNvPr id="326" name="Line 598"/>
              <p:cNvSpPr>
                <a:spLocks noChangeShapeType="1"/>
              </p:cNvSpPr>
              <p:nvPr/>
            </p:nvSpPr>
            <p:spPr bwMode="auto">
              <a:xfrm>
                <a:off x="1145" y="3736"/>
                <a:ext cx="20" cy="17"/>
              </a:xfrm>
              <a:prstGeom prst="line">
                <a:avLst/>
              </a:prstGeom>
              <a:noFill/>
              <a:ln w="0">
                <a:solidFill>
                  <a:srgbClr val="000000"/>
                </a:solidFill>
                <a:round/>
                <a:headEnd/>
                <a:tailEnd/>
              </a:ln>
            </p:spPr>
            <p:txBody>
              <a:bodyPr/>
              <a:lstStyle/>
              <a:p>
                <a:endParaRPr lang="pt-BR" sz="2400"/>
              </a:p>
            </p:txBody>
          </p:sp>
          <p:sp>
            <p:nvSpPr>
              <p:cNvPr id="327" name="Line 599"/>
              <p:cNvSpPr>
                <a:spLocks noChangeShapeType="1"/>
              </p:cNvSpPr>
              <p:nvPr/>
            </p:nvSpPr>
            <p:spPr bwMode="auto">
              <a:xfrm>
                <a:off x="1269" y="3798"/>
                <a:ext cx="43" cy="34"/>
              </a:xfrm>
              <a:prstGeom prst="line">
                <a:avLst/>
              </a:prstGeom>
              <a:noFill/>
              <a:ln w="0">
                <a:solidFill>
                  <a:srgbClr val="000000"/>
                </a:solidFill>
                <a:round/>
                <a:headEnd/>
                <a:tailEnd/>
              </a:ln>
            </p:spPr>
            <p:txBody>
              <a:bodyPr/>
              <a:lstStyle/>
              <a:p>
                <a:endParaRPr lang="pt-BR" sz="2400"/>
              </a:p>
            </p:txBody>
          </p:sp>
          <p:sp>
            <p:nvSpPr>
              <p:cNvPr id="328" name="Freeform 600"/>
              <p:cNvSpPr>
                <a:spLocks/>
              </p:cNvSpPr>
              <p:nvPr/>
            </p:nvSpPr>
            <p:spPr bwMode="auto">
              <a:xfrm>
                <a:off x="1266" y="3658"/>
                <a:ext cx="293" cy="284"/>
              </a:xfrm>
              <a:custGeom>
                <a:avLst/>
                <a:gdLst>
                  <a:gd name="T0" fmla="*/ 0 w 2922"/>
                  <a:gd name="T1" fmla="*/ 0 h 2844"/>
                  <a:gd name="T2" fmla="*/ 0 w 2922"/>
                  <a:gd name="T3" fmla="*/ 0 h 2844"/>
                  <a:gd name="T4" fmla="*/ 0 w 2922"/>
                  <a:gd name="T5" fmla="*/ 0 h 2844"/>
                  <a:gd name="T6" fmla="*/ 0 w 2922"/>
                  <a:gd name="T7" fmla="*/ 0 h 2844"/>
                  <a:gd name="T8" fmla="*/ 0 60000 65536"/>
                  <a:gd name="T9" fmla="*/ 0 60000 65536"/>
                  <a:gd name="T10" fmla="*/ 0 60000 65536"/>
                  <a:gd name="T11" fmla="*/ 0 60000 65536"/>
                  <a:gd name="T12" fmla="*/ 0 w 2922"/>
                  <a:gd name="T13" fmla="*/ 0 h 2844"/>
                  <a:gd name="T14" fmla="*/ 2922 w 2922"/>
                  <a:gd name="T15" fmla="*/ 2844 h 2844"/>
                </a:gdLst>
                <a:ahLst/>
                <a:cxnLst>
                  <a:cxn ang="T8">
                    <a:pos x="T0" y="T1"/>
                  </a:cxn>
                  <a:cxn ang="T9">
                    <a:pos x="T2" y="T3"/>
                  </a:cxn>
                  <a:cxn ang="T10">
                    <a:pos x="T4" y="T5"/>
                  </a:cxn>
                  <a:cxn ang="T11">
                    <a:pos x="T6" y="T7"/>
                  </a:cxn>
                </a:cxnLst>
                <a:rect l="T12" t="T13" r="T14" b="T15"/>
                <a:pathLst>
                  <a:path w="2922" h="2844">
                    <a:moveTo>
                      <a:pt x="1512" y="2552"/>
                    </a:moveTo>
                    <a:lnTo>
                      <a:pt x="1897" y="2844"/>
                    </a:lnTo>
                    <a:lnTo>
                      <a:pt x="2922" y="1768"/>
                    </a:lnTo>
                    <a:lnTo>
                      <a:pt x="0" y="0"/>
                    </a:lnTo>
                  </a:path>
                </a:pathLst>
              </a:custGeom>
              <a:noFill/>
              <a:ln w="0">
                <a:solidFill>
                  <a:srgbClr val="000000"/>
                </a:solidFill>
                <a:round/>
                <a:headEnd/>
                <a:tailEnd/>
              </a:ln>
            </p:spPr>
            <p:txBody>
              <a:bodyPr/>
              <a:lstStyle/>
              <a:p>
                <a:pPr algn="ctr"/>
                <a:endParaRPr lang="pt-BR" sz="2400"/>
              </a:p>
            </p:txBody>
          </p:sp>
          <p:sp>
            <p:nvSpPr>
              <p:cNvPr id="329" name="Freeform 601"/>
              <p:cNvSpPr>
                <a:spLocks/>
              </p:cNvSpPr>
              <p:nvPr/>
            </p:nvSpPr>
            <p:spPr bwMode="auto">
              <a:xfrm>
                <a:off x="1269" y="3235"/>
                <a:ext cx="419" cy="577"/>
              </a:xfrm>
              <a:custGeom>
                <a:avLst/>
                <a:gdLst>
                  <a:gd name="T0" fmla="*/ 0 w 4183"/>
                  <a:gd name="T1" fmla="*/ 0 h 5770"/>
                  <a:gd name="T2" fmla="*/ 0 w 4183"/>
                  <a:gd name="T3" fmla="*/ 0 h 5770"/>
                  <a:gd name="T4" fmla="*/ 0 w 4183"/>
                  <a:gd name="T5" fmla="*/ 0 h 5770"/>
                  <a:gd name="T6" fmla="*/ 0 w 4183"/>
                  <a:gd name="T7" fmla="*/ 0 h 5770"/>
                  <a:gd name="T8" fmla="*/ 0 60000 65536"/>
                  <a:gd name="T9" fmla="*/ 0 60000 65536"/>
                  <a:gd name="T10" fmla="*/ 0 60000 65536"/>
                  <a:gd name="T11" fmla="*/ 0 60000 65536"/>
                  <a:gd name="T12" fmla="*/ 0 w 4183"/>
                  <a:gd name="T13" fmla="*/ 0 h 5770"/>
                  <a:gd name="T14" fmla="*/ 4183 w 4183"/>
                  <a:gd name="T15" fmla="*/ 5770 h 5770"/>
                </a:gdLst>
                <a:ahLst/>
                <a:cxnLst>
                  <a:cxn ang="T8">
                    <a:pos x="T0" y="T1"/>
                  </a:cxn>
                  <a:cxn ang="T9">
                    <a:pos x="T2" y="T3"/>
                  </a:cxn>
                  <a:cxn ang="T10">
                    <a:pos x="T4" y="T5"/>
                  </a:cxn>
                  <a:cxn ang="T11">
                    <a:pos x="T6" y="T7"/>
                  </a:cxn>
                </a:cxnLst>
                <a:rect l="T12" t="T13" r="T14" b="T15"/>
                <a:pathLst>
                  <a:path w="4183" h="5770">
                    <a:moveTo>
                      <a:pt x="0" y="3668"/>
                    </a:moveTo>
                    <a:lnTo>
                      <a:pt x="615" y="0"/>
                    </a:lnTo>
                    <a:lnTo>
                      <a:pt x="4183" y="1522"/>
                    </a:lnTo>
                    <a:lnTo>
                      <a:pt x="3663" y="5770"/>
                    </a:lnTo>
                  </a:path>
                </a:pathLst>
              </a:custGeom>
              <a:noFill/>
              <a:ln w="0">
                <a:solidFill>
                  <a:srgbClr val="000000"/>
                </a:solidFill>
                <a:round/>
                <a:headEnd/>
                <a:tailEnd/>
              </a:ln>
            </p:spPr>
            <p:txBody>
              <a:bodyPr/>
              <a:lstStyle/>
              <a:p>
                <a:pPr algn="ctr"/>
                <a:endParaRPr lang="pt-BR" sz="2400"/>
              </a:p>
            </p:txBody>
          </p:sp>
          <p:sp>
            <p:nvSpPr>
              <p:cNvPr id="330" name="Line 602"/>
              <p:cNvSpPr>
                <a:spLocks noChangeShapeType="1"/>
              </p:cNvSpPr>
              <p:nvPr/>
            </p:nvSpPr>
            <p:spPr bwMode="auto">
              <a:xfrm flipV="1">
                <a:off x="1688" y="3256"/>
                <a:ext cx="222" cy="132"/>
              </a:xfrm>
              <a:prstGeom prst="line">
                <a:avLst/>
              </a:prstGeom>
              <a:noFill/>
              <a:ln w="0">
                <a:solidFill>
                  <a:srgbClr val="000000"/>
                </a:solidFill>
                <a:round/>
                <a:headEnd/>
                <a:tailEnd/>
              </a:ln>
            </p:spPr>
            <p:txBody>
              <a:bodyPr/>
              <a:lstStyle/>
              <a:p>
                <a:endParaRPr lang="pt-BR" sz="2400"/>
              </a:p>
            </p:txBody>
          </p:sp>
          <p:sp>
            <p:nvSpPr>
              <p:cNvPr id="331" name="Line 603"/>
              <p:cNvSpPr>
                <a:spLocks noChangeShapeType="1"/>
              </p:cNvSpPr>
              <p:nvPr/>
            </p:nvSpPr>
            <p:spPr bwMode="auto">
              <a:xfrm flipV="1">
                <a:off x="1331" y="3183"/>
                <a:ext cx="139" cy="52"/>
              </a:xfrm>
              <a:prstGeom prst="line">
                <a:avLst/>
              </a:prstGeom>
              <a:noFill/>
              <a:ln w="0">
                <a:solidFill>
                  <a:srgbClr val="000000"/>
                </a:solidFill>
                <a:round/>
                <a:headEnd/>
                <a:tailEnd/>
              </a:ln>
            </p:spPr>
            <p:txBody>
              <a:bodyPr/>
              <a:lstStyle/>
              <a:p>
                <a:endParaRPr lang="pt-BR" sz="2400"/>
              </a:p>
            </p:txBody>
          </p:sp>
          <p:sp>
            <p:nvSpPr>
              <p:cNvPr id="332" name="Freeform 604"/>
              <p:cNvSpPr>
                <a:spLocks/>
              </p:cNvSpPr>
              <p:nvPr/>
            </p:nvSpPr>
            <p:spPr bwMode="auto">
              <a:xfrm>
                <a:off x="1300" y="3281"/>
                <a:ext cx="354" cy="482"/>
              </a:xfrm>
              <a:custGeom>
                <a:avLst/>
                <a:gdLst>
                  <a:gd name="T0" fmla="*/ 0 w 3532"/>
                  <a:gd name="T1" fmla="*/ 0 h 4815"/>
                  <a:gd name="T2" fmla="*/ 0 w 3532"/>
                  <a:gd name="T3" fmla="*/ 0 h 4815"/>
                  <a:gd name="T4" fmla="*/ 0 w 3532"/>
                  <a:gd name="T5" fmla="*/ 0 h 4815"/>
                  <a:gd name="T6" fmla="*/ 0 w 3532"/>
                  <a:gd name="T7" fmla="*/ 0 h 4815"/>
                  <a:gd name="T8" fmla="*/ 0 w 3532"/>
                  <a:gd name="T9" fmla="*/ 0 h 4815"/>
                  <a:gd name="T10" fmla="*/ 0 60000 65536"/>
                  <a:gd name="T11" fmla="*/ 0 60000 65536"/>
                  <a:gd name="T12" fmla="*/ 0 60000 65536"/>
                  <a:gd name="T13" fmla="*/ 0 60000 65536"/>
                  <a:gd name="T14" fmla="*/ 0 60000 65536"/>
                  <a:gd name="T15" fmla="*/ 0 w 3532"/>
                  <a:gd name="T16" fmla="*/ 0 h 4815"/>
                  <a:gd name="T17" fmla="*/ 3532 w 3532"/>
                  <a:gd name="T18" fmla="*/ 4815 h 4815"/>
                </a:gdLst>
                <a:ahLst/>
                <a:cxnLst>
                  <a:cxn ang="T10">
                    <a:pos x="T0" y="T1"/>
                  </a:cxn>
                  <a:cxn ang="T11">
                    <a:pos x="T2" y="T3"/>
                  </a:cxn>
                  <a:cxn ang="T12">
                    <a:pos x="T4" y="T5"/>
                  </a:cxn>
                  <a:cxn ang="T13">
                    <a:pos x="T6" y="T7"/>
                  </a:cxn>
                  <a:cxn ang="T14">
                    <a:pos x="T8" y="T9"/>
                  </a:cxn>
                </a:cxnLst>
                <a:rect l="T15" t="T16" r="T17" b="T18"/>
                <a:pathLst>
                  <a:path w="3532" h="4815">
                    <a:moveTo>
                      <a:pt x="514" y="0"/>
                    </a:moveTo>
                    <a:lnTo>
                      <a:pt x="3532" y="1268"/>
                    </a:lnTo>
                    <a:lnTo>
                      <a:pt x="3112" y="4815"/>
                    </a:lnTo>
                    <a:lnTo>
                      <a:pt x="0" y="3041"/>
                    </a:lnTo>
                    <a:lnTo>
                      <a:pt x="514" y="0"/>
                    </a:lnTo>
                    <a:close/>
                  </a:path>
                </a:pathLst>
              </a:custGeom>
              <a:noFill/>
              <a:ln w="0">
                <a:solidFill>
                  <a:srgbClr val="000000"/>
                </a:solidFill>
                <a:round/>
                <a:headEnd/>
                <a:tailEnd/>
              </a:ln>
            </p:spPr>
            <p:txBody>
              <a:bodyPr/>
              <a:lstStyle/>
              <a:p>
                <a:pPr algn="ctr"/>
                <a:endParaRPr lang="pt-BR" sz="2400"/>
              </a:p>
            </p:txBody>
          </p:sp>
          <p:sp>
            <p:nvSpPr>
              <p:cNvPr id="333" name="Freeform 605"/>
              <p:cNvSpPr>
                <a:spLocks/>
              </p:cNvSpPr>
              <p:nvPr/>
            </p:nvSpPr>
            <p:spPr bwMode="auto">
              <a:xfrm>
                <a:off x="1315" y="3287"/>
                <a:ext cx="298" cy="450"/>
              </a:xfrm>
              <a:custGeom>
                <a:avLst/>
                <a:gdLst>
                  <a:gd name="T0" fmla="*/ 0 w 2985"/>
                  <a:gd name="T1" fmla="*/ 0 h 4500"/>
                  <a:gd name="T2" fmla="*/ 0 w 2985"/>
                  <a:gd name="T3" fmla="*/ 0 h 4500"/>
                  <a:gd name="T4" fmla="*/ 0 w 2985"/>
                  <a:gd name="T5" fmla="*/ 0 h 4500"/>
                  <a:gd name="T6" fmla="*/ 0 60000 65536"/>
                  <a:gd name="T7" fmla="*/ 0 60000 65536"/>
                  <a:gd name="T8" fmla="*/ 0 60000 65536"/>
                  <a:gd name="T9" fmla="*/ 0 w 2985"/>
                  <a:gd name="T10" fmla="*/ 0 h 4500"/>
                  <a:gd name="T11" fmla="*/ 2985 w 2985"/>
                  <a:gd name="T12" fmla="*/ 4500 h 4500"/>
                </a:gdLst>
                <a:ahLst/>
                <a:cxnLst>
                  <a:cxn ang="T6">
                    <a:pos x="T0" y="T1"/>
                  </a:cxn>
                  <a:cxn ang="T7">
                    <a:pos x="T2" y="T3"/>
                  </a:cxn>
                  <a:cxn ang="T8">
                    <a:pos x="T4" y="T5"/>
                  </a:cxn>
                </a:cxnLst>
                <a:rect l="T9" t="T10" r="T11" b="T12"/>
                <a:pathLst>
                  <a:path w="2985" h="4500">
                    <a:moveTo>
                      <a:pt x="469" y="0"/>
                    </a:moveTo>
                    <a:lnTo>
                      <a:pt x="0" y="2856"/>
                    </a:lnTo>
                    <a:lnTo>
                      <a:pt x="2985" y="4500"/>
                    </a:lnTo>
                  </a:path>
                </a:pathLst>
              </a:custGeom>
              <a:noFill/>
              <a:ln w="0">
                <a:solidFill>
                  <a:srgbClr val="000000"/>
                </a:solidFill>
                <a:round/>
                <a:headEnd/>
                <a:tailEnd/>
              </a:ln>
            </p:spPr>
            <p:txBody>
              <a:bodyPr/>
              <a:lstStyle/>
              <a:p>
                <a:pPr algn="ctr"/>
                <a:endParaRPr lang="pt-BR" sz="2400"/>
              </a:p>
            </p:txBody>
          </p:sp>
          <p:sp>
            <p:nvSpPr>
              <p:cNvPr id="334" name="Line 606"/>
              <p:cNvSpPr>
                <a:spLocks noChangeShapeType="1"/>
              </p:cNvSpPr>
              <p:nvPr/>
            </p:nvSpPr>
            <p:spPr bwMode="auto">
              <a:xfrm flipV="1">
                <a:off x="1300" y="3573"/>
                <a:ext cx="13" cy="12"/>
              </a:xfrm>
              <a:prstGeom prst="line">
                <a:avLst/>
              </a:prstGeom>
              <a:noFill/>
              <a:ln w="0">
                <a:solidFill>
                  <a:srgbClr val="000000"/>
                </a:solidFill>
                <a:round/>
                <a:headEnd/>
                <a:tailEnd/>
              </a:ln>
            </p:spPr>
            <p:txBody>
              <a:bodyPr/>
              <a:lstStyle/>
              <a:p>
                <a:endParaRPr lang="pt-BR" sz="2400"/>
              </a:p>
            </p:txBody>
          </p:sp>
          <p:sp>
            <p:nvSpPr>
              <p:cNvPr id="335" name="Line 607"/>
              <p:cNvSpPr>
                <a:spLocks noChangeShapeType="1"/>
              </p:cNvSpPr>
              <p:nvPr/>
            </p:nvSpPr>
            <p:spPr bwMode="auto">
              <a:xfrm flipH="1">
                <a:off x="1456" y="3991"/>
                <a:ext cx="10" cy="45"/>
              </a:xfrm>
              <a:prstGeom prst="line">
                <a:avLst/>
              </a:prstGeom>
              <a:noFill/>
              <a:ln w="0">
                <a:solidFill>
                  <a:srgbClr val="000000"/>
                </a:solidFill>
                <a:round/>
                <a:headEnd/>
                <a:tailEnd/>
              </a:ln>
            </p:spPr>
            <p:txBody>
              <a:bodyPr/>
              <a:lstStyle/>
              <a:p>
                <a:endParaRPr lang="pt-BR" sz="2400"/>
              </a:p>
            </p:txBody>
          </p:sp>
        </p:grpSp>
        <p:sp>
          <p:nvSpPr>
            <p:cNvPr id="14" name="Freeform 608"/>
            <p:cNvSpPr>
              <a:spLocks/>
            </p:cNvSpPr>
            <p:nvPr/>
          </p:nvSpPr>
          <p:spPr bwMode="auto">
            <a:xfrm>
              <a:off x="3276600" y="2416900"/>
              <a:ext cx="2895600" cy="4130185"/>
            </a:xfrm>
            <a:custGeom>
              <a:avLst/>
              <a:gdLst>
                <a:gd name="T0" fmla="*/ 1392 w 1824"/>
                <a:gd name="T1" fmla="*/ 0 h 2736"/>
                <a:gd name="T2" fmla="*/ 1824 w 1824"/>
                <a:gd name="T3" fmla="*/ 96 h 2736"/>
                <a:gd name="T4" fmla="*/ 1488 w 1824"/>
                <a:gd name="T5" fmla="*/ 1392 h 2736"/>
                <a:gd name="T6" fmla="*/ 1680 w 1824"/>
                <a:gd name="T7" fmla="*/ 2736 h 2736"/>
                <a:gd name="T8" fmla="*/ 0 w 1824"/>
                <a:gd name="T9" fmla="*/ 2736 h 2736"/>
                <a:gd name="T10" fmla="*/ 624 w 1824"/>
                <a:gd name="T11" fmla="*/ 1248 h 2736"/>
                <a:gd name="T12" fmla="*/ 1392 w 1824"/>
                <a:gd name="T13" fmla="*/ 0 h 2736"/>
                <a:gd name="T14" fmla="*/ 0 60000 65536"/>
                <a:gd name="T15" fmla="*/ 0 60000 65536"/>
                <a:gd name="T16" fmla="*/ 0 60000 65536"/>
                <a:gd name="T17" fmla="*/ 0 60000 65536"/>
                <a:gd name="T18" fmla="*/ 0 60000 65536"/>
                <a:gd name="T19" fmla="*/ 0 60000 65536"/>
                <a:gd name="T20" fmla="*/ 0 60000 65536"/>
                <a:gd name="T21" fmla="*/ 0 w 1824"/>
                <a:gd name="T22" fmla="*/ 0 h 2736"/>
                <a:gd name="T23" fmla="*/ 1824 w 1824"/>
                <a:gd name="T24" fmla="*/ 2736 h 27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4" h="2736">
                  <a:moveTo>
                    <a:pt x="1392" y="0"/>
                  </a:moveTo>
                  <a:lnTo>
                    <a:pt x="1824" y="96"/>
                  </a:lnTo>
                  <a:lnTo>
                    <a:pt x="1488" y="1392"/>
                  </a:lnTo>
                  <a:lnTo>
                    <a:pt x="1680" y="2736"/>
                  </a:lnTo>
                  <a:lnTo>
                    <a:pt x="0" y="2736"/>
                  </a:lnTo>
                  <a:lnTo>
                    <a:pt x="624" y="1248"/>
                  </a:lnTo>
                  <a:lnTo>
                    <a:pt x="1392" y="0"/>
                  </a:lnTo>
                  <a:close/>
                </a:path>
              </a:pathLst>
            </a:custGeom>
            <a:solidFill>
              <a:schemeClr val="bg1">
                <a:lumMod val="65000"/>
              </a:schemeClr>
            </a:solidFill>
            <a:ln w="9525">
              <a:noFill/>
              <a:round/>
              <a:headEnd/>
              <a:tailEnd/>
            </a:ln>
          </p:spPr>
          <p:txBody>
            <a:bodyPr wrap="none" anchor="ctr"/>
            <a:lstStyle/>
            <a:p>
              <a:pPr algn="ctr"/>
              <a:endParaRPr lang="pt-BR" sz="2400"/>
            </a:p>
          </p:txBody>
        </p:sp>
        <p:grpSp>
          <p:nvGrpSpPr>
            <p:cNvPr id="13" name="Group 609"/>
            <p:cNvGrpSpPr>
              <a:grpSpLocks/>
            </p:cNvGrpSpPr>
            <p:nvPr/>
          </p:nvGrpSpPr>
          <p:grpSpPr bwMode="auto">
            <a:xfrm>
              <a:off x="3260725" y="5743993"/>
              <a:ext cx="1336675" cy="800072"/>
              <a:chOff x="637" y="834"/>
              <a:chExt cx="1254" cy="862"/>
            </a:xfrm>
          </p:grpSpPr>
          <p:sp>
            <p:nvSpPr>
              <p:cNvPr id="169" name="Freeform 610"/>
              <p:cNvSpPr>
                <a:spLocks/>
              </p:cNvSpPr>
              <p:nvPr/>
            </p:nvSpPr>
            <p:spPr bwMode="auto">
              <a:xfrm>
                <a:off x="964" y="865"/>
                <a:ext cx="906" cy="440"/>
              </a:xfrm>
              <a:custGeom>
                <a:avLst/>
                <a:gdLst>
                  <a:gd name="T0" fmla="*/ 0 w 906"/>
                  <a:gd name="T1" fmla="*/ 439 h 440"/>
                  <a:gd name="T2" fmla="*/ 905 w 906"/>
                  <a:gd name="T3" fmla="*/ 439 h 440"/>
                  <a:gd name="T4" fmla="*/ 905 w 906"/>
                  <a:gd name="T5" fmla="*/ 0 h 440"/>
                  <a:gd name="T6" fmla="*/ 0 w 906"/>
                  <a:gd name="T7" fmla="*/ 0 h 440"/>
                  <a:gd name="T8" fmla="*/ 0 w 906"/>
                  <a:gd name="T9" fmla="*/ 439 h 440"/>
                  <a:gd name="T10" fmla="*/ 0 60000 65536"/>
                  <a:gd name="T11" fmla="*/ 0 60000 65536"/>
                  <a:gd name="T12" fmla="*/ 0 60000 65536"/>
                  <a:gd name="T13" fmla="*/ 0 60000 65536"/>
                  <a:gd name="T14" fmla="*/ 0 60000 65536"/>
                  <a:gd name="T15" fmla="*/ 0 w 906"/>
                  <a:gd name="T16" fmla="*/ 0 h 440"/>
                  <a:gd name="T17" fmla="*/ 906 w 906"/>
                  <a:gd name="T18" fmla="*/ 440 h 440"/>
                </a:gdLst>
                <a:ahLst/>
                <a:cxnLst>
                  <a:cxn ang="T10">
                    <a:pos x="T0" y="T1"/>
                  </a:cxn>
                  <a:cxn ang="T11">
                    <a:pos x="T2" y="T3"/>
                  </a:cxn>
                  <a:cxn ang="T12">
                    <a:pos x="T4" y="T5"/>
                  </a:cxn>
                  <a:cxn ang="T13">
                    <a:pos x="T6" y="T7"/>
                  </a:cxn>
                  <a:cxn ang="T14">
                    <a:pos x="T8" y="T9"/>
                  </a:cxn>
                </a:cxnLst>
                <a:rect l="T15" t="T16" r="T17" b="T18"/>
                <a:pathLst>
                  <a:path w="906" h="440">
                    <a:moveTo>
                      <a:pt x="0" y="439"/>
                    </a:moveTo>
                    <a:lnTo>
                      <a:pt x="905" y="439"/>
                    </a:lnTo>
                    <a:lnTo>
                      <a:pt x="905" y="0"/>
                    </a:lnTo>
                    <a:lnTo>
                      <a:pt x="0" y="0"/>
                    </a:lnTo>
                    <a:lnTo>
                      <a:pt x="0" y="439"/>
                    </a:lnTo>
                  </a:path>
                </a:pathLst>
              </a:custGeom>
              <a:solidFill>
                <a:schemeClr val="bg2"/>
              </a:solidFill>
              <a:ln w="12700" cap="rnd">
                <a:solidFill>
                  <a:schemeClr val="tx1"/>
                </a:solidFill>
                <a:round/>
                <a:headEnd/>
                <a:tailEnd/>
              </a:ln>
            </p:spPr>
            <p:txBody>
              <a:bodyPr/>
              <a:lstStyle/>
              <a:p>
                <a:pPr algn="ctr"/>
                <a:endParaRPr lang="pt-BR" sz="2400"/>
              </a:p>
            </p:txBody>
          </p:sp>
          <p:sp>
            <p:nvSpPr>
              <p:cNvPr id="170" name="Freeform 611"/>
              <p:cNvSpPr>
                <a:spLocks/>
              </p:cNvSpPr>
              <p:nvPr/>
            </p:nvSpPr>
            <p:spPr bwMode="auto">
              <a:xfrm>
                <a:off x="964" y="1304"/>
                <a:ext cx="910" cy="19"/>
              </a:xfrm>
              <a:custGeom>
                <a:avLst/>
                <a:gdLst>
                  <a:gd name="T0" fmla="*/ 897 w 910"/>
                  <a:gd name="T1" fmla="*/ 9 h 19"/>
                  <a:gd name="T2" fmla="*/ 903 w 910"/>
                  <a:gd name="T3" fmla="*/ 0 h 19"/>
                  <a:gd name="T4" fmla="*/ 0 w 910"/>
                  <a:gd name="T5" fmla="*/ 0 h 19"/>
                  <a:gd name="T6" fmla="*/ 0 w 910"/>
                  <a:gd name="T7" fmla="*/ 18 h 19"/>
                  <a:gd name="T8" fmla="*/ 903 w 910"/>
                  <a:gd name="T9" fmla="*/ 18 h 19"/>
                  <a:gd name="T10" fmla="*/ 909 w 910"/>
                  <a:gd name="T11" fmla="*/ 9 h 19"/>
                  <a:gd name="T12" fmla="*/ 903 w 910"/>
                  <a:gd name="T13" fmla="*/ 18 h 19"/>
                  <a:gd name="T14" fmla="*/ 906 w 910"/>
                  <a:gd name="T15" fmla="*/ 18 h 19"/>
                  <a:gd name="T16" fmla="*/ 907 w 910"/>
                  <a:gd name="T17" fmla="*/ 15 h 19"/>
                  <a:gd name="T18" fmla="*/ 907 w 910"/>
                  <a:gd name="T19" fmla="*/ 15 h 19"/>
                  <a:gd name="T20" fmla="*/ 909 w 910"/>
                  <a:gd name="T21" fmla="*/ 9 h 19"/>
                  <a:gd name="T22" fmla="*/ 907 w 910"/>
                  <a:gd name="T23" fmla="*/ 6 h 19"/>
                  <a:gd name="T24" fmla="*/ 907 w 910"/>
                  <a:gd name="T25" fmla="*/ 3 h 19"/>
                  <a:gd name="T26" fmla="*/ 906 w 910"/>
                  <a:gd name="T27" fmla="*/ 3 h 19"/>
                  <a:gd name="T28" fmla="*/ 903 w 910"/>
                  <a:gd name="T29" fmla="*/ 0 h 19"/>
                  <a:gd name="T30" fmla="*/ 897 w 910"/>
                  <a:gd name="T31" fmla="*/ 9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10"/>
                  <a:gd name="T49" fmla="*/ 0 h 19"/>
                  <a:gd name="T50" fmla="*/ 910 w 910"/>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10" h="19">
                    <a:moveTo>
                      <a:pt x="897" y="9"/>
                    </a:moveTo>
                    <a:lnTo>
                      <a:pt x="903" y="0"/>
                    </a:lnTo>
                    <a:lnTo>
                      <a:pt x="0" y="0"/>
                    </a:lnTo>
                    <a:lnTo>
                      <a:pt x="0" y="18"/>
                    </a:lnTo>
                    <a:lnTo>
                      <a:pt x="903" y="18"/>
                    </a:lnTo>
                    <a:lnTo>
                      <a:pt x="909" y="9"/>
                    </a:lnTo>
                    <a:lnTo>
                      <a:pt x="903" y="18"/>
                    </a:lnTo>
                    <a:lnTo>
                      <a:pt x="906" y="18"/>
                    </a:lnTo>
                    <a:lnTo>
                      <a:pt x="907" y="15"/>
                    </a:lnTo>
                    <a:lnTo>
                      <a:pt x="909" y="9"/>
                    </a:lnTo>
                    <a:lnTo>
                      <a:pt x="907" y="6"/>
                    </a:lnTo>
                    <a:lnTo>
                      <a:pt x="907" y="3"/>
                    </a:lnTo>
                    <a:lnTo>
                      <a:pt x="906" y="3"/>
                    </a:lnTo>
                    <a:lnTo>
                      <a:pt x="903" y="0"/>
                    </a:lnTo>
                    <a:lnTo>
                      <a:pt x="897" y="9"/>
                    </a:lnTo>
                  </a:path>
                </a:pathLst>
              </a:custGeom>
              <a:solidFill>
                <a:schemeClr val="bg2"/>
              </a:solidFill>
              <a:ln w="12700" cap="rnd">
                <a:solidFill>
                  <a:schemeClr val="tx1"/>
                </a:solidFill>
                <a:round/>
                <a:headEnd/>
                <a:tailEnd/>
              </a:ln>
            </p:spPr>
            <p:txBody>
              <a:bodyPr/>
              <a:lstStyle/>
              <a:p>
                <a:pPr algn="ctr"/>
                <a:endParaRPr lang="pt-BR" sz="2400"/>
              </a:p>
            </p:txBody>
          </p:sp>
          <p:sp>
            <p:nvSpPr>
              <p:cNvPr id="171" name="Freeform 612"/>
              <p:cNvSpPr>
                <a:spLocks/>
              </p:cNvSpPr>
              <p:nvPr/>
            </p:nvSpPr>
            <p:spPr bwMode="auto">
              <a:xfrm>
                <a:off x="1869" y="859"/>
                <a:ext cx="22" cy="446"/>
              </a:xfrm>
              <a:custGeom>
                <a:avLst/>
                <a:gdLst>
                  <a:gd name="T0" fmla="*/ 10 w 22"/>
                  <a:gd name="T1" fmla="*/ 15 h 446"/>
                  <a:gd name="T2" fmla="*/ 0 w 22"/>
                  <a:gd name="T3" fmla="*/ 7 h 446"/>
                  <a:gd name="T4" fmla="*/ 0 w 22"/>
                  <a:gd name="T5" fmla="*/ 445 h 446"/>
                  <a:gd name="T6" fmla="*/ 21 w 22"/>
                  <a:gd name="T7" fmla="*/ 445 h 446"/>
                  <a:gd name="T8" fmla="*/ 21 w 22"/>
                  <a:gd name="T9" fmla="*/ 7 h 446"/>
                  <a:gd name="T10" fmla="*/ 10 w 22"/>
                  <a:gd name="T11" fmla="*/ 0 h 446"/>
                  <a:gd name="T12" fmla="*/ 21 w 22"/>
                  <a:gd name="T13" fmla="*/ 7 h 446"/>
                  <a:gd name="T14" fmla="*/ 21 w 22"/>
                  <a:gd name="T15" fmla="*/ 4 h 446"/>
                  <a:gd name="T16" fmla="*/ 15 w 22"/>
                  <a:gd name="T17" fmla="*/ 2 h 446"/>
                  <a:gd name="T18" fmla="*/ 15 w 22"/>
                  <a:gd name="T19" fmla="*/ 1 h 446"/>
                  <a:gd name="T20" fmla="*/ 10 w 22"/>
                  <a:gd name="T21" fmla="*/ 0 h 446"/>
                  <a:gd name="T22" fmla="*/ 5 w 22"/>
                  <a:gd name="T23" fmla="*/ 1 h 446"/>
                  <a:gd name="T24" fmla="*/ 5 w 22"/>
                  <a:gd name="T25" fmla="*/ 2 h 446"/>
                  <a:gd name="T26" fmla="*/ 0 w 22"/>
                  <a:gd name="T27" fmla="*/ 4 h 446"/>
                  <a:gd name="T28" fmla="*/ 0 w 22"/>
                  <a:gd name="T29" fmla="*/ 7 h 446"/>
                  <a:gd name="T30" fmla="*/ 10 w 22"/>
                  <a:gd name="T31" fmla="*/ 15 h 44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446"/>
                  <a:gd name="T50" fmla="*/ 22 w 22"/>
                  <a:gd name="T51" fmla="*/ 446 h 44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446">
                    <a:moveTo>
                      <a:pt x="10" y="15"/>
                    </a:moveTo>
                    <a:lnTo>
                      <a:pt x="0" y="7"/>
                    </a:lnTo>
                    <a:lnTo>
                      <a:pt x="0" y="445"/>
                    </a:lnTo>
                    <a:lnTo>
                      <a:pt x="21" y="445"/>
                    </a:lnTo>
                    <a:lnTo>
                      <a:pt x="21" y="7"/>
                    </a:lnTo>
                    <a:lnTo>
                      <a:pt x="10" y="0"/>
                    </a:lnTo>
                    <a:lnTo>
                      <a:pt x="21" y="7"/>
                    </a:lnTo>
                    <a:lnTo>
                      <a:pt x="21" y="4"/>
                    </a:lnTo>
                    <a:lnTo>
                      <a:pt x="15" y="2"/>
                    </a:lnTo>
                    <a:lnTo>
                      <a:pt x="15" y="1"/>
                    </a:lnTo>
                    <a:lnTo>
                      <a:pt x="10" y="0"/>
                    </a:lnTo>
                    <a:lnTo>
                      <a:pt x="5" y="1"/>
                    </a:lnTo>
                    <a:lnTo>
                      <a:pt x="5" y="2"/>
                    </a:lnTo>
                    <a:lnTo>
                      <a:pt x="0" y="4"/>
                    </a:lnTo>
                    <a:lnTo>
                      <a:pt x="0" y="7"/>
                    </a:lnTo>
                    <a:lnTo>
                      <a:pt x="10" y="15"/>
                    </a:lnTo>
                  </a:path>
                </a:pathLst>
              </a:custGeom>
              <a:solidFill>
                <a:schemeClr val="bg2"/>
              </a:solidFill>
              <a:ln w="12700" cap="rnd">
                <a:solidFill>
                  <a:schemeClr val="tx1"/>
                </a:solidFill>
                <a:round/>
                <a:headEnd/>
                <a:tailEnd/>
              </a:ln>
            </p:spPr>
            <p:txBody>
              <a:bodyPr/>
              <a:lstStyle/>
              <a:p>
                <a:pPr algn="ctr"/>
                <a:endParaRPr lang="pt-BR" sz="2400"/>
              </a:p>
            </p:txBody>
          </p:sp>
          <p:sp>
            <p:nvSpPr>
              <p:cNvPr id="172" name="Freeform 613"/>
              <p:cNvSpPr>
                <a:spLocks/>
              </p:cNvSpPr>
              <p:nvPr/>
            </p:nvSpPr>
            <p:spPr bwMode="auto">
              <a:xfrm>
                <a:off x="959" y="859"/>
                <a:ext cx="911" cy="20"/>
              </a:xfrm>
              <a:custGeom>
                <a:avLst/>
                <a:gdLst>
                  <a:gd name="T0" fmla="*/ 9 w 911"/>
                  <a:gd name="T1" fmla="*/ 9 h 20"/>
                  <a:gd name="T2" fmla="*/ 4 w 911"/>
                  <a:gd name="T3" fmla="*/ 19 h 20"/>
                  <a:gd name="T4" fmla="*/ 910 w 911"/>
                  <a:gd name="T5" fmla="*/ 19 h 20"/>
                  <a:gd name="T6" fmla="*/ 910 w 911"/>
                  <a:gd name="T7" fmla="*/ 0 h 20"/>
                  <a:gd name="T8" fmla="*/ 4 w 911"/>
                  <a:gd name="T9" fmla="*/ 0 h 20"/>
                  <a:gd name="T10" fmla="*/ 0 w 911"/>
                  <a:gd name="T11" fmla="*/ 9 h 20"/>
                  <a:gd name="T12" fmla="*/ 4 w 911"/>
                  <a:gd name="T13" fmla="*/ 0 h 20"/>
                  <a:gd name="T14" fmla="*/ 2 w 911"/>
                  <a:gd name="T15" fmla="*/ 2 h 20"/>
                  <a:gd name="T16" fmla="*/ 1 w 911"/>
                  <a:gd name="T17" fmla="*/ 2 h 20"/>
                  <a:gd name="T18" fmla="*/ 0 w 911"/>
                  <a:gd name="T19" fmla="*/ 4 h 20"/>
                  <a:gd name="T20" fmla="*/ 0 w 911"/>
                  <a:gd name="T21" fmla="*/ 9 h 20"/>
                  <a:gd name="T22" fmla="*/ 0 w 911"/>
                  <a:gd name="T23" fmla="*/ 14 h 20"/>
                  <a:gd name="T24" fmla="*/ 1 w 911"/>
                  <a:gd name="T25" fmla="*/ 16 h 20"/>
                  <a:gd name="T26" fmla="*/ 2 w 911"/>
                  <a:gd name="T27" fmla="*/ 16 h 20"/>
                  <a:gd name="T28" fmla="*/ 4 w 911"/>
                  <a:gd name="T29" fmla="*/ 19 h 20"/>
                  <a:gd name="T30" fmla="*/ 9 w 911"/>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11"/>
                  <a:gd name="T49" fmla="*/ 0 h 20"/>
                  <a:gd name="T50" fmla="*/ 911 w 911"/>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11" h="20">
                    <a:moveTo>
                      <a:pt x="9" y="9"/>
                    </a:moveTo>
                    <a:lnTo>
                      <a:pt x="4" y="19"/>
                    </a:lnTo>
                    <a:lnTo>
                      <a:pt x="910" y="19"/>
                    </a:lnTo>
                    <a:lnTo>
                      <a:pt x="910" y="0"/>
                    </a:lnTo>
                    <a:lnTo>
                      <a:pt x="4" y="0"/>
                    </a:lnTo>
                    <a:lnTo>
                      <a:pt x="0" y="9"/>
                    </a:lnTo>
                    <a:lnTo>
                      <a:pt x="4" y="0"/>
                    </a:lnTo>
                    <a:lnTo>
                      <a:pt x="2" y="2"/>
                    </a:lnTo>
                    <a:lnTo>
                      <a:pt x="1" y="2"/>
                    </a:lnTo>
                    <a:lnTo>
                      <a:pt x="0" y="4"/>
                    </a:lnTo>
                    <a:lnTo>
                      <a:pt x="0" y="9"/>
                    </a:lnTo>
                    <a:lnTo>
                      <a:pt x="0" y="14"/>
                    </a:lnTo>
                    <a:lnTo>
                      <a:pt x="1" y="16"/>
                    </a:lnTo>
                    <a:lnTo>
                      <a:pt x="2" y="16"/>
                    </a:lnTo>
                    <a:lnTo>
                      <a:pt x="4" y="19"/>
                    </a:lnTo>
                    <a:lnTo>
                      <a:pt x="9" y="9"/>
                    </a:lnTo>
                  </a:path>
                </a:pathLst>
              </a:custGeom>
              <a:solidFill>
                <a:schemeClr val="bg2"/>
              </a:solidFill>
              <a:ln w="12700" cap="rnd">
                <a:solidFill>
                  <a:schemeClr val="tx1"/>
                </a:solidFill>
                <a:round/>
                <a:headEnd/>
                <a:tailEnd/>
              </a:ln>
            </p:spPr>
            <p:txBody>
              <a:bodyPr/>
              <a:lstStyle/>
              <a:p>
                <a:pPr algn="ctr"/>
                <a:endParaRPr lang="pt-BR" sz="2400"/>
              </a:p>
            </p:txBody>
          </p:sp>
          <p:sp>
            <p:nvSpPr>
              <p:cNvPr id="173" name="Freeform 614"/>
              <p:cNvSpPr>
                <a:spLocks/>
              </p:cNvSpPr>
              <p:nvPr/>
            </p:nvSpPr>
            <p:spPr bwMode="auto">
              <a:xfrm>
                <a:off x="959" y="865"/>
                <a:ext cx="24" cy="446"/>
              </a:xfrm>
              <a:custGeom>
                <a:avLst/>
                <a:gdLst>
                  <a:gd name="T0" fmla="*/ 15 w 24"/>
                  <a:gd name="T1" fmla="*/ 430 h 446"/>
                  <a:gd name="T2" fmla="*/ 23 w 24"/>
                  <a:gd name="T3" fmla="*/ 437 h 446"/>
                  <a:gd name="T4" fmla="*/ 23 w 24"/>
                  <a:gd name="T5" fmla="*/ 0 h 446"/>
                  <a:gd name="T6" fmla="*/ 0 w 24"/>
                  <a:gd name="T7" fmla="*/ 0 h 446"/>
                  <a:gd name="T8" fmla="*/ 0 w 24"/>
                  <a:gd name="T9" fmla="*/ 437 h 446"/>
                  <a:gd name="T10" fmla="*/ 15 w 24"/>
                  <a:gd name="T11" fmla="*/ 445 h 446"/>
                  <a:gd name="T12" fmla="*/ 0 w 24"/>
                  <a:gd name="T13" fmla="*/ 437 h 446"/>
                  <a:gd name="T14" fmla="*/ 0 w 24"/>
                  <a:gd name="T15" fmla="*/ 441 h 446"/>
                  <a:gd name="T16" fmla="*/ 7 w 24"/>
                  <a:gd name="T17" fmla="*/ 443 h 446"/>
                  <a:gd name="T18" fmla="*/ 7 w 24"/>
                  <a:gd name="T19" fmla="*/ 445 h 446"/>
                  <a:gd name="T20" fmla="*/ 15 w 24"/>
                  <a:gd name="T21" fmla="*/ 445 h 446"/>
                  <a:gd name="T22" fmla="*/ 15 w 24"/>
                  <a:gd name="T23" fmla="*/ 445 h 446"/>
                  <a:gd name="T24" fmla="*/ 23 w 24"/>
                  <a:gd name="T25" fmla="*/ 443 h 446"/>
                  <a:gd name="T26" fmla="*/ 23 w 24"/>
                  <a:gd name="T27" fmla="*/ 441 h 446"/>
                  <a:gd name="T28" fmla="*/ 23 w 24"/>
                  <a:gd name="T29" fmla="*/ 437 h 446"/>
                  <a:gd name="T30" fmla="*/ 15 w 24"/>
                  <a:gd name="T31" fmla="*/ 430 h 44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446"/>
                  <a:gd name="T50" fmla="*/ 24 w 24"/>
                  <a:gd name="T51" fmla="*/ 446 h 44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446">
                    <a:moveTo>
                      <a:pt x="15" y="430"/>
                    </a:moveTo>
                    <a:lnTo>
                      <a:pt x="23" y="437"/>
                    </a:lnTo>
                    <a:lnTo>
                      <a:pt x="23" y="0"/>
                    </a:lnTo>
                    <a:lnTo>
                      <a:pt x="0" y="0"/>
                    </a:lnTo>
                    <a:lnTo>
                      <a:pt x="0" y="437"/>
                    </a:lnTo>
                    <a:lnTo>
                      <a:pt x="15" y="445"/>
                    </a:lnTo>
                    <a:lnTo>
                      <a:pt x="0" y="437"/>
                    </a:lnTo>
                    <a:lnTo>
                      <a:pt x="0" y="441"/>
                    </a:lnTo>
                    <a:lnTo>
                      <a:pt x="7" y="443"/>
                    </a:lnTo>
                    <a:lnTo>
                      <a:pt x="7" y="445"/>
                    </a:lnTo>
                    <a:lnTo>
                      <a:pt x="15" y="445"/>
                    </a:lnTo>
                    <a:lnTo>
                      <a:pt x="23" y="443"/>
                    </a:lnTo>
                    <a:lnTo>
                      <a:pt x="23" y="441"/>
                    </a:lnTo>
                    <a:lnTo>
                      <a:pt x="23" y="437"/>
                    </a:lnTo>
                    <a:lnTo>
                      <a:pt x="15" y="430"/>
                    </a:lnTo>
                  </a:path>
                </a:pathLst>
              </a:custGeom>
              <a:solidFill>
                <a:schemeClr val="bg2"/>
              </a:solidFill>
              <a:ln w="12700" cap="rnd">
                <a:solidFill>
                  <a:schemeClr val="tx1"/>
                </a:solidFill>
                <a:round/>
                <a:headEnd/>
                <a:tailEnd/>
              </a:ln>
            </p:spPr>
            <p:txBody>
              <a:bodyPr/>
              <a:lstStyle/>
              <a:p>
                <a:pPr algn="ctr"/>
                <a:endParaRPr lang="pt-BR" sz="2400"/>
              </a:p>
            </p:txBody>
          </p:sp>
          <p:sp>
            <p:nvSpPr>
              <p:cNvPr id="174" name="Freeform 615"/>
              <p:cNvSpPr>
                <a:spLocks/>
              </p:cNvSpPr>
              <p:nvPr/>
            </p:nvSpPr>
            <p:spPr bwMode="auto">
              <a:xfrm>
                <a:off x="641" y="865"/>
                <a:ext cx="319" cy="714"/>
              </a:xfrm>
              <a:custGeom>
                <a:avLst/>
                <a:gdLst>
                  <a:gd name="T0" fmla="*/ 0 w 319"/>
                  <a:gd name="T1" fmla="*/ 713 h 714"/>
                  <a:gd name="T2" fmla="*/ 318 w 319"/>
                  <a:gd name="T3" fmla="*/ 713 h 714"/>
                  <a:gd name="T4" fmla="*/ 318 w 319"/>
                  <a:gd name="T5" fmla="*/ 0 h 714"/>
                  <a:gd name="T6" fmla="*/ 0 w 319"/>
                  <a:gd name="T7" fmla="*/ 0 h 714"/>
                  <a:gd name="T8" fmla="*/ 0 w 319"/>
                  <a:gd name="T9" fmla="*/ 713 h 714"/>
                  <a:gd name="T10" fmla="*/ 0 60000 65536"/>
                  <a:gd name="T11" fmla="*/ 0 60000 65536"/>
                  <a:gd name="T12" fmla="*/ 0 60000 65536"/>
                  <a:gd name="T13" fmla="*/ 0 60000 65536"/>
                  <a:gd name="T14" fmla="*/ 0 60000 65536"/>
                  <a:gd name="T15" fmla="*/ 0 w 319"/>
                  <a:gd name="T16" fmla="*/ 0 h 714"/>
                  <a:gd name="T17" fmla="*/ 319 w 319"/>
                  <a:gd name="T18" fmla="*/ 714 h 714"/>
                </a:gdLst>
                <a:ahLst/>
                <a:cxnLst>
                  <a:cxn ang="T10">
                    <a:pos x="T0" y="T1"/>
                  </a:cxn>
                  <a:cxn ang="T11">
                    <a:pos x="T2" y="T3"/>
                  </a:cxn>
                  <a:cxn ang="T12">
                    <a:pos x="T4" y="T5"/>
                  </a:cxn>
                  <a:cxn ang="T13">
                    <a:pos x="T6" y="T7"/>
                  </a:cxn>
                  <a:cxn ang="T14">
                    <a:pos x="T8" y="T9"/>
                  </a:cxn>
                </a:cxnLst>
                <a:rect l="T15" t="T16" r="T17" b="T18"/>
                <a:pathLst>
                  <a:path w="319" h="714">
                    <a:moveTo>
                      <a:pt x="0" y="713"/>
                    </a:moveTo>
                    <a:lnTo>
                      <a:pt x="318" y="713"/>
                    </a:lnTo>
                    <a:lnTo>
                      <a:pt x="318" y="0"/>
                    </a:lnTo>
                    <a:lnTo>
                      <a:pt x="0" y="0"/>
                    </a:lnTo>
                    <a:lnTo>
                      <a:pt x="0" y="713"/>
                    </a:lnTo>
                  </a:path>
                </a:pathLst>
              </a:custGeom>
              <a:solidFill>
                <a:schemeClr val="bg2"/>
              </a:solidFill>
              <a:ln w="12700" cap="rnd">
                <a:solidFill>
                  <a:schemeClr val="tx1"/>
                </a:solidFill>
                <a:round/>
                <a:headEnd/>
                <a:tailEnd/>
              </a:ln>
            </p:spPr>
            <p:txBody>
              <a:bodyPr/>
              <a:lstStyle/>
              <a:p>
                <a:pPr algn="ctr"/>
                <a:endParaRPr lang="pt-BR" sz="2400"/>
              </a:p>
            </p:txBody>
          </p:sp>
          <p:sp>
            <p:nvSpPr>
              <p:cNvPr id="175" name="Freeform 616"/>
              <p:cNvSpPr>
                <a:spLocks/>
              </p:cNvSpPr>
              <p:nvPr/>
            </p:nvSpPr>
            <p:spPr bwMode="auto">
              <a:xfrm>
                <a:off x="641" y="1578"/>
                <a:ext cx="324" cy="20"/>
              </a:xfrm>
              <a:custGeom>
                <a:avLst/>
                <a:gdLst>
                  <a:gd name="T0" fmla="*/ 313 w 324"/>
                  <a:gd name="T1" fmla="*/ 10 h 20"/>
                  <a:gd name="T2" fmla="*/ 318 w 324"/>
                  <a:gd name="T3" fmla="*/ 0 h 20"/>
                  <a:gd name="T4" fmla="*/ 0 w 324"/>
                  <a:gd name="T5" fmla="*/ 0 h 20"/>
                  <a:gd name="T6" fmla="*/ 0 w 324"/>
                  <a:gd name="T7" fmla="*/ 19 h 20"/>
                  <a:gd name="T8" fmla="*/ 318 w 324"/>
                  <a:gd name="T9" fmla="*/ 19 h 20"/>
                  <a:gd name="T10" fmla="*/ 323 w 324"/>
                  <a:gd name="T11" fmla="*/ 10 h 20"/>
                  <a:gd name="T12" fmla="*/ 318 w 324"/>
                  <a:gd name="T13" fmla="*/ 19 h 20"/>
                  <a:gd name="T14" fmla="*/ 320 w 324"/>
                  <a:gd name="T15" fmla="*/ 19 h 20"/>
                  <a:gd name="T16" fmla="*/ 321 w 324"/>
                  <a:gd name="T17" fmla="*/ 16 h 20"/>
                  <a:gd name="T18" fmla="*/ 323 w 324"/>
                  <a:gd name="T19" fmla="*/ 13 h 20"/>
                  <a:gd name="T20" fmla="*/ 323 w 324"/>
                  <a:gd name="T21" fmla="*/ 10 h 20"/>
                  <a:gd name="T22" fmla="*/ 323 w 324"/>
                  <a:gd name="T23" fmla="*/ 5 h 20"/>
                  <a:gd name="T24" fmla="*/ 321 w 324"/>
                  <a:gd name="T25" fmla="*/ 2 h 20"/>
                  <a:gd name="T26" fmla="*/ 320 w 324"/>
                  <a:gd name="T27" fmla="*/ 2 h 20"/>
                  <a:gd name="T28" fmla="*/ 318 w 324"/>
                  <a:gd name="T29" fmla="*/ 0 h 20"/>
                  <a:gd name="T30" fmla="*/ 313 w 324"/>
                  <a:gd name="T31" fmla="*/ 10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4"/>
                  <a:gd name="T49" fmla="*/ 0 h 20"/>
                  <a:gd name="T50" fmla="*/ 324 w 324"/>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4" h="20">
                    <a:moveTo>
                      <a:pt x="313" y="10"/>
                    </a:moveTo>
                    <a:lnTo>
                      <a:pt x="318" y="0"/>
                    </a:lnTo>
                    <a:lnTo>
                      <a:pt x="0" y="0"/>
                    </a:lnTo>
                    <a:lnTo>
                      <a:pt x="0" y="19"/>
                    </a:lnTo>
                    <a:lnTo>
                      <a:pt x="318" y="19"/>
                    </a:lnTo>
                    <a:lnTo>
                      <a:pt x="323" y="10"/>
                    </a:lnTo>
                    <a:lnTo>
                      <a:pt x="318" y="19"/>
                    </a:lnTo>
                    <a:lnTo>
                      <a:pt x="320" y="19"/>
                    </a:lnTo>
                    <a:lnTo>
                      <a:pt x="321" y="16"/>
                    </a:lnTo>
                    <a:lnTo>
                      <a:pt x="323" y="13"/>
                    </a:lnTo>
                    <a:lnTo>
                      <a:pt x="323" y="10"/>
                    </a:lnTo>
                    <a:lnTo>
                      <a:pt x="323" y="5"/>
                    </a:lnTo>
                    <a:lnTo>
                      <a:pt x="321" y="2"/>
                    </a:lnTo>
                    <a:lnTo>
                      <a:pt x="320" y="2"/>
                    </a:lnTo>
                    <a:lnTo>
                      <a:pt x="318" y="0"/>
                    </a:lnTo>
                    <a:lnTo>
                      <a:pt x="313" y="10"/>
                    </a:lnTo>
                  </a:path>
                </a:pathLst>
              </a:custGeom>
              <a:solidFill>
                <a:schemeClr val="bg2"/>
              </a:solidFill>
              <a:ln w="12700" cap="rnd">
                <a:solidFill>
                  <a:schemeClr val="tx1"/>
                </a:solidFill>
                <a:round/>
                <a:headEnd/>
                <a:tailEnd/>
              </a:ln>
            </p:spPr>
            <p:txBody>
              <a:bodyPr/>
              <a:lstStyle/>
              <a:p>
                <a:pPr algn="ctr"/>
                <a:endParaRPr lang="pt-BR" sz="2400"/>
              </a:p>
            </p:txBody>
          </p:sp>
          <p:sp>
            <p:nvSpPr>
              <p:cNvPr id="176" name="Freeform 617"/>
              <p:cNvSpPr>
                <a:spLocks/>
              </p:cNvSpPr>
              <p:nvPr/>
            </p:nvSpPr>
            <p:spPr bwMode="auto">
              <a:xfrm>
                <a:off x="958" y="859"/>
                <a:ext cx="23" cy="720"/>
              </a:xfrm>
              <a:custGeom>
                <a:avLst/>
                <a:gdLst>
                  <a:gd name="T0" fmla="*/ 11 w 23"/>
                  <a:gd name="T1" fmla="*/ 15 h 720"/>
                  <a:gd name="T2" fmla="*/ 0 w 23"/>
                  <a:gd name="T3" fmla="*/ 7 h 720"/>
                  <a:gd name="T4" fmla="*/ 0 w 23"/>
                  <a:gd name="T5" fmla="*/ 719 h 720"/>
                  <a:gd name="T6" fmla="*/ 22 w 23"/>
                  <a:gd name="T7" fmla="*/ 719 h 720"/>
                  <a:gd name="T8" fmla="*/ 22 w 23"/>
                  <a:gd name="T9" fmla="*/ 7 h 720"/>
                  <a:gd name="T10" fmla="*/ 11 w 23"/>
                  <a:gd name="T11" fmla="*/ 0 h 720"/>
                  <a:gd name="T12" fmla="*/ 22 w 23"/>
                  <a:gd name="T13" fmla="*/ 7 h 720"/>
                  <a:gd name="T14" fmla="*/ 22 w 23"/>
                  <a:gd name="T15" fmla="*/ 4 h 720"/>
                  <a:gd name="T16" fmla="*/ 16 w 23"/>
                  <a:gd name="T17" fmla="*/ 2 h 720"/>
                  <a:gd name="T18" fmla="*/ 16 w 23"/>
                  <a:gd name="T19" fmla="*/ 1 h 720"/>
                  <a:gd name="T20" fmla="*/ 11 w 23"/>
                  <a:gd name="T21" fmla="*/ 0 h 720"/>
                  <a:gd name="T22" fmla="*/ 5 w 23"/>
                  <a:gd name="T23" fmla="*/ 1 h 720"/>
                  <a:gd name="T24" fmla="*/ 5 w 23"/>
                  <a:gd name="T25" fmla="*/ 2 h 720"/>
                  <a:gd name="T26" fmla="*/ 0 w 23"/>
                  <a:gd name="T27" fmla="*/ 4 h 720"/>
                  <a:gd name="T28" fmla="*/ 0 w 23"/>
                  <a:gd name="T29" fmla="*/ 7 h 720"/>
                  <a:gd name="T30" fmla="*/ 11 w 23"/>
                  <a:gd name="T31" fmla="*/ 15 h 7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720"/>
                  <a:gd name="T50" fmla="*/ 23 w 23"/>
                  <a:gd name="T51" fmla="*/ 720 h 7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720">
                    <a:moveTo>
                      <a:pt x="11" y="15"/>
                    </a:moveTo>
                    <a:lnTo>
                      <a:pt x="0" y="7"/>
                    </a:lnTo>
                    <a:lnTo>
                      <a:pt x="0" y="719"/>
                    </a:lnTo>
                    <a:lnTo>
                      <a:pt x="22" y="719"/>
                    </a:lnTo>
                    <a:lnTo>
                      <a:pt x="22" y="7"/>
                    </a:lnTo>
                    <a:lnTo>
                      <a:pt x="11" y="0"/>
                    </a:lnTo>
                    <a:lnTo>
                      <a:pt x="22" y="7"/>
                    </a:lnTo>
                    <a:lnTo>
                      <a:pt x="22" y="4"/>
                    </a:lnTo>
                    <a:lnTo>
                      <a:pt x="16" y="2"/>
                    </a:lnTo>
                    <a:lnTo>
                      <a:pt x="16" y="1"/>
                    </a:lnTo>
                    <a:lnTo>
                      <a:pt x="11" y="0"/>
                    </a:lnTo>
                    <a:lnTo>
                      <a:pt x="5" y="1"/>
                    </a:lnTo>
                    <a:lnTo>
                      <a:pt x="5" y="2"/>
                    </a:lnTo>
                    <a:lnTo>
                      <a:pt x="0" y="4"/>
                    </a:lnTo>
                    <a:lnTo>
                      <a:pt x="0" y="7"/>
                    </a:lnTo>
                    <a:lnTo>
                      <a:pt x="11" y="15"/>
                    </a:lnTo>
                  </a:path>
                </a:pathLst>
              </a:custGeom>
              <a:solidFill>
                <a:schemeClr val="bg2"/>
              </a:solidFill>
              <a:ln w="12700" cap="rnd">
                <a:solidFill>
                  <a:schemeClr val="tx1"/>
                </a:solidFill>
                <a:round/>
                <a:headEnd/>
                <a:tailEnd/>
              </a:ln>
            </p:spPr>
            <p:txBody>
              <a:bodyPr/>
              <a:lstStyle/>
              <a:p>
                <a:pPr algn="ctr"/>
                <a:endParaRPr lang="pt-BR" sz="2400"/>
              </a:p>
            </p:txBody>
          </p:sp>
          <p:sp>
            <p:nvSpPr>
              <p:cNvPr id="177" name="Freeform 618"/>
              <p:cNvSpPr>
                <a:spLocks/>
              </p:cNvSpPr>
              <p:nvPr/>
            </p:nvSpPr>
            <p:spPr bwMode="auto">
              <a:xfrm>
                <a:off x="637" y="859"/>
                <a:ext cx="323" cy="20"/>
              </a:xfrm>
              <a:custGeom>
                <a:avLst/>
                <a:gdLst>
                  <a:gd name="T0" fmla="*/ 9 w 323"/>
                  <a:gd name="T1" fmla="*/ 9 h 20"/>
                  <a:gd name="T2" fmla="*/ 4 w 323"/>
                  <a:gd name="T3" fmla="*/ 19 h 20"/>
                  <a:gd name="T4" fmla="*/ 322 w 323"/>
                  <a:gd name="T5" fmla="*/ 19 h 20"/>
                  <a:gd name="T6" fmla="*/ 322 w 323"/>
                  <a:gd name="T7" fmla="*/ 0 h 20"/>
                  <a:gd name="T8" fmla="*/ 4 w 323"/>
                  <a:gd name="T9" fmla="*/ 0 h 20"/>
                  <a:gd name="T10" fmla="*/ 0 w 323"/>
                  <a:gd name="T11" fmla="*/ 9 h 20"/>
                  <a:gd name="T12" fmla="*/ 4 w 323"/>
                  <a:gd name="T13" fmla="*/ 0 h 20"/>
                  <a:gd name="T14" fmla="*/ 2 w 323"/>
                  <a:gd name="T15" fmla="*/ 2 h 20"/>
                  <a:gd name="T16" fmla="*/ 1 w 323"/>
                  <a:gd name="T17" fmla="*/ 2 h 20"/>
                  <a:gd name="T18" fmla="*/ 0 w 323"/>
                  <a:gd name="T19" fmla="*/ 4 h 20"/>
                  <a:gd name="T20" fmla="*/ 0 w 323"/>
                  <a:gd name="T21" fmla="*/ 9 h 20"/>
                  <a:gd name="T22" fmla="*/ 0 w 323"/>
                  <a:gd name="T23" fmla="*/ 14 h 20"/>
                  <a:gd name="T24" fmla="*/ 1 w 323"/>
                  <a:gd name="T25" fmla="*/ 16 h 20"/>
                  <a:gd name="T26" fmla="*/ 2 w 323"/>
                  <a:gd name="T27" fmla="*/ 16 h 20"/>
                  <a:gd name="T28" fmla="*/ 4 w 323"/>
                  <a:gd name="T29" fmla="*/ 19 h 20"/>
                  <a:gd name="T30" fmla="*/ 9 w 323"/>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3"/>
                  <a:gd name="T49" fmla="*/ 0 h 20"/>
                  <a:gd name="T50" fmla="*/ 323 w 323"/>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3" h="20">
                    <a:moveTo>
                      <a:pt x="9" y="9"/>
                    </a:moveTo>
                    <a:lnTo>
                      <a:pt x="4" y="19"/>
                    </a:lnTo>
                    <a:lnTo>
                      <a:pt x="322" y="19"/>
                    </a:lnTo>
                    <a:lnTo>
                      <a:pt x="322" y="0"/>
                    </a:lnTo>
                    <a:lnTo>
                      <a:pt x="4" y="0"/>
                    </a:lnTo>
                    <a:lnTo>
                      <a:pt x="0" y="9"/>
                    </a:lnTo>
                    <a:lnTo>
                      <a:pt x="4" y="0"/>
                    </a:lnTo>
                    <a:lnTo>
                      <a:pt x="2" y="2"/>
                    </a:lnTo>
                    <a:lnTo>
                      <a:pt x="1" y="2"/>
                    </a:lnTo>
                    <a:lnTo>
                      <a:pt x="0" y="4"/>
                    </a:lnTo>
                    <a:lnTo>
                      <a:pt x="0" y="9"/>
                    </a:lnTo>
                    <a:lnTo>
                      <a:pt x="0" y="14"/>
                    </a:lnTo>
                    <a:lnTo>
                      <a:pt x="1" y="16"/>
                    </a:lnTo>
                    <a:lnTo>
                      <a:pt x="2" y="16"/>
                    </a:lnTo>
                    <a:lnTo>
                      <a:pt x="4" y="19"/>
                    </a:lnTo>
                    <a:lnTo>
                      <a:pt x="9" y="9"/>
                    </a:lnTo>
                  </a:path>
                </a:pathLst>
              </a:custGeom>
              <a:solidFill>
                <a:schemeClr val="bg2"/>
              </a:solidFill>
              <a:ln w="12700" cap="rnd">
                <a:solidFill>
                  <a:schemeClr val="tx1"/>
                </a:solidFill>
                <a:round/>
                <a:headEnd/>
                <a:tailEnd/>
              </a:ln>
            </p:spPr>
            <p:txBody>
              <a:bodyPr/>
              <a:lstStyle/>
              <a:p>
                <a:pPr algn="ctr"/>
                <a:endParaRPr lang="pt-BR" sz="2400"/>
              </a:p>
            </p:txBody>
          </p:sp>
          <p:sp>
            <p:nvSpPr>
              <p:cNvPr id="178" name="Freeform 619"/>
              <p:cNvSpPr>
                <a:spLocks/>
              </p:cNvSpPr>
              <p:nvPr/>
            </p:nvSpPr>
            <p:spPr bwMode="auto">
              <a:xfrm>
                <a:off x="637" y="865"/>
                <a:ext cx="22" cy="722"/>
              </a:xfrm>
              <a:custGeom>
                <a:avLst/>
                <a:gdLst>
                  <a:gd name="T0" fmla="*/ 14 w 22"/>
                  <a:gd name="T1" fmla="*/ 706 h 722"/>
                  <a:gd name="T2" fmla="*/ 21 w 22"/>
                  <a:gd name="T3" fmla="*/ 713 h 722"/>
                  <a:gd name="T4" fmla="*/ 21 w 22"/>
                  <a:gd name="T5" fmla="*/ 0 h 722"/>
                  <a:gd name="T6" fmla="*/ 0 w 22"/>
                  <a:gd name="T7" fmla="*/ 0 h 722"/>
                  <a:gd name="T8" fmla="*/ 0 w 22"/>
                  <a:gd name="T9" fmla="*/ 713 h 722"/>
                  <a:gd name="T10" fmla="*/ 14 w 22"/>
                  <a:gd name="T11" fmla="*/ 721 h 722"/>
                  <a:gd name="T12" fmla="*/ 0 w 22"/>
                  <a:gd name="T13" fmla="*/ 713 h 722"/>
                  <a:gd name="T14" fmla="*/ 0 w 22"/>
                  <a:gd name="T15" fmla="*/ 717 h 722"/>
                  <a:gd name="T16" fmla="*/ 7 w 22"/>
                  <a:gd name="T17" fmla="*/ 719 h 722"/>
                  <a:gd name="T18" fmla="*/ 7 w 22"/>
                  <a:gd name="T19" fmla="*/ 721 h 722"/>
                  <a:gd name="T20" fmla="*/ 14 w 22"/>
                  <a:gd name="T21" fmla="*/ 721 h 722"/>
                  <a:gd name="T22" fmla="*/ 14 w 22"/>
                  <a:gd name="T23" fmla="*/ 721 h 722"/>
                  <a:gd name="T24" fmla="*/ 21 w 22"/>
                  <a:gd name="T25" fmla="*/ 719 h 722"/>
                  <a:gd name="T26" fmla="*/ 21 w 22"/>
                  <a:gd name="T27" fmla="*/ 717 h 722"/>
                  <a:gd name="T28" fmla="*/ 21 w 22"/>
                  <a:gd name="T29" fmla="*/ 713 h 722"/>
                  <a:gd name="T30" fmla="*/ 14 w 22"/>
                  <a:gd name="T31" fmla="*/ 706 h 7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722"/>
                  <a:gd name="T50" fmla="*/ 22 w 22"/>
                  <a:gd name="T51" fmla="*/ 722 h 7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722">
                    <a:moveTo>
                      <a:pt x="14" y="706"/>
                    </a:moveTo>
                    <a:lnTo>
                      <a:pt x="21" y="713"/>
                    </a:lnTo>
                    <a:lnTo>
                      <a:pt x="21" y="0"/>
                    </a:lnTo>
                    <a:lnTo>
                      <a:pt x="0" y="0"/>
                    </a:lnTo>
                    <a:lnTo>
                      <a:pt x="0" y="713"/>
                    </a:lnTo>
                    <a:lnTo>
                      <a:pt x="14" y="721"/>
                    </a:lnTo>
                    <a:lnTo>
                      <a:pt x="0" y="713"/>
                    </a:lnTo>
                    <a:lnTo>
                      <a:pt x="0" y="717"/>
                    </a:lnTo>
                    <a:lnTo>
                      <a:pt x="7" y="719"/>
                    </a:lnTo>
                    <a:lnTo>
                      <a:pt x="7" y="721"/>
                    </a:lnTo>
                    <a:lnTo>
                      <a:pt x="14" y="721"/>
                    </a:lnTo>
                    <a:lnTo>
                      <a:pt x="21" y="719"/>
                    </a:lnTo>
                    <a:lnTo>
                      <a:pt x="21" y="717"/>
                    </a:lnTo>
                    <a:lnTo>
                      <a:pt x="21" y="713"/>
                    </a:lnTo>
                    <a:lnTo>
                      <a:pt x="14" y="706"/>
                    </a:lnTo>
                  </a:path>
                </a:pathLst>
              </a:custGeom>
              <a:solidFill>
                <a:schemeClr val="bg2"/>
              </a:solidFill>
              <a:ln w="12700" cap="rnd">
                <a:solidFill>
                  <a:schemeClr val="tx1"/>
                </a:solidFill>
                <a:round/>
                <a:headEnd/>
                <a:tailEnd/>
              </a:ln>
            </p:spPr>
            <p:txBody>
              <a:bodyPr/>
              <a:lstStyle/>
              <a:p>
                <a:pPr algn="ctr"/>
                <a:endParaRPr lang="pt-BR" sz="2400"/>
              </a:p>
            </p:txBody>
          </p:sp>
          <p:sp>
            <p:nvSpPr>
              <p:cNvPr id="179" name="Freeform 620"/>
              <p:cNvSpPr>
                <a:spLocks/>
              </p:cNvSpPr>
              <p:nvPr/>
            </p:nvSpPr>
            <p:spPr bwMode="auto">
              <a:xfrm>
                <a:off x="674" y="1586"/>
                <a:ext cx="1196" cy="91"/>
              </a:xfrm>
              <a:custGeom>
                <a:avLst/>
                <a:gdLst>
                  <a:gd name="T0" fmla="*/ 0 w 1196"/>
                  <a:gd name="T1" fmla="*/ 90 h 91"/>
                  <a:gd name="T2" fmla="*/ 1195 w 1196"/>
                  <a:gd name="T3" fmla="*/ 90 h 91"/>
                  <a:gd name="T4" fmla="*/ 1195 w 1196"/>
                  <a:gd name="T5" fmla="*/ 0 h 91"/>
                  <a:gd name="T6" fmla="*/ 0 w 1196"/>
                  <a:gd name="T7" fmla="*/ 0 h 91"/>
                  <a:gd name="T8" fmla="*/ 0 w 1196"/>
                  <a:gd name="T9" fmla="*/ 90 h 91"/>
                  <a:gd name="T10" fmla="*/ 0 60000 65536"/>
                  <a:gd name="T11" fmla="*/ 0 60000 65536"/>
                  <a:gd name="T12" fmla="*/ 0 60000 65536"/>
                  <a:gd name="T13" fmla="*/ 0 60000 65536"/>
                  <a:gd name="T14" fmla="*/ 0 60000 65536"/>
                  <a:gd name="T15" fmla="*/ 0 w 1196"/>
                  <a:gd name="T16" fmla="*/ 0 h 91"/>
                  <a:gd name="T17" fmla="*/ 1196 w 1196"/>
                  <a:gd name="T18" fmla="*/ 91 h 91"/>
                </a:gdLst>
                <a:ahLst/>
                <a:cxnLst>
                  <a:cxn ang="T10">
                    <a:pos x="T0" y="T1"/>
                  </a:cxn>
                  <a:cxn ang="T11">
                    <a:pos x="T2" y="T3"/>
                  </a:cxn>
                  <a:cxn ang="T12">
                    <a:pos x="T4" y="T5"/>
                  </a:cxn>
                  <a:cxn ang="T13">
                    <a:pos x="T6" y="T7"/>
                  </a:cxn>
                  <a:cxn ang="T14">
                    <a:pos x="T8" y="T9"/>
                  </a:cxn>
                </a:cxnLst>
                <a:rect l="T15" t="T16" r="T17" b="T18"/>
                <a:pathLst>
                  <a:path w="1196" h="91">
                    <a:moveTo>
                      <a:pt x="0" y="90"/>
                    </a:moveTo>
                    <a:lnTo>
                      <a:pt x="1195" y="90"/>
                    </a:lnTo>
                    <a:lnTo>
                      <a:pt x="1195" y="0"/>
                    </a:lnTo>
                    <a:lnTo>
                      <a:pt x="0" y="0"/>
                    </a:lnTo>
                    <a:lnTo>
                      <a:pt x="0" y="90"/>
                    </a:lnTo>
                  </a:path>
                </a:pathLst>
              </a:custGeom>
              <a:solidFill>
                <a:schemeClr val="bg2"/>
              </a:solidFill>
              <a:ln w="12700" cap="rnd">
                <a:solidFill>
                  <a:schemeClr val="tx1"/>
                </a:solidFill>
                <a:round/>
                <a:headEnd/>
                <a:tailEnd/>
              </a:ln>
            </p:spPr>
            <p:txBody>
              <a:bodyPr/>
              <a:lstStyle/>
              <a:p>
                <a:pPr algn="ctr"/>
                <a:endParaRPr lang="pt-BR" sz="2400"/>
              </a:p>
            </p:txBody>
          </p:sp>
          <p:sp>
            <p:nvSpPr>
              <p:cNvPr id="180" name="Freeform 621"/>
              <p:cNvSpPr>
                <a:spLocks/>
              </p:cNvSpPr>
              <p:nvPr/>
            </p:nvSpPr>
            <p:spPr bwMode="auto">
              <a:xfrm>
                <a:off x="674" y="1676"/>
                <a:ext cx="1200" cy="20"/>
              </a:xfrm>
              <a:custGeom>
                <a:avLst/>
                <a:gdLst>
                  <a:gd name="T0" fmla="*/ 1187 w 1200"/>
                  <a:gd name="T1" fmla="*/ 9 h 20"/>
                  <a:gd name="T2" fmla="*/ 1193 w 1200"/>
                  <a:gd name="T3" fmla="*/ 0 h 20"/>
                  <a:gd name="T4" fmla="*/ 0 w 1200"/>
                  <a:gd name="T5" fmla="*/ 0 h 20"/>
                  <a:gd name="T6" fmla="*/ 0 w 1200"/>
                  <a:gd name="T7" fmla="*/ 19 h 20"/>
                  <a:gd name="T8" fmla="*/ 1193 w 1200"/>
                  <a:gd name="T9" fmla="*/ 19 h 20"/>
                  <a:gd name="T10" fmla="*/ 1199 w 1200"/>
                  <a:gd name="T11" fmla="*/ 9 h 20"/>
                  <a:gd name="T12" fmla="*/ 1193 w 1200"/>
                  <a:gd name="T13" fmla="*/ 19 h 20"/>
                  <a:gd name="T14" fmla="*/ 1196 w 1200"/>
                  <a:gd name="T15" fmla="*/ 19 h 20"/>
                  <a:gd name="T16" fmla="*/ 1197 w 1200"/>
                  <a:gd name="T17" fmla="*/ 15 h 20"/>
                  <a:gd name="T18" fmla="*/ 1197 w 1200"/>
                  <a:gd name="T19" fmla="*/ 15 h 20"/>
                  <a:gd name="T20" fmla="*/ 1199 w 1200"/>
                  <a:gd name="T21" fmla="*/ 9 h 20"/>
                  <a:gd name="T22" fmla="*/ 1197 w 1200"/>
                  <a:gd name="T23" fmla="*/ 6 h 20"/>
                  <a:gd name="T24" fmla="*/ 1197 w 1200"/>
                  <a:gd name="T25" fmla="*/ 3 h 20"/>
                  <a:gd name="T26" fmla="*/ 1196 w 1200"/>
                  <a:gd name="T27" fmla="*/ 3 h 20"/>
                  <a:gd name="T28" fmla="*/ 1193 w 1200"/>
                  <a:gd name="T29" fmla="*/ 0 h 20"/>
                  <a:gd name="T30" fmla="*/ 1187 w 1200"/>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00"/>
                  <a:gd name="T49" fmla="*/ 0 h 20"/>
                  <a:gd name="T50" fmla="*/ 1200 w 1200"/>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00" h="20">
                    <a:moveTo>
                      <a:pt x="1187" y="9"/>
                    </a:moveTo>
                    <a:lnTo>
                      <a:pt x="1193" y="0"/>
                    </a:lnTo>
                    <a:lnTo>
                      <a:pt x="0" y="0"/>
                    </a:lnTo>
                    <a:lnTo>
                      <a:pt x="0" y="19"/>
                    </a:lnTo>
                    <a:lnTo>
                      <a:pt x="1193" y="19"/>
                    </a:lnTo>
                    <a:lnTo>
                      <a:pt x="1199" y="9"/>
                    </a:lnTo>
                    <a:lnTo>
                      <a:pt x="1193" y="19"/>
                    </a:lnTo>
                    <a:lnTo>
                      <a:pt x="1196" y="19"/>
                    </a:lnTo>
                    <a:lnTo>
                      <a:pt x="1197" y="15"/>
                    </a:lnTo>
                    <a:lnTo>
                      <a:pt x="1199" y="9"/>
                    </a:lnTo>
                    <a:lnTo>
                      <a:pt x="1197" y="6"/>
                    </a:lnTo>
                    <a:lnTo>
                      <a:pt x="1197" y="3"/>
                    </a:lnTo>
                    <a:lnTo>
                      <a:pt x="1196" y="3"/>
                    </a:lnTo>
                    <a:lnTo>
                      <a:pt x="1193" y="0"/>
                    </a:lnTo>
                    <a:lnTo>
                      <a:pt x="1187" y="9"/>
                    </a:lnTo>
                  </a:path>
                </a:pathLst>
              </a:custGeom>
              <a:solidFill>
                <a:schemeClr val="bg2"/>
              </a:solidFill>
              <a:ln w="12700" cap="rnd">
                <a:solidFill>
                  <a:schemeClr val="tx1"/>
                </a:solidFill>
                <a:round/>
                <a:headEnd/>
                <a:tailEnd/>
              </a:ln>
            </p:spPr>
            <p:txBody>
              <a:bodyPr/>
              <a:lstStyle/>
              <a:p>
                <a:pPr algn="ctr"/>
                <a:endParaRPr lang="pt-BR" sz="2400"/>
              </a:p>
            </p:txBody>
          </p:sp>
          <p:sp>
            <p:nvSpPr>
              <p:cNvPr id="181" name="Freeform 622"/>
              <p:cNvSpPr>
                <a:spLocks/>
              </p:cNvSpPr>
              <p:nvPr/>
            </p:nvSpPr>
            <p:spPr bwMode="auto">
              <a:xfrm>
                <a:off x="1869" y="1578"/>
                <a:ext cx="22" cy="99"/>
              </a:xfrm>
              <a:custGeom>
                <a:avLst/>
                <a:gdLst>
                  <a:gd name="T0" fmla="*/ 10 w 22"/>
                  <a:gd name="T1" fmla="*/ 14 h 99"/>
                  <a:gd name="T2" fmla="*/ 0 w 22"/>
                  <a:gd name="T3" fmla="*/ 7 h 99"/>
                  <a:gd name="T4" fmla="*/ 0 w 22"/>
                  <a:gd name="T5" fmla="*/ 98 h 99"/>
                  <a:gd name="T6" fmla="*/ 21 w 22"/>
                  <a:gd name="T7" fmla="*/ 98 h 99"/>
                  <a:gd name="T8" fmla="*/ 21 w 22"/>
                  <a:gd name="T9" fmla="*/ 7 h 99"/>
                  <a:gd name="T10" fmla="*/ 10 w 22"/>
                  <a:gd name="T11" fmla="*/ 0 h 99"/>
                  <a:gd name="T12" fmla="*/ 21 w 22"/>
                  <a:gd name="T13" fmla="*/ 7 h 99"/>
                  <a:gd name="T14" fmla="*/ 21 w 22"/>
                  <a:gd name="T15" fmla="*/ 4 h 99"/>
                  <a:gd name="T16" fmla="*/ 15 w 22"/>
                  <a:gd name="T17" fmla="*/ 2 h 99"/>
                  <a:gd name="T18" fmla="*/ 15 w 22"/>
                  <a:gd name="T19" fmla="*/ 0 h 99"/>
                  <a:gd name="T20" fmla="*/ 10 w 22"/>
                  <a:gd name="T21" fmla="*/ 0 h 99"/>
                  <a:gd name="T22" fmla="*/ 5 w 22"/>
                  <a:gd name="T23" fmla="*/ 0 h 99"/>
                  <a:gd name="T24" fmla="*/ 5 w 22"/>
                  <a:gd name="T25" fmla="*/ 2 h 99"/>
                  <a:gd name="T26" fmla="*/ 0 w 22"/>
                  <a:gd name="T27" fmla="*/ 4 h 99"/>
                  <a:gd name="T28" fmla="*/ 0 w 22"/>
                  <a:gd name="T29" fmla="*/ 7 h 99"/>
                  <a:gd name="T30" fmla="*/ 10 w 22"/>
                  <a:gd name="T31" fmla="*/ 14 h 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99"/>
                  <a:gd name="T50" fmla="*/ 22 w 22"/>
                  <a:gd name="T51" fmla="*/ 99 h 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99">
                    <a:moveTo>
                      <a:pt x="10" y="14"/>
                    </a:moveTo>
                    <a:lnTo>
                      <a:pt x="0" y="7"/>
                    </a:lnTo>
                    <a:lnTo>
                      <a:pt x="0" y="98"/>
                    </a:lnTo>
                    <a:lnTo>
                      <a:pt x="21" y="98"/>
                    </a:lnTo>
                    <a:lnTo>
                      <a:pt x="21" y="7"/>
                    </a:lnTo>
                    <a:lnTo>
                      <a:pt x="10" y="0"/>
                    </a:lnTo>
                    <a:lnTo>
                      <a:pt x="21" y="7"/>
                    </a:lnTo>
                    <a:lnTo>
                      <a:pt x="21" y="4"/>
                    </a:lnTo>
                    <a:lnTo>
                      <a:pt x="15" y="2"/>
                    </a:lnTo>
                    <a:lnTo>
                      <a:pt x="15" y="0"/>
                    </a:lnTo>
                    <a:lnTo>
                      <a:pt x="10" y="0"/>
                    </a:lnTo>
                    <a:lnTo>
                      <a:pt x="5" y="0"/>
                    </a:lnTo>
                    <a:lnTo>
                      <a:pt x="5" y="2"/>
                    </a:lnTo>
                    <a:lnTo>
                      <a:pt x="0" y="4"/>
                    </a:lnTo>
                    <a:lnTo>
                      <a:pt x="0" y="7"/>
                    </a:lnTo>
                    <a:lnTo>
                      <a:pt x="10" y="14"/>
                    </a:lnTo>
                  </a:path>
                </a:pathLst>
              </a:custGeom>
              <a:solidFill>
                <a:schemeClr val="bg2"/>
              </a:solidFill>
              <a:ln w="12700" cap="rnd">
                <a:solidFill>
                  <a:schemeClr val="tx1"/>
                </a:solidFill>
                <a:round/>
                <a:headEnd/>
                <a:tailEnd/>
              </a:ln>
            </p:spPr>
            <p:txBody>
              <a:bodyPr/>
              <a:lstStyle/>
              <a:p>
                <a:pPr algn="ctr"/>
                <a:endParaRPr lang="pt-BR" sz="2400"/>
              </a:p>
            </p:txBody>
          </p:sp>
          <p:sp>
            <p:nvSpPr>
              <p:cNvPr id="182" name="Freeform 623"/>
              <p:cNvSpPr>
                <a:spLocks/>
              </p:cNvSpPr>
              <p:nvPr/>
            </p:nvSpPr>
            <p:spPr bwMode="auto">
              <a:xfrm>
                <a:off x="670" y="1578"/>
                <a:ext cx="1200" cy="20"/>
              </a:xfrm>
              <a:custGeom>
                <a:avLst/>
                <a:gdLst>
                  <a:gd name="T0" fmla="*/ 9 w 1200"/>
                  <a:gd name="T1" fmla="*/ 9 h 20"/>
                  <a:gd name="T2" fmla="*/ 4 w 1200"/>
                  <a:gd name="T3" fmla="*/ 19 h 20"/>
                  <a:gd name="T4" fmla="*/ 1199 w 1200"/>
                  <a:gd name="T5" fmla="*/ 19 h 20"/>
                  <a:gd name="T6" fmla="*/ 1199 w 1200"/>
                  <a:gd name="T7" fmla="*/ 0 h 20"/>
                  <a:gd name="T8" fmla="*/ 4 w 1200"/>
                  <a:gd name="T9" fmla="*/ 0 h 20"/>
                  <a:gd name="T10" fmla="*/ 0 w 1200"/>
                  <a:gd name="T11" fmla="*/ 9 h 20"/>
                  <a:gd name="T12" fmla="*/ 4 w 1200"/>
                  <a:gd name="T13" fmla="*/ 0 h 20"/>
                  <a:gd name="T14" fmla="*/ 2 w 1200"/>
                  <a:gd name="T15" fmla="*/ 0 h 20"/>
                  <a:gd name="T16" fmla="*/ 1 w 1200"/>
                  <a:gd name="T17" fmla="*/ 2 h 20"/>
                  <a:gd name="T18" fmla="*/ 0 w 1200"/>
                  <a:gd name="T19" fmla="*/ 4 h 20"/>
                  <a:gd name="T20" fmla="*/ 0 w 1200"/>
                  <a:gd name="T21" fmla="*/ 9 h 20"/>
                  <a:gd name="T22" fmla="*/ 0 w 1200"/>
                  <a:gd name="T23" fmla="*/ 14 h 20"/>
                  <a:gd name="T24" fmla="*/ 1 w 1200"/>
                  <a:gd name="T25" fmla="*/ 16 h 20"/>
                  <a:gd name="T26" fmla="*/ 2 w 1200"/>
                  <a:gd name="T27" fmla="*/ 16 h 20"/>
                  <a:gd name="T28" fmla="*/ 4 w 1200"/>
                  <a:gd name="T29" fmla="*/ 19 h 20"/>
                  <a:gd name="T30" fmla="*/ 9 w 1200"/>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00"/>
                  <a:gd name="T49" fmla="*/ 0 h 20"/>
                  <a:gd name="T50" fmla="*/ 1200 w 1200"/>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00" h="20">
                    <a:moveTo>
                      <a:pt x="9" y="9"/>
                    </a:moveTo>
                    <a:lnTo>
                      <a:pt x="4" y="19"/>
                    </a:lnTo>
                    <a:lnTo>
                      <a:pt x="1199" y="19"/>
                    </a:lnTo>
                    <a:lnTo>
                      <a:pt x="1199" y="0"/>
                    </a:lnTo>
                    <a:lnTo>
                      <a:pt x="4" y="0"/>
                    </a:lnTo>
                    <a:lnTo>
                      <a:pt x="0" y="9"/>
                    </a:lnTo>
                    <a:lnTo>
                      <a:pt x="4" y="0"/>
                    </a:lnTo>
                    <a:lnTo>
                      <a:pt x="2" y="0"/>
                    </a:lnTo>
                    <a:lnTo>
                      <a:pt x="1" y="2"/>
                    </a:lnTo>
                    <a:lnTo>
                      <a:pt x="0" y="4"/>
                    </a:lnTo>
                    <a:lnTo>
                      <a:pt x="0" y="9"/>
                    </a:lnTo>
                    <a:lnTo>
                      <a:pt x="0" y="14"/>
                    </a:lnTo>
                    <a:lnTo>
                      <a:pt x="1" y="16"/>
                    </a:lnTo>
                    <a:lnTo>
                      <a:pt x="2" y="16"/>
                    </a:lnTo>
                    <a:lnTo>
                      <a:pt x="4" y="19"/>
                    </a:lnTo>
                    <a:lnTo>
                      <a:pt x="9" y="9"/>
                    </a:lnTo>
                  </a:path>
                </a:pathLst>
              </a:custGeom>
              <a:solidFill>
                <a:schemeClr val="bg2"/>
              </a:solidFill>
              <a:ln w="12700" cap="rnd">
                <a:solidFill>
                  <a:schemeClr val="tx1"/>
                </a:solidFill>
                <a:round/>
                <a:headEnd/>
                <a:tailEnd/>
              </a:ln>
            </p:spPr>
            <p:txBody>
              <a:bodyPr/>
              <a:lstStyle/>
              <a:p>
                <a:pPr algn="ctr"/>
                <a:endParaRPr lang="pt-BR" sz="2400"/>
              </a:p>
            </p:txBody>
          </p:sp>
          <p:sp>
            <p:nvSpPr>
              <p:cNvPr id="183" name="Freeform 624"/>
              <p:cNvSpPr>
                <a:spLocks/>
              </p:cNvSpPr>
              <p:nvPr/>
            </p:nvSpPr>
            <p:spPr bwMode="auto">
              <a:xfrm>
                <a:off x="670" y="1586"/>
                <a:ext cx="23" cy="98"/>
              </a:xfrm>
              <a:custGeom>
                <a:avLst/>
                <a:gdLst>
                  <a:gd name="T0" fmla="*/ 14 w 23"/>
                  <a:gd name="T1" fmla="*/ 83 h 98"/>
                  <a:gd name="T2" fmla="*/ 22 w 23"/>
                  <a:gd name="T3" fmla="*/ 89 h 98"/>
                  <a:gd name="T4" fmla="*/ 22 w 23"/>
                  <a:gd name="T5" fmla="*/ 0 h 98"/>
                  <a:gd name="T6" fmla="*/ 0 w 23"/>
                  <a:gd name="T7" fmla="*/ 0 h 98"/>
                  <a:gd name="T8" fmla="*/ 0 w 23"/>
                  <a:gd name="T9" fmla="*/ 89 h 98"/>
                  <a:gd name="T10" fmla="*/ 14 w 23"/>
                  <a:gd name="T11" fmla="*/ 97 h 98"/>
                  <a:gd name="T12" fmla="*/ 0 w 23"/>
                  <a:gd name="T13" fmla="*/ 89 h 98"/>
                  <a:gd name="T14" fmla="*/ 0 w 23"/>
                  <a:gd name="T15" fmla="*/ 93 h 98"/>
                  <a:gd name="T16" fmla="*/ 7 w 23"/>
                  <a:gd name="T17" fmla="*/ 95 h 98"/>
                  <a:gd name="T18" fmla="*/ 7 w 23"/>
                  <a:gd name="T19" fmla="*/ 97 h 98"/>
                  <a:gd name="T20" fmla="*/ 14 w 23"/>
                  <a:gd name="T21" fmla="*/ 97 h 98"/>
                  <a:gd name="T22" fmla="*/ 14 w 23"/>
                  <a:gd name="T23" fmla="*/ 97 h 98"/>
                  <a:gd name="T24" fmla="*/ 22 w 23"/>
                  <a:gd name="T25" fmla="*/ 95 h 98"/>
                  <a:gd name="T26" fmla="*/ 22 w 23"/>
                  <a:gd name="T27" fmla="*/ 93 h 98"/>
                  <a:gd name="T28" fmla="*/ 22 w 23"/>
                  <a:gd name="T29" fmla="*/ 89 h 98"/>
                  <a:gd name="T30" fmla="*/ 14 w 23"/>
                  <a:gd name="T31" fmla="*/ 83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98"/>
                  <a:gd name="T50" fmla="*/ 23 w 23"/>
                  <a:gd name="T51" fmla="*/ 98 h 9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98">
                    <a:moveTo>
                      <a:pt x="14" y="83"/>
                    </a:moveTo>
                    <a:lnTo>
                      <a:pt x="22" y="89"/>
                    </a:lnTo>
                    <a:lnTo>
                      <a:pt x="22" y="0"/>
                    </a:lnTo>
                    <a:lnTo>
                      <a:pt x="0" y="0"/>
                    </a:lnTo>
                    <a:lnTo>
                      <a:pt x="0" y="89"/>
                    </a:lnTo>
                    <a:lnTo>
                      <a:pt x="14" y="97"/>
                    </a:lnTo>
                    <a:lnTo>
                      <a:pt x="0" y="89"/>
                    </a:lnTo>
                    <a:lnTo>
                      <a:pt x="0" y="93"/>
                    </a:lnTo>
                    <a:lnTo>
                      <a:pt x="7" y="95"/>
                    </a:lnTo>
                    <a:lnTo>
                      <a:pt x="7" y="97"/>
                    </a:lnTo>
                    <a:lnTo>
                      <a:pt x="14" y="97"/>
                    </a:lnTo>
                    <a:lnTo>
                      <a:pt x="22" y="95"/>
                    </a:lnTo>
                    <a:lnTo>
                      <a:pt x="22" y="93"/>
                    </a:lnTo>
                    <a:lnTo>
                      <a:pt x="22" y="89"/>
                    </a:lnTo>
                    <a:lnTo>
                      <a:pt x="14" y="83"/>
                    </a:lnTo>
                  </a:path>
                </a:pathLst>
              </a:custGeom>
              <a:solidFill>
                <a:schemeClr val="bg2"/>
              </a:solidFill>
              <a:ln w="12700" cap="rnd">
                <a:solidFill>
                  <a:schemeClr val="tx1"/>
                </a:solidFill>
                <a:round/>
                <a:headEnd/>
                <a:tailEnd/>
              </a:ln>
            </p:spPr>
            <p:txBody>
              <a:bodyPr/>
              <a:lstStyle/>
              <a:p>
                <a:pPr algn="ctr"/>
                <a:endParaRPr lang="pt-BR" sz="2400"/>
              </a:p>
            </p:txBody>
          </p:sp>
          <p:sp>
            <p:nvSpPr>
              <p:cNvPr id="184" name="Freeform 625"/>
              <p:cNvSpPr>
                <a:spLocks/>
              </p:cNvSpPr>
              <p:nvPr/>
            </p:nvSpPr>
            <p:spPr bwMode="auto">
              <a:xfrm>
                <a:off x="980" y="975"/>
                <a:ext cx="68" cy="233"/>
              </a:xfrm>
              <a:custGeom>
                <a:avLst/>
                <a:gdLst>
                  <a:gd name="T0" fmla="*/ 0 w 68"/>
                  <a:gd name="T1" fmla="*/ 232 h 233"/>
                  <a:gd name="T2" fmla="*/ 67 w 68"/>
                  <a:gd name="T3" fmla="*/ 232 h 233"/>
                  <a:gd name="T4" fmla="*/ 67 w 68"/>
                  <a:gd name="T5" fmla="*/ 0 h 233"/>
                  <a:gd name="T6" fmla="*/ 0 w 68"/>
                  <a:gd name="T7" fmla="*/ 0 h 233"/>
                  <a:gd name="T8" fmla="*/ 0 w 68"/>
                  <a:gd name="T9" fmla="*/ 232 h 233"/>
                  <a:gd name="T10" fmla="*/ 0 60000 65536"/>
                  <a:gd name="T11" fmla="*/ 0 60000 65536"/>
                  <a:gd name="T12" fmla="*/ 0 60000 65536"/>
                  <a:gd name="T13" fmla="*/ 0 60000 65536"/>
                  <a:gd name="T14" fmla="*/ 0 60000 65536"/>
                  <a:gd name="T15" fmla="*/ 0 w 68"/>
                  <a:gd name="T16" fmla="*/ 0 h 233"/>
                  <a:gd name="T17" fmla="*/ 68 w 68"/>
                  <a:gd name="T18" fmla="*/ 233 h 233"/>
                </a:gdLst>
                <a:ahLst/>
                <a:cxnLst>
                  <a:cxn ang="T10">
                    <a:pos x="T0" y="T1"/>
                  </a:cxn>
                  <a:cxn ang="T11">
                    <a:pos x="T2" y="T3"/>
                  </a:cxn>
                  <a:cxn ang="T12">
                    <a:pos x="T4" y="T5"/>
                  </a:cxn>
                  <a:cxn ang="T13">
                    <a:pos x="T6" y="T7"/>
                  </a:cxn>
                  <a:cxn ang="T14">
                    <a:pos x="T8" y="T9"/>
                  </a:cxn>
                </a:cxnLst>
                <a:rect l="T15" t="T16" r="T17" b="T18"/>
                <a:pathLst>
                  <a:path w="68" h="233">
                    <a:moveTo>
                      <a:pt x="0" y="232"/>
                    </a:moveTo>
                    <a:lnTo>
                      <a:pt x="67" y="232"/>
                    </a:lnTo>
                    <a:lnTo>
                      <a:pt x="67" y="0"/>
                    </a:lnTo>
                    <a:lnTo>
                      <a:pt x="0" y="0"/>
                    </a:lnTo>
                    <a:lnTo>
                      <a:pt x="0" y="232"/>
                    </a:lnTo>
                  </a:path>
                </a:pathLst>
              </a:custGeom>
              <a:solidFill>
                <a:schemeClr val="bg2"/>
              </a:solidFill>
              <a:ln w="12700" cap="rnd">
                <a:solidFill>
                  <a:schemeClr val="tx1"/>
                </a:solidFill>
                <a:round/>
                <a:headEnd/>
                <a:tailEnd/>
              </a:ln>
            </p:spPr>
            <p:txBody>
              <a:bodyPr/>
              <a:lstStyle/>
              <a:p>
                <a:pPr algn="ctr"/>
                <a:endParaRPr lang="pt-BR" sz="2400"/>
              </a:p>
            </p:txBody>
          </p:sp>
          <p:sp>
            <p:nvSpPr>
              <p:cNvPr id="185" name="Freeform 626"/>
              <p:cNvSpPr>
                <a:spLocks/>
              </p:cNvSpPr>
              <p:nvPr/>
            </p:nvSpPr>
            <p:spPr bwMode="auto">
              <a:xfrm>
                <a:off x="980" y="975"/>
                <a:ext cx="73" cy="241"/>
              </a:xfrm>
              <a:custGeom>
                <a:avLst/>
                <a:gdLst>
                  <a:gd name="T0" fmla="*/ 0 w 73"/>
                  <a:gd name="T1" fmla="*/ 240 h 241"/>
                  <a:gd name="T2" fmla="*/ 72 w 73"/>
                  <a:gd name="T3" fmla="*/ 240 h 241"/>
                  <a:gd name="T4" fmla="*/ 72 w 73"/>
                  <a:gd name="T5" fmla="*/ 0 h 241"/>
                  <a:gd name="T6" fmla="*/ 0 w 73"/>
                  <a:gd name="T7" fmla="*/ 0 h 241"/>
                  <a:gd name="T8" fmla="*/ 0 w 73"/>
                  <a:gd name="T9" fmla="*/ 240 h 241"/>
                  <a:gd name="T10" fmla="*/ 0 60000 65536"/>
                  <a:gd name="T11" fmla="*/ 0 60000 65536"/>
                  <a:gd name="T12" fmla="*/ 0 60000 65536"/>
                  <a:gd name="T13" fmla="*/ 0 60000 65536"/>
                  <a:gd name="T14" fmla="*/ 0 60000 65536"/>
                  <a:gd name="T15" fmla="*/ 0 w 73"/>
                  <a:gd name="T16" fmla="*/ 0 h 241"/>
                  <a:gd name="T17" fmla="*/ 73 w 73"/>
                  <a:gd name="T18" fmla="*/ 241 h 241"/>
                </a:gdLst>
                <a:ahLst/>
                <a:cxnLst>
                  <a:cxn ang="T10">
                    <a:pos x="T0" y="T1"/>
                  </a:cxn>
                  <a:cxn ang="T11">
                    <a:pos x="T2" y="T3"/>
                  </a:cxn>
                  <a:cxn ang="T12">
                    <a:pos x="T4" y="T5"/>
                  </a:cxn>
                  <a:cxn ang="T13">
                    <a:pos x="T6" y="T7"/>
                  </a:cxn>
                  <a:cxn ang="T14">
                    <a:pos x="T8" y="T9"/>
                  </a:cxn>
                </a:cxnLst>
                <a:rect l="T15" t="T16" r="T17" b="T18"/>
                <a:pathLst>
                  <a:path w="73" h="241">
                    <a:moveTo>
                      <a:pt x="0" y="240"/>
                    </a:moveTo>
                    <a:lnTo>
                      <a:pt x="72" y="240"/>
                    </a:lnTo>
                    <a:lnTo>
                      <a:pt x="72" y="0"/>
                    </a:lnTo>
                    <a:lnTo>
                      <a:pt x="0" y="0"/>
                    </a:lnTo>
                    <a:lnTo>
                      <a:pt x="0" y="240"/>
                    </a:lnTo>
                  </a:path>
                </a:pathLst>
              </a:custGeom>
              <a:solidFill>
                <a:schemeClr val="bg2"/>
              </a:solidFill>
              <a:ln w="12700" cap="rnd">
                <a:solidFill>
                  <a:schemeClr val="tx1"/>
                </a:solidFill>
                <a:round/>
                <a:headEnd/>
                <a:tailEnd/>
              </a:ln>
            </p:spPr>
            <p:txBody>
              <a:bodyPr/>
              <a:lstStyle/>
              <a:p>
                <a:pPr algn="ctr"/>
                <a:endParaRPr lang="pt-BR" sz="2400"/>
              </a:p>
            </p:txBody>
          </p:sp>
          <p:sp>
            <p:nvSpPr>
              <p:cNvPr id="186" name="Freeform 627"/>
              <p:cNvSpPr>
                <a:spLocks/>
              </p:cNvSpPr>
              <p:nvPr/>
            </p:nvSpPr>
            <p:spPr bwMode="auto">
              <a:xfrm>
                <a:off x="964" y="1009"/>
                <a:ext cx="22" cy="164"/>
              </a:xfrm>
              <a:custGeom>
                <a:avLst/>
                <a:gdLst>
                  <a:gd name="T0" fmla="*/ 0 w 22"/>
                  <a:gd name="T1" fmla="*/ 163 h 164"/>
                  <a:gd name="T2" fmla="*/ 21 w 22"/>
                  <a:gd name="T3" fmla="*/ 163 h 164"/>
                  <a:gd name="T4" fmla="*/ 21 w 22"/>
                  <a:gd name="T5" fmla="*/ 0 h 164"/>
                  <a:gd name="T6" fmla="*/ 0 w 22"/>
                  <a:gd name="T7" fmla="*/ 0 h 164"/>
                  <a:gd name="T8" fmla="*/ 0 w 22"/>
                  <a:gd name="T9" fmla="*/ 163 h 164"/>
                  <a:gd name="T10" fmla="*/ 0 60000 65536"/>
                  <a:gd name="T11" fmla="*/ 0 60000 65536"/>
                  <a:gd name="T12" fmla="*/ 0 60000 65536"/>
                  <a:gd name="T13" fmla="*/ 0 60000 65536"/>
                  <a:gd name="T14" fmla="*/ 0 60000 65536"/>
                  <a:gd name="T15" fmla="*/ 0 w 22"/>
                  <a:gd name="T16" fmla="*/ 0 h 164"/>
                  <a:gd name="T17" fmla="*/ 22 w 22"/>
                  <a:gd name="T18" fmla="*/ 164 h 164"/>
                </a:gdLst>
                <a:ahLst/>
                <a:cxnLst>
                  <a:cxn ang="T10">
                    <a:pos x="T0" y="T1"/>
                  </a:cxn>
                  <a:cxn ang="T11">
                    <a:pos x="T2" y="T3"/>
                  </a:cxn>
                  <a:cxn ang="T12">
                    <a:pos x="T4" y="T5"/>
                  </a:cxn>
                  <a:cxn ang="T13">
                    <a:pos x="T6" y="T7"/>
                  </a:cxn>
                  <a:cxn ang="T14">
                    <a:pos x="T8" y="T9"/>
                  </a:cxn>
                </a:cxnLst>
                <a:rect l="T15" t="T16" r="T17" b="T18"/>
                <a:pathLst>
                  <a:path w="22" h="164">
                    <a:moveTo>
                      <a:pt x="0" y="163"/>
                    </a:moveTo>
                    <a:lnTo>
                      <a:pt x="21" y="163"/>
                    </a:lnTo>
                    <a:lnTo>
                      <a:pt x="21" y="0"/>
                    </a:lnTo>
                    <a:lnTo>
                      <a:pt x="0" y="0"/>
                    </a:lnTo>
                    <a:lnTo>
                      <a:pt x="0" y="163"/>
                    </a:lnTo>
                  </a:path>
                </a:pathLst>
              </a:custGeom>
              <a:solidFill>
                <a:schemeClr val="bg2"/>
              </a:solidFill>
              <a:ln w="12700" cap="rnd">
                <a:solidFill>
                  <a:schemeClr val="tx1"/>
                </a:solidFill>
                <a:round/>
                <a:headEnd/>
                <a:tailEnd/>
              </a:ln>
            </p:spPr>
            <p:txBody>
              <a:bodyPr/>
              <a:lstStyle/>
              <a:p>
                <a:pPr algn="ctr"/>
                <a:endParaRPr lang="pt-BR" sz="2400"/>
              </a:p>
            </p:txBody>
          </p:sp>
          <p:sp>
            <p:nvSpPr>
              <p:cNvPr id="187" name="Freeform 628"/>
              <p:cNvSpPr>
                <a:spLocks/>
              </p:cNvSpPr>
              <p:nvPr/>
            </p:nvSpPr>
            <p:spPr bwMode="auto">
              <a:xfrm>
                <a:off x="964" y="1009"/>
                <a:ext cx="22" cy="171"/>
              </a:xfrm>
              <a:custGeom>
                <a:avLst/>
                <a:gdLst>
                  <a:gd name="T0" fmla="*/ 0 w 22"/>
                  <a:gd name="T1" fmla="*/ 170 h 171"/>
                  <a:gd name="T2" fmla="*/ 21 w 22"/>
                  <a:gd name="T3" fmla="*/ 170 h 171"/>
                  <a:gd name="T4" fmla="*/ 21 w 22"/>
                  <a:gd name="T5" fmla="*/ 0 h 171"/>
                  <a:gd name="T6" fmla="*/ 0 w 22"/>
                  <a:gd name="T7" fmla="*/ 0 h 171"/>
                  <a:gd name="T8" fmla="*/ 0 w 22"/>
                  <a:gd name="T9" fmla="*/ 170 h 171"/>
                  <a:gd name="T10" fmla="*/ 0 60000 65536"/>
                  <a:gd name="T11" fmla="*/ 0 60000 65536"/>
                  <a:gd name="T12" fmla="*/ 0 60000 65536"/>
                  <a:gd name="T13" fmla="*/ 0 60000 65536"/>
                  <a:gd name="T14" fmla="*/ 0 60000 65536"/>
                  <a:gd name="T15" fmla="*/ 0 w 22"/>
                  <a:gd name="T16" fmla="*/ 0 h 171"/>
                  <a:gd name="T17" fmla="*/ 22 w 22"/>
                  <a:gd name="T18" fmla="*/ 171 h 171"/>
                </a:gdLst>
                <a:ahLst/>
                <a:cxnLst>
                  <a:cxn ang="T10">
                    <a:pos x="T0" y="T1"/>
                  </a:cxn>
                  <a:cxn ang="T11">
                    <a:pos x="T2" y="T3"/>
                  </a:cxn>
                  <a:cxn ang="T12">
                    <a:pos x="T4" y="T5"/>
                  </a:cxn>
                  <a:cxn ang="T13">
                    <a:pos x="T6" y="T7"/>
                  </a:cxn>
                  <a:cxn ang="T14">
                    <a:pos x="T8" y="T9"/>
                  </a:cxn>
                </a:cxnLst>
                <a:rect l="T15" t="T16" r="T17" b="T18"/>
                <a:pathLst>
                  <a:path w="22" h="171">
                    <a:moveTo>
                      <a:pt x="0" y="170"/>
                    </a:moveTo>
                    <a:lnTo>
                      <a:pt x="21" y="170"/>
                    </a:lnTo>
                    <a:lnTo>
                      <a:pt x="21" y="0"/>
                    </a:lnTo>
                    <a:lnTo>
                      <a:pt x="0" y="0"/>
                    </a:lnTo>
                    <a:lnTo>
                      <a:pt x="0" y="170"/>
                    </a:lnTo>
                  </a:path>
                </a:pathLst>
              </a:custGeom>
              <a:solidFill>
                <a:schemeClr val="bg2"/>
              </a:solidFill>
              <a:ln w="12700" cap="rnd">
                <a:solidFill>
                  <a:schemeClr val="tx1"/>
                </a:solidFill>
                <a:round/>
                <a:headEnd/>
                <a:tailEnd/>
              </a:ln>
            </p:spPr>
            <p:txBody>
              <a:bodyPr/>
              <a:lstStyle/>
              <a:p>
                <a:pPr algn="ctr"/>
                <a:endParaRPr lang="pt-BR" sz="2400"/>
              </a:p>
            </p:txBody>
          </p:sp>
          <p:sp>
            <p:nvSpPr>
              <p:cNvPr id="188" name="Freeform 629"/>
              <p:cNvSpPr>
                <a:spLocks/>
              </p:cNvSpPr>
              <p:nvPr/>
            </p:nvSpPr>
            <p:spPr bwMode="auto">
              <a:xfrm>
                <a:off x="1052" y="998"/>
                <a:ext cx="22" cy="30"/>
              </a:xfrm>
              <a:custGeom>
                <a:avLst/>
                <a:gdLst>
                  <a:gd name="T0" fmla="*/ 0 w 22"/>
                  <a:gd name="T1" fmla="*/ 29 h 30"/>
                  <a:gd name="T2" fmla="*/ 21 w 22"/>
                  <a:gd name="T3" fmla="*/ 29 h 30"/>
                  <a:gd name="T4" fmla="*/ 21 w 22"/>
                  <a:gd name="T5" fmla="*/ 0 h 30"/>
                  <a:gd name="T6" fmla="*/ 0 w 22"/>
                  <a:gd name="T7" fmla="*/ 0 h 30"/>
                  <a:gd name="T8" fmla="*/ 0 w 22"/>
                  <a:gd name="T9" fmla="*/ 29 h 30"/>
                  <a:gd name="T10" fmla="*/ 0 60000 65536"/>
                  <a:gd name="T11" fmla="*/ 0 60000 65536"/>
                  <a:gd name="T12" fmla="*/ 0 60000 65536"/>
                  <a:gd name="T13" fmla="*/ 0 60000 65536"/>
                  <a:gd name="T14" fmla="*/ 0 60000 65536"/>
                  <a:gd name="T15" fmla="*/ 0 w 22"/>
                  <a:gd name="T16" fmla="*/ 0 h 30"/>
                  <a:gd name="T17" fmla="*/ 22 w 22"/>
                  <a:gd name="T18" fmla="*/ 30 h 30"/>
                </a:gdLst>
                <a:ahLst/>
                <a:cxnLst>
                  <a:cxn ang="T10">
                    <a:pos x="T0" y="T1"/>
                  </a:cxn>
                  <a:cxn ang="T11">
                    <a:pos x="T2" y="T3"/>
                  </a:cxn>
                  <a:cxn ang="T12">
                    <a:pos x="T4" y="T5"/>
                  </a:cxn>
                  <a:cxn ang="T13">
                    <a:pos x="T6" y="T7"/>
                  </a:cxn>
                  <a:cxn ang="T14">
                    <a:pos x="T8" y="T9"/>
                  </a:cxn>
                </a:cxnLst>
                <a:rect l="T15" t="T16" r="T17" b="T18"/>
                <a:pathLst>
                  <a:path w="22" h="30">
                    <a:moveTo>
                      <a:pt x="0" y="29"/>
                    </a:moveTo>
                    <a:lnTo>
                      <a:pt x="21" y="29"/>
                    </a:lnTo>
                    <a:lnTo>
                      <a:pt x="21" y="0"/>
                    </a:lnTo>
                    <a:lnTo>
                      <a:pt x="0" y="0"/>
                    </a:lnTo>
                    <a:lnTo>
                      <a:pt x="0" y="29"/>
                    </a:lnTo>
                  </a:path>
                </a:pathLst>
              </a:custGeom>
              <a:solidFill>
                <a:schemeClr val="bg2"/>
              </a:solidFill>
              <a:ln w="12700" cap="rnd">
                <a:solidFill>
                  <a:schemeClr val="tx1"/>
                </a:solidFill>
                <a:round/>
                <a:headEnd/>
                <a:tailEnd/>
              </a:ln>
            </p:spPr>
            <p:txBody>
              <a:bodyPr/>
              <a:lstStyle/>
              <a:p>
                <a:pPr algn="ctr"/>
                <a:endParaRPr lang="pt-BR" sz="2400"/>
              </a:p>
            </p:txBody>
          </p:sp>
          <p:sp>
            <p:nvSpPr>
              <p:cNvPr id="189" name="Freeform 630"/>
              <p:cNvSpPr>
                <a:spLocks/>
              </p:cNvSpPr>
              <p:nvPr/>
            </p:nvSpPr>
            <p:spPr bwMode="auto">
              <a:xfrm>
                <a:off x="1052" y="998"/>
                <a:ext cx="25" cy="36"/>
              </a:xfrm>
              <a:custGeom>
                <a:avLst/>
                <a:gdLst>
                  <a:gd name="T0" fmla="*/ 0 w 25"/>
                  <a:gd name="T1" fmla="*/ 35 h 36"/>
                  <a:gd name="T2" fmla="*/ 24 w 25"/>
                  <a:gd name="T3" fmla="*/ 35 h 36"/>
                  <a:gd name="T4" fmla="*/ 24 w 25"/>
                  <a:gd name="T5" fmla="*/ 0 h 36"/>
                  <a:gd name="T6" fmla="*/ 0 w 25"/>
                  <a:gd name="T7" fmla="*/ 0 h 36"/>
                  <a:gd name="T8" fmla="*/ 0 w 25"/>
                  <a:gd name="T9" fmla="*/ 35 h 36"/>
                  <a:gd name="T10" fmla="*/ 0 60000 65536"/>
                  <a:gd name="T11" fmla="*/ 0 60000 65536"/>
                  <a:gd name="T12" fmla="*/ 0 60000 65536"/>
                  <a:gd name="T13" fmla="*/ 0 60000 65536"/>
                  <a:gd name="T14" fmla="*/ 0 60000 65536"/>
                  <a:gd name="T15" fmla="*/ 0 w 25"/>
                  <a:gd name="T16" fmla="*/ 0 h 36"/>
                  <a:gd name="T17" fmla="*/ 25 w 25"/>
                  <a:gd name="T18" fmla="*/ 36 h 36"/>
                </a:gdLst>
                <a:ahLst/>
                <a:cxnLst>
                  <a:cxn ang="T10">
                    <a:pos x="T0" y="T1"/>
                  </a:cxn>
                  <a:cxn ang="T11">
                    <a:pos x="T2" y="T3"/>
                  </a:cxn>
                  <a:cxn ang="T12">
                    <a:pos x="T4" y="T5"/>
                  </a:cxn>
                  <a:cxn ang="T13">
                    <a:pos x="T6" y="T7"/>
                  </a:cxn>
                  <a:cxn ang="T14">
                    <a:pos x="T8" y="T9"/>
                  </a:cxn>
                </a:cxnLst>
                <a:rect l="T15" t="T16" r="T17" b="T18"/>
                <a:pathLst>
                  <a:path w="25" h="36">
                    <a:moveTo>
                      <a:pt x="0" y="35"/>
                    </a:moveTo>
                    <a:lnTo>
                      <a:pt x="24" y="35"/>
                    </a:lnTo>
                    <a:lnTo>
                      <a:pt x="24" y="0"/>
                    </a:lnTo>
                    <a:lnTo>
                      <a:pt x="0" y="0"/>
                    </a:lnTo>
                    <a:lnTo>
                      <a:pt x="0" y="35"/>
                    </a:lnTo>
                  </a:path>
                </a:pathLst>
              </a:custGeom>
              <a:solidFill>
                <a:schemeClr val="bg2"/>
              </a:solidFill>
              <a:ln w="12700" cap="rnd">
                <a:solidFill>
                  <a:schemeClr val="tx1"/>
                </a:solidFill>
                <a:round/>
                <a:headEnd/>
                <a:tailEnd/>
              </a:ln>
            </p:spPr>
            <p:txBody>
              <a:bodyPr/>
              <a:lstStyle/>
              <a:p>
                <a:pPr algn="ctr"/>
                <a:endParaRPr lang="pt-BR" sz="2400"/>
              </a:p>
            </p:txBody>
          </p:sp>
          <p:sp>
            <p:nvSpPr>
              <p:cNvPr id="190" name="Freeform 631"/>
              <p:cNvSpPr>
                <a:spLocks/>
              </p:cNvSpPr>
              <p:nvPr/>
            </p:nvSpPr>
            <p:spPr bwMode="auto">
              <a:xfrm>
                <a:off x="1052" y="1145"/>
                <a:ext cx="22" cy="39"/>
              </a:xfrm>
              <a:custGeom>
                <a:avLst/>
                <a:gdLst>
                  <a:gd name="T0" fmla="*/ 0 w 22"/>
                  <a:gd name="T1" fmla="*/ 38 h 39"/>
                  <a:gd name="T2" fmla="*/ 21 w 22"/>
                  <a:gd name="T3" fmla="*/ 38 h 39"/>
                  <a:gd name="T4" fmla="*/ 21 w 22"/>
                  <a:gd name="T5" fmla="*/ 0 h 39"/>
                  <a:gd name="T6" fmla="*/ 0 w 22"/>
                  <a:gd name="T7" fmla="*/ 0 h 39"/>
                  <a:gd name="T8" fmla="*/ 0 w 22"/>
                  <a:gd name="T9" fmla="*/ 38 h 39"/>
                  <a:gd name="T10" fmla="*/ 0 60000 65536"/>
                  <a:gd name="T11" fmla="*/ 0 60000 65536"/>
                  <a:gd name="T12" fmla="*/ 0 60000 65536"/>
                  <a:gd name="T13" fmla="*/ 0 60000 65536"/>
                  <a:gd name="T14" fmla="*/ 0 60000 65536"/>
                  <a:gd name="T15" fmla="*/ 0 w 22"/>
                  <a:gd name="T16" fmla="*/ 0 h 39"/>
                  <a:gd name="T17" fmla="*/ 22 w 22"/>
                  <a:gd name="T18" fmla="*/ 39 h 39"/>
                </a:gdLst>
                <a:ahLst/>
                <a:cxnLst>
                  <a:cxn ang="T10">
                    <a:pos x="T0" y="T1"/>
                  </a:cxn>
                  <a:cxn ang="T11">
                    <a:pos x="T2" y="T3"/>
                  </a:cxn>
                  <a:cxn ang="T12">
                    <a:pos x="T4" y="T5"/>
                  </a:cxn>
                  <a:cxn ang="T13">
                    <a:pos x="T6" y="T7"/>
                  </a:cxn>
                  <a:cxn ang="T14">
                    <a:pos x="T8" y="T9"/>
                  </a:cxn>
                </a:cxnLst>
                <a:rect l="T15" t="T16" r="T17" b="T18"/>
                <a:pathLst>
                  <a:path w="22" h="39">
                    <a:moveTo>
                      <a:pt x="0" y="38"/>
                    </a:moveTo>
                    <a:lnTo>
                      <a:pt x="21" y="38"/>
                    </a:lnTo>
                    <a:lnTo>
                      <a:pt x="21" y="0"/>
                    </a:lnTo>
                    <a:lnTo>
                      <a:pt x="0" y="0"/>
                    </a:lnTo>
                    <a:lnTo>
                      <a:pt x="0" y="38"/>
                    </a:lnTo>
                  </a:path>
                </a:pathLst>
              </a:custGeom>
              <a:solidFill>
                <a:schemeClr val="bg2"/>
              </a:solidFill>
              <a:ln w="12700" cap="rnd">
                <a:solidFill>
                  <a:schemeClr val="tx1"/>
                </a:solidFill>
                <a:round/>
                <a:headEnd/>
                <a:tailEnd/>
              </a:ln>
            </p:spPr>
            <p:txBody>
              <a:bodyPr/>
              <a:lstStyle/>
              <a:p>
                <a:pPr algn="ctr"/>
                <a:endParaRPr lang="pt-BR" sz="2400"/>
              </a:p>
            </p:txBody>
          </p:sp>
          <p:sp>
            <p:nvSpPr>
              <p:cNvPr id="191" name="Freeform 632"/>
              <p:cNvSpPr>
                <a:spLocks/>
              </p:cNvSpPr>
              <p:nvPr/>
            </p:nvSpPr>
            <p:spPr bwMode="auto">
              <a:xfrm>
                <a:off x="1052" y="1145"/>
                <a:ext cx="25" cy="45"/>
              </a:xfrm>
              <a:custGeom>
                <a:avLst/>
                <a:gdLst>
                  <a:gd name="T0" fmla="*/ 0 w 25"/>
                  <a:gd name="T1" fmla="*/ 44 h 45"/>
                  <a:gd name="T2" fmla="*/ 24 w 25"/>
                  <a:gd name="T3" fmla="*/ 44 h 45"/>
                  <a:gd name="T4" fmla="*/ 24 w 25"/>
                  <a:gd name="T5" fmla="*/ 0 h 45"/>
                  <a:gd name="T6" fmla="*/ 0 w 25"/>
                  <a:gd name="T7" fmla="*/ 0 h 45"/>
                  <a:gd name="T8" fmla="*/ 0 w 25"/>
                  <a:gd name="T9" fmla="*/ 44 h 45"/>
                  <a:gd name="T10" fmla="*/ 0 60000 65536"/>
                  <a:gd name="T11" fmla="*/ 0 60000 65536"/>
                  <a:gd name="T12" fmla="*/ 0 60000 65536"/>
                  <a:gd name="T13" fmla="*/ 0 60000 65536"/>
                  <a:gd name="T14" fmla="*/ 0 60000 65536"/>
                  <a:gd name="T15" fmla="*/ 0 w 25"/>
                  <a:gd name="T16" fmla="*/ 0 h 45"/>
                  <a:gd name="T17" fmla="*/ 25 w 25"/>
                  <a:gd name="T18" fmla="*/ 45 h 45"/>
                </a:gdLst>
                <a:ahLst/>
                <a:cxnLst>
                  <a:cxn ang="T10">
                    <a:pos x="T0" y="T1"/>
                  </a:cxn>
                  <a:cxn ang="T11">
                    <a:pos x="T2" y="T3"/>
                  </a:cxn>
                  <a:cxn ang="T12">
                    <a:pos x="T4" y="T5"/>
                  </a:cxn>
                  <a:cxn ang="T13">
                    <a:pos x="T6" y="T7"/>
                  </a:cxn>
                  <a:cxn ang="T14">
                    <a:pos x="T8" y="T9"/>
                  </a:cxn>
                </a:cxnLst>
                <a:rect l="T15" t="T16" r="T17" b="T18"/>
                <a:pathLst>
                  <a:path w="25" h="45">
                    <a:moveTo>
                      <a:pt x="0" y="44"/>
                    </a:moveTo>
                    <a:lnTo>
                      <a:pt x="24" y="44"/>
                    </a:lnTo>
                    <a:lnTo>
                      <a:pt x="24" y="0"/>
                    </a:lnTo>
                    <a:lnTo>
                      <a:pt x="0" y="0"/>
                    </a:lnTo>
                    <a:lnTo>
                      <a:pt x="0" y="44"/>
                    </a:lnTo>
                  </a:path>
                </a:pathLst>
              </a:custGeom>
              <a:solidFill>
                <a:schemeClr val="bg2"/>
              </a:solidFill>
              <a:ln w="12700" cap="rnd">
                <a:solidFill>
                  <a:schemeClr val="tx1"/>
                </a:solidFill>
                <a:round/>
                <a:headEnd/>
                <a:tailEnd/>
              </a:ln>
            </p:spPr>
            <p:txBody>
              <a:bodyPr/>
              <a:lstStyle/>
              <a:p>
                <a:pPr algn="ctr"/>
                <a:endParaRPr lang="pt-BR" sz="2400"/>
              </a:p>
            </p:txBody>
          </p:sp>
          <p:sp>
            <p:nvSpPr>
              <p:cNvPr id="192" name="Freeform 633"/>
              <p:cNvSpPr>
                <a:spLocks/>
              </p:cNvSpPr>
              <p:nvPr/>
            </p:nvSpPr>
            <p:spPr bwMode="auto">
              <a:xfrm>
                <a:off x="1052" y="1081"/>
                <a:ext cx="22" cy="21"/>
              </a:xfrm>
              <a:custGeom>
                <a:avLst/>
                <a:gdLst>
                  <a:gd name="T0" fmla="*/ 0 w 22"/>
                  <a:gd name="T1" fmla="*/ 20 h 21"/>
                  <a:gd name="T2" fmla="*/ 21 w 22"/>
                  <a:gd name="T3" fmla="*/ 20 h 21"/>
                  <a:gd name="T4" fmla="*/ 21 w 22"/>
                  <a:gd name="T5" fmla="*/ 0 h 21"/>
                  <a:gd name="T6" fmla="*/ 0 w 22"/>
                  <a:gd name="T7" fmla="*/ 0 h 21"/>
                  <a:gd name="T8" fmla="*/ 0 w 22"/>
                  <a:gd name="T9" fmla="*/ 20 h 21"/>
                  <a:gd name="T10" fmla="*/ 0 60000 65536"/>
                  <a:gd name="T11" fmla="*/ 0 60000 65536"/>
                  <a:gd name="T12" fmla="*/ 0 60000 65536"/>
                  <a:gd name="T13" fmla="*/ 0 60000 65536"/>
                  <a:gd name="T14" fmla="*/ 0 60000 65536"/>
                  <a:gd name="T15" fmla="*/ 0 w 22"/>
                  <a:gd name="T16" fmla="*/ 0 h 21"/>
                  <a:gd name="T17" fmla="*/ 22 w 22"/>
                  <a:gd name="T18" fmla="*/ 21 h 21"/>
                </a:gdLst>
                <a:ahLst/>
                <a:cxnLst>
                  <a:cxn ang="T10">
                    <a:pos x="T0" y="T1"/>
                  </a:cxn>
                  <a:cxn ang="T11">
                    <a:pos x="T2" y="T3"/>
                  </a:cxn>
                  <a:cxn ang="T12">
                    <a:pos x="T4" y="T5"/>
                  </a:cxn>
                  <a:cxn ang="T13">
                    <a:pos x="T6" y="T7"/>
                  </a:cxn>
                  <a:cxn ang="T14">
                    <a:pos x="T8" y="T9"/>
                  </a:cxn>
                </a:cxnLst>
                <a:rect l="T15" t="T16" r="T17" b="T18"/>
                <a:pathLst>
                  <a:path w="22" h="21">
                    <a:moveTo>
                      <a:pt x="0" y="20"/>
                    </a:moveTo>
                    <a:lnTo>
                      <a:pt x="21" y="20"/>
                    </a:lnTo>
                    <a:lnTo>
                      <a:pt x="21" y="0"/>
                    </a:lnTo>
                    <a:lnTo>
                      <a:pt x="0" y="0"/>
                    </a:lnTo>
                    <a:lnTo>
                      <a:pt x="0" y="20"/>
                    </a:lnTo>
                  </a:path>
                </a:pathLst>
              </a:custGeom>
              <a:solidFill>
                <a:schemeClr val="bg2"/>
              </a:solidFill>
              <a:ln w="12700" cap="rnd">
                <a:solidFill>
                  <a:schemeClr val="tx1"/>
                </a:solidFill>
                <a:round/>
                <a:headEnd/>
                <a:tailEnd/>
              </a:ln>
            </p:spPr>
            <p:txBody>
              <a:bodyPr/>
              <a:lstStyle/>
              <a:p>
                <a:pPr algn="ctr"/>
                <a:endParaRPr lang="pt-BR" sz="2400"/>
              </a:p>
            </p:txBody>
          </p:sp>
          <p:sp>
            <p:nvSpPr>
              <p:cNvPr id="193" name="Freeform 634"/>
              <p:cNvSpPr>
                <a:spLocks/>
              </p:cNvSpPr>
              <p:nvPr/>
            </p:nvSpPr>
            <p:spPr bwMode="auto">
              <a:xfrm>
                <a:off x="1052" y="1081"/>
                <a:ext cx="25" cy="26"/>
              </a:xfrm>
              <a:custGeom>
                <a:avLst/>
                <a:gdLst>
                  <a:gd name="T0" fmla="*/ 0 w 25"/>
                  <a:gd name="T1" fmla="*/ 25 h 26"/>
                  <a:gd name="T2" fmla="*/ 24 w 25"/>
                  <a:gd name="T3" fmla="*/ 25 h 26"/>
                  <a:gd name="T4" fmla="*/ 24 w 25"/>
                  <a:gd name="T5" fmla="*/ 0 h 26"/>
                  <a:gd name="T6" fmla="*/ 0 w 25"/>
                  <a:gd name="T7" fmla="*/ 0 h 26"/>
                  <a:gd name="T8" fmla="*/ 0 w 25"/>
                  <a:gd name="T9" fmla="*/ 25 h 26"/>
                  <a:gd name="T10" fmla="*/ 0 60000 65536"/>
                  <a:gd name="T11" fmla="*/ 0 60000 65536"/>
                  <a:gd name="T12" fmla="*/ 0 60000 65536"/>
                  <a:gd name="T13" fmla="*/ 0 60000 65536"/>
                  <a:gd name="T14" fmla="*/ 0 60000 65536"/>
                  <a:gd name="T15" fmla="*/ 0 w 25"/>
                  <a:gd name="T16" fmla="*/ 0 h 26"/>
                  <a:gd name="T17" fmla="*/ 25 w 25"/>
                  <a:gd name="T18" fmla="*/ 26 h 26"/>
                </a:gdLst>
                <a:ahLst/>
                <a:cxnLst>
                  <a:cxn ang="T10">
                    <a:pos x="T0" y="T1"/>
                  </a:cxn>
                  <a:cxn ang="T11">
                    <a:pos x="T2" y="T3"/>
                  </a:cxn>
                  <a:cxn ang="T12">
                    <a:pos x="T4" y="T5"/>
                  </a:cxn>
                  <a:cxn ang="T13">
                    <a:pos x="T6" y="T7"/>
                  </a:cxn>
                  <a:cxn ang="T14">
                    <a:pos x="T8" y="T9"/>
                  </a:cxn>
                </a:cxnLst>
                <a:rect l="T15" t="T16" r="T17" b="T18"/>
                <a:pathLst>
                  <a:path w="25" h="26">
                    <a:moveTo>
                      <a:pt x="0" y="25"/>
                    </a:moveTo>
                    <a:lnTo>
                      <a:pt x="24" y="25"/>
                    </a:lnTo>
                    <a:lnTo>
                      <a:pt x="24" y="0"/>
                    </a:lnTo>
                    <a:lnTo>
                      <a:pt x="0" y="0"/>
                    </a:lnTo>
                    <a:lnTo>
                      <a:pt x="0" y="25"/>
                    </a:lnTo>
                  </a:path>
                </a:pathLst>
              </a:custGeom>
              <a:solidFill>
                <a:schemeClr val="bg2"/>
              </a:solidFill>
              <a:ln w="12700" cap="rnd">
                <a:solidFill>
                  <a:schemeClr val="tx1"/>
                </a:solidFill>
                <a:round/>
                <a:headEnd/>
                <a:tailEnd/>
              </a:ln>
            </p:spPr>
            <p:txBody>
              <a:bodyPr/>
              <a:lstStyle/>
              <a:p>
                <a:pPr algn="ctr"/>
                <a:endParaRPr lang="pt-BR" sz="2400"/>
              </a:p>
            </p:txBody>
          </p:sp>
          <p:sp>
            <p:nvSpPr>
              <p:cNvPr id="194" name="Freeform 635"/>
              <p:cNvSpPr>
                <a:spLocks/>
              </p:cNvSpPr>
              <p:nvPr/>
            </p:nvSpPr>
            <p:spPr bwMode="auto">
              <a:xfrm>
                <a:off x="964" y="1310"/>
                <a:ext cx="606" cy="269"/>
              </a:xfrm>
              <a:custGeom>
                <a:avLst/>
                <a:gdLst>
                  <a:gd name="T0" fmla="*/ 0 w 606"/>
                  <a:gd name="T1" fmla="*/ 268 h 269"/>
                  <a:gd name="T2" fmla="*/ 605 w 606"/>
                  <a:gd name="T3" fmla="*/ 268 h 269"/>
                  <a:gd name="T4" fmla="*/ 605 w 606"/>
                  <a:gd name="T5" fmla="*/ 0 h 269"/>
                  <a:gd name="T6" fmla="*/ 0 w 606"/>
                  <a:gd name="T7" fmla="*/ 0 h 269"/>
                  <a:gd name="T8" fmla="*/ 0 w 606"/>
                  <a:gd name="T9" fmla="*/ 268 h 269"/>
                  <a:gd name="T10" fmla="*/ 0 60000 65536"/>
                  <a:gd name="T11" fmla="*/ 0 60000 65536"/>
                  <a:gd name="T12" fmla="*/ 0 60000 65536"/>
                  <a:gd name="T13" fmla="*/ 0 60000 65536"/>
                  <a:gd name="T14" fmla="*/ 0 60000 65536"/>
                  <a:gd name="T15" fmla="*/ 0 w 606"/>
                  <a:gd name="T16" fmla="*/ 0 h 269"/>
                  <a:gd name="T17" fmla="*/ 606 w 606"/>
                  <a:gd name="T18" fmla="*/ 269 h 269"/>
                </a:gdLst>
                <a:ahLst/>
                <a:cxnLst>
                  <a:cxn ang="T10">
                    <a:pos x="T0" y="T1"/>
                  </a:cxn>
                  <a:cxn ang="T11">
                    <a:pos x="T2" y="T3"/>
                  </a:cxn>
                  <a:cxn ang="T12">
                    <a:pos x="T4" y="T5"/>
                  </a:cxn>
                  <a:cxn ang="T13">
                    <a:pos x="T6" y="T7"/>
                  </a:cxn>
                  <a:cxn ang="T14">
                    <a:pos x="T8" y="T9"/>
                  </a:cxn>
                </a:cxnLst>
                <a:rect l="T15" t="T16" r="T17" b="T18"/>
                <a:pathLst>
                  <a:path w="606" h="269">
                    <a:moveTo>
                      <a:pt x="0" y="268"/>
                    </a:moveTo>
                    <a:lnTo>
                      <a:pt x="605" y="268"/>
                    </a:lnTo>
                    <a:lnTo>
                      <a:pt x="605" y="0"/>
                    </a:lnTo>
                    <a:lnTo>
                      <a:pt x="0" y="0"/>
                    </a:lnTo>
                    <a:lnTo>
                      <a:pt x="0" y="268"/>
                    </a:lnTo>
                  </a:path>
                </a:pathLst>
              </a:custGeom>
              <a:solidFill>
                <a:schemeClr val="bg2"/>
              </a:solidFill>
              <a:ln w="12700" cap="rnd">
                <a:solidFill>
                  <a:schemeClr val="tx1"/>
                </a:solidFill>
                <a:round/>
                <a:headEnd/>
                <a:tailEnd/>
              </a:ln>
            </p:spPr>
            <p:txBody>
              <a:bodyPr/>
              <a:lstStyle/>
              <a:p>
                <a:pPr algn="ctr"/>
                <a:endParaRPr lang="pt-BR" sz="2400"/>
              </a:p>
            </p:txBody>
          </p:sp>
          <p:sp>
            <p:nvSpPr>
              <p:cNvPr id="195" name="Freeform 636"/>
              <p:cNvSpPr>
                <a:spLocks/>
              </p:cNvSpPr>
              <p:nvPr/>
            </p:nvSpPr>
            <p:spPr bwMode="auto">
              <a:xfrm>
                <a:off x="964" y="1578"/>
                <a:ext cx="612" cy="20"/>
              </a:xfrm>
              <a:custGeom>
                <a:avLst/>
                <a:gdLst>
                  <a:gd name="T0" fmla="*/ 601 w 612"/>
                  <a:gd name="T1" fmla="*/ 10 h 20"/>
                  <a:gd name="T2" fmla="*/ 606 w 612"/>
                  <a:gd name="T3" fmla="*/ 0 h 20"/>
                  <a:gd name="T4" fmla="*/ 0 w 612"/>
                  <a:gd name="T5" fmla="*/ 0 h 20"/>
                  <a:gd name="T6" fmla="*/ 0 w 612"/>
                  <a:gd name="T7" fmla="*/ 19 h 20"/>
                  <a:gd name="T8" fmla="*/ 606 w 612"/>
                  <a:gd name="T9" fmla="*/ 19 h 20"/>
                  <a:gd name="T10" fmla="*/ 611 w 612"/>
                  <a:gd name="T11" fmla="*/ 10 h 20"/>
                  <a:gd name="T12" fmla="*/ 606 w 612"/>
                  <a:gd name="T13" fmla="*/ 19 h 20"/>
                  <a:gd name="T14" fmla="*/ 608 w 612"/>
                  <a:gd name="T15" fmla="*/ 19 h 20"/>
                  <a:gd name="T16" fmla="*/ 609 w 612"/>
                  <a:gd name="T17" fmla="*/ 16 h 20"/>
                  <a:gd name="T18" fmla="*/ 611 w 612"/>
                  <a:gd name="T19" fmla="*/ 13 h 20"/>
                  <a:gd name="T20" fmla="*/ 611 w 612"/>
                  <a:gd name="T21" fmla="*/ 10 h 20"/>
                  <a:gd name="T22" fmla="*/ 611 w 612"/>
                  <a:gd name="T23" fmla="*/ 5 h 20"/>
                  <a:gd name="T24" fmla="*/ 609 w 612"/>
                  <a:gd name="T25" fmla="*/ 2 h 20"/>
                  <a:gd name="T26" fmla="*/ 608 w 612"/>
                  <a:gd name="T27" fmla="*/ 2 h 20"/>
                  <a:gd name="T28" fmla="*/ 606 w 612"/>
                  <a:gd name="T29" fmla="*/ 0 h 20"/>
                  <a:gd name="T30" fmla="*/ 601 w 612"/>
                  <a:gd name="T31" fmla="*/ 10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12"/>
                  <a:gd name="T49" fmla="*/ 0 h 20"/>
                  <a:gd name="T50" fmla="*/ 612 w 612"/>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12" h="20">
                    <a:moveTo>
                      <a:pt x="601" y="10"/>
                    </a:moveTo>
                    <a:lnTo>
                      <a:pt x="606" y="0"/>
                    </a:lnTo>
                    <a:lnTo>
                      <a:pt x="0" y="0"/>
                    </a:lnTo>
                    <a:lnTo>
                      <a:pt x="0" y="19"/>
                    </a:lnTo>
                    <a:lnTo>
                      <a:pt x="606" y="19"/>
                    </a:lnTo>
                    <a:lnTo>
                      <a:pt x="611" y="10"/>
                    </a:lnTo>
                    <a:lnTo>
                      <a:pt x="606" y="19"/>
                    </a:lnTo>
                    <a:lnTo>
                      <a:pt x="608" y="19"/>
                    </a:lnTo>
                    <a:lnTo>
                      <a:pt x="609" y="16"/>
                    </a:lnTo>
                    <a:lnTo>
                      <a:pt x="611" y="13"/>
                    </a:lnTo>
                    <a:lnTo>
                      <a:pt x="611" y="10"/>
                    </a:lnTo>
                    <a:lnTo>
                      <a:pt x="611" y="5"/>
                    </a:lnTo>
                    <a:lnTo>
                      <a:pt x="609" y="2"/>
                    </a:lnTo>
                    <a:lnTo>
                      <a:pt x="608" y="2"/>
                    </a:lnTo>
                    <a:lnTo>
                      <a:pt x="606" y="0"/>
                    </a:lnTo>
                    <a:lnTo>
                      <a:pt x="601" y="10"/>
                    </a:lnTo>
                  </a:path>
                </a:pathLst>
              </a:custGeom>
              <a:solidFill>
                <a:schemeClr val="bg2"/>
              </a:solidFill>
              <a:ln w="12700" cap="rnd">
                <a:solidFill>
                  <a:schemeClr val="tx1"/>
                </a:solidFill>
                <a:round/>
                <a:headEnd/>
                <a:tailEnd/>
              </a:ln>
            </p:spPr>
            <p:txBody>
              <a:bodyPr/>
              <a:lstStyle/>
              <a:p>
                <a:pPr algn="ctr"/>
                <a:endParaRPr lang="pt-BR" sz="2400"/>
              </a:p>
            </p:txBody>
          </p:sp>
          <p:sp>
            <p:nvSpPr>
              <p:cNvPr id="196" name="Freeform 637"/>
              <p:cNvSpPr>
                <a:spLocks/>
              </p:cNvSpPr>
              <p:nvPr/>
            </p:nvSpPr>
            <p:spPr bwMode="auto">
              <a:xfrm>
                <a:off x="1569" y="1304"/>
                <a:ext cx="23" cy="275"/>
              </a:xfrm>
              <a:custGeom>
                <a:avLst/>
                <a:gdLst>
                  <a:gd name="T0" fmla="*/ 11 w 23"/>
                  <a:gd name="T1" fmla="*/ 15 h 275"/>
                  <a:gd name="T2" fmla="*/ 0 w 23"/>
                  <a:gd name="T3" fmla="*/ 7 h 275"/>
                  <a:gd name="T4" fmla="*/ 0 w 23"/>
                  <a:gd name="T5" fmla="*/ 274 h 275"/>
                  <a:gd name="T6" fmla="*/ 22 w 23"/>
                  <a:gd name="T7" fmla="*/ 274 h 275"/>
                  <a:gd name="T8" fmla="*/ 22 w 23"/>
                  <a:gd name="T9" fmla="*/ 7 h 275"/>
                  <a:gd name="T10" fmla="*/ 11 w 23"/>
                  <a:gd name="T11" fmla="*/ 0 h 275"/>
                  <a:gd name="T12" fmla="*/ 22 w 23"/>
                  <a:gd name="T13" fmla="*/ 7 h 275"/>
                  <a:gd name="T14" fmla="*/ 22 w 23"/>
                  <a:gd name="T15" fmla="*/ 4 h 275"/>
                  <a:gd name="T16" fmla="*/ 16 w 23"/>
                  <a:gd name="T17" fmla="*/ 2 h 275"/>
                  <a:gd name="T18" fmla="*/ 16 w 23"/>
                  <a:gd name="T19" fmla="*/ 0 h 275"/>
                  <a:gd name="T20" fmla="*/ 11 w 23"/>
                  <a:gd name="T21" fmla="*/ 0 h 275"/>
                  <a:gd name="T22" fmla="*/ 5 w 23"/>
                  <a:gd name="T23" fmla="*/ 0 h 275"/>
                  <a:gd name="T24" fmla="*/ 5 w 23"/>
                  <a:gd name="T25" fmla="*/ 2 h 275"/>
                  <a:gd name="T26" fmla="*/ 0 w 23"/>
                  <a:gd name="T27" fmla="*/ 4 h 275"/>
                  <a:gd name="T28" fmla="*/ 0 w 23"/>
                  <a:gd name="T29" fmla="*/ 7 h 275"/>
                  <a:gd name="T30" fmla="*/ 11 w 23"/>
                  <a:gd name="T31" fmla="*/ 15 h 2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275"/>
                  <a:gd name="T50" fmla="*/ 23 w 23"/>
                  <a:gd name="T51" fmla="*/ 275 h 2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275">
                    <a:moveTo>
                      <a:pt x="11" y="15"/>
                    </a:moveTo>
                    <a:lnTo>
                      <a:pt x="0" y="7"/>
                    </a:lnTo>
                    <a:lnTo>
                      <a:pt x="0" y="274"/>
                    </a:lnTo>
                    <a:lnTo>
                      <a:pt x="22" y="274"/>
                    </a:lnTo>
                    <a:lnTo>
                      <a:pt x="22" y="7"/>
                    </a:lnTo>
                    <a:lnTo>
                      <a:pt x="11" y="0"/>
                    </a:lnTo>
                    <a:lnTo>
                      <a:pt x="22" y="7"/>
                    </a:lnTo>
                    <a:lnTo>
                      <a:pt x="22" y="4"/>
                    </a:lnTo>
                    <a:lnTo>
                      <a:pt x="16" y="2"/>
                    </a:lnTo>
                    <a:lnTo>
                      <a:pt x="16" y="0"/>
                    </a:lnTo>
                    <a:lnTo>
                      <a:pt x="11" y="0"/>
                    </a:lnTo>
                    <a:lnTo>
                      <a:pt x="5" y="0"/>
                    </a:lnTo>
                    <a:lnTo>
                      <a:pt x="5" y="2"/>
                    </a:lnTo>
                    <a:lnTo>
                      <a:pt x="0" y="4"/>
                    </a:lnTo>
                    <a:lnTo>
                      <a:pt x="0" y="7"/>
                    </a:lnTo>
                    <a:lnTo>
                      <a:pt x="11" y="15"/>
                    </a:lnTo>
                  </a:path>
                </a:pathLst>
              </a:custGeom>
              <a:solidFill>
                <a:schemeClr val="bg2"/>
              </a:solidFill>
              <a:ln w="12700" cap="rnd">
                <a:solidFill>
                  <a:schemeClr val="tx1"/>
                </a:solidFill>
                <a:round/>
                <a:headEnd/>
                <a:tailEnd/>
              </a:ln>
            </p:spPr>
            <p:txBody>
              <a:bodyPr/>
              <a:lstStyle/>
              <a:p>
                <a:pPr algn="ctr"/>
                <a:endParaRPr lang="pt-BR" sz="2400"/>
              </a:p>
            </p:txBody>
          </p:sp>
          <p:sp>
            <p:nvSpPr>
              <p:cNvPr id="197" name="Freeform 638"/>
              <p:cNvSpPr>
                <a:spLocks/>
              </p:cNvSpPr>
              <p:nvPr/>
            </p:nvSpPr>
            <p:spPr bwMode="auto">
              <a:xfrm>
                <a:off x="959" y="1304"/>
                <a:ext cx="611" cy="19"/>
              </a:xfrm>
              <a:custGeom>
                <a:avLst/>
                <a:gdLst>
                  <a:gd name="T0" fmla="*/ 9 w 611"/>
                  <a:gd name="T1" fmla="*/ 7 h 19"/>
                  <a:gd name="T2" fmla="*/ 4 w 611"/>
                  <a:gd name="T3" fmla="*/ 18 h 19"/>
                  <a:gd name="T4" fmla="*/ 610 w 611"/>
                  <a:gd name="T5" fmla="*/ 18 h 19"/>
                  <a:gd name="T6" fmla="*/ 610 w 611"/>
                  <a:gd name="T7" fmla="*/ 0 h 19"/>
                  <a:gd name="T8" fmla="*/ 4 w 611"/>
                  <a:gd name="T9" fmla="*/ 0 h 19"/>
                  <a:gd name="T10" fmla="*/ 0 w 611"/>
                  <a:gd name="T11" fmla="*/ 7 h 19"/>
                  <a:gd name="T12" fmla="*/ 4 w 611"/>
                  <a:gd name="T13" fmla="*/ 0 h 19"/>
                  <a:gd name="T14" fmla="*/ 2 w 611"/>
                  <a:gd name="T15" fmla="*/ 0 h 19"/>
                  <a:gd name="T16" fmla="*/ 1 w 611"/>
                  <a:gd name="T17" fmla="*/ 2 h 19"/>
                  <a:gd name="T18" fmla="*/ 0 w 611"/>
                  <a:gd name="T19" fmla="*/ 5 h 19"/>
                  <a:gd name="T20" fmla="*/ 0 w 611"/>
                  <a:gd name="T21" fmla="*/ 7 h 19"/>
                  <a:gd name="T22" fmla="*/ 0 w 611"/>
                  <a:gd name="T23" fmla="*/ 12 h 19"/>
                  <a:gd name="T24" fmla="*/ 1 w 611"/>
                  <a:gd name="T25" fmla="*/ 15 h 19"/>
                  <a:gd name="T26" fmla="*/ 2 w 611"/>
                  <a:gd name="T27" fmla="*/ 15 h 19"/>
                  <a:gd name="T28" fmla="*/ 4 w 611"/>
                  <a:gd name="T29" fmla="*/ 18 h 19"/>
                  <a:gd name="T30" fmla="*/ 9 w 611"/>
                  <a:gd name="T31" fmla="*/ 7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11"/>
                  <a:gd name="T49" fmla="*/ 0 h 19"/>
                  <a:gd name="T50" fmla="*/ 611 w 611"/>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11" h="19">
                    <a:moveTo>
                      <a:pt x="9" y="7"/>
                    </a:moveTo>
                    <a:lnTo>
                      <a:pt x="4" y="18"/>
                    </a:lnTo>
                    <a:lnTo>
                      <a:pt x="610" y="18"/>
                    </a:lnTo>
                    <a:lnTo>
                      <a:pt x="610" y="0"/>
                    </a:lnTo>
                    <a:lnTo>
                      <a:pt x="4" y="0"/>
                    </a:lnTo>
                    <a:lnTo>
                      <a:pt x="0" y="7"/>
                    </a:lnTo>
                    <a:lnTo>
                      <a:pt x="4" y="0"/>
                    </a:lnTo>
                    <a:lnTo>
                      <a:pt x="2" y="0"/>
                    </a:lnTo>
                    <a:lnTo>
                      <a:pt x="1" y="2"/>
                    </a:lnTo>
                    <a:lnTo>
                      <a:pt x="0" y="5"/>
                    </a:lnTo>
                    <a:lnTo>
                      <a:pt x="0" y="7"/>
                    </a:lnTo>
                    <a:lnTo>
                      <a:pt x="0" y="12"/>
                    </a:lnTo>
                    <a:lnTo>
                      <a:pt x="1" y="15"/>
                    </a:lnTo>
                    <a:lnTo>
                      <a:pt x="2" y="15"/>
                    </a:lnTo>
                    <a:lnTo>
                      <a:pt x="4" y="18"/>
                    </a:lnTo>
                    <a:lnTo>
                      <a:pt x="9" y="7"/>
                    </a:lnTo>
                  </a:path>
                </a:pathLst>
              </a:custGeom>
              <a:solidFill>
                <a:schemeClr val="bg2"/>
              </a:solidFill>
              <a:ln w="12700" cap="rnd">
                <a:solidFill>
                  <a:schemeClr val="tx1"/>
                </a:solidFill>
                <a:round/>
                <a:headEnd/>
                <a:tailEnd/>
              </a:ln>
            </p:spPr>
            <p:txBody>
              <a:bodyPr/>
              <a:lstStyle/>
              <a:p>
                <a:pPr algn="ctr"/>
                <a:endParaRPr lang="pt-BR" sz="2400"/>
              </a:p>
            </p:txBody>
          </p:sp>
          <p:sp>
            <p:nvSpPr>
              <p:cNvPr id="198" name="Freeform 639"/>
              <p:cNvSpPr>
                <a:spLocks/>
              </p:cNvSpPr>
              <p:nvPr/>
            </p:nvSpPr>
            <p:spPr bwMode="auto">
              <a:xfrm>
                <a:off x="959" y="1310"/>
                <a:ext cx="24" cy="277"/>
              </a:xfrm>
              <a:custGeom>
                <a:avLst/>
                <a:gdLst>
                  <a:gd name="T0" fmla="*/ 15 w 24"/>
                  <a:gd name="T1" fmla="*/ 261 h 277"/>
                  <a:gd name="T2" fmla="*/ 23 w 24"/>
                  <a:gd name="T3" fmla="*/ 268 h 277"/>
                  <a:gd name="T4" fmla="*/ 23 w 24"/>
                  <a:gd name="T5" fmla="*/ 0 h 277"/>
                  <a:gd name="T6" fmla="*/ 0 w 24"/>
                  <a:gd name="T7" fmla="*/ 0 h 277"/>
                  <a:gd name="T8" fmla="*/ 0 w 24"/>
                  <a:gd name="T9" fmla="*/ 268 h 277"/>
                  <a:gd name="T10" fmla="*/ 15 w 24"/>
                  <a:gd name="T11" fmla="*/ 276 h 277"/>
                  <a:gd name="T12" fmla="*/ 0 w 24"/>
                  <a:gd name="T13" fmla="*/ 268 h 277"/>
                  <a:gd name="T14" fmla="*/ 0 w 24"/>
                  <a:gd name="T15" fmla="*/ 272 h 277"/>
                  <a:gd name="T16" fmla="*/ 7 w 24"/>
                  <a:gd name="T17" fmla="*/ 274 h 277"/>
                  <a:gd name="T18" fmla="*/ 7 w 24"/>
                  <a:gd name="T19" fmla="*/ 276 h 277"/>
                  <a:gd name="T20" fmla="*/ 15 w 24"/>
                  <a:gd name="T21" fmla="*/ 276 h 277"/>
                  <a:gd name="T22" fmla="*/ 15 w 24"/>
                  <a:gd name="T23" fmla="*/ 276 h 277"/>
                  <a:gd name="T24" fmla="*/ 23 w 24"/>
                  <a:gd name="T25" fmla="*/ 274 h 277"/>
                  <a:gd name="T26" fmla="*/ 23 w 24"/>
                  <a:gd name="T27" fmla="*/ 272 h 277"/>
                  <a:gd name="T28" fmla="*/ 23 w 24"/>
                  <a:gd name="T29" fmla="*/ 268 h 277"/>
                  <a:gd name="T30" fmla="*/ 15 w 24"/>
                  <a:gd name="T31" fmla="*/ 261 h 2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277"/>
                  <a:gd name="T50" fmla="*/ 24 w 24"/>
                  <a:gd name="T51" fmla="*/ 277 h 2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277">
                    <a:moveTo>
                      <a:pt x="15" y="261"/>
                    </a:moveTo>
                    <a:lnTo>
                      <a:pt x="23" y="268"/>
                    </a:lnTo>
                    <a:lnTo>
                      <a:pt x="23" y="0"/>
                    </a:lnTo>
                    <a:lnTo>
                      <a:pt x="0" y="0"/>
                    </a:lnTo>
                    <a:lnTo>
                      <a:pt x="0" y="268"/>
                    </a:lnTo>
                    <a:lnTo>
                      <a:pt x="15" y="276"/>
                    </a:lnTo>
                    <a:lnTo>
                      <a:pt x="0" y="268"/>
                    </a:lnTo>
                    <a:lnTo>
                      <a:pt x="0" y="272"/>
                    </a:lnTo>
                    <a:lnTo>
                      <a:pt x="7" y="274"/>
                    </a:lnTo>
                    <a:lnTo>
                      <a:pt x="7" y="276"/>
                    </a:lnTo>
                    <a:lnTo>
                      <a:pt x="15" y="276"/>
                    </a:lnTo>
                    <a:lnTo>
                      <a:pt x="23" y="274"/>
                    </a:lnTo>
                    <a:lnTo>
                      <a:pt x="23" y="272"/>
                    </a:lnTo>
                    <a:lnTo>
                      <a:pt x="23" y="268"/>
                    </a:lnTo>
                    <a:lnTo>
                      <a:pt x="15" y="261"/>
                    </a:lnTo>
                  </a:path>
                </a:pathLst>
              </a:custGeom>
              <a:solidFill>
                <a:schemeClr val="bg2"/>
              </a:solidFill>
              <a:ln w="12700" cap="rnd">
                <a:solidFill>
                  <a:schemeClr val="tx1"/>
                </a:solidFill>
                <a:round/>
                <a:headEnd/>
                <a:tailEnd/>
              </a:ln>
            </p:spPr>
            <p:txBody>
              <a:bodyPr/>
              <a:lstStyle/>
              <a:p>
                <a:pPr algn="ctr"/>
                <a:endParaRPr lang="pt-BR" sz="2400"/>
              </a:p>
            </p:txBody>
          </p:sp>
          <p:sp>
            <p:nvSpPr>
              <p:cNvPr id="199" name="Freeform 640"/>
              <p:cNvSpPr>
                <a:spLocks/>
              </p:cNvSpPr>
              <p:nvPr/>
            </p:nvSpPr>
            <p:spPr bwMode="auto">
              <a:xfrm>
                <a:off x="1156" y="844"/>
                <a:ext cx="448" cy="762"/>
              </a:xfrm>
              <a:custGeom>
                <a:avLst/>
                <a:gdLst>
                  <a:gd name="T0" fmla="*/ 0 w 448"/>
                  <a:gd name="T1" fmla="*/ 761 h 762"/>
                  <a:gd name="T2" fmla="*/ 447 w 448"/>
                  <a:gd name="T3" fmla="*/ 761 h 762"/>
                  <a:gd name="T4" fmla="*/ 447 w 448"/>
                  <a:gd name="T5" fmla="*/ 0 h 762"/>
                  <a:gd name="T6" fmla="*/ 0 w 448"/>
                  <a:gd name="T7" fmla="*/ 0 h 762"/>
                  <a:gd name="T8" fmla="*/ 0 w 448"/>
                  <a:gd name="T9" fmla="*/ 761 h 762"/>
                  <a:gd name="T10" fmla="*/ 0 60000 65536"/>
                  <a:gd name="T11" fmla="*/ 0 60000 65536"/>
                  <a:gd name="T12" fmla="*/ 0 60000 65536"/>
                  <a:gd name="T13" fmla="*/ 0 60000 65536"/>
                  <a:gd name="T14" fmla="*/ 0 60000 65536"/>
                  <a:gd name="T15" fmla="*/ 0 w 448"/>
                  <a:gd name="T16" fmla="*/ 0 h 762"/>
                  <a:gd name="T17" fmla="*/ 448 w 448"/>
                  <a:gd name="T18" fmla="*/ 762 h 762"/>
                </a:gdLst>
                <a:ahLst/>
                <a:cxnLst>
                  <a:cxn ang="T10">
                    <a:pos x="T0" y="T1"/>
                  </a:cxn>
                  <a:cxn ang="T11">
                    <a:pos x="T2" y="T3"/>
                  </a:cxn>
                  <a:cxn ang="T12">
                    <a:pos x="T4" y="T5"/>
                  </a:cxn>
                  <a:cxn ang="T13">
                    <a:pos x="T6" y="T7"/>
                  </a:cxn>
                  <a:cxn ang="T14">
                    <a:pos x="T8" y="T9"/>
                  </a:cxn>
                </a:cxnLst>
                <a:rect l="T15" t="T16" r="T17" b="T18"/>
                <a:pathLst>
                  <a:path w="448" h="762">
                    <a:moveTo>
                      <a:pt x="0" y="761"/>
                    </a:moveTo>
                    <a:lnTo>
                      <a:pt x="447" y="761"/>
                    </a:lnTo>
                    <a:lnTo>
                      <a:pt x="447" y="0"/>
                    </a:lnTo>
                    <a:lnTo>
                      <a:pt x="0" y="0"/>
                    </a:lnTo>
                    <a:lnTo>
                      <a:pt x="0" y="761"/>
                    </a:lnTo>
                  </a:path>
                </a:pathLst>
              </a:custGeom>
              <a:solidFill>
                <a:schemeClr val="bg2"/>
              </a:solidFill>
              <a:ln w="12700" cap="rnd">
                <a:solidFill>
                  <a:schemeClr val="tx1"/>
                </a:solidFill>
                <a:round/>
                <a:headEnd/>
                <a:tailEnd/>
              </a:ln>
            </p:spPr>
            <p:txBody>
              <a:bodyPr/>
              <a:lstStyle/>
              <a:p>
                <a:pPr algn="ctr"/>
                <a:endParaRPr lang="pt-BR" sz="2400"/>
              </a:p>
            </p:txBody>
          </p:sp>
          <p:sp>
            <p:nvSpPr>
              <p:cNvPr id="200" name="Freeform 641"/>
              <p:cNvSpPr>
                <a:spLocks/>
              </p:cNvSpPr>
              <p:nvPr/>
            </p:nvSpPr>
            <p:spPr bwMode="auto">
              <a:xfrm>
                <a:off x="1156" y="1605"/>
                <a:ext cx="452" cy="19"/>
              </a:xfrm>
              <a:custGeom>
                <a:avLst/>
                <a:gdLst>
                  <a:gd name="T0" fmla="*/ 441 w 452"/>
                  <a:gd name="T1" fmla="*/ 9 h 19"/>
                  <a:gd name="T2" fmla="*/ 445 w 452"/>
                  <a:gd name="T3" fmla="*/ 0 h 19"/>
                  <a:gd name="T4" fmla="*/ 0 w 452"/>
                  <a:gd name="T5" fmla="*/ 0 h 19"/>
                  <a:gd name="T6" fmla="*/ 0 w 452"/>
                  <a:gd name="T7" fmla="*/ 18 h 19"/>
                  <a:gd name="T8" fmla="*/ 445 w 452"/>
                  <a:gd name="T9" fmla="*/ 18 h 19"/>
                  <a:gd name="T10" fmla="*/ 451 w 452"/>
                  <a:gd name="T11" fmla="*/ 9 h 19"/>
                  <a:gd name="T12" fmla="*/ 445 w 452"/>
                  <a:gd name="T13" fmla="*/ 18 h 19"/>
                  <a:gd name="T14" fmla="*/ 448 w 452"/>
                  <a:gd name="T15" fmla="*/ 18 h 19"/>
                  <a:gd name="T16" fmla="*/ 449 w 452"/>
                  <a:gd name="T17" fmla="*/ 15 h 19"/>
                  <a:gd name="T18" fmla="*/ 449 w 452"/>
                  <a:gd name="T19" fmla="*/ 12 h 19"/>
                  <a:gd name="T20" fmla="*/ 451 w 452"/>
                  <a:gd name="T21" fmla="*/ 9 h 19"/>
                  <a:gd name="T22" fmla="*/ 449 w 452"/>
                  <a:gd name="T23" fmla="*/ 6 h 19"/>
                  <a:gd name="T24" fmla="*/ 449 w 452"/>
                  <a:gd name="T25" fmla="*/ 3 h 19"/>
                  <a:gd name="T26" fmla="*/ 448 w 452"/>
                  <a:gd name="T27" fmla="*/ 3 h 19"/>
                  <a:gd name="T28" fmla="*/ 445 w 452"/>
                  <a:gd name="T29" fmla="*/ 0 h 19"/>
                  <a:gd name="T30" fmla="*/ 441 w 452"/>
                  <a:gd name="T31" fmla="*/ 9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2"/>
                  <a:gd name="T49" fmla="*/ 0 h 19"/>
                  <a:gd name="T50" fmla="*/ 452 w 452"/>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2" h="19">
                    <a:moveTo>
                      <a:pt x="441" y="9"/>
                    </a:moveTo>
                    <a:lnTo>
                      <a:pt x="445" y="0"/>
                    </a:lnTo>
                    <a:lnTo>
                      <a:pt x="0" y="0"/>
                    </a:lnTo>
                    <a:lnTo>
                      <a:pt x="0" y="18"/>
                    </a:lnTo>
                    <a:lnTo>
                      <a:pt x="445" y="18"/>
                    </a:lnTo>
                    <a:lnTo>
                      <a:pt x="451" y="9"/>
                    </a:lnTo>
                    <a:lnTo>
                      <a:pt x="445" y="18"/>
                    </a:lnTo>
                    <a:lnTo>
                      <a:pt x="448" y="18"/>
                    </a:lnTo>
                    <a:lnTo>
                      <a:pt x="449" y="15"/>
                    </a:lnTo>
                    <a:lnTo>
                      <a:pt x="449" y="12"/>
                    </a:lnTo>
                    <a:lnTo>
                      <a:pt x="451" y="9"/>
                    </a:lnTo>
                    <a:lnTo>
                      <a:pt x="449" y="6"/>
                    </a:lnTo>
                    <a:lnTo>
                      <a:pt x="449" y="3"/>
                    </a:lnTo>
                    <a:lnTo>
                      <a:pt x="448" y="3"/>
                    </a:lnTo>
                    <a:lnTo>
                      <a:pt x="445" y="0"/>
                    </a:lnTo>
                    <a:lnTo>
                      <a:pt x="441" y="9"/>
                    </a:lnTo>
                  </a:path>
                </a:pathLst>
              </a:custGeom>
              <a:solidFill>
                <a:schemeClr val="bg2"/>
              </a:solidFill>
              <a:ln w="12700" cap="rnd">
                <a:solidFill>
                  <a:schemeClr val="tx1"/>
                </a:solidFill>
                <a:round/>
                <a:headEnd/>
                <a:tailEnd/>
              </a:ln>
            </p:spPr>
            <p:txBody>
              <a:bodyPr/>
              <a:lstStyle/>
              <a:p>
                <a:pPr algn="ctr"/>
                <a:endParaRPr lang="pt-BR" sz="2400"/>
              </a:p>
            </p:txBody>
          </p:sp>
          <p:sp>
            <p:nvSpPr>
              <p:cNvPr id="201" name="Freeform 642"/>
              <p:cNvSpPr>
                <a:spLocks/>
              </p:cNvSpPr>
              <p:nvPr/>
            </p:nvSpPr>
            <p:spPr bwMode="auto">
              <a:xfrm>
                <a:off x="1603" y="834"/>
                <a:ext cx="22" cy="772"/>
              </a:xfrm>
              <a:custGeom>
                <a:avLst/>
                <a:gdLst>
                  <a:gd name="T0" fmla="*/ 10 w 22"/>
                  <a:gd name="T1" fmla="*/ 15 h 772"/>
                  <a:gd name="T2" fmla="*/ 0 w 22"/>
                  <a:gd name="T3" fmla="*/ 8 h 772"/>
                  <a:gd name="T4" fmla="*/ 0 w 22"/>
                  <a:gd name="T5" fmla="*/ 771 h 772"/>
                  <a:gd name="T6" fmla="*/ 21 w 22"/>
                  <a:gd name="T7" fmla="*/ 771 h 772"/>
                  <a:gd name="T8" fmla="*/ 21 w 22"/>
                  <a:gd name="T9" fmla="*/ 8 h 772"/>
                  <a:gd name="T10" fmla="*/ 10 w 22"/>
                  <a:gd name="T11" fmla="*/ 0 h 772"/>
                  <a:gd name="T12" fmla="*/ 21 w 22"/>
                  <a:gd name="T13" fmla="*/ 8 h 772"/>
                  <a:gd name="T14" fmla="*/ 21 w 22"/>
                  <a:gd name="T15" fmla="*/ 4 h 772"/>
                  <a:gd name="T16" fmla="*/ 15 w 22"/>
                  <a:gd name="T17" fmla="*/ 2 h 772"/>
                  <a:gd name="T18" fmla="*/ 15 w 22"/>
                  <a:gd name="T19" fmla="*/ 1 h 772"/>
                  <a:gd name="T20" fmla="*/ 10 w 22"/>
                  <a:gd name="T21" fmla="*/ 0 h 772"/>
                  <a:gd name="T22" fmla="*/ 5 w 22"/>
                  <a:gd name="T23" fmla="*/ 1 h 772"/>
                  <a:gd name="T24" fmla="*/ 5 w 22"/>
                  <a:gd name="T25" fmla="*/ 2 h 772"/>
                  <a:gd name="T26" fmla="*/ 0 w 22"/>
                  <a:gd name="T27" fmla="*/ 4 h 772"/>
                  <a:gd name="T28" fmla="*/ 0 w 22"/>
                  <a:gd name="T29" fmla="*/ 8 h 772"/>
                  <a:gd name="T30" fmla="*/ 10 w 22"/>
                  <a:gd name="T31" fmla="*/ 15 h 7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772"/>
                  <a:gd name="T50" fmla="*/ 22 w 22"/>
                  <a:gd name="T51" fmla="*/ 772 h 7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772">
                    <a:moveTo>
                      <a:pt x="10" y="15"/>
                    </a:moveTo>
                    <a:lnTo>
                      <a:pt x="0" y="8"/>
                    </a:lnTo>
                    <a:lnTo>
                      <a:pt x="0" y="771"/>
                    </a:lnTo>
                    <a:lnTo>
                      <a:pt x="21" y="771"/>
                    </a:lnTo>
                    <a:lnTo>
                      <a:pt x="21" y="8"/>
                    </a:lnTo>
                    <a:lnTo>
                      <a:pt x="10" y="0"/>
                    </a:lnTo>
                    <a:lnTo>
                      <a:pt x="21" y="8"/>
                    </a:lnTo>
                    <a:lnTo>
                      <a:pt x="21" y="4"/>
                    </a:lnTo>
                    <a:lnTo>
                      <a:pt x="15" y="2"/>
                    </a:lnTo>
                    <a:lnTo>
                      <a:pt x="15" y="1"/>
                    </a:lnTo>
                    <a:lnTo>
                      <a:pt x="10" y="0"/>
                    </a:lnTo>
                    <a:lnTo>
                      <a:pt x="5" y="1"/>
                    </a:lnTo>
                    <a:lnTo>
                      <a:pt x="5" y="2"/>
                    </a:lnTo>
                    <a:lnTo>
                      <a:pt x="0" y="4"/>
                    </a:lnTo>
                    <a:lnTo>
                      <a:pt x="0" y="8"/>
                    </a:lnTo>
                    <a:lnTo>
                      <a:pt x="10" y="15"/>
                    </a:lnTo>
                  </a:path>
                </a:pathLst>
              </a:custGeom>
              <a:solidFill>
                <a:schemeClr val="bg2"/>
              </a:solidFill>
              <a:ln w="12700" cap="rnd">
                <a:solidFill>
                  <a:schemeClr val="tx1"/>
                </a:solidFill>
                <a:round/>
                <a:headEnd/>
                <a:tailEnd/>
              </a:ln>
            </p:spPr>
            <p:txBody>
              <a:bodyPr/>
              <a:lstStyle/>
              <a:p>
                <a:pPr algn="ctr"/>
                <a:endParaRPr lang="pt-BR" sz="2400"/>
              </a:p>
            </p:txBody>
          </p:sp>
          <p:sp>
            <p:nvSpPr>
              <p:cNvPr id="202" name="Freeform 643"/>
              <p:cNvSpPr>
                <a:spLocks/>
              </p:cNvSpPr>
              <p:nvPr/>
            </p:nvSpPr>
            <p:spPr bwMode="auto">
              <a:xfrm>
                <a:off x="1152" y="834"/>
                <a:ext cx="452" cy="20"/>
              </a:xfrm>
              <a:custGeom>
                <a:avLst/>
                <a:gdLst>
                  <a:gd name="T0" fmla="*/ 9 w 452"/>
                  <a:gd name="T1" fmla="*/ 9 h 20"/>
                  <a:gd name="T2" fmla="*/ 4 w 452"/>
                  <a:gd name="T3" fmla="*/ 19 h 20"/>
                  <a:gd name="T4" fmla="*/ 451 w 452"/>
                  <a:gd name="T5" fmla="*/ 19 h 20"/>
                  <a:gd name="T6" fmla="*/ 451 w 452"/>
                  <a:gd name="T7" fmla="*/ 0 h 20"/>
                  <a:gd name="T8" fmla="*/ 4 w 452"/>
                  <a:gd name="T9" fmla="*/ 0 h 20"/>
                  <a:gd name="T10" fmla="*/ 0 w 452"/>
                  <a:gd name="T11" fmla="*/ 9 h 20"/>
                  <a:gd name="T12" fmla="*/ 4 w 452"/>
                  <a:gd name="T13" fmla="*/ 0 h 20"/>
                  <a:gd name="T14" fmla="*/ 2 w 452"/>
                  <a:gd name="T15" fmla="*/ 2 h 20"/>
                  <a:gd name="T16" fmla="*/ 1 w 452"/>
                  <a:gd name="T17" fmla="*/ 2 h 20"/>
                  <a:gd name="T18" fmla="*/ 0 w 452"/>
                  <a:gd name="T19" fmla="*/ 4 h 20"/>
                  <a:gd name="T20" fmla="*/ 0 w 452"/>
                  <a:gd name="T21" fmla="*/ 9 h 20"/>
                  <a:gd name="T22" fmla="*/ 0 w 452"/>
                  <a:gd name="T23" fmla="*/ 14 h 20"/>
                  <a:gd name="T24" fmla="*/ 1 w 452"/>
                  <a:gd name="T25" fmla="*/ 16 h 20"/>
                  <a:gd name="T26" fmla="*/ 2 w 452"/>
                  <a:gd name="T27" fmla="*/ 19 h 20"/>
                  <a:gd name="T28" fmla="*/ 4 w 452"/>
                  <a:gd name="T29" fmla="*/ 19 h 20"/>
                  <a:gd name="T30" fmla="*/ 9 w 452"/>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2"/>
                  <a:gd name="T49" fmla="*/ 0 h 20"/>
                  <a:gd name="T50" fmla="*/ 452 w 452"/>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2" h="20">
                    <a:moveTo>
                      <a:pt x="9" y="9"/>
                    </a:moveTo>
                    <a:lnTo>
                      <a:pt x="4" y="19"/>
                    </a:lnTo>
                    <a:lnTo>
                      <a:pt x="451" y="19"/>
                    </a:lnTo>
                    <a:lnTo>
                      <a:pt x="451" y="0"/>
                    </a:lnTo>
                    <a:lnTo>
                      <a:pt x="4" y="0"/>
                    </a:lnTo>
                    <a:lnTo>
                      <a:pt x="0" y="9"/>
                    </a:lnTo>
                    <a:lnTo>
                      <a:pt x="4" y="0"/>
                    </a:lnTo>
                    <a:lnTo>
                      <a:pt x="2" y="2"/>
                    </a:lnTo>
                    <a:lnTo>
                      <a:pt x="1" y="2"/>
                    </a:lnTo>
                    <a:lnTo>
                      <a:pt x="0" y="4"/>
                    </a:lnTo>
                    <a:lnTo>
                      <a:pt x="0" y="9"/>
                    </a:lnTo>
                    <a:lnTo>
                      <a:pt x="0" y="14"/>
                    </a:lnTo>
                    <a:lnTo>
                      <a:pt x="1" y="16"/>
                    </a:lnTo>
                    <a:lnTo>
                      <a:pt x="2" y="19"/>
                    </a:lnTo>
                    <a:lnTo>
                      <a:pt x="4" y="19"/>
                    </a:lnTo>
                    <a:lnTo>
                      <a:pt x="9" y="9"/>
                    </a:lnTo>
                  </a:path>
                </a:pathLst>
              </a:custGeom>
              <a:solidFill>
                <a:schemeClr val="bg2"/>
              </a:solidFill>
              <a:ln w="12700" cap="rnd">
                <a:solidFill>
                  <a:schemeClr val="tx1"/>
                </a:solidFill>
                <a:round/>
                <a:headEnd/>
                <a:tailEnd/>
              </a:ln>
            </p:spPr>
            <p:txBody>
              <a:bodyPr/>
              <a:lstStyle/>
              <a:p>
                <a:pPr algn="ctr"/>
                <a:endParaRPr lang="pt-BR" sz="2400"/>
              </a:p>
            </p:txBody>
          </p:sp>
          <p:sp>
            <p:nvSpPr>
              <p:cNvPr id="203" name="Freeform 644"/>
              <p:cNvSpPr>
                <a:spLocks/>
              </p:cNvSpPr>
              <p:nvPr/>
            </p:nvSpPr>
            <p:spPr bwMode="auto">
              <a:xfrm>
                <a:off x="1152" y="844"/>
                <a:ext cx="22" cy="768"/>
              </a:xfrm>
              <a:custGeom>
                <a:avLst/>
                <a:gdLst>
                  <a:gd name="T0" fmla="*/ 14 w 22"/>
                  <a:gd name="T1" fmla="*/ 752 h 768"/>
                  <a:gd name="T2" fmla="*/ 21 w 22"/>
                  <a:gd name="T3" fmla="*/ 759 h 768"/>
                  <a:gd name="T4" fmla="*/ 21 w 22"/>
                  <a:gd name="T5" fmla="*/ 0 h 768"/>
                  <a:gd name="T6" fmla="*/ 0 w 22"/>
                  <a:gd name="T7" fmla="*/ 0 h 768"/>
                  <a:gd name="T8" fmla="*/ 0 w 22"/>
                  <a:gd name="T9" fmla="*/ 759 h 768"/>
                  <a:gd name="T10" fmla="*/ 14 w 22"/>
                  <a:gd name="T11" fmla="*/ 767 h 768"/>
                  <a:gd name="T12" fmla="*/ 0 w 22"/>
                  <a:gd name="T13" fmla="*/ 759 h 768"/>
                  <a:gd name="T14" fmla="*/ 0 w 22"/>
                  <a:gd name="T15" fmla="*/ 763 h 768"/>
                  <a:gd name="T16" fmla="*/ 7 w 22"/>
                  <a:gd name="T17" fmla="*/ 764 h 768"/>
                  <a:gd name="T18" fmla="*/ 7 w 22"/>
                  <a:gd name="T19" fmla="*/ 767 h 768"/>
                  <a:gd name="T20" fmla="*/ 14 w 22"/>
                  <a:gd name="T21" fmla="*/ 767 h 768"/>
                  <a:gd name="T22" fmla="*/ 14 w 22"/>
                  <a:gd name="T23" fmla="*/ 767 h 768"/>
                  <a:gd name="T24" fmla="*/ 21 w 22"/>
                  <a:gd name="T25" fmla="*/ 764 h 768"/>
                  <a:gd name="T26" fmla="*/ 21 w 22"/>
                  <a:gd name="T27" fmla="*/ 763 h 768"/>
                  <a:gd name="T28" fmla="*/ 21 w 22"/>
                  <a:gd name="T29" fmla="*/ 759 h 768"/>
                  <a:gd name="T30" fmla="*/ 14 w 22"/>
                  <a:gd name="T31" fmla="*/ 752 h 7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768"/>
                  <a:gd name="T50" fmla="*/ 22 w 22"/>
                  <a:gd name="T51" fmla="*/ 768 h 7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768">
                    <a:moveTo>
                      <a:pt x="14" y="752"/>
                    </a:moveTo>
                    <a:lnTo>
                      <a:pt x="21" y="759"/>
                    </a:lnTo>
                    <a:lnTo>
                      <a:pt x="21" y="0"/>
                    </a:lnTo>
                    <a:lnTo>
                      <a:pt x="0" y="0"/>
                    </a:lnTo>
                    <a:lnTo>
                      <a:pt x="0" y="759"/>
                    </a:lnTo>
                    <a:lnTo>
                      <a:pt x="14" y="767"/>
                    </a:lnTo>
                    <a:lnTo>
                      <a:pt x="0" y="759"/>
                    </a:lnTo>
                    <a:lnTo>
                      <a:pt x="0" y="763"/>
                    </a:lnTo>
                    <a:lnTo>
                      <a:pt x="7" y="764"/>
                    </a:lnTo>
                    <a:lnTo>
                      <a:pt x="7" y="767"/>
                    </a:lnTo>
                    <a:lnTo>
                      <a:pt x="14" y="767"/>
                    </a:lnTo>
                    <a:lnTo>
                      <a:pt x="21" y="764"/>
                    </a:lnTo>
                    <a:lnTo>
                      <a:pt x="21" y="763"/>
                    </a:lnTo>
                    <a:lnTo>
                      <a:pt x="21" y="759"/>
                    </a:lnTo>
                    <a:lnTo>
                      <a:pt x="14" y="752"/>
                    </a:lnTo>
                  </a:path>
                </a:pathLst>
              </a:custGeom>
              <a:solidFill>
                <a:schemeClr val="bg2"/>
              </a:solidFill>
              <a:ln w="12700" cap="rnd">
                <a:solidFill>
                  <a:schemeClr val="tx1"/>
                </a:solidFill>
                <a:round/>
                <a:headEnd/>
                <a:tailEnd/>
              </a:ln>
            </p:spPr>
            <p:txBody>
              <a:bodyPr/>
              <a:lstStyle/>
              <a:p>
                <a:pPr algn="ctr"/>
                <a:endParaRPr lang="pt-BR" sz="2400"/>
              </a:p>
            </p:txBody>
          </p:sp>
          <p:sp>
            <p:nvSpPr>
              <p:cNvPr id="204" name="Freeform 645"/>
              <p:cNvSpPr>
                <a:spLocks/>
              </p:cNvSpPr>
              <p:nvPr/>
            </p:nvSpPr>
            <p:spPr bwMode="auto">
              <a:xfrm>
                <a:off x="1213" y="975"/>
                <a:ext cx="335" cy="268"/>
              </a:xfrm>
              <a:custGeom>
                <a:avLst/>
                <a:gdLst>
                  <a:gd name="T0" fmla="*/ 0 w 335"/>
                  <a:gd name="T1" fmla="*/ 267 h 268"/>
                  <a:gd name="T2" fmla="*/ 334 w 335"/>
                  <a:gd name="T3" fmla="*/ 267 h 268"/>
                  <a:gd name="T4" fmla="*/ 334 w 335"/>
                  <a:gd name="T5" fmla="*/ 0 h 268"/>
                  <a:gd name="T6" fmla="*/ 0 w 335"/>
                  <a:gd name="T7" fmla="*/ 0 h 268"/>
                  <a:gd name="T8" fmla="*/ 0 w 335"/>
                  <a:gd name="T9" fmla="*/ 267 h 268"/>
                  <a:gd name="T10" fmla="*/ 0 60000 65536"/>
                  <a:gd name="T11" fmla="*/ 0 60000 65536"/>
                  <a:gd name="T12" fmla="*/ 0 60000 65536"/>
                  <a:gd name="T13" fmla="*/ 0 60000 65536"/>
                  <a:gd name="T14" fmla="*/ 0 60000 65536"/>
                  <a:gd name="T15" fmla="*/ 0 w 335"/>
                  <a:gd name="T16" fmla="*/ 0 h 268"/>
                  <a:gd name="T17" fmla="*/ 335 w 335"/>
                  <a:gd name="T18" fmla="*/ 268 h 268"/>
                </a:gdLst>
                <a:ahLst/>
                <a:cxnLst>
                  <a:cxn ang="T10">
                    <a:pos x="T0" y="T1"/>
                  </a:cxn>
                  <a:cxn ang="T11">
                    <a:pos x="T2" y="T3"/>
                  </a:cxn>
                  <a:cxn ang="T12">
                    <a:pos x="T4" y="T5"/>
                  </a:cxn>
                  <a:cxn ang="T13">
                    <a:pos x="T6" y="T7"/>
                  </a:cxn>
                  <a:cxn ang="T14">
                    <a:pos x="T8" y="T9"/>
                  </a:cxn>
                </a:cxnLst>
                <a:rect l="T15" t="T16" r="T17" b="T18"/>
                <a:pathLst>
                  <a:path w="335" h="268">
                    <a:moveTo>
                      <a:pt x="0" y="267"/>
                    </a:moveTo>
                    <a:lnTo>
                      <a:pt x="334" y="267"/>
                    </a:lnTo>
                    <a:lnTo>
                      <a:pt x="334" y="0"/>
                    </a:lnTo>
                    <a:lnTo>
                      <a:pt x="0" y="0"/>
                    </a:lnTo>
                    <a:lnTo>
                      <a:pt x="0" y="267"/>
                    </a:lnTo>
                  </a:path>
                </a:pathLst>
              </a:custGeom>
              <a:solidFill>
                <a:schemeClr val="bg2"/>
              </a:solidFill>
              <a:ln w="12700" cap="rnd">
                <a:solidFill>
                  <a:schemeClr val="tx1"/>
                </a:solidFill>
                <a:round/>
                <a:headEnd/>
                <a:tailEnd/>
              </a:ln>
            </p:spPr>
            <p:txBody>
              <a:bodyPr/>
              <a:lstStyle/>
              <a:p>
                <a:pPr algn="ctr"/>
                <a:endParaRPr lang="pt-BR" sz="2400"/>
              </a:p>
            </p:txBody>
          </p:sp>
          <p:sp>
            <p:nvSpPr>
              <p:cNvPr id="205" name="Freeform 646"/>
              <p:cNvSpPr>
                <a:spLocks/>
              </p:cNvSpPr>
              <p:nvPr/>
            </p:nvSpPr>
            <p:spPr bwMode="auto">
              <a:xfrm>
                <a:off x="1213" y="1242"/>
                <a:ext cx="339" cy="20"/>
              </a:xfrm>
              <a:custGeom>
                <a:avLst/>
                <a:gdLst>
                  <a:gd name="T0" fmla="*/ 328 w 339"/>
                  <a:gd name="T1" fmla="*/ 10 h 20"/>
                  <a:gd name="T2" fmla="*/ 332 w 339"/>
                  <a:gd name="T3" fmla="*/ 0 h 20"/>
                  <a:gd name="T4" fmla="*/ 0 w 339"/>
                  <a:gd name="T5" fmla="*/ 0 h 20"/>
                  <a:gd name="T6" fmla="*/ 0 w 339"/>
                  <a:gd name="T7" fmla="*/ 19 h 20"/>
                  <a:gd name="T8" fmla="*/ 332 w 339"/>
                  <a:gd name="T9" fmla="*/ 19 h 20"/>
                  <a:gd name="T10" fmla="*/ 338 w 339"/>
                  <a:gd name="T11" fmla="*/ 10 h 20"/>
                  <a:gd name="T12" fmla="*/ 332 w 339"/>
                  <a:gd name="T13" fmla="*/ 19 h 20"/>
                  <a:gd name="T14" fmla="*/ 335 w 339"/>
                  <a:gd name="T15" fmla="*/ 19 h 20"/>
                  <a:gd name="T16" fmla="*/ 336 w 339"/>
                  <a:gd name="T17" fmla="*/ 16 h 20"/>
                  <a:gd name="T18" fmla="*/ 336 w 339"/>
                  <a:gd name="T19" fmla="*/ 13 h 20"/>
                  <a:gd name="T20" fmla="*/ 338 w 339"/>
                  <a:gd name="T21" fmla="*/ 10 h 20"/>
                  <a:gd name="T22" fmla="*/ 336 w 339"/>
                  <a:gd name="T23" fmla="*/ 5 h 20"/>
                  <a:gd name="T24" fmla="*/ 336 w 339"/>
                  <a:gd name="T25" fmla="*/ 2 h 20"/>
                  <a:gd name="T26" fmla="*/ 335 w 339"/>
                  <a:gd name="T27" fmla="*/ 2 h 20"/>
                  <a:gd name="T28" fmla="*/ 332 w 339"/>
                  <a:gd name="T29" fmla="*/ 0 h 20"/>
                  <a:gd name="T30" fmla="*/ 328 w 339"/>
                  <a:gd name="T31" fmla="*/ 10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9"/>
                  <a:gd name="T49" fmla="*/ 0 h 20"/>
                  <a:gd name="T50" fmla="*/ 339 w 339"/>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9" h="20">
                    <a:moveTo>
                      <a:pt x="328" y="10"/>
                    </a:moveTo>
                    <a:lnTo>
                      <a:pt x="332" y="0"/>
                    </a:lnTo>
                    <a:lnTo>
                      <a:pt x="0" y="0"/>
                    </a:lnTo>
                    <a:lnTo>
                      <a:pt x="0" y="19"/>
                    </a:lnTo>
                    <a:lnTo>
                      <a:pt x="332" y="19"/>
                    </a:lnTo>
                    <a:lnTo>
                      <a:pt x="338" y="10"/>
                    </a:lnTo>
                    <a:lnTo>
                      <a:pt x="332" y="19"/>
                    </a:lnTo>
                    <a:lnTo>
                      <a:pt x="335" y="19"/>
                    </a:lnTo>
                    <a:lnTo>
                      <a:pt x="336" y="16"/>
                    </a:lnTo>
                    <a:lnTo>
                      <a:pt x="336" y="13"/>
                    </a:lnTo>
                    <a:lnTo>
                      <a:pt x="338" y="10"/>
                    </a:lnTo>
                    <a:lnTo>
                      <a:pt x="336" y="5"/>
                    </a:lnTo>
                    <a:lnTo>
                      <a:pt x="336" y="2"/>
                    </a:lnTo>
                    <a:lnTo>
                      <a:pt x="335" y="2"/>
                    </a:lnTo>
                    <a:lnTo>
                      <a:pt x="332" y="0"/>
                    </a:lnTo>
                    <a:lnTo>
                      <a:pt x="328" y="10"/>
                    </a:lnTo>
                  </a:path>
                </a:pathLst>
              </a:custGeom>
              <a:solidFill>
                <a:schemeClr val="bg2"/>
              </a:solidFill>
              <a:ln w="12700" cap="rnd">
                <a:solidFill>
                  <a:schemeClr val="tx1"/>
                </a:solidFill>
                <a:round/>
                <a:headEnd/>
                <a:tailEnd/>
              </a:ln>
            </p:spPr>
            <p:txBody>
              <a:bodyPr/>
              <a:lstStyle/>
              <a:p>
                <a:pPr algn="ctr"/>
                <a:endParaRPr lang="pt-BR" sz="2400"/>
              </a:p>
            </p:txBody>
          </p:sp>
          <p:sp>
            <p:nvSpPr>
              <p:cNvPr id="206" name="Freeform 647"/>
              <p:cNvSpPr>
                <a:spLocks/>
              </p:cNvSpPr>
              <p:nvPr/>
            </p:nvSpPr>
            <p:spPr bwMode="auto">
              <a:xfrm>
                <a:off x="1547" y="967"/>
                <a:ext cx="23" cy="276"/>
              </a:xfrm>
              <a:custGeom>
                <a:avLst/>
                <a:gdLst>
                  <a:gd name="T0" fmla="*/ 7 w 23"/>
                  <a:gd name="T1" fmla="*/ 15 h 276"/>
                  <a:gd name="T2" fmla="*/ 0 w 23"/>
                  <a:gd name="T3" fmla="*/ 8 h 276"/>
                  <a:gd name="T4" fmla="*/ 0 w 23"/>
                  <a:gd name="T5" fmla="*/ 275 h 276"/>
                  <a:gd name="T6" fmla="*/ 22 w 23"/>
                  <a:gd name="T7" fmla="*/ 275 h 276"/>
                  <a:gd name="T8" fmla="*/ 22 w 23"/>
                  <a:gd name="T9" fmla="*/ 8 h 276"/>
                  <a:gd name="T10" fmla="*/ 7 w 23"/>
                  <a:gd name="T11" fmla="*/ 0 h 276"/>
                  <a:gd name="T12" fmla="*/ 22 w 23"/>
                  <a:gd name="T13" fmla="*/ 8 h 276"/>
                  <a:gd name="T14" fmla="*/ 22 w 23"/>
                  <a:gd name="T15" fmla="*/ 4 h 276"/>
                  <a:gd name="T16" fmla="*/ 22 w 23"/>
                  <a:gd name="T17" fmla="*/ 2 h 276"/>
                  <a:gd name="T18" fmla="*/ 14 w 23"/>
                  <a:gd name="T19" fmla="*/ 1 h 276"/>
                  <a:gd name="T20" fmla="*/ 7 w 23"/>
                  <a:gd name="T21" fmla="*/ 0 h 276"/>
                  <a:gd name="T22" fmla="*/ 7 w 23"/>
                  <a:gd name="T23" fmla="*/ 1 h 276"/>
                  <a:gd name="T24" fmla="*/ 0 w 23"/>
                  <a:gd name="T25" fmla="*/ 2 h 276"/>
                  <a:gd name="T26" fmla="*/ 0 w 23"/>
                  <a:gd name="T27" fmla="*/ 4 h 276"/>
                  <a:gd name="T28" fmla="*/ 0 w 23"/>
                  <a:gd name="T29" fmla="*/ 8 h 276"/>
                  <a:gd name="T30" fmla="*/ 7 w 23"/>
                  <a:gd name="T31" fmla="*/ 15 h 2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276"/>
                  <a:gd name="T50" fmla="*/ 23 w 23"/>
                  <a:gd name="T51" fmla="*/ 276 h 2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276">
                    <a:moveTo>
                      <a:pt x="7" y="15"/>
                    </a:moveTo>
                    <a:lnTo>
                      <a:pt x="0" y="8"/>
                    </a:lnTo>
                    <a:lnTo>
                      <a:pt x="0" y="275"/>
                    </a:lnTo>
                    <a:lnTo>
                      <a:pt x="22" y="275"/>
                    </a:lnTo>
                    <a:lnTo>
                      <a:pt x="22" y="8"/>
                    </a:lnTo>
                    <a:lnTo>
                      <a:pt x="7" y="0"/>
                    </a:lnTo>
                    <a:lnTo>
                      <a:pt x="22" y="8"/>
                    </a:lnTo>
                    <a:lnTo>
                      <a:pt x="22" y="4"/>
                    </a:lnTo>
                    <a:lnTo>
                      <a:pt x="22" y="2"/>
                    </a:lnTo>
                    <a:lnTo>
                      <a:pt x="14" y="1"/>
                    </a:lnTo>
                    <a:lnTo>
                      <a:pt x="7" y="0"/>
                    </a:lnTo>
                    <a:lnTo>
                      <a:pt x="7" y="1"/>
                    </a:lnTo>
                    <a:lnTo>
                      <a:pt x="0" y="2"/>
                    </a:lnTo>
                    <a:lnTo>
                      <a:pt x="0" y="4"/>
                    </a:lnTo>
                    <a:lnTo>
                      <a:pt x="0" y="8"/>
                    </a:lnTo>
                    <a:lnTo>
                      <a:pt x="7" y="15"/>
                    </a:lnTo>
                  </a:path>
                </a:pathLst>
              </a:custGeom>
              <a:solidFill>
                <a:schemeClr val="bg2"/>
              </a:solidFill>
              <a:ln w="12700" cap="rnd">
                <a:solidFill>
                  <a:schemeClr val="tx1"/>
                </a:solidFill>
                <a:round/>
                <a:headEnd/>
                <a:tailEnd/>
              </a:ln>
            </p:spPr>
            <p:txBody>
              <a:bodyPr/>
              <a:lstStyle/>
              <a:p>
                <a:pPr algn="ctr"/>
                <a:endParaRPr lang="pt-BR" sz="2400"/>
              </a:p>
            </p:txBody>
          </p:sp>
          <p:sp>
            <p:nvSpPr>
              <p:cNvPr id="207" name="Freeform 648"/>
              <p:cNvSpPr>
                <a:spLocks/>
              </p:cNvSpPr>
              <p:nvPr/>
            </p:nvSpPr>
            <p:spPr bwMode="auto">
              <a:xfrm>
                <a:off x="1207" y="967"/>
                <a:ext cx="341" cy="21"/>
              </a:xfrm>
              <a:custGeom>
                <a:avLst/>
                <a:gdLst>
                  <a:gd name="T0" fmla="*/ 9 w 341"/>
                  <a:gd name="T1" fmla="*/ 10 h 21"/>
                  <a:gd name="T2" fmla="*/ 4 w 341"/>
                  <a:gd name="T3" fmla="*/ 20 h 21"/>
                  <a:gd name="T4" fmla="*/ 340 w 341"/>
                  <a:gd name="T5" fmla="*/ 20 h 21"/>
                  <a:gd name="T6" fmla="*/ 340 w 341"/>
                  <a:gd name="T7" fmla="*/ 0 h 21"/>
                  <a:gd name="T8" fmla="*/ 4 w 341"/>
                  <a:gd name="T9" fmla="*/ 0 h 21"/>
                  <a:gd name="T10" fmla="*/ 0 w 341"/>
                  <a:gd name="T11" fmla="*/ 10 h 21"/>
                  <a:gd name="T12" fmla="*/ 4 w 341"/>
                  <a:gd name="T13" fmla="*/ 0 h 21"/>
                  <a:gd name="T14" fmla="*/ 2 w 341"/>
                  <a:gd name="T15" fmla="*/ 0 h 21"/>
                  <a:gd name="T16" fmla="*/ 1 w 341"/>
                  <a:gd name="T17" fmla="*/ 3 h 21"/>
                  <a:gd name="T18" fmla="*/ 1 w 341"/>
                  <a:gd name="T19" fmla="*/ 6 h 21"/>
                  <a:gd name="T20" fmla="*/ 0 w 341"/>
                  <a:gd name="T21" fmla="*/ 10 h 21"/>
                  <a:gd name="T22" fmla="*/ 1 w 341"/>
                  <a:gd name="T23" fmla="*/ 13 h 21"/>
                  <a:gd name="T24" fmla="*/ 1 w 341"/>
                  <a:gd name="T25" fmla="*/ 16 h 21"/>
                  <a:gd name="T26" fmla="*/ 2 w 341"/>
                  <a:gd name="T27" fmla="*/ 20 h 21"/>
                  <a:gd name="T28" fmla="*/ 4 w 341"/>
                  <a:gd name="T29" fmla="*/ 20 h 21"/>
                  <a:gd name="T30" fmla="*/ 9 w 341"/>
                  <a:gd name="T31" fmla="*/ 1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41"/>
                  <a:gd name="T49" fmla="*/ 0 h 21"/>
                  <a:gd name="T50" fmla="*/ 341 w 341"/>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41" h="21">
                    <a:moveTo>
                      <a:pt x="9" y="10"/>
                    </a:moveTo>
                    <a:lnTo>
                      <a:pt x="4" y="20"/>
                    </a:lnTo>
                    <a:lnTo>
                      <a:pt x="340" y="20"/>
                    </a:lnTo>
                    <a:lnTo>
                      <a:pt x="340" y="0"/>
                    </a:lnTo>
                    <a:lnTo>
                      <a:pt x="4" y="0"/>
                    </a:lnTo>
                    <a:lnTo>
                      <a:pt x="0" y="10"/>
                    </a:lnTo>
                    <a:lnTo>
                      <a:pt x="4" y="0"/>
                    </a:lnTo>
                    <a:lnTo>
                      <a:pt x="2" y="0"/>
                    </a:lnTo>
                    <a:lnTo>
                      <a:pt x="1" y="3"/>
                    </a:lnTo>
                    <a:lnTo>
                      <a:pt x="1" y="6"/>
                    </a:lnTo>
                    <a:lnTo>
                      <a:pt x="0" y="10"/>
                    </a:lnTo>
                    <a:lnTo>
                      <a:pt x="1" y="13"/>
                    </a:lnTo>
                    <a:lnTo>
                      <a:pt x="1" y="16"/>
                    </a:lnTo>
                    <a:lnTo>
                      <a:pt x="2" y="20"/>
                    </a:lnTo>
                    <a:lnTo>
                      <a:pt x="4" y="20"/>
                    </a:lnTo>
                    <a:lnTo>
                      <a:pt x="9" y="10"/>
                    </a:lnTo>
                  </a:path>
                </a:pathLst>
              </a:custGeom>
              <a:solidFill>
                <a:schemeClr val="bg2"/>
              </a:solidFill>
              <a:ln w="12700" cap="rnd">
                <a:solidFill>
                  <a:schemeClr val="tx1"/>
                </a:solidFill>
                <a:round/>
                <a:headEnd/>
                <a:tailEnd/>
              </a:ln>
            </p:spPr>
            <p:txBody>
              <a:bodyPr/>
              <a:lstStyle/>
              <a:p>
                <a:pPr algn="ctr"/>
                <a:endParaRPr lang="pt-BR" sz="2400"/>
              </a:p>
            </p:txBody>
          </p:sp>
          <p:sp>
            <p:nvSpPr>
              <p:cNvPr id="208" name="Freeform 649"/>
              <p:cNvSpPr>
                <a:spLocks/>
              </p:cNvSpPr>
              <p:nvPr/>
            </p:nvSpPr>
            <p:spPr bwMode="auto">
              <a:xfrm>
                <a:off x="1207" y="975"/>
                <a:ext cx="24" cy="276"/>
              </a:xfrm>
              <a:custGeom>
                <a:avLst/>
                <a:gdLst>
                  <a:gd name="T0" fmla="*/ 11 w 24"/>
                  <a:gd name="T1" fmla="*/ 260 h 276"/>
                  <a:gd name="T2" fmla="*/ 23 w 24"/>
                  <a:gd name="T3" fmla="*/ 267 h 276"/>
                  <a:gd name="T4" fmla="*/ 23 w 24"/>
                  <a:gd name="T5" fmla="*/ 0 h 276"/>
                  <a:gd name="T6" fmla="*/ 0 w 24"/>
                  <a:gd name="T7" fmla="*/ 0 h 276"/>
                  <a:gd name="T8" fmla="*/ 0 w 24"/>
                  <a:gd name="T9" fmla="*/ 267 h 276"/>
                  <a:gd name="T10" fmla="*/ 11 w 24"/>
                  <a:gd name="T11" fmla="*/ 275 h 276"/>
                  <a:gd name="T12" fmla="*/ 0 w 24"/>
                  <a:gd name="T13" fmla="*/ 267 h 276"/>
                  <a:gd name="T14" fmla="*/ 0 w 24"/>
                  <a:gd name="T15" fmla="*/ 271 h 276"/>
                  <a:gd name="T16" fmla="*/ 5 w 24"/>
                  <a:gd name="T17" fmla="*/ 273 h 276"/>
                  <a:gd name="T18" fmla="*/ 5 w 24"/>
                  <a:gd name="T19" fmla="*/ 275 h 276"/>
                  <a:gd name="T20" fmla="*/ 11 w 24"/>
                  <a:gd name="T21" fmla="*/ 275 h 276"/>
                  <a:gd name="T22" fmla="*/ 17 w 24"/>
                  <a:gd name="T23" fmla="*/ 275 h 276"/>
                  <a:gd name="T24" fmla="*/ 17 w 24"/>
                  <a:gd name="T25" fmla="*/ 273 h 276"/>
                  <a:gd name="T26" fmla="*/ 23 w 24"/>
                  <a:gd name="T27" fmla="*/ 271 h 276"/>
                  <a:gd name="T28" fmla="*/ 23 w 24"/>
                  <a:gd name="T29" fmla="*/ 267 h 276"/>
                  <a:gd name="T30" fmla="*/ 11 w 24"/>
                  <a:gd name="T31" fmla="*/ 260 h 2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276"/>
                  <a:gd name="T50" fmla="*/ 24 w 24"/>
                  <a:gd name="T51" fmla="*/ 276 h 2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276">
                    <a:moveTo>
                      <a:pt x="11" y="260"/>
                    </a:moveTo>
                    <a:lnTo>
                      <a:pt x="23" y="267"/>
                    </a:lnTo>
                    <a:lnTo>
                      <a:pt x="23" y="0"/>
                    </a:lnTo>
                    <a:lnTo>
                      <a:pt x="0" y="0"/>
                    </a:lnTo>
                    <a:lnTo>
                      <a:pt x="0" y="267"/>
                    </a:lnTo>
                    <a:lnTo>
                      <a:pt x="11" y="275"/>
                    </a:lnTo>
                    <a:lnTo>
                      <a:pt x="0" y="267"/>
                    </a:lnTo>
                    <a:lnTo>
                      <a:pt x="0" y="271"/>
                    </a:lnTo>
                    <a:lnTo>
                      <a:pt x="5" y="273"/>
                    </a:lnTo>
                    <a:lnTo>
                      <a:pt x="5" y="275"/>
                    </a:lnTo>
                    <a:lnTo>
                      <a:pt x="11" y="275"/>
                    </a:lnTo>
                    <a:lnTo>
                      <a:pt x="17" y="275"/>
                    </a:lnTo>
                    <a:lnTo>
                      <a:pt x="17" y="273"/>
                    </a:lnTo>
                    <a:lnTo>
                      <a:pt x="23" y="271"/>
                    </a:lnTo>
                    <a:lnTo>
                      <a:pt x="23" y="267"/>
                    </a:lnTo>
                    <a:lnTo>
                      <a:pt x="11" y="260"/>
                    </a:lnTo>
                  </a:path>
                </a:pathLst>
              </a:custGeom>
              <a:solidFill>
                <a:schemeClr val="bg2"/>
              </a:solidFill>
              <a:ln w="12700" cap="rnd">
                <a:solidFill>
                  <a:schemeClr val="tx1"/>
                </a:solidFill>
                <a:round/>
                <a:headEnd/>
                <a:tailEnd/>
              </a:ln>
            </p:spPr>
            <p:txBody>
              <a:bodyPr/>
              <a:lstStyle/>
              <a:p>
                <a:pPr algn="ctr"/>
                <a:endParaRPr lang="pt-BR" sz="2400"/>
              </a:p>
            </p:txBody>
          </p:sp>
          <p:sp>
            <p:nvSpPr>
              <p:cNvPr id="209" name="Freeform 650"/>
              <p:cNvSpPr>
                <a:spLocks/>
              </p:cNvSpPr>
              <p:nvPr/>
            </p:nvSpPr>
            <p:spPr bwMode="auto">
              <a:xfrm>
                <a:off x="1606" y="1094"/>
                <a:ext cx="264" cy="485"/>
              </a:xfrm>
              <a:custGeom>
                <a:avLst/>
                <a:gdLst>
                  <a:gd name="T0" fmla="*/ 0 w 264"/>
                  <a:gd name="T1" fmla="*/ 484 h 485"/>
                  <a:gd name="T2" fmla="*/ 263 w 264"/>
                  <a:gd name="T3" fmla="*/ 484 h 485"/>
                  <a:gd name="T4" fmla="*/ 263 w 264"/>
                  <a:gd name="T5" fmla="*/ 0 h 485"/>
                  <a:gd name="T6" fmla="*/ 0 w 264"/>
                  <a:gd name="T7" fmla="*/ 0 h 485"/>
                  <a:gd name="T8" fmla="*/ 0 w 264"/>
                  <a:gd name="T9" fmla="*/ 484 h 485"/>
                  <a:gd name="T10" fmla="*/ 0 60000 65536"/>
                  <a:gd name="T11" fmla="*/ 0 60000 65536"/>
                  <a:gd name="T12" fmla="*/ 0 60000 65536"/>
                  <a:gd name="T13" fmla="*/ 0 60000 65536"/>
                  <a:gd name="T14" fmla="*/ 0 60000 65536"/>
                  <a:gd name="T15" fmla="*/ 0 w 264"/>
                  <a:gd name="T16" fmla="*/ 0 h 485"/>
                  <a:gd name="T17" fmla="*/ 264 w 264"/>
                  <a:gd name="T18" fmla="*/ 485 h 485"/>
                </a:gdLst>
                <a:ahLst/>
                <a:cxnLst>
                  <a:cxn ang="T10">
                    <a:pos x="T0" y="T1"/>
                  </a:cxn>
                  <a:cxn ang="T11">
                    <a:pos x="T2" y="T3"/>
                  </a:cxn>
                  <a:cxn ang="T12">
                    <a:pos x="T4" y="T5"/>
                  </a:cxn>
                  <a:cxn ang="T13">
                    <a:pos x="T6" y="T7"/>
                  </a:cxn>
                  <a:cxn ang="T14">
                    <a:pos x="T8" y="T9"/>
                  </a:cxn>
                </a:cxnLst>
                <a:rect l="T15" t="T16" r="T17" b="T18"/>
                <a:pathLst>
                  <a:path w="264" h="485">
                    <a:moveTo>
                      <a:pt x="0" y="484"/>
                    </a:moveTo>
                    <a:lnTo>
                      <a:pt x="263" y="484"/>
                    </a:lnTo>
                    <a:lnTo>
                      <a:pt x="263" y="0"/>
                    </a:lnTo>
                    <a:lnTo>
                      <a:pt x="0" y="0"/>
                    </a:lnTo>
                    <a:lnTo>
                      <a:pt x="0" y="484"/>
                    </a:lnTo>
                  </a:path>
                </a:pathLst>
              </a:custGeom>
              <a:solidFill>
                <a:schemeClr val="bg2"/>
              </a:solidFill>
              <a:ln w="12700" cap="rnd">
                <a:solidFill>
                  <a:schemeClr val="tx1"/>
                </a:solidFill>
                <a:round/>
                <a:headEnd/>
                <a:tailEnd/>
              </a:ln>
            </p:spPr>
            <p:txBody>
              <a:bodyPr/>
              <a:lstStyle/>
              <a:p>
                <a:pPr algn="ctr"/>
                <a:endParaRPr lang="pt-BR" sz="2400"/>
              </a:p>
            </p:txBody>
          </p:sp>
          <p:sp>
            <p:nvSpPr>
              <p:cNvPr id="210" name="Freeform 651"/>
              <p:cNvSpPr>
                <a:spLocks/>
              </p:cNvSpPr>
              <p:nvPr/>
            </p:nvSpPr>
            <p:spPr bwMode="auto">
              <a:xfrm>
                <a:off x="1606" y="1578"/>
                <a:ext cx="268" cy="20"/>
              </a:xfrm>
              <a:custGeom>
                <a:avLst/>
                <a:gdLst>
                  <a:gd name="T0" fmla="*/ 257 w 268"/>
                  <a:gd name="T1" fmla="*/ 10 h 20"/>
                  <a:gd name="T2" fmla="*/ 261 w 268"/>
                  <a:gd name="T3" fmla="*/ 0 h 20"/>
                  <a:gd name="T4" fmla="*/ 0 w 268"/>
                  <a:gd name="T5" fmla="*/ 0 h 20"/>
                  <a:gd name="T6" fmla="*/ 0 w 268"/>
                  <a:gd name="T7" fmla="*/ 19 h 20"/>
                  <a:gd name="T8" fmla="*/ 261 w 268"/>
                  <a:gd name="T9" fmla="*/ 19 h 20"/>
                  <a:gd name="T10" fmla="*/ 267 w 268"/>
                  <a:gd name="T11" fmla="*/ 10 h 20"/>
                  <a:gd name="T12" fmla="*/ 261 w 268"/>
                  <a:gd name="T13" fmla="*/ 19 h 20"/>
                  <a:gd name="T14" fmla="*/ 264 w 268"/>
                  <a:gd name="T15" fmla="*/ 19 h 20"/>
                  <a:gd name="T16" fmla="*/ 265 w 268"/>
                  <a:gd name="T17" fmla="*/ 16 h 20"/>
                  <a:gd name="T18" fmla="*/ 265 w 268"/>
                  <a:gd name="T19" fmla="*/ 13 h 20"/>
                  <a:gd name="T20" fmla="*/ 267 w 268"/>
                  <a:gd name="T21" fmla="*/ 10 h 20"/>
                  <a:gd name="T22" fmla="*/ 265 w 268"/>
                  <a:gd name="T23" fmla="*/ 5 h 20"/>
                  <a:gd name="T24" fmla="*/ 265 w 268"/>
                  <a:gd name="T25" fmla="*/ 2 h 20"/>
                  <a:gd name="T26" fmla="*/ 264 w 268"/>
                  <a:gd name="T27" fmla="*/ 2 h 20"/>
                  <a:gd name="T28" fmla="*/ 261 w 268"/>
                  <a:gd name="T29" fmla="*/ 0 h 20"/>
                  <a:gd name="T30" fmla="*/ 257 w 268"/>
                  <a:gd name="T31" fmla="*/ 10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68"/>
                  <a:gd name="T49" fmla="*/ 0 h 20"/>
                  <a:gd name="T50" fmla="*/ 268 w 268"/>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68" h="20">
                    <a:moveTo>
                      <a:pt x="257" y="10"/>
                    </a:moveTo>
                    <a:lnTo>
                      <a:pt x="261" y="0"/>
                    </a:lnTo>
                    <a:lnTo>
                      <a:pt x="0" y="0"/>
                    </a:lnTo>
                    <a:lnTo>
                      <a:pt x="0" y="19"/>
                    </a:lnTo>
                    <a:lnTo>
                      <a:pt x="261" y="19"/>
                    </a:lnTo>
                    <a:lnTo>
                      <a:pt x="267" y="10"/>
                    </a:lnTo>
                    <a:lnTo>
                      <a:pt x="261" y="19"/>
                    </a:lnTo>
                    <a:lnTo>
                      <a:pt x="264" y="19"/>
                    </a:lnTo>
                    <a:lnTo>
                      <a:pt x="265" y="16"/>
                    </a:lnTo>
                    <a:lnTo>
                      <a:pt x="265" y="13"/>
                    </a:lnTo>
                    <a:lnTo>
                      <a:pt x="267" y="10"/>
                    </a:lnTo>
                    <a:lnTo>
                      <a:pt x="265" y="5"/>
                    </a:lnTo>
                    <a:lnTo>
                      <a:pt x="265" y="2"/>
                    </a:lnTo>
                    <a:lnTo>
                      <a:pt x="264" y="2"/>
                    </a:lnTo>
                    <a:lnTo>
                      <a:pt x="261" y="0"/>
                    </a:lnTo>
                    <a:lnTo>
                      <a:pt x="257" y="10"/>
                    </a:lnTo>
                  </a:path>
                </a:pathLst>
              </a:custGeom>
              <a:solidFill>
                <a:schemeClr val="bg2"/>
              </a:solidFill>
              <a:ln w="12700" cap="rnd">
                <a:solidFill>
                  <a:schemeClr val="tx1"/>
                </a:solidFill>
                <a:round/>
                <a:headEnd/>
                <a:tailEnd/>
              </a:ln>
            </p:spPr>
            <p:txBody>
              <a:bodyPr/>
              <a:lstStyle/>
              <a:p>
                <a:pPr algn="ctr"/>
                <a:endParaRPr lang="pt-BR" sz="2400"/>
              </a:p>
            </p:txBody>
          </p:sp>
          <p:sp>
            <p:nvSpPr>
              <p:cNvPr id="211" name="Freeform 652"/>
              <p:cNvSpPr>
                <a:spLocks/>
              </p:cNvSpPr>
              <p:nvPr/>
            </p:nvSpPr>
            <p:spPr bwMode="auto">
              <a:xfrm>
                <a:off x="1869" y="1087"/>
                <a:ext cx="22" cy="492"/>
              </a:xfrm>
              <a:custGeom>
                <a:avLst/>
                <a:gdLst>
                  <a:gd name="T0" fmla="*/ 10 w 22"/>
                  <a:gd name="T1" fmla="*/ 14 h 492"/>
                  <a:gd name="T2" fmla="*/ 0 w 22"/>
                  <a:gd name="T3" fmla="*/ 7 h 492"/>
                  <a:gd name="T4" fmla="*/ 0 w 22"/>
                  <a:gd name="T5" fmla="*/ 491 h 492"/>
                  <a:gd name="T6" fmla="*/ 21 w 22"/>
                  <a:gd name="T7" fmla="*/ 491 h 492"/>
                  <a:gd name="T8" fmla="*/ 21 w 22"/>
                  <a:gd name="T9" fmla="*/ 7 h 492"/>
                  <a:gd name="T10" fmla="*/ 10 w 22"/>
                  <a:gd name="T11" fmla="*/ 0 h 492"/>
                  <a:gd name="T12" fmla="*/ 21 w 22"/>
                  <a:gd name="T13" fmla="*/ 7 h 492"/>
                  <a:gd name="T14" fmla="*/ 21 w 22"/>
                  <a:gd name="T15" fmla="*/ 3 h 492"/>
                  <a:gd name="T16" fmla="*/ 15 w 22"/>
                  <a:gd name="T17" fmla="*/ 1 h 492"/>
                  <a:gd name="T18" fmla="*/ 15 w 22"/>
                  <a:gd name="T19" fmla="*/ 0 h 492"/>
                  <a:gd name="T20" fmla="*/ 10 w 22"/>
                  <a:gd name="T21" fmla="*/ 0 h 492"/>
                  <a:gd name="T22" fmla="*/ 5 w 22"/>
                  <a:gd name="T23" fmla="*/ 0 h 492"/>
                  <a:gd name="T24" fmla="*/ 5 w 22"/>
                  <a:gd name="T25" fmla="*/ 1 h 492"/>
                  <a:gd name="T26" fmla="*/ 0 w 22"/>
                  <a:gd name="T27" fmla="*/ 3 h 492"/>
                  <a:gd name="T28" fmla="*/ 0 w 22"/>
                  <a:gd name="T29" fmla="*/ 7 h 492"/>
                  <a:gd name="T30" fmla="*/ 10 w 22"/>
                  <a:gd name="T31" fmla="*/ 14 h 4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492"/>
                  <a:gd name="T50" fmla="*/ 22 w 22"/>
                  <a:gd name="T51" fmla="*/ 492 h 49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492">
                    <a:moveTo>
                      <a:pt x="10" y="14"/>
                    </a:moveTo>
                    <a:lnTo>
                      <a:pt x="0" y="7"/>
                    </a:lnTo>
                    <a:lnTo>
                      <a:pt x="0" y="491"/>
                    </a:lnTo>
                    <a:lnTo>
                      <a:pt x="21" y="491"/>
                    </a:lnTo>
                    <a:lnTo>
                      <a:pt x="21" y="7"/>
                    </a:lnTo>
                    <a:lnTo>
                      <a:pt x="10" y="0"/>
                    </a:lnTo>
                    <a:lnTo>
                      <a:pt x="21" y="7"/>
                    </a:lnTo>
                    <a:lnTo>
                      <a:pt x="21" y="3"/>
                    </a:lnTo>
                    <a:lnTo>
                      <a:pt x="15" y="1"/>
                    </a:lnTo>
                    <a:lnTo>
                      <a:pt x="15" y="0"/>
                    </a:lnTo>
                    <a:lnTo>
                      <a:pt x="10" y="0"/>
                    </a:lnTo>
                    <a:lnTo>
                      <a:pt x="5" y="0"/>
                    </a:lnTo>
                    <a:lnTo>
                      <a:pt x="5" y="1"/>
                    </a:lnTo>
                    <a:lnTo>
                      <a:pt x="0" y="3"/>
                    </a:lnTo>
                    <a:lnTo>
                      <a:pt x="0" y="7"/>
                    </a:lnTo>
                    <a:lnTo>
                      <a:pt x="10" y="14"/>
                    </a:lnTo>
                  </a:path>
                </a:pathLst>
              </a:custGeom>
              <a:solidFill>
                <a:schemeClr val="bg2"/>
              </a:solidFill>
              <a:ln w="12700" cap="rnd">
                <a:solidFill>
                  <a:schemeClr val="tx1"/>
                </a:solidFill>
                <a:round/>
                <a:headEnd/>
                <a:tailEnd/>
              </a:ln>
            </p:spPr>
            <p:txBody>
              <a:bodyPr/>
              <a:lstStyle/>
              <a:p>
                <a:pPr algn="ctr"/>
                <a:endParaRPr lang="pt-BR" sz="2400"/>
              </a:p>
            </p:txBody>
          </p:sp>
          <p:sp>
            <p:nvSpPr>
              <p:cNvPr id="212" name="Freeform 653"/>
              <p:cNvSpPr>
                <a:spLocks/>
              </p:cNvSpPr>
              <p:nvPr/>
            </p:nvSpPr>
            <p:spPr bwMode="auto">
              <a:xfrm>
                <a:off x="1603" y="1087"/>
                <a:ext cx="267" cy="19"/>
              </a:xfrm>
              <a:custGeom>
                <a:avLst/>
                <a:gdLst>
                  <a:gd name="T0" fmla="*/ 8 w 267"/>
                  <a:gd name="T1" fmla="*/ 10 h 19"/>
                  <a:gd name="T2" fmla="*/ 4 w 267"/>
                  <a:gd name="T3" fmla="*/ 18 h 19"/>
                  <a:gd name="T4" fmla="*/ 266 w 267"/>
                  <a:gd name="T5" fmla="*/ 18 h 19"/>
                  <a:gd name="T6" fmla="*/ 266 w 267"/>
                  <a:gd name="T7" fmla="*/ 0 h 19"/>
                  <a:gd name="T8" fmla="*/ 4 w 267"/>
                  <a:gd name="T9" fmla="*/ 0 h 19"/>
                  <a:gd name="T10" fmla="*/ 0 w 267"/>
                  <a:gd name="T11" fmla="*/ 10 h 19"/>
                  <a:gd name="T12" fmla="*/ 4 w 267"/>
                  <a:gd name="T13" fmla="*/ 0 h 19"/>
                  <a:gd name="T14" fmla="*/ 2 w 267"/>
                  <a:gd name="T15" fmla="*/ 0 h 19"/>
                  <a:gd name="T16" fmla="*/ 1 w 267"/>
                  <a:gd name="T17" fmla="*/ 2 h 19"/>
                  <a:gd name="T18" fmla="*/ 0 w 267"/>
                  <a:gd name="T19" fmla="*/ 5 h 19"/>
                  <a:gd name="T20" fmla="*/ 0 w 267"/>
                  <a:gd name="T21" fmla="*/ 10 h 19"/>
                  <a:gd name="T22" fmla="*/ 0 w 267"/>
                  <a:gd name="T23" fmla="*/ 12 h 19"/>
                  <a:gd name="T24" fmla="*/ 1 w 267"/>
                  <a:gd name="T25" fmla="*/ 15 h 19"/>
                  <a:gd name="T26" fmla="*/ 2 w 267"/>
                  <a:gd name="T27" fmla="*/ 18 h 19"/>
                  <a:gd name="T28" fmla="*/ 4 w 267"/>
                  <a:gd name="T29" fmla="*/ 18 h 19"/>
                  <a:gd name="T30" fmla="*/ 8 w 267"/>
                  <a:gd name="T31" fmla="*/ 10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67"/>
                  <a:gd name="T49" fmla="*/ 0 h 19"/>
                  <a:gd name="T50" fmla="*/ 267 w 267"/>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67" h="19">
                    <a:moveTo>
                      <a:pt x="8" y="10"/>
                    </a:moveTo>
                    <a:lnTo>
                      <a:pt x="4" y="18"/>
                    </a:lnTo>
                    <a:lnTo>
                      <a:pt x="266" y="18"/>
                    </a:lnTo>
                    <a:lnTo>
                      <a:pt x="266" y="0"/>
                    </a:lnTo>
                    <a:lnTo>
                      <a:pt x="4" y="0"/>
                    </a:lnTo>
                    <a:lnTo>
                      <a:pt x="0" y="10"/>
                    </a:lnTo>
                    <a:lnTo>
                      <a:pt x="4" y="0"/>
                    </a:lnTo>
                    <a:lnTo>
                      <a:pt x="2" y="0"/>
                    </a:lnTo>
                    <a:lnTo>
                      <a:pt x="1" y="2"/>
                    </a:lnTo>
                    <a:lnTo>
                      <a:pt x="0" y="5"/>
                    </a:lnTo>
                    <a:lnTo>
                      <a:pt x="0" y="10"/>
                    </a:lnTo>
                    <a:lnTo>
                      <a:pt x="0" y="12"/>
                    </a:lnTo>
                    <a:lnTo>
                      <a:pt x="1" y="15"/>
                    </a:lnTo>
                    <a:lnTo>
                      <a:pt x="2" y="18"/>
                    </a:lnTo>
                    <a:lnTo>
                      <a:pt x="4" y="18"/>
                    </a:lnTo>
                    <a:lnTo>
                      <a:pt x="8" y="10"/>
                    </a:lnTo>
                  </a:path>
                </a:pathLst>
              </a:custGeom>
              <a:solidFill>
                <a:schemeClr val="bg2"/>
              </a:solidFill>
              <a:ln w="12700" cap="rnd">
                <a:solidFill>
                  <a:schemeClr val="tx1"/>
                </a:solidFill>
                <a:round/>
                <a:headEnd/>
                <a:tailEnd/>
              </a:ln>
            </p:spPr>
            <p:txBody>
              <a:bodyPr/>
              <a:lstStyle/>
              <a:p>
                <a:pPr algn="ctr"/>
                <a:endParaRPr lang="pt-BR" sz="2400"/>
              </a:p>
            </p:txBody>
          </p:sp>
          <p:sp>
            <p:nvSpPr>
              <p:cNvPr id="213" name="Freeform 654"/>
              <p:cNvSpPr>
                <a:spLocks/>
              </p:cNvSpPr>
              <p:nvPr/>
            </p:nvSpPr>
            <p:spPr bwMode="auto">
              <a:xfrm>
                <a:off x="1603" y="1094"/>
                <a:ext cx="22" cy="493"/>
              </a:xfrm>
              <a:custGeom>
                <a:avLst/>
                <a:gdLst>
                  <a:gd name="T0" fmla="*/ 7 w 22"/>
                  <a:gd name="T1" fmla="*/ 477 h 493"/>
                  <a:gd name="T2" fmla="*/ 21 w 22"/>
                  <a:gd name="T3" fmla="*/ 484 h 493"/>
                  <a:gd name="T4" fmla="*/ 21 w 22"/>
                  <a:gd name="T5" fmla="*/ 0 h 493"/>
                  <a:gd name="T6" fmla="*/ 0 w 22"/>
                  <a:gd name="T7" fmla="*/ 0 h 493"/>
                  <a:gd name="T8" fmla="*/ 0 w 22"/>
                  <a:gd name="T9" fmla="*/ 484 h 493"/>
                  <a:gd name="T10" fmla="*/ 7 w 22"/>
                  <a:gd name="T11" fmla="*/ 492 h 493"/>
                  <a:gd name="T12" fmla="*/ 0 w 22"/>
                  <a:gd name="T13" fmla="*/ 484 h 493"/>
                  <a:gd name="T14" fmla="*/ 0 w 22"/>
                  <a:gd name="T15" fmla="*/ 488 h 493"/>
                  <a:gd name="T16" fmla="*/ 0 w 22"/>
                  <a:gd name="T17" fmla="*/ 490 h 493"/>
                  <a:gd name="T18" fmla="*/ 7 w 22"/>
                  <a:gd name="T19" fmla="*/ 492 h 493"/>
                  <a:gd name="T20" fmla="*/ 7 w 22"/>
                  <a:gd name="T21" fmla="*/ 492 h 493"/>
                  <a:gd name="T22" fmla="*/ 14 w 22"/>
                  <a:gd name="T23" fmla="*/ 492 h 493"/>
                  <a:gd name="T24" fmla="*/ 14 w 22"/>
                  <a:gd name="T25" fmla="*/ 490 h 493"/>
                  <a:gd name="T26" fmla="*/ 21 w 22"/>
                  <a:gd name="T27" fmla="*/ 488 h 493"/>
                  <a:gd name="T28" fmla="*/ 21 w 22"/>
                  <a:gd name="T29" fmla="*/ 484 h 493"/>
                  <a:gd name="T30" fmla="*/ 7 w 22"/>
                  <a:gd name="T31" fmla="*/ 477 h 49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493"/>
                  <a:gd name="T50" fmla="*/ 22 w 22"/>
                  <a:gd name="T51" fmla="*/ 493 h 49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493">
                    <a:moveTo>
                      <a:pt x="7" y="477"/>
                    </a:moveTo>
                    <a:lnTo>
                      <a:pt x="21" y="484"/>
                    </a:lnTo>
                    <a:lnTo>
                      <a:pt x="21" y="0"/>
                    </a:lnTo>
                    <a:lnTo>
                      <a:pt x="0" y="0"/>
                    </a:lnTo>
                    <a:lnTo>
                      <a:pt x="0" y="484"/>
                    </a:lnTo>
                    <a:lnTo>
                      <a:pt x="7" y="492"/>
                    </a:lnTo>
                    <a:lnTo>
                      <a:pt x="0" y="484"/>
                    </a:lnTo>
                    <a:lnTo>
                      <a:pt x="0" y="488"/>
                    </a:lnTo>
                    <a:lnTo>
                      <a:pt x="0" y="490"/>
                    </a:lnTo>
                    <a:lnTo>
                      <a:pt x="7" y="492"/>
                    </a:lnTo>
                    <a:lnTo>
                      <a:pt x="14" y="492"/>
                    </a:lnTo>
                    <a:lnTo>
                      <a:pt x="14" y="490"/>
                    </a:lnTo>
                    <a:lnTo>
                      <a:pt x="21" y="488"/>
                    </a:lnTo>
                    <a:lnTo>
                      <a:pt x="21" y="484"/>
                    </a:lnTo>
                    <a:lnTo>
                      <a:pt x="7" y="477"/>
                    </a:lnTo>
                  </a:path>
                </a:pathLst>
              </a:custGeom>
              <a:solidFill>
                <a:schemeClr val="bg2"/>
              </a:solidFill>
              <a:ln w="12700" cap="rnd">
                <a:solidFill>
                  <a:schemeClr val="tx1"/>
                </a:solidFill>
                <a:round/>
                <a:headEnd/>
                <a:tailEnd/>
              </a:ln>
            </p:spPr>
            <p:txBody>
              <a:bodyPr/>
              <a:lstStyle/>
              <a:p>
                <a:pPr algn="ctr"/>
                <a:endParaRPr lang="pt-BR" sz="2400"/>
              </a:p>
            </p:txBody>
          </p:sp>
          <p:sp>
            <p:nvSpPr>
              <p:cNvPr id="214" name="Freeform 655"/>
              <p:cNvSpPr>
                <a:spLocks/>
              </p:cNvSpPr>
              <p:nvPr/>
            </p:nvSpPr>
            <p:spPr bwMode="auto">
              <a:xfrm>
                <a:off x="698" y="987"/>
                <a:ext cx="181" cy="292"/>
              </a:xfrm>
              <a:custGeom>
                <a:avLst/>
                <a:gdLst>
                  <a:gd name="T0" fmla="*/ 0 w 181"/>
                  <a:gd name="T1" fmla="*/ 291 h 292"/>
                  <a:gd name="T2" fmla="*/ 180 w 181"/>
                  <a:gd name="T3" fmla="*/ 291 h 292"/>
                  <a:gd name="T4" fmla="*/ 180 w 181"/>
                  <a:gd name="T5" fmla="*/ 0 h 292"/>
                  <a:gd name="T6" fmla="*/ 0 w 181"/>
                  <a:gd name="T7" fmla="*/ 0 h 292"/>
                  <a:gd name="T8" fmla="*/ 0 w 181"/>
                  <a:gd name="T9" fmla="*/ 291 h 292"/>
                  <a:gd name="T10" fmla="*/ 0 60000 65536"/>
                  <a:gd name="T11" fmla="*/ 0 60000 65536"/>
                  <a:gd name="T12" fmla="*/ 0 60000 65536"/>
                  <a:gd name="T13" fmla="*/ 0 60000 65536"/>
                  <a:gd name="T14" fmla="*/ 0 60000 65536"/>
                  <a:gd name="T15" fmla="*/ 0 w 181"/>
                  <a:gd name="T16" fmla="*/ 0 h 292"/>
                  <a:gd name="T17" fmla="*/ 181 w 181"/>
                  <a:gd name="T18" fmla="*/ 292 h 292"/>
                </a:gdLst>
                <a:ahLst/>
                <a:cxnLst>
                  <a:cxn ang="T10">
                    <a:pos x="T0" y="T1"/>
                  </a:cxn>
                  <a:cxn ang="T11">
                    <a:pos x="T2" y="T3"/>
                  </a:cxn>
                  <a:cxn ang="T12">
                    <a:pos x="T4" y="T5"/>
                  </a:cxn>
                  <a:cxn ang="T13">
                    <a:pos x="T6" y="T7"/>
                  </a:cxn>
                  <a:cxn ang="T14">
                    <a:pos x="T8" y="T9"/>
                  </a:cxn>
                </a:cxnLst>
                <a:rect l="T15" t="T16" r="T17" b="T18"/>
                <a:pathLst>
                  <a:path w="181" h="292">
                    <a:moveTo>
                      <a:pt x="0" y="291"/>
                    </a:moveTo>
                    <a:lnTo>
                      <a:pt x="180" y="291"/>
                    </a:lnTo>
                    <a:lnTo>
                      <a:pt x="180" y="0"/>
                    </a:lnTo>
                    <a:lnTo>
                      <a:pt x="0" y="0"/>
                    </a:lnTo>
                    <a:lnTo>
                      <a:pt x="0" y="291"/>
                    </a:lnTo>
                  </a:path>
                </a:pathLst>
              </a:custGeom>
              <a:solidFill>
                <a:schemeClr val="bg2"/>
              </a:solidFill>
              <a:ln w="12700" cap="rnd">
                <a:solidFill>
                  <a:schemeClr val="tx1"/>
                </a:solidFill>
                <a:round/>
                <a:headEnd/>
                <a:tailEnd/>
              </a:ln>
            </p:spPr>
            <p:txBody>
              <a:bodyPr/>
              <a:lstStyle/>
              <a:p>
                <a:pPr algn="ctr"/>
                <a:endParaRPr lang="pt-BR" sz="2400"/>
              </a:p>
            </p:txBody>
          </p:sp>
          <p:sp>
            <p:nvSpPr>
              <p:cNvPr id="215" name="Freeform 656"/>
              <p:cNvSpPr>
                <a:spLocks/>
              </p:cNvSpPr>
              <p:nvPr/>
            </p:nvSpPr>
            <p:spPr bwMode="auto">
              <a:xfrm>
                <a:off x="698" y="987"/>
                <a:ext cx="186" cy="299"/>
              </a:xfrm>
              <a:custGeom>
                <a:avLst/>
                <a:gdLst>
                  <a:gd name="T0" fmla="*/ 0 w 186"/>
                  <a:gd name="T1" fmla="*/ 298 h 299"/>
                  <a:gd name="T2" fmla="*/ 185 w 186"/>
                  <a:gd name="T3" fmla="*/ 298 h 299"/>
                  <a:gd name="T4" fmla="*/ 185 w 186"/>
                  <a:gd name="T5" fmla="*/ 0 h 299"/>
                  <a:gd name="T6" fmla="*/ 0 w 186"/>
                  <a:gd name="T7" fmla="*/ 0 h 299"/>
                  <a:gd name="T8" fmla="*/ 0 w 186"/>
                  <a:gd name="T9" fmla="*/ 298 h 299"/>
                  <a:gd name="T10" fmla="*/ 0 60000 65536"/>
                  <a:gd name="T11" fmla="*/ 0 60000 65536"/>
                  <a:gd name="T12" fmla="*/ 0 60000 65536"/>
                  <a:gd name="T13" fmla="*/ 0 60000 65536"/>
                  <a:gd name="T14" fmla="*/ 0 60000 65536"/>
                  <a:gd name="T15" fmla="*/ 0 w 186"/>
                  <a:gd name="T16" fmla="*/ 0 h 299"/>
                  <a:gd name="T17" fmla="*/ 186 w 186"/>
                  <a:gd name="T18" fmla="*/ 299 h 299"/>
                </a:gdLst>
                <a:ahLst/>
                <a:cxnLst>
                  <a:cxn ang="T10">
                    <a:pos x="T0" y="T1"/>
                  </a:cxn>
                  <a:cxn ang="T11">
                    <a:pos x="T2" y="T3"/>
                  </a:cxn>
                  <a:cxn ang="T12">
                    <a:pos x="T4" y="T5"/>
                  </a:cxn>
                  <a:cxn ang="T13">
                    <a:pos x="T6" y="T7"/>
                  </a:cxn>
                  <a:cxn ang="T14">
                    <a:pos x="T8" y="T9"/>
                  </a:cxn>
                </a:cxnLst>
                <a:rect l="T15" t="T16" r="T17" b="T18"/>
                <a:pathLst>
                  <a:path w="186" h="299">
                    <a:moveTo>
                      <a:pt x="0" y="298"/>
                    </a:moveTo>
                    <a:lnTo>
                      <a:pt x="185" y="298"/>
                    </a:lnTo>
                    <a:lnTo>
                      <a:pt x="185" y="0"/>
                    </a:lnTo>
                    <a:lnTo>
                      <a:pt x="0" y="0"/>
                    </a:lnTo>
                    <a:lnTo>
                      <a:pt x="0" y="298"/>
                    </a:lnTo>
                  </a:path>
                </a:pathLst>
              </a:custGeom>
              <a:solidFill>
                <a:schemeClr val="bg2"/>
              </a:solidFill>
              <a:ln w="12700" cap="rnd">
                <a:solidFill>
                  <a:schemeClr val="tx1"/>
                </a:solidFill>
                <a:round/>
                <a:headEnd/>
                <a:tailEnd/>
              </a:ln>
            </p:spPr>
            <p:txBody>
              <a:bodyPr/>
              <a:lstStyle/>
              <a:p>
                <a:pPr algn="ctr"/>
                <a:endParaRPr lang="pt-BR" sz="2400"/>
              </a:p>
            </p:txBody>
          </p:sp>
          <p:sp>
            <p:nvSpPr>
              <p:cNvPr id="216" name="Freeform 657"/>
              <p:cNvSpPr>
                <a:spLocks/>
              </p:cNvSpPr>
              <p:nvPr/>
            </p:nvSpPr>
            <p:spPr bwMode="auto">
              <a:xfrm>
                <a:off x="794" y="1081"/>
                <a:ext cx="23" cy="21"/>
              </a:xfrm>
              <a:custGeom>
                <a:avLst/>
                <a:gdLst>
                  <a:gd name="T0" fmla="*/ 0 w 23"/>
                  <a:gd name="T1" fmla="*/ 20 h 21"/>
                  <a:gd name="T2" fmla="*/ 22 w 23"/>
                  <a:gd name="T3" fmla="*/ 20 h 21"/>
                  <a:gd name="T4" fmla="*/ 22 w 23"/>
                  <a:gd name="T5" fmla="*/ 0 h 21"/>
                  <a:gd name="T6" fmla="*/ 0 w 23"/>
                  <a:gd name="T7" fmla="*/ 0 h 21"/>
                  <a:gd name="T8" fmla="*/ 0 w 23"/>
                  <a:gd name="T9" fmla="*/ 20 h 21"/>
                  <a:gd name="T10" fmla="*/ 0 60000 65536"/>
                  <a:gd name="T11" fmla="*/ 0 60000 65536"/>
                  <a:gd name="T12" fmla="*/ 0 60000 65536"/>
                  <a:gd name="T13" fmla="*/ 0 60000 65536"/>
                  <a:gd name="T14" fmla="*/ 0 60000 65536"/>
                  <a:gd name="T15" fmla="*/ 0 w 23"/>
                  <a:gd name="T16" fmla="*/ 0 h 21"/>
                  <a:gd name="T17" fmla="*/ 23 w 23"/>
                  <a:gd name="T18" fmla="*/ 21 h 21"/>
                </a:gdLst>
                <a:ahLst/>
                <a:cxnLst>
                  <a:cxn ang="T10">
                    <a:pos x="T0" y="T1"/>
                  </a:cxn>
                  <a:cxn ang="T11">
                    <a:pos x="T2" y="T3"/>
                  </a:cxn>
                  <a:cxn ang="T12">
                    <a:pos x="T4" y="T5"/>
                  </a:cxn>
                  <a:cxn ang="T13">
                    <a:pos x="T6" y="T7"/>
                  </a:cxn>
                  <a:cxn ang="T14">
                    <a:pos x="T8" y="T9"/>
                  </a:cxn>
                </a:cxnLst>
                <a:rect l="T15" t="T16" r="T17" b="T18"/>
                <a:pathLst>
                  <a:path w="23" h="21">
                    <a:moveTo>
                      <a:pt x="0" y="20"/>
                    </a:moveTo>
                    <a:lnTo>
                      <a:pt x="22" y="20"/>
                    </a:lnTo>
                    <a:lnTo>
                      <a:pt x="22" y="0"/>
                    </a:lnTo>
                    <a:lnTo>
                      <a:pt x="0" y="0"/>
                    </a:lnTo>
                    <a:lnTo>
                      <a:pt x="0" y="20"/>
                    </a:lnTo>
                  </a:path>
                </a:pathLst>
              </a:custGeom>
              <a:solidFill>
                <a:schemeClr val="bg2"/>
              </a:solidFill>
              <a:ln w="12700" cap="rnd">
                <a:solidFill>
                  <a:schemeClr val="tx1"/>
                </a:solidFill>
                <a:round/>
                <a:headEnd/>
                <a:tailEnd/>
              </a:ln>
            </p:spPr>
            <p:txBody>
              <a:bodyPr/>
              <a:lstStyle/>
              <a:p>
                <a:pPr algn="ctr"/>
                <a:endParaRPr lang="pt-BR" sz="2400"/>
              </a:p>
            </p:txBody>
          </p:sp>
          <p:sp>
            <p:nvSpPr>
              <p:cNvPr id="217" name="Freeform 658"/>
              <p:cNvSpPr>
                <a:spLocks/>
              </p:cNvSpPr>
              <p:nvPr/>
            </p:nvSpPr>
            <p:spPr bwMode="auto">
              <a:xfrm>
                <a:off x="794" y="1081"/>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pPr algn="ctr"/>
                <a:endParaRPr lang="pt-BR" sz="2400"/>
              </a:p>
            </p:txBody>
          </p:sp>
          <p:sp>
            <p:nvSpPr>
              <p:cNvPr id="218" name="Freeform 659"/>
              <p:cNvSpPr>
                <a:spLocks/>
              </p:cNvSpPr>
              <p:nvPr/>
            </p:nvSpPr>
            <p:spPr bwMode="auto">
              <a:xfrm>
                <a:off x="794" y="1110"/>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pPr algn="ctr"/>
                <a:endParaRPr lang="pt-BR" sz="2400"/>
              </a:p>
            </p:txBody>
          </p:sp>
          <p:sp>
            <p:nvSpPr>
              <p:cNvPr id="219" name="Freeform 660"/>
              <p:cNvSpPr>
                <a:spLocks/>
              </p:cNvSpPr>
              <p:nvPr/>
            </p:nvSpPr>
            <p:spPr bwMode="auto">
              <a:xfrm>
                <a:off x="794" y="1110"/>
                <a:ext cx="23" cy="25"/>
              </a:xfrm>
              <a:custGeom>
                <a:avLst/>
                <a:gdLst>
                  <a:gd name="T0" fmla="*/ 0 w 23"/>
                  <a:gd name="T1" fmla="*/ 24 h 25"/>
                  <a:gd name="T2" fmla="*/ 22 w 23"/>
                  <a:gd name="T3" fmla="*/ 24 h 25"/>
                  <a:gd name="T4" fmla="*/ 22 w 23"/>
                  <a:gd name="T5" fmla="*/ 0 h 25"/>
                  <a:gd name="T6" fmla="*/ 0 w 23"/>
                  <a:gd name="T7" fmla="*/ 0 h 25"/>
                  <a:gd name="T8" fmla="*/ 0 w 23"/>
                  <a:gd name="T9" fmla="*/ 24 h 25"/>
                  <a:gd name="T10" fmla="*/ 0 60000 65536"/>
                  <a:gd name="T11" fmla="*/ 0 60000 65536"/>
                  <a:gd name="T12" fmla="*/ 0 60000 65536"/>
                  <a:gd name="T13" fmla="*/ 0 60000 65536"/>
                  <a:gd name="T14" fmla="*/ 0 60000 65536"/>
                  <a:gd name="T15" fmla="*/ 0 w 23"/>
                  <a:gd name="T16" fmla="*/ 0 h 25"/>
                  <a:gd name="T17" fmla="*/ 23 w 23"/>
                  <a:gd name="T18" fmla="*/ 25 h 25"/>
                </a:gdLst>
                <a:ahLst/>
                <a:cxnLst>
                  <a:cxn ang="T10">
                    <a:pos x="T0" y="T1"/>
                  </a:cxn>
                  <a:cxn ang="T11">
                    <a:pos x="T2" y="T3"/>
                  </a:cxn>
                  <a:cxn ang="T12">
                    <a:pos x="T4" y="T5"/>
                  </a:cxn>
                  <a:cxn ang="T13">
                    <a:pos x="T6" y="T7"/>
                  </a:cxn>
                  <a:cxn ang="T14">
                    <a:pos x="T8" y="T9"/>
                  </a:cxn>
                </a:cxnLst>
                <a:rect l="T15" t="T16" r="T17" b="T18"/>
                <a:pathLst>
                  <a:path w="23" h="25">
                    <a:moveTo>
                      <a:pt x="0" y="24"/>
                    </a:moveTo>
                    <a:lnTo>
                      <a:pt x="22" y="24"/>
                    </a:lnTo>
                    <a:lnTo>
                      <a:pt x="22" y="0"/>
                    </a:lnTo>
                    <a:lnTo>
                      <a:pt x="0" y="0"/>
                    </a:lnTo>
                    <a:lnTo>
                      <a:pt x="0" y="24"/>
                    </a:lnTo>
                  </a:path>
                </a:pathLst>
              </a:custGeom>
              <a:solidFill>
                <a:schemeClr val="bg2"/>
              </a:solidFill>
              <a:ln w="12700" cap="rnd">
                <a:solidFill>
                  <a:schemeClr val="tx1"/>
                </a:solidFill>
                <a:round/>
                <a:headEnd/>
                <a:tailEnd/>
              </a:ln>
            </p:spPr>
            <p:txBody>
              <a:bodyPr/>
              <a:lstStyle/>
              <a:p>
                <a:pPr algn="ctr"/>
                <a:endParaRPr lang="pt-BR" sz="2400"/>
              </a:p>
            </p:txBody>
          </p:sp>
          <p:sp>
            <p:nvSpPr>
              <p:cNvPr id="220" name="Freeform 661"/>
              <p:cNvSpPr>
                <a:spLocks/>
              </p:cNvSpPr>
              <p:nvPr/>
            </p:nvSpPr>
            <p:spPr bwMode="auto">
              <a:xfrm>
                <a:off x="794" y="1136"/>
                <a:ext cx="23" cy="19"/>
              </a:xfrm>
              <a:custGeom>
                <a:avLst/>
                <a:gdLst>
                  <a:gd name="T0" fmla="*/ 0 w 23"/>
                  <a:gd name="T1" fmla="*/ 18 h 19"/>
                  <a:gd name="T2" fmla="*/ 22 w 23"/>
                  <a:gd name="T3" fmla="*/ 18 h 19"/>
                  <a:gd name="T4" fmla="*/ 22 w 23"/>
                  <a:gd name="T5" fmla="*/ 0 h 19"/>
                  <a:gd name="T6" fmla="*/ 0 w 23"/>
                  <a:gd name="T7" fmla="*/ 0 h 19"/>
                  <a:gd name="T8" fmla="*/ 0 w 23"/>
                  <a:gd name="T9" fmla="*/ 18 h 19"/>
                  <a:gd name="T10" fmla="*/ 0 60000 65536"/>
                  <a:gd name="T11" fmla="*/ 0 60000 65536"/>
                  <a:gd name="T12" fmla="*/ 0 60000 65536"/>
                  <a:gd name="T13" fmla="*/ 0 60000 65536"/>
                  <a:gd name="T14" fmla="*/ 0 60000 65536"/>
                  <a:gd name="T15" fmla="*/ 0 w 23"/>
                  <a:gd name="T16" fmla="*/ 0 h 19"/>
                  <a:gd name="T17" fmla="*/ 23 w 23"/>
                  <a:gd name="T18" fmla="*/ 19 h 19"/>
                </a:gdLst>
                <a:ahLst/>
                <a:cxnLst>
                  <a:cxn ang="T10">
                    <a:pos x="T0" y="T1"/>
                  </a:cxn>
                  <a:cxn ang="T11">
                    <a:pos x="T2" y="T3"/>
                  </a:cxn>
                  <a:cxn ang="T12">
                    <a:pos x="T4" y="T5"/>
                  </a:cxn>
                  <a:cxn ang="T13">
                    <a:pos x="T6" y="T7"/>
                  </a:cxn>
                  <a:cxn ang="T14">
                    <a:pos x="T8" y="T9"/>
                  </a:cxn>
                </a:cxnLst>
                <a:rect l="T15" t="T16" r="T17" b="T18"/>
                <a:pathLst>
                  <a:path w="23" h="19">
                    <a:moveTo>
                      <a:pt x="0" y="18"/>
                    </a:moveTo>
                    <a:lnTo>
                      <a:pt x="22" y="18"/>
                    </a:lnTo>
                    <a:lnTo>
                      <a:pt x="22" y="0"/>
                    </a:lnTo>
                    <a:lnTo>
                      <a:pt x="0" y="0"/>
                    </a:lnTo>
                    <a:lnTo>
                      <a:pt x="0" y="18"/>
                    </a:lnTo>
                  </a:path>
                </a:pathLst>
              </a:custGeom>
              <a:solidFill>
                <a:schemeClr val="bg2"/>
              </a:solidFill>
              <a:ln w="12700" cap="rnd">
                <a:solidFill>
                  <a:schemeClr val="tx1"/>
                </a:solidFill>
                <a:round/>
                <a:headEnd/>
                <a:tailEnd/>
              </a:ln>
            </p:spPr>
            <p:txBody>
              <a:bodyPr/>
              <a:lstStyle/>
              <a:p>
                <a:pPr algn="ctr"/>
                <a:endParaRPr lang="pt-BR" sz="2400"/>
              </a:p>
            </p:txBody>
          </p:sp>
          <p:sp>
            <p:nvSpPr>
              <p:cNvPr id="221" name="Freeform 662"/>
              <p:cNvSpPr>
                <a:spLocks/>
              </p:cNvSpPr>
              <p:nvPr/>
            </p:nvSpPr>
            <p:spPr bwMode="auto">
              <a:xfrm>
                <a:off x="794" y="1136"/>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pPr algn="ctr"/>
                <a:endParaRPr lang="pt-BR" sz="2400"/>
              </a:p>
            </p:txBody>
          </p:sp>
          <p:sp>
            <p:nvSpPr>
              <p:cNvPr id="222" name="Freeform 663"/>
              <p:cNvSpPr>
                <a:spLocks/>
              </p:cNvSpPr>
              <p:nvPr/>
            </p:nvSpPr>
            <p:spPr bwMode="auto">
              <a:xfrm>
                <a:off x="794" y="1163"/>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pPr algn="ctr"/>
                <a:endParaRPr lang="pt-BR" sz="2400"/>
              </a:p>
            </p:txBody>
          </p:sp>
          <p:sp>
            <p:nvSpPr>
              <p:cNvPr id="223" name="Freeform 664"/>
              <p:cNvSpPr>
                <a:spLocks/>
              </p:cNvSpPr>
              <p:nvPr/>
            </p:nvSpPr>
            <p:spPr bwMode="auto">
              <a:xfrm>
                <a:off x="794" y="1163"/>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pPr algn="ctr"/>
                <a:endParaRPr lang="pt-BR" sz="2400"/>
              </a:p>
            </p:txBody>
          </p:sp>
          <p:sp>
            <p:nvSpPr>
              <p:cNvPr id="224" name="Freeform 665"/>
              <p:cNvSpPr>
                <a:spLocks/>
              </p:cNvSpPr>
              <p:nvPr/>
            </p:nvSpPr>
            <p:spPr bwMode="auto">
              <a:xfrm>
                <a:off x="794" y="1189"/>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pPr algn="ctr"/>
                <a:endParaRPr lang="pt-BR" sz="2400"/>
              </a:p>
            </p:txBody>
          </p:sp>
          <p:sp>
            <p:nvSpPr>
              <p:cNvPr id="225" name="Freeform 666"/>
              <p:cNvSpPr>
                <a:spLocks/>
              </p:cNvSpPr>
              <p:nvPr/>
            </p:nvSpPr>
            <p:spPr bwMode="auto">
              <a:xfrm>
                <a:off x="794" y="1189"/>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pPr algn="ctr"/>
                <a:endParaRPr lang="pt-BR" sz="2400"/>
              </a:p>
            </p:txBody>
          </p:sp>
          <p:sp>
            <p:nvSpPr>
              <p:cNvPr id="226" name="Freeform 667"/>
              <p:cNvSpPr>
                <a:spLocks/>
              </p:cNvSpPr>
              <p:nvPr/>
            </p:nvSpPr>
            <p:spPr bwMode="auto">
              <a:xfrm>
                <a:off x="812" y="1081"/>
                <a:ext cx="23" cy="21"/>
              </a:xfrm>
              <a:custGeom>
                <a:avLst/>
                <a:gdLst>
                  <a:gd name="T0" fmla="*/ 0 w 23"/>
                  <a:gd name="T1" fmla="*/ 20 h 21"/>
                  <a:gd name="T2" fmla="*/ 22 w 23"/>
                  <a:gd name="T3" fmla="*/ 20 h 21"/>
                  <a:gd name="T4" fmla="*/ 22 w 23"/>
                  <a:gd name="T5" fmla="*/ 0 h 21"/>
                  <a:gd name="T6" fmla="*/ 0 w 23"/>
                  <a:gd name="T7" fmla="*/ 0 h 21"/>
                  <a:gd name="T8" fmla="*/ 0 w 23"/>
                  <a:gd name="T9" fmla="*/ 20 h 21"/>
                  <a:gd name="T10" fmla="*/ 0 60000 65536"/>
                  <a:gd name="T11" fmla="*/ 0 60000 65536"/>
                  <a:gd name="T12" fmla="*/ 0 60000 65536"/>
                  <a:gd name="T13" fmla="*/ 0 60000 65536"/>
                  <a:gd name="T14" fmla="*/ 0 60000 65536"/>
                  <a:gd name="T15" fmla="*/ 0 w 23"/>
                  <a:gd name="T16" fmla="*/ 0 h 21"/>
                  <a:gd name="T17" fmla="*/ 23 w 23"/>
                  <a:gd name="T18" fmla="*/ 21 h 21"/>
                </a:gdLst>
                <a:ahLst/>
                <a:cxnLst>
                  <a:cxn ang="T10">
                    <a:pos x="T0" y="T1"/>
                  </a:cxn>
                  <a:cxn ang="T11">
                    <a:pos x="T2" y="T3"/>
                  </a:cxn>
                  <a:cxn ang="T12">
                    <a:pos x="T4" y="T5"/>
                  </a:cxn>
                  <a:cxn ang="T13">
                    <a:pos x="T6" y="T7"/>
                  </a:cxn>
                  <a:cxn ang="T14">
                    <a:pos x="T8" y="T9"/>
                  </a:cxn>
                </a:cxnLst>
                <a:rect l="T15" t="T16" r="T17" b="T18"/>
                <a:pathLst>
                  <a:path w="23" h="21">
                    <a:moveTo>
                      <a:pt x="0" y="20"/>
                    </a:moveTo>
                    <a:lnTo>
                      <a:pt x="22" y="20"/>
                    </a:lnTo>
                    <a:lnTo>
                      <a:pt x="22" y="0"/>
                    </a:lnTo>
                    <a:lnTo>
                      <a:pt x="0" y="0"/>
                    </a:lnTo>
                    <a:lnTo>
                      <a:pt x="0" y="20"/>
                    </a:lnTo>
                  </a:path>
                </a:pathLst>
              </a:custGeom>
              <a:solidFill>
                <a:schemeClr val="bg2"/>
              </a:solidFill>
              <a:ln w="12700" cap="rnd">
                <a:solidFill>
                  <a:schemeClr val="tx1"/>
                </a:solidFill>
                <a:round/>
                <a:headEnd/>
                <a:tailEnd/>
              </a:ln>
            </p:spPr>
            <p:txBody>
              <a:bodyPr/>
              <a:lstStyle/>
              <a:p>
                <a:pPr algn="ctr"/>
                <a:endParaRPr lang="pt-BR" sz="2400"/>
              </a:p>
            </p:txBody>
          </p:sp>
          <p:sp>
            <p:nvSpPr>
              <p:cNvPr id="227" name="Freeform 668"/>
              <p:cNvSpPr>
                <a:spLocks/>
              </p:cNvSpPr>
              <p:nvPr/>
            </p:nvSpPr>
            <p:spPr bwMode="auto">
              <a:xfrm>
                <a:off x="812" y="1081"/>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pPr algn="ctr"/>
                <a:endParaRPr lang="pt-BR" sz="2400"/>
              </a:p>
            </p:txBody>
          </p:sp>
          <p:sp>
            <p:nvSpPr>
              <p:cNvPr id="228" name="Freeform 669"/>
              <p:cNvSpPr>
                <a:spLocks/>
              </p:cNvSpPr>
              <p:nvPr/>
            </p:nvSpPr>
            <p:spPr bwMode="auto">
              <a:xfrm>
                <a:off x="812" y="1110"/>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pPr algn="ctr"/>
                <a:endParaRPr lang="pt-BR" sz="2400"/>
              </a:p>
            </p:txBody>
          </p:sp>
          <p:sp>
            <p:nvSpPr>
              <p:cNvPr id="229" name="Freeform 670"/>
              <p:cNvSpPr>
                <a:spLocks/>
              </p:cNvSpPr>
              <p:nvPr/>
            </p:nvSpPr>
            <p:spPr bwMode="auto">
              <a:xfrm>
                <a:off x="812" y="1110"/>
                <a:ext cx="23" cy="25"/>
              </a:xfrm>
              <a:custGeom>
                <a:avLst/>
                <a:gdLst>
                  <a:gd name="T0" fmla="*/ 0 w 23"/>
                  <a:gd name="T1" fmla="*/ 24 h 25"/>
                  <a:gd name="T2" fmla="*/ 22 w 23"/>
                  <a:gd name="T3" fmla="*/ 24 h 25"/>
                  <a:gd name="T4" fmla="*/ 22 w 23"/>
                  <a:gd name="T5" fmla="*/ 0 h 25"/>
                  <a:gd name="T6" fmla="*/ 0 w 23"/>
                  <a:gd name="T7" fmla="*/ 0 h 25"/>
                  <a:gd name="T8" fmla="*/ 0 w 23"/>
                  <a:gd name="T9" fmla="*/ 24 h 25"/>
                  <a:gd name="T10" fmla="*/ 0 60000 65536"/>
                  <a:gd name="T11" fmla="*/ 0 60000 65536"/>
                  <a:gd name="T12" fmla="*/ 0 60000 65536"/>
                  <a:gd name="T13" fmla="*/ 0 60000 65536"/>
                  <a:gd name="T14" fmla="*/ 0 60000 65536"/>
                  <a:gd name="T15" fmla="*/ 0 w 23"/>
                  <a:gd name="T16" fmla="*/ 0 h 25"/>
                  <a:gd name="T17" fmla="*/ 23 w 23"/>
                  <a:gd name="T18" fmla="*/ 25 h 25"/>
                </a:gdLst>
                <a:ahLst/>
                <a:cxnLst>
                  <a:cxn ang="T10">
                    <a:pos x="T0" y="T1"/>
                  </a:cxn>
                  <a:cxn ang="T11">
                    <a:pos x="T2" y="T3"/>
                  </a:cxn>
                  <a:cxn ang="T12">
                    <a:pos x="T4" y="T5"/>
                  </a:cxn>
                  <a:cxn ang="T13">
                    <a:pos x="T6" y="T7"/>
                  </a:cxn>
                  <a:cxn ang="T14">
                    <a:pos x="T8" y="T9"/>
                  </a:cxn>
                </a:cxnLst>
                <a:rect l="T15" t="T16" r="T17" b="T18"/>
                <a:pathLst>
                  <a:path w="23" h="25">
                    <a:moveTo>
                      <a:pt x="0" y="24"/>
                    </a:moveTo>
                    <a:lnTo>
                      <a:pt x="22" y="24"/>
                    </a:lnTo>
                    <a:lnTo>
                      <a:pt x="22" y="0"/>
                    </a:lnTo>
                    <a:lnTo>
                      <a:pt x="0" y="0"/>
                    </a:lnTo>
                    <a:lnTo>
                      <a:pt x="0" y="24"/>
                    </a:lnTo>
                  </a:path>
                </a:pathLst>
              </a:custGeom>
              <a:solidFill>
                <a:schemeClr val="bg2"/>
              </a:solidFill>
              <a:ln w="12700" cap="rnd">
                <a:solidFill>
                  <a:schemeClr val="tx1"/>
                </a:solidFill>
                <a:round/>
                <a:headEnd/>
                <a:tailEnd/>
              </a:ln>
            </p:spPr>
            <p:txBody>
              <a:bodyPr/>
              <a:lstStyle/>
              <a:p>
                <a:pPr algn="ctr"/>
                <a:endParaRPr lang="pt-BR" sz="2400"/>
              </a:p>
            </p:txBody>
          </p:sp>
          <p:sp>
            <p:nvSpPr>
              <p:cNvPr id="230" name="Freeform 671"/>
              <p:cNvSpPr>
                <a:spLocks/>
              </p:cNvSpPr>
              <p:nvPr/>
            </p:nvSpPr>
            <p:spPr bwMode="auto">
              <a:xfrm>
                <a:off x="812" y="1136"/>
                <a:ext cx="23" cy="19"/>
              </a:xfrm>
              <a:custGeom>
                <a:avLst/>
                <a:gdLst>
                  <a:gd name="T0" fmla="*/ 0 w 23"/>
                  <a:gd name="T1" fmla="*/ 18 h 19"/>
                  <a:gd name="T2" fmla="*/ 22 w 23"/>
                  <a:gd name="T3" fmla="*/ 18 h 19"/>
                  <a:gd name="T4" fmla="*/ 22 w 23"/>
                  <a:gd name="T5" fmla="*/ 0 h 19"/>
                  <a:gd name="T6" fmla="*/ 0 w 23"/>
                  <a:gd name="T7" fmla="*/ 0 h 19"/>
                  <a:gd name="T8" fmla="*/ 0 w 23"/>
                  <a:gd name="T9" fmla="*/ 18 h 19"/>
                  <a:gd name="T10" fmla="*/ 0 60000 65536"/>
                  <a:gd name="T11" fmla="*/ 0 60000 65536"/>
                  <a:gd name="T12" fmla="*/ 0 60000 65536"/>
                  <a:gd name="T13" fmla="*/ 0 60000 65536"/>
                  <a:gd name="T14" fmla="*/ 0 60000 65536"/>
                  <a:gd name="T15" fmla="*/ 0 w 23"/>
                  <a:gd name="T16" fmla="*/ 0 h 19"/>
                  <a:gd name="T17" fmla="*/ 23 w 23"/>
                  <a:gd name="T18" fmla="*/ 19 h 19"/>
                </a:gdLst>
                <a:ahLst/>
                <a:cxnLst>
                  <a:cxn ang="T10">
                    <a:pos x="T0" y="T1"/>
                  </a:cxn>
                  <a:cxn ang="T11">
                    <a:pos x="T2" y="T3"/>
                  </a:cxn>
                  <a:cxn ang="T12">
                    <a:pos x="T4" y="T5"/>
                  </a:cxn>
                  <a:cxn ang="T13">
                    <a:pos x="T6" y="T7"/>
                  </a:cxn>
                  <a:cxn ang="T14">
                    <a:pos x="T8" y="T9"/>
                  </a:cxn>
                </a:cxnLst>
                <a:rect l="T15" t="T16" r="T17" b="T18"/>
                <a:pathLst>
                  <a:path w="23" h="19">
                    <a:moveTo>
                      <a:pt x="0" y="18"/>
                    </a:moveTo>
                    <a:lnTo>
                      <a:pt x="22" y="18"/>
                    </a:lnTo>
                    <a:lnTo>
                      <a:pt x="22" y="0"/>
                    </a:lnTo>
                    <a:lnTo>
                      <a:pt x="0" y="0"/>
                    </a:lnTo>
                    <a:lnTo>
                      <a:pt x="0" y="18"/>
                    </a:lnTo>
                  </a:path>
                </a:pathLst>
              </a:custGeom>
              <a:solidFill>
                <a:schemeClr val="bg2"/>
              </a:solidFill>
              <a:ln w="12700" cap="rnd">
                <a:solidFill>
                  <a:schemeClr val="tx1"/>
                </a:solidFill>
                <a:round/>
                <a:headEnd/>
                <a:tailEnd/>
              </a:ln>
            </p:spPr>
            <p:txBody>
              <a:bodyPr/>
              <a:lstStyle/>
              <a:p>
                <a:pPr algn="ctr"/>
                <a:endParaRPr lang="pt-BR" sz="2400"/>
              </a:p>
            </p:txBody>
          </p:sp>
          <p:sp>
            <p:nvSpPr>
              <p:cNvPr id="231" name="Freeform 672"/>
              <p:cNvSpPr>
                <a:spLocks/>
              </p:cNvSpPr>
              <p:nvPr/>
            </p:nvSpPr>
            <p:spPr bwMode="auto">
              <a:xfrm>
                <a:off x="812" y="1136"/>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pPr algn="ctr"/>
                <a:endParaRPr lang="pt-BR" sz="2400"/>
              </a:p>
            </p:txBody>
          </p:sp>
          <p:sp>
            <p:nvSpPr>
              <p:cNvPr id="232" name="Freeform 673"/>
              <p:cNvSpPr>
                <a:spLocks/>
              </p:cNvSpPr>
              <p:nvPr/>
            </p:nvSpPr>
            <p:spPr bwMode="auto">
              <a:xfrm>
                <a:off x="812" y="1163"/>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pPr algn="ctr"/>
                <a:endParaRPr lang="pt-BR" sz="2400"/>
              </a:p>
            </p:txBody>
          </p:sp>
          <p:sp>
            <p:nvSpPr>
              <p:cNvPr id="233" name="Freeform 674"/>
              <p:cNvSpPr>
                <a:spLocks/>
              </p:cNvSpPr>
              <p:nvPr/>
            </p:nvSpPr>
            <p:spPr bwMode="auto">
              <a:xfrm>
                <a:off x="812" y="1163"/>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pPr algn="ctr"/>
                <a:endParaRPr lang="pt-BR" sz="2400"/>
              </a:p>
            </p:txBody>
          </p:sp>
          <p:sp>
            <p:nvSpPr>
              <p:cNvPr id="234" name="Freeform 675"/>
              <p:cNvSpPr>
                <a:spLocks/>
              </p:cNvSpPr>
              <p:nvPr/>
            </p:nvSpPr>
            <p:spPr bwMode="auto">
              <a:xfrm>
                <a:off x="812" y="1189"/>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pPr algn="ctr"/>
                <a:endParaRPr lang="pt-BR" sz="2400"/>
              </a:p>
            </p:txBody>
          </p:sp>
          <p:sp>
            <p:nvSpPr>
              <p:cNvPr id="235" name="Freeform 676"/>
              <p:cNvSpPr>
                <a:spLocks/>
              </p:cNvSpPr>
              <p:nvPr/>
            </p:nvSpPr>
            <p:spPr bwMode="auto">
              <a:xfrm>
                <a:off x="812" y="1189"/>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pPr algn="ctr"/>
                <a:endParaRPr lang="pt-BR" sz="2400"/>
              </a:p>
            </p:txBody>
          </p:sp>
          <p:sp>
            <p:nvSpPr>
              <p:cNvPr id="236" name="Freeform 677"/>
              <p:cNvSpPr>
                <a:spLocks/>
              </p:cNvSpPr>
              <p:nvPr/>
            </p:nvSpPr>
            <p:spPr bwMode="auto">
              <a:xfrm>
                <a:off x="827" y="1081"/>
                <a:ext cx="23" cy="21"/>
              </a:xfrm>
              <a:custGeom>
                <a:avLst/>
                <a:gdLst>
                  <a:gd name="T0" fmla="*/ 0 w 23"/>
                  <a:gd name="T1" fmla="*/ 20 h 21"/>
                  <a:gd name="T2" fmla="*/ 22 w 23"/>
                  <a:gd name="T3" fmla="*/ 20 h 21"/>
                  <a:gd name="T4" fmla="*/ 22 w 23"/>
                  <a:gd name="T5" fmla="*/ 0 h 21"/>
                  <a:gd name="T6" fmla="*/ 0 w 23"/>
                  <a:gd name="T7" fmla="*/ 0 h 21"/>
                  <a:gd name="T8" fmla="*/ 0 w 23"/>
                  <a:gd name="T9" fmla="*/ 20 h 21"/>
                  <a:gd name="T10" fmla="*/ 0 60000 65536"/>
                  <a:gd name="T11" fmla="*/ 0 60000 65536"/>
                  <a:gd name="T12" fmla="*/ 0 60000 65536"/>
                  <a:gd name="T13" fmla="*/ 0 60000 65536"/>
                  <a:gd name="T14" fmla="*/ 0 60000 65536"/>
                  <a:gd name="T15" fmla="*/ 0 w 23"/>
                  <a:gd name="T16" fmla="*/ 0 h 21"/>
                  <a:gd name="T17" fmla="*/ 23 w 23"/>
                  <a:gd name="T18" fmla="*/ 21 h 21"/>
                </a:gdLst>
                <a:ahLst/>
                <a:cxnLst>
                  <a:cxn ang="T10">
                    <a:pos x="T0" y="T1"/>
                  </a:cxn>
                  <a:cxn ang="T11">
                    <a:pos x="T2" y="T3"/>
                  </a:cxn>
                  <a:cxn ang="T12">
                    <a:pos x="T4" y="T5"/>
                  </a:cxn>
                  <a:cxn ang="T13">
                    <a:pos x="T6" y="T7"/>
                  </a:cxn>
                  <a:cxn ang="T14">
                    <a:pos x="T8" y="T9"/>
                  </a:cxn>
                </a:cxnLst>
                <a:rect l="T15" t="T16" r="T17" b="T18"/>
                <a:pathLst>
                  <a:path w="23" h="21">
                    <a:moveTo>
                      <a:pt x="0" y="20"/>
                    </a:moveTo>
                    <a:lnTo>
                      <a:pt x="22" y="20"/>
                    </a:lnTo>
                    <a:lnTo>
                      <a:pt x="22" y="0"/>
                    </a:lnTo>
                    <a:lnTo>
                      <a:pt x="0" y="0"/>
                    </a:lnTo>
                    <a:lnTo>
                      <a:pt x="0" y="20"/>
                    </a:lnTo>
                  </a:path>
                </a:pathLst>
              </a:custGeom>
              <a:solidFill>
                <a:schemeClr val="bg2"/>
              </a:solidFill>
              <a:ln w="12700" cap="rnd">
                <a:solidFill>
                  <a:schemeClr val="tx1"/>
                </a:solidFill>
                <a:round/>
                <a:headEnd/>
                <a:tailEnd/>
              </a:ln>
            </p:spPr>
            <p:txBody>
              <a:bodyPr/>
              <a:lstStyle/>
              <a:p>
                <a:pPr algn="ctr"/>
                <a:endParaRPr lang="pt-BR" sz="2400"/>
              </a:p>
            </p:txBody>
          </p:sp>
          <p:sp>
            <p:nvSpPr>
              <p:cNvPr id="237" name="Freeform 678"/>
              <p:cNvSpPr>
                <a:spLocks/>
              </p:cNvSpPr>
              <p:nvPr/>
            </p:nvSpPr>
            <p:spPr bwMode="auto">
              <a:xfrm>
                <a:off x="827" y="1081"/>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pPr algn="ctr"/>
                <a:endParaRPr lang="pt-BR" sz="2400"/>
              </a:p>
            </p:txBody>
          </p:sp>
          <p:sp>
            <p:nvSpPr>
              <p:cNvPr id="238" name="Freeform 679"/>
              <p:cNvSpPr>
                <a:spLocks/>
              </p:cNvSpPr>
              <p:nvPr/>
            </p:nvSpPr>
            <p:spPr bwMode="auto">
              <a:xfrm>
                <a:off x="827" y="1110"/>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pPr algn="ctr"/>
                <a:endParaRPr lang="pt-BR" sz="2400"/>
              </a:p>
            </p:txBody>
          </p:sp>
          <p:sp>
            <p:nvSpPr>
              <p:cNvPr id="239" name="Freeform 680"/>
              <p:cNvSpPr>
                <a:spLocks/>
              </p:cNvSpPr>
              <p:nvPr/>
            </p:nvSpPr>
            <p:spPr bwMode="auto">
              <a:xfrm>
                <a:off x="827" y="1110"/>
                <a:ext cx="23" cy="25"/>
              </a:xfrm>
              <a:custGeom>
                <a:avLst/>
                <a:gdLst>
                  <a:gd name="T0" fmla="*/ 0 w 23"/>
                  <a:gd name="T1" fmla="*/ 24 h 25"/>
                  <a:gd name="T2" fmla="*/ 22 w 23"/>
                  <a:gd name="T3" fmla="*/ 24 h 25"/>
                  <a:gd name="T4" fmla="*/ 22 w 23"/>
                  <a:gd name="T5" fmla="*/ 0 h 25"/>
                  <a:gd name="T6" fmla="*/ 0 w 23"/>
                  <a:gd name="T7" fmla="*/ 0 h 25"/>
                  <a:gd name="T8" fmla="*/ 0 w 23"/>
                  <a:gd name="T9" fmla="*/ 24 h 25"/>
                  <a:gd name="T10" fmla="*/ 0 60000 65536"/>
                  <a:gd name="T11" fmla="*/ 0 60000 65536"/>
                  <a:gd name="T12" fmla="*/ 0 60000 65536"/>
                  <a:gd name="T13" fmla="*/ 0 60000 65536"/>
                  <a:gd name="T14" fmla="*/ 0 60000 65536"/>
                  <a:gd name="T15" fmla="*/ 0 w 23"/>
                  <a:gd name="T16" fmla="*/ 0 h 25"/>
                  <a:gd name="T17" fmla="*/ 23 w 23"/>
                  <a:gd name="T18" fmla="*/ 25 h 25"/>
                </a:gdLst>
                <a:ahLst/>
                <a:cxnLst>
                  <a:cxn ang="T10">
                    <a:pos x="T0" y="T1"/>
                  </a:cxn>
                  <a:cxn ang="T11">
                    <a:pos x="T2" y="T3"/>
                  </a:cxn>
                  <a:cxn ang="T12">
                    <a:pos x="T4" y="T5"/>
                  </a:cxn>
                  <a:cxn ang="T13">
                    <a:pos x="T6" y="T7"/>
                  </a:cxn>
                  <a:cxn ang="T14">
                    <a:pos x="T8" y="T9"/>
                  </a:cxn>
                </a:cxnLst>
                <a:rect l="T15" t="T16" r="T17" b="T18"/>
                <a:pathLst>
                  <a:path w="23" h="25">
                    <a:moveTo>
                      <a:pt x="0" y="24"/>
                    </a:moveTo>
                    <a:lnTo>
                      <a:pt x="22" y="24"/>
                    </a:lnTo>
                    <a:lnTo>
                      <a:pt x="22" y="0"/>
                    </a:lnTo>
                    <a:lnTo>
                      <a:pt x="0" y="0"/>
                    </a:lnTo>
                    <a:lnTo>
                      <a:pt x="0" y="24"/>
                    </a:lnTo>
                  </a:path>
                </a:pathLst>
              </a:custGeom>
              <a:solidFill>
                <a:schemeClr val="bg2"/>
              </a:solidFill>
              <a:ln w="12700" cap="rnd">
                <a:solidFill>
                  <a:schemeClr val="tx1"/>
                </a:solidFill>
                <a:round/>
                <a:headEnd/>
                <a:tailEnd/>
              </a:ln>
            </p:spPr>
            <p:txBody>
              <a:bodyPr/>
              <a:lstStyle/>
              <a:p>
                <a:pPr algn="ctr"/>
                <a:endParaRPr lang="pt-BR" sz="2400"/>
              </a:p>
            </p:txBody>
          </p:sp>
          <p:sp>
            <p:nvSpPr>
              <p:cNvPr id="240" name="Freeform 681"/>
              <p:cNvSpPr>
                <a:spLocks/>
              </p:cNvSpPr>
              <p:nvPr/>
            </p:nvSpPr>
            <p:spPr bwMode="auto">
              <a:xfrm>
                <a:off x="827" y="1136"/>
                <a:ext cx="23" cy="19"/>
              </a:xfrm>
              <a:custGeom>
                <a:avLst/>
                <a:gdLst>
                  <a:gd name="T0" fmla="*/ 0 w 23"/>
                  <a:gd name="T1" fmla="*/ 18 h 19"/>
                  <a:gd name="T2" fmla="*/ 22 w 23"/>
                  <a:gd name="T3" fmla="*/ 18 h 19"/>
                  <a:gd name="T4" fmla="*/ 22 w 23"/>
                  <a:gd name="T5" fmla="*/ 0 h 19"/>
                  <a:gd name="T6" fmla="*/ 0 w 23"/>
                  <a:gd name="T7" fmla="*/ 0 h 19"/>
                  <a:gd name="T8" fmla="*/ 0 w 23"/>
                  <a:gd name="T9" fmla="*/ 18 h 19"/>
                  <a:gd name="T10" fmla="*/ 0 60000 65536"/>
                  <a:gd name="T11" fmla="*/ 0 60000 65536"/>
                  <a:gd name="T12" fmla="*/ 0 60000 65536"/>
                  <a:gd name="T13" fmla="*/ 0 60000 65536"/>
                  <a:gd name="T14" fmla="*/ 0 60000 65536"/>
                  <a:gd name="T15" fmla="*/ 0 w 23"/>
                  <a:gd name="T16" fmla="*/ 0 h 19"/>
                  <a:gd name="T17" fmla="*/ 23 w 23"/>
                  <a:gd name="T18" fmla="*/ 19 h 19"/>
                </a:gdLst>
                <a:ahLst/>
                <a:cxnLst>
                  <a:cxn ang="T10">
                    <a:pos x="T0" y="T1"/>
                  </a:cxn>
                  <a:cxn ang="T11">
                    <a:pos x="T2" y="T3"/>
                  </a:cxn>
                  <a:cxn ang="T12">
                    <a:pos x="T4" y="T5"/>
                  </a:cxn>
                  <a:cxn ang="T13">
                    <a:pos x="T6" y="T7"/>
                  </a:cxn>
                  <a:cxn ang="T14">
                    <a:pos x="T8" y="T9"/>
                  </a:cxn>
                </a:cxnLst>
                <a:rect l="T15" t="T16" r="T17" b="T18"/>
                <a:pathLst>
                  <a:path w="23" h="19">
                    <a:moveTo>
                      <a:pt x="0" y="18"/>
                    </a:moveTo>
                    <a:lnTo>
                      <a:pt x="22" y="18"/>
                    </a:lnTo>
                    <a:lnTo>
                      <a:pt x="22" y="0"/>
                    </a:lnTo>
                    <a:lnTo>
                      <a:pt x="0" y="0"/>
                    </a:lnTo>
                    <a:lnTo>
                      <a:pt x="0" y="18"/>
                    </a:lnTo>
                  </a:path>
                </a:pathLst>
              </a:custGeom>
              <a:solidFill>
                <a:schemeClr val="bg2"/>
              </a:solidFill>
              <a:ln w="12700" cap="rnd">
                <a:solidFill>
                  <a:schemeClr val="tx1"/>
                </a:solidFill>
                <a:round/>
                <a:headEnd/>
                <a:tailEnd/>
              </a:ln>
            </p:spPr>
            <p:txBody>
              <a:bodyPr/>
              <a:lstStyle/>
              <a:p>
                <a:pPr algn="ctr"/>
                <a:endParaRPr lang="pt-BR" sz="2400"/>
              </a:p>
            </p:txBody>
          </p:sp>
          <p:sp>
            <p:nvSpPr>
              <p:cNvPr id="241" name="Freeform 682"/>
              <p:cNvSpPr>
                <a:spLocks/>
              </p:cNvSpPr>
              <p:nvPr/>
            </p:nvSpPr>
            <p:spPr bwMode="auto">
              <a:xfrm>
                <a:off x="827" y="1136"/>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pPr algn="ctr"/>
                <a:endParaRPr lang="pt-BR" sz="2400"/>
              </a:p>
            </p:txBody>
          </p:sp>
          <p:sp>
            <p:nvSpPr>
              <p:cNvPr id="242" name="Freeform 683"/>
              <p:cNvSpPr>
                <a:spLocks/>
              </p:cNvSpPr>
              <p:nvPr/>
            </p:nvSpPr>
            <p:spPr bwMode="auto">
              <a:xfrm>
                <a:off x="827" y="1163"/>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pPr algn="ctr"/>
                <a:endParaRPr lang="pt-BR" sz="2400"/>
              </a:p>
            </p:txBody>
          </p:sp>
          <p:sp>
            <p:nvSpPr>
              <p:cNvPr id="243" name="Freeform 684"/>
              <p:cNvSpPr>
                <a:spLocks/>
              </p:cNvSpPr>
              <p:nvPr/>
            </p:nvSpPr>
            <p:spPr bwMode="auto">
              <a:xfrm>
                <a:off x="827" y="1163"/>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pPr algn="ctr"/>
                <a:endParaRPr lang="pt-BR" sz="2400"/>
              </a:p>
            </p:txBody>
          </p:sp>
          <p:sp>
            <p:nvSpPr>
              <p:cNvPr id="244" name="Freeform 685"/>
              <p:cNvSpPr>
                <a:spLocks/>
              </p:cNvSpPr>
              <p:nvPr/>
            </p:nvSpPr>
            <p:spPr bwMode="auto">
              <a:xfrm>
                <a:off x="827" y="1189"/>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pPr algn="ctr"/>
                <a:endParaRPr lang="pt-BR" sz="2400"/>
              </a:p>
            </p:txBody>
          </p:sp>
          <p:sp>
            <p:nvSpPr>
              <p:cNvPr id="245" name="Freeform 686"/>
              <p:cNvSpPr>
                <a:spLocks/>
              </p:cNvSpPr>
              <p:nvPr/>
            </p:nvSpPr>
            <p:spPr bwMode="auto">
              <a:xfrm>
                <a:off x="827" y="1189"/>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pPr algn="ctr"/>
                <a:endParaRPr lang="pt-BR" sz="2400"/>
              </a:p>
            </p:txBody>
          </p:sp>
          <p:sp>
            <p:nvSpPr>
              <p:cNvPr id="246" name="Freeform 687"/>
              <p:cNvSpPr>
                <a:spLocks/>
              </p:cNvSpPr>
              <p:nvPr/>
            </p:nvSpPr>
            <p:spPr bwMode="auto">
              <a:xfrm>
                <a:off x="842" y="1081"/>
                <a:ext cx="24" cy="21"/>
              </a:xfrm>
              <a:custGeom>
                <a:avLst/>
                <a:gdLst>
                  <a:gd name="T0" fmla="*/ 0 w 24"/>
                  <a:gd name="T1" fmla="*/ 20 h 21"/>
                  <a:gd name="T2" fmla="*/ 23 w 24"/>
                  <a:gd name="T3" fmla="*/ 20 h 21"/>
                  <a:gd name="T4" fmla="*/ 23 w 24"/>
                  <a:gd name="T5" fmla="*/ 0 h 21"/>
                  <a:gd name="T6" fmla="*/ 0 w 24"/>
                  <a:gd name="T7" fmla="*/ 0 h 21"/>
                  <a:gd name="T8" fmla="*/ 0 w 24"/>
                  <a:gd name="T9" fmla="*/ 20 h 21"/>
                  <a:gd name="T10" fmla="*/ 0 60000 65536"/>
                  <a:gd name="T11" fmla="*/ 0 60000 65536"/>
                  <a:gd name="T12" fmla="*/ 0 60000 65536"/>
                  <a:gd name="T13" fmla="*/ 0 60000 65536"/>
                  <a:gd name="T14" fmla="*/ 0 60000 65536"/>
                  <a:gd name="T15" fmla="*/ 0 w 24"/>
                  <a:gd name="T16" fmla="*/ 0 h 21"/>
                  <a:gd name="T17" fmla="*/ 24 w 24"/>
                  <a:gd name="T18" fmla="*/ 21 h 21"/>
                </a:gdLst>
                <a:ahLst/>
                <a:cxnLst>
                  <a:cxn ang="T10">
                    <a:pos x="T0" y="T1"/>
                  </a:cxn>
                  <a:cxn ang="T11">
                    <a:pos x="T2" y="T3"/>
                  </a:cxn>
                  <a:cxn ang="T12">
                    <a:pos x="T4" y="T5"/>
                  </a:cxn>
                  <a:cxn ang="T13">
                    <a:pos x="T6" y="T7"/>
                  </a:cxn>
                  <a:cxn ang="T14">
                    <a:pos x="T8" y="T9"/>
                  </a:cxn>
                </a:cxnLst>
                <a:rect l="T15" t="T16" r="T17" b="T18"/>
                <a:pathLst>
                  <a:path w="24" h="21">
                    <a:moveTo>
                      <a:pt x="0" y="20"/>
                    </a:moveTo>
                    <a:lnTo>
                      <a:pt x="23" y="20"/>
                    </a:lnTo>
                    <a:lnTo>
                      <a:pt x="23" y="0"/>
                    </a:lnTo>
                    <a:lnTo>
                      <a:pt x="0" y="0"/>
                    </a:lnTo>
                    <a:lnTo>
                      <a:pt x="0" y="20"/>
                    </a:lnTo>
                  </a:path>
                </a:pathLst>
              </a:custGeom>
              <a:solidFill>
                <a:schemeClr val="bg2"/>
              </a:solidFill>
              <a:ln w="12700" cap="rnd">
                <a:solidFill>
                  <a:schemeClr val="tx1"/>
                </a:solidFill>
                <a:round/>
                <a:headEnd/>
                <a:tailEnd/>
              </a:ln>
            </p:spPr>
            <p:txBody>
              <a:bodyPr/>
              <a:lstStyle/>
              <a:p>
                <a:pPr algn="ctr"/>
                <a:endParaRPr lang="pt-BR" sz="2400"/>
              </a:p>
            </p:txBody>
          </p:sp>
          <p:sp>
            <p:nvSpPr>
              <p:cNvPr id="247" name="Freeform 688"/>
              <p:cNvSpPr>
                <a:spLocks/>
              </p:cNvSpPr>
              <p:nvPr/>
            </p:nvSpPr>
            <p:spPr bwMode="auto">
              <a:xfrm>
                <a:off x="842" y="1081"/>
                <a:ext cx="24" cy="26"/>
              </a:xfrm>
              <a:custGeom>
                <a:avLst/>
                <a:gdLst>
                  <a:gd name="T0" fmla="*/ 0 w 24"/>
                  <a:gd name="T1" fmla="*/ 25 h 26"/>
                  <a:gd name="T2" fmla="*/ 23 w 24"/>
                  <a:gd name="T3" fmla="*/ 25 h 26"/>
                  <a:gd name="T4" fmla="*/ 23 w 24"/>
                  <a:gd name="T5" fmla="*/ 0 h 26"/>
                  <a:gd name="T6" fmla="*/ 0 w 24"/>
                  <a:gd name="T7" fmla="*/ 0 h 26"/>
                  <a:gd name="T8" fmla="*/ 0 w 24"/>
                  <a:gd name="T9" fmla="*/ 25 h 26"/>
                  <a:gd name="T10" fmla="*/ 0 60000 65536"/>
                  <a:gd name="T11" fmla="*/ 0 60000 65536"/>
                  <a:gd name="T12" fmla="*/ 0 60000 65536"/>
                  <a:gd name="T13" fmla="*/ 0 60000 65536"/>
                  <a:gd name="T14" fmla="*/ 0 60000 65536"/>
                  <a:gd name="T15" fmla="*/ 0 w 24"/>
                  <a:gd name="T16" fmla="*/ 0 h 26"/>
                  <a:gd name="T17" fmla="*/ 24 w 24"/>
                  <a:gd name="T18" fmla="*/ 26 h 26"/>
                </a:gdLst>
                <a:ahLst/>
                <a:cxnLst>
                  <a:cxn ang="T10">
                    <a:pos x="T0" y="T1"/>
                  </a:cxn>
                  <a:cxn ang="T11">
                    <a:pos x="T2" y="T3"/>
                  </a:cxn>
                  <a:cxn ang="T12">
                    <a:pos x="T4" y="T5"/>
                  </a:cxn>
                  <a:cxn ang="T13">
                    <a:pos x="T6" y="T7"/>
                  </a:cxn>
                  <a:cxn ang="T14">
                    <a:pos x="T8" y="T9"/>
                  </a:cxn>
                </a:cxnLst>
                <a:rect l="T15" t="T16" r="T17" b="T18"/>
                <a:pathLst>
                  <a:path w="24" h="26">
                    <a:moveTo>
                      <a:pt x="0" y="25"/>
                    </a:moveTo>
                    <a:lnTo>
                      <a:pt x="23" y="25"/>
                    </a:lnTo>
                    <a:lnTo>
                      <a:pt x="23" y="0"/>
                    </a:lnTo>
                    <a:lnTo>
                      <a:pt x="0" y="0"/>
                    </a:lnTo>
                    <a:lnTo>
                      <a:pt x="0" y="25"/>
                    </a:lnTo>
                  </a:path>
                </a:pathLst>
              </a:custGeom>
              <a:solidFill>
                <a:schemeClr val="bg2"/>
              </a:solidFill>
              <a:ln w="12700" cap="rnd">
                <a:solidFill>
                  <a:schemeClr val="tx1"/>
                </a:solidFill>
                <a:round/>
                <a:headEnd/>
                <a:tailEnd/>
              </a:ln>
            </p:spPr>
            <p:txBody>
              <a:bodyPr/>
              <a:lstStyle/>
              <a:p>
                <a:pPr algn="ctr"/>
                <a:endParaRPr lang="pt-BR" sz="2400"/>
              </a:p>
            </p:txBody>
          </p:sp>
          <p:sp>
            <p:nvSpPr>
              <p:cNvPr id="248" name="Freeform 689"/>
              <p:cNvSpPr>
                <a:spLocks/>
              </p:cNvSpPr>
              <p:nvPr/>
            </p:nvSpPr>
            <p:spPr bwMode="auto">
              <a:xfrm>
                <a:off x="842" y="1110"/>
                <a:ext cx="24" cy="20"/>
              </a:xfrm>
              <a:custGeom>
                <a:avLst/>
                <a:gdLst>
                  <a:gd name="T0" fmla="*/ 0 w 24"/>
                  <a:gd name="T1" fmla="*/ 19 h 20"/>
                  <a:gd name="T2" fmla="*/ 23 w 24"/>
                  <a:gd name="T3" fmla="*/ 19 h 20"/>
                  <a:gd name="T4" fmla="*/ 23 w 24"/>
                  <a:gd name="T5" fmla="*/ 0 h 20"/>
                  <a:gd name="T6" fmla="*/ 0 w 24"/>
                  <a:gd name="T7" fmla="*/ 0 h 20"/>
                  <a:gd name="T8" fmla="*/ 0 w 24"/>
                  <a:gd name="T9" fmla="*/ 19 h 20"/>
                  <a:gd name="T10" fmla="*/ 0 60000 65536"/>
                  <a:gd name="T11" fmla="*/ 0 60000 65536"/>
                  <a:gd name="T12" fmla="*/ 0 60000 65536"/>
                  <a:gd name="T13" fmla="*/ 0 60000 65536"/>
                  <a:gd name="T14" fmla="*/ 0 60000 65536"/>
                  <a:gd name="T15" fmla="*/ 0 w 24"/>
                  <a:gd name="T16" fmla="*/ 0 h 20"/>
                  <a:gd name="T17" fmla="*/ 24 w 24"/>
                  <a:gd name="T18" fmla="*/ 20 h 20"/>
                </a:gdLst>
                <a:ahLst/>
                <a:cxnLst>
                  <a:cxn ang="T10">
                    <a:pos x="T0" y="T1"/>
                  </a:cxn>
                  <a:cxn ang="T11">
                    <a:pos x="T2" y="T3"/>
                  </a:cxn>
                  <a:cxn ang="T12">
                    <a:pos x="T4" y="T5"/>
                  </a:cxn>
                  <a:cxn ang="T13">
                    <a:pos x="T6" y="T7"/>
                  </a:cxn>
                  <a:cxn ang="T14">
                    <a:pos x="T8" y="T9"/>
                  </a:cxn>
                </a:cxnLst>
                <a:rect l="T15" t="T16" r="T17" b="T18"/>
                <a:pathLst>
                  <a:path w="24" h="20">
                    <a:moveTo>
                      <a:pt x="0" y="19"/>
                    </a:moveTo>
                    <a:lnTo>
                      <a:pt x="23" y="19"/>
                    </a:lnTo>
                    <a:lnTo>
                      <a:pt x="23" y="0"/>
                    </a:lnTo>
                    <a:lnTo>
                      <a:pt x="0" y="0"/>
                    </a:lnTo>
                    <a:lnTo>
                      <a:pt x="0" y="19"/>
                    </a:lnTo>
                  </a:path>
                </a:pathLst>
              </a:custGeom>
              <a:solidFill>
                <a:schemeClr val="bg2"/>
              </a:solidFill>
              <a:ln w="12700" cap="rnd">
                <a:solidFill>
                  <a:schemeClr val="tx1"/>
                </a:solidFill>
                <a:round/>
                <a:headEnd/>
                <a:tailEnd/>
              </a:ln>
            </p:spPr>
            <p:txBody>
              <a:bodyPr/>
              <a:lstStyle/>
              <a:p>
                <a:pPr algn="ctr"/>
                <a:endParaRPr lang="pt-BR" sz="2400"/>
              </a:p>
            </p:txBody>
          </p:sp>
          <p:sp>
            <p:nvSpPr>
              <p:cNvPr id="249" name="Freeform 690"/>
              <p:cNvSpPr>
                <a:spLocks/>
              </p:cNvSpPr>
              <p:nvPr/>
            </p:nvSpPr>
            <p:spPr bwMode="auto">
              <a:xfrm>
                <a:off x="842" y="1110"/>
                <a:ext cx="24" cy="25"/>
              </a:xfrm>
              <a:custGeom>
                <a:avLst/>
                <a:gdLst>
                  <a:gd name="T0" fmla="*/ 0 w 24"/>
                  <a:gd name="T1" fmla="*/ 24 h 25"/>
                  <a:gd name="T2" fmla="*/ 23 w 24"/>
                  <a:gd name="T3" fmla="*/ 24 h 25"/>
                  <a:gd name="T4" fmla="*/ 23 w 24"/>
                  <a:gd name="T5" fmla="*/ 0 h 25"/>
                  <a:gd name="T6" fmla="*/ 0 w 24"/>
                  <a:gd name="T7" fmla="*/ 0 h 25"/>
                  <a:gd name="T8" fmla="*/ 0 w 24"/>
                  <a:gd name="T9" fmla="*/ 24 h 25"/>
                  <a:gd name="T10" fmla="*/ 0 60000 65536"/>
                  <a:gd name="T11" fmla="*/ 0 60000 65536"/>
                  <a:gd name="T12" fmla="*/ 0 60000 65536"/>
                  <a:gd name="T13" fmla="*/ 0 60000 65536"/>
                  <a:gd name="T14" fmla="*/ 0 60000 65536"/>
                  <a:gd name="T15" fmla="*/ 0 w 24"/>
                  <a:gd name="T16" fmla="*/ 0 h 25"/>
                  <a:gd name="T17" fmla="*/ 24 w 24"/>
                  <a:gd name="T18" fmla="*/ 25 h 25"/>
                </a:gdLst>
                <a:ahLst/>
                <a:cxnLst>
                  <a:cxn ang="T10">
                    <a:pos x="T0" y="T1"/>
                  </a:cxn>
                  <a:cxn ang="T11">
                    <a:pos x="T2" y="T3"/>
                  </a:cxn>
                  <a:cxn ang="T12">
                    <a:pos x="T4" y="T5"/>
                  </a:cxn>
                  <a:cxn ang="T13">
                    <a:pos x="T6" y="T7"/>
                  </a:cxn>
                  <a:cxn ang="T14">
                    <a:pos x="T8" y="T9"/>
                  </a:cxn>
                </a:cxnLst>
                <a:rect l="T15" t="T16" r="T17" b="T18"/>
                <a:pathLst>
                  <a:path w="24" h="25">
                    <a:moveTo>
                      <a:pt x="0" y="24"/>
                    </a:moveTo>
                    <a:lnTo>
                      <a:pt x="23" y="24"/>
                    </a:lnTo>
                    <a:lnTo>
                      <a:pt x="23" y="0"/>
                    </a:lnTo>
                    <a:lnTo>
                      <a:pt x="0" y="0"/>
                    </a:lnTo>
                    <a:lnTo>
                      <a:pt x="0" y="24"/>
                    </a:lnTo>
                  </a:path>
                </a:pathLst>
              </a:custGeom>
              <a:solidFill>
                <a:schemeClr val="bg2"/>
              </a:solidFill>
              <a:ln w="12700" cap="rnd">
                <a:solidFill>
                  <a:schemeClr val="tx1"/>
                </a:solidFill>
                <a:round/>
                <a:headEnd/>
                <a:tailEnd/>
              </a:ln>
            </p:spPr>
            <p:txBody>
              <a:bodyPr/>
              <a:lstStyle/>
              <a:p>
                <a:pPr algn="ctr"/>
                <a:endParaRPr lang="pt-BR" sz="2400"/>
              </a:p>
            </p:txBody>
          </p:sp>
          <p:sp>
            <p:nvSpPr>
              <p:cNvPr id="250" name="Freeform 691"/>
              <p:cNvSpPr>
                <a:spLocks/>
              </p:cNvSpPr>
              <p:nvPr/>
            </p:nvSpPr>
            <p:spPr bwMode="auto">
              <a:xfrm>
                <a:off x="842" y="1136"/>
                <a:ext cx="24" cy="19"/>
              </a:xfrm>
              <a:custGeom>
                <a:avLst/>
                <a:gdLst>
                  <a:gd name="T0" fmla="*/ 0 w 24"/>
                  <a:gd name="T1" fmla="*/ 18 h 19"/>
                  <a:gd name="T2" fmla="*/ 23 w 24"/>
                  <a:gd name="T3" fmla="*/ 18 h 19"/>
                  <a:gd name="T4" fmla="*/ 23 w 24"/>
                  <a:gd name="T5" fmla="*/ 0 h 19"/>
                  <a:gd name="T6" fmla="*/ 0 w 24"/>
                  <a:gd name="T7" fmla="*/ 0 h 19"/>
                  <a:gd name="T8" fmla="*/ 0 w 24"/>
                  <a:gd name="T9" fmla="*/ 18 h 19"/>
                  <a:gd name="T10" fmla="*/ 0 60000 65536"/>
                  <a:gd name="T11" fmla="*/ 0 60000 65536"/>
                  <a:gd name="T12" fmla="*/ 0 60000 65536"/>
                  <a:gd name="T13" fmla="*/ 0 60000 65536"/>
                  <a:gd name="T14" fmla="*/ 0 60000 65536"/>
                  <a:gd name="T15" fmla="*/ 0 w 24"/>
                  <a:gd name="T16" fmla="*/ 0 h 19"/>
                  <a:gd name="T17" fmla="*/ 24 w 24"/>
                  <a:gd name="T18" fmla="*/ 19 h 19"/>
                </a:gdLst>
                <a:ahLst/>
                <a:cxnLst>
                  <a:cxn ang="T10">
                    <a:pos x="T0" y="T1"/>
                  </a:cxn>
                  <a:cxn ang="T11">
                    <a:pos x="T2" y="T3"/>
                  </a:cxn>
                  <a:cxn ang="T12">
                    <a:pos x="T4" y="T5"/>
                  </a:cxn>
                  <a:cxn ang="T13">
                    <a:pos x="T6" y="T7"/>
                  </a:cxn>
                  <a:cxn ang="T14">
                    <a:pos x="T8" y="T9"/>
                  </a:cxn>
                </a:cxnLst>
                <a:rect l="T15" t="T16" r="T17" b="T18"/>
                <a:pathLst>
                  <a:path w="24" h="19">
                    <a:moveTo>
                      <a:pt x="0" y="18"/>
                    </a:moveTo>
                    <a:lnTo>
                      <a:pt x="23" y="18"/>
                    </a:lnTo>
                    <a:lnTo>
                      <a:pt x="23" y="0"/>
                    </a:lnTo>
                    <a:lnTo>
                      <a:pt x="0" y="0"/>
                    </a:lnTo>
                    <a:lnTo>
                      <a:pt x="0" y="18"/>
                    </a:lnTo>
                  </a:path>
                </a:pathLst>
              </a:custGeom>
              <a:solidFill>
                <a:schemeClr val="bg2"/>
              </a:solidFill>
              <a:ln w="12700" cap="rnd">
                <a:solidFill>
                  <a:schemeClr val="tx1"/>
                </a:solidFill>
                <a:round/>
                <a:headEnd/>
                <a:tailEnd/>
              </a:ln>
            </p:spPr>
            <p:txBody>
              <a:bodyPr/>
              <a:lstStyle/>
              <a:p>
                <a:pPr algn="ctr"/>
                <a:endParaRPr lang="pt-BR" sz="2400"/>
              </a:p>
            </p:txBody>
          </p:sp>
          <p:sp>
            <p:nvSpPr>
              <p:cNvPr id="251" name="Freeform 692"/>
              <p:cNvSpPr>
                <a:spLocks/>
              </p:cNvSpPr>
              <p:nvPr/>
            </p:nvSpPr>
            <p:spPr bwMode="auto">
              <a:xfrm>
                <a:off x="842" y="1136"/>
                <a:ext cx="24" cy="27"/>
              </a:xfrm>
              <a:custGeom>
                <a:avLst/>
                <a:gdLst>
                  <a:gd name="T0" fmla="*/ 0 w 24"/>
                  <a:gd name="T1" fmla="*/ 26 h 27"/>
                  <a:gd name="T2" fmla="*/ 23 w 24"/>
                  <a:gd name="T3" fmla="*/ 26 h 27"/>
                  <a:gd name="T4" fmla="*/ 23 w 24"/>
                  <a:gd name="T5" fmla="*/ 0 h 27"/>
                  <a:gd name="T6" fmla="*/ 0 w 24"/>
                  <a:gd name="T7" fmla="*/ 0 h 27"/>
                  <a:gd name="T8" fmla="*/ 0 w 24"/>
                  <a:gd name="T9" fmla="*/ 26 h 27"/>
                  <a:gd name="T10" fmla="*/ 0 60000 65536"/>
                  <a:gd name="T11" fmla="*/ 0 60000 65536"/>
                  <a:gd name="T12" fmla="*/ 0 60000 65536"/>
                  <a:gd name="T13" fmla="*/ 0 60000 65536"/>
                  <a:gd name="T14" fmla="*/ 0 60000 65536"/>
                  <a:gd name="T15" fmla="*/ 0 w 24"/>
                  <a:gd name="T16" fmla="*/ 0 h 27"/>
                  <a:gd name="T17" fmla="*/ 24 w 24"/>
                  <a:gd name="T18" fmla="*/ 27 h 27"/>
                </a:gdLst>
                <a:ahLst/>
                <a:cxnLst>
                  <a:cxn ang="T10">
                    <a:pos x="T0" y="T1"/>
                  </a:cxn>
                  <a:cxn ang="T11">
                    <a:pos x="T2" y="T3"/>
                  </a:cxn>
                  <a:cxn ang="T12">
                    <a:pos x="T4" y="T5"/>
                  </a:cxn>
                  <a:cxn ang="T13">
                    <a:pos x="T6" y="T7"/>
                  </a:cxn>
                  <a:cxn ang="T14">
                    <a:pos x="T8" y="T9"/>
                  </a:cxn>
                </a:cxnLst>
                <a:rect l="T15" t="T16" r="T17" b="T18"/>
                <a:pathLst>
                  <a:path w="24" h="27">
                    <a:moveTo>
                      <a:pt x="0" y="26"/>
                    </a:moveTo>
                    <a:lnTo>
                      <a:pt x="23" y="26"/>
                    </a:lnTo>
                    <a:lnTo>
                      <a:pt x="23" y="0"/>
                    </a:lnTo>
                    <a:lnTo>
                      <a:pt x="0" y="0"/>
                    </a:lnTo>
                    <a:lnTo>
                      <a:pt x="0" y="26"/>
                    </a:lnTo>
                  </a:path>
                </a:pathLst>
              </a:custGeom>
              <a:solidFill>
                <a:schemeClr val="bg2"/>
              </a:solidFill>
              <a:ln w="12700" cap="rnd">
                <a:solidFill>
                  <a:schemeClr val="tx1"/>
                </a:solidFill>
                <a:round/>
                <a:headEnd/>
                <a:tailEnd/>
              </a:ln>
            </p:spPr>
            <p:txBody>
              <a:bodyPr/>
              <a:lstStyle/>
              <a:p>
                <a:pPr algn="ctr"/>
                <a:endParaRPr lang="pt-BR" sz="2400"/>
              </a:p>
            </p:txBody>
          </p:sp>
          <p:sp>
            <p:nvSpPr>
              <p:cNvPr id="252" name="Freeform 693"/>
              <p:cNvSpPr>
                <a:spLocks/>
              </p:cNvSpPr>
              <p:nvPr/>
            </p:nvSpPr>
            <p:spPr bwMode="auto">
              <a:xfrm>
                <a:off x="842" y="1163"/>
                <a:ext cx="24" cy="20"/>
              </a:xfrm>
              <a:custGeom>
                <a:avLst/>
                <a:gdLst>
                  <a:gd name="T0" fmla="*/ 0 w 24"/>
                  <a:gd name="T1" fmla="*/ 19 h 20"/>
                  <a:gd name="T2" fmla="*/ 23 w 24"/>
                  <a:gd name="T3" fmla="*/ 19 h 20"/>
                  <a:gd name="T4" fmla="*/ 23 w 24"/>
                  <a:gd name="T5" fmla="*/ 0 h 20"/>
                  <a:gd name="T6" fmla="*/ 0 w 24"/>
                  <a:gd name="T7" fmla="*/ 0 h 20"/>
                  <a:gd name="T8" fmla="*/ 0 w 24"/>
                  <a:gd name="T9" fmla="*/ 19 h 20"/>
                  <a:gd name="T10" fmla="*/ 0 60000 65536"/>
                  <a:gd name="T11" fmla="*/ 0 60000 65536"/>
                  <a:gd name="T12" fmla="*/ 0 60000 65536"/>
                  <a:gd name="T13" fmla="*/ 0 60000 65536"/>
                  <a:gd name="T14" fmla="*/ 0 60000 65536"/>
                  <a:gd name="T15" fmla="*/ 0 w 24"/>
                  <a:gd name="T16" fmla="*/ 0 h 20"/>
                  <a:gd name="T17" fmla="*/ 24 w 24"/>
                  <a:gd name="T18" fmla="*/ 20 h 20"/>
                </a:gdLst>
                <a:ahLst/>
                <a:cxnLst>
                  <a:cxn ang="T10">
                    <a:pos x="T0" y="T1"/>
                  </a:cxn>
                  <a:cxn ang="T11">
                    <a:pos x="T2" y="T3"/>
                  </a:cxn>
                  <a:cxn ang="T12">
                    <a:pos x="T4" y="T5"/>
                  </a:cxn>
                  <a:cxn ang="T13">
                    <a:pos x="T6" y="T7"/>
                  </a:cxn>
                  <a:cxn ang="T14">
                    <a:pos x="T8" y="T9"/>
                  </a:cxn>
                </a:cxnLst>
                <a:rect l="T15" t="T16" r="T17" b="T18"/>
                <a:pathLst>
                  <a:path w="24" h="20">
                    <a:moveTo>
                      <a:pt x="0" y="19"/>
                    </a:moveTo>
                    <a:lnTo>
                      <a:pt x="23" y="19"/>
                    </a:lnTo>
                    <a:lnTo>
                      <a:pt x="23" y="0"/>
                    </a:lnTo>
                    <a:lnTo>
                      <a:pt x="0" y="0"/>
                    </a:lnTo>
                    <a:lnTo>
                      <a:pt x="0" y="19"/>
                    </a:lnTo>
                  </a:path>
                </a:pathLst>
              </a:custGeom>
              <a:solidFill>
                <a:schemeClr val="bg2"/>
              </a:solidFill>
              <a:ln w="12700" cap="rnd">
                <a:solidFill>
                  <a:schemeClr val="tx1"/>
                </a:solidFill>
                <a:round/>
                <a:headEnd/>
                <a:tailEnd/>
              </a:ln>
            </p:spPr>
            <p:txBody>
              <a:bodyPr/>
              <a:lstStyle/>
              <a:p>
                <a:pPr algn="ctr"/>
                <a:endParaRPr lang="pt-BR" sz="2400"/>
              </a:p>
            </p:txBody>
          </p:sp>
          <p:sp>
            <p:nvSpPr>
              <p:cNvPr id="253" name="Freeform 694"/>
              <p:cNvSpPr>
                <a:spLocks/>
              </p:cNvSpPr>
              <p:nvPr/>
            </p:nvSpPr>
            <p:spPr bwMode="auto">
              <a:xfrm>
                <a:off x="842" y="1163"/>
                <a:ext cx="24" cy="26"/>
              </a:xfrm>
              <a:custGeom>
                <a:avLst/>
                <a:gdLst>
                  <a:gd name="T0" fmla="*/ 0 w 24"/>
                  <a:gd name="T1" fmla="*/ 25 h 26"/>
                  <a:gd name="T2" fmla="*/ 23 w 24"/>
                  <a:gd name="T3" fmla="*/ 25 h 26"/>
                  <a:gd name="T4" fmla="*/ 23 w 24"/>
                  <a:gd name="T5" fmla="*/ 0 h 26"/>
                  <a:gd name="T6" fmla="*/ 0 w 24"/>
                  <a:gd name="T7" fmla="*/ 0 h 26"/>
                  <a:gd name="T8" fmla="*/ 0 w 24"/>
                  <a:gd name="T9" fmla="*/ 25 h 26"/>
                  <a:gd name="T10" fmla="*/ 0 60000 65536"/>
                  <a:gd name="T11" fmla="*/ 0 60000 65536"/>
                  <a:gd name="T12" fmla="*/ 0 60000 65536"/>
                  <a:gd name="T13" fmla="*/ 0 60000 65536"/>
                  <a:gd name="T14" fmla="*/ 0 60000 65536"/>
                  <a:gd name="T15" fmla="*/ 0 w 24"/>
                  <a:gd name="T16" fmla="*/ 0 h 26"/>
                  <a:gd name="T17" fmla="*/ 24 w 24"/>
                  <a:gd name="T18" fmla="*/ 26 h 26"/>
                </a:gdLst>
                <a:ahLst/>
                <a:cxnLst>
                  <a:cxn ang="T10">
                    <a:pos x="T0" y="T1"/>
                  </a:cxn>
                  <a:cxn ang="T11">
                    <a:pos x="T2" y="T3"/>
                  </a:cxn>
                  <a:cxn ang="T12">
                    <a:pos x="T4" y="T5"/>
                  </a:cxn>
                  <a:cxn ang="T13">
                    <a:pos x="T6" y="T7"/>
                  </a:cxn>
                  <a:cxn ang="T14">
                    <a:pos x="T8" y="T9"/>
                  </a:cxn>
                </a:cxnLst>
                <a:rect l="T15" t="T16" r="T17" b="T18"/>
                <a:pathLst>
                  <a:path w="24" h="26">
                    <a:moveTo>
                      <a:pt x="0" y="25"/>
                    </a:moveTo>
                    <a:lnTo>
                      <a:pt x="23" y="25"/>
                    </a:lnTo>
                    <a:lnTo>
                      <a:pt x="23" y="0"/>
                    </a:lnTo>
                    <a:lnTo>
                      <a:pt x="0" y="0"/>
                    </a:lnTo>
                    <a:lnTo>
                      <a:pt x="0" y="25"/>
                    </a:lnTo>
                  </a:path>
                </a:pathLst>
              </a:custGeom>
              <a:solidFill>
                <a:schemeClr val="bg2"/>
              </a:solidFill>
              <a:ln w="12700" cap="rnd">
                <a:solidFill>
                  <a:schemeClr val="tx1"/>
                </a:solidFill>
                <a:round/>
                <a:headEnd/>
                <a:tailEnd/>
              </a:ln>
            </p:spPr>
            <p:txBody>
              <a:bodyPr/>
              <a:lstStyle/>
              <a:p>
                <a:pPr algn="ctr"/>
                <a:endParaRPr lang="pt-BR" sz="2400"/>
              </a:p>
            </p:txBody>
          </p:sp>
          <p:sp>
            <p:nvSpPr>
              <p:cNvPr id="254" name="Freeform 695"/>
              <p:cNvSpPr>
                <a:spLocks/>
              </p:cNvSpPr>
              <p:nvPr/>
            </p:nvSpPr>
            <p:spPr bwMode="auto">
              <a:xfrm>
                <a:off x="842" y="1189"/>
                <a:ext cx="24" cy="20"/>
              </a:xfrm>
              <a:custGeom>
                <a:avLst/>
                <a:gdLst>
                  <a:gd name="T0" fmla="*/ 0 w 24"/>
                  <a:gd name="T1" fmla="*/ 19 h 20"/>
                  <a:gd name="T2" fmla="*/ 23 w 24"/>
                  <a:gd name="T3" fmla="*/ 19 h 20"/>
                  <a:gd name="T4" fmla="*/ 23 w 24"/>
                  <a:gd name="T5" fmla="*/ 0 h 20"/>
                  <a:gd name="T6" fmla="*/ 0 w 24"/>
                  <a:gd name="T7" fmla="*/ 0 h 20"/>
                  <a:gd name="T8" fmla="*/ 0 w 24"/>
                  <a:gd name="T9" fmla="*/ 19 h 20"/>
                  <a:gd name="T10" fmla="*/ 0 60000 65536"/>
                  <a:gd name="T11" fmla="*/ 0 60000 65536"/>
                  <a:gd name="T12" fmla="*/ 0 60000 65536"/>
                  <a:gd name="T13" fmla="*/ 0 60000 65536"/>
                  <a:gd name="T14" fmla="*/ 0 60000 65536"/>
                  <a:gd name="T15" fmla="*/ 0 w 24"/>
                  <a:gd name="T16" fmla="*/ 0 h 20"/>
                  <a:gd name="T17" fmla="*/ 24 w 24"/>
                  <a:gd name="T18" fmla="*/ 20 h 20"/>
                </a:gdLst>
                <a:ahLst/>
                <a:cxnLst>
                  <a:cxn ang="T10">
                    <a:pos x="T0" y="T1"/>
                  </a:cxn>
                  <a:cxn ang="T11">
                    <a:pos x="T2" y="T3"/>
                  </a:cxn>
                  <a:cxn ang="T12">
                    <a:pos x="T4" y="T5"/>
                  </a:cxn>
                  <a:cxn ang="T13">
                    <a:pos x="T6" y="T7"/>
                  </a:cxn>
                  <a:cxn ang="T14">
                    <a:pos x="T8" y="T9"/>
                  </a:cxn>
                </a:cxnLst>
                <a:rect l="T15" t="T16" r="T17" b="T18"/>
                <a:pathLst>
                  <a:path w="24" h="20">
                    <a:moveTo>
                      <a:pt x="0" y="19"/>
                    </a:moveTo>
                    <a:lnTo>
                      <a:pt x="23" y="19"/>
                    </a:lnTo>
                    <a:lnTo>
                      <a:pt x="23" y="0"/>
                    </a:lnTo>
                    <a:lnTo>
                      <a:pt x="0" y="0"/>
                    </a:lnTo>
                    <a:lnTo>
                      <a:pt x="0" y="19"/>
                    </a:lnTo>
                  </a:path>
                </a:pathLst>
              </a:custGeom>
              <a:solidFill>
                <a:schemeClr val="bg2"/>
              </a:solidFill>
              <a:ln w="12700" cap="rnd">
                <a:solidFill>
                  <a:schemeClr val="tx1"/>
                </a:solidFill>
                <a:round/>
                <a:headEnd/>
                <a:tailEnd/>
              </a:ln>
            </p:spPr>
            <p:txBody>
              <a:bodyPr/>
              <a:lstStyle/>
              <a:p>
                <a:pPr algn="ctr"/>
                <a:endParaRPr lang="pt-BR" sz="2400"/>
              </a:p>
            </p:txBody>
          </p:sp>
          <p:sp>
            <p:nvSpPr>
              <p:cNvPr id="255" name="Freeform 696"/>
              <p:cNvSpPr>
                <a:spLocks/>
              </p:cNvSpPr>
              <p:nvPr/>
            </p:nvSpPr>
            <p:spPr bwMode="auto">
              <a:xfrm>
                <a:off x="842" y="1189"/>
                <a:ext cx="24" cy="27"/>
              </a:xfrm>
              <a:custGeom>
                <a:avLst/>
                <a:gdLst>
                  <a:gd name="T0" fmla="*/ 0 w 24"/>
                  <a:gd name="T1" fmla="*/ 26 h 27"/>
                  <a:gd name="T2" fmla="*/ 23 w 24"/>
                  <a:gd name="T3" fmla="*/ 26 h 27"/>
                  <a:gd name="T4" fmla="*/ 23 w 24"/>
                  <a:gd name="T5" fmla="*/ 0 h 27"/>
                  <a:gd name="T6" fmla="*/ 0 w 24"/>
                  <a:gd name="T7" fmla="*/ 0 h 27"/>
                  <a:gd name="T8" fmla="*/ 0 w 24"/>
                  <a:gd name="T9" fmla="*/ 26 h 27"/>
                  <a:gd name="T10" fmla="*/ 0 60000 65536"/>
                  <a:gd name="T11" fmla="*/ 0 60000 65536"/>
                  <a:gd name="T12" fmla="*/ 0 60000 65536"/>
                  <a:gd name="T13" fmla="*/ 0 60000 65536"/>
                  <a:gd name="T14" fmla="*/ 0 60000 65536"/>
                  <a:gd name="T15" fmla="*/ 0 w 24"/>
                  <a:gd name="T16" fmla="*/ 0 h 27"/>
                  <a:gd name="T17" fmla="*/ 24 w 24"/>
                  <a:gd name="T18" fmla="*/ 27 h 27"/>
                </a:gdLst>
                <a:ahLst/>
                <a:cxnLst>
                  <a:cxn ang="T10">
                    <a:pos x="T0" y="T1"/>
                  </a:cxn>
                  <a:cxn ang="T11">
                    <a:pos x="T2" y="T3"/>
                  </a:cxn>
                  <a:cxn ang="T12">
                    <a:pos x="T4" y="T5"/>
                  </a:cxn>
                  <a:cxn ang="T13">
                    <a:pos x="T6" y="T7"/>
                  </a:cxn>
                  <a:cxn ang="T14">
                    <a:pos x="T8" y="T9"/>
                  </a:cxn>
                </a:cxnLst>
                <a:rect l="T15" t="T16" r="T17" b="T18"/>
                <a:pathLst>
                  <a:path w="24" h="27">
                    <a:moveTo>
                      <a:pt x="0" y="26"/>
                    </a:moveTo>
                    <a:lnTo>
                      <a:pt x="23" y="26"/>
                    </a:lnTo>
                    <a:lnTo>
                      <a:pt x="23" y="0"/>
                    </a:lnTo>
                    <a:lnTo>
                      <a:pt x="0" y="0"/>
                    </a:lnTo>
                    <a:lnTo>
                      <a:pt x="0" y="26"/>
                    </a:lnTo>
                  </a:path>
                </a:pathLst>
              </a:custGeom>
              <a:solidFill>
                <a:schemeClr val="bg2"/>
              </a:solidFill>
              <a:ln w="12700" cap="rnd">
                <a:solidFill>
                  <a:schemeClr val="tx1"/>
                </a:solidFill>
                <a:round/>
                <a:headEnd/>
                <a:tailEnd/>
              </a:ln>
            </p:spPr>
            <p:txBody>
              <a:bodyPr/>
              <a:lstStyle/>
              <a:p>
                <a:pPr algn="ctr"/>
                <a:endParaRPr lang="pt-BR" sz="2400"/>
              </a:p>
            </p:txBody>
          </p:sp>
          <p:sp>
            <p:nvSpPr>
              <p:cNvPr id="256" name="Freeform 697"/>
              <p:cNvSpPr>
                <a:spLocks/>
              </p:cNvSpPr>
              <p:nvPr/>
            </p:nvSpPr>
            <p:spPr bwMode="auto">
              <a:xfrm>
                <a:off x="723" y="1024"/>
                <a:ext cx="108" cy="28"/>
              </a:xfrm>
              <a:custGeom>
                <a:avLst/>
                <a:gdLst>
                  <a:gd name="T0" fmla="*/ 0 w 108"/>
                  <a:gd name="T1" fmla="*/ 27 h 28"/>
                  <a:gd name="T2" fmla="*/ 107 w 108"/>
                  <a:gd name="T3" fmla="*/ 27 h 28"/>
                  <a:gd name="T4" fmla="*/ 107 w 108"/>
                  <a:gd name="T5" fmla="*/ 0 h 28"/>
                  <a:gd name="T6" fmla="*/ 0 w 108"/>
                  <a:gd name="T7" fmla="*/ 0 h 28"/>
                  <a:gd name="T8" fmla="*/ 0 w 108"/>
                  <a:gd name="T9" fmla="*/ 27 h 28"/>
                  <a:gd name="T10" fmla="*/ 0 60000 65536"/>
                  <a:gd name="T11" fmla="*/ 0 60000 65536"/>
                  <a:gd name="T12" fmla="*/ 0 60000 65536"/>
                  <a:gd name="T13" fmla="*/ 0 60000 65536"/>
                  <a:gd name="T14" fmla="*/ 0 60000 65536"/>
                  <a:gd name="T15" fmla="*/ 0 w 108"/>
                  <a:gd name="T16" fmla="*/ 0 h 28"/>
                  <a:gd name="T17" fmla="*/ 108 w 108"/>
                  <a:gd name="T18" fmla="*/ 28 h 28"/>
                </a:gdLst>
                <a:ahLst/>
                <a:cxnLst>
                  <a:cxn ang="T10">
                    <a:pos x="T0" y="T1"/>
                  </a:cxn>
                  <a:cxn ang="T11">
                    <a:pos x="T2" y="T3"/>
                  </a:cxn>
                  <a:cxn ang="T12">
                    <a:pos x="T4" y="T5"/>
                  </a:cxn>
                  <a:cxn ang="T13">
                    <a:pos x="T6" y="T7"/>
                  </a:cxn>
                  <a:cxn ang="T14">
                    <a:pos x="T8" y="T9"/>
                  </a:cxn>
                </a:cxnLst>
                <a:rect l="T15" t="T16" r="T17" b="T18"/>
                <a:pathLst>
                  <a:path w="108" h="28">
                    <a:moveTo>
                      <a:pt x="0" y="27"/>
                    </a:moveTo>
                    <a:lnTo>
                      <a:pt x="107" y="27"/>
                    </a:lnTo>
                    <a:lnTo>
                      <a:pt x="107" y="0"/>
                    </a:lnTo>
                    <a:lnTo>
                      <a:pt x="0" y="0"/>
                    </a:lnTo>
                    <a:lnTo>
                      <a:pt x="0" y="27"/>
                    </a:lnTo>
                  </a:path>
                </a:pathLst>
              </a:custGeom>
              <a:solidFill>
                <a:schemeClr val="bg2"/>
              </a:solidFill>
              <a:ln w="12700" cap="rnd">
                <a:solidFill>
                  <a:schemeClr val="tx1"/>
                </a:solidFill>
                <a:round/>
                <a:headEnd/>
                <a:tailEnd/>
              </a:ln>
            </p:spPr>
            <p:txBody>
              <a:bodyPr/>
              <a:lstStyle/>
              <a:p>
                <a:pPr algn="ctr"/>
                <a:endParaRPr lang="pt-BR" sz="2400"/>
              </a:p>
            </p:txBody>
          </p:sp>
          <p:sp>
            <p:nvSpPr>
              <p:cNvPr id="257" name="Freeform 698"/>
              <p:cNvSpPr>
                <a:spLocks/>
              </p:cNvSpPr>
              <p:nvPr/>
            </p:nvSpPr>
            <p:spPr bwMode="auto">
              <a:xfrm>
                <a:off x="723" y="1024"/>
                <a:ext cx="112" cy="37"/>
              </a:xfrm>
              <a:custGeom>
                <a:avLst/>
                <a:gdLst>
                  <a:gd name="T0" fmla="*/ 0 w 112"/>
                  <a:gd name="T1" fmla="*/ 36 h 37"/>
                  <a:gd name="T2" fmla="*/ 111 w 112"/>
                  <a:gd name="T3" fmla="*/ 36 h 37"/>
                  <a:gd name="T4" fmla="*/ 111 w 112"/>
                  <a:gd name="T5" fmla="*/ 0 h 37"/>
                  <a:gd name="T6" fmla="*/ 0 w 112"/>
                  <a:gd name="T7" fmla="*/ 0 h 37"/>
                  <a:gd name="T8" fmla="*/ 0 w 112"/>
                  <a:gd name="T9" fmla="*/ 36 h 37"/>
                  <a:gd name="T10" fmla="*/ 0 60000 65536"/>
                  <a:gd name="T11" fmla="*/ 0 60000 65536"/>
                  <a:gd name="T12" fmla="*/ 0 60000 65536"/>
                  <a:gd name="T13" fmla="*/ 0 60000 65536"/>
                  <a:gd name="T14" fmla="*/ 0 60000 65536"/>
                  <a:gd name="T15" fmla="*/ 0 w 112"/>
                  <a:gd name="T16" fmla="*/ 0 h 37"/>
                  <a:gd name="T17" fmla="*/ 112 w 112"/>
                  <a:gd name="T18" fmla="*/ 37 h 37"/>
                </a:gdLst>
                <a:ahLst/>
                <a:cxnLst>
                  <a:cxn ang="T10">
                    <a:pos x="T0" y="T1"/>
                  </a:cxn>
                  <a:cxn ang="T11">
                    <a:pos x="T2" y="T3"/>
                  </a:cxn>
                  <a:cxn ang="T12">
                    <a:pos x="T4" y="T5"/>
                  </a:cxn>
                  <a:cxn ang="T13">
                    <a:pos x="T6" y="T7"/>
                  </a:cxn>
                  <a:cxn ang="T14">
                    <a:pos x="T8" y="T9"/>
                  </a:cxn>
                </a:cxnLst>
                <a:rect l="T15" t="T16" r="T17" b="T18"/>
                <a:pathLst>
                  <a:path w="112" h="37">
                    <a:moveTo>
                      <a:pt x="0" y="36"/>
                    </a:moveTo>
                    <a:lnTo>
                      <a:pt x="111" y="36"/>
                    </a:lnTo>
                    <a:lnTo>
                      <a:pt x="111" y="0"/>
                    </a:lnTo>
                    <a:lnTo>
                      <a:pt x="0" y="0"/>
                    </a:lnTo>
                    <a:lnTo>
                      <a:pt x="0" y="36"/>
                    </a:lnTo>
                  </a:path>
                </a:pathLst>
              </a:custGeom>
              <a:solidFill>
                <a:schemeClr val="bg2"/>
              </a:solidFill>
              <a:ln w="12700" cap="rnd">
                <a:solidFill>
                  <a:schemeClr val="tx1"/>
                </a:solidFill>
                <a:round/>
                <a:headEnd/>
                <a:tailEnd/>
              </a:ln>
            </p:spPr>
            <p:txBody>
              <a:bodyPr/>
              <a:lstStyle/>
              <a:p>
                <a:pPr algn="ctr"/>
                <a:endParaRPr lang="pt-BR" sz="2400"/>
              </a:p>
            </p:txBody>
          </p:sp>
          <p:sp>
            <p:nvSpPr>
              <p:cNvPr id="258" name="Freeform 699"/>
              <p:cNvSpPr>
                <a:spLocks/>
              </p:cNvSpPr>
              <p:nvPr/>
            </p:nvSpPr>
            <p:spPr bwMode="auto">
              <a:xfrm>
                <a:off x="724" y="1172"/>
                <a:ext cx="27" cy="36"/>
              </a:xfrm>
              <a:custGeom>
                <a:avLst/>
                <a:gdLst>
                  <a:gd name="T0" fmla="*/ 26 w 27"/>
                  <a:gd name="T1" fmla="*/ 17 h 36"/>
                  <a:gd name="T2" fmla="*/ 26 w 27"/>
                  <a:gd name="T3" fmla="*/ 14 h 36"/>
                  <a:gd name="T4" fmla="*/ 24 w 27"/>
                  <a:gd name="T5" fmla="*/ 10 h 36"/>
                  <a:gd name="T6" fmla="*/ 24 w 27"/>
                  <a:gd name="T7" fmla="*/ 8 h 36"/>
                  <a:gd name="T8" fmla="*/ 21 w 27"/>
                  <a:gd name="T9" fmla="*/ 4 h 36"/>
                  <a:gd name="T10" fmla="*/ 20 w 27"/>
                  <a:gd name="T11" fmla="*/ 3 h 36"/>
                  <a:gd name="T12" fmla="*/ 17 w 27"/>
                  <a:gd name="T13" fmla="*/ 1 h 36"/>
                  <a:gd name="T14" fmla="*/ 15 w 27"/>
                  <a:gd name="T15" fmla="*/ 0 h 36"/>
                  <a:gd name="T16" fmla="*/ 12 w 27"/>
                  <a:gd name="T17" fmla="*/ 0 h 36"/>
                  <a:gd name="T18" fmla="*/ 9 w 27"/>
                  <a:gd name="T19" fmla="*/ 0 h 36"/>
                  <a:gd name="T20" fmla="*/ 8 w 27"/>
                  <a:gd name="T21" fmla="*/ 1 h 36"/>
                  <a:gd name="T22" fmla="*/ 5 w 27"/>
                  <a:gd name="T23" fmla="*/ 3 h 36"/>
                  <a:gd name="T24" fmla="*/ 2 w 27"/>
                  <a:gd name="T25" fmla="*/ 4 h 36"/>
                  <a:gd name="T26" fmla="*/ 1 w 27"/>
                  <a:gd name="T27" fmla="*/ 8 h 36"/>
                  <a:gd name="T28" fmla="*/ 0 w 27"/>
                  <a:gd name="T29" fmla="*/ 10 h 36"/>
                  <a:gd name="T30" fmla="*/ 0 w 27"/>
                  <a:gd name="T31" fmla="*/ 14 h 36"/>
                  <a:gd name="T32" fmla="*/ 0 w 27"/>
                  <a:gd name="T33" fmla="*/ 17 h 36"/>
                  <a:gd name="T34" fmla="*/ 0 w 27"/>
                  <a:gd name="T35" fmla="*/ 21 h 36"/>
                  <a:gd name="T36" fmla="*/ 0 w 27"/>
                  <a:gd name="T37" fmla="*/ 24 h 36"/>
                  <a:gd name="T38" fmla="*/ 1 w 27"/>
                  <a:gd name="T39" fmla="*/ 26 h 36"/>
                  <a:gd name="T40" fmla="*/ 2 w 27"/>
                  <a:gd name="T41" fmla="*/ 30 h 36"/>
                  <a:gd name="T42" fmla="*/ 5 w 27"/>
                  <a:gd name="T43" fmla="*/ 32 h 36"/>
                  <a:gd name="T44" fmla="*/ 8 w 27"/>
                  <a:gd name="T45" fmla="*/ 33 h 36"/>
                  <a:gd name="T46" fmla="*/ 9 w 27"/>
                  <a:gd name="T47" fmla="*/ 35 h 36"/>
                  <a:gd name="T48" fmla="*/ 12 w 27"/>
                  <a:gd name="T49" fmla="*/ 35 h 36"/>
                  <a:gd name="T50" fmla="*/ 15 w 27"/>
                  <a:gd name="T51" fmla="*/ 35 h 36"/>
                  <a:gd name="T52" fmla="*/ 17 w 27"/>
                  <a:gd name="T53" fmla="*/ 33 h 36"/>
                  <a:gd name="T54" fmla="*/ 20 w 27"/>
                  <a:gd name="T55" fmla="*/ 32 h 36"/>
                  <a:gd name="T56" fmla="*/ 21 w 27"/>
                  <a:gd name="T57" fmla="*/ 30 h 36"/>
                  <a:gd name="T58" fmla="*/ 24 w 27"/>
                  <a:gd name="T59" fmla="*/ 26 h 36"/>
                  <a:gd name="T60" fmla="*/ 24 w 27"/>
                  <a:gd name="T61" fmla="*/ 24 h 36"/>
                  <a:gd name="T62" fmla="*/ 26 w 27"/>
                  <a:gd name="T63" fmla="*/ 21 h 36"/>
                  <a:gd name="T64" fmla="*/ 26 w 27"/>
                  <a:gd name="T65" fmla="*/ 17 h 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7"/>
                  <a:gd name="T100" fmla="*/ 0 h 36"/>
                  <a:gd name="T101" fmla="*/ 27 w 27"/>
                  <a:gd name="T102" fmla="*/ 36 h 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7" h="36">
                    <a:moveTo>
                      <a:pt x="26" y="17"/>
                    </a:moveTo>
                    <a:lnTo>
                      <a:pt x="26" y="14"/>
                    </a:lnTo>
                    <a:lnTo>
                      <a:pt x="24" y="10"/>
                    </a:lnTo>
                    <a:lnTo>
                      <a:pt x="24" y="8"/>
                    </a:lnTo>
                    <a:lnTo>
                      <a:pt x="21" y="4"/>
                    </a:lnTo>
                    <a:lnTo>
                      <a:pt x="20" y="3"/>
                    </a:lnTo>
                    <a:lnTo>
                      <a:pt x="17" y="1"/>
                    </a:lnTo>
                    <a:lnTo>
                      <a:pt x="15" y="0"/>
                    </a:lnTo>
                    <a:lnTo>
                      <a:pt x="12" y="0"/>
                    </a:lnTo>
                    <a:lnTo>
                      <a:pt x="9" y="0"/>
                    </a:lnTo>
                    <a:lnTo>
                      <a:pt x="8" y="1"/>
                    </a:lnTo>
                    <a:lnTo>
                      <a:pt x="5" y="3"/>
                    </a:lnTo>
                    <a:lnTo>
                      <a:pt x="2" y="4"/>
                    </a:lnTo>
                    <a:lnTo>
                      <a:pt x="1" y="8"/>
                    </a:lnTo>
                    <a:lnTo>
                      <a:pt x="0" y="10"/>
                    </a:lnTo>
                    <a:lnTo>
                      <a:pt x="0" y="14"/>
                    </a:lnTo>
                    <a:lnTo>
                      <a:pt x="0" y="17"/>
                    </a:lnTo>
                    <a:lnTo>
                      <a:pt x="0" y="21"/>
                    </a:lnTo>
                    <a:lnTo>
                      <a:pt x="0" y="24"/>
                    </a:lnTo>
                    <a:lnTo>
                      <a:pt x="1" y="26"/>
                    </a:lnTo>
                    <a:lnTo>
                      <a:pt x="2" y="30"/>
                    </a:lnTo>
                    <a:lnTo>
                      <a:pt x="5" y="32"/>
                    </a:lnTo>
                    <a:lnTo>
                      <a:pt x="8" y="33"/>
                    </a:lnTo>
                    <a:lnTo>
                      <a:pt x="9" y="35"/>
                    </a:lnTo>
                    <a:lnTo>
                      <a:pt x="12" y="35"/>
                    </a:lnTo>
                    <a:lnTo>
                      <a:pt x="15" y="35"/>
                    </a:lnTo>
                    <a:lnTo>
                      <a:pt x="17" y="33"/>
                    </a:lnTo>
                    <a:lnTo>
                      <a:pt x="20" y="32"/>
                    </a:lnTo>
                    <a:lnTo>
                      <a:pt x="21" y="30"/>
                    </a:lnTo>
                    <a:lnTo>
                      <a:pt x="24" y="26"/>
                    </a:lnTo>
                    <a:lnTo>
                      <a:pt x="24" y="24"/>
                    </a:lnTo>
                    <a:lnTo>
                      <a:pt x="26" y="21"/>
                    </a:lnTo>
                    <a:lnTo>
                      <a:pt x="26" y="17"/>
                    </a:lnTo>
                  </a:path>
                </a:pathLst>
              </a:custGeom>
              <a:solidFill>
                <a:schemeClr val="bg2"/>
              </a:solidFill>
              <a:ln w="12700" cap="rnd">
                <a:solidFill>
                  <a:schemeClr val="tx1"/>
                </a:solidFill>
                <a:round/>
                <a:headEnd/>
                <a:tailEnd/>
              </a:ln>
            </p:spPr>
            <p:txBody>
              <a:bodyPr/>
              <a:lstStyle/>
              <a:p>
                <a:pPr algn="ctr"/>
                <a:endParaRPr lang="pt-BR" sz="2400"/>
              </a:p>
            </p:txBody>
          </p:sp>
          <p:sp>
            <p:nvSpPr>
              <p:cNvPr id="259" name="Freeform 700"/>
              <p:cNvSpPr>
                <a:spLocks/>
              </p:cNvSpPr>
              <p:nvPr/>
            </p:nvSpPr>
            <p:spPr bwMode="auto">
              <a:xfrm>
                <a:off x="724" y="1172"/>
                <a:ext cx="31" cy="44"/>
              </a:xfrm>
              <a:custGeom>
                <a:avLst/>
                <a:gdLst>
                  <a:gd name="T0" fmla="*/ 30 w 31"/>
                  <a:gd name="T1" fmla="*/ 22 h 44"/>
                  <a:gd name="T2" fmla="*/ 30 w 31"/>
                  <a:gd name="T3" fmla="*/ 22 h 44"/>
                  <a:gd name="T4" fmla="*/ 28 w 31"/>
                  <a:gd name="T5" fmla="*/ 16 h 44"/>
                  <a:gd name="T6" fmla="*/ 28 w 31"/>
                  <a:gd name="T7" fmla="*/ 12 h 44"/>
                  <a:gd name="T8" fmla="*/ 27 w 31"/>
                  <a:gd name="T9" fmla="*/ 9 h 44"/>
                  <a:gd name="T10" fmla="*/ 25 w 31"/>
                  <a:gd name="T11" fmla="*/ 5 h 44"/>
                  <a:gd name="T12" fmla="*/ 23 w 31"/>
                  <a:gd name="T13" fmla="*/ 3 h 44"/>
                  <a:gd name="T14" fmla="*/ 20 w 31"/>
                  <a:gd name="T15" fmla="*/ 1 h 44"/>
                  <a:gd name="T16" fmla="*/ 17 w 31"/>
                  <a:gd name="T17" fmla="*/ 0 h 44"/>
                  <a:gd name="T18" fmla="*/ 15 w 31"/>
                  <a:gd name="T19" fmla="*/ 0 h 44"/>
                  <a:gd name="T20" fmla="*/ 10 w 31"/>
                  <a:gd name="T21" fmla="*/ 0 h 44"/>
                  <a:gd name="T22" fmla="*/ 9 w 31"/>
                  <a:gd name="T23" fmla="*/ 1 h 44"/>
                  <a:gd name="T24" fmla="*/ 6 w 31"/>
                  <a:gd name="T25" fmla="*/ 3 h 44"/>
                  <a:gd name="T26" fmla="*/ 4 w 31"/>
                  <a:gd name="T27" fmla="*/ 5 h 44"/>
                  <a:gd name="T28" fmla="*/ 2 w 31"/>
                  <a:gd name="T29" fmla="*/ 9 h 44"/>
                  <a:gd name="T30" fmla="*/ 1 w 31"/>
                  <a:gd name="T31" fmla="*/ 12 h 44"/>
                  <a:gd name="T32" fmla="*/ 0 w 31"/>
                  <a:gd name="T33" fmla="*/ 16 h 44"/>
                  <a:gd name="T34" fmla="*/ 0 w 31"/>
                  <a:gd name="T35" fmla="*/ 22 h 44"/>
                  <a:gd name="T36" fmla="*/ 0 w 31"/>
                  <a:gd name="T37" fmla="*/ 26 h 44"/>
                  <a:gd name="T38" fmla="*/ 1 w 31"/>
                  <a:gd name="T39" fmla="*/ 30 h 44"/>
                  <a:gd name="T40" fmla="*/ 2 w 31"/>
                  <a:gd name="T41" fmla="*/ 33 h 44"/>
                  <a:gd name="T42" fmla="*/ 4 w 31"/>
                  <a:gd name="T43" fmla="*/ 37 h 44"/>
                  <a:gd name="T44" fmla="*/ 6 w 31"/>
                  <a:gd name="T45" fmla="*/ 39 h 44"/>
                  <a:gd name="T46" fmla="*/ 9 w 31"/>
                  <a:gd name="T47" fmla="*/ 41 h 44"/>
                  <a:gd name="T48" fmla="*/ 10 w 31"/>
                  <a:gd name="T49" fmla="*/ 43 h 44"/>
                  <a:gd name="T50" fmla="*/ 15 w 31"/>
                  <a:gd name="T51" fmla="*/ 43 h 44"/>
                  <a:gd name="T52" fmla="*/ 17 w 31"/>
                  <a:gd name="T53" fmla="*/ 43 h 44"/>
                  <a:gd name="T54" fmla="*/ 20 w 31"/>
                  <a:gd name="T55" fmla="*/ 41 h 44"/>
                  <a:gd name="T56" fmla="*/ 23 w 31"/>
                  <a:gd name="T57" fmla="*/ 39 h 44"/>
                  <a:gd name="T58" fmla="*/ 25 w 31"/>
                  <a:gd name="T59" fmla="*/ 37 h 44"/>
                  <a:gd name="T60" fmla="*/ 27 w 31"/>
                  <a:gd name="T61" fmla="*/ 33 h 44"/>
                  <a:gd name="T62" fmla="*/ 28 w 31"/>
                  <a:gd name="T63" fmla="*/ 30 h 44"/>
                  <a:gd name="T64" fmla="*/ 28 w 31"/>
                  <a:gd name="T65" fmla="*/ 26 h 44"/>
                  <a:gd name="T66" fmla="*/ 30 w 31"/>
                  <a:gd name="T67" fmla="*/ 22 h 4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1"/>
                  <a:gd name="T103" fmla="*/ 0 h 44"/>
                  <a:gd name="T104" fmla="*/ 31 w 31"/>
                  <a:gd name="T105" fmla="*/ 44 h 4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1" h="44">
                    <a:moveTo>
                      <a:pt x="30" y="22"/>
                    </a:moveTo>
                    <a:lnTo>
                      <a:pt x="30" y="22"/>
                    </a:lnTo>
                    <a:lnTo>
                      <a:pt x="28" y="16"/>
                    </a:lnTo>
                    <a:lnTo>
                      <a:pt x="28" y="12"/>
                    </a:lnTo>
                    <a:lnTo>
                      <a:pt x="27" y="9"/>
                    </a:lnTo>
                    <a:lnTo>
                      <a:pt x="25" y="5"/>
                    </a:lnTo>
                    <a:lnTo>
                      <a:pt x="23" y="3"/>
                    </a:lnTo>
                    <a:lnTo>
                      <a:pt x="20" y="1"/>
                    </a:lnTo>
                    <a:lnTo>
                      <a:pt x="17" y="0"/>
                    </a:lnTo>
                    <a:lnTo>
                      <a:pt x="15" y="0"/>
                    </a:lnTo>
                    <a:lnTo>
                      <a:pt x="10" y="0"/>
                    </a:lnTo>
                    <a:lnTo>
                      <a:pt x="9" y="1"/>
                    </a:lnTo>
                    <a:lnTo>
                      <a:pt x="6" y="3"/>
                    </a:lnTo>
                    <a:lnTo>
                      <a:pt x="4" y="5"/>
                    </a:lnTo>
                    <a:lnTo>
                      <a:pt x="2" y="9"/>
                    </a:lnTo>
                    <a:lnTo>
                      <a:pt x="1" y="12"/>
                    </a:lnTo>
                    <a:lnTo>
                      <a:pt x="0" y="16"/>
                    </a:lnTo>
                    <a:lnTo>
                      <a:pt x="0" y="22"/>
                    </a:lnTo>
                    <a:lnTo>
                      <a:pt x="0" y="26"/>
                    </a:lnTo>
                    <a:lnTo>
                      <a:pt x="1" y="30"/>
                    </a:lnTo>
                    <a:lnTo>
                      <a:pt x="2" y="33"/>
                    </a:lnTo>
                    <a:lnTo>
                      <a:pt x="4" y="37"/>
                    </a:lnTo>
                    <a:lnTo>
                      <a:pt x="6" y="39"/>
                    </a:lnTo>
                    <a:lnTo>
                      <a:pt x="9" y="41"/>
                    </a:lnTo>
                    <a:lnTo>
                      <a:pt x="10" y="43"/>
                    </a:lnTo>
                    <a:lnTo>
                      <a:pt x="15" y="43"/>
                    </a:lnTo>
                    <a:lnTo>
                      <a:pt x="17" y="43"/>
                    </a:lnTo>
                    <a:lnTo>
                      <a:pt x="20" y="41"/>
                    </a:lnTo>
                    <a:lnTo>
                      <a:pt x="23" y="39"/>
                    </a:lnTo>
                    <a:lnTo>
                      <a:pt x="25" y="37"/>
                    </a:lnTo>
                    <a:lnTo>
                      <a:pt x="27" y="33"/>
                    </a:lnTo>
                    <a:lnTo>
                      <a:pt x="28" y="30"/>
                    </a:lnTo>
                    <a:lnTo>
                      <a:pt x="28" y="26"/>
                    </a:lnTo>
                    <a:lnTo>
                      <a:pt x="30" y="22"/>
                    </a:lnTo>
                  </a:path>
                </a:pathLst>
              </a:custGeom>
              <a:solidFill>
                <a:schemeClr val="bg2"/>
              </a:solidFill>
              <a:ln w="12700" cap="rnd">
                <a:solidFill>
                  <a:schemeClr val="tx1"/>
                </a:solidFill>
                <a:round/>
                <a:headEnd/>
                <a:tailEnd/>
              </a:ln>
            </p:spPr>
            <p:txBody>
              <a:bodyPr/>
              <a:lstStyle/>
              <a:p>
                <a:pPr algn="ctr"/>
                <a:endParaRPr lang="pt-BR" sz="2400"/>
              </a:p>
            </p:txBody>
          </p:sp>
        </p:grpSp>
        <p:grpSp>
          <p:nvGrpSpPr>
            <p:cNvPr id="15" name="Group 702"/>
            <p:cNvGrpSpPr>
              <a:grpSpLocks/>
            </p:cNvGrpSpPr>
            <p:nvPr/>
          </p:nvGrpSpPr>
          <p:grpSpPr bwMode="auto">
            <a:xfrm>
              <a:off x="6757998" y="2875068"/>
              <a:ext cx="2281241" cy="1208000"/>
              <a:chOff x="4257" y="1788"/>
              <a:chExt cx="1437" cy="800"/>
            </a:xfrm>
          </p:grpSpPr>
          <p:sp>
            <p:nvSpPr>
              <p:cNvPr id="119" name="Freeform 703"/>
              <p:cNvSpPr>
                <a:spLocks/>
              </p:cNvSpPr>
              <p:nvPr/>
            </p:nvSpPr>
            <p:spPr bwMode="auto">
              <a:xfrm>
                <a:off x="4257" y="1886"/>
                <a:ext cx="733" cy="508"/>
              </a:xfrm>
              <a:custGeom>
                <a:avLst/>
                <a:gdLst>
                  <a:gd name="T0" fmla="*/ 0 w 8065"/>
                  <a:gd name="T1" fmla="*/ 0 h 5584"/>
                  <a:gd name="T2" fmla="*/ 0 w 8065"/>
                  <a:gd name="T3" fmla="*/ 0 h 5584"/>
                  <a:gd name="T4" fmla="*/ 0 w 8065"/>
                  <a:gd name="T5" fmla="*/ 0 h 5584"/>
                  <a:gd name="T6" fmla="*/ 0 w 8065"/>
                  <a:gd name="T7" fmla="*/ 0 h 5584"/>
                  <a:gd name="T8" fmla="*/ 0 w 8065"/>
                  <a:gd name="T9" fmla="*/ 0 h 5584"/>
                  <a:gd name="T10" fmla="*/ 0 w 8065"/>
                  <a:gd name="T11" fmla="*/ 0 h 5584"/>
                  <a:gd name="T12" fmla="*/ 0 w 8065"/>
                  <a:gd name="T13" fmla="*/ 0 h 5584"/>
                  <a:gd name="T14" fmla="*/ 0 w 8065"/>
                  <a:gd name="T15" fmla="*/ 0 h 5584"/>
                  <a:gd name="T16" fmla="*/ 0 w 8065"/>
                  <a:gd name="T17" fmla="*/ 0 h 5584"/>
                  <a:gd name="T18" fmla="*/ 0 w 8065"/>
                  <a:gd name="T19" fmla="*/ 0 h 5584"/>
                  <a:gd name="T20" fmla="*/ 0 w 8065"/>
                  <a:gd name="T21" fmla="*/ 0 h 5584"/>
                  <a:gd name="T22" fmla="*/ 0 w 8065"/>
                  <a:gd name="T23" fmla="*/ 0 h 5584"/>
                  <a:gd name="T24" fmla="*/ 0 w 8065"/>
                  <a:gd name="T25" fmla="*/ 0 h 5584"/>
                  <a:gd name="T26" fmla="*/ 0 w 8065"/>
                  <a:gd name="T27" fmla="*/ 0 h 55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065"/>
                  <a:gd name="T43" fmla="*/ 0 h 5584"/>
                  <a:gd name="T44" fmla="*/ 8065 w 8065"/>
                  <a:gd name="T45" fmla="*/ 5584 h 55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065" h="5584">
                    <a:moveTo>
                      <a:pt x="0" y="3180"/>
                    </a:moveTo>
                    <a:lnTo>
                      <a:pt x="923" y="3180"/>
                    </a:lnTo>
                    <a:lnTo>
                      <a:pt x="1463" y="0"/>
                    </a:lnTo>
                    <a:lnTo>
                      <a:pt x="4947" y="131"/>
                    </a:lnTo>
                    <a:lnTo>
                      <a:pt x="5071" y="3307"/>
                    </a:lnTo>
                    <a:lnTo>
                      <a:pt x="4367" y="3307"/>
                    </a:lnTo>
                    <a:lnTo>
                      <a:pt x="5430" y="3523"/>
                    </a:lnTo>
                    <a:lnTo>
                      <a:pt x="5430" y="4769"/>
                    </a:lnTo>
                    <a:lnTo>
                      <a:pt x="6027" y="4738"/>
                    </a:lnTo>
                    <a:lnTo>
                      <a:pt x="8065" y="5222"/>
                    </a:lnTo>
                    <a:lnTo>
                      <a:pt x="4205" y="5584"/>
                    </a:lnTo>
                    <a:lnTo>
                      <a:pt x="2834" y="4948"/>
                    </a:lnTo>
                    <a:lnTo>
                      <a:pt x="1501" y="5061"/>
                    </a:lnTo>
                    <a:lnTo>
                      <a:pt x="0" y="3180"/>
                    </a:lnTo>
                    <a:close/>
                  </a:path>
                </a:pathLst>
              </a:custGeom>
              <a:solidFill>
                <a:srgbClr val="FFFFFF"/>
              </a:solidFill>
              <a:ln w="9525">
                <a:noFill/>
                <a:round/>
                <a:headEnd/>
                <a:tailEnd/>
              </a:ln>
            </p:spPr>
            <p:txBody>
              <a:bodyPr/>
              <a:lstStyle/>
              <a:p>
                <a:pPr algn="ctr"/>
                <a:endParaRPr lang="pt-BR" sz="2400"/>
              </a:p>
            </p:txBody>
          </p:sp>
          <p:sp>
            <p:nvSpPr>
              <p:cNvPr id="120" name="Freeform 704"/>
              <p:cNvSpPr>
                <a:spLocks/>
              </p:cNvSpPr>
              <p:nvPr/>
            </p:nvSpPr>
            <p:spPr bwMode="auto">
              <a:xfrm>
                <a:off x="4424" y="1924"/>
                <a:ext cx="263" cy="237"/>
              </a:xfrm>
              <a:custGeom>
                <a:avLst/>
                <a:gdLst>
                  <a:gd name="T0" fmla="*/ 0 w 2888"/>
                  <a:gd name="T1" fmla="*/ 0 h 2601"/>
                  <a:gd name="T2" fmla="*/ 0 w 2888"/>
                  <a:gd name="T3" fmla="*/ 0 h 2601"/>
                  <a:gd name="T4" fmla="*/ 0 w 2888"/>
                  <a:gd name="T5" fmla="*/ 0 h 2601"/>
                  <a:gd name="T6" fmla="*/ 0 w 2888"/>
                  <a:gd name="T7" fmla="*/ 0 h 2601"/>
                  <a:gd name="T8" fmla="*/ 0 w 2888"/>
                  <a:gd name="T9" fmla="*/ 0 h 2601"/>
                  <a:gd name="T10" fmla="*/ 0 60000 65536"/>
                  <a:gd name="T11" fmla="*/ 0 60000 65536"/>
                  <a:gd name="T12" fmla="*/ 0 60000 65536"/>
                  <a:gd name="T13" fmla="*/ 0 60000 65536"/>
                  <a:gd name="T14" fmla="*/ 0 60000 65536"/>
                  <a:gd name="T15" fmla="*/ 0 w 2888"/>
                  <a:gd name="T16" fmla="*/ 0 h 2601"/>
                  <a:gd name="T17" fmla="*/ 2888 w 2888"/>
                  <a:gd name="T18" fmla="*/ 2601 h 2601"/>
                </a:gdLst>
                <a:ahLst/>
                <a:cxnLst>
                  <a:cxn ang="T10">
                    <a:pos x="T0" y="T1"/>
                  </a:cxn>
                  <a:cxn ang="T11">
                    <a:pos x="T2" y="T3"/>
                  </a:cxn>
                  <a:cxn ang="T12">
                    <a:pos x="T4" y="T5"/>
                  </a:cxn>
                  <a:cxn ang="T13">
                    <a:pos x="T6" y="T7"/>
                  </a:cxn>
                  <a:cxn ang="T14">
                    <a:pos x="T8" y="T9"/>
                  </a:cxn>
                </a:cxnLst>
                <a:rect l="T15" t="T16" r="T17" b="T18"/>
                <a:pathLst>
                  <a:path w="2888" h="2601">
                    <a:moveTo>
                      <a:pt x="0" y="0"/>
                    </a:moveTo>
                    <a:lnTo>
                      <a:pt x="70" y="2601"/>
                    </a:lnTo>
                    <a:lnTo>
                      <a:pt x="2888" y="2568"/>
                    </a:lnTo>
                    <a:lnTo>
                      <a:pt x="2798" y="76"/>
                    </a:lnTo>
                    <a:lnTo>
                      <a:pt x="0" y="0"/>
                    </a:lnTo>
                    <a:close/>
                  </a:path>
                </a:pathLst>
              </a:custGeom>
              <a:solidFill>
                <a:srgbClr val="515151"/>
              </a:solidFill>
              <a:ln w="9525">
                <a:noFill/>
                <a:round/>
                <a:headEnd/>
                <a:tailEnd/>
              </a:ln>
            </p:spPr>
            <p:txBody>
              <a:bodyPr/>
              <a:lstStyle/>
              <a:p>
                <a:pPr algn="ctr"/>
                <a:endParaRPr lang="pt-BR" sz="2400"/>
              </a:p>
            </p:txBody>
          </p:sp>
          <p:sp>
            <p:nvSpPr>
              <p:cNvPr id="121" name="Freeform 705"/>
              <p:cNvSpPr>
                <a:spLocks/>
              </p:cNvSpPr>
              <p:nvPr/>
            </p:nvSpPr>
            <p:spPr bwMode="auto">
              <a:xfrm>
                <a:off x="5060" y="2078"/>
                <a:ext cx="577" cy="477"/>
              </a:xfrm>
              <a:custGeom>
                <a:avLst/>
                <a:gdLst>
                  <a:gd name="T0" fmla="*/ 0 w 6343"/>
                  <a:gd name="T1" fmla="*/ 0 h 5241"/>
                  <a:gd name="T2" fmla="*/ 0 w 6343"/>
                  <a:gd name="T3" fmla="*/ 0 h 5241"/>
                  <a:gd name="T4" fmla="*/ 0 w 6343"/>
                  <a:gd name="T5" fmla="*/ 0 h 5241"/>
                  <a:gd name="T6" fmla="*/ 0 w 6343"/>
                  <a:gd name="T7" fmla="*/ 0 h 5241"/>
                  <a:gd name="T8" fmla="*/ 0 w 6343"/>
                  <a:gd name="T9" fmla="*/ 0 h 5241"/>
                  <a:gd name="T10" fmla="*/ 0 w 6343"/>
                  <a:gd name="T11" fmla="*/ 0 h 5241"/>
                  <a:gd name="T12" fmla="*/ 0 w 6343"/>
                  <a:gd name="T13" fmla="*/ 0 h 5241"/>
                  <a:gd name="T14" fmla="*/ 0 w 6343"/>
                  <a:gd name="T15" fmla="*/ 0 h 5241"/>
                  <a:gd name="T16" fmla="*/ 0 w 6343"/>
                  <a:gd name="T17" fmla="*/ 0 h 5241"/>
                  <a:gd name="T18" fmla="*/ 0 w 6343"/>
                  <a:gd name="T19" fmla="*/ 0 h 5241"/>
                  <a:gd name="T20" fmla="*/ 0 w 6343"/>
                  <a:gd name="T21" fmla="*/ 0 h 5241"/>
                  <a:gd name="T22" fmla="*/ 0 w 6343"/>
                  <a:gd name="T23" fmla="*/ 0 h 5241"/>
                  <a:gd name="T24" fmla="*/ 0 w 6343"/>
                  <a:gd name="T25" fmla="*/ 0 h 5241"/>
                  <a:gd name="T26" fmla="*/ 0 w 6343"/>
                  <a:gd name="T27" fmla="*/ 0 h 5241"/>
                  <a:gd name="T28" fmla="*/ 0 w 6343"/>
                  <a:gd name="T29" fmla="*/ 0 h 5241"/>
                  <a:gd name="T30" fmla="*/ 0 w 6343"/>
                  <a:gd name="T31" fmla="*/ 0 h 5241"/>
                  <a:gd name="T32" fmla="*/ 0 w 6343"/>
                  <a:gd name="T33" fmla="*/ 0 h 5241"/>
                  <a:gd name="T34" fmla="*/ 0 w 6343"/>
                  <a:gd name="T35" fmla="*/ 0 h 5241"/>
                  <a:gd name="T36" fmla="*/ 0 w 6343"/>
                  <a:gd name="T37" fmla="*/ 0 h 5241"/>
                  <a:gd name="T38" fmla="*/ 0 w 6343"/>
                  <a:gd name="T39" fmla="*/ 0 h 5241"/>
                  <a:gd name="T40" fmla="*/ 0 w 6343"/>
                  <a:gd name="T41" fmla="*/ 0 h 5241"/>
                  <a:gd name="T42" fmla="*/ 0 w 6343"/>
                  <a:gd name="T43" fmla="*/ 0 h 5241"/>
                  <a:gd name="T44" fmla="*/ 0 w 6343"/>
                  <a:gd name="T45" fmla="*/ 0 h 5241"/>
                  <a:gd name="T46" fmla="*/ 0 w 6343"/>
                  <a:gd name="T47" fmla="*/ 0 h 5241"/>
                  <a:gd name="T48" fmla="*/ 0 w 6343"/>
                  <a:gd name="T49" fmla="*/ 0 h 5241"/>
                  <a:gd name="T50" fmla="*/ 0 w 6343"/>
                  <a:gd name="T51" fmla="*/ 0 h 5241"/>
                  <a:gd name="T52" fmla="*/ 0 w 6343"/>
                  <a:gd name="T53" fmla="*/ 0 h 5241"/>
                  <a:gd name="T54" fmla="*/ 0 w 6343"/>
                  <a:gd name="T55" fmla="*/ 0 h 52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343"/>
                  <a:gd name="T85" fmla="*/ 0 h 5241"/>
                  <a:gd name="T86" fmla="*/ 6343 w 6343"/>
                  <a:gd name="T87" fmla="*/ 5241 h 524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343" h="5241">
                    <a:moveTo>
                      <a:pt x="117" y="3295"/>
                    </a:moveTo>
                    <a:lnTo>
                      <a:pt x="0" y="2659"/>
                    </a:lnTo>
                    <a:lnTo>
                      <a:pt x="0" y="2423"/>
                    </a:lnTo>
                    <a:lnTo>
                      <a:pt x="614" y="2144"/>
                    </a:lnTo>
                    <a:lnTo>
                      <a:pt x="889" y="2321"/>
                    </a:lnTo>
                    <a:lnTo>
                      <a:pt x="1405" y="2282"/>
                    </a:lnTo>
                    <a:lnTo>
                      <a:pt x="2161" y="2144"/>
                    </a:lnTo>
                    <a:lnTo>
                      <a:pt x="2495" y="1966"/>
                    </a:lnTo>
                    <a:lnTo>
                      <a:pt x="2593" y="1726"/>
                    </a:lnTo>
                    <a:lnTo>
                      <a:pt x="2771" y="1488"/>
                    </a:lnTo>
                    <a:lnTo>
                      <a:pt x="3208" y="1272"/>
                    </a:lnTo>
                    <a:lnTo>
                      <a:pt x="3467" y="952"/>
                    </a:lnTo>
                    <a:lnTo>
                      <a:pt x="4001" y="140"/>
                    </a:lnTo>
                    <a:lnTo>
                      <a:pt x="5668" y="0"/>
                    </a:lnTo>
                    <a:lnTo>
                      <a:pt x="5925" y="179"/>
                    </a:lnTo>
                    <a:lnTo>
                      <a:pt x="5904" y="258"/>
                    </a:lnTo>
                    <a:lnTo>
                      <a:pt x="5805" y="379"/>
                    </a:lnTo>
                    <a:lnTo>
                      <a:pt x="5805" y="576"/>
                    </a:lnTo>
                    <a:lnTo>
                      <a:pt x="5786" y="697"/>
                    </a:lnTo>
                    <a:lnTo>
                      <a:pt x="5709" y="715"/>
                    </a:lnTo>
                    <a:lnTo>
                      <a:pt x="5886" y="1012"/>
                    </a:lnTo>
                    <a:lnTo>
                      <a:pt x="6145" y="1528"/>
                    </a:lnTo>
                    <a:lnTo>
                      <a:pt x="6343" y="1726"/>
                    </a:lnTo>
                    <a:lnTo>
                      <a:pt x="6343" y="2084"/>
                    </a:lnTo>
                    <a:lnTo>
                      <a:pt x="1346" y="5241"/>
                    </a:lnTo>
                    <a:lnTo>
                      <a:pt x="950" y="5040"/>
                    </a:lnTo>
                    <a:lnTo>
                      <a:pt x="790" y="3615"/>
                    </a:lnTo>
                    <a:lnTo>
                      <a:pt x="117" y="3295"/>
                    </a:lnTo>
                    <a:close/>
                  </a:path>
                </a:pathLst>
              </a:custGeom>
              <a:solidFill>
                <a:srgbClr val="FFEA00"/>
              </a:solidFill>
              <a:ln w="9525">
                <a:noFill/>
                <a:round/>
                <a:headEnd/>
                <a:tailEnd/>
              </a:ln>
            </p:spPr>
            <p:txBody>
              <a:bodyPr/>
              <a:lstStyle/>
              <a:p>
                <a:pPr algn="ctr"/>
                <a:endParaRPr lang="pt-BR" sz="2400"/>
              </a:p>
            </p:txBody>
          </p:sp>
          <p:sp>
            <p:nvSpPr>
              <p:cNvPr id="122" name="Freeform 706"/>
              <p:cNvSpPr>
                <a:spLocks/>
              </p:cNvSpPr>
              <p:nvPr/>
            </p:nvSpPr>
            <p:spPr bwMode="auto">
              <a:xfrm>
                <a:off x="4829" y="2493"/>
                <a:ext cx="321" cy="94"/>
              </a:xfrm>
              <a:custGeom>
                <a:avLst/>
                <a:gdLst>
                  <a:gd name="T0" fmla="*/ 0 w 3531"/>
                  <a:gd name="T1" fmla="*/ 0 h 1033"/>
                  <a:gd name="T2" fmla="*/ 0 w 3531"/>
                  <a:gd name="T3" fmla="*/ 0 h 1033"/>
                  <a:gd name="T4" fmla="*/ 0 w 3531"/>
                  <a:gd name="T5" fmla="*/ 0 h 1033"/>
                  <a:gd name="T6" fmla="*/ 0 w 3531"/>
                  <a:gd name="T7" fmla="*/ 0 h 1033"/>
                  <a:gd name="T8" fmla="*/ 0 w 3531"/>
                  <a:gd name="T9" fmla="*/ 0 h 1033"/>
                  <a:gd name="T10" fmla="*/ 0 60000 65536"/>
                  <a:gd name="T11" fmla="*/ 0 60000 65536"/>
                  <a:gd name="T12" fmla="*/ 0 60000 65536"/>
                  <a:gd name="T13" fmla="*/ 0 60000 65536"/>
                  <a:gd name="T14" fmla="*/ 0 60000 65536"/>
                  <a:gd name="T15" fmla="*/ 0 w 3531"/>
                  <a:gd name="T16" fmla="*/ 0 h 1033"/>
                  <a:gd name="T17" fmla="*/ 3531 w 3531"/>
                  <a:gd name="T18" fmla="*/ 1033 h 1033"/>
                </a:gdLst>
                <a:ahLst/>
                <a:cxnLst>
                  <a:cxn ang="T10">
                    <a:pos x="T0" y="T1"/>
                  </a:cxn>
                  <a:cxn ang="T11">
                    <a:pos x="T2" y="T3"/>
                  </a:cxn>
                  <a:cxn ang="T12">
                    <a:pos x="T4" y="T5"/>
                  </a:cxn>
                  <a:cxn ang="T13">
                    <a:pos x="T6" y="T7"/>
                  </a:cxn>
                  <a:cxn ang="T14">
                    <a:pos x="T8" y="T9"/>
                  </a:cxn>
                </a:cxnLst>
                <a:rect l="T15" t="T16" r="T17" b="T18"/>
                <a:pathLst>
                  <a:path w="3531" h="1033">
                    <a:moveTo>
                      <a:pt x="0" y="1033"/>
                    </a:moveTo>
                    <a:lnTo>
                      <a:pt x="3193" y="1033"/>
                    </a:lnTo>
                    <a:lnTo>
                      <a:pt x="3531" y="0"/>
                    </a:lnTo>
                    <a:lnTo>
                      <a:pt x="1312" y="220"/>
                    </a:lnTo>
                    <a:lnTo>
                      <a:pt x="0" y="1033"/>
                    </a:lnTo>
                    <a:close/>
                  </a:path>
                </a:pathLst>
              </a:custGeom>
              <a:solidFill>
                <a:srgbClr val="00EAFF"/>
              </a:solidFill>
              <a:ln w="9525">
                <a:noFill/>
                <a:round/>
                <a:headEnd/>
                <a:tailEnd/>
              </a:ln>
            </p:spPr>
            <p:txBody>
              <a:bodyPr/>
              <a:lstStyle/>
              <a:p>
                <a:pPr algn="ctr"/>
                <a:endParaRPr lang="pt-BR" sz="2400"/>
              </a:p>
            </p:txBody>
          </p:sp>
          <p:sp>
            <p:nvSpPr>
              <p:cNvPr id="123" name="Freeform 707"/>
              <p:cNvSpPr>
                <a:spLocks/>
              </p:cNvSpPr>
              <p:nvPr/>
            </p:nvSpPr>
            <p:spPr bwMode="auto">
              <a:xfrm>
                <a:off x="5400" y="2264"/>
                <a:ext cx="291" cy="323"/>
              </a:xfrm>
              <a:custGeom>
                <a:avLst/>
                <a:gdLst>
                  <a:gd name="T0" fmla="*/ 0 w 3192"/>
                  <a:gd name="T1" fmla="*/ 0 h 3555"/>
                  <a:gd name="T2" fmla="*/ 0 w 3192"/>
                  <a:gd name="T3" fmla="*/ 0 h 3555"/>
                  <a:gd name="T4" fmla="*/ 0 w 3192"/>
                  <a:gd name="T5" fmla="*/ 0 h 3555"/>
                  <a:gd name="T6" fmla="*/ 0 w 3192"/>
                  <a:gd name="T7" fmla="*/ 0 h 3555"/>
                  <a:gd name="T8" fmla="*/ 0 w 3192"/>
                  <a:gd name="T9" fmla="*/ 0 h 3555"/>
                  <a:gd name="T10" fmla="*/ 0 w 3192"/>
                  <a:gd name="T11" fmla="*/ 0 h 3555"/>
                  <a:gd name="T12" fmla="*/ 0 w 3192"/>
                  <a:gd name="T13" fmla="*/ 0 h 3555"/>
                  <a:gd name="T14" fmla="*/ 0 w 3192"/>
                  <a:gd name="T15" fmla="*/ 0 h 3555"/>
                  <a:gd name="T16" fmla="*/ 0 w 3192"/>
                  <a:gd name="T17" fmla="*/ 0 h 3555"/>
                  <a:gd name="T18" fmla="*/ 0 w 3192"/>
                  <a:gd name="T19" fmla="*/ 0 h 3555"/>
                  <a:gd name="T20" fmla="*/ 0 w 3192"/>
                  <a:gd name="T21" fmla="*/ 0 h 3555"/>
                  <a:gd name="T22" fmla="*/ 0 w 3192"/>
                  <a:gd name="T23" fmla="*/ 0 h 3555"/>
                  <a:gd name="T24" fmla="*/ 0 w 3192"/>
                  <a:gd name="T25" fmla="*/ 0 h 3555"/>
                  <a:gd name="T26" fmla="*/ 0 w 3192"/>
                  <a:gd name="T27" fmla="*/ 0 h 3555"/>
                  <a:gd name="T28" fmla="*/ 0 w 3192"/>
                  <a:gd name="T29" fmla="*/ 0 h 3555"/>
                  <a:gd name="T30" fmla="*/ 0 w 3192"/>
                  <a:gd name="T31" fmla="*/ 0 h 3555"/>
                  <a:gd name="T32" fmla="*/ 0 w 3192"/>
                  <a:gd name="T33" fmla="*/ 0 h 35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92"/>
                  <a:gd name="T52" fmla="*/ 0 h 3555"/>
                  <a:gd name="T53" fmla="*/ 3192 w 3192"/>
                  <a:gd name="T54" fmla="*/ 3555 h 355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92" h="3555">
                    <a:moveTo>
                      <a:pt x="2299" y="3555"/>
                    </a:moveTo>
                    <a:lnTo>
                      <a:pt x="2299" y="2560"/>
                    </a:lnTo>
                    <a:lnTo>
                      <a:pt x="2495" y="1630"/>
                    </a:lnTo>
                    <a:lnTo>
                      <a:pt x="2773" y="994"/>
                    </a:lnTo>
                    <a:lnTo>
                      <a:pt x="2954" y="558"/>
                    </a:lnTo>
                    <a:lnTo>
                      <a:pt x="3192" y="299"/>
                    </a:lnTo>
                    <a:lnTo>
                      <a:pt x="3192" y="216"/>
                    </a:lnTo>
                    <a:lnTo>
                      <a:pt x="3051" y="79"/>
                    </a:lnTo>
                    <a:lnTo>
                      <a:pt x="2914" y="0"/>
                    </a:lnTo>
                    <a:lnTo>
                      <a:pt x="2634" y="22"/>
                    </a:lnTo>
                    <a:lnTo>
                      <a:pt x="2179" y="179"/>
                    </a:lnTo>
                    <a:lnTo>
                      <a:pt x="1525" y="615"/>
                    </a:lnTo>
                    <a:lnTo>
                      <a:pt x="952" y="1251"/>
                    </a:lnTo>
                    <a:lnTo>
                      <a:pt x="455" y="2005"/>
                    </a:lnTo>
                    <a:lnTo>
                      <a:pt x="198" y="2639"/>
                    </a:lnTo>
                    <a:lnTo>
                      <a:pt x="0" y="3555"/>
                    </a:lnTo>
                    <a:lnTo>
                      <a:pt x="2299" y="3555"/>
                    </a:lnTo>
                    <a:close/>
                  </a:path>
                </a:pathLst>
              </a:custGeom>
              <a:solidFill>
                <a:srgbClr val="FF0000"/>
              </a:solidFill>
              <a:ln w="9525">
                <a:noFill/>
                <a:round/>
                <a:headEnd/>
                <a:tailEnd/>
              </a:ln>
            </p:spPr>
            <p:txBody>
              <a:bodyPr/>
              <a:lstStyle/>
              <a:p>
                <a:pPr algn="ctr"/>
                <a:endParaRPr lang="pt-BR" sz="2400"/>
              </a:p>
            </p:txBody>
          </p:sp>
          <p:sp>
            <p:nvSpPr>
              <p:cNvPr id="124" name="Freeform 708"/>
              <p:cNvSpPr>
                <a:spLocks/>
              </p:cNvSpPr>
              <p:nvPr/>
            </p:nvSpPr>
            <p:spPr bwMode="auto">
              <a:xfrm>
                <a:off x="4722" y="2274"/>
                <a:ext cx="345" cy="88"/>
              </a:xfrm>
              <a:custGeom>
                <a:avLst/>
                <a:gdLst>
                  <a:gd name="T0" fmla="*/ 0 w 3789"/>
                  <a:gd name="T1" fmla="*/ 0 h 959"/>
                  <a:gd name="T2" fmla="*/ 0 w 3789"/>
                  <a:gd name="T3" fmla="*/ 0 h 959"/>
                  <a:gd name="T4" fmla="*/ 0 w 3789"/>
                  <a:gd name="T5" fmla="*/ 0 h 959"/>
                  <a:gd name="T6" fmla="*/ 0 w 3789"/>
                  <a:gd name="T7" fmla="*/ 0 h 959"/>
                  <a:gd name="T8" fmla="*/ 0 w 3789"/>
                  <a:gd name="T9" fmla="*/ 0 h 959"/>
                  <a:gd name="T10" fmla="*/ 0 w 3789"/>
                  <a:gd name="T11" fmla="*/ 0 h 959"/>
                  <a:gd name="T12" fmla="*/ 0 w 3789"/>
                  <a:gd name="T13" fmla="*/ 0 h 959"/>
                  <a:gd name="T14" fmla="*/ 0 w 3789"/>
                  <a:gd name="T15" fmla="*/ 0 h 959"/>
                  <a:gd name="T16" fmla="*/ 0 w 3789"/>
                  <a:gd name="T17" fmla="*/ 0 h 959"/>
                  <a:gd name="T18" fmla="*/ 0 w 3789"/>
                  <a:gd name="T19" fmla="*/ 0 h 959"/>
                  <a:gd name="T20" fmla="*/ 0 w 3789"/>
                  <a:gd name="T21" fmla="*/ 0 h 959"/>
                  <a:gd name="T22" fmla="*/ 0 w 3789"/>
                  <a:gd name="T23" fmla="*/ 0 h 959"/>
                  <a:gd name="T24" fmla="*/ 0 w 3789"/>
                  <a:gd name="T25" fmla="*/ 0 h 959"/>
                  <a:gd name="T26" fmla="*/ 0 w 3789"/>
                  <a:gd name="T27" fmla="*/ 0 h 959"/>
                  <a:gd name="T28" fmla="*/ 0 w 3789"/>
                  <a:gd name="T29" fmla="*/ 0 h 959"/>
                  <a:gd name="T30" fmla="*/ 0 w 3789"/>
                  <a:gd name="T31" fmla="*/ 0 h 959"/>
                  <a:gd name="T32" fmla="*/ 0 w 3789"/>
                  <a:gd name="T33" fmla="*/ 0 h 9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89"/>
                  <a:gd name="T52" fmla="*/ 0 h 959"/>
                  <a:gd name="T53" fmla="*/ 3789 w 3789"/>
                  <a:gd name="T54" fmla="*/ 959 h 9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89" h="959">
                    <a:moveTo>
                      <a:pt x="0" y="314"/>
                    </a:moveTo>
                    <a:lnTo>
                      <a:pt x="484" y="353"/>
                    </a:lnTo>
                    <a:lnTo>
                      <a:pt x="893" y="554"/>
                    </a:lnTo>
                    <a:lnTo>
                      <a:pt x="1159" y="787"/>
                    </a:lnTo>
                    <a:lnTo>
                      <a:pt x="1714" y="891"/>
                    </a:lnTo>
                    <a:lnTo>
                      <a:pt x="2251" y="831"/>
                    </a:lnTo>
                    <a:lnTo>
                      <a:pt x="3789" y="959"/>
                    </a:lnTo>
                    <a:lnTo>
                      <a:pt x="3720" y="456"/>
                    </a:lnTo>
                    <a:lnTo>
                      <a:pt x="2155" y="449"/>
                    </a:lnTo>
                    <a:lnTo>
                      <a:pt x="1874" y="397"/>
                    </a:lnTo>
                    <a:lnTo>
                      <a:pt x="1076" y="0"/>
                    </a:lnTo>
                    <a:lnTo>
                      <a:pt x="845" y="77"/>
                    </a:lnTo>
                    <a:lnTo>
                      <a:pt x="662" y="42"/>
                    </a:lnTo>
                    <a:lnTo>
                      <a:pt x="424" y="42"/>
                    </a:lnTo>
                    <a:lnTo>
                      <a:pt x="344" y="96"/>
                    </a:lnTo>
                    <a:lnTo>
                      <a:pt x="19" y="253"/>
                    </a:lnTo>
                    <a:lnTo>
                      <a:pt x="0" y="314"/>
                    </a:lnTo>
                    <a:close/>
                  </a:path>
                </a:pathLst>
              </a:custGeom>
              <a:solidFill>
                <a:srgbClr val="FFC98E"/>
              </a:solidFill>
              <a:ln w="9525">
                <a:noFill/>
                <a:round/>
                <a:headEnd/>
                <a:tailEnd/>
              </a:ln>
            </p:spPr>
            <p:txBody>
              <a:bodyPr/>
              <a:lstStyle/>
              <a:p>
                <a:pPr algn="ctr"/>
                <a:endParaRPr lang="pt-BR" sz="2400"/>
              </a:p>
            </p:txBody>
          </p:sp>
          <p:sp>
            <p:nvSpPr>
              <p:cNvPr id="125" name="Freeform 709"/>
              <p:cNvSpPr>
                <a:spLocks/>
              </p:cNvSpPr>
              <p:nvPr/>
            </p:nvSpPr>
            <p:spPr bwMode="auto">
              <a:xfrm>
                <a:off x="5151" y="2029"/>
                <a:ext cx="165" cy="359"/>
              </a:xfrm>
              <a:custGeom>
                <a:avLst/>
                <a:gdLst>
                  <a:gd name="T0" fmla="*/ 0 w 1809"/>
                  <a:gd name="T1" fmla="*/ 0 h 3947"/>
                  <a:gd name="T2" fmla="*/ 0 w 1809"/>
                  <a:gd name="T3" fmla="*/ 0 h 3947"/>
                  <a:gd name="T4" fmla="*/ 0 w 1809"/>
                  <a:gd name="T5" fmla="*/ 0 h 3947"/>
                  <a:gd name="T6" fmla="*/ 0 w 1809"/>
                  <a:gd name="T7" fmla="*/ 0 h 3947"/>
                  <a:gd name="T8" fmla="*/ 0 w 1809"/>
                  <a:gd name="T9" fmla="*/ 0 h 3947"/>
                  <a:gd name="T10" fmla="*/ 0 w 1809"/>
                  <a:gd name="T11" fmla="*/ 0 h 3947"/>
                  <a:gd name="T12" fmla="*/ 0 w 1809"/>
                  <a:gd name="T13" fmla="*/ 0 h 3947"/>
                  <a:gd name="T14" fmla="*/ 0 w 1809"/>
                  <a:gd name="T15" fmla="*/ 0 h 3947"/>
                  <a:gd name="T16" fmla="*/ 0 w 1809"/>
                  <a:gd name="T17" fmla="*/ 0 h 3947"/>
                  <a:gd name="T18" fmla="*/ 0 w 1809"/>
                  <a:gd name="T19" fmla="*/ 0 h 3947"/>
                  <a:gd name="T20" fmla="*/ 0 w 1809"/>
                  <a:gd name="T21" fmla="*/ 0 h 3947"/>
                  <a:gd name="T22" fmla="*/ 0 w 1809"/>
                  <a:gd name="T23" fmla="*/ 0 h 3947"/>
                  <a:gd name="T24" fmla="*/ 0 w 1809"/>
                  <a:gd name="T25" fmla="*/ 0 h 3947"/>
                  <a:gd name="T26" fmla="*/ 0 w 1809"/>
                  <a:gd name="T27" fmla="*/ 0 h 3947"/>
                  <a:gd name="T28" fmla="*/ 0 w 1809"/>
                  <a:gd name="T29" fmla="*/ 0 h 3947"/>
                  <a:gd name="T30" fmla="*/ 0 w 1809"/>
                  <a:gd name="T31" fmla="*/ 0 h 3947"/>
                  <a:gd name="T32" fmla="*/ 0 w 1809"/>
                  <a:gd name="T33" fmla="*/ 0 h 3947"/>
                  <a:gd name="T34" fmla="*/ 0 w 1809"/>
                  <a:gd name="T35" fmla="*/ 0 h 3947"/>
                  <a:gd name="T36" fmla="*/ 0 w 1809"/>
                  <a:gd name="T37" fmla="*/ 0 h 3947"/>
                  <a:gd name="T38" fmla="*/ 0 w 1809"/>
                  <a:gd name="T39" fmla="*/ 0 h 3947"/>
                  <a:gd name="T40" fmla="*/ 0 w 1809"/>
                  <a:gd name="T41" fmla="*/ 0 h 3947"/>
                  <a:gd name="T42" fmla="*/ 0 w 1809"/>
                  <a:gd name="T43" fmla="*/ 0 h 3947"/>
                  <a:gd name="T44" fmla="*/ 0 w 1809"/>
                  <a:gd name="T45" fmla="*/ 0 h 3947"/>
                  <a:gd name="T46" fmla="*/ 0 w 1809"/>
                  <a:gd name="T47" fmla="*/ 0 h 3947"/>
                  <a:gd name="T48" fmla="*/ 0 w 1809"/>
                  <a:gd name="T49" fmla="*/ 0 h 3947"/>
                  <a:gd name="T50" fmla="*/ 0 w 1809"/>
                  <a:gd name="T51" fmla="*/ 0 h 3947"/>
                  <a:gd name="T52" fmla="*/ 0 w 1809"/>
                  <a:gd name="T53" fmla="*/ 0 h 3947"/>
                  <a:gd name="T54" fmla="*/ 0 w 1809"/>
                  <a:gd name="T55" fmla="*/ 0 h 3947"/>
                  <a:gd name="T56" fmla="*/ 0 w 1809"/>
                  <a:gd name="T57" fmla="*/ 0 h 3947"/>
                  <a:gd name="T58" fmla="*/ 0 w 1809"/>
                  <a:gd name="T59" fmla="*/ 0 h 3947"/>
                  <a:gd name="T60" fmla="*/ 0 w 1809"/>
                  <a:gd name="T61" fmla="*/ 0 h 3947"/>
                  <a:gd name="T62" fmla="*/ 0 w 1809"/>
                  <a:gd name="T63" fmla="*/ 0 h 3947"/>
                  <a:gd name="T64" fmla="*/ 0 w 1809"/>
                  <a:gd name="T65" fmla="*/ 0 h 39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09"/>
                  <a:gd name="T100" fmla="*/ 0 h 3947"/>
                  <a:gd name="T101" fmla="*/ 1809 w 1809"/>
                  <a:gd name="T102" fmla="*/ 3947 h 39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09" h="3947">
                    <a:moveTo>
                      <a:pt x="739" y="124"/>
                    </a:moveTo>
                    <a:lnTo>
                      <a:pt x="859" y="53"/>
                    </a:lnTo>
                    <a:lnTo>
                      <a:pt x="1001" y="41"/>
                    </a:lnTo>
                    <a:lnTo>
                      <a:pt x="1051" y="72"/>
                    </a:lnTo>
                    <a:lnTo>
                      <a:pt x="1127" y="20"/>
                    </a:lnTo>
                    <a:lnTo>
                      <a:pt x="1259" y="0"/>
                    </a:lnTo>
                    <a:lnTo>
                      <a:pt x="1308" y="20"/>
                    </a:lnTo>
                    <a:lnTo>
                      <a:pt x="1356" y="53"/>
                    </a:lnTo>
                    <a:lnTo>
                      <a:pt x="1489" y="41"/>
                    </a:lnTo>
                    <a:lnTo>
                      <a:pt x="1618" y="92"/>
                    </a:lnTo>
                    <a:lnTo>
                      <a:pt x="1809" y="512"/>
                    </a:lnTo>
                    <a:lnTo>
                      <a:pt x="1791" y="573"/>
                    </a:lnTo>
                    <a:lnTo>
                      <a:pt x="1211" y="1513"/>
                    </a:lnTo>
                    <a:lnTo>
                      <a:pt x="1120" y="1835"/>
                    </a:lnTo>
                    <a:lnTo>
                      <a:pt x="1022" y="3005"/>
                    </a:lnTo>
                    <a:lnTo>
                      <a:pt x="889" y="3244"/>
                    </a:lnTo>
                    <a:lnTo>
                      <a:pt x="530" y="3335"/>
                    </a:lnTo>
                    <a:lnTo>
                      <a:pt x="281" y="3568"/>
                    </a:lnTo>
                    <a:lnTo>
                      <a:pt x="149" y="3777"/>
                    </a:lnTo>
                    <a:lnTo>
                      <a:pt x="41" y="3947"/>
                    </a:lnTo>
                    <a:lnTo>
                      <a:pt x="0" y="3579"/>
                    </a:lnTo>
                    <a:lnTo>
                      <a:pt x="68" y="3173"/>
                    </a:lnTo>
                    <a:lnTo>
                      <a:pt x="191" y="2748"/>
                    </a:lnTo>
                    <a:lnTo>
                      <a:pt x="340" y="2186"/>
                    </a:lnTo>
                    <a:lnTo>
                      <a:pt x="459" y="1715"/>
                    </a:lnTo>
                    <a:lnTo>
                      <a:pt x="459" y="1513"/>
                    </a:lnTo>
                    <a:lnTo>
                      <a:pt x="438" y="1382"/>
                    </a:lnTo>
                    <a:lnTo>
                      <a:pt x="409" y="1155"/>
                    </a:lnTo>
                    <a:lnTo>
                      <a:pt x="419" y="913"/>
                    </a:lnTo>
                    <a:lnTo>
                      <a:pt x="499" y="704"/>
                    </a:lnTo>
                    <a:lnTo>
                      <a:pt x="530" y="554"/>
                    </a:lnTo>
                    <a:lnTo>
                      <a:pt x="669" y="224"/>
                    </a:lnTo>
                    <a:lnTo>
                      <a:pt x="739" y="124"/>
                    </a:lnTo>
                    <a:close/>
                  </a:path>
                </a:pathLst>
              </a:custGeom>
              <a:solidFill>
                <a:srgbClr val="FFC98E"/>
              </a:solidFill>
              <a:ln w="9525">
                <a:noFill/>
                <a:round/>
                <a:headEnd/>
                <a:tailEnd/>
              </a:ln>
            </p:spPr>
            <p:txBody>
              <a:bodyPr/>
              <a:lstStyle/>
              <a:p>
                <a:pPr algn="ctr"/>
                <a:endParaRPr lang="pt-BR" sz="2400"/>
              </a:p>
            </p:txBody>
          </p:sp>
          <p:sp>
            <p:nvSpPr>
              <p:cNvPr id="126" name="Freeform 710"/>
              <p:cNvSpPr>
                <a:spLocks/>
              </p:cNvSpPr>
              <p:nvPr/>
            </p:nvSpPr>
            <p:spPr bwMode="auto">
              <a:xfrm>
                <a:off x="5191" y="2156"/>
                <a:ext cx="46" cy="28"/>
              </a:xfrm>
              <a:custGeom>
                <a:avLst/>
                <a:gdLst>
                  <a:gd name="T0" fmla="*/ 0 w 505"/>
                  <a:gd name="T1" fmla="*/ 0 h 314"/>
                  <a:gd name="T2" fmla="*/ 0 w 505"/>
                  <a:gd name="T3" fmla="*/ 0 h 314"/>
                  <a:gd name="T4" fmla="*/ 0 w 505"/>
                  <a:gd name="T5" fmla="*/ 0 h 314"/>
                  <a:gd name="T6" fmla="*/ 0 w 505"/>
                  <a:gd name="T7" fmla="*/ 0 h 314"/>
                  <a:gd name="T8" fmla="*/ 0 w 505"/>
                  <a:gd name="T9" fmla="*/ 0 h 314"/>
                  <a:gd name="T10" fmla="*/ 0 w 505"/>
                  <a:gd name="T11" fmla="*/ 0 h 314"/>
                  <a:gd name="T12" fmla="*/ 0 w 505"/>
                  <a:gd name="T13" fmla="*/ 0 h 314"/>
                  <a:gd name="T14" fmla="*/ 0 w 505"/>
                  <a:gd name="T15" fmla="*/ 0 h 314"/>
                  <a:gd name="T16" fmla="*/ 0 w 505"/>
                  <a:gd name="T17" fmla="*/ 0 h 314"/>
                  <a:gd name="T18" fmla="*/ 0 w 505"/>
                  <a:gd name="T19" fmla="*/ 0 h 3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5"/>
                  <a:gd name="T31" fmla="*/ 0 h 314"/>
                  <a:gd name="T32" fmla="*/ 505 w 505"/>
                  <a:gd name="T33" fmla="*/ 314 h 3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5" h="314">
                    <a:moveTo>
                      <a:pt x="11" y="123"/>
                    </a:moveTo>
                    <a:lnTo>
                      <a:pt x="85" y="61"/>
                    </a:lnTo>
                    <a:lnTo>
                      <a:pt x="266" y="0"/>
                    </a:lnTo>
                    <a:lnTo>
                      <a:pt x="505" y="5"/>
                    </a:lnTo>
                    <a:lnTo>
                      <a:pt x="432" y="285"/>
                    </a:lnTo>
                    <a:lnTo>
                      <a:pt x="324" y="231"/>
                    </a:lnTo>
                    <a:lnTo>
                      <a:pt x="218" y="231"/>
                    </a:lnTo>
                    <a:lnTo>
                      <a:pt x="46" y="314"/>
                    </a:lnTo>
                    <a:lnTo>
                      <a:pt x="0" y="279"/>
                    </a:lnTo>
                    <a:lnTo>
                      <a:pt x="11" y="123"/>
                    </a:lnTo>
                    <a:close/>
                  </a:path>
                </a:pathLst>
              </a:custGeom>
              <a:solidFill>
                <a:srgbClr val="70230C"/>
              </a:solidFill>
              <a:ln w="9525">
                <a:noFill/>
                <a:round/>
                <a:headEnd/>
                <a:tailEnd/>
              </a:ln>
            </p:spPr>
            <p:txBody>
              <a:bodyPr/>
              <a:lstStyle/>
              <a:p>
                <a:pPr algn="ctr"/>
                <a:endParaRPr lang="pt-BR" sz="2400"/>
              </a:p>
            </p:txBody>
          </p:sp>
          <p:sp>
            <p:nvSpPr>
              <p:cNvPr id="127" name="Freeform 711"/>
              <p:cNvSpPr>
                <a:spLocks/>
              </p:cNvSpPr>
              <p:nvPr/>
            </p:nvSpPr>
            <p:spPr bwMode="auto">
              <a:xfrm>
                <a:off x="5289" y="2114"/>
                <a:ext cx="37" cy="47"/>
              </a:xfrm>
              <a:custGeom>
                <a:avLst/>
                <a:gdLst>
                  <a:gd name="T0" fmla="*/ 0 w 410"/>
                  <a:gd name="T1" fmla="*/ 0 h 524"/>
                  <a:gd name="T2" fmla="*/ 0 w 410"/>
                  <a:gd name="T3" fmla="*/ 0 h 524"/>
                  <a:gd name="T4" fmla="*/ 0 w 410"/>
                  <a:gd name="T5" fmla="*/ 0 h 524"/>
                  <a:gd name="T6" fmla="*/ 0 w 410"/>
                  <a:gd name="T7" fmla="*/ 0 h 524"/>
                  <a:gd name="T8" fmla="*/ 0 w 410"/>
                  <a:gd name="T9" fmla="*/ 0 h 524"/>
                  <a:gd name="T10" fmla="*/ 0 w 410"/>
                  <a:gd name="T11" fmla="*/ 0 h 524"/>
                  <a:gd name="T12" fmla="*/ 0 w 410"/>
                  <a:gd name="T13" fmla="*/ 0 h 524"/>
                  <a:gd name="T14" fmla="*/ 0 w 410"/>
                  <a:gd name="T15" fmla="*/ 0 h 524"/>
                  <a:gd name="T16" fmla="*/ 0 60000 65536"/>
                  <a:gd name="T17" fmla="*/ 0 60000 65536"/>
                  <a:gd name="T18" fmla="*/ 0 60000 65536"/>
                  <a:gd name="T19" fmla="*/ 0 60000 65536"/>
                  <a:gd name="T20" fmla="*/ 0 60000 65536"/>
                  <a:gd name="T21" fmla="*/ 0 60000 65536"/>
                  <a:gd name="T22" fmla="*/ 0 60000 65536"/>
                  <a:gd name="T23" fmla="*/ 0 60000 65536"/>
                  <a:gd name="T24" fmla="*/ 0 w 410"/>
                  <a:gd name="T25" fmla="*/ 0 h 524"/>
                  <a:gd name="T26" fmla="*/ 410 w 410"/>
                  <a:gd name="T27" fmla="*/ 524 h 5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0" h="524">
                    <a:moveTo>
                      <a:pt x="104" y="0"/>
                    </a:moveTo>
                    <a:lnTo>
                      <a:pt x="410" y="476"/>
                    </a:lnTo>
                    <a:lnTo>
                      <a:pt x="410" y="494"/>
                    </a:lnTo>
                    <a:lnTo>
                      <a:pt x="389" y="505"/>
                    </a:lnTo>
                    <a:lnTo>
                      <a:pt x="353" y="524"/>
                    </a:lnTo>
                    <a:lnTo>
                      <a:pt x="332" y="515"/>
                    </a:lnTo>
                    <a:lnTo>
                      <a:pt x="0" y="64"/>
                    </a:lnTo>
                    <a:lnTo>
                      <a:pt x="104" y="0"/>
                    </a:lnTo>
                    <a:close/>
                  </a:path>
                </a:pathLst>
              </a:custGeom>
              <a:solidFill>
                <a:srgbClr val="FFEA00"/>
              </a:solidFill>
              <a:ln w="9525">
                <a:noFill/>
                <a:round/>
                <a:headEnd/>
                <a:tailEnd/>
              </a:ln>
            </p:spPr>
            <p:txBody>
              <a:bodyPr/>
              <a:lstStyle/>
              <a:p>
                <a:pPr algn="ctr"/>
                <a:endParaRPr lang="pt-BR" sz="2400"/>
              </a:p>
            </p:txBody>
          </p:sp>
          <p:sp>
            <p:nvSpPr>
              <p:cNvPr id="128" name="Freeform 712"/>
              <p:cNvSpPr>
                <a:spLocks/>
              </p:cNvSpPr>
              <p:nvPr/>
            </p:nvSpPr>
            <p:spPr bwMode="auto">
              <a:xfrm>
                <a:off x="5222" y="2014"/>
                <a:ext cx="19" cy="21"/>
              </a:xfrm>
              <a:custGeom>
                <a:avLst/>
                <a:gdLst>
                  <a:gd name="T0" fmla="*/ 0 w 211"/>
                  <a:gd name="T1" fmla="*/ 0 h 233"/>
                  <a:gd name="T2" fmla="*/ 0 w 211"/>
                  <a:gd name="T3" fmla="*/ 0 h 233"/>
                  <a:gd name="T4" fmla="*/ 0 w 211"/>
                  <a:gd name="T5" fmla="*/ 0 h 233"/>
                  <a:gd name="T6" fmla="*/ 0 w 211"/>
                  <a:gd name="T7" fmla="*/ 0 h 233"/>
                  <a:gd name="T8" fmla="*/ 0 w 211"/>
                  <a:gd name="T9" fmla="*/ 0 h 233"/>
                  <a:gd name="T10" fmla="*/ 0 60000 65536"/>
                  <a:gd name="T11" fmla="*/ 0 60000 65536"/>
                  <a:gd name="T12" fmla="*/ 0 60000 65536"/>
                  <a:gd name="T13" fmla="*/ 0 60000 65536"/>
                  <a:gd name="T14" fmla="*/ 0 60000 65536"/>
                  <a:gd name="T15" fmla="*/ 0 w 211"/>
                  <a:gd name="T16" fmla="*/ 0 h 233"/>
                  <a:gd name="T17" fmla="*/ 211 w 211"/>
                  <a:gd name="T18" fmla="*/ 233 h 233"/>
                </a:gdLst>
                <a:ahLst/>
                <a:cxnLst>
                  <a:cxn ang="T10">
                    <a:pos x="T0" y="T1"/>
                  </a:cxn>
                  <a:cxn ang="T11">
                    <a:pos x="T2" y="T3"/>
                  </a:cxn>
                  <a:cxn ang="T12">
                    <a:pos x="T4" y="T5"/>
                  </a:cxn>
                  <a:cxn ang="T13">
                    <a:pos x="T6" y="T7"/>
                  </a:cxn>
                  <a:cxn ang="T14">
                    <a:pos x="T8" y="T9"/>
                  </a:cxn>
                </a:cxnLst>
                <a:rect l="T15" t="T16" r="T17" b="T18"/>
                <a:pathLst>
                  <a:path w="211" h="233">
                    <a:moveTo>
                      <a:pt x="0" y="0"/>
                    </a:moveTo>
                    <a:lnTo>
                      <a:pt x="78" y="233"/>
                    </a:lnTo>
                    <a:lnTo>
                      <a:pt x="211" y="204"/>
                    </a:lnTo>
                    <a:lnTo>
                      <a:pt x="44" y="39"/>
                    </a:lnTo>
                    <a:lnTo>
                      <a:pt x="0" y="0"/>
                    </a:lnTo>
                    <a:close/>
                  </a:path>
                </a:pathLst>
              </a:custGeom>
              <a:solidFill>
                <a:srgbClr val="FFEA00"/>
              </a:solidFill>
              <a:ln w="9525">
                <a:noFill/>
                <a:round/>
                <a:headEnd/>
                <a:tailEnd/>
              </a:ln>
            </p:spPr>
            <p:txBody>
              <a:bodyPr/>
              <a:lstStyle/>
              <a:p>
                <a:pPr algn="ctr"/>
                <a:endParaRPr lang="pt-BR" sz="2400"/>
              </a:p>
            </p:txBody>
          </p:sp>
          <p:sp>
            <p:nvSpPr>
              <p:cNvPr id="129" name="Freeform 713"/>
              <p:cNvSpPr>
                <a:spLocks/>
              </p:cNvSpPr>
              <p:nvPr/>
            </p:nvSpPr>
            <p:spPr bwMode="auto">
              <a:xfrm>
                <a:off x="5229" y="2156"/>
                <a:ext cx="32" cy="36"/>
              </a:xfrm>
              <a:custGeom>
                <a:avLst/>
                <a:gdLst>
                  <a:gd name="T0" fmla="*/ 0 w 352"/>
                  <a:gd name="T1" fmla="*/ 0 h 399"/>
                  <a:gd name="T2" fmla="*/ 0 w 352"/>
                  <a:gd name="T3" fmla="*/ 0 h 399"/>
                  <a:gd name="T4" fmla="*/ 0 w 352"/>
                  <a:gd name="T5" fmla="*/ 0 h 399"/>
                  <a:gd name="T6" fmla="*/ 0 w 352"/>
                  <a:gd name="T7" fmla="*/ 0 h 399"/>
                  <a:gd name="T8" fmla="*/ 0 w 352"/>
                  <a:gd name="T9" fmla="*/ 0 h 399"/>
                  <a:gd name="T10" fmla="*/ 0 w 352"/>
                  <a:gd name="T11" fmla="*/ 0 h 399"/>
                  <a:gd name="T12" fmla="*/ 0 w 352"/>
                  <a:gd name="T13" fmla="*/ 0 h 399"/>
                  <a:gd name="T14" fmla="*/ 0 w 352"/>
                  <a:gd name="T15" fmla="*/ 0 h 399"/>
                  <a:gd name="T16" fmla="*/ 0 w 352"/>
                  <a:gd name="T17" fmla="*/ 0 h 399"/>
                  <a:gd name="T18" fmla="*/ 0 w 352"/>
                  <a:gd name="T19" fmla="*/ 0 h 3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52"/>
                  <a:gd name="T31" fmla="*/ 0 h 399"/>
                  <a:gd name="T32" fmla="*/ 352 w 352"/>
                  <a:gd name="T33" fmla="*/ 399 h 3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52" h="399">
                    <a:moveTo>
                      <a:pt x="76" y="0"/>
                    </a:moveTo>
                    <a:lnTo>
                      <a:pt x="0" y="144"/>
                    </a:lnTo>
                    <a:lnTo>
                      <a:pt x="43" y="318"/>
                    </a:lnTo>
                    <a:lnTo>
                      <a:pt x="109" y="397"/>
                    </a:lnTo>
                    <a:lnTo>
                      <a:pt x="246" y="399"/>
                    </a:lnTo>
                    <a:lnTo>
                      <a:pt x="333" y="297"/>
                    </a:lnTo>
                    <a:lnTo>
                      <a:pt x="352" y="164"/>
                    </a:lnTo>
                    <a:lnTo>
                      <a:pt x="287" y="65"/>
                    </a:lnTo>
                    <a:lnTo>
                      <a:pt x="202" y="5"/>
                    </a:lnTo>
                    <a:lnTo>
                      <a:pt x="76" y="0"/>
                    </a:lnTo>
                    <a:close/>
                  </a:path>
                </a:pathLst>
              </a:custGeom>
              <a:solidFill>
                <a:srgbClr val="FFFFFF"/>
              </a:solidFill>
              <a:ln w="9525">
                <a:noFill/>
                <a:round/>
                <a:headEnd/>
                <a:tailEnd/>
              </a:ln>
            </p:spPr>
            <p:txBody>
              <a:bodyPr/>
              <a:lstStyle/>
              <a:p>
                <a:pPr algn="ctr"/>
                <a:endParaRPr lang="pt-BR" sz="2400"/>
              </a:p>
            </p:txBody>
          </p:sp>
          <p:sp>
            <p:nvSpPr>
              <p:cNvPr id="130" name="Freeform 714"/>
              <p:cNvSpPr>
                <a:spLocks/>
              </p:cNvSpPr>
              <p:nvPr/>
            </p:nvSpPr>
            <p:spPr bwMode="auto">
              <a:xfrm>
                <a:off x="5320" y="1828"/>
                <a:ext cx="259" cy="267"/>
              </a:xfrm>
              <a:custGeom>
                <a:avLst/>
                <a:gdLst>
                  <a:gd name="T0" fmla="*/ 0 w 2846"/>
                  <a:gd name="T1" fmla="*/ 0 h 2935"/>
                  <a:gd name="T2" fmla="*/ 0 w 2846"/>
                  <a:gd name="T3" fmla="*/ 0 h 2935"/>
                  <a:gd name="T4" fmla="*/ 0 w 2846"/>
                  <a:gd name="T5" fmla="*/ 0 h 2935"/>
                  <a:gd name="T6" fmla="*/ 0 w 2846"/>
                  <a:gd name="T7" fmla="*/ 0 h 2935"/>
                  <a:gd name="T8" fmla="*/ 0 w 2846"/>
                  <a:gd name="T9" fmla="*/ 0 h 2935"/>
                  <a:gd name="T10" fmla="*/ 0 w 2846"/>
                  <a:gd name="T11" fmla="*/ 0 h 2935"/>
                  <a:gd name="T12" fmla="*/ 0 w 2846"/>
                  <a:gd name="T13" fmla="*/ 0 h 2935"/>
                  <a:gd name="T14" fmla="*/ 0 w 2846"/>
                  <a:gd name="T15" fmla="*/ 0 h 2935"/>
                  <a:gd name="T16" fmla="*/ 0 w 2846"/>
                  <a:gd name="T17" fmla="*/ 0 h 2935"/>
                  <a:gd name="T18" fmla="*/ 0 w 2846"/>
                  <a:gd name="T19" fmla="*/ 0 h 2935"/>
                  <a:gd name="T20" fmla="*/ 0 w 2846"/>
                  <a:gd name="T21" fmla="*/ 0 h 2935"/>
                  <a:gd name="T22" fmla="*/ 0 w 2846"/>
                  <a:gd name="T23" fmla="*/ 0 h 2935"/>
                  <a:gd name="T24" fmla="*/ 0 w 2846"/>
                  <a:gd name="T25" fmla="*/ 0 h 2935"/>
                  <a:gd name="T26" fmla="*/ 0 w 2846"/>
                  <a:gd name="T27" fmla="*/ 0 h 2935"/>
                  <a:gd name="T28" fmla="*/ 0 w 2846"/>
                  <a:gd name="T29" fmla="*/ 0 h 2935"/>
                  <a:gd name="T30" fmla="*/ 0 w 2846"/>
                  <a:gd name="T31" fmla="*/ 0 h 2935"/>
                  <a:gd name="T32" fmla="*/ 0 w 2846"/>
                  <a:gd name="T33" fmla="*/ 0 h 2935"/>
                  <a:gd name="T34" fmla="*/ 0 w 2846"/>
                  <a:gd name="T35" fmla="*/ 0 h 2935"/>
                  <a:gd name="T36" fmla="*/ 0 w 2846"/>
                  <a:gd name="T37" fmla="*/ 0 h 2935"/>
                  <a:gd name="T38" fmla="*/ 0 w 2846"/>
                  <a:gd name="T39" fmla="*/ 0 h 2935"/>
                  <a:gd name="T40" fmla="*/ 0 w 2846"/>
                  <a:gd name="T41" fmla="*/ 0 h 2935"/>
                  <a:gd name="T42" fmla="*/ 0 w 2846"/>
                  <a:gd name="T43" fmla="*/ 0 h 2935"/>
                  <a:gd name="T44" fmla="*/ 0 w 2846"/>
                  <a:gd name="T45" fmla="*/ 0 h 2935"/>
                  <a:gd name="T46" fmla="*/ 0 w 2846"/>
                  <a:gd name="T47" fmla="*/ 0 h 2935"/>
                  <a:gd name="T48" fmla="*/ 0 w 2846"/>
                  <a:gd name="T49" fmla="*/ 0 h 2935"/>
                  <a:gd name="T50" fmla="*/ 0 w 2846"/>
                  <a:gd name="T51" fmla="*/ 0 h 29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846"/>
                  <a:gd name="T79" fmla="*/ 0 h 2935"/>
                  <a:gd name="T80" fmla="*/ 2846 w 2846"/>
                  <a:gd name="T81" fmla="*/ 2935 h 293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846" h="2935">
                    <a:moveTo>
                      <a:pt x="573" y="204"/>
                    </a:moveTo>
                    <a:lnTo>
                      <a:pt x="405" y="416"/>
                    </a:lnTo>
                    <a:lnTo>
                      <a:pt x="255" y="1035"/>
                    </a:lnTo>
                    <a:lnTo>
                      <a:pt x="320" y="1222"/>
                    </a:lnTo>
                    <a:lnTo>
                      <a:pt x="309" y="1309"/>
                    </a:lnTo>
                    <a:lnTo>
                      <a:pt x="0" y="1741"/>
                    </a:lnTo>
                    <a:lnTo>
                      <a:pt x="27" y="1822"/>
                    </a:lnTo>
                    <a:lnTo>
                      <a:pt x="276" y="1911"/>
                    </a:lnTo>
                    <a:lnTo>
                      <a:pt x="276" y="2169"/>
                    </a:lnTo>
                    <a:lnTo>
                      <a:pt x="336" y="2201"/>
                    </a:lnTo>
                    <a:lnTo>
                      <a:pt x="283" y="2284"/>
                    </a:lnTo>
                    <a:lnTo>
                      <a:pt x="301" y="2327"/>
                    </a:lnTo>
                    <a:lnTo>
                      <a:pt x="364" y="2408"/>
                    </a:lnTo>
                    <a:lnTo>
                      <a:pt x="364" y="2439"/>
                    </a:lnTo>
                    <a:lnTo>
                      <a:pt x="309" y="2565"/>
                    </a:lnTo>
                    <a:lnTo>
                      <a:pt x="301" y="2665"/>
                    </a:lnTo>
                    <a:lnTo>
                      <a:pt x="355" y="2742"/>
                    </a:lnTo>
                    <a:lnTo>
                      <a:pt x="918" y="2857"/>
                    </a:lnTo>
                    <a:lnTo>
                      <a:pt x="1486" y="2883"/>
                    </a:lnTo>
                    <a:lnTo>
                      <a:pt x="2164" y="2911"/>
                    </a:lnTo>
                    <a:lnTo>
                      <a:pt x="2740" y="2935"/>
                    </a:lnTo>
                    <a:lnTo>
                      <a:pt x="2846" y="2865"/>
                    </a:lnTo>
                    <a:lnTo>
                      <a:pt x="2794" y="2778"/>
                    </a:lnTo>
                    <a:lnTo>
                      <a:pt x="2724" y="2343"/>
                    </a:lnTo>
                    <a:lnTo>
                      <a:pt x="918" y="0"/>
                    </a:lnTo>
                    <a:lnTo>
                      <a:pt x="573" y="204"/>
                    </a:lnTo>
                    <a:close/>
                  </a:path>
                </a:pathLst>
              </a:custGeom>
              <a:solidFill>
                <a:srgbClr val="FFC98E"/>
              </a:solidFill>
              <a:ln w="9525">
                <a:noFill/>
                <a:round/>
                <a:headEnd/>
                <a:tailEnd/>
              </a:ln>
            </p:spPr>
            <p:txBody>
              <a:bodyPr/>
              <a:lstStyle/>
              <a:p>
                <a:pPr algn="ctr"/>
                <a:endParaRPr lang="pt-BR" sz="2400"/>
              </a:p>
            </p:txBody>
          </p:sp>
          <p:sp>
            <p:nvSpPr>
              <p:cNvPr id="131" name="Freeform 715"/>
              <p:cNvSpPr>
                <a:spLocks/>
              </p:cNvSpPr>
              <p:nvPr/>
            </p:nvSpPr>
            <p:spPr bwMode="auto">
              <a:xfrm>
                <a:off x="5367" y="1790"/>
                <a:ext cx="186" cy="67"/>
              </a:xfrm>
              <a:custGeom>
                <a:avLst/>
                <a:gdLst>
                  <a:gd name="T0" fmla="*/ 0 w 2048"/>
                  <a:gd name="T1" fmla="*/ 0 h 741"/>
                  <a:gd name="T2" fmla="*/ 0 w 2048"/>
                  <a:gd name="T3" fmla="*/ 0 h 741"/>
                  <a:gd name="T4" fmla="*/ 0 w 2048"/>
                  <a:gd name="T5" fmla="*/ 0 h 741"/>
                  <a:gd name="T6" fmla="*/ 0 w 2048"/>
                  <a:gd name="T7" fmla="*/ 0 h 741"/>
                  <a:gd name="T8" fmla="*/ 0 w 2048"/>
                  <a:gd name="T9" fmla="*/ 0 h 741"/>
                  <a:gd name="T10" fmla="*/ 0 w 2048"/>
                  <a:gd name="T11" fmla="*/ 0 h 741"/>
                  <a:gd name="T12" fmla="*/ 0 w 2048"/>
                  <a:gd name="T13" fmla="*/ 0 h 741"/>
                  <a:gd name="T14" fmla="*/ 0 w 2048"/>
                  <a:gd name="T15" fmla="*/ 0 h 741"/>
                  <a:gd name="T16" fmla="*/ 0 w 2048"/>
                  <a:gd name="T17" fmla="*/ 0 h 741"/>
                  <a:gd name="T18" fmla="*/ 0 w 2048"/>
                  <a:gd name="T19" fmla="*/ 0 h 741"/>
                  <a:gd name="T20" fmla="*/ 0 w 2048"/>
                  <a:gd name="T21" fmla="*/ 0 h 741"/>
                  <a:gd name="T22" fmla="*/ 0 w 2048"/>
                  <a:gd name="T23" fmla="*/ 0 h 741"/>
                  <a:gd name="T24" fmla="*/ 0 w 2048"/>
                  <a:gd name="T25" fmla="*/ 0 h 741"/>
                  <a:gd name="T26" fmla="*/ 0 w 2048"/>
                  <a:gd name="T27" fmla="*/ 0 h 7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48"/>
                  <a:gd name="T43" fmla="*/ 0 h 741"/>
                  <a:gd name="T44" fmla="*/ 2048 w 2048"/>
                  <a:gd name="T45" fmla="*/ 741 h 7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48" h="741">
                    <a:moveTo>
                      <a:pt x="0" y="602"/>
                    </a:moveTo>
                    <a:lnTo>
                      <a:pt x="316" y="496"/>
                    </a:lnTo>
                    <a:lnTo>
                      <a:pt x="449" y="741"/>
                    </a:lnTo>
                    <a:lnTo>
                      <a:pt x="2048" y="382"/>
                    </a:lnTo>
                    <a:lnTo>
                      <a:pt x="1886" y="176"/>
                    </a:lnTo>
                    <a:lnTo>
                      <a:pt x="1728" y="122"/>
                    </a:lnTo>
                    <a:lnTo>
                      <a:pt x="1633" y="103"/>
                    </a:lnTo>
                    <a:lnTo>
                      <a:pt x="1394" y="0"/>
                    </a:lnTo>
                    <a:lnTo>
                      <a:pt x="1139" y="8"/>
                    </a:lnTo>
                    <a:lnTo>
                      <a:pt x="748" y="59"/>
                    </a:lnTo>
                    <a:lnTo>
                      <a:pt x="370" y="185"/>
                    </a:lnTo>
                    <a:lnTo>
                      <a:pt x="69" y="371"/>
                    </a:lnTo>
                    <a:lnTo>
                      <a:pt x="32" y="502"/>
                    </a:lnTo>
                    <a:lnTo>
                      <a:pt x="0" y="602"/>
                    </a:lnTo>
                    <a:close/>
                  </a:path>
                </a:pathLst>
              </a:custGeom>
              <a:solidFill>
                <a:srgbClr val="70230C"/>
              </a:solidFill>
              <a:ln w="9525">
                <a:noFill/>
                <a:round/>
                <a:headEnd/>
                <a:tailEnd/>
              </a:ln>
            </p:spPr>
            <p:txBody>
              <a:bodyPr/>
              <a:lstStyle/>
              <a:p>
                <a:pPr algn="ctr"/>
                <a:endParaRPr lang="pt-BR" sz="2400"/>
              </a:p>
            </p:txBody>
          </p:sp>
          <p:sp>
            <p:nvSpPr>
              <p:cNvPr id="132" name="Freeform 716"/>
              <p:cNvSpPr>
                <a:spLocks/>
              </p:cNvSpPr>
              <p:nvPr/>
            </p:nvSpPr>
            <p:spPr bwMode="auto">
              <a:xfrm>
                <a:off x="5321" y="1788"/>
                <a:ext cx="273" cy="200"/>
              </a:xfrm>
              <a:custGeom>
                <a:avLst/>
                <a:gdLst>
                  <a:gd name="T0" fmla="*/ 0 w 2995"/>
                  <a:gd name="T1" fmla="*/ 0 h 2197"/>
                  <a:gd name="T2" fmla="*/ 0 w 2995"/>
                  <a:gd name="T3" fmla="*/ 0 h 2197"/>
                  <a:gd name="T4" fmla="*/ 0 w 2995"/>
                  <a:gd name="T5" fmla="*/ 0 h 2197"/>
                  <a:gd name="T6" fmla="*/ 0 w 2995"/>
                  <a:gd name="T7" fmla="*/ 0 h 2197"/>
                  <a:gd name="T8" fmla="*/ 0 w 2995"/>
                  <a:gd name="T9" fmla="*/ 0 h 2197"/>
                  <a:gd name="T10" fmla="*/ 0 w 2995"/>
                  <a:gd name="T11" fmla="*/ 0 h 2197"/>
                  <a:gd name="T12" fmla="*/ 0 w 2995"/>
                  <a:gd name="T13" fmla="*/ 0 h 2197"/>
                  <a:gd name="T14" fmla="*/ 0 w 2995"/>
                  <a:gd name="T15" fmla="*/ 0 h 2197"/>
                  <a:gd name="T16" fmla="*/ 0 w 2995"/>
                  <a:gd name="T17" fmla="*/ 0 h 2197"/>
                  <a:gd name="T18" fmla="*/ 0 w 2995"/>
                  <a:gd name="T19" fmla="*/ 0 h 2197"/>
                  <a:gd name="T20" fmla="*/ 0 w 2995"/>
                  <a:gd name="T21" fmla="*/ 0 h 2197"/>
                  <a:gd name="T22" fmla="*/ 0 w 2995"/>
                  <a:gd name="T23" fmla="*/ 0 h 2197"/>
                  <a:gd name="T24" fmla="*/ 0 w 2995"/>
                  <a:gd name="T25" fmla="*/ 0 h 2197"/>
                  <a:gd name="T26" fmla="*/ 0 w 2995"/>
                  <a:gd name="T27" fmla="*/ 0 h 2197"/>
                  <a:gd name="T28" fmla="*/ 0 w 2995"/>
                  <a:gd name="T29" fmla="*/ 0 h 2197"/>
                  <a:gd name="T30" fmla="*/ 0 w 2995"/>
                  <a:gd name="T31" fmla="*/ 0 h 2197"/>
                  <a:gd name="T32" fmla="*/ 0 w 2995"/>
                  <a:gd name="T33" fmla="*/ 0 h 2197"/>
                  <a:gd name="T34" fmla="*/ 0 w 2995"/>
                  <a:gd name="T35" fmla="*/ 0 h 2197"/>
                  <a:gd name="T36" fmla="*/ 0 w 2995"/>
                  <a:gd name="T37" fmla="*/ 0 h 2197"/>
                  <a:gd name="T38" fmla="*/ 0 w 2995"/>
                  <a:gd name="T39" fmla="*/ 0 h 2197"/>
                  <a:gd name="T40" fmla="*/ 0 w 2995"/>
                  <a:gd name="T41" fmla="*/ 0 h 2197"/>
                  <a:gd name="T42" fmla="*/ 0 w 2995"/>
                  <a:gd name="T43" fmla="*/ 0 h 2197"/>
                  <a:gd name="T44" fmla="*/ 0 w 2995"/>
                  <a:gd name="T45" fmla="*/ 0 h 2197"/>
                  <a:gd name="T46" fmla="*/ 0 w 2995"/>
                  <a:gd name="T47" fmla="*/ 0 h 2197"/>
                  <a:gd name="T48" fmla="*/ 0 w 2995"/>
                  <a:gd name="T49" fmla="*/ 0 h 2197"/>
                  <a:gd name="T50" fmla="*/ 0 w 2995"/>
                  <a:gd name="T51" fmla="*/ 0 h 2197"/>
                  <a:gd name="T52" fmla="*/ 0 w 2995"/>
                  <a:gd name="T53" fmla="*/ 0 h 2197"/>
                  <a:gd name="T54" fmla="*/ 0 w 2995"/>
                  <a:gd name="T55" fmla="*/ 0 h 2197"/>
                  <a:gd name="T56" fmla="*/ 0 w 2995"/>
                  <a:gd name="T57" fmla="*/ 0 h 2197"/>
                  <a:gd name="T58" fmla="*/ 0 w 2995"/>
                  <a:gd name="T59" fmla="*/ 0 h 2197"/>
                  <a:gd name="T60" fmla="*/ 0 w 2995"/>
                  <a:gd name="T61" fmla="*/ 0 h 2197"/>
                  <a:gd name="T62" fmla="*/ 0 w 2995"/>
                  <a:gd name="T63" fmla="*/ 0 h 2197"/>
                  <a:gd name="T64" fmla="*/ 0 w 2995"/>
                  <a:gd name="T65" fmla="*/ 0 h 2197"/>
                  <a:gd name="T66" fmla="*/ 0 w 2995"/>
                  <a:gd name="T67" fmla="*/ 0 h 2197"/>
                  <a:gd name="T68" fmla="*/ 0 w 2995"/>
                  <a:gd name="T69" fmla="*/ 0 h 2197"/>
                  <a:gd name="T70" fmla="*/ 0 w 2995"/>
                  <a:gd name="T71" fmla="*/ 0 h 2197"/>
                  <a:gd name="T72" fmla="*/ 0 w 2995"/>
                  <a:gd name="T73" fmla="*/ 0 h 2197"/>
                  <a:gd name="T74" fmla="*/ 0 w 2995"/>
                  <a:gd name="T75" fmla="*/ 0 h 2197"/>
                  <a:gd name="T76" fmla="*/ 0 w 2995"/>
                  <a:gd name="T77" fmla="*/ 0 h 219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995"/>
                  <a:gd name="T118" fmla="*/ 0 h 2197"/>
                  <a:gd name="T119" fmla="*/ 2995 w 2995"/>
                  <a:gd name="T120" fmla="*/ 2197 h 2197"/>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995" h="2197">
                    <a:moveTo>
                      <a:pt x="787" y="567"/>
                    </a:moveTo>
                    <a:lnTo>
                      <a:pt x="581" y="682"/>
                    </a:lnTo>
                    <a:lnTo>
                      <a:pt x="421" y="854"/>
                    </a:lnTo>
                    <a:lnTo>
                      <a:pt x="259" y="1434"/>
                    </a:lnTo>
                    <a:lnTo>
                      <a:pt x="351" y="1500"/>
                    </a:lnTo>
                    <a:lnTo>
                      <a:pt x="1007" y="1461"/>
                    </a:lnTo>
                    <a:lnTo>
                      <a:pt x="361" y="1530"/>
                    </a:lnTo>
                    <a:lnTo>
                      <a:pt x="342" y="1546"/>
                    </a:lnTo>
                    <a:lnTo>
                      <a:pt x="571" y="1648"/>
                    </a:lnTo>
                    <a:lnTo>
                      <a:pt x="606" y="1698"/>
                    </a:lnTo>
                    <a:lnTo>
                      <a:pt x="427" y="1708"/>
                    </a:lnTo>
                    <a:lnTo>
                      <a:pt x="494" y="1766"/>
                    </a:lnTo>
                    <a:lnTo>
                      <a:pt x="361" y="1966"/>
                    </a:lnTo>
                    <a:lnTo>
                      <a:pt x="361" y="1766"/>
                    </a:lnTo>
                    <a:lnTo>
                      <a:pt x="316" y="1739"/>
                    </a:lnTo>
                    <a:lnTo>
                      <a:pt x="246" y="1853"/>
                    </a:lnTo>
                    <a:lnTo>
                      <a:pt x="0" y="2197"/>
                    </a:lnTo>
                    <a:lnTo>
                      <a:pt x="284" y="1739"/>
                    </a:lnTo>
                    <a:lnTo>
                      <a:pt x="284" y="1656"/>
                    </a:lnTo>
                    <a:lnTo>
                      <a:pt x="228" y="1546"/>
                    </a:lnTo>
                    <a:lnTo>
                      <a:pt x="203" y="1497"/>
                    </a:lnTo>
                    <a:lnTo>
                      <a:pt x="238" y="1443"/>
                    </a:lnTo>
                    <a:lnTo>
                      <a:pt x="390" y="846"/>
                    </a:lnTo>
                    <a:lnTo>
                      <a:pt x="444" y="759"/>
                    </a:lnTo>
                    <a:lnTo>
                      <a:pt x="373" y="682"/>
                    </a:lnTo>
                    <a:lnTo>
                      <a:pt x="384" y="580"/>
                    </a:lnTo>
                    <a:lnTo>
                      <a:pt x="454" y="443"/>
                    </a:lnTo>
                    <a:lnTo>
                      <a:pt x="633" y="323"/>
                    </a:lnTo>
                    <a:lnTo>
                      <a:pt x="896" y="211"/>
                    </a:lnTo>
                    <a:lnTo>
                      <a:pt x="691" y="347"/>
                    </a:lnTo>
                    <a:lnTo>
                      <a:pt x="647" y="433"/>
                    </a:lnTo>
                    <a:lnTo>
                      <a:pt x="581" y="471"/>
                    </a:lnTo>
                    <a:lnTo>
                      <a:pt x="560" y="567"/>
                    </a:lnTo>
                    <a:lnTo>
                      <a:pt x="656" y="539"/>
                    </a:lnTo>
                    <a:lnTo>
                      <a:pt x="674" y="495"/>
                    </a:lnTo>
                    <a:lnTo>
                      <a:pt x="787" y="443"/>
                    </a:lnTo>
                    <a:lnTo>
                      <a:pt x="752" y="383"/>
                    </a:lnTo>
                    <a:lnTo>
                      <a:pt x="896" y="377"/>
                    </a:lnTo>
                    <a:lnTo>
                      <a:pt x="880" y="314"/>
                    </a:lnTo>
                    <a:lnTo>
                      <a:pt x="1048" y="299"/>
                    </a:lnTo>
                    <a:lnTo>
                      <a:pt x="1136" y="221"/>
                    </a:lnTo>
                    <a:lnTo>
                      <a:pt x="1373" y="211"/>
                    </a:lnTo>
                    <a:lnTo>
                      <a:pt x="1811" y="144"/>
                    </a:lnTo>
                    <a:lnTo>
                      <a:pt x="2048" y="188"/>
                    </a:lnTo>
                    <a:lnTo>
                      <a:pt x="1740" y="240"/>
                    </a:lnTo>
                    <a:lnTo>
                      <a:pt x="1333" y="340"/>
                    </a:lnTo>
                    <a:lnTo>
                      <a:pt x="1092" y="408"/>
                    </a:lnTo>
                    <a:lnTo>
                      <a:pt x="985" y="539"/>
                    </a:lnTo>
                    <a:lnTo>
                      <a:pt x="946" y="657"/>
                    </a:lnTo>
                    <a:lnTo>
                      <a:pt x="1136" y="545"/>
                    </a:lnTo>
                    <a:lnTo>
                      <a:pt x="1229" y="606"/>
                    </a:lnTo>
                    <a:lnTo>
                      <a:pt x="1373" y="478"/>
                    </a:lnTo>
                    <a:lnTo>
                      <a:pt x="1595" y="443"/>
                    </a:lnTo>
                    <a:lnTo>
                      <a:pt x="1752" y="486"/>
                    </a:lnTo>
                    <a:lnTo>
                      <a:pt x="1946" y="416"/>
                    </a:lnTo>
                    <a:lnTo>
                      <a:pt x="2064" y="401"/>
                    </a:lnTo>
                    <a:lnTo>
                      <a:pt x="2220" y="416"/>
                    </a:lnTo>
                    <a:lnTo>
                      <a:pt x="2193" y="240"/>
                    </a:lnTo>
                    <a:lnTo>
                      <a:pt x="2314" y="246"/>
                    </a:lnTo>
                    <a:lnTo>
                      <a:pt x="2450" y="299"/>
                    </a:lnTo>
                    <a:lnTo>
                      <a:pt x="2288" y="177"/>
                    </a:lnTo>
                    <a:lnTo>
                      <a:pt x="2125" y="163"/>
                    </a:lnTo>
                    <a:lnTo>
                      <a:pt x="2083" y="117"/>
                    </a:lnTo>
                    <a:lnTo>
                      <a:pt x="1855" y="32"/>
                    </a:lnTo>
                    <a:lnTo>
                      <a:pt x="1595" y="40"/>
                    </a:lnTo>
                    <a:lnTo>
                      <a:pt x="1155" y="117"/>
                    </a:lnTo>
                    <a:lnTo>
                      <a:pt x="1606" y="0"/>
                    </a:lnTo>
                    <a:lnTo>
                      <a:pt x="1946" y="24"/>
                    </a:lnTo>
                    <a:lnTo>
                      <a:pt x="2203" y="135"/>
                    </a:lnTo>
                    <a:lnTo>
                      <a:pt x="2450" y="202"/>
                    </a:lnTo>
                    <a:lnTo>
                      <a:pt x="2629" y="323"/>
                    </a:lnTo>
                    <a:lnTo>
                      <a:pt x="2824" y="443"/>
                    </a:lnTo>
                    <a:lnTo>
                      <a:pt x="2995" y="707"/>
                    </a:lnTo>
                    <a:lnTo>
                      <a:pt x="691" y="1310"/>
                    </a:lnTo>
                    <a:lnTo>
                      <a:pt x="691" y="1101"/>
                    </a:lnTo>
                    <a:lnTo>
                      <a:pt x="813" y="828"/>
                    </a:lnTo>
                    <a:lnTo>
                      <a:pt x="787" y="663"/>
                    </a:lnTo>
                    <a:lnTo>
                      <a:pt x="787" y="567"/>
                    </a:lnTo>
                    <a:close/>
                  </a:path>
                </a:pathLst>
              </a:custGeom>
              <a:solidFill>
                <a:srgbClr val="000000"/>
              </a:solidFill>
              <a:ln w="9525">
                <a:noFill/>
                <a:round/>
                <a:headEnd/>
                <a:tailEnd/>
              </a:ln>
            </p:spPr>
            <p:txBody>
              <a:bodyPr/>
              <a:lstStyle/>
              <a:p>
                <a:pPr algn="ctr"/>
                <a:endParaRPr lang="pt-BR" sz="2400"/>
              </a:p>
            </p:txBody>
          </p:sp>
          <p:sp>
            <p:nvSpPr>
              <p:cNvPr id="133" name="Freeform 717"/>
              <p:cNvSpPr>
                <a:spLocks/>
              </p:cNvSpPr>
              <p:nvPr/>
            </p:nvSpPr>
            <p:spPr bwMode="auto">
              <a:xfrm>
                <a:off x="5381" y="1848"/>
                <a:ext cx="231" cy="202"/>
              </a:xfrm>
              <a:custGeom>
                <a:avLst/>
                <a:gdLst>
                  <a:gd name="T0" fmla="*/ 0 w 2545"/>
                  <a:gd name="T1" fmla="*/ 0 h 2219"/>
                  <a:gd name="T2" fmla="*/ 0 w 2545"/>
                  <a:gd name="T3" fmla="*/ 0 h 2219"/>
                  <a:gd name="T4" fmla="*/ 0 w 2545"/>
                  <a:gd name="T5" fmla="*/ 0 h 2219"/>
                  <a:gd name="T6" fmla="*/ 0 w 2545"/>
                  <a:gd name="T7" fmla="*/ 0 h 2219"/>
                  <a:gd name="T8" fmla="*/ 0 w 2545"/>
                  <a:gd name="T9" fmla="*/ 0 h 2219"/>
                  <a:gd name="T10" fmla="*/ 0 w 2545"/>
                  <a:gd name="T11" fmla="*/ 0 h 2219"/>
                  <a:gd name="T12" fmla="*/ 0 w 2545"/>
                  <a:gd name="T13" fmla="*/ 0 h 2219"/>
                  <a:gd name="T14" fmla="*/ 0 w 2545"/>
                  <a:gd name="T15" fmla="*/ 0 h 2219"/>
                  <a:gd name="T16" fmla="*/ 0 w 2545"/>
                  <a:gd name="T17" fmla="*/ 0 h 2219"/>
                  <a:gd name="T18" fmla="*/ 0 w 2545"/>
                  <a:gd name="T19" fmla="*/ 0 h 2219"/>
                  <a:gd name="T20" fmla="*/ 0 w 2545"/>
                  <a:gd name="T21" fmla="*/ 0 h 2219"/>
                  <a:gd name="T22" fmla="*/ 0 w 2545"/>
                  <a:gd name="T23" fmla="*/ 0 h 2219"/>
                  <a:gd name="T24" fmla="*/ 0 w 2545"/>
                  <a:gd name="T25" fmla="*/ 0 h 2219"/>
                  <a:gd name="T26" fmla="*/ 0 w 2545"/>
                  <a:gd name="T27" fmla="*/ 0 h 2219"/>
                  <a:gd name="T28" fmla="*/ 0 w 2545"/>
                  <a:gd name="T29" fmla="*/ 0 h 2219"/>
                  <a:gd name="T30" fmla="*/ 0 w 2545"/>
                  <a:gd name="T31" fmla="*/ 0 h 2219"/>
                  <a:gd name="T32" fmla="*/ 0 w 2545"/>
                  <a:gd name="T33" fmla="*/ 0 h 2219"/>
                  <a:gd name="T34" fmla="*/ 0 w 2545"/>
                  <a:gd name="T35" fmla="*/ 0 h 2219"/>
                  <a:gd name="T36" fmla="*/ 0 w 2545"/>
                  <a:gd name="T37" fmla="*/ 0 h 2219"/>
                  <a:gd name="T38" fmla="*/ 0 w 2545"/>
                  <a:gd name="T39" fmla="*/ 0 h 2219"/>
                  <a:gd name="T40" fmla="*/ 0 w 2545"/>
                  <a:gd name="T41" fmla="*/ 0 h 2219"/>
                  <a:gd name="T42" fmla="*/ 0 w 2545"/>
                  <a:gd name="T43" fmla="*/ 0 h 2219"/>
                  <a:gd name="T44" fmla="*/ 0 w 2545"/>
                  <a:gd name="T45" fmla="*/ 0 h 2219"/>
                  <a:gd name="T46" fmla="*/ 0 w 2545"/>
                  <a:gd name="T47" fmla="*/ 0 h 2219"/>
                  <a:gd name="T48" fmla="*/ 0 w 2545"/>
                  <a:gd name="T49" fmla="*/ 0 h 2219"/>
                  <a:gd name="T50" fmla="*/ 0 w 2545"/>
                  <a:gd name="T51" fmla="*/ 0 h 2219"/>
                  <a:gd name="T52" fmla="*/ 0 w 2545"/>
                  <a:gd name="T53" fmla="*/ 0 h 2219"/>
                  <a:gd name="T54" fmla="*/ 0 w 2545"/>
                  <a:gd name="T55" fmla="*/ 0 h 2219"/>
                  <a:gd name="T56" fmla="*/ 0 w 2545"/>
                  <a:gd name="T57" fmla="*/ 0 h 2219"/>
                  <a:gd name="T58" fmla="*/ 0 w 2545"/>
                  <a:gd name="T59" fmla="*/ 0 h 2219"/>
                  <a:gd name="T60" fmla="*/ 0 w 2545"/>
                  <a:gd name="T61" fmla="*/ 0 h 2219"/>
                  <a:gd name="T62" fmla="*/ 0 w 2545"/>
                  <a:gd name="T63" fmla="*/ 0 h 2219"/>
                  <a:gd name="T64" fmla="*/ 0 w 2545"/>
                  <a:gd name="T65" fmla="*/ 0 h 2219"/>
                  <a:gd name="T66" fmla="*/ 0 w 2545"/>
                  <a:gd name="T67" fmla="*/ 0 h 2219"/>
                  <a:gd name="T68" fmla="*/ 0 w 2545"/>
                  <a:gd name="T69" fmla="*/ 0 h 2219"/>
                  <a:gd name="T70" fmla="*/ 0 w 2545"/>
                  <a:gd name="T71" fmla="*/ 0 h 2219"/>
                  <a:gd name="T72" fmla="*/ 0 w 2545"/>
                  <a:gd name="T73" fmla="*/ 0 h 2219"/>
                  <a:gd name="T74" fmla="*/ 0 w 2545"/>
                  <a:gd name="T75" fmla="*/ 0 h 2219"/>
                  <a:gd name="T76" fmla="*/ 0 w 2545"/>
                  <a:gd name="T77" fmla="*/ 0 h 2219"/>
                  <a:gd name="T78" fmla="*/ 0 w 2545"/>
                  <a:gd name="T79" fmla="*/ 0 h 2219"/>
                  <a:gd name="T80" fmla="*/ 0 w 2545"/>
                  <a:gd name="T81" fmla="*/ 0 h 2219"/>
                  <a:gd name="T82" fmla="*/ 0 w 2545"/>
                  <a:gd name="T83" fmla="*/ 0 h 2219"/>
                  <a:gd name="T84" fmla="*/ 0 w 2545"/>
                  <a:gd name="T85" fmla="*/ 0 h 221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545"/>
                  <a:gd name="T130" fmla="*/ 0 h 2219"/>
                  <a:gd name="T131" fmla="*/ 2545 w 2545"/>
                  <a:gd name="T132" fmla="*/ 2219 h 221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545" h="2219">
                    <a:moveTo>
                      <a:pt x="35" y="488"/>
                    </a:moveTo>
                    <a:lnTo>
                      <a:pt x="0" y="647"/>
                    </a:lnTo>
                    <a:lnTo>
                      <a:pt x="76" y="891"/>
                    </a:lnTo>
                    <a:lnTo>
                      <a:pt x="359" y="1098"/>
                    </a:lnTo>
                    <a:lnTo>
                      <a:pt x="377" y="1259"/>
                    </a:lnTo>
                    <a:lnTo>
                      <a:pt x="634" y="1294"/>
                    </a:lnTo>
                    <a:lnTo>
                      <a:pt x="708" y="1147"/>
                    </a:lnTo>
                    <a:lnTo>
                      <a:pt x="650" y="1103"/>
                    </a:lnTo>
                    <a:lnTo>
                      <a:pt x="641" y="993"/>
                    </a:lnTo>
                    <a:lnTo>
                      <a:pt x="708" y="910"/>
                    </a:lnTo>
                    <a:lnTo>
                      <a:pt x="812" y="915"/>
                    </a:lnTo>
                    <a:lnTo>
                      <a:pt x="939" y="1008"/>
                    </a:lnTo>
                    <a:lnTo>
                      <a:pt x="983" y="1216"/>
                    </a:lnTo>
                    <a:lnTo>
                      <a:pt x="963" y="1458"/>
                    </a:lnTo>
                    <a:lnTo>
                      <a:pt x="839" y="1637"/>
                    </a:lnTo>
                    <a:lnTo>
                      <a:pt x="745" y="1671"/>
                    </a:lnTo>
                    <a:lnTo>
                      <a:pt x="685" y="1721"/>
                    </a:lnTo>
                    <a:lnTo>
                      <a:pt x="634" y="1721"/>
                    </a:lnTo>
                    <a:lnTo>
                      <a:pt x="634" y="1591"/>
                    </a:lnTo>
                    <a:lnTo>
                      <a:pt x="691" y="1499"/>
                    </a:lnTo>
                    <a:lnTo>
                      <a:pt x="606" y="1602"/>
                    </a:lnTo>
                    <a:lnTo>
                      <a:pt x="592" y="1787"/>
                    </a:lnTo>
                    <a:lnTo>
                      <a:pt x="565" y="1882"/>
                    </a:lnTo>
                    <a:lnTo>
                      <a:pt x="641" y="1756"/>
                    </a:lnTo>
                    <a:lnTo>
                      <a:pt x="754" y="1741"/>
                    </a:lnTo>
                    <a:lnTo>
                      <a:pt x="878" y="1643"/>
                    </a:lnTo>
                    <a:lnTo>
                      <a:pt x="1009" y="1465"/>
                    </a:lnTo>
                    <a:lnTo>
                      <a:pt x="1199" y="1747"/>
                    </a:lnTo>
                    <a:lnTo>
                      <a:pt x="1317" y="1985"/>
                    </a:lnTo>
                    <a:lnTo>
                      <a:pt x="1547" y="2140"/>
                    </a:lnTo>
                    <a:lnTo>
                      <a:pt x="1658" y="2211"/>
                    </a:lnTo>
                    <a:lnTo>
                      <a:pt x="1922" y="2173"/>
                    </a:lnTo>
                    <a:lnTo>
                      <a:pt x="2007" y="2219"/>
                    </a:lnTo>
                    <a:lnTo>
                      <a:pt x="2197" y="2036"/>
                    </a:lnTo>
                    <a:lnTo>
                      <a:pt x="2339" y="1695"/>
                    </a:lnTo>
                    <a:lnTo>
                      <a:pt x="2384" y="1327"/>
                    </a:lnTo>
                    <a:lnTo>
                      <a:pt x="2495" y="1020"/>
                    </a:lnTo>
                    <a:lnTo>
                      <a:pt x="2545" y="765"/>
                    </a:lnTo>
                    <a:lnTo>
                      <a:pt x="2519" y="438"/>
                    </a:lnTo>
                    <a:lnTo>
                      <a:pt x="2460" y="277"/>
                    </a:lnTo>
                    <a:lnTo>
                      <a:pt x="2330" y="37"/>
                    </a:lnTo>
                    <a:lnTo>
                      <a:pt x="2223" y="0"/>
                    </a:lnTo>
                    <a:lnTo>
                      <a:pt x="35" y="488"/>
                    </a:lnTo>
                    <a:close/>
                  </a:path>
                </a:pathLst>
              </a:custGeom>
              <a:solidFill>
                <a:srgbClr val="000000"/>
              </a:solidFill>
              <a:ln w="9525">
                <a:noFill/>
                <a:round/>
                <a:headEnd/>
                <a:tailEnd/>
              </a:ln>
            </p:spPr>
            <p:txBody>
              <a:bodyPr/>
              <a:lstStyle/>
              <a:p>
                <a:pPr algn="ctr"/>
                <a:endParaRPr lang="pt-BR" sz="2400"/>
              </a:p>
            </p:txBody>
          </p:sp>
          <p:sp>
            <p:nvSpPr>
              <p:cNvPr id="134" name="Freeform 718"/>
              <p:cNvSpPr>
                <a:spLocks/>
              </p:cNvSpPr>
              <p:nvPr/>
            </p:nvSpPr>
            <p:spPr bwMode="auto">
              <a:xfrm>
                <a:off x="5320" y="1959"/>
                <a:ext cx="49" cy="67"/>
              </a:xfrm>
              <a:custGeom>
                <a:avLst/>
                <a:gdLst>
                  <a:gd name="T0" fmla="*/ 0 w 546"/>
                  <a:gd name="T1" fmla="*/ 0 h 729"/>
                  <a:gd name="T2" fmla="*/ 0 w 546"/>
                  <a:gd name="T3" fmla="*/ 0 h 729"/>
                  <a:gd name="T4" fmla="*/ 0 w 546"/>
                  <a:gd name="T5" fmla="*/ 0 h 729"/>
                  <a:gd name="T6" fmla="*/ 0 w 546"/>
                  <a:gd name="T7" fmla="*/ 0 h 729"/>
                  <a:gd name="T8" fmla="*/ 0 w 546"/>
                  <a:gd name="T9" fmla="*/ 0 h 729"/>
                  <a:gd name="T10" fmla="*/ 0 w 546"/>
                  <a:gd name="T11" fmla="*/ 0 h 729"/>
                  <a:gd name="T12" fmla="*/ 0 w 546"/>
                  <a:gd name="T13" fmla="*/ 0 h 729"/>
                  <a:gd name="T14" fmla="*/ 0 w 546"/>
                  <a:gd name="T15" fmla="*/ 0 h 729"/>
                  <a:gd name="T16" fmla="*/ 0 w 546"/>
                  <a:gd name="T17" fmla="*/ 0 h 729"/>
                  <a:gd name="T18" fmla="*/ 0 w 546"/>
                  <a:gd name="T19" fmla="*/ 0 h 729"/>
                  <a:gd name="T20" fmla="*/ 0 w 546"/>
                  <a:gd name="T21" fmla="*/ 0 h 729"/>
                  <a:gd name="T22" fmla="*/ 0 w 546"/>
                  <a:gd name="T23" fmla="*/ 0 h 729"/>
                  <a:gd name="T24" fmla="*/ 0 w 546"/>
                  <a:gd name="T25" fmla="*/ 0 h 729"/>
                  <a:gd name="T26" fmla="*/ 0 w 546"/>
                  <a:gd name="T27" fmla="*/ 0 h 729"/>
                  <a:gd name="T28" fmla="*/ 0 w 546"/>
                  <a:gd name="T29" fmla="*/ 0 h 729"/>
                  <a:gd name="T30" fmla="*/ 0 w 546"/>
                  <a:gd name="T31" fmla="*/ 0 h 729"/>
                  <a:gd name="T32" fmla="*/ 0 w 546"/>
                  <a:gd name="T33" fmla="*/ 0 h 729"/>
                  <a:gd name="T34" fmla="*/ 0 w 546"/>
                  <a:gd name="T35" fmla="*/ 0 h 729"/>
                  <a:gd name="T36" fmla="*/ 0 w 546"/>
                  <a:gd name="T37" fmla="*/ 0 h 729"/>
                  <a:gd name="T38" fmla="*/ 0 w 546"/>
                  <a:gd name="T39" fmla="*/ 0 h 729"/>
                  <a:gd name="T40" fmla="*/ 0 w 546"/>
                  <a:gd name="T41" fmla="*/ 0 h 729"/>
                  <a:gd name="T42" fmla="*/ 0 w 546"/>
                  <a:gd name="T43" fmla="*/ 0 h 729"/>
                  <a:gd name="T44" fmla="*/ 0 w 546"/>
                  <a:gd name="T45" fmla="*/ 0 h 7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46"/>
                  <a:gd name="T70" fmla="*/ 0 h 729"/>
                  <a:gd name="T71" fmla="*/ 546 w 546"/>
                  <a:gd name="T72" fmla="*/ 729 h 7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46" h="729">
                    <a:moveTo>
                      <a:pt x="425" y="0"/>
                    </a:moveTo>
                    <a:lnTo>
                      <a:pt x="471" y="96"/>
                    </a:lnTo>
                    <a:lnTo>
                      <a:pt x="368" y="234"/>
                    </a:lnTo>
                    <a:lnTo>
                      <a:pt x="378" y="323"/>
                    </a:lnTo>
                    <a:lnTo>
                      <a:pt x="496" y="523"/>
                    </a:lnTo>
                    <a:lnTo>
                      <a:pt x="546" y="729"/>
                    </a:lnTo>
                    <a:lnTo>
                      <a:pt x="451" y="517"/>
                    </a:lnTo>
                    <a:lnTo>
                      <a:pt x="384" y="430"/>
                    </a:lnTo>
                    <a:lnTo>
                      <a:pt x="359" y="517"/>
                    </a:lnTo>
                    <a:lnTo>
                      <a:pt x="283" y="611"/>
                    </a:lnTo>
                    <a:lnTo>
                      <a:pt x="283" y="486"/>
                    </a:lnTo>
                    <a:lnTo>
                      <a:pt x="50" y="480"/>
                    </a:lnTo>
                    <a:lnTo>
                      <a:pt x="0" y="378"/>
                    </a:lnTo>
                    <a:lnTo>
                      <a:pt x="8" y="323"/>
                    </a:lnTo>
                    <a:lnTo>
                      <a:pt x="35" y="367"/>
                    </a:lnTo>
                    <a:lnTo>
                      <a:pt x="154" y="367"/>
                    </a:lnTo>
                    <a:lnTo>
                      <a:pt x="263" y="419"/>
                    </a:lnTo>
                    <a:lnTo>
                      <a:pt x="305" y="360"/>
                    </a:lnTo>
                    <a:lnTo>
                      <a:pt x="359" y="351"/>
                    </a:lnTo>
                    <a:lnTo>
                      <a:pt x="333" y="258"/>
                    </a:lnTo>
                    <a:lnTo>
                      <a:pt x="340" y="129"/>
                    </a:lnTo>
                    <a:lnTo>
                      <a:pt x="378" y="9"/>
                    </a:lnTo>
                    <a:lnTo>
                      <a:pt x="425" y="0"/>
                    </a:lnTo>
                    <a:close/>
                  </a:path>
                </a:pathLst>
              </a:custGeom>
              <a:solidFill>
                <a:srgbClr val="000000"/>
              </a:solidFill>
              <a:ln w="9525">
                <a:noFill/>
                <a:round/>
                <a:headEnd/>
                <a:tailEnd/>
              </a:ln>
            </p:spPr>
            <p:txBody>
              <a:bodyPr/>
              <a:lstStyle/>
              <a:p>
                <a:pPr algn="ctr"/>
                <a:endParaRPr lang="pt-BR" sz="2400"/>
              </a:p>
            </p:txBody>
          </p:sp>
          <p:sp>
            <p:nvSpPr>
              <p:cNvPr id="135" name="Freeform 719"/>
              <p:cNvSpPr>
                <a:spLocks/>
              </p:cNvSpPr>
              <p:nvPr/>
            </p:nvSpPr>
            <p:spPr bwMode="auto">
              <a:xfrm>
                <a:off x="5330" y="1923"/>
                <a:ext cx="22" cy="58"/>
              </a:xfrm>
              <a:custGeom>
                <a:avLst/>
                <a:gdLst>
                  <a:gd name="T0" fmla="*/ 0 w 239"/>
                  <a:gd name="T1" fmla="*/ 0 h 642"/>
                  <a:gd name="T2" fmla="*/ 0 w 239"/>
                  <a:gd name="T3" fmla="*/ 0 h 642"/>
                  <a:gd name="T4" fmla="*/ 0 w 239"/>
                  <a:gd name="T5" fmla="*/ 0 h 642"/>
                  <a:gd name="T6" fmla="*/ 0 w 239"/>
                  <a:gd name="T7" fmla="*/ 0 h 642"/>
                  <a:gd name="T8" fmla="*/ 0 w 239"/>
                  <a:gd name="T9" fmla="*/ 0 h 642"/>
                  <a:gd name="T10" fmla="*/ 0 w 239"/>
                  <a:gd name="T11" fmla="*/ 0 h 642"/>
                  <a:gd name="T12" fmla="*/ 0 w 239"/>
                  <a:gd name="T13" fmla="*/ 0 h 642"/>
                  <a:gd name="T14" fmla="*/ 0 w 239"/>
                  <a:gd name="T15" fmla="*/ 0 h 642"/>
                  <a:gd name="T16" fmla="*/ 0 w 239"/>
                  <a:gd name="T17" fmla="*/ 0 h 642"/>
                  <a:gd name="T18" fmla="*/ 0 w 239"/>
                  <a:gd name="T19" fmla="*/ 0 h 642"/>
                  <a:gd name="T20" fmla="*/ 0 w 239"/>
                  <a:gd name="T21" fmla="*/ 0 h 642"/>
                  <a:gd name="T22" fmla="*/ 0 w 239"/>
                  <a:gd name="T23" fmla="*/ 0 h 642"/>
                  <a:gd name="T24" fmla="*/ 0 w 239"/>
                  <a:gd name="T25" fmla="*/ 0 h 642"/>
                  <a:gd name="T26" fmla="*/ 0 w 239"/>
                  <a:gd name="T27" fmla="*/ 0 h 642"/>
                  <a:gd name="T28" fmla="*/ 0 w 239"/>
                  <a:gd name="T29" fmla="*/ 0 h 642"/>
                  <a:gd name="T30" fmla="*/ 0 w 239"/>
                  <a:gd name="T31" fmla="*/ 0 h 6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9"/>
                  <a:gd name="T49" fmla="*/ 0 h 642"/>
                  <a:gd name="T50" fmla="*/ 239 w 239"/>
                  <a:gd name="T51" fmla="*/ 642 h 64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9" h="642">
                    <a:moveTo>
                      <a:pt x="145" y="60"/>
                    </a:moveTo>
                    <a:lnTo>
                      <a:pt x="51" y="44"/>
                    </a:lnTo>
                    <a:lnTo>
                      <a:pt x="14" y="118"/>
                    </a:lnTo>
                    <a:lnTo>
                      <a:pt x="44" y="318"/>
                    </a:lnTo>
                    <a:lnTo>
                      <a:pt x="106" y="497"/>
                    </a:lnTo>
                    <a:lnTo>
                      <a:pt x="145" y="559"/>
                    </a:lnTo>
                    <a:lnTo>
                      <a:pt x="195" y="598"/>
                    </a:lnTo>
                    <a:lnTo>
                      <a:pt x="239" y="619"/>
                    </a:lnTo>
                    <a:lnTo>
                      <a:pt x="230" y="642"/>
                    </a:lnTo>
                    <a:lnTo>
                      <a:pt x="135" y="606"/>
                    </a:lnTo>
                    <a:lnTo>
                      <a:pt x="60" y="480"/>
                    </a:lnTo>
                    <a:lnTo>
                      <a:pt x="0" y="253"/>
                    </a:lnTo>
                    <a:lnTo>
                      <a:pt x="0" y="68"/>
                    </a:lnTo>
                    <a:lnTo>
                      <a:pt x="33" y="0"/>
                    </a:lnTo>
                    <a:lnTo>
                      <a:pt x="135" y="0"/>
                    </a:lnTo>
                    <a:lnTo>
                      <a:pt x="145" y="60"/>
                    </a:lnTo>
                    <a:close/>
                  </a:path>
                </a:pathLst>
              </a:custGeom>
              <a:solidFill>
                <a:srgbClr val="000000"/>
              </a:solidFill>
              <a:ln w="9525">
                <a:noFill/>
                <a:round/>
                <a:headEnd/>
                <a:tailEnd/>
              </a:ln>
            </p:spPr>
            <p:txBody>
              <a:bodyPr/>
              <a:lstStyle/>
              <a:p>
                <a:pPr algn="ctr"/>
                <a:endParaRPr lang="pt-BR" sz="2400"/>
              </a:p>
            </p:txBody>
          </p:sp>
          <p:sp>
            <p:nvSpPr>
              <p:cNvPr id="136" name="Freeform 720"/>
              <p:cNvSpPr>
                <a:spLocks/>
              </p:cNvSpPr>
              <p:nvPr/>
            </p:nvSpPr>
            <p:spPr bwMode="auto">
              <a:xfrm>
                <a:off x="5440" y="1941"/>
                <a:ext cx="21" cy="44"/>
              </a:xfrm>
              <a:custGeom>
                <a:avLst/>
                <a:gdLst>
                  <a:gd name="T0" fmla="*/ 0 w 228"/>
                  <a:gd name="T1" fmla="*/ 0 h 488"/>
                  <a:gd name="T2" fmla="*/ 0 w 228"/>
                  <a:gd name="T3" fmla="*/ 0 h 488"/>
                  <a:gd name="T4" fmla="*/ 0 w 228"/>
                  <a:gd name="T5" fmla="*/ 0 h 488"/>
                  <a:gd name="T6" fmla="*/ 0 w 228"/>
                  <a:gd name="T7" fmla="*/ 0 h 488"/>
                  <a:gd name="T8" fmla="*/ 0 w 228"/>
                  <a:gd name="T9" fmla="*/ 0 h 488"/>
                  <a:gd name="T10" fmla="*/ 0 w 228"/>
                  <a:gd name="T11" fmla="*/ 0 h 488"/>
                  <a:gd name="T12" fmla="*/ 0 w 228"/>
                  <a:gd name="T13" fmla="*/ 0 h 488"/>
                  <a:gd name="T14" fmla="*/ 0 w 228"/>
                  <a:gd name="T15" fmla="*/ 0 h 488"/>
                  <a:gd name="T16" fmla="*/ 0 w 228"/>
                  <a:gd name="T17" fmla="*/ 0 h 488"/>
                  <a:gd name="T18" fmla="*/ 0 w 228"/>
                  <a:gd name="T19" fmla="*/ 0 h 488"/>
                  <a:gd name="T20" fmla="*/ 0 w 228"/>
                  <a:gd name="T21" fmla="*/ 0 h 488"/>
                  <a:gd name="T22" fmla="*/ 0 w 228"/>
                  <a:gd name="T23" fmla="*/ 0 h 4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8"/>
                  <a:gd name="T37" fmla="*/ 0 h 488"/>
                  <a:gd name="T38" fmla="*/ 228 w 228"/>
                  <a:gd name="T39" fmla="*/ 488 h 48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8" h="488">
                    <a:moveTo>
                      <a:pt x="17" y="121"/>
                    </a:moveTo>
                    <a:lnTo>
                      <a:pt x="77" y="0"/>
                    </a:lnTo>
                    <a:lnTo>
                      <a:pt x="145" y="0"/>
                    </a:lnTo>
                    <a:lnTo>
                      <a:pt x="228" y="170"/>
                    </a:lnTo>
                    <a:lnTo>
                      <a:pt x="204" y="422"/>
                    </a:lnTo>
                    <a:lnTo>
                      <a:pt x="204" y="187"/>
                    </a:lnTo>
                    <a:lnTo>
                      <a:pt x="154" y="152"/>
                    </a:lnTo>
                    <a:lnTo>
                      <a:pt x="135" y="362"/>
                    </a:lnTo>
                    <a:lnTo>
                      <a:pt x="27" y="488"/>
                    </a:lnTo>
                    <a:lnTo>
                      <a:pt x="58" y="333"/>
                    </a:lnTo>
                    <a:lnTo>
                      <a:pt x="0" y="222"/>
                    </a:lnTo>
                    <a:lnTo>
                      <a:pt x="17" y="121"/>
                    </a:lnTo>
                    <a:close/>
                  </a:path>
                </a:pathLst>
              </a:custGeom>
              <a:solidFill>
                <a:srgbClr val="000000"/>
              </a:solidFill>
              <a:ln w="9525">
                <a:noFill/>
                <a:round/>
                <a:headEnd/>
                <a:tailEnd/>
              </a:ln>
            </p:spPr>
            <p:txBody>
              <a:bodyPr/>
              <a:lstStyle/>
              <a:p>
                <a:pPr algn="ctr"/>
                <a:endParaRPr lang="pt-BR" sz="2400"/>
              </a:p>
            </p:txBody>
          </p:sp>
          <p:sp>
            <p:nvSpPr>
              <p:cNvPr id="137" name="Freeform 721"/>
              <p:cNvSpPr>
                <a:spLocks/>
              </p:cNvSpPr>
              <p:nvPr/>
            </p:nvSpPr>
            <p:spPr bwMode="auto">
              <a:xfrm>
                <a:off x="5346" y="2024"/>
                <a:ext cx="26" cy="19"/>
              </a:xfrm>
              <a:custGeom>
                <a:avLst/>
                <a:gdLst>
                  <a:gd name="T0" fmla="*/ 0 w 286"/>
                  <a:gd name="T1" fmla="*/ 0 h 205"/>
                  <a:gd name="T2" fmla="*/ 0 w 286"/>
                  <a:gd name="T3" fmla="*/ 0 h 205"/>
                  <a:gd name="T4" fmla="*/ 0 w 286"/>
                  <a:gd name="T5" fmla="*/ 0 h 205"/>
                  <a:gd name="T6" fmla="*/ 0 w 286"/>
                  <a:gd name="T7" fmla="*/ 0 h 205"/>
                  <a:gd name="T8" fmla="*/ 0 w 286"/>
                  <a:gd name="T9" fmla="*/ 0 h 205"/>
                  <a:gd name="T10" fmla="*/ 0 w 286"/>
                  <a:gd name="T11" fmla="*/ 0 h 205"/>
                  <a:gd name="T12" fmla="*/ 0 w 286"/>
                  <a:gd name="T13" fmla="*/ 0 h 205"/>
                  <a:gd name="T14" fmla="*/ 0 w 286"/>
                  <a:gd name="T15" fmla="*/ 0 h 205"/>
                  <a:gd name="T16" fmla="*/ 0 w 286"/>
                  <a:gd name="T17" fmla="*/ 0 h 205"/>
                  <a:gd name="T18" fmla="*/ 0 w 286"/>
                  <a:gd name="T19" fmla="*/ 0 h 205"/>
                  <a:gd name="T20" fmla="*/ 0 w 286"/>
                  <a:gd name="T21" fmla="*/ 0 h 2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6"/>
                  <a:gd name="T34" fmla="*/ 0 h 205"/>
                  <a:gd name="T35" fmla="*/ 286 w 286"/>
                  <a:gd name="T36" fmla="*/ 205 h 20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6" h="205">
                    <a:moveTo>
                      <a:pt x="0" y="0"/>
                    </a:moveTo>
                    <a:lnTo>
                      <a:pt x="95" y="6"/>
                    </a:lnTo>
                    <a:lnTo>
                      <a:pt x="220" y="76"/>
                    </a:lnTo>
                    <a:lnTo>
                      <a:pt x="257" y="6"/>
                    </a:lnTo>
                    <a:lnTo>
                      <a:pt x="286" y="101"/>
                    </a:lnTo>
                    <a:lnTo>
                      <a:pt x="220" y="205"/>
                    </a:lnTo>
                    <a:lnTo>
                      <a:pt x="201" y="109"/>
                    </a:lnTo>
                    <a:lnTo>
                      <a:pt x="142" y="87"/>
                    </a:lnTo>
                    <a:lnTo>
                      <a:pt x="30" y="76"/>
                    </a:lnTo>
                    <a:lnTo>
                      <a:pt x="0" y="43"/>
                    </a:lnTo>
                    <a:lnTo>
                      <a:pt x="0" y="0"/>
                    </a:lnTo>
                    <a:close/>
                  </a:path>
                </a:pathLst>
              </a:custGeom>
              <a:solidFill>
                <a:srgbClr val="000000"/>
              </a:solidFill>
              <a:ln w="9525">
                <a:noFill/>
                <a:round/>
                <a:headEnd/>
                <a:tailEnd/>
              </a:ln>
            </p:spPr>
            <p:txBody>
              <a:bodyPr/>
              <a:lstStyle/>
              <a:p>
                <a:pPr algn="ctr"/>
                <a:endParaRPr lang="pt-BR" sz="2400"/>
              </a:p>
            </p:txBody>
          </p:sp>
          <p:sp>
            <p:nvSpPr>
              <p:cNvPr id="138" name="Freeform 722"/>
              <p:cNvSpPr>
                <a:spLocks/>
              </p:cNvSpPr>
              <p:nvPr/>
            </p:nvSpPr>
            <p:spPr bwMode="auto">
              <a:xfrm>
                <a:off x="5345" y="2023"/>
                <a:ext cx="227" cy="76"/>
              </a:xfrm>
              <a:custGeom>
                <a:avLst/>
                <a:gdLst>
                  <a:gd name="T0" fmla="*/ 0 w 2500"/>
                  <a:gd name="T1" fmla="*/ 0 h 831"/>
                  <a:gd name="T2" fmla="*/ 0 w 2500"/>
                  <a:gd name="T3" fmla="*/ 0 h 831"/>
                  <a:gd name="T4" fmla="*/ 0 w 2500"/>
                  <a:gd name="T5" fmla="*/ 0 h 831"/>
                  <a:gd name="T6" fmla="*/ 0 w 2500"/>
                  <a:gd name="T7" fmla="*/ 0 h 831"/>
                  <a:gd name="T8" fmla="*/ 0 w 2500"/>
                  <a:gd name="T9" fmla="*/ 0 h 831"/>
                  <a:gd name="T10" fmla="*/ 0 w 2500"/>
                  <a:gd name="T11" fmla="*/ 0 h 831"/>
                  <a:gd name="T12" fmla="*/ 0 w 2500"/>
                  <a:gd name="T13" fmla="*/ 0 h 831"/>
                  <a:gd name="T14" fmla="*/ 0 w 2500"/>
                  <a:gd name="T15" fmla="*/ 0 h 831"/>
                  <a:gd name="T16" fmla="*/ 0 w 2500"/>
                  <a:gd name="T17" fmla="*/ 0 h 831"/>
                  <a:gd name="T18" fmla="*/ 0 w 2500"/>
                  <a:gd name="T19" fmla="*/ 0 h 831"/>
                  <a:gd name="T20" fmla="*/ 0 w 2500"/>
                  <a:gd name="T21" fmla="*/ 0 h 831"/>
                  <a:gd name="T22" fmla="*/ 0 w 2500"/>
                  <a:gd name="T23" fmla="*/ 0 h 831"/>
                  <a:gd name="T24" fmla="*/ 0 w 2500"/>
                  <a:gd name="T25" fmla="*/ 0 h 831"/>
                  <a:gd name="T26" fmla="*/ 0 w 2500"/>
                  <a:gd name="T27" fmla="*/ 0 h 831"/>
                  <a:gd name="T28" fmla="*/ 0 w 2500"/>
                  <a:gd name="T29" fmla="*/ 0 h 831"/>
                  <a:gd name="T30" fmla="*/ 0 w 2500"/>
                  <a:gd name="T31" fmla="*/ 0 h 831"/>
                  <a:gd name="T32" fmla="*/ 0 w 2500"/>
                  <a:gd name="T33" fmla="*/ 0 h 831"/>
                  <a:gd name="T34" fmla="*/ 0 w 2500"/>
                  <a:gd name="T35" fmla="*/ 0 h 831"/>
                  <a:gd name="T36" fmla="*/ 0 w 2500"/>
                  <a:gd name="T37" fmla="*/ 0 h 831"/>
                  <a:gd name="T38" fmla="*/ 0 w 2500"/>
                  <a:gd name="T39" fmla="*/ 0 h 831"/>
                  <a:gd name="T40" fmla="*/ 0 w 2500"/>
                  <a:gd name="T41" fmla="*/ 0 h 831"/>
                  <a:gd name="T42" fmla="*/ 0 w 2500"/>
                  <a:gd name="T43" fmla="*/ 0 h 831"/>
                  <a:gd name="T44" fmla="*/ 0 w 2500"/>
                  <a:gd name="T45" fmla="*/ 0 h 831"/>
                  <a:gd name="T46" fmla="*/ 0 w 2500"/>
                  <a:gd name="T47" fmla="*/ 0 h 831"/>
                  <a:gd name="T48" fmla="*/ 0 w 2500"/>
                  <a:gd name="T49" fmla="*/ 0 h 831"/>
                  <a:gd name="T50" fmla="*/ 0 w 2500"/>
                  <a:gd name="T51" fmla="*/ 0 h 831"/>
                  <a:gd name="T52" fmla="*/ 0 w 2500"/>
                  <a:gd name="T53" fmla="*/ 0 h 831"/>
                  <a:gd name="T54" fmla="*/ 0 w 2500"/>
                  <a:gd name="T55" fmla="*/ 0 h 831"/>
                  <a:gd name="T56" fmla="*/ 0 w 2500"/>
                  <a:gd name="T57" fmla="*/ 0 h 83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00"/>
                  <a:gd name="T88" fmla="*/ 0 h 831"/>
                  <a:gd name="T89" fmla="*/ 2500 w 2500"/>
                  <a:gd name="T90" fmla="*/ 831 h 83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00" h="831">
                    <a:moveTo>
                      <a:pt x="25" y="162"/>
                    </a:moveTo>
                    <a:lnTo>
                      <a:pt x="25" y="226"/>
                    </a:lnTo>
                    <a:lnTo>
                      <a:pt x="92" y="287"/>
                    </a:lnTo>
                    <a:lnTo>
                      <a:pt x="0" y="436"/>
                    </a:lnTo>
                    <a:lnTo>
                      <a:pt x="0" y="565"/>
                    </a:lnTo>
                    <a:lnTo>
                      <a:pt x="83" y="677"/>
                    </a:lnTo>
                    <a:lnTo>
                      <a:pt x="380" y="771"/>
                    </a:lnTo>
                    <a:lnTo>
                      <a:pt x="654" y="781"/>
                    </a:lnTo>
                    <a:lnTo>
                      <a:pt x="800" y="831"/>
                    </a:lnTo>
                    <a:lnTo>
                      <a:pt x="1192" y="787"/>
                    </a:lnTo>
                    <a:lnTo>
                      <a:pt x="1737" y="795"/>
                    </a:lnTo>
                    <a:lnTo>
                      <a:pt x="2500" y="795"/>
                    </a:lnTo>
                    <a:lnTo>
                      <a:pt x="1236" y="735"/>
                    </a:lnTo>
                    <a:lnTo>
                      <a:pt x="1236" y="447"/>
                    </a:lnTo>
                    <a:lnTo>
                      <a:pt x="1437" y="131"/>
                    </a:lnTo>
                    <a:lnTo>
                      <a:pt x="924" y="465"/>
                    </a:lnTo>
                    <a:lnTo>
                      <a:pt x="981" y="0"/>
                    </a:lnTo>
                    <a:lnTo>
                      <a:pt x="937" y="11"/>
                    </a:lnTo>
                    <a:lnTo>
                      <a:pt x="726" y="309"/>
                    </a:lnTo>
                    <a:lnTo>
                      <a:pt x="646" y="412"/>
                    </a:lnTo>
                    <a:lnTo>
                      <a:pt x="397" y="517"/>
                    </a:lnTo>
                    <a:lnTo>
                      <a:pt x="149" y="573"/>
                    </a:lnTo>
                    <a:lnTo>
                      <a:pt x="73" y="556"/>
                    </a:lnTo>
                    <a:lnTo>
                      <a:pt x="37" y="517"/>
                    </a:lnTo>
                    <a:lnTo>
                      <a:pt x="48" y="436"/>
                    </a:lnTo>
                    <a:lnTo>
                      <a:pt x="108" y="299"/>
                    </a:lnTo>
                    <a:lnTo>
                      <a:pt x="108" y="268"/>
                    </a:lnTo>
                    <a:lnTo>
                      <a:pt x="57" y="181"/>
                    </a:lnTo>
                    <a:lnTo>
                      <a:pt x="25" y="162"/>
                    </a:lnTo>
                    <a:close/>
                  </a:path>
                </a:pathLst>
              </a:custGeom>
              <a:solidFill>
                <a:srgbClr val="000000"/>
              </a:solidFill>
              <a:ln w="9525">
                <a:noFill/>
                <a:round/>
                <a:headEnd/>
                <a:tailEnd/>
              </a:ln>
            </p:spPr>
            <p:txBody>
              <a:bodyPr/>
              <a:lstStyle/>
              <a:p>
                <a:pPr algn="ctr"/>
                <a:endParaRPr lang="pt-BR" sz="2400"/>
              </a:p>
            </p:txBody>
          </p:sp>
          <p:sp>
            <p:nvSpPr>
              <p:cNvPr id="139" name="Freeform 723"/>
              <p:cNvSpPr>
                <a:spLocks/>
              </p:cNvSpPr>
              <p:nvPr/>
            </p:nvSpPr>
            <p:spPr bwMode="auto">
              <a:xfrm>
                <a:off x="5566" y="2040"/>
                <a:ext cx="25" cy="55"/>
              </a:xfrm>
              <a:custGeom>
                <a:avLst/>
                <a:gdLst>
                  <a:gd name="T0" fmla="*/ 0 w 281"/>
                  <a:gd name="T1" fmla="*/ 0 h 604"/>
                  <a:gd name="T2" fmla="*/ 0 w 281"/>
                  <a:gd name="T3" fmla="*/ 0 h 604"/>
                  <a:gd name="T4" fmla="*/ 0 w 281"/>
                  <a:gd name="T5" fmla="*/ 0 h 604"/>
                  <a:gd name="T6" fmla="*/ 0 w 281"/>
                  <a:gd name="T7" fmla="*/ 0 h 604"/>
                  <a:gd name="T8" fmla="*/ 0 w 281"/>
                  <a:gd name="T9" fmla="*/ 0 h 604"/>
                  <a:gd name="T10" fmla="*/ 0 w 281"/>
                  <a:gd name="T11" fmla="*/ 0 h 604"/>
                  <a:gd name="T12" fmla="*/ 0 w 281"/>
                  <a:gd name="T13" fmla="*/ 0 h 604"/>
                  <a:gd name="T14" fmla="*/ 0 w 281"/>
                  <a:gd name="T15" fmla="*/ 0 h 604"/>
                  <a:gd name="T16" fmla="*/ 0 60000 65536"/>
                  <a:gd name="T17" fmla="*/ 0 60000 65536"/>
                  <a:gd name="T18" fmla="*/ 0 60000 65536"/>
                  <a:gd name="T19" fmla="*/ 0 60000 65536"/>
                  <a:gd name="T20" fmla="*/ 0 60000 65536"/>
                  <a:gd name="T21" fmla="*/ 0 60000 65536"/>
                  <a:gd name="T22" fmla="*/ 0 60000 65536"/>
                  <a:gd name="T23" fmla="*/ 0 60000 65536"/>
                  <a:gd name="T24" fmla="*/ 0 w 281"/>
                  <a:gd name="T25" fmla="*/ 0 h 604"/>
                  <a:gd name="T26" fmla="*/ 281 w 281"/>
                  <a:gd name="T27" fmla="*/ 604 h 6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1" h="604">
                    <a:moveTo>
                      <a:pt x="42" y="0"/>
                    </a:moveTo>
                    <a:lnTo>
                      <a:pt x="85" y="408"/>
                    </a:lnTo>
                    <a:lnTo>
                      <a:pt x="281" y="539"/>
                    </a:lnTo>
                    <a:lnTo>
                      <a:pt x="273" y="580"/>
                    </a:lnTo>
                    <a:lnTo>
                      <a:pt x="36" y="604"/>
                    </a:lnTo>
                    <a:lnTo>
                      <a:pt x="75" y="539"/>
                    </a:lnTo>
                    <a:lnTo>
                      <a:pt x="0" y="0"/>
                    </a:lnTo>
                    <a:lnTo>
                      <a:pt x="42" y="0"/>
                    </a:lnTo>
                    <a:close/>
                  </a:path>
                </a:pathLst>
              </a:custGeom>
              <a:solidFill>
                <a:srgbClr val="000000"/>
              </a:solidFill>
              <a:ln w="9525">
                <a:noFill/>
                <a:round/>
                <a:headEnd/>
                <a:tailEnd/>
              </a:ln>
            </p:spPr>
            <p:txBody>
              <a:bodyPr/>
              <a:lstStyle/>
              <a:p>
                <a:pPr algn="ctr"/>
                <a:endParaRPr lang="pt-BR" sz="2400"/>
              </a:p>
            </p:txBody>
          </p:sp>
          <p:sp>
            <p:nvSpPr>
              <p:cNvPr id="140" name="Freeform 724"/>
              <p:cNvSpPr>
                <a:spLocks/>
              </p:cNvSpPr>
              <p:nvPr/>
            </p:nvSpPr>
            <p:spPr bwMode="auto">
              <a:xfrm>
                <a:off x="5330" y="2095"/>
                <a:ext cx="96" cy="134"/>
              </a:xfrm>
              <a:custGeom>
                <a:avLst/>
                <a:gdLst>
                  <a:gd name="T0" fmla="*/ 0 w 1047"/>
                  <a:gd name="T1" fmla="*/ 0 h 1480"/>
                  <a:gd name="T2" fmla="*/ 0 w 1047"/>
                  <a:gd name="T3" fmla="*/ 0 h 1480"/>
                  <a:gd name="T4" fmla="*/ 0 w 1047"/>
                  <a:gd name="T5" fmla="*/ 0 h 1480"/>
                  <a:gd name="T6" fmla="*/ 0 w 1047"/>
                  <a:gd name="T7" fmla="*/ 0 h 1480"/>
                  <a:gd name="T8" fmla="*/ 0 w 1047"/>
                  <a:gd name="T9" fmla="*/ 0 h 1480"/>
                  <a:gd name="T10" fmla="*/ 0 w 1047"/>
                  <a:gd name="T11" fmla="*/ 0 h 1480"/>
                  <a:gd name="T12" fmla="*/ 0 w 1047"/>
                  <a:gd name="T13" fmla="*/ 0 h 1480"/>
                  <a:gd name="T14" fmla="*/ 0 w 1047"/>
                  <a:gd name="T15" fmla="*/ 0 h 1480"/>
                  <a:gd name="T16" fmla="*/ 0 w 1047"/>
                  <a:gd name="T17" fmla="*/ 0 h 1480"/>
                  <a:gd name="T18" fmla="*/ 0 w 1047"/>
                  <a:gd name="T19" fmla="*/ 0 h 1480"/>
                  <a:gd name="T20" fmla="*/ 0 w 1047"/>
                  <a:gd name="T21" fmla="*/ 0 h 1480"/>
                  <a:gd name="T22" fmla="*/ 0 w 1047"/>
                  <a:gd name="T23" fmla="*/ 0 h 148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7"/>
                  <a:gd name="T37" fmla="*/ 0 h 1480"/>
                  <a:gd name="T38" fmla="*/ 1047 w 1047"/>
                  <a:gd name="T39" fmla="*/ 1480 h 148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7" h="1480">
                    <a:moveTo>
                      <a:pt x="949" y="33"/>
                    </a:moveTo>
                    <a:lnTo>
                      <a:pt x="526" y="272"/>
                    </a:lnTo>
                    <a:lnTo>
                      <a:pt x="208" y="1112"/>
                    </a:lnTo>
                    <a:lnTo>
                      <a:pt x="0" y="1480"/>
                    </a:lnTo>
                    <a:lnTo>
                      <a:pt x="411" y="1014"/>
                    </a:lnTo>
                    <a:lnTo>
                      <a:pt x="605" y="763"/>
                    </a:lnTo>
                    <a:lnTo>
                      <a:pt x="746" y="732"/>
                    </a:lnTo>
                    <a:lnTo>
                      <a:pt x="794" y="968"/>
                    </a:lnTo>
                    <a:lnTo>
                      <a:pt x="808" y="526"/>
                    </a:lnTo>
                    <a:lnTo>
                      <a:pt x="873" y="240"/>
                    </a:lnTo>
                    <a:lnTo>
                      <a:pt x="1047" y="0"/>
                    </a:lnTo>
                    <a:lnTo>
                      <a:pt x="949" y="33"/>
                    </a:lnTo>
                    <a:close/>
                  </a:path>
                </a:pathLst>
              </a:custGeom>
              <a:solidFill>
                <a:srgbClr val="000000"/>
              </a:solidFill>
              <a:ln w="9525">
                <a:noFill/>
                <a:round/>
                <a:headEnd/>
                <a:tailEnd/>
              </a:ln>
            </p:spPr>
            <p:txBody>
              <a:bodyPr/>
              <a:lstStyle/>
              <a:p>
                <a:pPr algn="ctr"/>
                <a:endParaRPr lang="pt-BR" sz="2400"/>
              </a:p>
            </p:txBody>
          </p:sp>
          <p:sp>
            <p:nvSpPr>
              <p:cNvPr id="141" name="Freeform 725"/>
              <p:cNvSpPr>
                <a:spLocks/>
              </p:cNvSpPr>
              <p:nvPr/>
            </p:nvSpPr>
            <p:spPr bwMode="auto">
              <a:xfrm>
                <a:off x="5411" y="2099"/>
                <a:ext cx="186" cy="77"/>
              </a:xfrm>
              <a:custGeom>
                <a:avLst/>
                <a:gdLst>
                  <a:gd name="T0" fmla="*/ 0 w 2046"/>
                  <a:gd name="T1" fmla="*/ 0 h 839"/>
                  <a:gd name="T2" fmla="*/ 0 w 2046"/>
                  <a:gd name="T3" fmla="*/ 0 h 839"/>
                  <a:gd name="T4" fmla="*/ 0 w 2046"/>
                  <a:gd name="T5" fmla="*/ 0 h 839"/>
                  <a:gd name="T6" fmla="*/ 0 w 2046"/>
                  <a:gd name="T7" fmla="*/ 0 h 839"/>
                  <a:gd name="T8" fmla="*/ 0 w 2046"/>
                  <a:gd name="T9" fmla="*/ 0 h 839"/>
                  <a:gd name="T10" fmla="*/ 0 w 2046"/>
                  <a:gd name="T11" fmla="*/ 0 h 839"/>
                  <a:gd name="T12" fmla="*/ 0 w 2046"/>
                  <a:gd name="T13" fmla="*/ 0 h 839"/>
                  <a:gd name="T14" fmla="*/ 0 w 2046"/>
                  <a:gd name="T15" fmla="*/ 0 h 839"/>
                  <a:gd name="T16" fmla="*/ 0 w 2046"/>
                  <a:gd name="T17" fmla="*/ 0 h 839"/>
                  <a:gd name="T18" fmla="*/ 0 w 2046"/>
                  <a:gd name="T19" fmla="*/ 0 h 839"/>
                  <a:gd name="T20" fmla="*/ 0 w 2046"/>
                  <a:gd name="T21" fmla="*/ 0 h 839"/>
                  <a:gd name="T22" fmla="*/ 0 w 2046"/>
                  <a:gd name="T23" fmla="*/ 0 h 839"/>
                  <a:gd name="T24" fmla="*/ 0 w 2046"/>
                  <a:gd name="T25" fmla="*/ 0 h 8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46"/>
                  <a:gd name="T40" fmla="*/ 0 h 839"/>
                  <a:gd name="T41" fmla="*/ 2046 w 2046"/>
                  <a:gd name="T42" fmla="*/ 839 h 8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46" h="839">
                    <a:moveTo>
                      <a:pt x="0" y="839"/>
                    </a:moveTo>
                    <a:lnTo>
                      <a:pt x="380" y="684"/>
                    </a:lnTo>
                    <a:lnTo>
                      <a:pt x="860" y="525"/>
                    </a:lnTo>
                    <a:lnTo>
                      <a:pt x="1570" y="525"/>
                    </a:lnTo>
                    <a:lnTo>
                      <a:pt x="1903" y="397"/>
                    </a:lnTo>
                    <a:lnTo>
                      <a:pt x="1919" y="192"/>
                    </a:lnTo>
                    <a:lnTo>
                      <a:pt x="2046" y="0"/>
                    </a:lnTo>
                    <a:lnTo>
                      <a:pt x="1969" y="205"/>
                    </a:lnTo>
                    <a:lnTo>
                      <a:pt x="1938" y="478"/>
                    </a:lnTo>
                    <a:lnTo>
                      <a:pt x="1651" y="538"/>
                    </a:lnTo>
                    <a:lnTo>
                      <a:pt x="843" y="571"/>
                    </a:lnTo>
                    <a:lnTo>
                      <a:pt x="222" y="793"/>
                    </a:lnTo>
                    <a:lnTo>
                      <a:pt x="0" y="839"/>
                    </a:lnTo>
                    <a:close/>
                  </a:path>
                </a:pathLst>
              </a:custGeom>
              <a:solidFill>
                <a:srgbClr val="000000"/>
              </a:solidFill>
              <a:ln w="9525">
                <a:noFill/>
                <a:round/>
                <a:headEnd/>
                <a:tailEnd/>
              </a:ln>
            </p:spPr>
            <p:txBody>
              <a:bodyPr/>
              <a:lstStyle/>
              <a:p>
                <a:pPr algn="ctr"/>
                <a:endParaRPr lang="pt-BR" sz="2400"/>
              </a:p>
            </p:txBody>
          </p:sp>
          <p:sp>
            <p:nvSpPr>
              <p:cNvPr id="142" name="Freeform 726"/>
              <p:cNvSpPr>
                <a:spLocks/>
              </p:cNvSpPr>
              <p:nvPr/>
            </p:nvSpPr>
            <p:spPr bwMode="auto">
              <a:xfrm>
                <a:off x="5179" y="2170"/>
                <a:ext cx="174" cy="181"/>
              </a:xfrm>
              <a:custGeom>
                <a:avLst/>
                <a:gdLst>
                  <a:gd name="T0" fmla="*/ 0 w 1918"/>
                  <a:gd name="T1" fmla="*/ 0 h 1985"/>
                  <a:gd name="T2" fmla="*/ 0 w 1918"/>
                  <a:gd name="T3" fmla="*/ 0 h 1985"/>
                  <a:gd name="T4" fmla="*/ 0 w 1918"/>
                  <a:gd name="T5" fmla="*/ 0 h 1985"/>
                  <a:gd name="T6" fmla="*/ 0 w 1918"/>
                  <a:gd name="T7" fmla="*/ 0 h 1985"/>
                  <a:gd name="T8" fmla="*/ 0 w 1918"/>
                  <a:gd name="T9" fmla="*/ 0 h 1985"/>
                  <a:gd name="T10" fmla="*/ 0 w 1918"/>
                  <a:gd name="T11" fmla="*/ 0 h 1985"/>
                  <a:gd name="T12" fmla="*/ 0 w 1918"/>
                  <a:gd name="T13" fmla="*/ 0 h 1985"/>
                  <a:gd name="T14" fmla="*/ 0 w 1918"/>
                  <a:gd name="T15" fmla="*/ 0 h 1985"/>
                  <a:gd name="T16" fmla="*/ 0 w 1918"/>
                  <a:gd name="T17" fmla="*/ 0 h 1985"/>
                  <a:gd name="T18" fmla="*/ 0 w 1918"/>
                  <a:gd name="T19" fmla="*/ 0 h 1985"/>
                  <a:gd name="T20" fmla="*/ 0 w 1918"/>
                  <a:gd name="T21" fmla="*/ 0 h 1985"/>
                  <a:gd name="T22" fmla="*/ 0 w 1918"/>
                  <a:gd name="T23" fmla="*/ 0 h 1985"/>
                  <a:gd name="T24" fmla="*/ 0 w 1918"/>
                  <a:gd name="T25" fmla="*/ 0 h 1985"/>
                  <a:gd name="T26" fmla="*/ 0 w 1918"/>
                  <a:gd name="T27" fmla="*/ 0 h 1985"/>
                  <a:gd name="T28" fmla="*/ 0 w 1918"/>
                  <a:gd name="T29" fmla="*/ 0 h 1985"/>
                  <a:gd name="T30" fmla="*/ 0 w 1918"/>
                  <a:gd name="T31" fmla="*/ 0 h 1985"/>
                  <a:gd name="T32" fmla="*/ 0 w 1918"/>
                  <a:gd name="T33" fmla="*/ 0 h 1985"/>
                  <a:gd name="T34" fmla="*/ 0 w 1918"/>
                  <a:gd name="T35" fmla="*/ 0 h 1985"/>
                  <a:gd name="T36" fmla="*/ 0 w 1918"/>
                  <a:gd name="T37" fmla="*/ 0 h 1985"/>
                  <a:gd name="T38" fmla="*/ 0 w 1918"/>
                  <a:gd name="T39" fmla="*/ 0 h 1985"/>
                  <a:gd name="T40" fmla="*/ 0 w 1918"/>
                  <a:gd name="T41" fmla="*/ 0 h 1985"/>
                  <a:gd name="T42" fmla="*/ 0 w 1918"/>
                  <a:gd name="T43" fmla="*/ 0 h 1985"/>
                  <a:gd name="T44" fmla="*/ 0 w 1918"/>
                  <a:gd name="T45" fmla="*/ 0 h 1985"/>
                  <a:gd name="T46" fmla="*/ 0 w 1918"/>
                  <a:gd name="T47" fmla="*/ 0 h 1985"/>
                  <a:gd name="T48" fmla="*/ 0 w 1918"/>
                  <a:gd name="T49" fmla="*/ 0 h 1985"/>
                  <a:gd name="T50" fmla="*/ 0 w 1918"/>
                  <a:gd name="T51" fmla="*/ 0 h 1985"/>
                  <a:gd name="T52" fmla="*/ 0 w 1918"/>
                  <a:gd name="T53" fmla="*/ 0 h 1985"/>
                  <a:gd name="T54" fmla="*/ 0 w 1918"/>
                  <a:gd name="T55" fmla="*/ 0 h 1985"/>
                  <a:gd name="T56" fmla="*/ 0 w 1918"/>
                  <a:gd name="T57" fmla="*/ 0 h 1985"/>
                  <a:gd name="T58" fmla="*/ 0 w 1918"/>
                  <a:gd name="T59" fmla="*/ 0 h 1985"/>
                  <a:gd name="T60" fmla="*/ 0 w 1918"/>
                  <a:gd name="T61" fmla="*/ 0 h 1985"/>
                  <a:gd name="T62" fmla="*/ 0 w 1918"/>
                  <a:gd name="T63" fmla="*/ 0 h 198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18"/>
                  <a:gd name="T97" fmla="*/ 0 h 1985"/>
                  <a:gd name="T98" fmla="*/ 1918 w 1918"/>
                  <a:gd name="T99" fmla="*/ 1985 h 198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18" h="1985">
                    <a:moveTo>
                      <a:pt x="1918" y="253"/>
                    </a:moveTo>
                    <a:lnTo>
                      <a:pt x="1441" y="508"/>
                    </a:lnTo>
                    <a:lnTo>
                      <a:pt x="1253" y="905"/>
                    </a:lnTo>
                    <a:lnTo>
                      <a:pt x="775" y="1491"/>
                    </a:lnTo>
                    <a:lnTo>
                      <a:pt x="775" y="1684"/>
                    </a:lnTo>
                    <a:lnTo>
                      <a:pt x="822" y="1985"/>
                    </a:lnTo>
                    <a:lnTo>
                      <a:pt x="648" y="1761"/>
                    </a:lnTo>
                    <a:lnTo>
                      <a:pt x="316" y="1779"/>
                    </a:lnTo>
                    <a:lnTo>
                      <a:pt x="0" y="1985"/>
                    </a:lnTo>
                    <a:lnTo>
                      <a:pt x="281" y="1663"/>
                    </a:lnTo>
                    <a:lnTo>
                      <a:pt x="412" y="697"/>
                    </a:lnTo>
                    <a:lnTo>
                      <a:pt x="206" y="872"/>
                    </a:lnTo>
                    <a:lnTo>
                      <a:pt x="395" y="80"/>
                    </a:lnTo>
                    <a:lnTo>
                      <a:pt x="281" y="94"/>
                    </a:lnTo>
                    <a:lnTo>
                      <a:pt x="380" y="59"/>
                    </a:lnTo>
                    <a:lnTo>
                      <a:pt x="460" y="59"/>
                    </a:lnTo>
                    <a:lnTo>
                      <a:pt x="554" y="111"/>
                    </a:lnTo>
                    <a:lnTo>
                      <a:pt x="554" y="0"/>
                    </a:lnTo>
                    <a:lnTo>
                      <a:pt x="600" y="159"/>
                    </a:lnTo>
                    <a:lnTo>
                      <a:pt x="648" y="222"/>
                    </a:lnTo>
                    <a:lnTo>
                      <a:pt x="775" y="236"/>
                    </a:lnTo>
                    <a:lnTo>
                      <a:pt x="839" y="186"/>
                    </a:lnTo>
                    <a:lnTo>
                      <a:pt x="885" y="124"/>
                    </a:lnTo>
                    <a:lnTo>
                      <a:pt x="885" y="222"/>
                    </a:lnTo>
                    <a:lnTo>
                      <a:pt x="856" y="284"/>
                    </a:lnTo>
                    <a:lnTo>
                      <a:pt x="839" y="523"/>
                    </a:lnTo>
                    <a:lnTo>
                      <a:pt x="809" y="1109"/>
                    </a:lnTo>
                    <a:lnTo>
                      <a:pt x="1092" y="953"/>
                    </a:lnTo>
                    <a:lnTo>
                      <a:pt x="1219" y="872"/>
                    </a:lnTo>
                    <a:lnTo>
                      <a:pt x="1425" y="444"/>
                    </a:lnTo>
                    <a:lnTo>
                      <a:pt x="1886" y="222"/>
                    </a:lnTo>
                    <a:lnTo>
                      <a:pt x="1918" y="253"/>
                    </a:lnTo>
                    <a:close/>
                  </a:path>
                </a:pathLst>
              </a:custGeom>
              <a:solidFill>
                <a:srgbClr val="000000"/>
              </a:solidFill>
              <a:ln w="9525">
                <a:noFill/>
                <a:round/>
                <a:headEnd/>
                <a:tailEnd/>
              </a:ln>
            </p:spPr>
            <p:txBody>
              <a:bodyPr/>
              <a:lstStyle/>
              <a:p>
                <a:pPr algn="ctr"/>
                <a:endParaRPr lang="pt-BR" sz="2400"/>
              </a:p>
            </p:txBody>
          </p:sp>
          <p:sp>
            <p:nvSpPr>
              <p:cNvPr id="143" name="Freeform 727"/>
              <p:cNvSpPr>
                <a:spLocks/>
              </p:cNvSpPr>
              <p:nvPr/>
            </p:nvSpPr>
            <p:spPr bwMode="auto">
              <a:xfrm>
                <a:off x="5193" y="2026"/>
                <a:ext cx="124" cy="145"/>
              </a:xfrm>
              <a:custGeom>
                <a:avLst/>
                <a:gdLst>
                  <a:gd name="T0" fmla="*/ 0 w 1363"/>
                  <a:gd name="T1" fmla="*/ 0 h 1601"/>
                  <a:gd name="T2" fmla="*/ 0 w 1363"/>
                  <a:gd name="T3" fmla="*/ 0 h 1601"/>
                  <a:gd name="T4" fmla="*/ 0 w 1363"/>
                  <a:gd name="T5" fmla="*/ 0 h 1601"/>
                  <a:gd name="T6" fmla="*/ 0 w 1363"/>
                  <a:gd name="T7" fmla="*/ 0 h 1601"/>
                  <a:gd name="T8" fmla="*/ 0 w 1363"/>
                  <a:gd name="T9" fmla="*/ 0 h 1601"/>
                  <a:gd name="T10" fmla="*/ 0 w 1363"/>
                  <a:gd name="T11" fmla="*/ 0 h 1601"/>
                  <a:gd name="T12" fmla="*/ 0 w 1363"/>
                  <a:gd name="T13" fmla="*/ 0 h 1601"/>
                  <a:gd name="T14" fmla="*/ 0 w 1363"/>
                  <a:gd name="T15" fmla="*/ 0 h 1601"/>
                  <a:gd name="T16" fmla="*/ 0 w 1363"/>
                  <a:gd name="T17" fmla="*/ 0 h 1601"/>
                  <a:gd name="T18" fmla="*/ 0 w 1363"/>
                  <a:gd name="T19" fmla="*/ 0 h 1601"/>
                  <a:gd name="T20" fmla="*/ 0 w 1363"/>
                  <a:gd name="T21" fmla="*/ 0 h 1601"/>
                  <a:gd name="T22" fmla="*/ 0 w 1363"/>
                  <a:gd name="T23" fmla="*/ 0 h 1601"/>
                  <a:gd name="T24" fmla="*/ 0 w 1363"/>
                  <a:gd name="T25" fmla="*/ 0 h 1601"/>
                  <a:gd name="T26" fmla="*/ 0 w 1363"/>
                  <a:gd name="T27" fmla="*/ 0 h 1601"/>
                  <a:gd name="T28" fmla="*/ 0 w 1363"/>
                  <a:gd name="T29" fmla="*/ 0 h 1601"/>
                  <a:gd name="T30" fmla="*/ 0 w 1363"/>
                  <a:gd name="T31" fmla="*/ 0 h 1601"/>
                  <a:gd name="T32" fmla="*/ 0 w 1363"/>
                  <a:gd name="T33" fmla="*/ 0 h 1601"/>
                  <a:gd name="T34" fmla="*/ 0 w 1363"/>
                  <a:gd name="T35" fmla="*/ 0 h 1601"/>
                  <a:gd name="T36" fmla="*/ 0 w 1363"/>
                  <a:gd name="T37" fmla="*/ 0 h 1601"/>
                  <a:gd name="T38" fmla="*/ 0 w 1363"/>
                  <a:gd name="T39" fmla="*/ 0 h 1601"/>
                  <a:gd name="T40" fmla="*/ 0 w 1363"/>
                  <a:gd name="T41" fmla="*/ 0 h 1601"/>
                  <a:gd name="T42" fmla="*/ 0 w 1363"/>
                  <a:gd name="T43" fmla="*/ 0 h 1601"/>
                  <a:gd name="T44" fmla="*/ 0 w 1363"/>
                  <a:gd name="T45" fmla="*/ 0 h 1601"/>
                  <a:gd name="T46" fmla="*/ 0 w 1363"/>
                  <a:gd name="T47" fmla="*/ 0 h 1601"/>
                  <a:gd name="T48" fmla="*/ 0 w 1363"/>
                  <a:gd name="T49" fmla="*/ 0 h 1601"/>
                  <a:gd name="T50" fmla="*/ 0 w 1363"/>
                  <a:gd name="T51" fmla="*/ 0 h 1601"/>
                  <a:gd name="T52" fmla="*/ 0 w 1363"/>
                  <a:gd name="T53" fmla="*/ 0 h 1601"/>
                  <a:gd name="T54" fmla="*/ 0 w 1363"/>
                  <a:gd name="T55" fmla="*/ 0 h 1601"/>
                  <a:gd name="T56" fmla="*/ 0 w 1363"/>
                  <a:gd name="T57" fmla="*/ 0 h 1601"/>
                  <a:gd name="T58" fmla="*/ 0 w 1363"/>
                  <a:gd name="T59" fmla="*/ 0 h 1601"/>
                  <a:gd name="T60" fmla="*/ 0 w 1363"/>
                  <a:gd name="T61" fmla="*/ 0 h 1601"/>
                  <a:gd name="T62" fmla="*/ 0 w 1363"/>
                  <a:gd name="T63" fmla="*/ 0 h 1601"/>
                  <a:gd name="T64" fmla="*/ 0 w 1363"/>
                  <a:gd name="T65" fmla="*/ 0 h 1601"/>
                  <a:gd name="T66" fmla="*/ 0 w 1363"/>
                  <a:gd name="T67" fmla="*/ 0 h 1601"/>
                  <a:gd name="T68" fmla="*/ 0 w 1363"/>
                  <a:gd name="T69" fmla="*/ 0 h 1601"/>
                  <a:gd name="T70" fmla="*/ 0 w 1363"/>
                  <a:gd name="T71" fmla="*/ 0 h 1601"/>
                  <a:gd name="T72" fmla="*/ 0 w 1363"/>
                  <a:gd name="T73" fmla="*/ 0 h 1601"/>
                  <a:gd name="T74" fmla="*/ 0 w 1363"/>
                  <a:gd name="T75" fmla="*/ 0 h 1601"/>
                  <a:gd name="T76" fmla="*/ 0 w 1363"/>
                  <a:gd name="T77" fmla="*/ 0 h 1601"/>
                  <a:gd name="T78" fmla="*/ 0 w 1363"/>
                  <a:gd name="T79" fmla="*/ 0 h 1601"/>
                  <a:gd name="T80" fmla="*/ 0 w 1363"/>
                  <a:gd name="T81" fmla="*/ 0 h 1601"/>
                  <a:gd name="T82" fmla="*/ 0 w 1363"/>
                  <a:gd name="T83" fmla="*/ 0 h 1601"/>
                  <a:gd name="T84" fmla="*/ 0 w 1363"/>
                  <a:gd name="T85" fmla="*/ 0 h 160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63"/>
                  <a:gd name="T130" fmla="*/ 0 h 1601"/>
                  <a:gd name="T131" fmla="*/ 1363 w 1363"/>
                  <a:gd name="T132" fmla="*/ 1601 h 160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63" h="1601">
                    <a:moveTo>
                      <a:pt x="777" y="1569"/>
                    </a:moveTo>
                    <a:lnTo>
                      <a:pt x="1350" y="651"/>
                    </a:lnTo>
                    <a:lnTo>
                      <a:pt x="1363" y="520"/>
                    </a:lnTo>
                    <a:lnTo>
                      <a:pt x="1159" y="96"/>
                    </a:lnTo>
                    <a:lnTo>
                      <a:pt x="1032" y="77"/>
                    </a:lnTo>
                    <a:lnTo>
                      <a:pt x="1126" y="141"/>
                    </a:lnTo>
                    <a:lnTo>
                      <a:pt x="1317" y="520"/>
                    </a:lnTo>
                    <a:lnTo>
                      <a:pt x="1317" y="601"/>
                    </a:lnTo>
                    <a:lnTo>
                      <a:pt x="1159" y="442"/>
                    </a:lnTo>
                    <a:lnTo>
                      <a:pt x="1159" y="300"/>
                    </a:lnTo>
                    <a:lnTo>
                      <a:pt x="810" y="0"/>
                    </a:lnTo>
                    <a:lnTo>
                      <a:pt x="633" y="63"/>
                    </a:lnTo>
                    <a:lnTo>
                      <a:pt x="810" y="30"/>
                    </a:lnTo>
                    <a:lnTo>
                      <a:pt x="1078" y="314"/>
                    </a:lnTo>
                    <a:lnTo>
                      <a:pt x="1001" y="335"/>
                    </a:lnTo>
                    <a:lnTo>
                      <a:pt x="936" y="361"/>
                    </a:lnTo>
                    <a:lnTo>
                      <a:pt x="796" y="189"/>
                    </a:lnTo>
                    <a:lnTo>
                      <a:pt x="492" y="63"/>
                    </a:lnTo>
                    <a:lnTo>
                      <a:pt x="380" y="96"/>
                    </a:lnTo>
                    <a:lnTo>
                      <a:pt x="492" y="124"/>
                    </a:lnTo>
                    <a:lnTo>
                      <a:pt x="796" y="220"/>
                    </a:lnTo>
                    <a:lnTo>
                      <a:pt x="700" y="314"/>
                    </a:lnTo>
                    <a:lnTo>
                      <a:pt x="274" y="141"/>
                    </a:lnTo>
                    <a:lnTo>
                      <a:pt x="19" y="442"/>
                    </a:lnTo>
                    <a:lnTo>
                      <a:pt x="50" y="634"/>
                    </a:lnTo>
                    <a:lnTo>
                      <a:pt x="191" y="381"/>
                    </a:lnTo>
                    <a:lnTo>
                      <a:pt x="191" y="335"/>
                    </a:lnTo>
                    <a:lnTo>
                      <a:pt x="256" y="189"/>
                    </a:lnTo>
                    <a:lnTo>
                      <a:pt x="444" y="252"/>
                    </a:lnTo>
                    <a:lnTo>
                      <a:pt x="304" y="540"/>
                    </a:lnTo>
                    <a:lnTo>
                      <a:pt x="160" y="808"/>
                    </a:lnTo>
                    <a:lnTo>
                      <a:pt x="67" y="1111"/>
                    </a:lnTo>
                    <a:lnTo>
                      <a:pt x="97" y="1346"/>
                    </a:lnTo>
                    <a:lnTo>
                      <a:pt x="125" y="1412"/>
                    </a:lnTo>
                    <a:lnTo>
                      <a:pt x="0" y="1542"/>
                    </a:lnTo>
                    <a:lnTo>
                      <a:pt x="224" y="1444"/>
                    </a:lnTo>
                    <a:lnTo>
                      <a:pt x="415" y="1460"/>
                    </a:lnTo>
                    <a:lnTo>
                      <a:pt x="415" y="1552"/>
                    </a:lnTo>
                    <a:lnTo>
                      <a:pt x="478" y="1444"/>
                    </a:lnTo>
                    <a:lnTo>
                      <a:pt x="605" y="1460"/>
                    </a:lnTo>
                    <a:lnTo>
                      <a:pt x="683" y="1506"/>
                    </a:lnTo>
                    <a:lnTo>
                      <a:pt x="748" y="1601"/>
                    </a:lnTo>
                    <a:lnTo>
                      <a:pt x="777" y="1569"/>
                    </a:lnTo>
                    <a:close/>
                  </a:path>
                </a:pathLst>
              </a:custGeom>
              <a:solidFill>
                <a:srgbClr val="000000"/>
              </a:solidFill>
              <a:ln w="9525">
                <a:noFill/>
                <a:round/>
                <a:headEnd/>
                <a:tailEnd/>
              </a:ln>
            </p:spPr>
            <p:txBody>
              <a:bodyPr/>
              <a:lstStyle/>
              <a:p>
                <a:pPr algn="ctr"/>
                <a:endParaRPr lang="pt-BR" sz="2400"/>
              </a:p>
            </p:txBody>
          </p:sp>
          <p:sp>
            <p:nvSpPr>
              <p:cNvPr id="144" name="Freeform 728"/>
              <p:cNvSpPr>
                <a:spLocks/>
              </p:cNvSpPr>
              <p:nvPr/>
            </p:nvSpPr>
            <p:spPr bwMode="auto">
              <a:xfrm>
                <a:off x="5059" y="2089"/>
                <a:ext cx="219" cy="419"/>
              </a:xfrm>
              <a:custGeom>
                <a:avLst/>
                <a:gdLst>
                  <a:gd name="T0" fmla="*/ 0 w 2411"/>
                  <a:gd name="T1" fmla="*/ 0 h 4600"/>
                  <a:gd name="T2" fmla="*/ 0 w 2411"/>
                  <a:gd name="T3" fmla="*/ 0 h 4600"/>
                  <a:gd name="T4" fmla="*/ 0 w 2411"/>
                  <a:gd name="T5" fmla="*/ 0 h 4600"/>
                  <a:gd name="T6" fmla="*/ 0 w 2411"/>
                  <a:gd name="T7" fmla="*/ 0 h 4600"/>
                  <a:gd name="T8" fmla="*/ 0 w 2411"/>
                  <a:gd name="T9" fmla="*/ 0 h 4600"/>
                  <a:gd name="T10" fmla="*/ 0 w 2411"/>
                  <a:gd name="T11" fmla="*/ 0 h 4600"/>
                  <a:gd name="T12" fmla="*/ 0 w 2411"/>
                  <a:gd name="T13" fmla="*/ 0 h 4600"/>
                  <a:gd name="T14" fmla="*/ 0 w 2411"/>
                  <a:gd name="T15" fmla="*/ 0 h 4600"/>
                  <a:gd name="T16" fmla="*/ 0 w 2411"/>
                  <a:gd name="T17" fmla="*/ 0 h 4600"/>
                  <a:gd name="T18" fmla="*/ 0 w 2411"/>
                  <a:gd name="T19" fmla="*/ 0 h 4600"/>
                  <a:gd name="T20" fmla="*/ 0 w 2411"/>
                  <a:gd name="T21" fmla="*/ 0 h 4600"/>
                  <a:gd name="T22" fmla="*/ 0 w 2411"/>
                  <a:gd name="T23" fmla="*/ 0 h 4600"/>
                  <a:gd name="T24" fmla="*/ 0 w 2411"/>
                  <a:gd name="T25" fmla="*/ 0 h 4600"/>
                  <a:gd name="T26" fmla="*/ 0 w 2411"/>
                  <a:gd name="T27" fmla="*/ 0 h 4600"/>
                  <a:gd name="T28" fmla="*/ 0 w 2411"/>
                  <a:gd name="T29" fmla="*/ 0 h 4600"/>
                  <a:gd name="T30" fmla="*/ 0 w 2411"/>
                  <a:gd name="T31" fmla="*/ 0 h 4600"/>
                  <a:gd name="T32" fmla="*/ 0 w 2411"/>
                  <a:gd name="T33" fmla="*/ 0 h 4600"/>
                  <a:gd name="T34" fmla="*/ 0 w 2411"/>
                  <a:gd name="T35" fmla="*/ 0 h 4600"/>
                  <a:gd name="T36" fmla="*/ 0 w 2411"/>
                  <a:gd name="T37" fmla="*/ 0 h 4600"/>
                  <a:gd name="T38" fmla="*/ 0 w 2411"/>
                  <a:gd name="T39" fmla="*/ 0 h 4600"/>
                  <a:gd name="T40" fmla="*/ 0 w 2411"/>
                  <a:gd name="T41" fmla="*/ 0 h 4600"/>
                  <a:gd name="T42" fmla="*/ 0 w 2411"/>
                  <a:gd name="T43" fmla="*/ 0 h 4600"/>
                  <a:gd name="T44" fmla="*/ 0 w 2411"/>
                  <a:gd name="T45" fmla="*/ 0 h 4600"/>
                  <a:gd name="T46" fmla="*/ 0 w 2411"/>
                  <a:gd name="T47" fmla="*/ 0 h 4600"/>
                  <a:gd name="T48" fmla="*/ 0 w 2411"/>
                  <a:gd name="T49" fmla="*/ 0 h 4600"/>
                  <a:gd name="T50" fmla="*/ 0 w 2411"/>
                  <a:gd name="T51" fmla="*/ 0 h 4600"/>
                  <a:gd name="T52" fmla="*/ 0 w 2411"/>
                  <a:gd name="T53" fmla="*/ 0 h 4600"/>
                  <a:gd name="T54" fmla="*/ 0 w 2411"/>
                  <a:gd name="T55" fmla="*/ 0 h 4600"/>
                  <a:gd name="T56" fmla="*/ 0 w 2411"/>
                  <a:gd name="T57" fmla="*/ 0 h 4600"/>
                  <a:gd name="T58" fmla="*/ 0 w 2411"/>
                  <a:gd name="T59" fmla="*/ 0 h 4600"/>
                  <a:gd name="T60" fmla="*/ 0 w 2411"/>
                  <a:gd name="T61" fmla="*/ 0 h 4600"/>
                  <a:gd name="T62" fmla="*/ 0 w 2411"/>
                  <a:gd name="T63" fmla="*/ 0 h 4600"/>
                  <a:gd name="T64" fmla="*/ 0 w 2411"/>
                  <a:gd name="T65" fmla="*/ 0 h 4600"/>
                  <a:gd name="T66" fmla="*/ 0 w 2411"/>
                  <a:gd name="T67" fmla="*/ 0 h 4600"/>
                  <a:gd name="T68" fmla="*/ 0 w 2411"/>
                  <a:gd name="T69" fmla="*/ 0 h 4600"/>
                  <a:gd name="T70" fmla="*/ 0 w 2411"/>
                  <a:gd name="T71" fmla="*/ 0 h 4600"/>
                  <a:gd name="T72" fmla="*/ 0 w 2411"/>
                  <a:gd name="T73" fmla="*/ 0 h 4600"/>
                  <a:gd name="T74" fmla="*/ 0 w 2411"/>
                  <a:gd name="T75" fmla="*/ 0 h 4600"/>
                  <a:gd name="T76" fmla="*/ 0 w 2411"/>
                  <a:gd name="T77" fmla="*/ 0 h 4600"/>
                  <a:gd name="T78" fmla="*/ 0 w 2411"/>
                  <a:gd name="T79" fmla="*/ 0 h 4600"/>
                  <a:gd name="T80" fmla="*/ 0 w 2411"/>
                  <a:gd name="T81" fmla="*/ 0 h 4600"/>
                  <a:gd name="T82" fmla="*/ 0 w 2411"/>
                  <a:gd name="T83" fmla="*/ 0 h 4600"/>
                  <a:gd name="T84" fmla="*/ 0 w 2411"/>
                  <a:gd name="T85" fmla="*/ 0 h 4600"/>
                  <a:gd name="T86" fmla="*/ 0 w 2411"/>
                  <a:gd name="T87" fmla="*/ 0 h 4600"/>
                  <a:gd name="T88" fmla="*/ 0 w 2411"/>
                  <a:gd name="T89" fmla="*/ 0 h 4600"/>
                  <a:gd name="T90" fmla="*/ 0 w 2411"/>
                  <a:gd name="T91" fmla="*/ 0 h 4600"/>
                  <a:gd name="T92" fmla="*/ 0 w 2411"/>
                  <a:gd name="T93" fmla="*/ 0 h 4600"/>
                  <a:gd name="T94" fmla="*/ 0 w 2411"/>
                  <a:gd name="T95" fmla="*/ 0 h 4600"/>
                  <a:gd name="T96" fmla="*/ 0 w 2411"/>
                  <a:gd name="T97" fmla="*/ 0 h 4600"/>
                  <a:gd name="T98" fmla="*/ 0 w 2411"/>
                  <a:gd name="T99" fmla="*/ 0 h 4600"/>
                  <a:gd name="T100" fmla="*/ 0 w 2411"/>
                  <a:gd name="T101" fmla="*/ 0 h 4600"/>
                  <a:gd name="T102" fmla="*/ 0 w 2411"/>
                  <a:gd name="T103" fmla="*/ 0 h 4600"/>
                  <a:gd name="T104" fmla="*/ 0 w 2411"/>
                  <a:gd name="T105" fmla="*/ 0 h 46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411"/>
                  <a:gd name="T160" fmla="*/ 0 h 4600"/>
                  <a:gd name="T161" fmla="*/ 2411 w 2411"/>
                  <a:gd name="T162" fmla="*/ 4600 h 46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411" h="4600">
                    <a:moveTo>
                      <a:pt x="1525" y="0"/>
                    </a:moveTo>
                    <a:lnTo>
                      <a:pt x="1448" y="253"/>
                    </a:lnTo>
                    <a:lnTo>
                      <a:pt x="1429" y="442"/>
                    </a:lnTo>
                    <a:lnTo>
                      <a:pt x="1461" y="634"/>
                    </a:lnTo>
                    <a:lnTo>
                      <a:pt x="1494" y="761"/>
                    </a:lnTo>
                    <a:lnTo>
                      <a:pt x="1494" y="824"/>
                    </a:lnTo>
                    <a:lnTo>
                      <a:pt x="1461" y="870"/>
                    </a:lnTo>
                    <a:lnTo>
                      <a:pt x="1461" y="1029"/>
                    </a:lnTo>
                    <a:lnTo>
                      <a:pt x="1525" y="1048"/>
                    </a:lnTo>
                    <a:lnTo>
                      <a:pt x="1475" y="1111"/>
                    </a:lnTo>
                    <a:lnTo>
                      <a:pt x="1176" y="2269"/>
                    </a:lnTo>
                    <a:lnTo>
                      <a:pt x="1080" y="2759"/>
                    </a:lnTo>
                    <a:lnTo>
                      <a:pt x="1051" y="3047"/>
                    </a:lnTo>
                    <a:lnTo>
                      <a:pt x="1080" y="3223"/>
                    </a:lnTo>
                    <a:lnTo>
                      <a:pt x="1195" y="3065"/>
                    </a:lnTo>
                    <a:lnTo>
                      <a:pt x="1032" y="3331"/>
                    </a:lnTo>
                    <a:lnTo>
                      <a:pt x="827" y="3683"/>
                    </a:lnTo>
                    <a:lnTo>
                      <a:pt x="1097" y="3699"/>
                    </a:lnTo>
                    <a:lnTo>
                      <a:pt x="1413" y="3873"/>
                    </a:lnTo>
                    <a:lnTo>
                      <a:pt x="1635" y="3589"/>
                    </a:lnTo>
                    <a:lnTo>
                      <a:pt x="1967" y="3666"/>
                    </a:lnTo>
                    <a:lnTo>
                      <a:pt x="2158" y="3428"/>
                    </a:lnTo>
                    <a:lnTo>
                      <a:pt x="2175" y="2903"/>
                    </a:lnTo>
                    <a:lnTo>
                      <a:pt x="2271" y="3476"/>
                    </a:lnTo>
                    <a:lnTo>
                      <a:pt x="2411" y="3967"/>
                    </a:lnTo>
                    <a:lnTo>
                      <a:pt x="2383" y="4335"/>
                    </a:lnTo>
                    <a:lnTo>
                      <a:pt x="2316" y="3873"/>
                    </a:lnTo>
                    <a:lnTo>
                      <a:pt x="2158" y="3620"/>
                    </a:lnTo>
                    <a:lnTo>
                      <a:pt x="1953" y="3967"/>
                    </a:lnTo>
                    <a:lnTo>
                      <a:pt x="1572" y="4600"/>
                    </a:lnTo>
                    <a:lnTo>
                      <a:pt x="1207" y="4206"/>
                    </a:lnTo>
                    <a:lnTo>
                      <a:pt x="667" y="4000"/>
                    </a:lnTo>
                    <a:lnTo>
                      <a:pt x="652" y="3794"/>
                    </a:lnTo>
                    <a:lnTo>
                      <a:pt x="777" y="3539"/>
                    </a:lnTo>
                    <a:lnTo>
                      <a:pt x="0" y="3240"/>
                    </a:lnTo>
                    <a:lnTo>
                      <a:pt x="0" y="2301"/>
                    </a:lnTo>
                    <a:lnTo>
                      <a:pt x="95" y="2888"/>
                    </a:lnTo>
                    <a:lnTo>
                      <a:pt x="382" y="2793"/>
                    </a:lnTo>
                    <a:lnTo>
                      <a:pt x="572" y="3047"/>
                    </a:lnTo>
                    <a:lnTo>
                      <a:pt x="842" y="2936"/>
                    </a:lnTo>
                    <a:lnTo>
                      <a:pt x="794" y="2633"/>
                    </a:lnTo>
                    <a:lnTo>
                      <a:pt x="873" y="2334"/>
                    </a:lnTo>
                    <a:lnTo>
                      <a:pt x="842" y="2650"/>
                    </a:lnTo>
                    <a:lnTo>
                      <a:pt x="903" y="2746"/>
                    </a:lnTo>
                    <a:lnTo>
                      <a:pt x="1016" y="2731"/>
                    </a:lnTo>
                    <a:lnTo>
                      <a:pt x="1160" y="2174"/>
                    </a:lnTo>
                    <a:lnTo>
                      <a:pt x="1461" y="1075"/>
                    </a:lnTo>
                    <a:lnTo>
                      <a:pt x="1429" y="1013"/>
                    </a:lnTo>
                    <a:lnTo>
                      <a:pt x="1429" y="824"/>
                    </a:lnTo>
                    <a:lnTo>
                      <a:pt x="1448" y="793"/>
                    </a:lnTo>
                    <a:lnTo>
                      <a:pt x="1398" y="521"/>
                    </a:lnTo>
                    <a:lnTo>
                      <a:pt x="1413" y="253"/>
                    </a:lnTo>
                    <a:lnTo>
                      <a:pt x="1525" y="0"/>
                    </a:lnTo>
                    <a:close/>
                  </a:path>
                </a:pathLst>
              </a:custGeom>
              <a:solidFill>
                <a:srgbClr val="000000"/>
              </a:solidFill>
              <a:ln w="9525">
                <a:noFill/>
                <a:round/>
                <a:headEnd/>
                <a:tailEnd/>
              </a:ln>
            </p:spPr>
            <p:txBody>
              <a:bodyPr/>
              <a:lstStyle/>
              <a:p>
                <a:pPr algn="ctr"/>
                <a:endParaRPr lang="pt-BR" sz="2400"/>
              </a:p>
            </p:txBody>
          </p:sp>
          <p:sp>
            <p:nvSpPr>
              <p:cNvPr id="145" name="Freeform 729"/>
              <p:cNvSpPr>
                <a:spLocks/>
              </p:cNvSpPr>
              <p:nvPr/>
            </p:nvSpPr>
            <p:spPr bwMode="auto">
              <a:xfrm>
                <a:off x="5273" y="2205"/>
                <a:ext cx="187" cy="180"/>
              </a:xfrm>
              <a:custGeom>
                <a:avLst/>
                <a:gdLst>
                  <a:gd name="T0" fmla="*/ 0 w 2062"/>
                  <a:gd name="T1" fmla="*/ 0 h 1984"/>
                  <a:gd name="T2" fmla="*/ 0 w 2062"/>
                  <a:gd name="T3" fmla="*/ 0 h 1984"/>
                  <a:gd name="T4" fmla="*/ 0 w 2062"/>
                  <a:gd name="T5" fmla="*/ 0 h 1984"/>
                  <a:gd name="T6" fmla="*/ 0 w 2062"/>
                  <a:gd name="T7" fmla="*/ 0 h 1984"/>
                  <a:gd name="T8" fmla="*/ 0 w 2062"/>
                  <a:gd name="T9" fmla="*/ 0 h 1984"/>
                  <a:gd name="T10" fmla="*/ 0 w 2062"/>
                  <a:gd name="T11" fmla="*/ 0 h 1984"/>
                  <a:gd name="T12" fmla="*/ 0 w 2062"/>
                  <a:gd name="T13" fmla="*/ 0 h 1984"/>
                  <a:gd name="T14" fmla="*/ 0 w 2062"/>
                  <a:gd name="T15" fmla="*/ 0 h 1984"/>
                  <a:gd name="T16" fmla="*/ 0 w 2062"/>
                  <a:gd name="T17" fmla="*/ 0 h 1984"/>
                  <a:gd name="T18" fmla="*/ 0 w 2062"/>
                  <a:gd name="T19" fmla="*/ 0 h 1984"/>
                  <a:gd name="T20" fmla="*/ 0 w 2062"/>
                  <a:gd name="T21" fmla="*/ 0 h 1984"/>
                  <a:gd name="T22" fmla="*/ 0 w 2062"/>
                  <a:gd name="T23" fmla="*/ 0 h 19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62"/>
                  <a:gd name="T37" fmla="*/ 0 h 1984"/>
                  <a:gd name="T38" fmla="*/ 2062 w 2062"/>
                  <a:gd name="T39" fmla="*/ 1984 h 19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62" h="1984">
                    <a:moveTo>
                      <a:pt x="178" y="1112"/>
                    </a:moveTo>
                    <a:lnTo>
                      <a:pt x="556" y="586"/>
                    </a:lnTo>
                    <a:lnTo>
                      <a:pt x="1268" y="129"/>
                    </a:lnTo>
                    <a:lnTo>
                      <a:pt x="2062" y="0"/>
                    </a:lnTo>
                    <a:lnTo>
                      <a:pt x="1288" y="256"/>
                    </a:lnTo>
                    <a:lnTo>
                      <a:pt x="730" y="809"/>
                    </a:lnTo>
                    <a:lnTo>
                      <a:pt x="477" y="1463"/>
                    </a:lnTo>
                    <a:lnTo>
                      <a:pt x="0" y="1984"/>
                    </a:lnTo>
                    <a:lnTo>
                      <a:pt x="351" y="1478"/>
                    </a:lnTo>
                    <a:lnTo>
                      <a:pt x="429" y="1001"/>
                    </a:lnTo>
                    <a:lnTo>
                      <a:pt x="366" y="953"/>
                    </a:lnTo>
                    <a:lnTo>
                      <a:pt x="178" y="1112"/>
                    </a:lnTo>
                    <a:close/>
                  </a:path>
                </a:pathLst>
              </a:custGeom>
              <a:solidFill>
                <a:srgbClr val="000000"/>
              </a:solidFill>
              <a:ln w="9525">
                <a:noFill/>
                <a:round/>
                <a:headEnd/>
                <a:tailEnd/>
              </a:ln>
            </p:spPr>
            <p:txBody>
              <a:bodyPr/>
              <a:lstStyle/>
              <a:p>
                <a:pPr algn="ctr"/>
                <a:endParaRPr lang="pt-BR" sz="2400"/>
              </a:p>
            </p:txBody>
          </p:sp>
          <p:sp>
            <p:nvSpPr>
              <p:cNvPr id="146" name="Freeform 730"/>
              <p:cNvSpPr>
                <a:spLocks/>
              </p:cNvSpPr>
              <p:nvPr/>
            </p:nvSpPr>
            <p:spPr bwMode="auto">
              <a:xfrm>
                <a:off x="5571" y="2143"/>
                <a:ext cx="71" cy="131"/>
              </a:xfrm>
              <a:custGeom>
                <a:avLst/>
                <a:gdLst>
                  <a:gd name="T0" fmla="*/ 0 w 776"/>
                  <a:gd name="T1" fmla="*/ 0 h 1444"/>
                  <a:gd name="T2" fmla="*/ 0 w 776"/>
                  <a:gd name="T3" fmla="*/ 0 h 1444"/>
                  <a:gd name="T4" fmla="*/ 0 w 776"/>
                  <a:gd name="T5" fmla="*/ 0 h 1444"/>
                  <a:gd name="T6" fmla="*/ 0 w 776"/>
                  <a:gd name="T7" fmla="*/ 0 h 1444"/>
                  <a:gd name="T8" fmla="*/ 0 w 776"/>
                  <a:gd name="T9" fmla="*/ 0 h 1444"/>
                  <a:gd name="T10" fmla="*/ 0 w 776"/>
                  <a:gd name="T11" fmla="*/ 0 h 1444"/>
                  <a:gd name="T12" fmla="*/ 0 w 776"/>
                  <a:gd name="T13" fmla="*/ 0 h 1444"/>
                  <a:gd name="T14" fmla="*/ 0 w 776"/>
                  <a:gd name="T15" fmla="*/ 0 h 1444"/>
                  <a:gd name="T16" fmla="*/ 0 w 776"/>
                  <a:gd name="T17" fmla="*/ 0 h 1444"/>
                  <a:gd name="T18" fmla="*/ 0 w 776"/>
                  <a:gd name="T19" fmla="*/ 0 h 1444"/>
                  <a:gd name="T20" fmla="*/ 0 w 776"/>
                  <a:gd name="T21" fmla="*/ 0 h 1444"/>
                  <a:gd name="T22" fmla="*/ 0 w 776"/>
                  <a:gd name="T23" fmla="*/ 0 h 1444"/>
                  <a:gd name="T24" fmla="*/ 0 w 776"/>
                  <a:gd name="T25" fmla="*/ 0 h 1444"/>
                  <a:gd name="T26" fmla="*/ 0 w 776"/>
                  <a:gd name="T27" fmla="*/ 0 h 14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6"/>
                  <a:gd name="T43" fmla="*/ 0 h 1444"/>
                  <a:gd name="T44" fmla="*/ 776 w 776"/>
                  <a:gd name="T45" fmla="*/ 1444 h 14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6" h="1444">
                    <a:moveTo>
                      <a:pt x="107" y="0"/>
                    </a:moveTo>
                    <a:lnTo>
                      <a:pt x="392" y="396"/>
                    </a:lnTo>
                    <a:lnTo>
                      <a:pt x="488" y="760"/>
                    </a:lnTo>
                    <a:lnTo>
                      <a:pt x="741" y="999"/>
                    </a:lnTo>
                    <a:lnTo>
                      <a:pt x="776" y="1365"/>
                    </a:lnTo>
                    <a:lnTo>
                      <a:pt x="615" y="1444"/>
                    </a:lnTo>
                    <a:lnTo>
                      <a:pt x="713" y="1059"/>
                    </a:lnTo>
                    <a:lnTo>
                      <a:pt x="411" y="1013"/>
                    </a:lnTo>
                    <a:lnTo>
                      <a:pt x="362" y="954"/>
                    </a:lnTo>
                    <a:lnTo>
                      <a:pt x="362" y="1189"/>
                    </a:lnTo>
                    <a:lnTo>
                      <a:pt x="268" y="603"/>
                    </a:lnTo>
                    <a:lnTo>
                      <a:pt x="124" y="158"/>
                    </a:lnTo>
                    <a:lnTo>
                      <a:pt x="0" y="29"/>
                    </a:lnTo>
                    <a:lnTo>
                      <a:pt x="107" y="0"/>
                    </a:lnTo>
                    <a:close/>
                  </a:path>
                </a:pathLst>
              </a:custGeom>
              <a:solidFill>
                <a:srgbClr val="000000"/>
              </a:solidFill>
              <a:ln w="9525">
                <a:noFill/>
                <a:round/>
                <a:headEnd/>
                <a:tailEnd/>
              </a:ln>
            </p:spPr>
            <p:txBody>
              <a:bodyPr/>
              <a:lstStyle/>
              <a:p>
                <a:pPr algn="ctr"/>
                <a:endParaRPr lang="pt-BR" sz="2400"/>
              </a:p>
            </p:txBody>
          </p:sp>
          <p:sp>
            <p:nvSpPr>
              <p:cNvPr id="147" name="Freeform 731"/>
              <p:cNvSpPr>
                <a:spLocks/>
              </p:cNvSpPr>
              <p:nvPr/>
            </p:nvSpPr>
            <p:spPr bwMode="auto">
              <a:xfrm>
                <a:off x="4995" y="2213"/>
                <a:ext cx="699" cy="374"/>
              </a:xfrm>
              <a:custGeom>
                <a:avLst/>
                <a:gdLst>
                  <a:gd name="T0" fmla="*/ 0 w 7689"/>
                  <a:gd name="T1" fmla="*/ 0 h 4113"/>
                  <a:gd name="T2" fmla="*/ 0 w 7689"/>
                  <a:gd name="T3" fmla="*/ 0 h 4113"/>
                  <a:gd name="T4" fmla="*/ 0 w 7689"/>
                  <a:gd name="T5" fmla="*/ 0 h 4113"/>
                  <a:gd name="T6" fmla="*/ 0 w 7689"/>
                  <a:gd name="T7" fmla="*/ 0 h 4113"/>
                  <a:gd name="T8" fmla="*/ 0 w 7689"/>
                  <a:gd name="T9" fmla="*/ 0 h 4113"/>
                  <a:gd name="T10" fmla="*/ 0 w 7689"/>
                  <a:gd name="T11" fmla="*/ 0 h 4113"/>
                  <a:gd name="T12" fmla="*/ 0 w 7689"/>
                  <a:gd name="T13" fmla="*/ 0 h 4113"/>
                  <a:gd name="T14" fmla="*/ 0 w 7689"/>
                  <a:gd name="T15" fmla="*/ 0 h 4113"/>
                  <a:gd name="T16" fmla="*/ 0 w 7689"/>
                  <a:gd name="T17" fmla="*/ 0 h 4113"/>
                  <a:gd name="T18" fmla="*/ 0 w 7689"/>
                  <a:gd name="T19" fmla="*/ 0 h 4113"/>
                  <a:gd name="T20" fmla="*/ 0 w 7689"/>
                  <a:gd name="T21" fmla="*/ 0 h 4113"/>
                  <a:gd name="T22" fmla="*/ 0 w 7689"/>
                  <a:gd name="T23" fmla="*/ 0 h 4113"/>
                  <a:gd name="T24" fmla="*/ 0 w 7689"/>
                  <a:gd name="T25" fmla="*/ 0 h 4113"/>
                  <a:gd name="T26" fmla="*/ 0 w 7689"/>
                  <a:gd name="T27" fmla="*/ 0 h 4113"/>
                  <a:gd name="T28" fmla="*/ 0 w 7689"/>
                  <a:gd name="T29" fmla="*/ 0 h 4113"/>
                  <a:gd name="T30" fmla="*/ 0 w 7689"/>
                  <a:gd name="T31" fmla="*/ 0 h 4113"/>
                  <a:gd name="T32" fmla="*/ 0 w 7689"/>
                  <a:gd name="T33" fmla="*/ 0 h 4113"/>
                  <a:gd name="T34" fmla="*/ 0 w 7689"/>
                  <a:gd name="T35" fmla="*/ 0 h 4113"/>
                  <a:gd name="T36" fmla="*/ 0 w 7689"/>
                  <a:gd name="T37" fmla="*/ 0 h 4113"/>
                  <a:gd name="T38" fmla="*/ 0 w 7689"/>
                  <a:gd name="T39" fmla="*/ 0 h 4113"/>
                  <a:gd name="T40" fmla="*/ 0 w 7689"/>
                  <a:gd name="T41" fmla="*/ 0 h 4113"/>
                  <a:gd name="T42" fmla="*/ 0 w 7689"/>
                  <a:gd name="T43" fmla="*/ 0 h 4113"/>
                  <a:gd name="T44" fmla="*/ 0 w 7689"/>
                  <a:gd name="T45" fmla="*/ 0 h 4113"/>
                  <a:gd name="T46" fmla="*/ 0 w 7689"/>
                  <a:gd name="T47" fmla="*/ 0 h 4113"/>
                  <a:gd name="T48" fmla="*/ 0 w 7689"/>
                  <a:gd name="T49" fmla="*/ 0 h 4113"/>
                  <a:gd name="T50" fmla="*/ 0 w 7689"/>
                  <a:gd name="T51" fmla="*/ 0 h 4113"/>
                  <a:gd name="T52" fmla="*/ 0 w 7689"/>
                  <a:gd name="T53" fmla="*/ 0 h 4113"/>
                  <a:gd name="T54" fmla="*/ 0 w 7689"/>
                  <a:gd name="T55" fmla="*/ 0 h 4113"/>
                  <a:gd name="T56" fmla="*/ 0 w 7689"/>
                  <a:gd name="T57" fmla="*/ 0 h 4113"/>
                  <a:gd name="T58" fmla="*/ 0 w 7689"/>
                  <a:gd name="T59" fmla="*/ 0 h 4113"/>
                  <a:gd name="T60" fmla="*/ 0 w 7689"/>
                  <a:gd name="T61" fmla="*/ 0 h 4113"/>
                  <a:gd name="T62" fmla="*/ 0 w 7689"/>
                  <a:gd name="T63" fmla="*/ 0 h 4113"/>
                  <a:gd name="T64" fmla="*/ 0 w 7689"/>
                  <a:gd name="T65" fmla="*/ 0 h 4113"/>
                  <a:gd name="T66" fmla="*/ 0 w 7689"/>
                  <a:gd name="T67" fmla="*/ 0 h 4113"/>
                  <a:gd name="T68" fmla="*/ 0 w 7689"/>
                  <a:gd name="T69" fmla="*/ 0 h 4113"/>
                  <a:gd name="T70" fmla="*/ 0 w 7689"/>
                  <a:gd name="T71" fmla="*/ 0 h 4113"/>
                  <a:gd name="T72" fmla="*/ 0 w 7689"/>
                  <a:gd name="T73" fmla="*/ 0 h 4113"/>
                  <a:gd name="T74" fmla="*/ 0 w 7689"/>
                  <a:gd name="T75" fmla="*/ 0 h 4113"/>
                  <a:gd name="T76" fmla="*/ 0 w 7689"/>
                  <a:gd name="T77" fmla="*/ 0 h 4113"/>
                  <a:gd name="T78" fmla="*/ 0 w 7689"/>
                  <a:gd name="T79" fmla="*/ 0 h 4113"/>
                  <a:gd name="T80" fmla="*/ 0 w 7689"/>
                  <a:gd name="T81" fmla="*/ 0 h 4113"/>
                  <a:gd name="T82" fmla="*/ 0 w 7689"/>
                  <a:gd name="T83" fmla="*/ 0 h 4113"/>
                  <a:gd name="T84" fmla="*/ 0 w 7689"/>
                  <a:gd name="T85" fmla="*/ 0 h 4113"/>
                  <a:gd name="T86" fmla="*/ 0 w 7689"/>
                  <a:gd name="T87" fmla="*/ 0 h 4113"/>
                  <a:gd name="T88" fmla="*/ 0 w 7689"/>
                  <a:gd name="T89" fmla="*/ 0 h 4113"/>
                  <a:gd name="T90" fmla="*/ 0 w 7689"/>
                  <a:gd name="T91" fmla="*/ 0 h 4113"/>
                  <a:gd name="T92" fmla="*/ 0 w 7689"/>
                  <a:gd name="T93" fmla="*/ 0 h 4113"/>
                  <a:gd name="T94" fmla="*/ 0 w 7689"/>
                  <a:gd name="T95" fmla="*/ 0 h 4113"/>
                  <a:gd name="T96" fmla="*/ 0 w 7689"/>
                  <a:gd name="T97" fmla="*/ 0 h 4113"/>
                  <a:gd name="T98" fmla="*/ 0 w 7689"/>
                  <a:gd name="T99" fmla="*/ 0 h 4113"/>
                  <a:gd name="T100" fmla="*/ 0 w 7689"/>
                  <a:gd name="T101" fmla="*/ 0 h 4113"/>
                  <a:gd name="T102" fmla="*/ 0 w 7689"/>
                  <a:gd name="T103" fmla="*/ 0 h 4113"/>
                  <a:gd name="T104" fmla="*/ 0 w 7689"/>
                  <a:gd name="T105" fmla="*/ 0 h 4113"/>
                  <a:gd name="T106" fmla="*/ 0 w 7689"/>
                  <a:gd name="T107" fmla="*/ 0 h 411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689"/>
                  <a:gd name="T163" fmla="*/ 0 h 4113"/>
                  <a:gd name="T164" fmla="*/ 7689 w 7689"/>
                  <a:gd name="T165" fmla="*/ 4113 h 4113"/>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689" h="4113">
                    <a:moveTo>
                      <a:pt x="7609" y="729"/>
                    </a:moveTo>
                    <a:lnTo>
                      <a:pt x="7451" y="571"/>
                    </a:lnTo>
                    <a:lnTo>
                      <a:pt x="7166" y="571"/>
                    </a:lnTo>
                    <a:lnTo>
                      <a:pt x="6817" y="681"/>
                    </a:lnTo>
                    <a:lnTo>
                      <a:pt x="6296" y="1016"/>
                    </a:lnTo>
                    <a:lnTo>
                      <a:pt x="5693" y="1572"/>
                    </a:lnTo>
                    <a:lnTo>
                      <a:pt x="5294" y="2064"/>
                    </a:lnTo>
                    <a:lnTo>
                      <a:pt x="4960" y="2686"/>
                    </a:lnTo>
                    <a:lnTo>
                      <a:pt x="4740" y="3286"/>
                    </a:lnTo>
                    <a:lnTo>
                      <a:pt x="4566" y="4113"/>
                    </a:lnTo>
                    <a:lnTo>
                      <a:pt x="0" y="4113"/>
                    </a:lnTo>
                    <a:lnTo>
                      <a:pt x="362" y="4036"/>
                    </a:lnTo>
                    <a:lnTo>
                      <a:pt x="270" y="3875"/>
                    </a:lnTo>
                    <a:lnTo>
                      <a:pt x="538" y="3733"/>
                    </a:lnTo>
                    <a:lnTo>
                      <a:pt x="791" y="3829"/>
                    </a:lnTo>
                    <a:lnTo>
                      <a:pt x="1030" y="3781"/>
                    </a:lnTo>
                    <a:lnTo>
                      <a:pt x="1250" y="3430"/>
                    </a:lnTo>
                    <a:lnTo>
                      <a:pt x="1663" y="3158"/>
                    </a:lnTo>
                    <a:lnTo>
                      <a:pt x="1678" y="2700"/>
                    </a:lnTo>
                    <a:lnTo>
                      <a:pt x="1726" y="3463"/>
                    </a:lnTo>
                    <a:lnTo>
                      <a:pt x="1951" y="3637"/>
                    </a:lnTo>
                    <a:lnTo>
                      <a:pt x="2014" y="2811"/>
                    </a:lnTo>
                    <a:lnTo>
                      <a:pt x="2297" y="3158"/>
                    </a:lnTo>
                    <a:lnTo>
                      <a:pt x="2297" y="3492"/>
                    </a:lnTo>
                    <a:lnTo>
                      <a:pt x="2818" y="2574"/>
                    </a:lnTo>
                    <a:lnTo>
                      <a:pt x="3076" y="2653"/>
                    </a:lnTo>
                    <a:lnTo>
                      <a:pt x="3010" y="2302"/>
                    </a:lnTo>
                    <a:lnTo>
                      <a:pt x="3296" y="1984"/>
                    </a:lnTo>
                    <a:lnTo>
                      <a:pt x="3502" y="2017"/>
                    </a:lnTo>
                    <a:lnTo>
                      <a:pt x="4740" y="490"/>
                    </a:lnTo>
                    <a:lnTo>
                      <a:pt x="4391" y="364"/>
                    </a:lnTo>
                    <a:lnTo>
                      <a:pt x="5233" y="0"/>
                    </a:lnTo>
                    <a:lnTo>
                      <a:pt x="6643" y="382"/>
                    </a:lnTo>
                    <a:lnTo>
                      <a:pt x="6658" y="667"/>
                    </a:lnTo>
                    <a:lnTo>
                      <a:pt x="7133" y="538"/>
                    </a:lnTo>
                    <a:lnTo>
                      <a:pt x="7484" y="538"/>
                    </a:lnTo>
                    <a:lnTo>
                      <a:pt x="7689" y="729"/>
                    </a:lnTo>
                    <a:lnTo>
                      <a:pt x="7678" y="889"/>
                    </a:lnTo>
                    <a:lnTo>
                      <a:pt x="7327" y="1395"/>
                    </a:lnTo>
                    <a:lnTo>
                      <a:pt x="7025" y="2096"/>
                    </a:lnTo>
                    <a:lnTo>
                      <a:pt x="6865" y="2765"/>
                    </a:lnTo>
                    <a:lnTo>
                      <a:pt x="6769" y="3384"/>
                    </a:lnTo>
                    <a:lnTo>
                      <a:pt x="6755" y="4001"/>
                    </a:lnTo>
                    <a:lnTo>
                      <a:pt x="6726" y="3210"/>
                    </a:lnTo>
                    <a:lnTo>
                      <a:pt x="6882" y="2273"/>
                    </a:lnTo>
                    <a:lnTo>
                      <a:pt x="7166" y="1539"/>
                    </a:lnTo>
                    <a:lnTo>
                      <a:pt x="7388" y="1127"/>
                    </a:lnTo>
                    <a:lnTo>
                      <a:pt x="6882" y="1510"/>
                    </a:lnTo>
                    <a:lnTo>
                      <a:pt x="6423" y="1967"/>
                    </a:lnTo>
                    <a:lnTo>
                      <a:pt x="6007" y="2430"/>
                    </a:lnTo>
                    <a:lnTo>
                      <a:pt x="6612" y="1652"/>
                    </a:lnTo>
                    <a:lnTo>
                      <a:pt x="7040" y="1255"/>
                    </a:lnTo>
                    <a:lnTo>
                      <a:pt x="7628" y="857"/>
                    </a:lnTo>
                    <a:lnTo>
                      <a:pt x="7609" y="729"/>
                    </a:lnTo>
                    <a:close/>
                  </a:path>
                </a:pathLst>
              </a:custGeom>
              <a:solidFill>
                <a:srgbClr val="000000"/>
              </a:solidFill>
              <a:ln w="9525">
                <a:noFill/>
                <a:round/>
                <a:headEnd/>
                <a:tailEnd/>
              </a:ln>
            </p:spPr>
            <p:txBody>
              <a:bodyPr/>
              <a:lstStyle/>
              <a:p>
                <a:pPr algn="ctr"/>
                <a:endParaRPr lang="pt-BR" sz="2400"/>
              </a:p>
            </p:txBody>
          </p:sp>
          <p:sp>
            <p:nvSpPr>
              <p:cNvPr id="148" name="Freeform 732"/>
              <p:cNvSpPr>
                <a:spLocks/>
              </p:cNvSpPr>
              <p:nvPr/>
            </p:nvSpPr>
            <p:spPr bwMode="auto">
              <a:xfrm>
                <a:off x="5067" y="2268"/>
                <a:ext cx="102" cy="35"/>
              </a:xfrm>
              <a:custGeom>
                <a:avLst/>
                <a:gdLst>
                  <a:gd name="T0" fmla="*/ 0 w 1126"/>
                  <a:gd name="T1" fmla="*/ 0 h 381"/>
                  <a:gd name="T2" fmla="*/ 0 w 1126"/>
                  <a:gd name="T3" fmla="*/ 0 h 381"/>
                  <a:gd name="T4" fmla="*/ 0 w 1126"/>
                  <a:gd name="T5" fmla="*/ 0 h 381"/>
                  <a:gd name="T6" fmla="*/ 0 w 1126"/>
                  <a:gd name="T7" fmla="*/ 0 h 381"/>
                  <a:gd name="T8" fmla="*/ 0 w 1126"/>
                  <a:gd name="T9" fmla="*/ 0 h 381"/>
                  <a:gd name="T10" fmla="*/ 0 w 1126"/>
                  <a:gd name="T11" fmla="*/ 0 h 381"/>
                  <a:gd name="T12" fmla="*/ 0 w 1126"/>
                  <a:gd name="T13" fmla="*/ 0 h 381"/>
                  <a:gd name="T14" fmla="*/ 0 w 1126"/>
                  <a:gd name="T15" fmla="*/ 0 h 381"/>
                  <a:gd name="T16" fmla="*/ 0 60000 65536"/>
                  <a:gd name="T17" fmla="*/ 0 60000 65536"/>
                  <a:gd name="T18" fmla="*/ 0 60000 65536"/>
                  <a:gd name="T19" fmla="*/ 0 60000 65536"/>
                  <a:gd name="T20" fmla="*/ 0 60000 65536"/>
                  <a:gd name="T21" fmla="*/ 0 60000 65536"/>
                  <a:gd name="T22" fmla="*/ 0 60000 65536"/>
                  <a:gd name="T23" fmla="*/ 0 60000 65536"/>
                  <a:gd name="T24" fmla="*/ 0 w 1126"/>
                  <a:gd name="T25" fmla="*/ 0 h 381"/>
                  <a:gd name="T26" fmla="*/ 1126 w 1126"/>
                  <a:gd name="T27" fmla="*/ 381 h 3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26" h="381">
                    <a:moveTo>
                      <a:pt x="0" y="318"/>
                    </a:moveTo>
                    <a:lnTo>
                      <a:pt x="521" y="0"/>
                    </a:lnTo>
                    <a:lnTo>
                      <a:pt x="857" y="191"/>
                    </a:lnTo>
                    <a:lnTo>
                      <a:pt x="1126" y="172"/>
                    </a:lnTo>
                    <a:lnTo>
                      <a:pt x="1064" y="303"/>
                    </a:lnTo>
                    <a:lnTo>
                      <a:pt x="775" y="381"/>
                    </a:lnTo>
                    <a:lnTo>
                      <a:pt x="507" y="127"/>
                    </a:lnTo>
                    <a:lnTo>
                      <a:pt x="0" y="318"/>
                    </a:lnTo>
                    <a:close/>
                  </a:path>
                </a:pathLst>
              </a:custGeom>
              <a:solidFill>
                <a:srgbClr val="000000"/>
              </a:solidFill>
              <a:ln w="9525">
                <a:noFill/>
                <a:round/>
                <a:headEnd/>
                <a:tailEnd/>
              </a:ln>
            </p:spPr>
            <p:txBody>
              <a:bodyPr/>
              <a:lstStyle/>
              <a:p>
                <a:pPr algn="ctr"/>
                <a:endParaRPr lang="pt-BR" sz="2400"/>
              </a:p>
            </p:txBody>
          </p:sp>
          <p:sp>
            <p:nvSpPr>
              <p:cNvPr id="149" name="Freeform 733"/>
              <p:cNvSpPr>
                <a:spLocks/>
              </p:cNvSpPr>
              <p:nvPr/>
            </p:nvSpPr>
            <p:spPr bwMode="auto">
              <a:xfrm>
                <a:off x="4705" y="2280"/>
                <a:ext cx="358" cy="104"/>
              </a:xfrm>
              <a:custGeom>
                <a:avLst/>
                <a:gdLst>
                  <a:gd name="T0" fmla="*/ 0 w 3937"/>
                  <a:gd name="T1" fmla="*/ 0 h 1147"/>
                  <a:gd name="T2" fmla="*/ 0 w 3937"/>
                  <a:gd name="T3" fmla="*/ 0 h 1147"/>
                  <a:gd name="T4" fmla="*/ 0 w 3937"/>
                  <a:gd name="T5" fmla="*/ 0 h 1147"/>
                  <a:gd name="T6" fmla="*/ 0 w 3937"/>
                  <a:gd name="T7" fmla="*/ 0 h 1147"/>
                  <a:gd name="T8" fmla="*/ 0 w 3937"/>
                  <a:gd name="T9" fmla="*/ 0 h 1147"/>
                  <a:gd name="T10" fmla="*/ 0 w 3937"/>
                  <a:gd name="T11" fmla="*/ 0 h 1147"/>
                  <a:gd name="T12" fmla="*/ 0 w 3937"/>
                  <a:gd name="T13" fmla="*/ 0 h 1147"/>
                  <a:gd name="T14" fmla="*/ 0 w 3937"/>
                  <a:gd name="T15" fmla="*/ 0 h 1147"/>
                  <a:gd name="T16" fmla="*/ 0 w 3937"/>
                  <a:gd name="T17" fmla="*/ 0 h 1147"/>
                  <a:gd name="T18" fmla="*/ 0 w 3937"/>
                  <a:gd name="T19" fmla="*/ 0 h 1147"/>
                  <a:gd name="T20" fmla="*/ 0 w 3937"/>
                  <a:gd name="T21" fmla="*/ 0 h 1147"/>
                  <a:gd name="T22" fmla="*/ 0 w 3937"/>
                  <a:gd name="T23" fmla="*/ 0 h 1147"/>
                  <a:gd name="T24" fmla="*/ 0 w 3937"/>
                  <a:gd name="T25" fmla="*/ 0 h 1147"/>
                  <a:gd name="T26" fmla="*/ 0 w 3937"/>
                  <a:gd name="T27" fmla="*/ 0 h 1147"/>
                  <a:gd name="T28" fmla="*/ 0 w 3937"/>
                  <a:gd name="T29" fmla="*/ 0 h 1147"/>
                  <a:gd name="T30" fmla="*/ 0 w 3937"/>
                  <a:gd name="T31" fmla="*/ 0 h 1147"/>
                  <a:gd name="T32" fmla="*/ 0 w 3937"/>
                  <a:gd name="T33" fmla="*/ 0 h 1147"/>
                  <a:gd name="T34" fmla="*/ 0 w 3937"/>
                  <a:gd name="T35" fmla="*/ 0 h 1147"/>
                  <a:gd name="T36" fmla="*/ 0 w 3937"/>
                  <a:gd name="T37" fmla="*/ 0 h 1147"/>
                  <a:gd name="T38" fmla="*/ 0 w 3937"/>
                  <a:gd name="T39" fmla="*/ 0 h 1147"/>
                  <a:gd name="T40" fmla="*/ 0 w 3937"/>
                  <a:gd name="T41" fmla="*/ 0 h 1147"/>
                  <a:gd name="T42" fmla="*/ 0 w 3937"/>
                  <a:gd name="T43" fmla="*/ 0 h 1147"/>
                  <a:gd name="T44" fmla="*/ 0 w 3937"/>
                  <a:gd name="T45" fmla="*/ 0 h 1147"/>
                  <a:gd name="T46" fmla="*/ 0 w 3937"/>
                  <a:gd name="T47" fmla="*/ 0 h 1147"/>
                  <a:gd name="T48" fmla="*/ 0 w 3937"/>
                  <a:gd name="T49" fmla="*/ 0 h 1147"/>
                  <a:gd name="T50" fmla="*/ 0 w 3937"/>
                  <a:gd name="T51" fmla="*/ 0 h 1147"/>
                  <a:gd name="T52" fmla="*/ 0 w 3937"/>
                  <a:gd name="T53" fmla="*/ 0 h 1147"/>
                  <a:gd name="T54" fmla="*/ 0 w 3937"/>
                  <a:gd name="T55" fmla="*/ 0 h 1147"/>
                  <a:gd name="T56" fmla="*/ 0 w 3937"/>
                  <a:gd name="T57" fmla="*/ 0 h 1147"/>
                  <a:gd name="T58" fmla="*/ 0 w 3937"/>
                  <a:gd name="T59" fmla="*/ 0 h 1147"/>
                  <a:gd name="T60" fmla="*/ 0 w 3937"/>
                  <a:gd name="T61" fmla="*/ 0 h 1147"/>
                  <a:gd name="T62" fmla="*/ 0 w 3937"/>
                  <a:gd name="T63" fmla="*/ 0 h 1147"/>
                  <a:gd name="T64" fmla="*/ 0 w 3937"/>
                  <a:gd name="T65" fmla="*/ 0 h 1147"/>
                  <a:gd name="T66" fmla="*/ 0 w 3937"/>
                  <a:gd name="T67" fmla="*/ 0 h 1147"/>
                  <a:gd name="T68" fmla="*/ 0 w 3937"/>
                  <a:gd name="T69" fmla="*/ 0 h 1147"/>
                  <a:gd name="T70" fmla="*/ 0 w 3937"/>
                  <a:gd name="T71" fmla="*/ 0 h 1147"/>
                  <a:gd name="T72" fmla="*/ 0 w 3937"/>
                  <a:gd name="T73" fmla="*/ 0 h 1147"/>
                  <a:gd name="T74" fmla="*/ 0 w 3937"/>
                  <a:gd name="T75" fmla="*/ 0 h 1147"/>
                  <a:gd name="T76" fmla="*/ 0 w 3937"/>
                  <a:gd name="T77" fmla="*/ 0 h 1147"/>
                  <a:gd name="T78" fmla="*/ 0 w 3937"/>
                  <a:gd name="T79" fmla="*/ 0 h 114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937"/>
                  <a:gd name="T121" fmla="*/ 0 h 1147"/>
                  <a:gd name="T122" fmla="*/ 3937 w 3937"/>
                  <a:gd name="T123" fmla="*/ 1147 h 114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937" h="1147">
                    <a:moveTo>
                      <a:pt x="3937" y="1147"/>
                    </a:moveTo>
                    <a:lnTo>
                      <a:pt x="2750" y="912"/>
                    </a:lnTo>
                    <a:lnTo>
                      <a:pt x="2318" y="864"/>
                    </a:lnTo>
                    <a:lnTo>
                      <a:pt x="2073" y="925"/>
                    </a:lnTo>
                    <a:lnTo>
                      <a:pt x="1772" y="937"/>
                    </a:lnTo>
                    <a:lnTo>
                      <a:pt x="1475" y="882"/>
                    </a:lnTo>
                    <a:lnTo>
                      <a:pt x="1230" y="729"/>
                    </a:lnTo>
                    <a:lnTo>
                      <a:pt x="1041" y="528"/>
                    </a:lnTo>
                    <a:lnTo>
                      <a:pt x="897" y="444"/>
                    </a:lnTo>
                    <a:lnTo>
                      <a:pt x="716" y="385"/>
                    </a:lnTo>
                    <a:lnTo>
                      <a:pt x="671" y="357"/>
                    </a:lnTo>
                    <a:lnTo>
                      <a:pt x="442" y="444"/>
                    </a:lnTo>
                    <a:lnTo>
                      <a:pt x="189" y="700"/>
                    </a:lnTo>
                    <a:lnTo>
                      <a:pt x="106" y="716"/>
                    </a:lnTo>
                    <a:lnTo>
                      <a:pt x="64" y="700"/>
                    </a:lnTo>
                    <a:lnTo>
                      <a:pt x="326" y="357"/>
                    </a:lnTo>
                    <a:lnTo>
                      <a:pt x="95" y="376"/>
                    </a:lnTo>
                    <a:lnTo>
                      <a:pt x="0" y="300"/>
                    </a:lnTo>
                    <a:lnTo>
                      <a:pt x="38" y="247"/>
                    </a:lnTo>
                    <a:lnTo>
                      <a:pt x="570" y="0"/>
                    </a:lnTo>
                    <a:lnTo>
                      <a:pt x="295" y="169"/>
                    </a:lnTo>
                    <a:lnTo>
                      <a:pt x="650" y="64"/>
                    </a:lnTo>
                    <a:lnTo>
                      <a:pt x="760" y="91"/>
                    </a:lnTo>
                    <a:lnTo>
                      <a:pt x="897" y="169"/>
                    </a:lnTo>
                    <a:lnTo>
                      <a:pt x="1202" y="345"/>
                    </a:lnTo>
                    <a:lnTo>
                      <a:pt x="925" y="202"/>
                    </a:lnTo>
                    <a:lnTo>
                      <a:pt x="696" y="110"/>
                    </a:lnTo>
                    <a:lnTo>
                      <a:pt x="642" y="139"/>
                    </a:lnTo>
                    <a:lnTo>
                      <a:pt x="642" y="195"/>
                    </a:lnTo>
                    <a:lnTo>
                      <a:pt x="748" y="263"/>
                    </a:lnTo>
                    <a:lnTo>
                      <a:pt x="974" y="339"/>
                    </a:lnTo>
                    <a:lnTo>
                      <a:pt x="1067" y="437"/>
                    </a:lnTo>
                    <a:lnTo>
                      <a:pt x="1184" y="528"/>
                    </a:lnTo>
                    <a:lnTo>
                      <a:pt x="1457" y="592"/>
                    </a:lnTo>
                    <a:lnTo>
                      <a:pt x="1729" y="638"/>
                    </a:lnTo>
                    <a:lnTo>
                      <a:pt x="1993" y="657"/>
                    </a:lnTo>
                    <a:lnTo>
                      <a:pt x="2261" y="613"/>
                    </a:lnTo>
                    <a:lnTo>
                      <a:pt x="2699" y="621"/>
                    </a:lnTo>
                    <a:lnTo>
                      <a:pt x="3911" y="657"/>
                    </a:lnTo>
                    <a:lnTo>
                      <a:pt x="3937" y="1147"/>
                    </a:lnTo>
                    <a:close/>
                  </a:path>
                </a:pathLst>
              </a:custGeom>
              <a:solidFill>
                <a:srgbClr val="000000"/>
              </a:solidFill>
              <a:ln w="9525">
                <a:noFill/>
                <a:round/>
                <a:headEnd/>
                <a:tailEnd/>
              </a:ln>
            </p:spPr>
            <p:txBody>
              <a:bodyPr/>
              <a:lstStyle/>
              <a:p>
                <a:pPr algn="ctr"/>
                <a:endParaRPr lang="pt-BR" sz="2400"/>
              </a:p>
            </p:txBody>
          </p:sp>
          <p:sp>
            <p:nvSpPr>
              <p:cNvPr id="150" name="Freeform 734"/>
              <p:cNvSpPr>
                <a:spLocks/>
              </p:cNvSpPr>
              <p:nvPr/>
            </p:nvSpPr>
            <p:spPr bwMode="auto">
              <a:xfrm>
                <a:off x="4766" y="2274"/>
                <a:ext cx="294" cy="46"/>
              </a:xfrm>
              <a:custGeom>
                <a:avLst/>
                <a:gdLst>
                  <a:gd name="T0" fmla="*/ 0 w 3234"/>
                  <a:gd name="T1" fmla="*/ 0 h 506"/>
                  <a:gd name="T2" fmla="*/ 0 w 3234"/>
                  <a:gd name="T3" fmla="*/ 0 h 506"/>
                  <a:gd name="T4" fmla="*/ 0 w 3234"/>
                  <a:gd name="T5" fmla="*/ 0 h 506"/>
                  <a:gd name="T6" fmla="*/ 0 w 3234"/>
                  <a:gd name="T7" fmla="*/ 0 h 506"/>
                  <a:gd name="T8" fmla="*/ 0 w 3234"/>
                  <a:gd name="T9" fmla="*/ 0 h 506"/>
                  <a:gd name="T10" fmla="*/ 0 w 3234"/>
                  <a:gd name="T11" fmla="*/ 0 h 506"/>
                  <a:gd name="T12" fmla="*/ 0 w 3234"/>
                  <a:gd name="T13" fmla="*/ 0 h 506"/>
                  <a:gd name="T14" fmla="*/ 0 w 3234"/>
                  <a:gd name="T15" fmla="*/ 0 h 506"/>
                  <a:gd name="T16" fmla="*/ 0 w 3234"/>
                  <a:gd name="T17" fmla="*/ 0 h 506"/>
                  <a:gd name="T18" fmla="*/ 0 w 3234"/>
                  <a:gd name="T19" fmla="*/ 0 h 506"/>
                  <a:gd name="T20" fmla="*/ 0 w 3234"/>
                  <a:gd name="T21" fmla="*/ 0 h 506"/>
                  <a:gd name="T22" fmla="*/ 0 w 3234"/>
                  <a:gd name="T23" fmla="*/ 0 h 506"/>
                  <a:gd name="T24" fmla="*/ 0 w 3234"/>
                  <a:gd name="T25" fmla="*/ 0 h 506"/>
                  <a:gd name="T26" fmla="*/ 0 w 3234"/>
                  <a:gd name="T27" fmla="*/ 0 h 50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34"/>
                  <a:gd name="T43" fmla="*/ 0 h 506"/>
                  <a:gd name="T44" fmla="*/ 3234 w 3234"/>
                  <a:gd name="T45" fmla="*/ 506 h 50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34" h="506">
                    <a:moveTo>
                      <a:pt x="0" y="46"/>
                    </a:moveTo>
                    <a:lnTo>
                      <a:pt x="390" y="54"/>
                    </a:lnTo>
                    <a:lnTo>
                      <a:pt x="580" y="0"/>
                    </a:lnTo>
                    <a:lnTo>
                      <a:pt x="1442" y="384"/>
                    </a:lnTo>
                    <a:lnTo>
                      <a:pt x="1760" y="438"/>
                    </a:lnTo>
                    <a:lnTo>
                      <a:pt x="3234" y="447"/>
                    </a:lnTo>
                    <a:lnTo>
                      <a:pt x="3234" y="506"/>
                    </a:lnTo>
                    <a:lnTo>
                      <a:pt x="1515" y="447"/>
                    </a:lnTo>
                    <a:lnTo>
                      <a:pt x="1151" y="318"/>
                    </a:lnTo>
                    <a:lnTo>
                      <a:pt x="617" y="46"/>
                    </a:lnTo>
                    <a:lnTo>
                      <a:pt x="542" y="46"/>
                    </a:lnTo>
                    <a:lnTo>
                      <a:pt x="327" y="107"/>
                    </a:lnTo>
                    <a:lnTo>
                      <a:pt x="297" y="81"/>
                    </a:lnTo>
                    <a:lnTo>
                      <a:pt x="0" y="46"/>
                    </a:lnTo>
                    <a:close/>
                  </a:path>
                </a:pathLst>
              </a:custGeom>
              <a:solidFill>
                <a:srgbClr val="000000"/>
              </a:solidFill>
              <a:ln w="9525">
                <a:noFill/>
                <a:round/>
                <a:headEnd/>
                <a:tailEnd/>
              </a:ln>
            </p:spPr>
            <p:txBody>
              <a:bodyPr/>
              <a:lstStyle/>
              <a:p>
                <a:pPr algn="ctr"/>
                <a:endParaRPr lang="pt-BR" sz="2400"/>
              </a:p>
            </p:txBody>
          </p:sp>
          <p:sp>
            <p:nvSpPr>
              <p:cNvPr id="151" name="Freeform 735"/>
              <p:cNvSpPr>
                <a:spLocks/>
              </p:cNvSpPr>
              <p:nvPr/>
            </p:nvSpPr>
            <p:spPr bwMode="auto">
              <a:xfrm>
                <a:off x="4258" y="2412"/>
                <a:ext cx="893" cy="176"/>
              </a:xfrm>
              <a:custGeom>
                <a:avLst/>
                <a:gdLst>
                  <a:gd name="T0" fmla="*/ 0 w 9828"/>
                  <a:gd name="T1" fmla="*/ 0 h 1931"/>
                  <a:gd name="T2" fmla="*/ 0 w 9828"/>
                  <a:gd name="T3" fmla="*/ 0 h 1931"/>
                  <a:gd name="T4" fmla="*/ 0 w 9828"/>
                  <a:gd name="T5" fmla="*/ 0 h 1931"/>
                  <a:gd name="T6" fmla="*/ 0 w 9828"/>
                  <a:gd name="T7" fmla="*/ 0 h 1931"/>
                  <a:gd name="T8" fmla="*/ 0 w 9828"/>
                  <a:gd name="T9" fmla="*/ 0 h 1931"/>
                  <a:gd name="T10" fmla="*/ 0 w 9828"/>
                  <a:gd name="T11" fmla="*/ 0 h 1931"/>
                  <a:gd name="T12" fmla="*/ 0 w 9828"/>
                  <a:gd name="T13" fmla="*/ 0 h 1931"/>
                  <a:gd name="T14" fmla="*/ 0 w 9828"/>
                  <a:gd name="T15" fmla="*/ 0 h 1931"/>
                  <a:gd name="T16" fmla="*/ 0 w 9828"/>
                  <a:gd name="T17" fmla="*/ 0 h 1931"/>
                  <a:gd name="T18" fmla="*/ 0 w 9828"/>
                  <a:gd name="T19" fmla="*/ 0 h 19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828"/>
                  <a:gd name="T31" fmla="*/ 0 h 1931"/>
                  <a:gd name="T32" fmla="*/ 9828 w 9828"/>
                  <a:gd name="T33" fmla="*/ 1931 h 19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828" h="1931">
                    <a:moveTo>
                      <a:pt x="9828" y="930"/>
                    </a:moveTo>
                    <a:lnTo>
                      <a:pt x="9323" y="1121"/>
                    </a:lnTo>
                    <a:lnTo>
                      <a:pt x="8438" y="1121"/>
                    </a:lnTo>
                    <a:lnTo>
                      <a:pt x="6358" y="1931"/>
                    </a:lnTo>
                    <a:lnTo>
                      <a:pt x="0" y="1931"/>
                    </a:lnTo>
                    <a:lnTo>
                      <a:pt x="0" y="1007"/>
                    </a:lnTo>
                    <a:lnTo>
                      <a:pt x="9595" y="0"/>
                    </a:lnTo>
                    <a:lnTo>
                      <a:pt x="9595" y="425"/>
                    </a:lnTo>
                    <a:lnTo>
                      <a:pt x="9828" y="541"/>
                    </a:lnTo>
                    <a:lnTo>
                      <a:pt x="9828" y="930"/>
                    </a:lnTo>
                    <a:close/>
                  </a:path>
                </a:pathLst>
              </a:custGeom>
              <a:solidFill>
                <a:srgbClr val="000000"/>
              </a:solidFill>
              <a:ln w="9525">
                <a:noFill/>
                <a:round/>
                <a:headEnd/>
                <a:tailEnd/>
              </a:ln>
            </p:spPr>
            <p:txBody>
              <a:bodyPr/>
              <a:lstStyle/>
              <a:p>
                <a:pPr algn="ctr"/>
                <a:endParaRPr lang="pt-BR" sz="2400"/>
              </a:p>
            </p:txBody>
          </p:sp>
          <p:sp>
            <p:nvSpPr>
              <p:cNvPr id="152" name="Freeform 736"/>
              <p:cNvSpPr>
                <a:spLocks/>
              </p:cNvSpPr>
              <p:nvPr/>
            </p:nvSpPr>
            <p:spPr bwMode="auto">
              <a:xfrm>
                <a:off x="5221" y="2012"/>
                <a:ext cx="19" cy="21"/>
              </a:xfrm>
              <a:custGeom>
                <a:avLst/>
                <a:gdLst>
                  <a:gd name="T0" fmla="*/ 0 w 203"/>
                  <a:gd name="T1" fmla="*/ 0 h 230"/>
                  <a:gd name="T2" fmla="*/ 0 w 203"/>
                  <a:gd name="T3" fmla="*/ 0 h 230"/>
                  <a:gd name="T4" fmla="*/ 0 w 203"/>
                  <a:gd name="T5" fmla="*/ 0 h 230"/>
                  <a:gd name="T6" fmla="*/ 0 60000 65536"/>
                  <a:gd name="T7" fmla="*/ 0 60000 65536"/>
                  <a:gd name="T8" fmla="*/ 0 60000 65536"/>
                  <a:gd name="T9" fmla="*/ 0 w 203"/>
                  <a:gd name="T10" fmla="*/ 0 h 230"/>
                  <a:gd name="T11" fmla="*/ 203 w 203"/>
                  <a:gd name="T12" fmla="*/ 230 h 230"/>
                </a:gdLst>
                <a:ahLst/>
                <a:cxnLst>
                  <a:cxn ang="T6">
                    <a:pos x="T0" y="T1"/>
                  </a:cxn>
                  <a:cxn ang="T7">
                    <a:pos x="T2" y="T3"/>
                  </a:cxn>
                  <a:cxn ang="T8">
                    <a:pos x="T4" y="T5"/>
                  </a:cxn>
                </a:cxnLst>
                <a:rect l="T9" t="T10" r="T11" b="T12"/>
                <a:pathLst>
                  <a:path w="203" h="230">
                    <a:moveTo>
                      <a:pt x="79" y="230"/>
                    </a:moveTo>
                    <a:lnTo>
                      <a:pt x="0" y="0"/>
                    </a:lnTo>
                    <a:lnTo>
                      <a:pt x="203" y="207"/>
                    </a:lnTo>
                  </a:path>
                </a:pathLst>
              </a:custGeom>
              <a:noFill/>
              <a:ln w="0">
                <a:solidFill>
                  <a:srgbClr val="000000"/>
                </a:solidFill>
                <a:round/>
                <a:headEnd/>
                <a:tailEnd/>
              </a:ln>
            </p:spPr>
            <p:txBody>
              <a:bodyPr/>
              <a:lstStyle/>
              <a:p>
                <a:pPr algn="ctr"/>
                <a:endParaRPr lang="pt-BR" sz="2400"/>
              </a:p>
            </p:txBody>
          </p:sp>
          <p:sp>
            <p:nvSpPr>
              <p:cNvPr id="153" name="Freeform 737"/>
              <p:cNvSpPr>
                <a:spLocks/>
              </p:cNvSpPr>
              <p:nvPr/>
            </p:nvSpPr>
            <p:spPr bwMode="auto">
              <a:xfrm>
                <a:off x="5222" y="2013"/>
                <a:ext cx="8" cy="13"/>
              </a:xfrm>
              <a:custGeom>
                <a:avLst/>
                <a:gdLst>
                  <a:gd name="T0" fmla="*/ 0 w 92"/>
                  <a:gd name="T1" fmla="*/ 0 h 141"/>
                  <a:gd name="T2" fmla="*/ 0 w 92"/>
                  <a:gd name="T3" fmla="*/ 0 h 141"/>
                  <a:gd name="T4" fmla="*/ 0 w 92"/>
                  <a:gd name="T5" fmla="*/ 0 h 141"/>
                  <a:gd name="T6" fmla="*/ 0 w 92"/>
                  <a:gd name="T7" fmla="*/ 0 h 141"/>
                  <a:gd name="T8" fmla="*/ 0 w 92"/>
                  <a:gd name="T9" fmla="*/ 0 h 141"/>
                  <a:gd name="T10" fmla="*/ 0 60000 65536"/>
                  <a:gd name="T11" fmla="*/ 0 60000 65536"/>
                  <a:gd name="T12" fmla="*/ 0 60000 65536"/>
                  <a:gd name="T13" fmla="*/ 0 60000 65536"/>
                  <a:gd name="T14" fmla="*/ 0 60000 65536"/>
                  <a:gd name="T15" fmla="*/ 0 w 92"/>
                  <a:gd name="T16" fmla="*/ 0 h 141"/>
                  <a:gd name="T17" fmla="*/ 92 w 92"/>
                  <a:gd name="T18" fmla="*/ 141 h 141"/>
                </a:gdLst>
                <a:ahLst/>
                <a:cxnLst>
                  <a:cxn ang="T10">
                    <a:pos x="T0" y="T1"/>
                  </a:cxn>
                  <a:cxn ang="T11">
                    <a:pos x="T2" y="T3"/>
                  </a:cxn>
                  <a:cxn ang="T12">
                    <a:pos x="T4" y="T5"/>
                  </a:cxn>
                  <a:cxn ang="T13">
                    <a:pos x="T6" y="T7"/>
                  </a:cxn>
                  <a:cxn ang="T14">
                    <a:pos x="T8" y="T9"/>
                  </a:cxn>
                </a:cxnLst>
                <a:rect l="T15" t="T16" r="T17" b="T18"/>
                <a:pathLst>
                  <a:path w="92" h="141">
                    <a:moveTo>
                      <a:pt x="44" y="141"/>
                    </a:moveTo>
                    <a:lnTo>
                      <a:pt x="67" y="110"/>
                    </a:lnTo>
                    <a:lnTo>
                      <a:pt x="92" y="95"/>
                    </a:lnTo>
                    <a:lnTo>
                      <a:pt x="0" y="0"/>
                    </a:lnTo>
                    <a:lnTo>
                      <a:pt x="44" y="141"/>
                    </a:lnTo>
                    <a:close/>
                  </a:path>
                </a:pathLst>
              </a:custGeom>
              <a:solidFill>
                <a:srgbClr val="000000"/>
              </a:solidFill>
              <a:ln w="9525">
                <a:noFill/>
                <a:round/>
                <a:headEnd/>
                <a:tailEnd/>
              </a:ln>
            </p:spPr>
            <p:txBody>
              <a:bodyPr/>
              <a:lstStyle/>
              <a:p>
                <a:pPr algn="ctr"/>
                <a:endParaRPr lang="pt-BR" sz="2400"/>
              </a:p>
            </p:txBody>
          </p:sp>
          <p:sp>
            <p:nvSpPr>
              <p:cNvPr id="154" name="Freeform 738"/>
              <p:cNvSpPr>
                <a:spLocks/>
              </p:cNvSpPr>
              <p:nvPr/>
            </p:nvSpPr>
            <p:spPr bwMode="auto">
              <a:xfrm>
                <a:off x="5291" y="2113"/>
                <a:ext cx="35" cy="49"/>
              </a:xfrm>
              <a:custGeom>
                <a:avLst/>
                <a:gdLst>
                  <a:gd name="T0" fmla="*/ 0 w 386"/>
                  <a:gd name="T1" fmla="*/ 0 h 538"/>
                  <a:gd name="T2" fmla="*/ 0 w 386"/>
                  <a:gd name="T3" fmla="*/ 0 h 538"/>
                  <a:gd name="T4" fmla="*/ 0 w 386"/>
                  <a:gd name="T5" fmla="*/ 0 h 538"/>
                  <a:gd name="T6" fmla="*/ 0 w 386"/>
                  <a:gd name="T7" fmla="*/ 0 h 538"/>
                  <a:gd name="T8" fmla="*/ 0 w 386"/>
                  <a:gd name="T9" fmla="*/ 0 h 538"/>
                  <a:gd name="T10" fmla="*/ 0 w 386"/>
                  <a:gd name="T11" fmla="*/ 0 h 538"/>
                  <a:gd name="T12" fmla="*/ 0 w 386"/>
                  <a:gd name="T13" fmla="*/ 0 h 538"/>
                  <a:gd name="T14" fmla="*/ 0 w 386"/>
                  <a:gd name="T15" fmla="*/ 0 h 538"/>
                  <a:gd name="T16" fmla="*/ 0 60000 65536"/>
                  <a:gd name="T17" fmla="*/ 0 60000 65536"/>
                  <a:gd name="T18" fmla="*/ 0 60000 65536"/>
                  <a:gd name="T19" fmla="*/ 0 60000 65536"/>
                  <a:gd name="T20" fmla="*/ 0 60000 65536"/>
                  <a:gd name="T21" fmla="*/ 0 60000 65536"/>
                  <a:gd name="T22" fmla="*/ 0 60000 65536"/>
                  <a:gd name="T23" fmla="*/ 0 60000 65536"/>
                  <a:gd name="T24" fmla="*/ 0 w 386"/>
                  <a:gd name="T25" fmla="*/ 0 h 538"/>
                  <a:gd name="T26" fmla="*/ 386 w 386"/>
                  <a:gd name="T27" fmla="*/ 538 h 5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6" h="538">
                    <a:moveTo>
                      <a:pt x="63" y="0"/>
                    </a:moveTo>
                    <a:lnTo>
                      <a:pt x="386" y="486"/>
                    </a:lnTo>
                    <a:lnTo>
                      <a:pt x="386" y="508"/>
                    </a:lnTo>
                    <a:lnTo>
                      <a:pt x="370" y="521"/>
                    </a:lnTo>
                    <a:lnTo>
                      <a:pt x="337" y="538"/>
                    </a:lnTo>
                    <a:lnTo>
                      <a:pt x="314" y="534"/>
                    </a:lnTo>
                    <a:lnTo>
                      <a:pt x="295" y="515"/>
                    </a:lnTo>
                    <a:lnTo>
                      <a:pt x="0" y="101"/>
                    </a:lnTo>
                  </a:path>
                </a:pathLst>
              </a:custGeom>
              <a:noFill/>
              <a:ln w="0">
                <a:solidFill>
                  <a:srgbClr val="000000"/>
                </a:solidFill>
                <a:round/>
                <a:headEnd/>
                <a:tailEnd/>
              </a:ln>
            </p:spPr>
            <p:txBody>
              <a:bodyPr/>
              <a:lstStyle/>
              <a:p>
                <a:pPr algn="ctr"/>
                <a:endParaRPr lang="pt-BR" sz="2400"/>
              </a:p>
            </p:txBody>
          </p:sp>
          <p:sp>
            <p:nvSpPr>
              <p:cNvPr id="155" name="Freeform 739"/>
              <p:cNvSpPr>
                <a:spLocks/>
              </p:cNvSpPr>
              <p:nvPr/>
            </p:nvSpPr>
            <p:spPr bwMode="auto">
              <a:xfrm>
                <a:off x="4514" y="2337"/>
                <a:ext cx="472" cy="65"/>
              </a:xfrm>
              <a:custGeom>
                <a:avLst/>
                <a:gdLst>
                  <a:gd name="T0" fmla="*/ 0 w 5195"/>
                  <a:gd name="T1" fmla="*/ 0 h 717"/>
                  <a:gd name="T2" fmla="*/ 0 w 5195"/>
                  <a:gd name="T3" fmla="*/ 0 h 717"/>
                  <a:gd name="T4" fmla="*/ 0 w 5195"/>
                  <a:gd name="T5" fmla="*/ 0 h 717"/>
                  <a:gd name="T6" fmla="*/ 0 w 5195"/>
                  <a:gd name="T7" fmla="*/ 0 h 717"/>
                  <a:gd name="T8" fmla="*/ 0 w 5195"/>
                  <a:gd name="T9" fmla="*/ 0 h 717"/>
                  <a:gd name="T10" fmla="*/ 0 w 5195"/>
                  <a:gd name="T11" fmla="*/ 0 h 717"/>
                  <a:gd name="T12" fmla="*/ 0 w 5195"/>
                  <a:gd name="T13" fmla="*/ 0 h 717"/>
                  <a:gd name="T14" fmla="*/ 0 60000 65536"/>
                  <a:gd name="T15" fmla="*/ 0 60000 65536"/>
                  <a:gd name="T16" fmla="*/ 0 60000 65536"/>
                  <a:gd name="T17" fmla="*/ 0 60000 65536"/>
                  <a:gd name="T18" fmla="*/ 0 60000 65536"/>
                  <a:gd name="T19" fmla="*/ 0 60000 65536"/>
                  <a:gd name="T20" fmla="*/ 0 60000 65536"/>
                  <a:gd name="T21" fmla="*/ 0 w 5195"/>
                  <a:gd name="T22" fmla="*/ 0 h 717"/>
                  <a:gd name="T23" fmla="*/ 5195 w 5195"/>
                  <a:gd name="T24" fmla="*/ 717 h 7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95" h="717">
                    <a:moveTo>
                      <a:pt x="5195" y="316"/>
                    </a:moveTo>
                    <a:lnTo>
                      <a:pt x="1364" y="717"/>
                    </a:lnTo>
                    <a:lnTo>
                      <a:pt x="0" y="170"/>
                    </a:lnTo>
                    <a:lnTo>
                      <a:pt x="0" y="0"/>
                    </a:lnTo>
                    <a:lnTo>
                      <a:pt x="1388" y="569"/>
                    </a:lnTo>
                    <a:lnTo>
                      <a:pt x="5154" y="231"/>
                    </a:lnTo>
                    <a:lnTo>
                      <a:pt x="5195" y="316"/>
                    </a:lnTo>
                    <a:close/>
                  </a:path>
                </a:pathLst>
              </a:custGeom>
              <a:solidFill>
                <a:srgbClr val="000000"/>
              </a:solidFill>
              <a:ln w="9525">
                <a:noFill/>
                <a:round/>
                <a:headEnd/>
                <a:tailEnd/>
              </a:ln>
            </p:spPr>
            <p:txBody>
              <a:bodyPr/>
              <a:lstStyle/>
              <a:p>
                <a:pPr algn="ctr"/>
                <a:endParaRPr lang="pt-BR" sz="2400"/>
              </a:p>
            </p:txBody>
          </p:sp>
          <p:sp>
            <p:nvSpPr>
              <p:cNvPr id="156" name="Line 740"/>
              <p:cNvSpPr>
                <a:spLocks noChangeShapeType="1"/>
              </p:cNvSpPr>
              <p:nvPr/>
            </p:nvSpPr>
            <p:spPr bwMode="auto">
              <a:xfrm flipV="1">
                <a:off x="4393" y="2317"/>
                <a:ext cx="388" cy="30"/>
              </a:xfrm>
              <a:prstGeom prst="line">
                <a:avLst/>
              </a:prstGeom>
              <a:noFill/>
              <a:ln w="0">
                <a:solidFill>
                  <a:srgbClr val="000000"/>
                </a:solidFill>
                <a:round/>
                <a:headEnd/>
                <a:tailEnd/>
              </a:ln>
            </p:spPr>
            <p:txBody>
              <a:bodyPr/>
              <a:lstStyle/>
              <a:p>
                <a:endParaRPr lang="pt-BR" sz="2400"/>
              </a:p>
            </p:txBody>
          </p:sp>
          <p:sp>
            <p:nvSpPr>
              <p:cNvPr id="157" name="Freeform 741"/>
              <p:cNvSpPr>
                <a:spLocks/>
              </p:cNvSpPr>
              <p:nvPr/>
            </p:nvSpPr>
            <p:spPr bwMode="auto">
              <a:xfrm>
                <a:off x="4257" y="2176"/>
                <a:ext cx="136" cy="171"/>
              </a:xfrm>
              <a:custGeom>
                <a:avLst/>
                <a:gdLst>
                  <a:gd name="T0" fmla="*/ 0 w 1497"/>
                  <a:gd name="T1" fmla="*/ 0 h 1877"/>
                  <a:gd name="T2" fmla="*/ 0 w 1497"/>
                  <a:gd name="T3" fmla="*/ 0 h 1877"/>
                  <a:gd name="T4" fmla="*/ 0 w 1497"/>
                  <a:gd name="T5" fmla="*/ 0 h 1877"/>
                  <a:gd name="T6" fmla="*/ 0 w 1497"/>
                  <a:gd name="T7" fmla="*/ 0 h 1877"/>
                  <a:gd name="T8" fmla="*/ 0 w 1497"/>
                  <a:gd name="T9" fmla="*/ 0 h 1877"/>
                  <a:gd name="T10" fmla="*/ 0 60000 65536"/>
                  <a:gd name="T11" fmla="*/ 0 60000 65536"/>
                  <a:gd name="T12" fmla="*/ 0 60000 65536"/>
                  <a:gd name="T13" fmla="*/ 0 60000 65536"/>
                  <a:gd name="T14" fmla="*/ 0 60000 65536"/>
                  <a:gd name="T15" fmla="*/ 0 w 1497"/>
                  <a:gd name="T16" fmla="*/ 0 h 1877"/>
                  <a:gd name="T17" fmla="*/ 1497 w 1497"/>
                  <a:gd name="T18" fmla="*/ 1877 h 1877"/>
                </a:gdLst>
                <a:ahLst/>
                <a:cxnLst>
                  <a:cxn ang="T10">
                    <a:pos x="T0" y="T1"/>
                  </a:cxn>
                  <a:cxn ang="T11">
                    <a:pos x="T2" y="T3"/>
                  </a:cxn>
                  <a:cxn ang="T12">
                    <a:pos x="T4" y="T5"/>
                  </a:cxn>
                  <a:cxn ang="T13">
                    <a:pos x="T6" y="T7"/>
                  </a:cxn>
                  <a:cxn ang="T14">
                    <a:pos x="T8" y="T9"/>
                  </a:cxn>
                </a:cxnLst>
                <a:rect l="T15" t="T16" r="T17" b="T18"/>
                <a:pathLst>
                  <a:path w="1497" h="1877">
                    <a:moveTo>
                      <a:pt x="1497" y="1877"/>
                    </a:moveTo>
                    <a:lnTo>
                      <a:pt x="1497" y="425"/>
                    </a:lnTo>
                    <a:lnTo>
                      <a:pt x="0" y="0"/>
                    </a:lnTo>
                    <a:lnTo>
                      <a:pt x="0" y="1114"/>
                    </a:lnTo>
                    <a:lnTo>
                      <a:pt x="1497" y="1877"/>
                    </a:lnTo>
                    <a:close/>
                  </a:path>
                </a:pathLst>
              </a:custGeom>
              <a:solidFill>
                <a:srgbClr val="000000"/>
              </a:solidFill>
              <a:ln w="9525">
                <a:noFill/>
                <a:round/>
                <a:headEnd/>
                <a:tailEnd/>
              </a:ln>
            </p:spPr>
            <p:txBody>
              <a:bodyPr/>
              <a:lstStyle/>
              <a:p>
                <a:pPr algn="ctr"/>
                <a:endParaRPr lang="pt-BR" sz="2400"/>
              </a:p>
            </p:txBody>
          </p:sp>
          <p:sp>
            <p:nvSpPr>
              <p:cNvPr id="158" name="Line 742"/>
              <p:cNvSpPr>
                <a:spLocks noChangeShapeType="1"/>
              </p:cNvSpPr>
              <p:nvPr/>
            </p:nvSpPr>
            <p:spPr bwMode="auto">
              <a:xfrm>
                <a:off x="4257" y="2176"/>
                <a:ext cx="73" cy="1"/>
              </a:xfrm>
              <a:prstGeom prst="line">
                <a:avLst/>
              </a:prstGeom>
              <a:noFill/>
              <a:ln w="0">
                <a:solidFill>
                  <a:srgbClr val="000000"/>
                </a:solidFill>
                <a:round/>
                <a:headEnd/>
                <a:tailEnd/>
              </a:ln>
            </p:spPr>
            <p:txBody>
              <a:bodyPr/>
              <a:lstStyle/>
              <a:p>
                <a:endParaRPr lang="pt-BR" sz="2400"/>
              </a:p>
            </p:txBody>
          </p:sp>
          <p:sp>
            <p:nvSpPr>
              <p:cNvPr id="159" name="Freeform 743"/>
              <p:cNvSpPr>
                <a:spLocks/>
              </p:cNvSpPr>
              <p:nvPr/>
            </p:nvSpPr>
            <p:spPr bwMode="auto">
              <a:xfrm>
                <a:off x="4261" y="1887"/>
                <a:ext cx="132" cy="308"/>
              </a:xfrm>
              <a:custGeom>
                <a:avLst/>
                <a:gdLst>
                  <a:gd name="T0" fmla="*/ 0 w 1455"/>
                  <a:gd name="T1" fmla="*/ 0 h 3392"/>
                  <a:gd name="T2" fmla="*/ 0 w 1455"/>
                  <a:gd name="T3" fmla="*/ 0 h 3392"/>
                  <a:gd name="T4" fmla="*/ 0 w 1455"/>
                  <a:gd name="T5" fmla="*/ 0 h 3392"/>
                  <a:gd name="T6" fmla="*/ 0 w 1455"/>
                  <a:gd name="T7" fmla="*/ 0 h 3392"/>
                  <a:gd name="T8" fmla="*/ 0 w 1455"/>
                  <a:gd name="T9" fmla="*/ 0 h 3392"/>
                  <a:gd name="T10" fmla="*/ 0 w 1455"/>
                  <a:gd name="T11" fmla="*/ 0 h 3392"/>
                  <a:gd name="T12" fmla="*/ 0 w 1455"/>
                  <a:gd name="T13" fmla="*/ 0 h 3392"/>
                  <a:gd name="T14" fmla="*/ 0 w 1455"/>
                  <a:gd name="T15" fmla="*/ 0 h 3392"/>
                  <a:gd name="T16" fmla="*/ 0 w 1455"/>
                  <a:gd name="T17" fmla="*/ 0 h 33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55"/>
                  <a:gd name="T28" fmla="*/ 0 h 3392"/>
                  <a:gd name="T29" fmla="*/ 1455 w 1455"/>
                  <a:gd name="T30" fmla="*/ 3392 h 33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55" h="3392">
                    <a:moveTo>
                      <a:pt x="758" y="3220"/>
                    </a:moveTo>
                    <a:lnTo>
                      <a:pt x="758" y="3012"/>
                    </a:lnTo>
                    <a:lnTo>
                      <a:pt x="0" y="2821"/>
                    </a:lnTo>
                    <a:lnTo>
                      <a:pt x="0" y="1302"/>
                    </a:lnTo>
                    <a:lnTo>
                      <a:pt x="758" y="927"/>
                    </a:lnTo>
                    <a:lnTo>
                      <a:pt x="758" y="360"/>
                    </a:lnTo>
                    <a:lnTo>
                      <a:pt x="1411" y="0"/>
                    </a:lnTo>
                    <a:lnTo>
                      <a:pt x="1455" y="3392"/>
                    </a:lnTo>
                    <a:lnTo>
                      <a:pt x="758" y="3220"/>
                    </a:lnTo>
                    <a:close/>
                  </a:path>
                </a:pathLst>
              </a:custGeom>
              <a:solidFill>
                <a:srgbClr val="000000"/>
              </a:solidFill>
              <a:ln w="9525">
                <a:noFill/>
                <a:round/>
                <a:headEnd/>
                <a:tailEnd/>
              </a:ln>
            </p:spPr>
            <p:txBody>
              <a:bodyPr/>
              <a:lstStyle/>
              <a:p>
                <a:pPr algn="ctr"/>
                <a:endParaRPr lang="pt-BR" sz="2400"/>
              </a:p>
            </p:txBody>
          </p:sp>
          <p:sp>
            <p:nvSpPr>
              <p:cNvPr id="160" name="Freeform 744"/>
              <p:cNvSpPr>
                <a:spLocks/>
              </p:cNvSpPr>
              <p:nvPr/>
            </p:nvSpPr>
            <p:spPr bwMode="auto">
              <a:xfrm>
                <a:off x="4389" y="1887"/>
                <a:ext cx="329" cy="308"/>
              </a:xfrm>
              <a:custGeom>
                <a:avLst/>
                <a:gdLst>
                  <a:gd name="T0" fmla="*/ 0 w 3618"/>
                  <a:gd name="T1" fmla="*/ 0 h 3392"/>
                  <a:gd name="T2" fmla="*/ 0 w 3618"/>
                  <a:gd name="T3" fmla="*/ 0 h 3392"/>
                  <a:gd name="T4" fmla="*/ 0 w 3618"/>
                  <a:gd name="T5" fmla="*/ 0 h 3392"/>
                  <a:gd name="T6" fmla="*/ 0 w 3618"/>
                  <a:gd name="T7" fmla="*/ 0 h 3392"/>
                  <a:gd name="T8" fmla="*/ 0 60000 65536"/>
                  <a:gd name="T9" fmla="*/ 0 60000 65536"/>
                  <a:gd name="T10" fmla="*/ 0 60000 65536"/>
                  <a:gd name="T11" fmla="*/ 0 60000 65536"/>
                  <a:gd name="T12" fmla="*/ 0 w 3618"/>
                  <a:gd name="T13" fmla="*/ 0 h 3392"/>
                  <a:gd name="T14" fmla="*/ 3618 w 3618"/>
                  <a:gd name="T15" fmla="*/ 3392 h 3392"/>
                </a:gdLst>
                <a:ahLst/>
                <a:cxnLst>
                  <a:cxn ang="T8">
                    <a:pos x="T0" y="T1"/>
                  </a:cxn>
                  <a:cxn ang="T9">
                    <a:pos x="T2" y="T3"/>
                  </a:cxn>
                  <a:cxn ang="T10">
                    <a:pos x="T4" y="T5"/>
                  </a:cxn>
                  <a:cxn ang="T11">
                    <a:pos x="T6" y="T7"/>
                  </a:cxn>
                </a:cxnLst>
                <a:rect l="T12" t="T13" r="T14" b="T15"/>
                <a:pathLst>
                  <a:path w="3618" h="3392">
                    <a:moveTo>
                      <a:pt x="44" y="3392"/>
                    </a:moveTo>
                    <a:lnTo>
                      <a:pt x="3618" y="3303"/>
                    </a:lnTo>
                    <a:lnTo>
                      <a:pt x="3492" y="127"/>
                    </a:lnTo>
                    <a:lnTo>
                      <a:pt x="0" y="0"/>
                    </a:lnTo>
                  </a:path>
                </a:pathLst>
              </a:custGeom>
              <a:noFill/>
              <a:ln w="0">
                <a:solidFill>
                  <a:srgbClr val="000000"/>
                </a:solidFill>
                <a:round/>
                <a:headEnd/>
                <a:tailEnd/>
              </a:ln>
            </p:spPr>
            <p:txBody>
              <a:bodyPr/>
              <a:lstStyle/>
              <a:p>
                <a:pPr algn="ctr"/>
                <a:endParaRPr lang="pt-BR" sz="2400"/>
              </a:p>
            </p:txBody>
          </p:sp>
          <p:sp>
            <p:nvSpPr>
              <p:cNvPr id="161" name="Freeform 745"/>
              <p:cNvSpPr>
                <a:spLocks/>
              </p:cNvSpPr>
              <p:nvPr/>
            </p:nvSpPr>
            <p:spPr bwMode="auto">
              <a:xfrm>
                <a:off x="4424" y="1924"/>
                <a:ext cx="262" cy="238"/>
              </a:xfrm>
              <a:custGeom>
                <a:avLst/>
                <a:gdLst>
                  <a:gd name="T0" fmla="*/ 0 w 2881"/>
                  <a:gd name="T1" fmla="*/ 0 h 2614"/>
                  <a:gd name="T2" fmla="*/ 0 w 2881"/>
                  <a:gd name="T3" fmla="*/ 0 h 2614"/>
                  <a:gd name="T4" fmla="*/ 0 w 2881"/>
                  <a:gd name="T5" fmla="*/ 0 h 2614"/>
                  <a:gd name="T6" fmla="*/ 0 w 2881"/>
                  <a:gd name="T7" fmla="*/ 0 h 2614"/>
                  <a:gd name="T8" fmla="*/ 0 w 2881"/>
                  <a:gd name="T9" fmla="*/ 0 h 2614"/>
                  <a:gd name="T10" fmla="*/ 0 60000 65536"/>
                  <a:gd name="T11" fmla="*/ 0 60000 65536"/>
                  <a:gd name="T12" fmla="*/ 0 60000 65536"/>
                  <a:gd name="T13" fmla="*/ 0 60000 65536"/>
                  <a:gd name="T14" fmla="*/ 0 60000 65536"/>
                  <a:gd name="T15" fmla="*/ 0 w 2881"/>
                  <a:gd name="T16" fmla="*/ 0 h 2614"/>
                  <a:gd name="T17" fmla="*/ 2881 w 2881"/>
                  <a:gd name="T18" fmla="*/ 2614 h 2614"/>
                </a:gdLst>
                <a:ahLst/>
                <a:cxnLst>
                  <a:cxn ang="T10">
                    <a:pos x="T0" y="T1"/>
                  </a:cxn>
                  <a:cxn ang="T11">
                    <a:pos x="T2" y="T3"/>
                  </a:cxn>
                  <a:cxn ang="T12">
                    <a:pos x="T4" y="T5"/>
                  </a:cxn>
                  <a:cxn ang="T13">
                    <a:pos x="T6" y="T7"/>
                  </a:cxn>
                  <a:cxn ang="T14">
                    <a:pos x="T8" y="T9"/>
                  </a:cxn>
                </a:cxnLst>
                <a:rect l="T15" t="T16" r="T17" b="T18"/>
                <a:pathLst>
                  <a:path w="2881" h="2614">
                    <a:moveTo>
                      <a:pt x="0" y="0"/>
                    </a:moveTo>
                    <a:lnTo>
                      <a:pt x="63" y="2614"/>
                    </a:lnTo>
                    <a:lnTo>
                      <a:pt x="2881" y="2570"/>
                    </a:lnTo>
                    <a:lnTo>
                      <a:pt x="2784" y="84"/>
                    </a:lnTo>
                    <a:lnTo>
                      <a:pt x="0" y="0"/>
                    </a:lnTo>
                    <a:close/>
                  </a:path>
                </a:pathLst>
              </a:custGeom>
              <a:noFill/>
              <a:ln w="0">
                <a:solidFill>
                  <a:srgbClr val="000000"/>
                </a:solidFill>
                <a:round/>
                <a:headEnd/>
                <a:tailEnd/>
              </a:ln>
            </p:spPr>
            <p:txBody>
              <a:bodyPr/>
              <a:lstStyle/>
              <a:p>
                <a:pPr algn="ctr"/>
                <a:endParaRPr lang="pt-BR" sz="2400"/>
              </a:p>
            </p:txBody>
          </p:sp>
          <p:sp>
            <p:nvSpPr>
              <p:cNvPr id="162" name="Freeform 746"/>
              <p:cNvSpPr>
                <a:spLocks/>
              </p:cNvSpPr>
              <p:nvPr/>
            </p:nvSpPr>
            <p:spPr bwMode="auto">
              <a:xfrm>
                <a:off x="4424" y="1924"/>
                <a:ext cx="262" cy="234"/>
              </a:xfrm>
              <a:custGeom>
                <a:avLst/>
                <a:gdLst>
                  <a:gd name="T0" fmla="*/ 0 w 2881"/>
                  <a:gd name="T1" fmla="*/ 0 h 2570"/>
                  <a:gd name="T2" fmla="*/ 0 w 2881"/>
                  <a:gd name="T3" fmla="*/ 0 h 2570"/>
                  <a:gd name="T4" fmla="*/ 0 w 2881"/>
                  <a:gd name="T5" fmla="*/ 0 h 2570"/>
                  <a:gd name="T6" fmla="*/ 0 w 2881"/>
                  <a:gd name="T7" fmla="*/ 0 h 2570"/>
                  <a:gd name="T8" fmla="*/ 0 w 2881"/>
                  <a:gd name="T9" fmla="*/ 0 h 2570"/>
                  <a:gd name="T10" fmla="*/ 0 w 2881"/>
                  <a:gd name="T11" fmla="*/ 0 h 2570"/>
                  <a:gd name="T12" fmla="*/ 0 w 2881"/>
                  <a:gd name="T13" fmla="*/ 0 h 2570"/>
                  <a:gd name="T14" fmla="*/ 0 60000 65536"/>
                  <a:gd name="T15" fmla="*/ 0 60000 65536"/>
                  <a:gd name="T16" fmla="*/ 0 60000 65536"/>
                  <a:gd name="T17" fmla="*/ 0 60000 65536"/>
                  <a:gd name="T18" fmla="*/ 0 60000 65536"/>
                  <a:gd name="T19" fmla="*/ 0 60000 65536"/>
                  <a:gd name="T20" fmla="*/ 0 60000 65536"/>
                  <a:gd name="T21" fmla="*/ 0 w 2881"/>
                  <a:gd name="T22" fmla="*/ 0 h 2570"/>
                  <a:gd name="T23" fmla="*/ 2881 w 2881"/>
                  <a:gd name="T24" fmla="*/ 2570 h 25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81" h="2570">
                    <a:moveTo>
                      <a:pt x="0" y="84"/>
                    </a:moveTo>
                    <a:lnTo>
                      <a:pt x="2724" y="163"/>
                    </a:lnTo>
                    <a:lnTo>
                      <a:pt x="2819" y="2570"/>
                    </a:lnTo>
                    <a:lnTo>
                      <a:pt x="2881" y="2570"/>
                    </a:lnTo>
                    <a:lnTo>
                      <a:pt x="2784" y="84"/>
                    </a:lnTo>
                    <a:lnTo>
                      <a:pt x="0" y="0"/>
                    </a:lnTo>
                    <a:lnTo>
                      <a:pt x="0" y="84"/>
                    </a:lnTo>
                    <a:close/>
                  </a:path>
                </a:pathLst>
              </a:custGeom>
              <a:solidFill>
                <a:srgbClr val="000000"/>
              </a:solidFill>
              <a:ln w="9525">
                <a:noFill/>
                <a:round/>
                <a:headEnd/>
                <a:tailEnd/>
              </a:ln>
            </p:spPr>
            <p:txBody>
              <a:bodyPr/>
              <a:lstStyle/>
              <a:p>
                <a:pPr algn="ctr"/>
                <a:endParaRPr lang="pt-BR" sz="2400"/>
              </a:p>
            </p:txBody>
          </p:sp>
          <p:sp>
            <p:nvSpPr>
              <p:cNvPr id="163" name="Freeform 747"/>
              <p:cNvSpPr>
                <a:spLocks/>
              </p:cNvSpPr>
              <p:nvPr/>
            </p:nvSpPr>
            <p:spPr bwMode="auto">
              <a:xfrm>
                <a:off x="4393" y="2207"/>
                <a:ext cx="357" cy="74"/>
              </a:xfrm>
              <a:custGeom>
                <a:avLst/>
                <a:gdLst>
                  <a:gd name="T0" fmla="*/ 0 w 3929"/>
                  <a:gd name="T1" fmla="*/ 0 h 823"/>
                  <a:gd name="T2" fmla="*/ 0 w 3929"/>
                  <a:gd name="T3" fmla="*/ 0 h 823"/>
                  <a:gd name="T4" fmla="*/ 0 w 3929"/>
                  <a:gd name="T5" fmla="*/ 0 h 823"/>
                  <a:gd name="T6" fmla="*/ 0 60000 65536"/>
                  <a:gd name="T7" fmla="*/ 0 60000 65536"/>
                  <a:gd name="T8" fmla="*/ 0 60000 65536"/>
                  <a:gd name="T9" fmla="*/ 0 w 3929"/>
                  <a:gd name="T10" fmla="*/ 0 h 823"/>
                  <a:gd name="T11" fmla="*/ 3929 w 3929"/>
                  <a:gd name="T12" fmla="*/ 823 h 823"/>
                </a:gdLst>
                <a:ahLst/>
                <a:cxnLst>
                  <a:cxn ang="T6">
                    <a:pos x="T0" y="T1"/>
                  </a:cxn>
                  <a:cxn ang="T7">
                    <a:pos x="T2" y="T3"/>
                  </a:cxn>
                  <a:cxn ang="T8">
                    <a:pos x="T4" y="T5"/>
                  </a:cxn>
                </a:cxnLst>
                <a:rect l="T9" t="T10" r="T11" b="T12"/>
                <a:pathLst>
                  <a:path w="3929" h="823">
                    <a:moveTo>
                      <a:pt x="0" y="104"/>
                    </a:moveTo>
                    <a:lnTo>
                      <a:pt x="3929" y="0"/>
                    </a:lnTo>
                    <a:lnTo>
                      <a:pt x="3929" y="823"/>
                    </a:lnTo>
                  </a:path>
                </a:pathLst>
              </a:custGeom>
              <a:noFill/>
              <a:ln w="0">
                <a:solidFill>
                  <a:srgbClr val="000000"/>
                </a:solidFill>
                <a:round/>
                <a:headEnd/>
                <a:tailEnd/>
              </a:ln>
            </p:spPr>
            <p:txBody>
              <a:bodyPr/>
              <a:lstStyle/>
              <a:p>
                <a:pPr algn="ctr"/>
                <a:endParaRPr lang="pt-BR" sz="2400"/>
              </a:p>
            </p:txBody>
          </p:sp>
          <p:sp>
            <p:nvSpPr>
              <p:cNvPr id="164" name="Line 748"/>
              <p:cNvSpPr>
                <a:spLocks noChangeShapeType="1"/>
              </p:cNvSpPr>
              <p:nvPr/>
            </p:nvSpPr>
            <p:spPr bwMode="auto">
              <a:xfrm flipH="1" flipV="1">
                <a:off x="4657" y="2189"/>
                <a:ext cx="93" cy="18"/>
              </a:xfrm>
              <a:prstGeom prst="line">
                <a:avLst/>
              </a:prstGeom>
              <a:noFill/>
              <a:ln w="0">
                <a:solidFill>
                  <a:srgbClr val="000000"/>
                </a:solidFill>
                <a:round/>
                <a:headEnd/>
                <a:tailEnd/>
              </a:ln>
            </p:spPr>
            <p:txBody>
              <a:bodyPr/>
              <a:lstStyle/>
              <a:p>
                <a:endParaRPr lang="pt-BR" sz="2400"/>
              </a:p>
            </p:txBody>
          </p:sp>
          <p:sp>
            <p:nvSpPr>
              <p:cNvPr id="165" name="Freeform 749"/>
              <p:cNvSpPr>
                <a:spLocks/>
              </p:cNvSpPr>
              <p:nvPr/>
            </p:nvSpPr>
            <p:spPr bwMode="auto">
              <a:xfrm>
                <a:off x="4416" y="2239"/>
                <a:ext cx="29" cy="21"/>
              </a:xfrm>
              <a:custGeom>
                <a:avLst/>
                <a:gdLst>
                  <a:gd name="T0" fmla="*/ 0 w 318"/>
                  <a:gd name="T1" fmla="*/ 0 h 231"/>
                  <a:gd name="T2" fmla="*/ 0 w 318"/>
                  <a:gd name="T3" fmla="*/ 0 h 231"/>
                  <a:gd name="T4" fmla="*/ 0 w 318"/>
                  <a:gd name="T5" fmla="*/ 0 h 231"/>
                  <a:gd name="T6" fmla="*/ 0 w 318"/>
                  <a:gd name="T7" fmla="*/ 0 h 231"/>
                  <a:gd name="T8" fmla="*/ 0 w 318"/>
                  <a:gd name="T9" fmla="*/ 0 h 231"/>
                  <a:gd name="T10" fmla="*/ 0 60000 65536"/>
                  <a:gd name="T11" fmla="*/ 0 60000 65536"/>
                  <a:gd name="T12" fmla="*/ 0 60000 65536"/>
                  <a:gd name="T13" fmla="*/ 0 60000 65536"/>
                  <a:gd name="T14" fmla="*/ 0 60000 65536"/>
                  <a:gd name="T15" fmla="*/ 0 w 318"/>
                  <a:gd name="T16" fmla="*/ 0 h 231"/>
                  <a:gd name="T17" fmla="*/ 318 w 318"/>
                  <a:gd name="T18" fmla="*/ 231 h 231"/>
                </a:gdLst>
                <a:ahLst/>
                <a:cxnLst>
                  <a:cxn ang="T10">
                    <a:pos x="T0" y="T1"/>
                  </a:cxn>
                  <a:cxn ang="T11">
                    <a:pos x="T2" y="T3"/>
                  </a:cxn>
                  <a:cxn ang="T12">
                    <a:pos x="T4" y="T5"/>
                  </a:cxn>
                  <a:cxn ang="T13">
                    <a:pos x="T6" y="T7"/>
                  </a:cxn>
                  <a:cxn ang="T14">
                    <a:pos x="T8" y="T9"/>
                  </a:cxn>
                </a:cxnLst>
                <a:rect l="T15" t="T16" r="T17" b="T18"/>
                <a:pathLst>
                  <a:path w="318" h="231">
                    <a:moveTo>
                      <a:pt x="0" y="0"/>
                    </a:moveTo>
                    <a:lnTo>
                      <a:pt x="0" y="231"/>
                    </a:lnTo>
                    <a:lnTo>
                      <a:pt x="318" y="208"/>
                    </a:lnTo>
                    <a:lnTo>
                      <a:pt x="318" y="4"/>
                    </a:lnTo>
                    <a:lnTo>
                      <a:pt x="0" y="0"/>
                    </a:lnTo>
                    <a:close/>
                  </a:path>
                </a:pathLst>
              </a:custGeom>
              <a:solidFill>
                <a:srgbClr val="000000"/>
              </a:solidFill>
              <a:ln w="9525">
                <a:noFill/>
                <a:round/>
                <a:headEnd/>
                <a:tailEnd/>
              </a:ln>
            </p:spPr>
            <p:txBody>
              <a:bodyPr/>
              <a:lstStyle/>
              <a:p>
                <a:pPr algn="ctr"/>
                <a:endParaRPr lang="pt-BR" sz="2400"/>
              </a:p>
            </p:txBody>
          </p:sp>
          <p:sp>
            <p:nvSpPr>
              <p:cNvPr id="166" name="Freeform 750"/>
              <p:cNvSpPr>
                <a:spLocks/>
              </p:cNvSpPr>
              <p:nvPr/>
            </p:nvSpPr>
            <p:spPr bwMode="auto">
              <a:xfrm>
                <a:off x="4629" y="2224"/>
                <a:ext cx="106" cy="30"/>
              </a:xfrm>
              <a:custGeom>
                <a:avLst/>
                <a:gdLst>
                  <a:gd name="T0" fmla="*/ 0 w 1167"/>
                  <a:gd name="T1" fmla="*/ 0 h 331"/>
                  <a:gd name="T2" fmla="*/ 0 w 1167"/>
                  <a:gd name="T3" fmla="*/ 0 h 331"/>
                  <a:gd name="T4" fmla="*/ 0 w 1167"/>
                  <a:gd name="T5" fmla="*/ 0 h 331"/>
                  <a:gd name="T6" fmla="*/ 0 w 1167"/>
                  <a:gd name="T7" fmla="*/ 0 h 331"/>
                  <a:gd name="T8" fmla="*/ 0 w 1167"/>
                  <a:gd name="T9" fmla="*/ 0 h 331"/>
                  <a:gd name="T10" fmla="*/ 0 60000 65536"/>
                  <a:gd name="T11" fmla="*/ 0 60000 65536"/>
                  <a:gd name="T12" fmla="*/ 0 60000 65536"/>
                  <a:gd name="T13" fmla="*/ 0 60000 65536"/>
                  <a:gd name="T14" fmla="*/ 0 60000 65536"/>
                  <a:gd name="T15" fmla="*/ 0 w 1167"/>
                  <a:gd name="T16" fmla="*/ 0 h 331"/>
                  <a:gd name="T17" fmla="*/ 1167 w 1167"/>
                  <a:gd name="T18" fmla="*/ 331 h 331"/>
                </a:gdLst>
                <a:ahLst/>
                <a:cxnLst>
                  <a:cxn ang="T10">
                    <a:pos x="T0" y="T1"/>
                  </a:cxn>
                  <a:cxn ang="T11">
                    <a:pos x="T2" y="T3"/>
                  </a:cxn>
                  <a:cxn ang="T12">
                    <a:pos x="T4" y="T5"/>
                  </a:cxn>
                  <a:cxn ang="T13">
                    <a:pos x="T6" y="T7"/>
                  </a:cxn>
                  <a:cxn ang="T14">
                    <a:pos x="T8" y="T9"/>
                  </a:cxn>
                </a:cxnLst>
                <a:rect l="T15" t="T16" r="T17" b="T18"/>
                <a:pathLst>
                  <a:path w="1167" h="331">
                    <a:moveTo>
                      <a:pt x="1167" y="0"/>
                    </a:moveTo>
                    <a:lnTo>
                      <a:pt x="0" y="44"/>
                    </a:lnTo>
                    <a:lnTo>
                      <a:pt x="0" y="331"/>
                    </a:lnTo>
                    <a:lnTo>
                      <a:pt x="1167" y="249"/>
                    </a:lnTo>
                    <a:lnTo>
                      <a:pt x="1167" y="0"/>
                    </a:lnTo>
                    <a:close/>
                  </a:path>
                </a:pathLst>
              </a:custGeom>
              <a:solidFill>
                <a:srgbClr val="000000"/>
              </a:solidFill>
              <a:ln w="9525">
                <a:noFill/>
                <a:round/>
                <a:headEnd/>
                <a:tailEnd/>
              </a:ln>
            </p:spPr>
            <p:txBody>
              <a:bodyPr/>
              <a:lstStyle/>
              <a:p>
                <a:pPr algn="ctr"/>
                <a:endParaRPr lang="pt-BR" sz="2400"/>
              </a:p>
            </p:txBody>
          </p:sp>
          <p:sp>
            <p:nvSpPr>
              <p:cNvPr id="167" name="Line 751"/>
              <p:cNvSpPr>
                <a:spLocks noChangeShapeType="1"/>
              </p:cNvSpPr>
              <p:nvPr/>
            </p:nvSpPr>
            <p:spPr bwMode="auto">
              <a:xfrm>
                <a:off x="4750" y="2258"/>
                <a:ext cx="425" cy="1"/>
              </a:xfrm>
              <a:prstGeom prst="line">
                <a:avLst/>
              </a:prstGeom>
              <a:noFill/>
              <a:ln w="0">
                <a:solidFill>
                  <a:srgbClr val="000000"/>
                </a:solidFill>
                <a:round/>
                <a:headEnd/>
                <a:tailEnd/>
              </a:ln>
            </p:spPr>
            <p:txBody>
              <a:bodyPr/>
              <a:lstStyle/>
              <a:p>
                <a:endParaRPr lang="pt-BR" sz="2400"/>
              </a:p>
            </p:txBody>
          </p:sp>
          <p:sp>
            <p:nvSpPr>
              <p:cNvPr id="168" name="Line 752"/>
              <p:cNvSpPr>
                <a:spLocks noChangeShapeType="1"/>
              </p:cNvSpPr>
              <p:nvPr/>
            </p:nvSpPr>
            <p:spPr bwMode="auto">
              <a:xfrm>
                <a:off x="5229" y="2259"/>
                <a:ext cx="56" cy="1"/>
              </a:xfrm>
              <a:prstGeom prst="line">
                <a:avLst/>
              </a:prstGeom>
              <a:noFill/>
              <a:ln w="0">
                <a:solidFill>
                  <a:srgbClr val="000000"/>
                </a:solidFill>
                <a:round/>
                <a:headEnd/>
                <a:tailEnd/>
              </a:ln>
            </p:spPr>
            <p:txBody>
              <a:bodyPr/>
              <a:lstStyle/>
              <a:p>
                <a:endParaRPr lang="pt-BR" sz="2400"/>
              </a:p>
            </p:txBody>
          </p:sp>
        </p:grpSp>
        <p:grpSp>
          <p:nvGrpSpPr>
            <p:cNvPr id="17" name="Group 753"/>
            <p:cNvGrpSpPr>
              <a:grpSpLocks/>
            </p:cNvGrpSpPr>
            <p:nvPr/>
          </p:nvGrpSpPr>
          <p:grpSpPr bwMode="auto">
            <a:xfrm>
              <a:off x="4737100" y="5034495"/>
              <a:ext cx="1185863" cy="661192"/>
              <a:chOff x="1741" y="1415"/>
              <a:chExt cx="2278" cy="1500"/>
            </a:xfrm>
          </p:grpSpPr>
          <p:sp>
            <p:nvSpPr>
              <p:cNvPr id="77" name="Rectangle 754"/>
              <p:cNvSpPr>
                <a:spLocks noChangeArrowheads="1"/>
              </p:cNvSpPr>
              <p:nvPr/>
            </p:nvSpPr>
            <p:spPr bwMode="auto">
              <a:xfrm>
                <a:off x="1741" y="1415"/>
                <a:ext cx="2278" cy="1429"/>
              </a:xfrm>
              <a:prstGeom prst="rect">
                <a:avLst/>
              </a:prstGeom>
              <a:solidFill>
                <a:srgbClr val="FFFFFF"/>
              </a:solidFill>
              <a:ln w="0">
                <a:solidFill>
                  <a:srgbClr val="000000"/>
                </a:solidFill>
                <a:miter lim="800000"/>
                <a:headEnd/>
                <a:tailEnd/>
              </a:ln>
            </p:spPr>
            <p:txBody>
              <a:bodyPr/>
              <a:lstStyle/>
              <a:p>
                <a:pPr algn="ctr"/>
                <a:endParaRPr lang="pt-BR" sz="2400"/>
              </a:p>
            </p:txBody>
          </p:sp>
          <p:sp>
            <p:nvSpPr>
              <p:cNvPr id="78" name="Line 755"/>
              <p:cNvSpPr>
                <a:spLocks noChangeShapeType="1"/>
              </p:cNvSpPr>
              <p:nvPr/>
            </p:nvSpPr>
            <p:spPr bwMode="auto">
              <a:xfrm>
                <a:off x="2311" y="1415"/>
                <a:ext cx="1" cy="1429"/>
              </a:xfrm>
              <a:prstGeom prst="line">
                <a:avLst/>
              </a:prstGeom>
              <a:noFill/>
              <a:ln w="0">
                <a:solidFill>
                  <a:srgbClr val="000000"/>
                </a:solidFill>
                <a:round/>
                <a:headEnd/>
                <a:tailEnd/>
              </a:ln>
            </p:spPr>
            <p:txBody>
              <a:bodyPr/>
              <a:lstStyle/>
              <a:p>
                <a:endParaRPr lang="pt-BR" sz="2400"/>
              </a:p>
            </p:txBody>
          </p:sp>
          <p:sp>
            <p:nvSpPr>
              <p:cNvPr id="79" name="Line 756"/>
              <p:cNvSpPr>
                <a:spLocks noChangeShapeType="1"/>
              </p:cNvSpPr>
              <p:nvPr/>
            </p:nvSpPr>
            <p:spPr bwMode="auto">
              <a:xfrm>
                <a:off x="2880" y="1415"/>
                <a:ext cx="1" cy="1429"/>
              </a:xfrm>
              <a:prstGeom prst="line">
                <a:avLst/>
              </a:prstGeom>
              <a:noFill/>
              <a:ln w="0">
                <a:solidFill>
                  <a:srgbClr val="000000"/>
                </a:solidFill>
                <a:round/>
                <a:headEnd/>
                <a:tailEnd/>
              </a:ln>
            </p:spPr>
            <p:txBody>
              <a:bodyPr/>
              <a:lstStyle/>
              <a:p>
                <a:endParaRPr lang="pt-BR" sz="2400"/>
              </a:p>
            </p:txBody>
          </p:sp>
          <p:sp>
            <p:nvSpPr>
              <p:cNvPr id="80" name="Line 757"/>
              <p:cNvSpPr>
                <a:spLocks noChangeShapeType="1"/>
              </p:cNvSpPr>
              <p:nvPr/>
            </p:nvSpPr>
            <p:spPr bwMode="auto">
              <a:xfrm>
                <a:off x="3449" y="1415"/>
                <a:ext cx="1" cy="1429"/>
              </a:xfrm>
              <a:prstGeom prst="line">
                <a:avLst/>
              </a:prstGeom>
              <a:noFill/>
              <a:ln w="0">
                <a:solidFill>
                  <a:srgbClr val="000000"/>
                </a:solidFill>
                <a:round/>
                <a:headEnd/>
                <a:tailEnd/>
              </a:ln>
            </p:spPr>
            <p:txBody>
              <a:bodyPr/>
              <a:lstStyle/>
              <a:p>
                <a:endParaRPr lang="pt-BR" sz="2400"/>
              </a:p>
            </p:txBody>
          </p:sp>
          <p:sp>
            <p:nvSpPr>
              <p:cNvPr id="81" name="Line 758"/>
              <p:cNvSpPr>
                <a:spLocks noChangeShapeType="1"/>
              </p:cNvSpPr>
              <p:nvPr/>
            </p:nvSpPr>
            <p:spPr bwMode="auto">
              <a:xfrm>
                <a:off x="1749" y="1566"/>
                <a:ext cx="2262" cy="1"/>
              </a:xfrm>
              <a:prstGeom prst="line">
                <a:avLst/>
              </a:prstGeom>
              <a:noFill/>
              <a:ln w="0">
                <a:solidFill>
                  <a:srgbClr val="000000"/>
                </a:solidFill>
                <a:round/>
                <a:headEnd/>
                <a:tailEnd/>
              </a:ln>
            </p:spPr>
            <p:txBody>
              <a:bodyPr/>
              <a:lstStyle/>
              <a:p>
                <a:endParaRPr lang="pt-BR" sz="2400"/>
              </a:p>
            </p:txBody>
          </p:sp>
          <p:sp>
            <p:nvSpPr>
              <p:cNvPr id="82" name="Rectangle 759"/>
              <p:cNvSpPr>
                <a:spLocks noChangeArrowheads="1"/>
              </p:cNvSpPr>
              <p:nvPr/>
            </p:nvSpPr>
            <p:spPr bwMode="auto">
              <a:xfrm>
                <a:off x="1761" y="2845"/>
                <a:ext cx="2236" cy="70"/>
              </a:xfrm>
              <a:prstGeom prst="rect">
                <a:avLst/>
              </a:prstGeom>
              <a:solidFill>
                <a:srgbClr val="000000"/>
              </a:solidFill>
              <a:ln w="9525">
                <a:noFill/>
                <a:miter lim="800000"/>
                <a:headEnd/>
                <a:tailEnd/>
              </a:ln>
            </p:spPr>
            <p:txBody>
              <a:bodyPr/>
              <a:lstStyle/>
              <a:p>
                <a:pPr algn="ctr"/>
                <a:endParaRPr lang="pt-BR" sz="2400"/>
              </a:p>
            </p:txBody>
          </p:sp>
          <p:sp>
            <p:nvSpPr>
              <p:cNvPr id="83" name="Rectangle 760"/>
              <p:cNvSpPr>
                <a:spLocks noChangeArrowheads="1"/>
              </p:cNvSpPr>
              <p:nvPr/>
            </p:nvSpPr>
            <p:spPr bwMode="auto">
              <a:xfrm>
                <a:off x="1820" y="1704"/>
                <a:ext cx="408" cy="505"/>
              </a:xfrm>
              <a:prstGeom prst="rect">
                <a:avLst/>
              </a:prstGeom>
              <a:solidFill>
                <a:srgbClr val="000000"/>
              </a:solidFill>
              <a:ln w="9525">
                <a:noFill/>
                <a:miter lim="800000"/>
                <a:headEnd/>
                <a:tailEnd/>
              </a:ln>
            </p:spPr>
            <p:txBody>
              <a:bodyPr/>
              <a:lstStyle/>
              <a:p>
                <a:pPr algn="ctr"/>
                <a:endParaRPr lang="pt-BR" sz="2400"/>
              </a:p>
            </p:txBody>
          </p:sp>
          <p:sp>
            <p:nvSpPr>
              <p:cNvPr id="84" name="Freeform 761"/>
              <p:cNvSpPr>
                <a:spLocks/>
              </p:cNvSpPr>
              <p:nvPr/>
            </p:nvSpPr>
            <p:spPr bwMode="auto">
              <a:xfrm>
                <a:off x="2015" y="1739"/>
                <a:ext cx="11"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0"/>
                    </a:moveTo>
                    <a:lnTo>
                      <a:pt x="91" y="30"/>
                    </a:lnTo>
                    <a:lnTo>
                      <a:pt x="81" y="30"/>
                    </a:lnTo>
                    <a:lnTo>
                      <a:pt x="81" y="10"/>
                    </a:lnTo>
                    <a:lnTo>
                      <a:pt x="61" y="0"/>
                    </a:lnTo>
                    <a:lnTo>
                      <a:pt x="51" y="0"/>
                    </a:lnTo>
                    <a:lnTo>
                      <a:pt x="30" y="0"/>
                    </a:lnTo>
                    <a:lnTo>
                      <a:pt x="30" y="10"/>
                    </a:lnTo>
                    <a:lnTo>
                      <a:pt x="10" y="10"/>
                    </a:lnTo>
                    <a:lnTo>
                      <a:pt x="10" y="30"/>
                    </a:lnTo>
                    <a:lnTo>
                      <a:pt x="0" y="30"/>
                    </a:lnTo>
                    <a:lnTo>
                      <a:pt x="0" y="50"/>
                    </a:lnTo>
                    <a:lnTo>
                      <a:pt x="0" y="60"/>
                    </a:lnTo>
                    <a:lnTo>
                      <a:pt x="10" y="60"/>
                    </a:lnTo>
                    <a:lnTo>
                      <a:pt x="10" y="81"/>
                    </a:lnTo>
                    <a:lnTo>
                      <a:pt x="20" y="81"/>
                    </a:lnTo>
                    <a:lnTo>
                      <a:pt x="30" y="81"/>
                    </a:lnTo>
                    <a:lnTo>
                      <a:pt x="30" y="91"/>
                    </a:lnTo>
                    <a:lnTo>
                      <a:pt x="51" y="91"/>
                    </a:lnTo>
                    <a:lnTo>
                      <a:pt x="61" y="91"/>
                    </a:lnTo>
                    <a:lnTo>
                      <a:pt x="71" y="81"/>
                    </a:lnTo>
                    <a:lnTo>
                      <a:pt x="81" y="81"/>
                    </a:lnTo>
                    <a:lnTo>
                      <a:pt x="81" y="70"/>
                    </a:lnTo>
                    <a:lnTo>
                      <a:pt x="91" y="60"/>
                    </a:lnTo>
                    <a:lnTo>
                      <a:pt x="91" y="40"/>
                    </a:lnTo>
                    <a:close/>
                  </a:path>
                </a:pathLst>
              </a:custGeom>
              <a:solidFill>
                <a:srgbClr val="FF0000"/>
              </a:solidFill>
              <a:ln w="9525">
                <a:noFill/>
                <a:round/>
                <a:headEnd/>
                <a:tailEnd/>
              </a:ln>
            </p:spPr>
            <p:txBody>
              <a:bodyPr/>
              <a:lstStyle/>
              <a:p>
                <a:pPr algn="ctr"/>
                <a:endParaRPr lang="pt-BR" sz="2400"/>
              </a:p>
            </p:txBody>
          </p:sp>
          <p:sp>
            <p:nvSpPr>
              <p:cNvPr id="85" name="Freeform 762"/>
              <p:cNvSpPr>
                <a:spLocks/>
              </p:cNvSpPr>
              <p:nvPr/>
            </p:nvSpPr>
            <p:spPr bwMode="auto">
              <a:xfrm>
                <a:off x="2015" y="1798"/>
                <a:ext cx="11" cy="13"/>
              </a:xfrm>
              <a:custGeom>
                <a:avLst/>
                <a:gdLst>
                  <a:gd name="T0" fmla="*/ 0 w 91"/>
                  <a:gd name="T1" fmla="*/ 0 h 99"/>
                  <a:gd name="T2" fmla="*/ 0 w 91"/>
                  <a:gd name="T3" fmla="*/ 0 h 99"/>
                  <a:gd name="T4" fmla="*/ 0 w 91"/>
                  <a:gd name="T5" fmla="*/ 0 h 99"/>
                  <a:gd name="T6" fmla="*/ 0 w 91"/>
                  <a:gd name="T7" fmla="*/ 0 h 99"/>
                  <a:gd name="T8" fmla="*/ 0 w 91"/>
                  <a:gd name="T9" fmla="*/ 0 h 99"/>
                  <a:gd name="T10" fmla="*/ 0 w 91"/>
                  <a:gd name="T11" fmla="*/ 0 h 99"/>
                  <a:gd name="T12" fmla="*/ 0 w 91"/>
                  <a:gd name="T13" fmla="*/ 0 h 99"/>
                  <a:gd name="T14" fmla="*/ 0 w 91"/>
                  <a:gd name="T15" fmla="*/ 0 h 99"/>
                  <a:gd name="T16" fmla="*/ 0 w 91"/>
                  <a:gd name="T17" fmla="*/ 0 h 99"/>
                  <a:gd name="T18" fmla="*/ 0 w 91"/>
                  <a:gd name="T19" fmla="*/ 0 h 99"/>
                  <a:gd name="T20" fmla="*/ 0 w 91"/>
                  <a:gd name="T21" fmla="*/ 0 h 99"/>
                  <a:gd name="T22" fmla="*/ 0 w 91"/>
                  <a:gd name="T23" fmla="*/ 0 h 99"/>
                  <a:gd name="T24" fmla="*/ 0 w 91"/>
                  <a:gd name="T25" fmla="*/ 0 h 99"/>
                  <a:gd name="T26" fmla="*/ 0 w 91"/>
                  <a:gd name="T27" fmla="*/ 0 h 99"/>
                  <a:gd name="T28" fmla="*/ 0 w 91"/>
                  <a:gd name="T29" fmla="*/ 0 h 99"/>
                  <a:gd name="T30" fmla="*/ 0 w 91"/>
                  <a:gd name="T31" fmla="*/ 0 h 99"/>
                  <a:gd name="T32" fmla="*/ 0 w 91"/>
                  <a:gd name="T33" fmla="*/ 0 h 99"/>
                  <a:gd name="T34" fmla="*/ 0 w 91"/>
                  <a:gd name="T35" fmla="*/ 0 h 99"/>
                  <a:gd name="T36" fmla="*/ 0 w 91"/>
                  <a:gd name="T37" fmla="*/ 0 h 99"/>
                  <a:gd name="T38" fmla="*/ 0 w 91"/>
                  <a:gd name="T39" fmla="*/ 0 h 99"/>
                  <a:gd name="T40" fmla="*/ 0 w 91"/>
                  <a:gd name="T41" fmla="*/ 0 h 99"/>
                  <a:gd name="T42" fmla="*/ 0 w 91"/>
                  <a:gd name="T43" fmla="*/ 0 h 99"/>
                  <a:gd name="T44" fmla="*/ 0 w 91"/>
                  <a:gd name="T45" fmla="*/ 0 h 99"/>
                  <a:gd name="T46" fmla="*/ 0 w 91"/>
                  <a:gd name="T47" fmla="*/ 0 h 99"/>
                  <a:gd name="T48" fmla="*/ 0 w 91"/>
                  <a:gd name="T49" fmla="*/ 0 h 99"/>
                  <a:gd name="T50" fmla="*/ 0 w 91"/>
                  <a:gd name="T51" fmla="*/ 0 h 99"/>
                  <a:gd name="T52" fmla="*/ 0 w 91"/>
                  <a:gd name="T53" fmla="*/ 0 h 99"/>
                  <a:gd name="T54" fmla="*/ 0 w 91"/>
                  <a:gd name="T55" fmla="*/ 0 h 99"/>
                  <a:gd name="T56" fmla="*/ 0 w 91"/>
                  <a:gd name="T57" fmla="*/ 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9"/>
                  <a:gd name="T89" fmla="*/ 91 w 91"/>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9">
                    <a:moveTo>
                      <a:pt x="91" y="48"/>
                    </a:moveTo>
                    <a:lnTo>
                      <a:pt x="91" y="38"/>
                    </a:lnTo>
                    <a:lnTo>
                      <a:pt x="81" y="30"/>
                    </a:lnTo>
                    <a:lnTo>
                      <a:pt x="81" y="20"/>
                    </a:lnTo>
                    <a:lnTo>
                      <a:pt x="81" y="10"/>
                    </a:lnTo>
                    <a:lnTo>
                      <a:pt x="61" y="0"/>
                    </a:lnTo>
                    <a:lnTo>
                      <a:pt x="51" y="0"/>
                    </a:lnTo>
                    <a:lnTo>
                      <a:pt x="30" y="0"/>
                    </a:lnTo>
                    <a:lnTo>
                      <a:pt x="30" y="10"/>
                    </a:lnTo>
                    <a:lnTo>
                      <a:pt x="10" y="10"/>
                    </a:lnTo>
                    <a:lnTo>
                      <a:pt x="10" y="20"/>
                    </a:lnTo>
                    <a:lnTo>
                      <a:pt x="10" y="30"/>
                    </a:lnTo>
                    <a:lnTo>
                      <a:pt x="0" y="38"/>
                    </a:lnTo>
                    <a:lnTo>
                      <a:pt x="0" y="48"/>
                    </a:lnTo>
                    <a:lnTo>
                      <a:pt x="0" y="58"/>
                    </a:lnTo>
                    <a:lnTo>
                      <a:pt x="10" y="69"/>
                    </a:lnTo>
                    <a:lnTo>
                      <a:pt x="10" y="79"/>
                    </a:lnTo>
                    <a:lnTo>
                      <a:pt x="20" y="89"/>
                    </a:lnTo>
                    <a:lnTo>
                      <a:pt x="30" y="89"/>
                    </a:lnTo>
                    <a:lnTo>
                      <a:pt x="30" y="99"/>
                    </a:lnTo>
                    <a:lnTo>
                      <a:pt x="51" y="99"/>
                    </a:lnTo>
                    <a:lnTo>
                      <a:pt x="61" y="99"/>
                    </a:lnTo>
                    <a:lnTo>
                      <a:pt x="71" y="89"/>
                    </a:lnTo>
                    <a:lnTo>
                      <a:pt x="81" y="79"/>
                    </a:lnTo>
                    <a:lnTo>
                      <a:pt x="81" y="69"/>
                    </a:lnTo>
                    <a:lnTo>
                      <a:pt x="91" y="69"/>
                    </a:lnTo>
                    <a:lnTo>
                      <a:pt x="91" y="58"/>
                    </a:lnTo>
                    <a:lnTo>
                      <a:pt x="91" y="48"/>
                    </a:lnTo>
                    <a:close/>
                  </a:path>
                </a:pathLst>
              </a:custGeom>
              <a:solidFill>
                <a:srgbClr val="FF0000"/>
              </a:solidFill>
              <a:ln w="9525">
                <a:noFill/>
                <a:round/>
                <a:headEnd/>
                <a:tailEnd/>
              </a:ln>
            </p:spPr>
            <p:txBody>
              <a:bodyPr/>
              <a:lstStyle/>
              <a:p>
                <a:pPr algn="ctr"/>
                <a:endParaRPr lang="pt-BR" sz="2400"/>
              </a:p>
            </p:txBody>
          </p:sp>
          <p:sp>
            <p:nvSpPr>
              <p:cNvPr id="86" name="Freeform 763"/>
              <p:cNvSpPr>
                <a:spLocks/>
              </p:cNvSpPr>
              <p:nvPr/>
            </p:nvSpPr>
            <p:spPr bwMode="auto">
              <a:xfrm>
                <a:off x="2015" y="1860"/>
                <a:ext cx="11"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1"/>
                    </a:moveTo>
                    <a:lnTo>
                      <a:pt x="91" y="31"/>
                    </a:lnTo>
                    <a:lnTo>
                      <a:pt x="81" y="21"/>
                    </a:lnTo>
                    <a:lnTo>
                      <a:pt x="81" y="10"/>
                    </a:lnTo>
                    <a:lnTo>
                      <a:pt x="81" y="0"/>
                    </a:lnTo>
                    <a:lnTo>
                      <a:pt x="61" y="0"/>
                    </a:lnTo>
                    <a:lnTo>
                      <a:pt x="51" y="0"/>
                    </a:lnTo>
                    <a:lnTo>
                      <a:pt x="30" y="0"/>
                    </a:lnTo>
                    <a:lnTo>
                      <a:pt x="10" y="0"/>
                    </a:lnTo>
                    <a:lnTo>
                      <a:pt x="10" y="10"/>
                    </a:lnTo>
                    <a:lnTo>
                      <a:pt x="10" y="21"/>
                    </a:lnTo>
                    <a:lnTo>
                      <a:pt x="0" y="31"/>
                    </a:lnTo>
                    <a:lnTo>
                      <a:pt x="0" y="51"/>
                    </a:lnTo>
                    <a:lnTo>
                      <a:pt x="10" y="61"/>
                    </a:lnTo>
                    <a:lnTo>
                      <a:pt x="10" y="71"/>
                    </a:lnTo>
                    <a:lnTo>
                      <a:pt x="20" y="81"/>
                    </a:lnTo>
                    <a:lnTo>
                      <a:pt x="30" y="81"/>
                    </a:lnTo>
                    <a:lnTo>
                      <a:pt x="30" y="91"/>
                    </a:lnTo>
                    <a:lnTo>
                      <a:pt x="51" y="91"/>
                    </a:lnTo>
                    <a:lnTo>
                      <a:pt x="61" y="91"/>
                    </a:lnTo>
                    <a:lnTo>
                      <a:pt x="71" y="81"/>
                    </a:lnTo>
                    <a:lnTo>
                      <a:pt x="81" y="71"/>
                    </a:lnTo>
                    <a:lnTo>
                      <a:pt x="91" y="61"/>
                    </a:lnTo>
                    <a:lnTo>
                      <a:pt x="91" y="51"/>
                    </a:lnTo>
                    <a:lnTo>
                      <a:pt x="91" y="41"/>
                    </a:lnTo>
                    <a:close/>
                  </a:path>
                </a:pathLst>
              </a:custGeom>
              <a:solidFill>
                <a:srgbClr val="FF0000"/>
              </a:solidFill>
              <a:ln w="9525">
                <a:noFill/>
                <a:round/>
                <a:headEnd/>
                <a:tailEnd/>
              </a:ln>
            </p:spPr>
            <p:txBody>
              <a:bodyPr/>
              <a:lstStyle/>
              <a:p>
                <a:pPr algn="ctr"/>
                <a:endParaRPr lang="pt-BR" sz="2400"/>
              </a:p>
            </p:txBody>
          </p:sp>
          <p:sp>
            <p:nvSpPr>
              <p:cNvPr id="87" name="Freeform 764"/>
              <p:cNvSpPr>
                <a:spLocks/>
              </p:cNvSpPr>
              <p:nvPr/>
            </p:nvSpPr>
            <p:spPr bwMode="auto">
              <a:xfrm>
                <a:off x="2015" y="1919"/>
                <a:ext cx="11"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0"/>
                    </a:moveTo>
                    <a:lnTo>
                      <a:pt x="91" y="40"/>
                    </a:lnTo>
                    <a:lnTo>
                      <a:pt x="81" y="30"/>
                    </a:lnTo>
                    <a:lnTo>
                      <a:pt x="81" y="10"/>
                    </a:lnTo>
                    <a:lnTo>
                      <a:pt x="61" y="0"/>
                    </a:lnTo>
                    <a:lnTo>
                      <a:pt x="51" y="0"/>
                    </a:lnTo>
                    <a:lnTo>
                      <a:pt x="30" y="0"/>
                    </a:lnTo>
                    <a:lnTo>
                      <a:pt x="30" y="10"/>
                    </a:lnTo>
                    <a:lnTo>
                      <a:pt x="10" y="10"/>
                    </a:lnTo>
                    <a:lnTo>
                      <a:pt x="10" y="30"/>
                    </a:lnTo>
                    <a:lnTo>
                      <a:pt x="0" y="40"/>
                    </a:lnTo>
                    <a:lnTo>
                      <a:pt x="0" y="50"/>
                    </a:lnTo>
                    <a:lnTo>
                      <a:pt x="0" y="60"/>
                    </a:lnTo>
                    <a:lnTo>
                      <a:pt x="10" y="60"/>
                    </a:lnTo>
                    <a:lnTo>
                      <a:pt x="10" y="81"/>
                    </a:lnTo>
                    <a:lnTo>
                      <a:pt x="20" y="91"/>
                    </a:lnTo>
                    <a:lnTo>
                      <a:pt x="30" y="91"/>
                    </a:lnTo>
                    <a:lnTo>
                      <a:pt x="51" y="91"/>
                    </a:lnTo>
                    <a:lnTo>
                      <a:pt x="61" y="91"/>
                    </a:lnTo>
                    <a:lnTo>
                      <a:pt x="71" y="91"/>
                    </a:lnTo>
                    <a:lnTo>
                      <a:pt x="81" y="81"/>
                    </a:lnTo>
                    <a:lnTo>
                      <a:pt x="81" y="70"/>
                    </a:lnTo>
                    <a:lnTo>
                      <a:pt x="91" y="60"/>
                    </a:lnTo>
                    <a:lnTo>
                      <a:pt x="91" y="40"/>
                    </a:lnTo>
                    <a:close/>
                  </a:path>
                </a:pathLst>
              </a:custGeom>
              <a:solidFill>
                <a:srgbClr val="FF0000"/>
              </a:solidFill>
              <a:ln w="9525">
                <a:noFill/>
                <a:round/>
                <a:headEnd/>
                <a:tailEnd/>
              </a:ln>
            </p:spPr>
            <p:txBody>
              <a:bodyPr/>
              <a:lstStyle/>
              <a:p>
                <a:pPr algn="ctr"/>
                <a:endParaRPr lang="pt-BR" sz="2400"/>
              </a:p>
            </p:txBody>
          </p:sp>
          <p:sp>
            <p:nvSpPr>
              <p:cNvPr id="88" name="Freeform 765"/>
              <p:cNvSpPr>
                <a:spLocks/>
              </p:cNvSpPr>
              <p:nvPr/>
            </p:nvSpPr>
            <p:spPr bwMode="auto">
              <a:xfrm>
                <a:off x="2015" y="1979"/>
                <a:ext cx="11" cy="11"/>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9"/>
                    </a:moveTo>
                    <a:lnTo>
                      <a:pt x="91" y="39"/>
                    </a:lnTo>
                    <a:lnTo>
                      <a:pt x="81" y="29"/>
                    </a:lnTo>
                    <a:lnTo>
                      <a:pt x="81" y="19"/>
                    </a:lnTo>
                    <a:lnTo>
                      <a:pt x="81" y="10"/>
                    </a:lnTo>
                    <a:lnTo>
                      <a:pt x="61" y="0"/>
                    </a:lnTo>
                    <a:lnTo>
                      <a:pt x="51" y="0"/>
                    </a:lnTo>
                    <a:lnTo>
                      <a:pt x="30" y="0"/>
                    </a:lnTo>
                    <a:lnTo>
                      <a:pt x="30" y="10"/>
                    </a:lnTo>
                    <a:lnTo>
                      <a:pt x="10" y="10"/>
                    </a:lnTo>
                    <a:lnTo>
                      <a:pt x="10" y="19"/>
                    </a:lnTo>
                    <a:lnTo>
                      <a:pt x="10" y="29"/>
                    </a:lnTo>
                    <a:lnTo>
                      <a:pt x="0" y="39"/>
                    </a:lnTo>
                    <a:lnTo>
                      <a:pt x="0" y="49"/>
                    </a:lnTo>
                    <a:lnTo>
                      <a:pt x="0" y="60"/>
                    </a:lnTo>
                    <a:lnTo>
                      <a:pt x="10" y="70"/>
                    </a:lnTo>
                    <a:lnTo>
                      <a:pt x="10" y="80"/>
                    </a:lnTo>
                    <a:lnTo>
                      <a:pt x="20" y="90"/>
                    </a:lnTo>
                    <a:lnTo>
                      <a:pt x="30" y="90"/>
                    </a:lnTo>
                    <a:lnTo>
                      <a:pt x="51" y="90"/>
                    </a:lnTo>
                    <a:lnTo>
                      <a:pt x="61" y="90"/>
                    </a:lnTo>
                    <a:lnTo>
                      <a:pt x="71" y="90"/>
                    </a:lnTo>
                    <a:lnTo>
                      <a:pt x="81" y="80"/>
                    </a:lnTo>
                    <a:lnTo>
                      <a:pt x="81" y="70"/>
                    </a:lnTo>
                    <a:lnTo>
                      <a:pt x="91" y="70"/>
                    </a:lnTo>
                    <a:lnTo>
                      <a:pt x="91" y="60"/>
                    </a:lnTo>
                    <a:lnTo>
                      <a:pt x="91" y="49"/>
                    </a:lnTo>
                    <a:close/>
                  </a:path>
                </a:pathLst>
              </a:custGeom>
              <a:solidFill>
                <a:srgbClr val="FF0000"/>
              </a:solidFill>
              <a:ln w="9525">
                <a:noFill/>
                <a:round/>
                <a:headEnd/>
                <a:tailEnd/>
              </a:ln>
            </p:spPr>
            <p:txBody>
              <a:bodyPr/>
              <a:lstStyle/>
              <a:p>
                <a:pPr algn="ctr"/>
                <a:endParaRPr lang="pt-BR" sz="2400"/>
              </a:p>
            </p:txBody>
          </p:sp>
          <p:sp>
            <p:nvSpPr>
              <p:cNvPr id="89" name="Freeform 766"/>
              <p:cNvSpPr>
                <a:spLocks/>
              </p:cNvSpPr>
              <p:nvPr/>
            </p:nvSpPr>
            <p:spPr bwMode="auto">
              <a:xfrm>
                <a:off x="2015" y="2040"/>
                <a:ext cx="11" cy="12"/>
              </a:xfrm>
              <a:custGeom>
                <a:avLst/>
                <a:gdLst>
                  <a:gd name="T0" fmla="*/ 0 w 91"/>
                  <a:gd name="T1" fmla="*/ 0 h 100"/>
                  <a:gd name="T2" fmla="*/ 0 w 91"/>
                  <a:gd name="T3" fmla="*/ 0 h 100"/>
                  <a:gd name="T4" fmla="*/ 0 w 91"/>
                  <a:gd name="T5" fmla="*/ 0 h 100"/>
                  <a:gd name="T6" fmla="*/ 0 w 91"/>
                  <a:gd name="T7" fmla="*/ 0 h 100"/>
                  <a:gd name="T8" fmla="*/ 0 w 91"/>
                  <a:gd name="T9" fmla="*/ 0 h 100"/>
                  <a:gd name="T10" fmla="*/ 0 w 91"/>
                  <a:gd name="T11" fmla="*/ 0 h 100"/>
                  <a:gd name="T12" fmla="*/ 0 w 91"/>
                  <a:gd name="T13" fmla="*/ 0 h 100"/>
                  <a:gd name="T14" fmla="*/ 0 w 91"/>
                  <a:gd name="T15" fmla="*/ 0 h 100"/>
                  <a:gd name="T16" fmla="*/ 0 w 91"/>
                  <a:gd name="T17" fmla="*/ 0 h 100"/>
                  <a:gd name="T18" fmla="*/ 0 w 91"/>
                  <a:gd name="T19" fmla="*/ 0 h 100"/>
                  <a:gd name="T20" fmla="*/ 0 w 91"/>
                  <a:gd name="T21" fmla="*/ 0 h 100"/>
                  <a:gd name="T22" fmla="*/ 0 w 91"/>
                  <a:gd name="T23" fmla="*/ 0 h 100"/>
                  <a:gd name="T24" fmla="*/ 0 w 91"/>
                  <a:gd name="T25" fmla="*/ 0 h 100"/>
                  <a:gd name="T26" fmla="*/ 0 w 91"/>
                  <a:gd name="T27" fmla="*/ 0 h 100"/>
                  <a:gd name="T28" fmla="*/ 0 w 91"/>
                  <a:gd name="T29" fmla="*/ 0 h 100"/>
                  <a:gd name="T30" fmla="*/ 0 w 91"/>
                  <a:gd name="T31" fmla="*/ 0 h 100"/>
                  <a:gd name="T32" fmla="*/ 0 w 91"/>
                  <a:gd name="T33" fmla="*/ 0 h 100"/>
                  <a:gd name="T34" fmla="*/ 0 w 91"/>
                  <a:gd name="T35" fmla="*/ 0 h 100"/>
                  <a:gd name="T36" fmla="*/ 0 w 91"/>
                  <a:gd name="T37" fmla="*/ 0 h 100"/>
                  <a:gd name="T38" fmla="*/ 0 w 91"/>
                  <a:gd name="T39" fmla="*/ 0 h 100"/>
                  <a:gd name="T40" fmla="*/ 0 w 91"/>
                  <a:gd name="T41" fmla="*/ 0 h 100"/>
                  <a:gd name="T42" fmla="*/ 0 w 91"/>
                  <a:gd name="T43" fmla="*/ 0 h 100"/>
                  <a:gd name="T44" fmla="*/ 0 w 91"/>
                  <a:gd name="T45" fmla="*/ 0 h 100"/>
                  <a:gd name="T46" fmla="*/ 0 w 91"/>
                  <a:gd name="T47" fmla="*/ 0 h 100"/>
                  <a:gd name="T48" fmla="*/ 0 w 91"/>
                  <a:gd name="T49" fmla="*/ 0 h 100"/>
                  <a:gd name="T50" fmla="*/ 0 w 91"/>
                  <a:gd name="T51" fmla="*/ 0 h 100"/>
                  <a:gd name="T52" fmla="*/ 0 w 91"/>
                  <a:gd name="T53" fmla="*/ 0 h 100"/>
                  <a:gd name="T54" fmla="*/ 0 w 91"/>
                  <a:gd name="T55" fmla="*/ 0 h 100"/>
                  <a:gd name="T56" fmla="*/ 0 w 91"/>
                  <a:gd name="T57" fmla="*/ 0 h 1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100"/>
                  <a:gd name="T89" fmla="*/ 91 w 91"/>
                  <a:gd name="T90" fmla="*/ 100 h 1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100">
                    <a:moveTo>
                      <a:pt x="91" y="50"/>
                    </a:moveTo>
                    <a:lnTo>
                      <a:pt x="91" y="40"/>
                    </a:lnTo>
                    <a:lnTo>
                      <a:pt x="81" y="30"/>
                    </a:lnTo>
                    <a:lnTo>
                      <a:pt x="81" y="21"/>
                    </a:lnTo>
                    <a:lnTo>
                      <a:pt x="81" y="11"/>
                    </a:lnTo>
                    <a:lnTo>
                      <a:pt x="61" y="0"/>
                    </a:lnTo>
                    <a:lnTo>
                      <a:pt x="51" y="0"/>
                    </a:lnTo>
                    <a:lnTo>
                      <a:pt x="30" y="0"/>
                    </a:lnTo>
                    <a:lnTo>
                      <a:pt x="30" y="11"/>
                    </a:lnTo>
                    <a:lnTo>
                      <a:pt x="10" y="11"/>
                    </a:lnTo>
                    <a:lnTo>
                      <a:pt x="10" y="21"/>
                    </a:lnTo>
                    <a:lnTo>
                      <a:pt x="10" y="30"/>
                    </a:lnTo>
                    <a:lnTo>
                      <a:pt x="0" y="40"/>
                    </a:lnTo>
                    <a:lnTo>
                      <a:pt x="0" y="50"/>
                    </a:lnTo>
                    <a:lnTo>
                      <a:pt x="0" y="60"/>
                    </a:lnTo>
                    <a:lnTo>
                      <a:pt x="10" y="70"/>
                    </a:lnTo>
                    <a:lnTo>
                      <a:pt x="10" y="80"/>
                    </a:lnTo>
                    <a:lnTo>
                      <a:pt x="20" y="90"/>
                    </a:lnTo>
                    <a:lnTo>
                      <a:pt x="30" y="90"/>
                    </a:lnTo>
                    <a:lnTo>
                      <a:pt x="30" y="100"/>
                    </a:lnTo>
                    <a:lnTo>
                      <a:pt x="51" y="100"/>
                    </a:lnTo>
                    <a:lnTo>
                      <a:pt x="61" y="100"/>
                    </a:lnTo>
                    <a:lnTo>
                      <a:pt x="71" y="90"/>
                    </a:lnTo>
                    <a:lnTo>
                      <a:pt x="81" y="80"/>
                    </a:lnTo>
                    <a:lnTo>
                      <a:pt x="91" y="70"/>
                    </a:lnTo>
                    <a:lnTo>
                      <a:pt x="91" y="60"/>
                    </a:lnTo>
                    <a:lnTo>
                      <a:pt x="91" y="50"/>
                    </a:lnTo>
                    <a:close/>
                  </a:path>
                </a:pathLst>
              </a:custGeom>
              <a:solidFill>
                <a:srgbClr val="FF0000"/>
              </a:solidFill>
              <a:ln w="9525">
                <a:noFill/>
                <a:round/>
                <a:headEnd/>
                <a:tailEnd/>
              </a:ln>
            </p:spPr>
            <p:txBody>
              <a:bodyPr/>
              <a:lstStyle/>
              <a:p>
                <a:pPr algn="ctr"/>
                <a:endParaRPr lang="pt-BR" sz="2400"/>
              </a:p>
            </p:txBody>
          </p:sp>
          <p:sp>
            <p:nvSpPr>
              <p:cNvPr id="90" name="Freeform 767"/>
              <p:cNvSpPr>
                <a:spLocks/>
              </p:cNvSpPr>
              <p:nvPr/>
            </p:nvSpPr>
            <p:spPr bwMode="auto">
              <a:xfrm>
                <a:off x="2015" y="2101"/>
                <a:ext cx="11" cy="11"/>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0"/>
                    </a:moveTo>
                    <a:lnTo>
                      <a:pt x="91" y="30"/>
                    </a:lnTo>
                    <a:lnTo>
                      <a:pt x="81" y="30"/>
                    </a:lnTo>
                    <a:lnTo>
                      <a:pt x="81" y="10"/>
                    </a:lnTo>
                    <a:lnTo>
                      <a:pt x="81" y="0"/>
                    </a:lnTo>
                    <a:lnTo>
                      <a:pt x="61" y="0"/>
                    </a:lnTo>
                    <a:lnTo>
                      <a:pt x="51" y="0"/>
                    </a:lnTo>
                    <a:lnTo>
                      <a:pt x="30" y="0"/>
                    </a:lnTo>
                    <a:lnTo>
                      <a:pt x="10" y="0"/>
                    </a:lnTo>
                    <a:lnTo>
                      <a:pt x="10" y="10"/>
                    </a:lnTo>
                    <a:lnTo>
                      <a:pt x="10" y="30"/>
                    </a:lnTo>
                    <a:lnTo>
                      <a:pt x="0" y="30"/>
                    </a:lnTo>
                    <a:lnTo>
                      <a:pt x="0" y="50"/>
                    </a:lnTo>
                    <a:lnTo>
                      <a:pt x="10" y="60"/>
                    </a:lnTo>
                    <a:lnTo>
                      <a:pt x="10" y="69"/>
                    </a:lnTo>
                    <a:lnTo>
                      <a:pt x="20" y="80"/>
                    </a:lnTo>
                    <a:lnTo>
                      <a:pt x="30" y="80"/>
                    </a:lnTo>
                    <a:lnTo>
                      <a:pt x="30" y="90"/>
                    </a:lnTo>
                    <a:lnTo>
                      <a:pt x="51" y="90"/>
                    </a:lnTo>
                    <a:lnTo>
                      <a:pt x="61" y="90"/>
                    </a:lnTo>
                    <a:lnTo>
                      <a:pt x="71" y="80"/>
                    </a:lnTo>
                    <a:lnTo>
                      <a:pt x="81" y="69"/>
                    </a:lnTo>
                    <a:lnTo>
                      <a:pt x="91" y="60"/>
                    </a:lnTo>
                    <a:lnTo>
                      <a:pt x="91" y="50"/>
                    </a:lnTo>
                    <a:lnTo>
                      <a:pt x="91" y="40"/>
                    </a:lnTo>
                    <a:close/>
                  </a:path>
                </a:pathLst>
              </a:custGeom>
              <a:solidFill>
                <a:srgbClr val="FF0000"/>
              </a:solidFill>
              <a:ln w="9525">
                <a:noFill/>
                <a:round/>
                <a:headEnd/>
                <a:tailEnd/>
              </a:ln>
            </p:spPr>
            <p:txBody>
              <a:bodyPr/>
              <a:lstStyle/>
              <a:p>
                <a:pPr algn="ctr"/>
                <a:endParaRPr lang="pt-BR" sz="2400"/>
              </a:p>
            </p:txBody>
          </p:sp>
          <p:sp>
            <p:nvSpPr>
              <p:cNvPr id="91" name="Freeform 768"/>
              <p:cNvSpPr>
                <a:spLocks/>
              </p:cNvSpPr>
              <p:nvPr/>
            </p:nvSpPr>
            <p:spPr bwMode="auto">
              <a:xfrm>
                <a:off x="2015" y="2161"/>
                <a:ext cx="11" cy="12"/>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1"/>
                    </a:moveTo>
                    <a:lnTo>
                      <a:pt x="91" y="31"/>
                    </a:lnTo>
                    <a:lnTo>
                      <a:pt x="81" y="31"/>
                    </a:lnTo>
                    <a:lnTo>
                      <a:pt x="81" y="10"/>
                    </a:lnTo>
                    <a:lnTo>
                      <a:pt x="61" y="0"/>
                    </a:lnTo>
                    <a:lnTo>
                      <a:pt x="51" y="0"/>
                    </a:lnTo>
                    <a:lnTo>
                      <a:pt x="30" y="0"/>
                    </a:lnTo>
                    <a:lnTo>
                      <a:pt x="30" y="10"/>
                    </a:lnTo>
                    <a:lnTo>
                      <a:pt x="10" y="10"/>
                    </a:lnTo>
                    <a:lnTo>
                      <a:pt x="10" y="31"/>
                    </a:lnTo>
                    <a:lnTo>
                      <a:pt x="0" y="31"/>
                    </a:lnTo>
                    <a:lnTo>
                      <a:pt x="0" y="51"/>
                    </a:lnTo>
                    <a:lnTo>
                      <a:pt x="0" y="61"/>
                    </a:lnTo>
                    <a:lnTo>
                      <a:pt x="10" y="61"/>
                    </a:lnTo>
                    <a:lnTo>
                      <a:pt x="10" y="80"/>
                    </a:lnTo>
                    <a:lnTo>
                      <a:pt x="20" y="80"/>
                    </a:lnTo>
                    <a:lnTo>
                      <a:pt x="30" y="80"/>
                    </a:lnTo>
                    <a:lnTo>
                      <a:pt x="30" y="90"/>
                    </a:lnTo>
                    <a:lnTo>
                      <a:pt x="51" y="90"/>
                    </a:lnTo>
                    <a:lnTo>
                      <a:pt x="61" y="90"/>
                    </a:lnTo>
                    <a:lnTo>
                      <a:pt x="71" y="80"/>
                    </a:lnTo>
                    <a:lnTo>
                      <a:pt x="81" y="80"/>
                    </a:lnTo>
                    <a:lnTo>
                      <a:pt x="81" y="70"/>
                    </a:lnTo>
                    <a:lnTo>
                      <a:pt x="91" y="61"/>
                    </a:lnTo>
                    <a:lnTo>
                      <a:pt x="91" y="41"/>
                    </a:lnTo>
                    <a:close/>
                  </a:path>
                </a:pathLst>
              </a:custGeom>
              <a:solidFill>
                <a:srgbClr val="FF0000"/>
              </a:solidFill>
              <a:ln w="9525">
                <a:noFill/>
                <a:round/>
                <a:headEnd/>
                <a:tailEnd/>
              </a:ln>
            </p:spPr>
            <p:txBody>
              <a:bodyPr/>
              <a:lstStyle/>
              <a:p>
                <a:pPr algn="ctr"/>
                <a:endParaRPr lang="pt-BR" sz="2400"/>
              </a:p>
            </p:txBody>
          </p:sp>
          <p:sp>
            <p:nvSpPr>
              <p:cNvPr id="92" name="Rectangle 769"/>
              <p:cNvSpPr>
                <a:spLocks noChangeArrowheads="1"/>
              </p:cNvSpPr>
              <p:nvPr/>
            </p:nvSpPr>
            <p:spPr bwMode="auto">
              <a:xfrm>
                <a:off x="2386" y="1704"/>
                <a:ext cx="408" cy="505"/>
              </a:xfrm>
              <a:prstGeom prst="rect">
                <a:avLst/>
              </a:prstGeom>
              <a:solidFill>
                <a:srgbClr val="000000"/>
              </a:solidFill>
              <a:ln w="9525">
                <a:noFill/>
                <a:miter lim="800000"/>
                <a:headEnd/>
                <a:tailEnd/>
              </a:ln>
            </p:spPr>
            <p:txBody>
              <a:bodyPr/>
              <a:lstStyle/>
              <a:p>
                <a:pPr algn="ctr"/>
                <a:endParaRPr lang="pt-BR" sz="2400"/>
              </a:p>
            </p:txBody>
          </p:sp>
          <p:sp>
            <p:nvSpPr>
              <p:cNvPr id="93" name="Freeform 770"/>
              <p:cNvSpPr>
                <a:spLocks/>
              </p:cNvSpPr>
              <p:nvPr/>
            </p:nvSpPr>
            <p:spPr bwMode="auto">
              <a:xfrm>
                <a:off x="2581" y="1739"/>
                <a:ext cx="11"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0"/>
                    </a:moveTo>
                    <a:lnTo>
                      <a:pt x="90" y="30"/>
                    </a:lnTo>
                    <a:lnTo>
                      <a:pt x="80" y="30"/>
                    </a:lnTo>
                    <a:lnTo>
                      <a:pt x="80" y="10"/>
                    </a:lnTo>
                    <a:lnTo>
                      <a:pt x="60" y="0"/>
                    </a:lnTo>
                    <a:lnTo>
                      <a:pt x="50" y="0"/>
                    </a:lnTo>
                    <a:lnTo>
                      <a:pt x="31" y="0"/>
                    </a:lnTo>
                    <a:lnTo>
                      <a:pt x="31" y="10"/>
                    </a:lnTo>
                    <a:lnTo>
                      <a:pt x="10" y="10"/>
                    </a:lnTo>
                    <a:lnTo>
                      <a:pt x="0" y="10"/>
                    </a:lnTo>
                    <a:lnTo>
                      <a:pt x="0" y="30"/>
                    </a:lnTo>
                    <a:lnTo>
                      <a:pt x="0" y="50"/>
                    </a:lnTo>
                    <a:lnTo>
                      <a:pt x="0" y="60"/>
                    </a:lnTo>
                    <a:lnTo>
                      <a:pt x="10" y="81"/>
                    </a:lnTo>
                    <a:lnTo>
                      <a:pt x="21" y="81"/>
                    </a:lnTo>
                    <a:lnTo>
                      <a:pt x="31" y="81"/>
                    </a:lnTo>
                    <a:lnTo>
                      <a:pt x="31" y="91"/>
                    </a:lnTo>
                    <a:lnTo>
                      <a:pt x="50" y="91"/>
                    </a:lnTo>
                    <a:lnTo>
                      <a:pt x="70" y="81"/>
                    </a:lnTo>
                    <a:lnTo>
                      <a:pt x="80" y="81"/>
                    </a:lnTo>
                    <a:lnTo>
                      <a:pt x="80" y="70"/>
                    </a:lnTo>
                    <a:lnTo>
                      <a:pt x="90" y="60"/>
                    </a:lnTo>
                    <a:lnTo>
                      <a:pt x="90" y="40"/>
                    </a:lnTo>
                    <a:close/>
                  </a:path>
                </a:pathLst>
              </a:custGeom>
              <a:solidFill>
                <a:srgbClr val="FF0000"/>
              </a:solidFill>
              <a:ln w="9525">
                <a:noFill/>
                <a:round/>
                <a:headEnd/>
                <a:tailEnd/>
              </a:ln>
            </p:spPr>
            <p:txBody>
              <a:bodyPr/>
              <a:lstStyle/>
              <a:p>
                <a:pPr algn="ctr"/>
                <a:endParaRPr lang="pt-BR" sz="2400"/>
              </a:p>
            </p:txBody>
          </p:sp>
          <p:sp>
            <p:nvSpPr>
              <p:cNvPr id="94" name="Freeform 771"/>
              <p:cNvSpPr>
                <a:spLocks/>
              </p:cNvSpPr>
              <p:nvPr/>
            </p:nvSpPr>
            <p:spPr bwMode="auto">
              <a:xfrm>
                <a:off x="2581" y="1798"/>
                <a:ext cx="11" cy="13"/>
              </a:xfrm>
              <a:custGeom>
                <a:avLst/>
                <a:gdLst>
                  <a:gd name="T0" fmla="*/ 0 w 90"/>
                  <a:gd name="T1" fmla="*/ 0 h 99"/>
                  <a:gd name="T2" fmla="*/ 0 w 90"/>
                  <a:gd name="T3" fmla="*/ 0 h 99"/>
                  <a:gd name="T4" fmla="*/ 0 w 90"/>
                  <a:gd name="T5" fmla="*/ 0 h 99"/>
                  <a:gd name="T6" fmla="*/ 0 w 90"/>
                  <a:gd name="T7" fmla="*/ 0 h 99"/>
                  <a:gd name="T8" fmla="*/ 0 w 90"/>
                  <a:gd name="T9" fmla="*/ 0 h 99"/>
                  <a:gd name="T10" fmla="*/ 0 w 90"/>
                  <a:gd name="T11" fmla="*/ 0 h 99"/>
                  <a:gd name="T12" fmla="*/ 0 w 90"/>
                  <a:gd name="T13" fmla="*/ 0 h 99"/>
                  <a:gd name="T14" fmla="*/ 0 w 90"/>
                  <a:gd name="T15" fmla="*/ 0 h 99"/>
                  <a:gd name="T16" fmla="*/ 0 w 90"/>
                  <a:gd name="T17" fmla="*/ 0 h 99"/>
                  <a:gd name="T18" fmla="*/ 0 w 90"/>
                  <a:gd name="T19" fmla="*/ 0 h 99"/>
                  <a:gd name="T20" fmla="*/ 0 w 90"/>
                  <a:gd name="T21" fmla="*/ 0 h 99"/>
                  <a:gd name="T22" fmla="*/ 0 w 90"/>
                  <a:gd name="T23" fmla="*/ 0 h 99"/>
                  <a:gd name="T24" fmla="*/ 0 w 90"/>
                  <a:gd name="T25" fmla="*/ 0 h 99"/>
                  <a:gd name="T26" fmla="*/ 0 w 90"/>
                  <a:gd name="T27" fmla="*/ 0 h 99"/>
                  <a:gd name="T28" fmla="*/ 0 w 90"/>
                  <a:gd name="T29" fmla="*/ 0 h 99"/>
                  <a:gd name="T30" fmla="*/ 0 w 90"/>
                  <a:gd name="T31" fmla="*/ 0 h 99"/>
                  <a:gd name="T32" fmla="*/ 0 w 90"/>
                  <a:gd name="T33" fmla="*/ 0 h 99"/>
                  <a:gd name="T34" fmla="*/ 0 w 90"/>
                  <a:gd name="T35" fmla="*/ 0 h 99"/>
                  <a:gd name="T36" fmla="*/ 0 w 90"/>
                  <a:gd name="T37" fmla="*/ 0 h 99"/>
                  <a:gd name="T38" fmla="*/ 0 w 90"/>
                  <a:gd name="T39" fmla="*/ 0 h 99"/>
                  <a:gd name="T40" fmla="*/ 0 w 90"/>
                  <a:gd name="T41" fmla="*/ 0 h 99"/>
                  <a:gd name="T42" fmla="*/ 0 w 90"/>
                  <a:gd name="T43" fmla="*/ 0 h 99"/>
                  <a:gd name="T44" fmla="*/ 0 w 90"/>
                  <a:gd name="T45" fmla="*/ 0 h 99"/>
                  <a:gd name="T46" fmla="*/ 0 w 90"/>
                  <a:gd name="T47" fmla="*/ 0 h 99"/>
                  <a:gd name="T48" fmla="*/ 0 w 90"/>
                  <a:gd name="T49" fmla="*/ 0 h 99"/>
                  <a:gd name="T50" fmla="*/ 0 w 90"/>
                  <a:gd name="T51" fmla="*/ 0 h 99"/>
                  <a:gd name="T52" fmla="*/ 0 w 90"/>
                  <a:gd name="T53" fmla="*/ 0 h 99"/>
                  <a:gd name="T54" fmla="*/ 0 w 90"/>
                  <a:gd name="T55" fmla="*/ 0 h 99"/>
                  <a:gd name="T56" fmla="*/ 0 w 90"/>
                  <a:gd name="T57" fmla="*/ 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9"/>
                  <a:gd name="T89" fmla="*/ 90 w 90"/>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9">
                    <a:moveTo>
                      <a:pt x="90" y="48"/>
                    </a:moveTo>
                    <a:lnTo>
                      <a:pt x="90" y="38"/>
                    </a:lnTo>
                    <a:lnTo>
                      <a:pt x="80" y="30"/>
                    </a:lnTo>
                    <a:lnTo>
                      <a:pt x="80" y="20"/>
                    </a:lnTo>
                    <a:lnTo>
                      <a:pt x="80" y="10"/>
                    </a:lnTo>
                    <a:lnTo>
                      <a:pt x="60" y="0"/>
                    </a:lnTo>
                    <a:lnTo>
                      <a:pt x="50" y="0"/>
                    </a:lnTo>
                    <a:lnTo>
                      <a:pt x="31" y="0"/>
                    </a:lnTo>
                    <a:lnTo>
                      <a:pt x="31" y="10"/>
                    </a:lnTo>
                    <a:lnTo>
                      <a:pt x="10" y="10"/>
                    </a:lnTo>
                    <a:lnTo>
                      <a:pt x="0" y="20"/>
                    </a:lnTo>
                    <a:lnTo>
                      <a:pt x="0" y="30"/>
                    </a:lnTo>
                    <a:lnTo>
                      <a:pt x="0" y="38"/>
                    </a:lnTo>
                    <a:lnTo>
                      <a:pt x="0" y="48"/>
                    </a:lnTo>
                    <a:lnTo>
                      <a:pt x="0" y="58"/>
                    </a:lnTo>
                    <a:lnTo>
                      <a:pt x="0" y="69"/>
                    </a:lnTo>
                    <a:lnTo>
                      <a:pt x="10" y="79"/>
                    </a:lnTo>
                    <a:lnTo>
                      <a:pt x="21" y="89"/>
                    </a:lnTo>
                    <a:lnTo>
                      <a:pt x="31" y="89"/>
                    </a:lnTo>
                    <a:lnTo>
                      <a:pt x="31" y="99"/>
                    </a:lnTo>
                    <a:lnTo>
                      <a:pt x="50" y="99"/>
                    </a:lnTo>
                    <a:lnTo>
                      <a:pt x="70" y="89"/>
                    </a:lnTo>
                    <a:lnTo>
                      <a:pt x="80" y="79"/>
                    </a:lnTo>
                    <a:lnTo>
                      <a:pt x="80" y="69"/>
                    </a:lnTo>
                    <a:lnTo>
                      <a:pt x="90" y="69"/>
                    </a:lnTo>
                    <a:lnTo>
                      <a:pt x="90" y="58"/>
                    </a:lnTo>
                    <a:lnTo>
                      <a:pt x="90" y="48"/>
                    </a:lnTo>
                    <a:close/>
                  </a:path>
                </a:pathLst>
              </a:custGeom>
              <a:solidFill>
                <a:srgbClr val="FF0000"/>
              </a:solidFill>
              <a:ln w="9525">
                <a:noFill/>
                <a:round/>
                <a:headEnd/>
                <a:tailEnd/>
              </a:ln>
            </p:spPr>
            <p:txBody>
              <a:bodyPr/>
              <a:lstStyle/>
              <a:p>
                <a:pPr algn="ctr"/>
                <a:endParaRPr lang="pt-BR" sz="2400"/>
              </a:p>
            </p:txBody>
          </p:sp>
          <p:sp>
            <p:nvSpPr>
              <p:cNvPr id="95" name="Freeform 772"/>
              <p:cNvSpPr>
                <a:spLocks/>
              </p:cNvSpPr>
              <p:nvPr/>
            </p:nvSpPr>
            <p:spPr bwMode="auto">
              <a:xfrm>
                <a:off x="2581" y="1860"/>
                <a:ext cx="11"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1"/>
                    </a:moveTo>
                    <a:lnTo>
                      <a:pt x="90" y="31"/>
                    </a:lnTo>
                    <a:lnTo>
                      <a:pt x="80" y="21"/>
                    </a:lnTo>
                    <a:lnTo>
                      <a:pt x="80" y="10"/>
                    </a:lnTo>
                    <a:lnTo>
                      <a:pt x="80" y="0"/>
                    </a:lnTo>
                    <a:lnTo>
                      <a:pt x="60" y="0"/>
                    </a:lnTo>
                    <a:lnTo>
                      <a:pt x="50" y="0"/>
                    </a:lnTo>
                    <a:lnTo>
                      <a:pt x="31" y="0"/>
                    </a:lnTo>
                    <a:lnTo>
                      <a:pt x="10" y="0"/>
                    </a:lnTo>
                    <a:lnTo>
                      <a:pt x="0" y="10"/>
                    </a:lnTo>
                    <a:lnTo>
                      <a:pt x="0" y="21"/>
                    </a:lnTo>
                    <a:lnTo>
                      <a:pt x="0" y="31"/>
                    </a:lnTo>
                    <a:lnTo>
                      <a:pt x="0" y="51"/>
                    </a:lnTo>
                    <a:lnTo>
                      <a:pt x="0" y="61"/>
                    </a:lnTo>
                    <a:lnTo>
                      <a:pt x="10" y="71"/>
                    </a:lnTo>
                    <a:lnTo>
                      <a:pt x="21" y="81"/>
                    </a:lnTo>
                    <a:lnTo>
                      <a:pt x="31" y="81"/>
                    </a:lnTo>
                    <a:lnTo>
                      <a:pt x="31" y="91"/>
                    </a:lnTo>
                    <a:lnTo>
                      <a:pt x="50" y="91"/>
                    </a:lnTo>
                    <a:lnTo>
                      <a:pt x="70" y="81"/>
                    </a:lnTo>
                    <a:lnTo>
                      <a:pt x="80" y="71"/>
                    </a:lnTo>
                    <a:lnTo>
                      <a:pt x="90" y="61"/>
                    </a:lnTo>
                    <a:lnTo>
                      <a:pt x="90" y="51"/>
                    </a:lnTo>
                    <a:lnTo>
                      <a:pt x="90" y="41"/>
                    </a:lnTo>
                    <a:close/>
                  </a:path>
                </a:pathLst>
              </a:custGeom>
              <a:solidFill>
                <a:srgbClr val="FF0000"/>
              </a:solidFill>
              <a:ln w="9525">
                <a:noFill/>
                <a:round/>
                <a:headEnd/>
                <a:tailEnd/>
              </a:ln>
            </p:spPr>
            <p:txBody>
              <a:bodyPr/>
              <a:lstStyle/>
              <a:p>
                <a:pPr algn="ctr"/>
                <a:endParaRPr lang="pt-BR" sz="2400"/>
              </a:p>
            </p:txBody>
          </p:sp>
          <p:sp>
            <p:nvSpPr>
              <p:cNvPr id="96" name="Freeform 773"/>
              <p:cNvSpPr>
                <a:spLocks/>
              </p:cNvSpPr>
              <p:nvPr/>
            </p:nvSpPr>
            <p:spPr bwMode="auto">
              <a:xfrm>
                <a:off x="2581" y="1919"/>
                <a:ext cx="11"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0"/>
                    </a:moveTo>
                    <a:lnTo>
                      <a:pt x="90" y="40"/>
                    </a:lnTo>
                    <a:lnTo>
                      <a:pt x="80" y="30"/>
                    </a:lnTo>
                    <a:lnTo>
                      <a:pt x="80" y="10"/>
                    </a:lnTo>
                    <a:lnTo>
                      <a:pt x="60" y="0"/>
                    </a:lnTo>
                    <a:lnTo>
                      <a:pt x="50" y="0"/>
                    </a:lnTo>
                    <a:lnTo>
                      <a:pt x="31" y="0"/>
                    </a:lnTo>
                    <a:lnTo>
                      <a:pt x="31" y="10"/>
                    </a:lnTo>
                    <a:lnTo>
                      <a:pt x="10" y="10"/>
                    </a:lnTo>
                    <a:lnTo>
                      <a:pt x="0" y="10"/>
                    </a:lnTo>
                    <a:lnTo>
                      <a:pt x="0" y="30"/>
                    </a:lnTo>
                    <a:lnTo>
                      <a:pt x="0" y="40"/>
                    </a:lnTo>
                    <a:lnTo>
                      <a:pt x="0" y="50"/>
                    </a:lnTo>
                    <a:lnTo>
                      <a:pt x="0" y="60"/>
                    </a:lnTo>
                    <a:lnTo>
                      <a:pt x="10" y="81"/>
                    </a:lnTo>
                    <a:lnTo>
                      <a:pt x="21" y="91"/>
                    </a:lnTo>
                    <a:lnTo>
                      <a:pt x="31" y="91"/>
                    </a:lnTo>
                    <a:lnTo>
                      <a:pt x="50" y="91"/>
                    </a:lnTo>
                    <a:lnTo>
                      <a:pt x="70" y="91"/>
                    </a:lnTo>
                    <a:lnTo>
                      <a:pt x="80" y="81"/>
                    </a:lnTo>
                    <a:lnTo>
                      <a:pt x="80" y="70"/>
                    </a:lnTo>
                    <a:lnTo>
                      <a:pt x="90" y="60"/>
                    </a:lnTo>
                    <a:lnTo>
                      <a:pt x="90" y="40"/>
                    </a:lnTo>
                    <a:close/>
                  </a:path>
                </a:pathLst>
              </a:custGeom>
              <a:solidFill>
                <a:srgbClr val="FF0000"/>
              </a:solidFill>
              <a:ln w="9525">
                <a:noFill/>
                <a:round/>
                <a:headEnd/>
                <a:tailEnd/>
              </a:ln>
            </p:spPr>
            <p:txBody>
              <a:bodyPr/>
              <a:lstStyle/>
              <a:p>
                <a:pPr algn="ctr"/>
                <a:endParaRPr lang="pt-BR" sz="2400"/>
              </a:p>
            </p:txBody>
          </p:sp>
          <p:sp>
            <p:nvSpPr>
              <p:cNvPr id="97" name="Freeform 774"/>
              <p:cNvSpPr>
                <a:spLocks/>
              </p:cNvSpPr>
              <p:nvPr/>
            </p:nvSpPr>
            <p:spPr bwMode="auto">
              <a:xfrm>
                <a:off x="2581" y="1979"/>
                <a:ext cx="11" cy="11"/>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9"/>
                    </a:moveTo>
                    <a:lnTo>
                      <a:pt x="90" y="39"/>
                    </a:lnTo>
                    <a:lnTo>
                      <a:pt x="80" y="29"/>
                    </a:lnTo>
                    <a:lnTo>
                      <a:pt x="80" y="19"/>
                    </a:lnTo>
                    <a:lnTo>
                      <a:pt x="80" y="10"/>
                    </a:lnTo>
                    <a:lnTo>
                      <a:pt x="60" y="0"/>
                    </a:lnTo>
                    <a:lnTo>
                      <a:pt x="50" y="0"/>
                    </a:lnTo>
                    <a:lnTo>
                      <a:pt x="31" y="0"/>
                    </a:lnTo>
                    <a:lnTo>
                      <a:pt x="31" y="10"/>
                    </a:lnTo>
                    <a:lnTo>
                      <a:pt x="10" y="10"/>
                    </a:lnTo>
                    <a:lnTo>
                      <a:pt x="0" y="19"/>
                    </a:lnTo>
                    <a:lnTo>
                      <a:pt x="0" y="29"/>
                    </a:lnTo>
                    <a:lnTo>
                      <a:pt x="0" y="39"/>
                    </a:lnTo>
                    <a:lnTo>
                      <a:pt x="0" y="49"/>
                    </a:lnTo>
                    <a:lnTo>
                      <a:pt x="0" y="60"/>
                    </a:lnTo>
                    <a:lnTo>
                      <a:pt x="0" y="70"/>
                    </a:lnTo>
                    <a:lnTo>
                      <a:pt x="10" y="80"/>
                    </a:lnTo>
                    <a:lnTo>
                      <a:pt x="21" y="90"/>
                    </a:lnTo>
                    <a:lnTo>
                      <a:pt x="31" y="90"/>
                    </a:lnTo>
                    <a:lnTo>
                      <a:pt x="50" y="90"/>
                    </a:lnTo>
                    <a:lnTo>
                      <a:pt x="70" y="90"/>
                    </a:lnTo>
                    <a:lnTo>
                      <a:pt x="80" y="80"/>
                    </a:lnTo>
                    <a:lnTo>
                      <a:pt x="80" y="70"/>
                    </a:lnTo>
                    <a:lnTo>
                      <a:pt x="90" y="70"/>
                    </a:lnTo>
                    <a:lnTo>
                      <a:pt x="90" y="60"/>
                    </a:lnTo>
                    <a:lnTo>
                      <a:pt x="90" y="49"/>
                    </a:lnTo>
                    <a:close/>
                  </a:path>
                </a:pathLst>
              </a:custGeom>
              <a:solidFill>
                <a:srgbClr val="FF0000"/>
              </a:solidFill>
              <a:ln w="9525">
                <a:noFill/>
                <a:round/>
                <a:headEnd/>
                <a:tailEnd/>
              </a:ln>
            </p:spPr>
            <p:txBody>
              <a:bodyPr/>
              <a:lstStyle/>
              <a:p>
                <a:pPr algn="ctr"/>
                <a:endParaRPr lang="pt-BR" sz="2400"/>
              </a:p>
            </p:txBody>
          </p:sp>
          <p:sp>
            <p:nvSpPr>
              <p:cNvPr id="98" name="Freeform 775"/>
              <p:cNvSpPr>
                <a:spLocks/>
              </p:cNvSpPr>
              <p:nvPr/>
            </p:nvSpPr>
            <p:spPr bwMode="auto">
              <a:xfrm>
                <a:off x="2581" y="2040"/>
                <a:ext cx="11" cy="12"/>
              </a:xfrm>
              <a:custGeom>
                <a:avLst/>
                <a:gdLst>
                  <a:gd name="T0" fmla="*/ 0 w 90"/>
                  <a:gd name="T1" fmla="*/ 0 h 100"/>
                  <a:gd name="T2" fmla="*/ 0 w 90"/>
                  <a:gd name="T3" fmla="*/ 0 h 100"/>
                  <a:gd name="T4" fmla="*/ 0 w 90"/>
                  <a:gd name="T5" fmla="*/ 0 h 100"/>
                  <a:gd name="T6" fmla="*/ 0 w 90"/>
                  <a:gd name="T7" fmla="*/ 0 h 100"/>
                  <a:gd name="T8" fmla="*/ 0 w 90"/>
                  <a:gd name="T9" fmla="*/ 0 h 100"/>
                  <a:gd name="T10" fmla="*/ 0 w 90"/>
                  <a:gd name="T11" fmla="*/ 0 h 100"/>
                  <a:gd name="T12" fmla="*/ 0 w 90"/>
                  <a:gd name="T13" fmla="*/ 0 h 100"/>
                  <a:gd name="T14" fmla="*/ 0 w 90"/>
                  <a:gd name="T15" fmla="*/ 0 h 100"/>
                  <a:gd name="T16" fmla="*/ 0 w 90"/>
                  <a:gd name="T17" fmla="*/ 0 h 100"/>
                  <a:gd name="T18" fmla="*/ 0 w 90"/>
                  <a:gd name="T19" fmla="*/ 0 h 100"/>
                  <a:gd name="T20" fmla="*/ 0 w 90"/>
                  <a:gd name="T21" fmla="*/ 0 h 100"/>
                  <a:gd name="T22" fmla="*/ 0 w 90"/>
                  <a:gd name="T23" fmla="*/ 0 h 100"/>
                  <a:gd name="T24" fmla="*/ 0 w 90"/>
                  <a:gd name="T25" fmla="*/ 0 h 100"/>
                  <a:gd name="T26" fmla="*/ 0 w 90"/>
                  <a:gd name="T27" fmla="*/ 0 h 100"/>
                  <a:gd name="T28" fmla="*/ 0 w 90"/>
                  <a:gd name="T29" fmla="*/ 0 h 100"/>
                  <a:gd name="T30" fmla="*/ 0 w 90"/>
                  <a:gd name="T31" fmla="*/ 0 h 100"/>
                  <a:gd name="T32" fmla="*/ 0 w 90"/>
                  <a:gd name="T33" fmla="*/ 0 h 100"/>
                  <a:gd name="T34" fmla="*/ 0 w 90"/>
                  <a:gd name="T35" fmla="*/ 0 h 100"/>
                  <a:gd name="T36" fmla="*/ 0 w 90"/>
                  <a:gd name="T37" fmla="*/ 0 h 100"/>
                  <a:gd name="T38" fmla="*/ 0 w 90"/>
                  <a:gd name="T39" fmla="*/ 0 h 100"/>
                  <a:gd name="T40" fmla="*/ 0 w 90"/>
                  <a:gd name="T41" fmla="*/ 0 h 100"/>
                  <a:gd name="T42" fmla="*/ 0 w 90"/>
                  <a:gd name="T43" fmla="*/ 0 h 100"/>
                  <a:gd name="T44" fmla="*/ 0 w 90"/>
                  <a:gd name="T45" fmla="*/ 0 h 100"/>
                  <a:gd name="T46" fmla="*/ 0 w 90"/>
                  <a:gd name="T47" fmla="*/ 0 h 100"/>
                  <a:gd name="T48" fmla="*/ 0 w 90"/>
                  <a:gd name="T49" fmla="*/ 0 h 100"/>
                  <a:gd name="T50" fmla="*/ 0 w 90"/>
                  <a:gd name="T51" fmla="*/ 0 h 100"/>
                  <a:gd name="T52" fmla="*/ 0 w 90"/>
                  <a:gd name="T53" fmla="*/ 0 h 100"/>
                  <a:gd name="T54" fmla="*/ 0 w 90"/>
                  <a:gd name="T55" fmla="*/ 0 h 100"/>
                  <a:gd name="T56" fmla="*/ 0 w 90"/>
                  <a:gd name="T57" fmla="*/ 0 h 1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100"/>
                  <a:gd name="T89" fmla="*/ 90 w 90"/>
                  <a:gd name="T90" fmla="*/ 100 h 1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100">
                    <a:moveTo>
                      <a:pt x="90" y="50"/>
                    </a:moveTo>
                    <a:lnTo>
                      <a:pt x="90" y="40"/>
                    </a:lnTo>
                    <a:lnTo>
                      <a:pt x="80" y="30"/>
                    </a:lnTo>
                    <a:lnTo>
                      <a:pt x="80" y="21"/>
                    </a:lnTo>
                    <a:lnTo>
                      <a:pt x="80" y="11"/>
                    </a:lnTo>
                    <a:lnTo>
                      <a:pt x="60" y="0"/>
                    </a:lnTo>
                    <a:lnTo>
                      <a:pt x="50" y="0"/>
                    </a:lnTo>
                    <a:lnTo>
                      <a:pt x="31" y="0"/>
                    </a:lnTo>
                    <a:lnTo>
                      <a:pt x="31" y="11"/>
                    </a:lnTo>
                    <a:lnTo>
                      <a:pt x="10" y="11"/>
                    </a:lnTo>
                    <a:lnTo>
                      <a:pt x="0" y="21"/>
                    </a:lnTo>
                    <a:lnTo>
                      <a:pt x="0" y="30"/>
                    </a:lnTo>
                    <a:lnTo>
                      <a:pt x="0" y="40"/>
                    </a:lnTo>
                    <a:lnTo>
                      <a:pt x="0" y="50"/>
                    </a:lnTo>
                    <a:lnTo>
                      <a:pt x="0" y="60"/>
                    </a:lnTo>
                    <a:lnTo>
                      <a:pt x="0" y="70"/>
                    </a:lnTo>
                    <a:lnTo>
                      <a:pt x="10" y="80"/>
                    </a:lnTo>
                    <a:lnTo>
                      <a:pt x="21" y="90"/>
                    </a:lnTo>
                    <a:lnTo>
                      <a:pt x="31" y="90"/>
                    </a:lnTo>
                    <a:lnTo>
                      <a:pt x="31" y="100"/>
                    </a:lnTo>
                    <a:lnTo>
                      <a:pt x="50" y="100"/>
                    </a:lnTo>
                    <a:lnTo>
                      <a:pt x="70" y="90"/>
                    </a:lnTo>
                    <a:lnTo>
                      <a:pt x="80" y="80"/>
                    </a:lnTo>
                    <a:lnTo>
                      <a:pt x="90" y="70"/>
                    </a:lnTo>
                    <a:lnTo>
                      <a:pt x="90" y="60"/>
                    </a:lnTo>
                    <a:lnTo>
                      <a:pt x="90" y="50"/>
                    </a:lnTo>
                    <a:close/>
                  </a:path>
                </a:pathLst>
              </a:custGeom>
              <a:solidFill>
                <a:srgbClr val="FF0000"/>
              </a:solidFill>
              <a:ln w="9525">
                <a:noFill/>
                <a:round/>
                <a:headEnd/>
                <a:tailEnd/>
              </a:ln>
            </p:spPr>
            <p:txBody>
              <a:bodyPr/>
              <a:lstStyle/>
              <a:p>
                <a:pPr algn="ctr"/>
                <a:endParaRPr lang="pt-BR" sz="2400"/>
              </a:p>
            </p:txBody>
          </p:sp>
          <p:sp>
            <p:nvSpPr>
              <p:cNvPr id="99" name="Freeform 776"/>
              <p:cNvSpPr>
                <a:spLocks/>
              </p:cNvSpPr>
              <p:nvPr/>
            </p:nvSpPr>
            <p:spPr bwMode="auto">
              <a:xfrm>
                <a:off x="2581" y="2101"/>
                <a:ext cx="11" cy="11"/>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0"/>
                    </a:moveTo>
                    <a:lnTo>
                      <a:pt x="90" y="30"/>
                    </a:lnTo>
                    <a:lnTo>
                      <a:pt x="80" y="30"/>
                    </a:lnTo>
                    <a:lnTo>
                      <a:pt x="80" y="10"/>
                    </a:lnTo>
                    <a:lnTo>
                      <a:pt x="80" y="0"/>
                    </a:lnTo>
                    <a:lnTo>
                      <a:pt x="60" y="0"/>
                    </a:lnTo>
                    <a:lnTo>
                      <a:pt x="50" y="0"/>
                    </a:lnTo>
                    <a:lnTo>
                      <a:pt x="31" y="0"/>
                    </a:lnTo>
                    <a:lnTo>
                      <a:pt x="10" y="0"/>
                    </a:lnTo>
                    <a:lnTo>
                      <a:pt x="0" y="10"/>
                    </a:lnTo>
                    <a:lnTo>
                      <a:pt x="0" y="30"/>
                    </a:lnTo>
                    <a:lnTo>
                      <a:pt x="0" y="50"/>
                    </a:lnTo>
                    <a:lnTo>
                      <a:pt x="0" y="60"/>
                    </a:lnTo>
                    <a:lnTo>
                      <a:pt x="10" y="69"/>
                    </a:lnTo>
                    <a:lnTo>
                      <a:pt x="21" y="80"/>
                    </a:lnTo>
                    <a:lnTo>
                      <a:pt x="31" y="80"/>
                    </a:lnTo>
                    <a:lnTo>
                      <a:pt x="31" y="90"/>
                    </a:lnTo>
                    <a:lnTo>
                      <a:pt x="50" y="90"/>
                    </a:lnTo>
                    <a:lnTo>
                      <a:pt x="70" y="80"/>
                    </a:lnTo>
                    <a:lnTo>
                      <a:pt x="80" y="69"/>
                    </a:lnTo>
                    <a:lnTo>
                      <a:pt x="90" y="60"/>
                    </a:lnTo>
                    <a:lnTo>
                      <a:pt x="90" y="50"/>
                    </a:lnTo>
                    <a:lnTo>
                      <a:pt x="90" y="40"/>
                    </a:lnTo>
                    <a:close/>
                  </a:path>
                </a:pathLst>
              </a:custGeom>
              <a:solidFill>
                <a:srgbClr val="FF0000"/>
              </a:solidFill>
              <a:ln w="9525">
                <a:noFill/>
                <a:round/>
                <a:headEnd/>
                <a:tailEnd/>
              </a:ln>
            </p:spPr>
            <p:txBody>
              <a:bodyPr/>
              <a:lstStyle/>
              <a:p>
                <a:pPr algn="ctr"/>
                <a:endParaRPr lang="pt-BR" sz="2400"/>
              </a:p>
            </p:txBody>
          </p:sp>
          <p:sp>
            <p:nvSpPr>
              <p:cNvPr id="100" name="Freeform 777"/>
              <p:cNvSpPr>
                <a:spLocks/>
              </p:cNvSpPr>
              <p:nvPr/>
            </p:nvSpPr>
            <p:spPr bwMode="auto">
              <a:xfrm>
                <a:off x="2581" y="2161"/>
                <a:ext cx="11" cy="12"/>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1"/>
                    </a:moveTo>
                    <a:lnTo>
                      <a:pt x="90" y="31"/>
                    </a:lnTo>
                    <a:lnTo>
                      <a:pt x="80" y="31"/>
                    </a:lnTo>
                    <a:lnTo>
                      <a:pt x="80" y="10"/>
                    </a:lnTo>
                    <a:lnTo>
                      <a:pt x="60" y="0"/>
                    </a:lnTo>
                    <a:lnTo>
                      <a:pt x="50" y="0"/>
                    </a:lnTo>
                    <a:lnTo>
                      <a:pt x="31" y="0"/>
                    </a:lnTo>
                    <a:lnTo>
                      <a:pt x="31" y="10"/>
                    </a:lnTo>
                    <a:lnTo>
                      <a:pt x="10" y="10"/>
                    </a:lnTo>
                    <a:lnTo>
                      <a:pt x="0" y="10"/>
                    </a:lnTo>
                    <a:lnTo>
                      <a:pt x="0" y="31"/>
                    </a:lnTo>
                    <a:lnTo>
                      <a:pt x="0" y="51"/>
                    </a:lnTo>
                    <a:lnTo>
                      <a:pt x="0" y="61"/>
                    </a:lnTo>
                    <a:lnTo>
                      <a:pt x="10" y="80"/>
                    </a:lnTo>
                    <a:lnTo>
                      <a:pt x="21" y="80"/>
                    </a:lnTo>
                    <a:lnTo>
                      <a:pt x="31" y="80"/>
                    </a:lnTo>
                    <a:lnTo>
                      <a:pt x="31" y="90"/>
                    </a:lnTo>
                    <a:lnTo>
                      <a:pt x="50" y="90"/>
                    </a:lnTo>
                    <a:lnTo>
                      <a:pt x="70" y="80"/>
                    </a:lnTo>
                    <a:lnTo>
                      <a:pt x="80" y="80"/>
                    </a:lnTo>
                    <a:lnTo>
                      <a:pt x="80" y="70"/>
                    </a:lnTo>
                    <a:lnTo>
                      <a:pt x="90" y="61"/>
                    </a:lnTo>
                    <a:lnTo>
                      <a:pt x="90" y="41"/>
                    </a:lnTo>
                    <a:close/>
                  </a:path>
                </a:pathLst>
              </a:custGeom>
              <a:solidFill>
                <a:srgbClr val="FF0000"/>
              </a:solidFill>
              <a:ln w="9525">
                <a:noFill/>
                <a:round/>
                <a:headEnd/>
                <a:tailEnd/>
              </a:ln>
            </p:spPr>
            <p:txBody>
              <a:bodyPr/>
              <a:lstStyle/>
              <a:p>
                <a:pPr algn="ctr"/>
                <a:endParaRPr lang="pt-BR" sz="2400"/>
              </a:p>
            </p:txBody>
          </p:sp>
          <p:sp>
            <p:nvSpPr>
              <p:cNvPr id="101" name="Rectangle 778"/>
              <p:cNvSpPr>
                <a:spLocks noChangeArrowheads="1"/>
              </p:cNvSpPr>
              <p:nvPr/>
            </p:nvSpPr>
            <p:spPr bwMode="auto">
              <a:xfrm>
                <a:off x="2966" y="1704"/>
                <a:ext cx="408" cy="505"/>
              </a:xfrm>
              <a:prstGeom prst="rect">
                <a:avLst/>
              </a:prstGeom>
              <a:solidFill>
                <a:srgbClr val="000000"/>
              </a:solidFill>
              <a:ln w="9525">
                <a:noFill/>
                <a:miter lim="800000"/>
                <a:headEnd/>
                <a:tailEnd/>
              </a:ln>
            </p:spPr>
            <p:txBody>
              <a:bodyPr/>
              <a:lstStyle/>
              <a:p>
                <a:pPr algn="ctr"/>
                <a:endParaRPr lang="pt-BR" sz="2400"/>
              </a:p>
            </p:txBody>
          </p:sp>
          <p:sp>
            <p:nvSpPr>
              <p:cNvPr id="102" name="Freeform 779"/>
              <p:cNvSpPr>
                <a:spLocks/>
              </p:cNvSpPr>
              <p:nvPr/>
            </p:nvSpPr>
            <p:spPr bwMode="auto">
              <a:xfrm>
                <a:off x="3160" y="1739"/>
                <a:ext cx="12"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0"/>
                    </a:moveTo>
                    <a:lnTo>
                      <a:pt x="91" y="30"/>
                    </a:lnTo>
                    <a:lnTo>
                      <a:pt x="81" y="30"/>
                    </a:lnTo>
                    <a:lnTo>
                      <a:pt x="81" y="10"/>
                    </a:lnTo>
                    <a:lnTo>
                      <a:pt x="61" y="0"/>
                    </a:lnTo>
                    <a:lnTo>
                      <a:pt x="50" y="0"/>
                    </a:lnTo>
                    <a:lnTo>
                      <a:pt x="40" y="0"/>
                    </a:lnTo>
                    <a:lnTo>
                      <a:pt x="30" y="10"/>
                    </a:lnTo>
                    <a:lnTo>
                      <a:pt x="10" y="10"/>
                    </a:lnTo>
                    <a:lnTo>
                      <a:pt x="10" y="30"/>
                    </a:lnTo>
                    <a:lnTo>
                      <a:pt x="0" y="30"/>
                    </a:lnTo>
                    <a:lnTo>
                      <a:pt x="0" y="50"/>
                    </a:lnTo>
                    <a:lnTo>
                      <a:pt x="0" y="60"/>
                    </a:lnTo>
                    <a:lnTo>
                      <a:pt x="10" y="60"/>
                    </a:lnTo>
                    <a:lnTo>
                      <a:pt x="10" y="81"/>
                    </a:lnTo>
                    <a:lnTo>
                      <a:pt x="20" y="81"/>
                    </a:lnTo>
                    <a:lnTo>
                      <a:pt x="30" y="81"/>
                    </a:lnTo>
                    <a:lnTo>
                      <a:pt x="40" y="91"/>
                    </a:lnTo>
                    <a:lnTo>
                      <a:pt x="50" y="91"/>
                    </a:lnTo>
                    <a:lnTo>
                      <a:pt x="61" y="91"/>
                    </a:lnTo>
                    <a:lnTo>
                      <a:pt x="71" y="81"/>
                    </a:lnTo>
                    <a:lnTo>
                      <a:pt x="81" y="81"/>
                    </a:lnTo>
                    <a:lnTo>
                      <a:pt x="81" y="70"/>
                    </a:lnTo>
                    <a:lnTo>
                      <a:pt x="91" y="60"/>
                    </a:lnTo>
                    <a:lnTo>
                      <a:pt x="91" y="40"/>
                    </a:lnTo>
                    <a:close/>
                  </a:path>
                </a:pathLst>
              </a:custGeom>
              <a:solidFill>
                <a:srgbClr val="FF0000"/>
              </a:solidFill>
              <a:ln w="9525">
                <a:noFill/>
                <a:round/>
                <a:headEnd/>
                <a:tailEnd/>
              </a:ln>
            </p:spPr>
            <p:txBody>
              <a:bodyPr/>
              <a:lstStyle/>
              <a:p>
                <a:pPr algn="ctr"/>
                <a:endParaRPr lang="pt-BR" sz="2400"/>
              </a:p>
            </p:txBody>
          </p:sp>
          <p:sp>
            <p:nvSpPr>
              <p:cNvPr id="103" name="Freeform 780"/>
              <p:cNvSpPr>
                <a:spLocks/>
              </p:cNvSpPr>
              <p:nvPr/>
            </p:nvSpPr>
            <p:spPr bwMode="auto">
              <a:xfrm>
                <a:off x="3160" y="1798"/>
                <a:ext cx="12" cy="13"/>
              </a:xfrm>
              <a:custGeom>
                <a:avLst/>
                <a:gdLst>
                  <a:gd name="T0" fmla="*/ 0 w 91"/>
                  <a:gd name="T1" fmla="*/ 0 h 99"/>
                  <a:gd name="T2" fmla="*/ 0 w 91"/>
                  <a:gd name="T3" fmla="*/ 0 h 99"/>
                  <a:gd name="T4" fmla="*/ 0 w 91"/>
                  <a:gd name="T5" fmla="*/ 0 h 99"/>
                  <a:gd name="T6" fmla="*/ 0 w 91"/>
                  <a:gd name="T7" fmla="*/ 0 h 99"/>
                  <a:gd name="T8" fmla="*/ 0 w 91"/>
                  <a:gd name="T9" fmla="*/ 0 h 99"/>
                  <a:gd name="T10" fmla="*/ 0 w 91"/>
                  <a:gd name="T11" fmla="*/ 0 h 99"/>
                  <a:gd name="T12" fmla="*/ 0 w 91"/>
                  <a:gd name="T13" fmla="*/ 0 h 99"/>
                  <a:gd name="T14" fmla="*/ 0 w 91"/>
                  <a:gd name="T15" fmla="*/ 0 h 99"/>
                  <a:gd name="T16" fmla="*/ 0 w 91"/>
                  <a:gd name="T17" fmla="*/ 0 h 99"/>
                  <a:gd name="T18" fmla="*/ 0 w 91"/>
                  <a:gd name="T19" fmla="*/ 0 h 99"/>
                  <a:gd name="T20" fmla="*/ 0 w 91"/>
                  <a:gd name="T21" fmla="*/ 0 h 99"/>
                  <a:gd name="T22" fmla="*/ 0 w 91"/>
                  <a:gd name="T23" fmla="*/ 0 h 99"/>
                  <a:gd name="T24" fmla="*/ 0 w 91"/>
                  <a:gd name="T25" fmla="*/ 0 h 99"/>
                  <a:gd name="T26" fmla="*/ 0 w 91"/>
                  <a:gd name="T27" fmla="*/ 0 h 99"/>
                  <a:gd name="T28" fmla="*/ 0 w 91"/>
                  <a:gd name="T29" fmla="*/ 0 h 99"/>
                  <a:gd name="T30" fmla="*/ 0 w 91"/>
                  <a:gd name="T31" fmla="*/ 0 h 99"/>
                  <a:gd name="T32" fmla="*/ 0 w 91"/>
                  <a:gd name="T33" fmla="*/ 0 h 99"/>
                  <a:gd name="T34" fmla="*/ 0 w 91"/>
                  <a:gd name="T35" fmla="*/ 0 h 99"/>
                  <a:gd name="T36" fmla="*/ 0 w 91"/>
                  <a:gd name="T37" fmla="*/ 0 h 99"/>
                  <a:gd name="T38" fmla="*/ 0 w 91"/>
                  <a:gd name="T39" fmla="*/ 0 h 99"/>
                  <a:gd name="T40" fmla="*/ 0 w 91"/>
                  <a:gd name="T41" fmla="*/ 0 h 99"/>
                  <a:gd name="T42" fmla="*/ 0 w 91"/>
                  <a:gd name="T43" fmla="*/ 0 h 99"/>
                  <a:gd name="T44" fmla="*/ 0 w 91"/>
                  <a:gd name="T45" fmla="*/ 0 h 99"/>
                  <a:gd name="T46" fmla="*/ 0 w 91"/>
                  <a:gd name="T47" fmla="*/ 0 h 99"/>
                  <a:gd name="T48" fmla="*/ 0 w 91"/>
                  <a:gd name="T49" fmla="*/ 0 h 99"/>
                  <a:gd name="T50" fmla="*/ 0 w 91"/>
                  <a:gd name="T51" fmla="*/ 0 h 99"/>
                  <a:gd name="T52" fmla="*/ 0 w 91"/>
                  <a:gd name="T53" fmla="*/ 0 h 99"/>
                  <a:gd name="T54" fmla="*/ 0 w 91"/>
                  <a:gd name="T55" fmla="*/ 0 h 99"/>
                  <a:gd name="T56" fmla="*/ 0 w 91"/>
                  <a:gd name="T57" fmla="*/ 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9"/>
                  <a:gd name="T89" fmla="*/ 91 w 91"/>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9">
                    <a:moveTo>
                      <a:pt x="91" y="48"/>
                    </a:moveTo>
                    <a:lnTo>
                      <a:pt x="91" y="38"/>
                    </a:lnTo>
                    <a:lnTo>
                      <a:pt x="81" y="30"/>
                    </a:lnTo>
                    <a:lnTo>
                      <a:pt x="81" y="20"/>
                    </a:lnTo>
                    <a:lnTo>
                      <a:pt x="81" y="10"/>
                    </a:lnTo>
                    <a:lnTo>
                      <a:pt x="61" y="0"/>
                    </a:lnTo>
                    <a:lnTo>
                      <a:pt x="50" y="0"/>
                    </a:lnTo>
                    <a:lnTo>
                      <a:pt x="40" y="0"/>
                    </a:lnTo>
                    <a:lnTo>
                      <a:pt x="30" y="10"/>
                    </a:lnTo>
                    <a:lnTo>
                      <a:pt x="10" y="10"/>
                    </a:lnTo>
                    <a:lnTo>
                      <a:pt x="10" y="20"/>
                    </a:lnTo>
                    <a:lnTo>
                      <a:pt x="10" y="30"/>
                    </a:lnTo>
                    <a:lnTo>
                      <a:pt x="0" y="38"/>
                    </a:lnTo>
                    <a:lnTo>
                      <a:pt x="0" y="48"/>
                    </a:lnTo>
                    <a:lnTo>
                      <a:pt x="0" y="58"/>
                    </a:lnTo>
                    <a:lnTo>
                      <a:pt x="10" y="69"/>
                    </a:lnTo>
                    <a:lnTo>
                      <a:pt x="10" y="79"/>
                    </a:lnTo>
                    <a:lnTo>
                      <a:pt x="20" y="89"/>
                    </a:lnTo>
                    <a:lnTo>
                      <a:pt x="30" y="89"/>
                    </a:lnTo>
                    <a:lnTo>
                      <a:pt x="40" y="99"/>
                    </a:lnTo>
                    <a:lnTo>
                      <a:pt x="50" y="99"/>
                    </a:lnTo>
                    <a:lnTo>
                      <a:pt x="61" y="99"/>
                    </a:lnTo>
                    <a:lnTo>
                      <a:pt x="71" y="89"/>
                    </a:lnTo>
                    <a:lnTo>
                      <a:pt x="81" y="79"/>
                    </a:lnTo>
                    <a:lnTo>
                      <a:pt x="81" y="69"/>
                    </a:lnTo>
                    <a:lnTo>
                      <a:pt x="91" y="69"/>
                    </a:lnTo>
                    <a:lnTo>
                      <a:pt x="91" y="58"/>
                    </a:lnTo>
                    <a:lnTo>
                      <a:pt x="91" y="48"/>
                    </a:lnTo>
                    <a:close/>
                  </a:path>
                </a:pathLst>
              </a:custGeom>
              <a:solidFill>
                <a:srgbClr val="FF0000"/>
              </a:solidFill>
              <a:ln w="9525">
                <a:noFill/>
                <a:round/>
                <a:headEnd/>
                <a:tailEnd/>
              </a:ln>
            </p:spPr>
            <p:txBody>
              <a:bodyPr/>
              <a:lstStyle/>
              <a:p>
                <a:pPr algn="ctr"/>
                <a:endParaRPr lang="pt-BR" sz="2400"/>
              </a:p>
            </p:txBody>
          </p:sp>
          <p:sp>
            <p:nvSpPr>
              <p:cNvPr id="104" name="Freeform 781"/>
              <p:cNvSpPr>
                <a:spLocks/>
              </p:cNvSpPr>
              <p:nvPr/>
            </p:nvSpPr>
            <p:spPr bwMode="auto">
              <a:xfrm>
                <a:off x="3160" y="1860"/>
                <a:ext cx="12"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1"/>
                    </a:moveTo>
                    <a:lnTo>
                      <a:pt x="91" y="31"/>
                    </a:lnTo>
                    <a:lnTo>
                      <a:pt x="81" y="21"/>
                    </a:lnTo>
                    <a:lnTo>
                      <a:pt x="81" y="10"/>
                    </a:lnTo>
                    <a:lnTo>
                      <a:pt x="81" y="0"/>
                    </a:lnTo>
                    <a:lnTo>
                      <a:pt x="61" y="0"/>
                    </a:lnTo>
                    <a:lnTo>
                      <a:pt x="50" y="0"/>
                    </a:lnTo>
                    <a:lnTo>
                      <a:pt x="40" y="0"/>
                    </a:lnTo>
                    <a:lnTo>
                      <a:pt x="30" y="0"/>
                    </a:lnTo>
                    <a:lnTo>
                      <a:pt x="10" y="0"/>
                    </a:lnTo>
                    <a:lnTo>
                      <a:pt x="10" y="10"/>
                    </a:lnTo>
                    <a:lnTo>
                      <a:pt x="10" y="21"/>
                    </a:lnTo>
                    <a:lnTo>
                      <a:pt x="0" y="31"/>
                    </a:lnTo>
                    <a:lnTo>
                      <a:pt x="0" y="51"/>
                    </a:lnTo>
                    <a:lnTo>
                      <a:pt x="10" y="61"/>
                    </a:lnTo>
                    <a:lnTo>
                      <a:pt x="10" y="71"/>
                    </a:lnTo>
                    <a:lnTo>
                      <a:pt x="20" y="81"/>
                    </a:lnTo>
                    <a:lnTo>
                      <a:pt x="30" y="81"/>
                    </a:lnTo>
                    <a:lnTo>
                      <a:pt x="40" y="91"/>
                    </a:lnTo>
                    <a:lnTo>
                      <a:pt x="50" y="91"/>
                    </a:lnTo>
                    <a:lnTo>
                      <a:pt x="61" y="91"/>
                    </a:lnTo>
                    <a:lnTo>
                      <a:pt x="71" y="81"/>
                    </a:lnTo>
                    <a:lnTo>
                      <a:pt x="81" y="71"/>
                    </a:lnTo>
                    <a:lnTo>
                      <a:pt x="91" y="61"/>
                    </a:lnTo>
                    <a:lnTo>
                      <a:pt x="91" y="51"/>
                    </a:lnTo>
                    <a:lnTo>
                      <a:pt x="91" y="41"/>
                    </a:lnTo>
                    <a:close/>
                  </a:path>
                </a:pathLst>
              </a:custGeom>
              <a:solidFill>
                <a:srgbClr val="FF0000"/>
              </a:solidFill>
              <a:ln w="9525">
                <a:noFill/>
                <a:round/>
                <a:headEnd/>
                <a:tailEnd/>
              </a:ln>
            </p:spPr>
            <p:txBody>
              <a:bodyPr/>
              <a:lstStyle/>
              <a:p>
                <a:pPr algn="ctr"/>
                <a:endParaRPr lang="pt-BR" sz="2400"/>
              </a:p>
            </p:txBody>
          </p:sp>
          <p:sp>
            <p:nvSpPr>
              <p:cNvPr id="105" name="Freeform 782"/>
              <p:cNvSpPr>
                <a:spLocks/>
              </p:cNvSpPr>
              <p:nvPr/>
            </p:nvSpPr>
            <p:spPr bwMode="auto">
              <a:xfrm>
                <a:off x="3160" y="1919"/>
                <a:ext cx="12"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0"/>
                    </a:moveTo>
                    <a:lnTo>
                      <a:pt x="91" y="40"/>
                    </a:lnTo>
                    <a:lnTo>
                      <a:pt x="81" y="30"/>
                    </a:lnTo>
                    <a:lnTo>
                      <a:pt x="81" y="10"/>
                    </a:lnTo>
                    <a:lnTo>
                      <a:pt x="61" y="0"/>
                    </a:lnTo>
                    <a:lnTo>
                      <a:pt x="50" y="0"/>
                    </a:lnTo>
                    <a:lnTo>
                      <a:pt x="40" y="0"/>
                    </a:lnTo>
                    <a:lnTo>
                      <a:pt x="30" y="10"/>
                    </a:lnTo>
                    <a:lnTo>
                      <a:pt x="10" y="10"/>
                    </a:lnTo>
                    <a:lnTo>
                      <a:pt x="10" y="30"/>
                    </a:lnTo>
                    <a:lnTo>
                      <a:pt x="0" y="40"/>
                    </a:lnTo>
                    <a:lnTo>
                      <a:pt x="0" y="50"/>
                    </a:lnTo>
                    <a:lnTo>
                      <a:pt x="0" y="60"/>
                    </a:lnTo>
                    <a:lnTo>
                      <a:pt x="10" y="60"/>
                    </a:lnTo>
                    <a:lnTo>
                      <a:pt x="10" y="81"/>
                    </a:lnTo>
                    <a:lnTo>
                      <a:pt x="20" y="91"/>
                    </a:lnTo>
                    <a:lnTo>
                      <a:pt x="30" y="91"/>
                    </a:lnTo>
                    <a:lnTo>
                      <a:pt x="40" y="91"/>
                    </a:lnTo>
                    <a:lnTo>
                      <a:pt x="50" y="91"/>
                    </a:lnTo>
                    <a:lnTo>
                      <a:pt x="61" y="91"/>
                    </a:lnTo>
                    <a:lnTo>
                      <a:pt x="71" y="91"/>
                    </a:lnTo>
                    <a:lnTo>
                      <a:pt x="81" y="81"/>
                    </a:lnTo>
                    <a:lnTo>
                      <a:pt x="81" y="70"/>
                    </a:lnTo>
                    <a:lnTo>
                      <a:pt x="91" y="60"/>
                    </a:lnTo>
                    <a:lnTo>
                      <a:pt x="91" y="40"/>
                    </a:lnTo>
                    <a:close/>
                  </a:path>
                </a:pathLst>
              </a:custGeom>
              <a:solidFill>
                <a:srgbClr val="FF0000"/>
              </a:solidFill>
              <a:ln w="9525">
                <a:noFill/>
                <a:round/>
                <a:headEnd/>
                <a:tailEnd/>
              </a:ln>
            </p:spPr>
            <p:txBody>
              <a:bodyPr/>
              <a:lstStyle/>
              <a:p>
                <a:pPr algn="ctr"/>
                <a:endParaRPr lang="pt-BR" sz="2400"/>
              </a:p>
            </p:txBody>
          </p:sp>
          <p:sp>
            <p:nvSpPr>
              <p:cNvPr id="106" name="Freeform 783"/>
              <p:cNvSpPr>
                <a:spLocks/>
              </p:cNvSpPr>
              <p:nvPr/>
            </p:nvSpPr>
            <p:spPr bwMode="auto">
              <a:xfrm>
                <a:off x="3160" y="1979"/>
                <a:ext cx="12" cy="11"/>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9"/>
                    </a:moveTo>
                    <a:lnTo>
                      <a:pt x="91" y="39"/>
                    </a:lnTo>
                    <a:lnTo>
                      <a:pt x="81" y="29"/>
                    </a:lnTo>
                    <a:lnTo>
                      <a:pt x="81" y="19"/>
                    </a:lnTo>
                    <a:lnTo>
                      <a:pt x="81" y="10"/>
                    </a:lnTo>
                    <a:lnTo>
                      <a:pt x="61" y="0"/>
                    </a:lnTo>
                    <a:lnTo>
                      <a:pt x="50" y="0"/>
                    </a:lnTo>
                    <a:lnTo>
                      <a:pt x="40" y="0"/>
                    </a:lnTo>
                    <a:lnTo>
                      <a:pt x="30" y="10"/>
                    </a:lnTo>
                    <a:lnTo>
                      <a:pt x="10" y="10"/>
                    </a:lnTo>
                    <a:lnTo>
                      <a:pt x="10" y="19"/>
                    </a:lnTo>
                    <a:lnTo>
                      <a:pt x="10" y="29"/>
                    </a:lnTo>
                    <a:lnTo>
                      <a:pt x="0" y="39"/>
                    </a:lnTo>
                    <a:lnTo>
                      <a:pt x="0" y="49"/>
                    </a:lnTo>
                    <a:lnTo>
                      <a:pt x="0" y="60"/>
                    </a:lnTo>
                    <a:lnTo>
                      <a:pt x="10" y="70"/>
                    </a:lnTo>
                    <a:lnTo>
                      <a:pt x="10" y="80"/>
                    </a:lnTo>
                    <a:lnTo>
                      <a:pt x="20" y="90"/>
                    </a:lnTo>
                    <a:lnTo>
                      <a:pt x="30" y="90"/>
                    </a:lnTo>
                    <a:lnTo>
                      <a:pt x="40" y="90"/>
                    </a:lnTo>
                    <a:lnTo>
                      <a:pt x="50" y="90"/>
                    </a:lnTo>
                    <a:lnTo>
                      <a:pt x="61" y="90"/>
                    </a:lnTo>
                    <a:lnTo>
                      <a:pt x="71" y="90"/>
                    </a:lnTo>
                    <a:lnTo>
                      <a:pt x="81" y="80"/>
                    </a:lnTo>
                    <a:lnTo>
                      <a:pt x="81" y="70"/>
                    </a:lnTo>
                    <a:lnTo>
                      <a:pt x="91" y="70"/>
                    </a:lnTo>
                    <a:lnTo>
                      <a:pt x="91" y="60"/>
                    </a:lnTo>
                    <a:lnTo>
                      <a:pt x="91" y="49"/>
                    </a:lnTo>
                    <a:close/>
                  </a:path>
                </a:pathLst>
              </a:custGeom>
              <a:solidFill>
                <a:srgbClr val="FF0000"/>
              </a:solidFill>
              <a:ln w="9525">
                <a:noFill/>
                <a:round/>
                <a:headEnd/>
                <a:tailEnd/>
              </a:ln>
            </p:spPr>
            <p:txBody>
              <a:bodyPr/>
              <a:lstStyle/>
              <a:p>
                <a:pPr algn="ctr"/>
                <a:endParaRPr lang="pt-BR" sz="2400"/>
              </a:p>
            </p:txBody>
          </p:sp>
          <p:sp>
            <p:nvSpPr>
              <p:cNvPr id="107" name="Freeform 784"/>
              <p:cNvSpPr>
                <a:spLocks/>
              </p:cNvSpPr>
              <p:nvPr/>
            </p:nvSpPr>
            <p:spPr bwMode="auto">
              <a:xfrm>
                <a:off x="3160" y="2040"/>
                <a:ext cx="12" cy="12"/>
              </a:xfrm>
              <a:custGeom>
                <a:avLst/>
                <a:gdLst>
                  <a:gd name="T0" fmla="*/ 0 w 91"/>
                  <a:gd name="T1" fmla="*/ 0 h 100"/>
                  <a:gd name="T2" fmla="*/ 0 w 91"/>
                  <a:gd name="T3" fmla="*/ 0 h 100"/>
                  <a:gd name="T4" fmla="*/ 0 w 91"/>
                  <a:gd name="T5" fmla="*/ 0 h 100"/>
                  <a:gd name="T6" fmla="*/ 0 w 91"/>
                  <a:gd name="T7" fmla="*/ 0 h 100"/>
                  <a:gd name="T8" fmla="*/ 0 w 91"/>
                  <a:gd name="T9" fmla="*/ 0 h 100"/>
                  <a:gd name="T10" fmla="*/ 0 w 91"/>
                  <a:gd name="T11" fmla="*/ 0 h 100"/>
                  <a:gd name="T12" fmla="*/ 0 w 91"/>
                  <a:gd name="T13" fmla="*/ 0 h 100"/>
                  <a:gd name="T14" fmla="*/ 0 w 91"/>
                  <a:gd name="T15" fmla="*/ 0 h 100"/>
                  <a:gd name="T16" fmla="*/ 0 w 91"/>
                  <a:gd name="T17" fmla="*/ 0 h 100"/>
                  <a:gd name="T18" fmla="*/ 0 w 91"/>
                  <a:gd name="T19" fmla="*/ 0 h 100"/>
                  <a:gd name="T20" fmla="*/ 0 w 91"/>
                  <a:gd name="T21" fmla="*/ 0 h 100"/>
                  <a:gd name="T22" fmla="*/ 0 w 91"/>
                  <a:gd name="T23" fmla="*/ 0 h 100"/>
                  <a:gd name="T24" fmla="*/ 0 w 91"/>
                  <a:gd name="T25" fmla="*/ 0 h 100"/>
                  <a:gd name="T26" fmla="*/ 0 w 91"/>
                  <a:gd name="T27" fmla="*/ 0 h 100"/>
                  <a:gd name="T28" fmla="*/ 0 w 91"/>
                  <a:gd name="T29" fmla="*/ 0 h 100"/>
                  <a:gd name="T30" fmla="*/ 0 w 91"/>
                  <a:gd name="T31" fmla="*/ 0 h 100"/>
                  <a:gd name="T32" fmla="*/ 0 w 91"/>
                  <a:gd name="T33" fmla="*/ 0 h 100"/>
                  <a:gd name="T34" fmla="*/ 0 w 91"/>
                  <a:gd name="T35" fmla="*/ 0 h 100"/>
                  <a:gd name="T36" fmla="*/ 0 w 91"/>
                  <a:gd name="T37" fmla="*/ 0 h 100"/>
                  <a:gd name="T38" fmla="*/ 0 w 91"/>
                  <a:gd name="T39" fmla="*/ 0 h 100"/>
                  <a:gd name="T40" fmla="*/ 0 w 91"/>
                  <a:gd name="T41" fmla="*/ 0 h 100"/>
                  <a:gd name="T42" fmla="*/ 0 w 91"/>
                  <a:gd name="T43" fmla="*/ 0 h 100"/>
                  <a:gd name="T44" fmla="*/ 0 w 91"/>
                  <a:gd name="T45" fmla="*/ 0 h 100"/>
                  <a:gd name="T46" fmla="*/ 0 w 91"/>
                  <a:gd name="T47" fmla="*/ 0 h 100"/>
                  <a:gd name="T48" fmla="*/ 0 w 91"/>
                  <a:gd name="T49" fmla="*/ 0 h 100"/>
                  <a:gd name="T50" fmla="*/ 0 w 91"/>
                  <a:gd name="T51" fmla="*/ 0 h 100"/>
                  <a:gd name="T52" fmla="*/ 0 w 91"/>
                  <a:gd name="T53" fmla="*/ 0 h 100"/>
                  <a:gd name="T54" fmla="*/ 0 w 91"/>
                  <a:gd name="T55" fmla="*/ 0 h 100"/>
                  <a:gd name="T56" fmla="*/ 0 w 91"/>
                  <a:gd name="T57" fmla="*/ 0 h 1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100"/>
                  <a:gd name="T89" fmla="*/ 91 w 91"/>
                  <a:gd name="T90" fmla="*/ 100 h 1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100">
                    <a:moveTo>
                      <a:pt x="91" y="50"/>
                    </a:moveTo>
                    <a:lnTo>
                      <a:pt x="91" y="40"/>
                    </a:lnTo>
                    <a:lnTo>
                      <a:pt x="81" y="30"/>
                    </a:lnTo>
                    <a:lnTo>
                      <a:pt x="81" y="21"/>
                    </a:lnTo>
                    <a:lnTo>
                      <a:pt x="81" y="11"/>
                    </a:lnTo>
                    <a:lnTo>
                      <a:pt x="61" y="0"/>
                    </a:lnTo>
                    <a:lnTo>
                      <a:pt x="50" y="0"/>
                    </a:lnTo>
                    <a:lnTo>
                      <a:pt x="40" y="0"/>
                    </a:lnTo>
                    <a:lnTo>
                      <a:pt x="30" y="11"/>
                    </a:lnTo>
                    <a:lnTo>
                      <a:pt x="10" y="11"/>
                    </a:lnTo>
                    <a:lnTo>
                      <a:pt x="10" y="21"/>
                    </a:lnTo>
                    <a:lnTo>
                      <a:pt x="10" y="30"/>
                    </a:lnTo>
                    <a:lnTo>
                      <a:pt x="0" y="40"/>
                    </a:lnTo>
                    <a:lnTo>
                      <a:pt x="0" y="50"/>
                    </a:lnTo>
                    <a:lnTo>
                      <a:pt x="0" y="60"/>
                    </a:lnTo>
                    <a:lnTo>
                      <a:pt x="10" y="70"/>
                    </a:lnTo>
                    <a:lnTo>
                      <a:pt x="10" y="80"/>
                    </a:lnTo>
                    <a:lnTo>
                      <a:pt x="20" y="90"/>
                    </a:lnTo>
                    <a:lnTo>
                      <a:pt x="30" y="90"/>
                    </a:lnTo>
                    <a:lnTo>
                      <a:pt x="40" y="100"/>
                    </a:lnTo>
                    <a:lnTo>
                      <a:pt x="50" y="100"/>
                    </a:lnTo>
                    <a:lnTo>
                      <a:pt x="61" y="100"/>
                    </a:lnTo>
                    <a:lnTo>
                      <a:pt x="71" y="90"/>
                    </a:lnTo>
                    <a:lnTo>
                      <a:pt x="81" y="80"/>
                    </a:lnTo>
                    <a:lnTo>
                      <a:pt x="91" y="70"/>
                    </a:lnTo>
                    <a:lnTo>
                      <a:pt x="91" y="60"/>
                    </a:lnTo>
                    <a:lnTo>
                      <a:pt x="91" y="50"/>
                    </a:lnTo>
                    <a:close/>
                  </a:path>
                </a:pathLst>
              </a:custGeom>
              <a:solidFill>
                <a:srgbClr val="FF0000"/>
              </a:solidFill>
              <a:ln w="9525">
                <a:noFill/>
                <a:round/>
                <a:headEnd/>
                <a:tailEnd/>
              </a:ln>
            </p:spPr>
            <p:txBody>
              <a:bodyPr/>
              <a:lstStyle/>
              <a:p>
                <a:pPr algn="ctr"/>
                <a:endParaRPr lang="pt-BR" sz="2400"/>
              </a:p>
            </p:txBody>
          </p:sp>
          <p:sp>
            <p:nvSpPr>
              <p:cNvPr id="108" name="Freeform 785"/>
              <p:cNvSpPr>
                <a:spLocks/>
              </p:cNvSpPr>
              <p:nvPr/>
            </p:nvSpPr>
            <p:spPr bwMode="auto">
              <a:xfrm>
                <a:off x="3160" y="2101"/>
                <a:ext cx="12" cy="11"/>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0"/>
                    </a:moveTo>
                    <a:lnTo>
                      <a:pt x="91" y="30"/>
                    </a:lnTo>
                    <a:lnTo>
                      <a:pt x="81" y="30"/>
                    </a:lnTo>
                    <a:lnTo>
                      <a:pt x="81" y="10"/>
                    </a:lnTo>
                    <a:lnTo>
                      <a:pt x="81" y="0"/>
                    </a:lnTo>
                    <a:lnTo>
                      <a:pt x="61" y="0"/>
                    </a:lnTo>
                    <a:lnTo>
                      <a:pt x="50" y="0"/>
                    </a:lnTo>
                    <a:lnTo>
                      <a:pt x="40" y="0"/>
                    </a:lnTo>
                    <a:lnTo>
                      <a:pt x="30" y="0"/>
                    </a:lnTo>
                    <a:lnTo>
                      <a:pt x="10" y="0"/>
                    </a:lnTo>
                    <a:lnTo>
                      <a:pt x="10" y="10"/>
                    </a:lnTo>
                    <a:lnTo>
                      <a:pt x="10" y="30"/>
                    </a:lnTo>
                    <a:lnTo>
                      <a:pt x="0" y="30"/>
                    </a:lnTo>
                    <a:lnTo>
                      <a:pt x="0" y="50"/>
                    </a:lnTo>
                    <a:lnTo>
                      <a:pt x="10" y="60"/>
                    </a:lnTo>
                    <a:lnTo>
                      <a:pt x="10" y="69"/>
                    </a:lnTo>
                    <a:lnTo>
                      <a:pt x="20" y="80"/>
                    </a:lnTo>
                    <a:lnTo>
                      <a:pt x="30" y="80"/>
                    </a:lnTo>
                    <a:lnTo>
                      <a:pt x="40" y="90"/>
                    </a:lnTo>
                    <a:lnTo>
                      <a:pt x="50" y="90"/>
                    </a:lnTo>
                    <a:lnTo>
                      <a:pt x="61" y="90"/>
                    </a:lnTo>
                    <a:lnTo>
                      <a:pt x="71" y="80"/>
                    </a:lnTo>
                    <a:lnTo>
                      <a:pt x="81" y="69"/>
                    </a:lnTo>
                    <a:lnTo>
                      <a:pt x="91" y="60"/>
                    </a:lnTo>
                    <a:lnTo>
                      <a:pt x="91" y="50"/>
                    </a:lnTo>
                    <a:lnTo>
                      <a:pt x="91" y="40"/>
                    </a:lnTo>
                    <a:close/>
                  </a:path>
                </a:pathLst>
              </a:custGeom>
              <a:solidFill>
                <a:srgbClr val="FF0000"/>
              </a:solidFill>
              <a:ln w="9525">
                <a:noFill/>
                <a:round/>
                <a:headEnd/>
                <a:tailEnd/>
              </a:ln>
            </p:spPr>
            <p:txBody>
              <a:bodyPr/>
              <a:lstStyle/>
              <a:p>
                <a:pPr algn="ctr"/>
                <a:endParaRPr lang="pt-BR" sz="2400"/>
              </a:p>
            </p:txBody>
          </p:sp>
          <p:sp>
            <p:nvSpPr>
              <p:cNvPr id="109" name="Freeform 786"/>
              <p:cNvSpPr>
                <a:spLocks/>
              </p:cNvSpPr>
              <p:nvPr/>
            </p:nvSpPr>
            <p:spPr bwMode="auto">
              <a:xfrm>
                <a:off x="3160" y="2161"/>
                <a:ext cx="12" cy="12"/>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1"/>
                    </a:moveTo>
                    <a:lnTo>
                      <a:pt x="91" y="31"/>
                    </a:lnTo>
                    <a:lnTo>
                      <a:pt x="81" y="31"/>
                    </a:lnTo>
                    <a:lnTo>
                      <a:pt x="81" y="10"/>
                    </a:lnTo>
                    <a:lnTo>
                      <a:pt x="61" y="0"/>
                    </a:lnTo>
                    <a:lnTo>
                      <a:pt x="50" y="0"/>
                    </a:lnTo>
                    <a:lnTo>
                      <a:pt x="40" y="0"/>
                    </a:lnTo>
                    <a:lnTo>
                      <a:pt x="30" y="10"/>
                    </a:lnTo>
                    <a:lnTo>
                      <a:pt x="10" y="10"/>
                    </a:lnTo>
                    <a:lnTo>
                      <a:pt x="10" y="31"/>
                    </a:lnTo>
                    <a:lnTo>
                      <a:pt x="0" y="31"/>
                    </a:lnTo>
                    <a:lnTo>
                      <a:pt x="0" y="51"/>
                    </a:lnTo>
                    <a:lnTo>
                      <a:pt x="0" y="61"/>
                    </a:lnTo>
                    <a:lnTo>
                      <a:pt x="10" y="61"/>
                    </a:lnTo>
                    <a:lnTo>
                      <a:pt x="10" y="80"/>
                    </a:lnTo>
                    <a:lnTo>
                      <a:pt x="20" y="80"/>
                    </a:lnTo>
                    <a:lnTo>
                      <a:pt x="30" y="80"/>
                    </a:lnTo>
                    <a:lnTo>
                      <a:pt x="40" y="90"/>
                    </a:lnTo>
                    <a:lnTo>
                      <a:pt x="50" y="90"/>
                    </a:lnTo>
                    <a:lnTo>
                      <a:pt x="61" y="90"/>
                    </a:lnTo>
                    <a:lnTo>
                      <a:pt x="71" y="80"/>
                    </a:lnTo>
                    <a:lnTo>
                      <a:pt x="81" y="80"/>
                    </a:lnTo>
                    <a:lnTo>
                      <a:pt x="81" y="70"/>
                    </a:lnTo>
                    <a:lnTo>
                      <a:pt x="91" y="61"/>
                    </a:lnTo>
                    <a:lnTo>
                      <a:pt x="91" y="41"/>
                    </a:lnTo>
                    <a:close/>
                  </a:path>
                </a:pathLst>
              </a:custGeom>
              <a:solidFill>
                <a:srgbClr val="FF0000"/>
              </a:solidFill>
              <a:ln w="9525">
                <a:noFill/>
                <a:round/>
                <a:headEnd/>
                <a:tailEnd/>
              </a:ln>
            </p:spPr>
            <p:txBody>
              <a:bodyPr/>
              <a:lstStyle/>
              <a:p>
                <a:pPr algn="ctr"/>
                <a:endParaRPr lang="pt-BR" sz="2400"/>
              </a:p>
            </p:txBody>
          </p:sp>
          <p:sp>
            <p:nvSpPr>
              <p:cNvPr id="110" name="Rectangle 787"/>
              <p:cNvSpPr>
                <a:spLocks noChangeArrowheads="1"/>
              </p:cNvSpPr>
              <p:nvPr/>
            </p:nvSpPr>
            <p:spPr bwMode="auto">
              <a:xfrm>
                <a:off x="3532" y="1704"/>
                <a:ext cx="407" cy="505"/>
              </a:xfrm>
              <a:prstGeom prst="rect">
                <a:avLst/>
              </a:prstGeom>
              <a:solidFill>
                <a:srgbClr val="000000"/>
              </a:solidFill>
              <a:ln w="9525">
                <a:noFill/>
                <a:miter lim="800000"/>
                <a:headEnd/>
                <a:tailEnd/>
              </a:ln>
            </p:spPr>
            <p:txBody>
              <a:bodyPr/>
              <a:lstStyle/>
              <a:p>
                <a:pPr algn="ctr"/>
                <a:endParaRPr lang="pt-BR" sz="2400"/>
              </a:p>
            </p:txBody>
          </p:sp>
          <p:sp>
            <p:nvSpPr>
              <p:cNvPr id="111" name="Freeform 788"/>
              <p:cNvSpPr>
                <a:spLocks/>
              </p:cNvSpPr>
              <p:nvPr/>
            </p:nvSpPr>
            <p:spPr bwMode="auto">
              <a:xfrm>
                <a:off x="3726" y="1739"/>
                <a:ext cx="12"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0"/>
                    </a:moveTo>
                    <a:lnTo>
                      <a:pt x="90" y="30"/>
                    </a:lnTo>
                    <a:lnTo>
                      <a:pt x="80" y="30"/>
                    </a:lnTo>
                    <a:lnTo>
                      <a:pt x="80" y="10"/>
                    </a:lnTo>
                    <a:lnTo>
                      <a:pt x="60" y="0"/>
                    </a:lnTo>
                    <a:lnTo>
                      <a:pt x="50" y="0"/>
                    </a:lnTo>
                    <a:lnTo>
                      <a:pt x="31" y="0"/>
                    </a:lnTo>
                    <a:lnTo>
                      <a:pt x="31" y="10"/>
                    </a:lnTo>
                    <a:lnTo>
                      <a:pt x="10" y="10"/>
                    </a:lnTo>
                    <a:lnTo>
                      <a:pt x="10" y="30"/>
                    </a:lnTo>
                    <a:lnTo>
                      <a:pt x="0" y="30"/>
                    </a:lnTo>
                    <a:lnTo>
                      <a:pt x="0" y="50"/>
                    </a:lnTo>
                    <a:lnTo>
                      <a:pt x="0" y="60"/>
                    </a:lnTo>
                    <a:lnTo>
                      <a:pt x="10" y="60"/>
                    </a:lnTo>
                    <a:lnTo>
                      <a:pt x="10" y="81"/>
                    </a:lnTo>
                    <a:lnTo>
                      <a:pt x="20" y="81"/>
                    </a:lnTo>
                    <a:lnTo>
                      <a:pt x="31" y="81"/>
                    </a:lnTo>
                    <a:lnTo>
                      <a:pt x="31" y="91"/>
                    </a:lnTo>
                    <a:lnTo>
                      <a:pt x="50" y="91"/>
                    </a:lnTo>
                    <a:lnTo>
                      <a:pt x="70" y="81"/>
                    </a:lnTo>
                    <a:lnTo>
                      <a:pt x="80" y="81"/>
                    </a:lnTo>
                    <a:lnTo>
                      <a:pt x="80" y="70"/>
                    </a:lnTo>
                    <a:lnTo>
                      <a:pt x="90" y="60"/>
                    </a:lnTo>
                    <a:lnTo>
                      <a:pt x="90" y="40"/>
                    </a:lnTo>
                    <a:close/>
                  </a:path>
                </a:pathLst>
              </a:custGeom>
              <a:solidFill>
                <a:srgbClr val="FF0000"/>
              </a:solidFill>
              <a:ln w="9525">
                <a:noFill/>
                <a:round/>
                <a:headEnd/>
                <a:tailEnd/>
              </a:ln>
            </p:spPr>
            <p:txBody>
              <a:bodyPr/>
              <a:lstStyle/>
              <a:p>
                <a:pPr algn="ctr"/>
                <a:endParaRPr lang="pt-BR" sz="2400"/>
              </a:p>
            </p:txBody>
          </p:sp>
          <p:sp>
            <p:nvSpPr>
              <p:cNvPr id="112" name="Freeform 789"/>
              <p:cNvSpPr>
                <a:spLocks/>
              </p:cNvSpPr>
              <p:nvPr/>
            </p:nvSpPr>
            <p:spPr bwMode="auto">
              <a:xfrm>
                <a:off x="3726" y="1798"/>
                <a:ext cx="12" cy="13"/>
              </a:xfrm>
              <a:custGeom>
                <a:avLst/>
                <a:gdLst>
                  <a:gd name="T0" fmla="*/ 0 w 90"/>
                  <a:gd name="T1" fmla="*/ 0 h 99"/>
                  <a:gd name="T2" fmla="*/ 0 w 90"/>
                  <a:gd name="T3" fmla="*/ 0 h 99"/>
                  <a:gd name="T4" fmla="*/ 0 w 90"/>
                  <a:gd name="T5" fmla="*/ 0 h 99"/>
                  <a:gd name="T6" fmla="*/ 0 w 90"/>
                  <a:gd name="T7" fmla="*/ 0 h 99"/>
                  <a:gd name="T8" fmla="*/ 0 w 90"/>
                  <a:gd name="T9" fmla="*/ 0 h 99"/>
                  <a:gd name="T10" fmla="*/ 0 w 90"/>
                  <a:gd name="T11" fmla="*/ 0 h 99"/>
                  <a:gd name="T12" fmla="*/ 0 w 90"/>
                  <a:gd name="T13" fmla="*/ 0 h 99"/>
                  <a:gd name="T14" fmla="*/ 0 w 90"/>
                  <a:gd name="T15" fmla="*/ 0 h 99"/>
                  <a:gd name="T16" fmla="*/ 0 w 90"/>
                  <a:gd name="T17" fmla="*/ 0 h 99"/>
                  <a:gd name="T18" fmla="*/ 0 w 90"/>
                  <a:gd name="T19" fmla="*/ 0 h 99"/>
                  <a:gd name="T20" fmla="*/ 0 w 90"/>
                  <a:gd name="T21" fmla="*/ 0 h 99"/>
                  <a:gd name="T22" fmla="*/ 0 w 90"/>
                  <a:gd name="T23" fmla="*/ 0 h 99"/>
                  <a:gd name="T24" fmla="*/ 0 w 90"/>
                  <a:gd name="T25" fmla="*/ 0 h 99"/>
                  <a:gd name="T26" fmla="*/ 0 w 90"/>
                  <a:gd name="T27" fmla="*/ 0 h 99"/>
                  <a:gd name="T28" fmla="*/ 0 w 90"/>
                  <a:gd name="T29" fmla="*/ 0 h 99"/>
                  <a:gd name="T30" fmla="*/ 0 w 90"/>
                  <a:gd name="T31" fmla="*/ 0 h 99"/>
                  <a:gd name="T32" fmla="*/ 0 w 90"/>
                  <a:gd name="T33" fmla="*/ 0 h 99"/>
                  <a:gd name="T34" fmla="*/ 0 w 90"/>
                  <a:gd name="T35" fmla="*/ 0 h 99"/>
                  <a:gd name="T36" fmla="*/ 0 w 90"/>
                  <a:gd name="T37" fmla="*/ 0 h 99"/>
                  <a:gd name="T38" fmla="*/ 0 w 90"/>
                  <a:gd name="T39" fmla="*/ 0 h 99"/>
                  <a:gd name="T40" fmla="*/ 0 w 90"/>
                  <a:gd name="T41" fmla="*/ 0 h 99"/>
                  <a:gd name="T42" fmla="*/ 0 w 90"/>
                  <a:gd name="T43" fmla="*/ 0 h 99"/>
                  <a:gd name="T44" fmla="*/ 0 w 90"/>
                  <a:gd name="T45" fmla="*/ 0 h 99"/>
                  <a:gd name="T46" fmla="*/ 0 w 90"/>
                  <a:gd name="T47" fmla="*/ 0 h 99"/>
                  <a:gd name="T48" fmla="*/ 0 w 90"/>
                  <a:gd name="T49" fmla="*/ 0 h 99"/>
                  <a:gd name="T50" fmla="*/ 0 w 90"/>
                  <a:gd name="T51" fmla="*/ 0 h 99"/>
                  <a:gd name="T52" fmla="*/ 0 w 90"/>
                  <a:gd name="T53" fmla="*/ 0 h 99"/>
                  <a:gd name="T54" fmla="*/ 0 w 90"/>
                  <a:gd name="T55" fmla="*/ 0 h 99"/>
                  <a:gd name="T56" fmla="*/ 0 w 90"/>
                  <a:gd name="T57" fmla="*/ 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9"/>
                  <a:gd name="T89" fmla="*/ 90 w 90"/>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9">
                    <a:moveTo>
                      <a:pt x="90" y="48"/>
                    </a:moveTo>
                    <a:lnTo>
                      <a:pt x="90" y="38"/>
                    </a:lnTo>
                    <a:lnTo>
                      <a:pt x="80" y="30"/>
                    </a:lnTo>
                    <a:lnTo>
                      <a:pt x="80" y="20"/>
                    </a:lnTo>
                    <a:lnTo>
                      <a:pt x="80" y="10"/>
                    </a:lnTo>
                    <a:lnTo>
                      <a:pt x="60" y="0"/>
                    </a:lnTo>
                    <a:lnTo>
                      <a:pt x="50" y="0"/>
                    </a:lnTo>
                    <a:lnTo>
                      <a:pt x="31" y="0"/>
                    </a:lnTo>
                    <a:lnTo>
                      <a:pt x="31" y="10"/>
                    </a:lnTo>
                    <a:lnTo>
                      <a:pt x="10" y="10"/>
                    </a:lnTo>
                    <a:lnTo>
                      <a:pt x="10" y="20"/>
                    </a:lnTo>
                    <a:lnTo>
                      <a:pt x="10" y="30"/>
                    </a:lnTo>
                    <a:lnTo>
                      <a:pt x="0" y="38"/>
                    </a:lnTo>
                    <a:lnTo>
                      <a:pt x="0" y="48"/>
                    </a:lnTo>
                    <a:lnTo>
                      <a:pt x="0" y="58"/>
                    </a:lnTo>
                    <a:lnTo>
                      <a:pt x="10" y="69"/>
                    </a:lnTo>
                    <a:lnTo>
                      <a:pt x="10" y="79"/>
                    </a:lnTo>
                    <a:lnTo>
                      <a:pt x="20" y="89"/>
                    </a:lnTo>
                    <a:lnTo>
                      <a:pt x="31" y="89"/>
                    </a:lnTo>
                    <a:lnTo>
                      <a:pt x="31" y="99"/>
                    </a:lnTo>
                    <a:lnTo>
                      <a:pt x="50" y="99"/>
                    </a:lnTo>
                    <a:lnTo>
                      <a:pt x="70" y="89"/>
                    </a:lnTo>
                    <a:lnTo>
                      <a:pt x="80" y="79"/>
                    </a:lnTo>
                    <a:lnTo>
                      <a:pt x="80" y="69"/>
                    </a:lnTo>
                    <a:lnTo>
                      <a:pt x="90" y="69"/>
                    </a:lnTo>
                    <a:lnTo>
                      <a:pt x="90" y="58"/>
                    </a:lnTo>
                    <a:lnTo>
                      <a:pt x="90" y="48"/>
                    </a:lnTo>
                    <a:close/>
                  </a:path>
                </a:pathLst>
              </a:custGeom>
              <a:solidFill>
                <a:srgbClr val="FF0000"/>
              </a:solidFill>
              <a:ln w="9525">
                <a:noFill/>
                <a:round/>
                <a:headEnd/>
                <a:tailEnd/>
              </a:ln>
            </p:spPr>
            <p:txBody>
              <a:bodyPr/>
              <a:lstStyle/>
              <a:p>
                <a:pPr algn="ctr"/>
                <a:endParaRPr lang="pt-BR" sz="2400"/>
              </a:p>
            </p:txBody>
          </p:sp>
          <p:sp>
            <p:nvSpPr>
              <p:cNvPr id="113" name="Freeform 790"/>
              <p:cNvSpPr>
                <a:spLocks/>
              </p:cNvSpPr>
              <p:nvPr/>
            </p:nvSpPr>
            <p:spPr bwMode="auto">
              <a:xfrm>
                <a:off x="3726" y="1860"/>
                <a:ext cx="12"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1"/>
                    </a:moveTo>
                    <a:lnTo>
                      <a:pt x="90" y="31"/>
                    </a:lnTo>
                    <a:lnTo>
                      <a:pt x="80" y="21"/>
                    </a:lnTo>
                    <a:lnTo>
                      <a:pt x="80" y="10"/>
                    </a:lnTo>
                    <a:lnTo>
                      <a:pt x="80" y="0"/>
                    </a:lnTo>
                    <a:lnTo>
                      <a:pt x="60" y="0"/>
                    </a:lnTo>
                    <a:lnTo>
                      <a:pt x="50" y="0"/>
                    </a:lnTo>
                    <a:lnTo>
                      <a:pt x="31" y="0"/>
                    </a:lnTo>
                    <a:lnTo>
                      <a:pt x="10" y="0"/>
                    </a:lnTo>
                    <a:lnTo>
                      <a:pt x="10" y="10"/>
                    </a:lnTo>
                    <a:lnTo>
                      <a:pt x="10" y="21"/>
                    </a:lnTo>
                    <a:lnTo>
                      <a:pt x="0" y="31"/>
                    </a:lnTo>
                    <a:lnTo>
                      <a:pt x="0" y="51"/>
                    </a:lnTo>
                    <a:lnTo>
                      <a:pt x="10" y="61"/>
                    </a:lnTo>
                    <a:lnTo>
                      <a:pt x="10" y="71"/>
                    </a:lnTo>
                    <a:lnTo>
                      <a:pt x="20" y="81"/>
                    </a:lnTo>
                    <a:lnTo>
                      <a:pt x="31" y="81"/>
                    </a:lnTo>
                    <a:lnTo>
                      <a:pt x="31" y="91"/>
                    </a:lnTo>
                    <a:lnTo>
                      <a:pt x="50" y="91"/>
                    </a:lnTo>
                    <a:lnTo>
                      <a:pt x="70" y="81"/>
                    </a:lnTo>
                    <a:lnTo>
                      <a:pt x="80" y="71"/>
                    </a:lnTo>
                    <a:lnTo>
                      <a:pt x="90" y="61"/>
                    </a:lnTo>
                    <a:lnTo>
                      <a:pt x="90" y="51"/>
                    </a:lnTo>
                    <a:lnTo>
                      <a:pt x="90" y="41"/>
                    </a:lnTo>
                    <a:close/>
                  </a:path>
                </a:pathLst>
              </a:custGeom>
              <a:solidFill>
                <a:srgbClr val="FF0000"/>
              </a:solidFill>
              <a:ln w="9525">
                <a:noFill/>
                <a:round/>
                <a:headEnd/>
                <a:tailEnd/>
              </a:ln>
            </p:spPr>
            <p:txBody>
              <a:bodyPr/>
              <a:lstStyle/>
              <a:p>
                <a:pPr algn="ctr"/>
                <a:endParaRPr lang="pt-BR" sz="2400"/>
              </a:p>
            </p:txBody>
          </p:sp>
          <p:sp>
            <p:nvSpPr>
              <p:cNvPr id="114" name="Freeform 791"/>
              <p:cNvSpPr>
                <a:spLocks/>
              </p:cNvSpPr>
              <p:nvPr/>
            </p:nvSpPr>
            <p:spPr bwMode="auto">
              <a:xfrm>
                <a:off x="3726" y="1919"/>
                <a:ext cx="12"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0"/>
                    </a:moveTo>
                    <a:lnTo>
                      <a:pt x="90" y="40"/>
                    </a:lnTo>
                    <a:lnTo>
                      <a:pt x="80" y="30"/>
                    </a:lnTo>
                    <a:lnTo>
                      <a:pt x="80" y="10"/>
                    </a:lnTo>
                    <a:lnTo>
                      <a:pt x="60" y="0"/>
                    </a:lnTo>
                    <a:lnTo>
                      <a:pt x="50" y="0"/>
                    </a:lnTo>
                    <a:lnTo>
                      <a:pt x="31" y="0"/>
                    </a:lnTo>
                    <a:lnTo>
                      <a:pt x="31" y="10"/>
                    </a:lnTo>
                    <a:lnTo>
                      <a:pt x="10" y="10"/>
                    </a:lnTo>
                    <a:lnTo>
                      <a:pt x="10" y="30"/>
                    </a:lnTo>
                    <a:lnTo>
                      <a:pt x="0" y="40"/>
                    </a:lnTo>
                    <a:lnTo>
                      <a:pt x="0" y="50"/>
                    </a:lnTo>
                    <a:lnTo>
                      <a:pt x="0" y="60"/>
                    </a:lnTo>
                    <a:lnTo>
                      <a:pt x="10" y="60"/>
                    </a:lnTo>
                    <a:lnTo>
                      <a:pt x="10" y="81"/>
                    </a:lnTo>
                    <a:lnTo>
                      <a:pt x="20" y="91"/>
                    </a:lnTo>
                    <a:lnTo>
                      <a:pt x="31" y="91"/>
                    </a:lnTo>
                    <a:lnTo>
                      <a:pt x="50" y="91"/>
                    </a:lnTo>
                    <a:lnTo>
                      <a:pt x="70" y="91"/>
                    </a:lnTo>
                    <a:lnTo>
                      <a:pt x="80" y="81"/>
                    </a:lnTo>
                    <a:lnTo>
                      <a:pt x="80" y="70"/>
                    </a:lnTo>
                    <a:lnTo>
                      <a:pt x="90" y="60"/>
                    </a:lnTo>
                    <a:lnTo>
                      <a:pt x="90" y="40"/>
                    </a:lnTo>
                    <a:close/>
                  </a:path>
                </a:pathLst>
              </a:custGeom>
              <a:solidFill>
                <a:srgbClr val="FF0000"/>
              </a:solidFill>
              <a:ln w="9525">
                <a:noFill/>
                <a:round/>
                <a:headEnd/>
                <a:tailEnd/>
              </a:ln>
            </p:spPr>
            <p:txBody>
              <a:bodyPr/>
              <a:lstStyle/>
              <a:p>
                <a:pPr algn="ctr"/>
                <a:endParaRPr lang="pt-BR" sz="2400"/>
              </a:p>
            </p:txBody>
          </p:sp>
          <p:sp>
            <p:nvSpPr>
              <p:cNvPr id="115" name="Freeform 792"/>
              <p:cNvSpPr>
                <a:spLocks/>
              </p:cNvSpPr>
              <p:nvPr/>
            </p:nvSpPr>
            <p:spPr bwMode="auto">
              <a:xfrm>
                <a:off x="3726" y="1979"/>
                <a:ext cx="12" cy="11"/>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9"/>
                    </a:moveTo>
                    <a:lnTo>
                      <a:pt x="90" y="39"/>
                    </a:lnTo>
                    <a:lnTo>
                      <a:pt x="80" y="29"/>
                    </a:lnTo>
                    <a:lnTo>
                      <a:pt x="80" y="19"/>
                    </a:lnTo>
                    <a:lnTo>
                      <a:pt x="80" y="10"/>
                    </a:lnTo>
                    <a:lnTo>
                      <a:pt x="60" y="0"/>
                    </a:lnTo>
                    <a:lnTo>
                      <a:pt x="50" y="0"/>
                    </a:lnTo>
                    <a:lnTo>
                      <a:pt x="31" y="0"/>
                    </a:lnTo>
                    <a:lnTo>
                      <a:pt x="31" y="10"/>
                    </a:lnTo>
                    <a:lnTo>
                      <a:pt x="10" y="10"/>
                    </a:lnTo>
                    <a:lnTo>
                      <a:pt x="10" y="19"/>
                    </a:lnTo>
                    <a:lnTo>
                      <a:pt x="10" y="29"/>
                    </a:lnTo>
                    <a:lnTo>
                      <a:pt x="0" y="39"/>
                    </a:lnTo>
                    <a:lnTo>
                      <a:pt x="0" y="49"/>
                    </a:lnTo>
                    <a:lnTo>
                      <a:pt x="0" y="60"/>
                    </a:lnTo>
                    <a:lnTo>
                      <a:pt x="10" y="70"/>
                    </a:lnTo>
                    <a:lnTo>
                      <a:pt x="10" y="80"/>
                    </a:lnTo>
                    <a:lnTo>
                      <a:pt x="20" y="90"/>
                    </a:lnTo>
                    <a:lnTo>
                      <a:pt x="31" y="90"/>
                    </a:lnTo>
                    <a:lnTo>
                      <a:pt x="50" y="90"/>
                    </a:lnTo>
                    <a:lnTo>
                      <a:pt x="70" y="90"/>
                    </a:lnTo>
                    <a:lnTo>
                      <a:pt x="80" y="80"/>
                    </a:lnTo>
                    <a:lnTo>
                      <a:pt x="80" y="70"/>
                    </a:lnTo>
                    <a:lnTo>
                      <a:pt x="90" y="70"/>
                    </a:lnTo>
                    <a:lnTo>
                      <a:pt x="90" y="60"/>
                    </a:lnTo>
                    <a:lnTo>
                      <a:pt x="90" y="49"/>
                    </a:lnTo>
                    <a:close/>
                  </a:path>
                </a:pathLst>
              </a:custGeom>
              <a:solidFill>
                <a:srgbClr val="FF0000"/>
              </a:solidFill>
              <a:ln w="9525">
                <a:noFill/>
                <a:round/>
                <a:headEnd/>
                <a:tailEnd/>
              </a:ln>
            </p:spPr>
            <p:txBody>
              <a:bodyPr/>
              <a:lstStyle/>
              <a:p>
                <a:pPr algn="ctr"/>
                <a:endParaRPr lang="pt-BR" sz="2400"/>
              </a:p>
            </p:txBody>
          </p:sp>
          <p:sp>
            <p:nvSpPr>
              <p:cNvPr id="116" name="Freeform 793"/>
              <p:cNvSpPr>
                <a:spLocks/>
              </p:cNvSpPr>
              <p:nvPr/>
            </p:nvSpPr>
            <p:spPr bwMode="auto">
              <a:xfrm>
                <a:off x="3726" y="2040"/>
                <a:ext cx="12" cy="12"/>
              </a:xfrm>
              <a:custGeom>
                <a:avLst/>
                <a:gdLst>
                  <a:gd name="T0" fmla="*/ 0 w 90"/>
                  <a:gd name="T1" fmla="*/ 0 h 100"/>
                  <a:gd name="T2" fmla="*/ 0 w 90"/>
                  <a:gd name="T3" fmla="*/ 0 h 100"/>
                  <a:gd name="T4" fmla="*/ 0 w 90"/>
                  <a:gd name="T5" fmla="*/ 0 h 100"/>
                  <a:gd name="T6" fmla="*/ 0 w 90"/>
                  <a:gd name="T7" fmla="*/ 0 h 100"/>
                  <a:gd name="T8" fmla="*/ 0 w 90"/>
                  <a:gd name="T9" fmla="*/ 0 h 100"/>
                  <a:gd name="T10" fmla="*/ 0 w 90"/>
                  <a:gd name="T11" fmla="*/ 0 h 100"/>
                  <a:gd name="T12" fmla="*/ 0 w 90"/>
                  <a:gd name="T13" fmla="*/ 0 h 100"/>
                  <a:gd name="T14" fmla="*/ 0 w 90"/>
                  <a:gd name="T15" fmla="*/ 0 h 100"/>
                  <a:gd name="T16" fmla="*/ 0 w 90"/>
                  <a:gd name="T17" fmla="*/ 0 h 100"/>
                  <a:gd name="T18" fmla="*/ 0 w 90"/>
                  <a:gd name="T19" fmla="*/ 0 h 100"/>
                  <a:gd name="T20" fmla="*/ 0 w 90"/>
                  <a:gd name="T21" fmla="*/ 0 h 100"/>
                  <a:gd name="T22" fmla="*/ 0 w 90"/>
                  <a:gd name="T23" fmla="*/ 0 h 100"/>
                  <a:gd name="T24" fmla="*/ 0 w 90"/>
                  <a:gd name="T25" fmla="*/ 0 h 100"/>
                  <a:gd name="T26" fmla="*/ 0 w 90"/>
                  <a:gd name="T27" fmla="*/ 0 h 100"/>
                  <a:gd name="T28" fmla="*/ 0 w 90"/>
                  <a:gd name="T29" fmla="*/ 0 h 100"/>
                  <a:gd name="T30" fmla="*/ 0 w 90"/>
                  <a:gd name="T31" fmla="*/ 0 h 100"/>
                  <a:gd name="T32" fmla="*/ 0 w 90"/>
                  <a:gd name="T33" fmla="*/ 0 h 100"/>
                  <a:gd name="T34" fmla="*/ 0 w 90"/>
                  <a:gd name="T35" fmla="*/ 0 h 100"/>
                  <a:gd name="T36" fmla="*/ 0 w 90"/>
                  <a:gd name="T37" fmla="*/ 0 h 100"/>
                  <a:gd name="T38" fmla="*/ 0 w 90"/>
                  <a:gd name="T39" fmla="*/ 0 h 100"/>
                  <a:gd name="T40" fmla="*/ 0 w 90"/>
                  <a:gd name="T41" fmla="*/ 0 h 100"/>
                  <a:gd name="T42" fmla="*/ 0 w 90"/>
                  <a:gd name="T43" fmla="*/ 0 h 100"/>
                  <a:gd name="T44" fmla="*/ 0 w 90"/>
                  <a:gd name="T45" fmla="*/ 0 h 100"/>
                  <a:gd name="T46" fmla="*/ 0 w 90"/>
                  <a:gd name="T47" fmla="*/ 0 h 100"/>
                  <a:gd name="T48" fmla="*/ 0 w 90"/>
                  <a:gd name="T49" fmla="*/ 0 h 100"/>
                  <a:gd name="T50" fmla="*/ 0 w 90"/>
                  <a:gd name="T51" fmla="*/ 0 h 100"/>
                  <a:gd name="T52" fmla="*/ 0 w 90"/>
                  <a:gd name="T53" fmla="*/ 0 h 100"/>
                  <a:gd name="T54" fmla="*/ 0 w 90"/>
                  <a:gd name="T55" fmla="*/ 0 h 100"/>
                  <a:gd name="T56" fmla="*/ 0 w 90"/>
                  <a:gd name="T57" fmla="*/ 0 h 1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100"/>
                  <a:gd name="T89" fmla="*/ 90 w 90"/>
                  <a:gd name="T90" fmla="*/ 100 h 1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100">
                    <a:moveTo>
                      <a:pt x="90" y="50"/>
                    </a:moveTo>
                    <a:lnTo>
                      <a:pt x="90" y="40"/>
                    </a:lnTo>
                    <a:lnTo>
                      <a:pt x="80" y="30"/>
                    </a:lnTo>
                    <a:lnTo>
                      <a:pt x="80" y="21"/>
                    </a:lnTo>
                    <a:lnTo>
                      <a:pt x="80" y="11"/>
                    </a:lnTo>
                    <a:lnTo>
                      <a:pt x="60" y="0"/>
                    </a:lnTo>
                    <a:lnTo>
                      <a:pt x="50" y="0"/>
                    </a:lnTo>
                    <a:lnTo>
                      <a:pt x="31" y="0"/>
                    </a:lnTo>
                    <a:lnTo>
                      <a:pt x="31" y="11"/>
                    </a:lnTo>
                    <a:lnTo>
                      <a:pt x="10" y="11"/>
                    </a:lnTo>
                    <a:lnTo>
                      <a:pt x="10" y="21"/>
                    </a:lnTo>
                    <a:lnTo>
                      <a:pt x="10" y="30"/>
                    </a:lnTo>
                    <a:lnTo>
                      <a:pt x="0" y="40"/>
                    </a:lnTo>
                    <a:lnTo>
                      <a:pt x="0" y="50"/>
                    </a:lnTo>
                    <a:lnTo>
                      <a:pt x="0" y="60"/>
                    </a:lnTo>
                    <a:lnTo>
                      <a:pt x="10" y="70"/>
                    </a:lnTo>
                    <a:lnTo>
                      <a:pt x="10" y="80"/>
                    </a:lnTo>
                    <a:lnTo>
                      <a:pt x="20" y="90"/>
                    </a:lnTo>
                    <a:lnTo>
                      <a:pt x="31" y="90"/>
                    </a:lnTo>
                    <a:lnTo>
                      <a:pt x="31" y="100"/>
                    </a:lnTo>
                    <a:lnTo>
                      <a:pt x="50" y="100"/>
                    </a:lnTo>
                    <a:lnTo>
                      <a:pt x="70" y="90"/>
                    </a:lnTo>
                    <a:lnTo>
                      <a:pt x="80" y="80"/>
                    </a:lnTo>
                    <a:lnTo>
                      <a:pt x="90" y="70"/>
                    </a:lnTo>
                    <a:lnTo>
                      <a:pt x="90" y="60"/>
                    </a:lnTo>
                    <a:lnTo>
                      <a:pt x="90" y="50"/>
                    </a:lnTo>
                    <a:close/>
                  </a:path>
                </a:pathLst>
              </a:custGeom>
              <a:solidFill>
                <a:srgbClr val="FF0000"/>
              </a:solidFill>
              <a:ln w="9525">
                <a:noFill/>
                <a:round/>
                <a:headEnd/>
                <a:tailEnd/>
              </a:ln>
            </p:spPr>
            <p:txBody>
              <a:bodyPr/>
              <a:lstStyle/>
              <a:p>
                <a:pPr algn="ctr"/>
                <a:endParaRPr lang="pt-BR" sz="2400"/>
              </a:p>
            </p:txBody>
          </p:sp>
          <p:sp>
            <p:nvSpPr>
              <p:cNvPr id="117" name="Freeform 794"/>
              <p:cNvSpPr>
                <a:spLocks/>
              </p:cNvSpPr>
              <p:nvPr/>
            </p:nvSpPr>
            <p:spPr bwMode="auto">
              <a:xfrm>
                <a:off x="3726" y="2101"/>
                <a:ext cx="12" cy="11"/>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0"/>
                    </a:moveTo>
                    <a:lnTo>
                      <a:pt x="90" y="30"/>
                    </a:lnTo>
                    <a:lnTo>
                      <a:pt x="80" y="30"/>
                    </a:lnTo>
                    <a:lnTo>
                      <a:pt x="80" y="10"/>
                    </a:lnTo>
                    <a:lnTo>
                      <a:pt x="80" y="0"/>
                    </a:lnTo>
                    <a:lnTo>
                      <a:pt x="60" y="0"/>
                    </a:lnTo>
                    <a:lnTo>
                      <a:pt x="50" y="0"/>
                    </a:lnTo>
                    <a:lnTo>
                      <a:pt x="31" y="0"/>
                    </a:lnTo>
                    <a:lnTo>
                      <a:pt x="10" y="0"/>
                    </a:lnTo>
                    <a:lnTo>
                      <a:pt x="10" y="10"/>
                    </a:lnTo>
                    <a:lnTo>
                      <a:pt x="10" y="30"/>
                    </a:lnTo>
                    <a:lnTo>
                      <a:pt x="0" y="30"/>
                    </a:lnTo>
                    <a:lnTo>
                      <a:pt x="0" y="50"/>
                    </a:lnTo>
                    <a:lnTo>
                      <a:pt x="10" y="60"/>
                    </a:lnTo>
                    <a:lnTo>
                      <a:pt x="10" y="69"/>
                    </a:lnTo>
                    <a:lnTo>
                      <a:pt x="20" y="80"/>
                    </a:lnTo>
                    <a:lnTo>
                      <a:pt x="31" y="80"/>
                    </a:lnTo>
                    <a:lnTo>
                      <a:pt x="31" y="90"/>
                    </a:lnTo>
                    <a:lnTo>
                      <a:pt x="50" y="90"/>
                    </a:lnTo>
                    <a:lnTo>
                      <a:pt x="70" y="80"/>
                    </a:lnTo>
                    <a:lnTo>
                      <a:pt x="80" y="69"/>
                    </a:lnTo>
                    <a:lnTo>
                      <a:pt x="90" y="60"/>
                    </a:lnTo>
                    <a:lnTo>
                      <a:pt x="90" y="50"/>
                    </a:lnTo>
                    <a:lnTo>
                      <a:pt x="90" y="40"/>
                    </a:lnTo>
                    <a:close/>
                  </a:path>
                </a:pathLst>
              </a:custGeom>
              <a:solidFill>
                <a:srgbClr val="FF0000"/>
              </a:solidFill>
              <a:ln w="9525">
                <a:noFill/>
                <a:round/>
                <a:headEnd/>
                <a:tailEnd/>
              </a:ln>
            </p:spPr>
            <p:txBody>
              <a:bodyPr/>
              <a:lstStyle/>
              <a:p>
                <a:pPr algn="ctr"/>
                <a:endParaRPr lang="pt-BR" sz="2400"/>
              </a:p>
            </p:txBody>
          </p:sp>
          <p:sp>
            <p:nvSpPr>
              <p:cNvPr id="118" name="Freeform 795"/>
              <p:cNvSpPr>
                <a:spLocks/>
              </p:cNvSpPr>
              <p:nvPr/>
            </p:nvSpPr>
            <p:spPr bwMode="auto">
              <a:xfrm>
                <a:off x="3726" y="2161"/>
                <a:ext cx="12" cy="12"/>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1"/>
                    </a:moveTo>
                    <a:lnTo>
                      <a:pt x="90" y="31"/>
                    </a:lnTo>
                    <a:lnTo>
                      <a:pt x="80" y="31"/>
                    </a:lnTo>
                    <a:lnTo>
                      <a:pt x="80" y="10"/>
                    </a:lnTo>
                    <a:lnTo>
                      <a:pt x="60" y="0"/>
                    </a:lnTo>
                    <a:lnTo>
                      <a:pt x="50" y="0"/>
                    </a:lnTo>
                    <a:lnTo>
                      <a:pt x="31" y="0"/>
                    </a:lnTo>
                    <a:lnTo>
                      <a:pt x="31" y="10"/>
                    </a:lnTo>
                    <a:lnTo>
                      <a:pt x="10" y="10"/>
                    </a:lnTo>
                    <a:lnTo>
                      <a:pt x="10" y="31"/>
                    </a:lnTo>
                    <a:lnTo>
                      <a:pt x="0" y="31"/>
                    </a:lnTo>
                    <a:lnTo>
                      <a:pt x="0" y="51"/>
                    </a:lnTo>
                    <a:lnTo>
                      <a:pt x="0" y="61"/>
                    </a:lnTo>
                    <a:lnTo>
                      <a:pt x="10" y="61"/>
                    </a:lnTo>
                    <a:lnTo>
                      <a:pt x="10" y="80"/>
                    </a:lnTo>
                    <a:lnTo>
                      <a:pt x="20" y="80"/>
                    </a:lnTo>
                    <a:lnTo>
                      <a:pt x="31" y="80"/>
                    </a:lnTo>
                    <a:lnTo>
                      <a:pt x="31" y="90"/>
                    </a:lnTo>
                    <a:lnTo>
                      <a:pt x="50" y="90"/>
                    </a:lnTo>
                    <a:lnTo>
                      <a:pt x="70" y="80"/>
                    </a:lnTo>
                    <a:lnTo>
                      <a:pt x="80" y="80"/>
                    </a:lnTo>
                    <a:lnTo>
                      <a:pt x="80" y="70"/>
                    </a:lnTo>
                    <a:lnTo>
                      <a:pt x="90" y="61"/>
                    </a:lnTo>
                    <a:lnTo>
                      <a:pt x="90" y="41"/>
                    </a:lnTo>
                    <a:close/>
                  </a:path>
                </a:pathLst>
              </a:custGeom>
              <a:solidFill>
                <a:srgbClr val="FF0000"/>
              </a:solidFill>
              <a:ln w="9525">
                <a:noFill/>
                <a:round/>
                <a:headEnd/>
                <a:tailEnd/>
              </a:ln>
            </p:spPr>
            <p:txBody>
              <a:bodyPr/>
              <a:lstStyle/>
              <a:p>
                <a:pPr algn="ctr"/>
                <a:endParaRPr lang="pt-BR" sz="2400"/>
              </a:p>
            </p:txBody>
          </p:sp>
        </p:grpSp>
        <p:grpSp>
          <p:nvGrpSpPr>
            <p:cNvPr id="18" name="Group 796"/>
            <p:cNvGrpSpPr>
              <a:grpSpLocks/>
            </p:cNvGrpSpPr>
            <p:nvPr/>
          </p:nvGrpSpPr>
          <p:grpSpPr bwMode="auto">
            <a:xfrm>
              <a:off x="5003800" y="5860230"/>
              <a:ext cx="815975" cy="670249"/>
              <a:chOff x="1841" y="1409"/>
              <a:chExt cx="1492" cy="1497"/>
            </a:xfrm>
          </p:grpSpPr>
          <p:sp>
            <p:nvSpPr>
              <p:cNvPr id="59" name="Freeform 797"/>
              <p:cNvSpPr>
                <a:spLocks/>
              </p:cNvSpPr>
              <p:nvPr/>
            </p:nvSpPr>
            <p:spPr bwMode="auto">
              <a:xfrm>
                <a:off x="2005" y="1576"/>
                <a:ext cx="1328" cy="1330"/>
              </a:xfrm>
              <a:custGeom>
                <a:avLst/>
                <a:gdLst>
                  <a:gd name="T0" fmla="*/ 0 w 10620"/>
                  <a:gd name="T1" fmla="*/ 0 h 10642"/>
                  <a:gd name="T2" fmla="*/ 0 w 10620"/>
                  <a:gd name="T3" fmla="*/ 0 h 10642"/>
                  <a:gd name="T4" fmla="*/ 0 w 10620"/>
                  <a:gd name="T5" fmla="*/ 0 h 10642"/>
                  <a:gd name="T6" fmla="*/ 0 w 10620"/>
                  <a:gd name="T7" fmla="*/ 0 h 10642"/>
                  <a:gd name="T8" fmla="*/ 0 w 10620"/>
                  <a:gd name="T9" fmla="*/ 0 h 10642"/>
                  <a:gd name="T10" fmla="*/ 0 w 10620"/>
                  <a:gd name="T11" fmla="*/ 0 h 10642"/>
                  <a:gd name="T12" fmla="*/ 0 w 10620"/>
                  <a:gd name="T13" fmla="*/ 0 h 10642"/>
                  <a:gd name="T14" fmla="*/ 0 60000 65536"/>
                  <a:gd name="T15" fmla="*/ 0 60000 65536"/>
                  <a:gd name="T16" fmla="*/ 0 60000 65536"/>
                  <a:gd name="T17" fmla="*/ 0 60000 65536"/>
                  <a:gd name="T18" fmla="*/ 0 60000 65536"/>
                  <a:gd name="T19" fmla="*/ 0 60000 65536"/>
                  <a:gd name="T20" fmla="*/ 0 60000 65536"/>
                  <a:gd name="T21" fmla="*/ 0 w 10620"/>
                  <a:gd name="T22" fmla="*/ 0 h 10642"/>
                  <a:gd name="T23" fmla="*/ 10620 w 10620"/>
                  <a:gd name="T24" fmla="*/ 10642 h 106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620" h="10642">
                    <a:moveTo>
                      <a:pt x="9290" y="0"/>
                    </a:moveTo>
                    <a:lnTo>
                      <a:pt x="9290" y="9311"/>
                    </a:lnTo>
                    <a:lnTo>
                      <a:pt x="0" y="9311"/>
                    </a:lnTo>
                    <a:lnTo>
                      <a:pt x="0" y="10642"/>
                    </a:lnTo>
                    <a:lnTo>
                      <a:pt x="10620" y="10642"/>
                    </a:lnTo>
                    <a:lnTo>
                      <a:pt x="10620" y="0"/>
                    </a:lnTo>
                    <a:lnTo>
                      <a:pt x="9290" y="0"/>
                    </a:lnTo>
                    <a:close/>
                  </a:path>
                </a:pathLst>
              </a:custGeom>
              <a:solidFill>
                <a:srgbClr val="000000"/>
              </a:solidFill>
              <a:ln w="9525">
                <a:noFill/>
                <a:round/>
                <a:headEnd/>
                <a:tailEnd/>
              </a:ln>
            </p:spPr>
            <p:txBody>
              <a:bodyPr/>
              <a:lstStyle/>
              <a:p>
                <a:pPr algn="ctr"/>
                <a:endParaRPr lang="pt-BR" sz="2400"/>
              </a:p>
            </p:txBody>
          </p:sp>
          <p:sp>
            <p:nvSpPr>
              <p:cNvPr id="60" name="Rectangle 798"/>
              <p:cNvSpPr>
                <a:spLocks noChangeArrowheads="1"/>
              </p:cNvSpPr>
              <p:nvPr/>
            </p:nvSpPr>
            <p:spPr bwMode="auto">
              <a:xfrm>
                <a:off x="1841" y="1409"/>
                <a:ext cx="1327" cy="1330"/>
              </a:xfrm>
              <a:prstGeom prst="rect">
                <a:avLst/>
              </a:prstGeom>
              <a:solidFill>
                <a:srgbClr val="00EAFF"/>
              </a:solidFill>
              <a:ln w="3175">
                <a:solidFill>
                  <a:srgbClr val="000000"/>
                </a:solidFill>
                <a:miter lim="800000"/>
                <a:headEnd/>
                <a:tailEnd/>
              </a:ln>
            </p:spPr>
            <p:txBody>
              <a:bodyPr/>
              <a:lstStyle/>
              <a:p>
                <a:pPr algn="ctr"/>
                <a:endParaRPr lang="pt-BR" sz="2400"/>
              </a:p>
            </p:txBody>
          </p:sp>
          <p:sp>
            <p:nvSpPr>
              <p:cNvPr id="61" name="Freeform 799"/>
              <p:cNvSpPr>
                <a:spLocks/>
              </p:cNvSpPr>
              <p:nvPr/>
            </p:nvSpPr>
            <p:spPr bwMode="auto">
              <a:xfrm>
                <a:off x="2298" y="1907"/>
                <a:ext cx="455" cy="271"/>
              </a:xfrm>
              <a:custGeom>
                <a:avLst/>
                <a:gdLst>
                  <a:gd name="T0" fmla="*/ 0 w 3642"/>
                  <a:gd name="T1" fmla="*/ 0 h 2163"/>
                  <a:gd name="T2" fmla="*/ 0 w 3642"/>
                  <a:gd name="T3" fmla="*/ 0 h 2163"/>
                  <a:gd name="T4" fmla="*/ 0 w 3642"/>
                  <a:gd name="T5" fmla="*/ 0 h 2163"/>
                  <a:gd name="T6" fmla="*/ 0 w 3642"/>
                  <a:gd name="T7" fmla="*/ 0 h 2163"/>
                  <a:gd name="T8" fmla="*/ 0 60000 65536"/>
                  <a:gd name="T9" fmla="*/ 0 60000 65536"/>
                  <a:gd name="T10" fmla="*/ 0 60000 65536"/>
                  <a:gd name="T11" fmla="*/ 0 60000 65536"/>
                  <a:gd name="T12" fmla="*/ 0 w 3642"/>
                  <a:gd name="T13" fmla="*/ 0 h 2163"/>
                  <a:gd name="T14" fmla="*/ 3642 w 3642"/>
                  <a:gd name="T15" fmla="*/ 2163 h 2163"/>
                </a:gdLst>
                <a:ahLst/>
                <a:cxnLst>
                  <a:cxn ang="T8">
                    <a:pos x="T0" y="T1"/>
                  </a:cxn>
                  <a:cxn ang="T9">
                    <a:pos x="T2" y="T3"/>
                  </a:cxn>
                  <a:cxn ang="T10">
                    <a:pos x="T4" y="T5"/>
                  </a:cxn>
                  <a:cxn ang="T11">
                    <a:pos x="T6" y="T7"/>
                  </a:cxn>
                </a:cxnLst>
                <a:rect l="T12" t="T13" r="T14" b="T15"/>
                <a:pathLst>
                  <a:path w="3642" h="2163">
                    <a:moveTo>
                      <a:pt x="1982" y="0"/>
                    </a:moveTo>
                    <a:lnTo>
                      <a:pt x="3642" y="0"/>
                    </a:lnTo>
                    <a:lnTo>
                      <a:pt x="3642" y="2163"/>
                    </a:lnTo>
                    <a:lnTo>
                      <a:pt x="0" y="2163"/>
                    </a:lnTo>
                  </a:path>
                </a:pathLst>
              </a:custGeom>
              <a:noFill/>
              <a:ln w="0">
                <a:solidFill>
                  <a:srgbClr val="000000"/>
                </a:solidFill>
                <a:round/>
                <a:headEnd/>
                <a:tailEnd/>
              </a:ln>
            </p:spPr>
            <p:txBody>
              <a:bodyPr/>
              <a:lstStyle/>
              <a:p>
                <a:pPr algn="ctr"/>
                <a:endParaRPr lang="pt-BR" sz="2400"/>
              </a:p>
            </p:txBody>
          </p:sp>
          <p:sp>
            <p:nvSpPr>
              <p:cNvPr id="62" name="Freeform 800"/>
              <p:cNvSpPr>
                <a:spLocks/>
              </p:cNvSpPr>
              <p:nvPr/>
            </p:nvSpPr>
            <p:spPr bwMode="auto">
              <a:xfrm>
                <a:off x="2546" y="2406"/>
                <a:ext cx="207" cy="333"/>
              </a:xfrm>
              <a:custGeom>
                <a:avLst/>
                <a:gdLst>
                  <a:gd name="T0" fmla="*/ 0 w 1660"/>
                  <a:gd name="T1" fmla="*/ 0 h 2670"/>
                  <a:gd name="T2" fmla="*/ 0 w 1660"/>
                  <a:gd name="T3" fmla="*/ 0 h 2670"/>
                  <a:gd name="T4" fmla="*/ 0 w 1660"/>
                  <a:gd name="T5" fmla="*/ 0 h 2670"/>
                  <a:gd name="T6" fmla="*/ 0 60000 65536"/>
                  <a:gd name="T7" fmla="*/ 0 60000 65536"/>
                  <a:gd name="T8" fmla="*/ 0 60000 65536"/>
                  <a:gd name="T9" fmla="*/ 0 w 1660"/>
                  <a:gd name="T10" fmla="*/ 0 h 2670"/>
                  <a:gd name="T11" fmla="*/ 1660 w 1660"/>
                  <a:gd name="T12" fmla="*/ 2670 h 2670"/>
                </a:gdLst>
                <a:ahLst/>
                <a:cxnLst>
                  <a:cxn ang="T6">
                    <a:pos x="T0" y="T1"/>
                  </a:cxn>
                  <a:cxn ang="T7">
                    <a:pos x="T2" y="T3"/>
                  </a:cxn>
                  <a:cxn ang="T8">
                    <a:pos x="T4" y="T5"/>
                  </a:cxn>
                </a:cxnLst>
                <a:rect l="T9" t="T10" r="T11" b="T12"/>
                <a:pathLst>
                  <a:path w="1660" h="2670">
                    <a:moveTo>
                      <a:pt x="0" y="0"/>
                    </a:moveTo>
                    <a:lnTo>
                      <a:pt x="1660" y="0"/>
                    </a:lnTo>
                    <a:lnTo>
                      <a:pt x="1660" y="2670"/>
                    </a:lnTo>
                  </a:path>
                </a:pathLst>
              </a:custGeom>
              <a:noFill/>
              <a:ln w="0">
                <a:solidFill>
                  <a:srgbClr val="000000"/>
                </a:solidFill>
                <a:round/>
                <a:headEnd/>
                <a:tailEnd/>
              </a:ln>
            </p:spPr>
            <p:txBody>
              <a:bodyPr/>
              <a:lstStyle/>
              <a:p>
                <a:pPr algn="ctr"/>
                <a:endParaRPr lang="pt-BR" sz="2400"/>
              </a:p>
            </p:txBody>
          </p:sp>
          <p:sp>
            <p:nvSpPr>
              <p:cNvPr id="63" name="Line 801"/>
              <p:cNvSpPr>
                <a:spLocks noChangeShapeType="1"/>
              </p:cNvSpPr>
              <p:nvPr/>
            </p:nvSpPr>
            <p:spPr bwMode="auto">
              <a:xfrm>
                <a:off x="2298" y="1680"/>
                <a:ext cx="1" cy="1058"/>
              </a:xfrm>
              <a:prstGeom prst="line">
                <a:avLst/>
              </a:prstGeom>
              <a:noFill/>
              <a:ln w="0">
                <a:solidFill>
                  <a:srgbClr val="000000"/>
                </a:solidFill>
                <a:round/>
                <a:headEnd/>
                <a:tailEnd/>
              </a:ln>
            </p:spPr>
            <p:txBody>
              <a:bodyPr/>
              <a:lstStyle/>
              <a:p>
                <a:endParaRPr lang="pt-BR" sz="2400"/>
              </a:p>
            </p:txBody>
          </p:sp>
          <p:sp>
            <p:nvSpPr>
              <p:cNvPr id="64" name="Freeform 802"/>
              <p:cNvSpPr>
                <a:spLocks/>
              </p:cNvSpPr>
              <p:nvPr/>
            </p:nvSpPr>
            <p:spPr bwMode="auto">
              <a:xfrm>
                <a:off x="2047" y="1785"/>
                <a:ext cx="497" cy="245"/>
              </a:xfrm>
              <a:custGeom>
                <a:avLst/>
                <a:gdLst>
                  <a:gd name="T0" fmla="*/ 0 w 3979"/>
                  <a:gd name="T1" fmla="*/ 0 h 1962"/>
                  <a:gd name="T2" fmla="*/ 0 w 3979"/>
                  <a:gd name="T3" fmla="*/ 0 h 1962"/>
                  <a:gd name="T4" fmla="*/ 0 w 3979"/>
                  <a:gd name="T5" fmla="*/ 0 h 1962"/>
                  <a:gd name="T6" fmla="*/ 0 w 3979"/>
                  <a:gd name="T7" fmla="*/ 0 h 1962"/>
                  <a:gd name="T8" fmla="*/ 0 w 3979"/>
                  <a:gd name="T9" fmla="*/ 0 h 1962"/>
                  <a:gd name="T10" fmla="*/ 0 60000 65536"/>
                  <a:gd name="T11" fmla="*/ 0 60000 65536"/>
                  <a:gd name="T12" fmla="*/ 0 60000 65536"/>
                  <a:gd name="T13" fmla="*/ 0 60000 65536"/>
                  <a:gd name="T14" fmla="*/ 0 60000 65536"/>
                  <a:gd name="T15" fmla="*/ 0 w 3979"/>
                  <a:gd name="T16" fmla="*/ 0 h 1962"/>
                  <a:gd name="T17" fmla="*/ 3979 w 3979"/>
                  <a:gd name="T18" fmla="*/ 1962 h 1962"/>
                </a:gdLst>
                <a:ahLst/>
                <a:cxnLst>
                  <a:cxn ang="T10">
                    <a:pos x="T0" y="T1"/>
                  </a:cxn>
                  <a:cxn ang="T11">
                    <a:pos x="T2" y="T3"/>
                  </a:cxn>
                  <a:cxn ang="T12">
                    <a:pos x="T4" y="T5"/>
                  </a:cxn>
                  <a:cxn ang="T13">
                    <a:pos x="T6" y="T7"/>
                  </a:cxn>
                  <a:cxn ang="T14">
                    <a:pos x="T8" y="T9"/>
                  </a:cxn>
                </a:cxnLst>
                <a:rect l="T15" t="T16" r="T17" b="T18"/>
                <a:pathLst>
                  <a:path w="3979" h="1962">
                    <a:moveTo>
                      <a:pt x="0" y="977"/>
                    </a:moveTo>
                    <a:lnTo>
                      <a:pt x="1998" y="0"/>
                    </a:lnTo>
                    <a:lnTo>
                      <a:pt x="3979" y="977"/>
                    </a:lnTo>
                    <a:lnTo>
                      <a:pt x="1998" y="1962"/>
                    </a:lnTo>
                    <a:lnTo>
                      <a:pt x="0" y="977"/>
                    </a:lnTo>
                    <a:close/>
                  </a:path>
                </a:pathLst>
              </a:custGeom>
              <a:solidFill>
                <a:srgbClr val="0CC10C"/>
              </a:solidFill>
              <a:ln w="0">
                <a:solidFill>
                  <a:srgbClr val="000000"/>
                </a:solidFill>
                <a:round/>
                <a:headEnd/>
                <a:tailEnd/>
              </a:ln>
            </p:spPr>
            <p:txBody>
              <a:bodyPr/>
              <a:lstStyle/>
              <a:p>
                <a:pPr algn="ctr"/>
                <a:endParaRPr lang="pt-BR" sz="2400"/>
              </a:p>
            </p:txBody>
          </p:sp>
          <p:sp>
            <p:nvSpPr>
              <p:cNvPr id="65" name="Freeform 803"/>
              <p:cNvSpPr>
                <a:spLocks/>
              </p:cNvSpPr>
              <p:nvPr/>
            </p:nvSpPr>
            <p:spPr bwMode="auto">
              <a:xfrm>
                <a:off x="2047" y="2282"/>
                <a:ext cx="497" cy="251"/>
              </a:xfrm>
              <a:custGeom>
                <a:avLst/>
                <a:gdLst>
                  <a:gd name="T0" fmla="*/ 0 w 3979"/>
                  <a:gd name="T1" fmla="*/ 0 h 2008"/>
                  <a:gd name="T2" fmla="*/ 0 w 3979"/>
                  <a:gd name="T3" fmla="*/ 0 h 2008"/>
                  <a:gd name="T4" fmla="*/ 0 w 3979"/>
                  <a:gd name="T5" fmla="*/ 0 h 2008"/>
                  <a:gd name="T6" fmla="*/ 0 w 3979"/>
                  <a:gd name="T7" fmla="*/ 0 h 2008"/>
                  <a:gd name="T8" fmla="*/ 0 w 3979"/>
                  <a:gd name="T9" fmla="*/ 0 h 2008"/>
                  <a:gd name="T10" fmla="*/ 0 60000 65536"/>
                  <a:gd name="T11" fmla="*/ 0 60000 65536"/>
                  <a:gd name="T12" fmla="*/ 0 60000 65536"/>
                  <a:gd name="T13" fmla="*/ 0 60000 65536"/>
                  <a:gd name="T14" fmla="*/ 0 60000 65536"/>
                  <a:gd name="T15" fmla="*/ 0 w 3979"/>
                  <a:gd name="T16" fmla="*/ 0 h 2008"/>
                  <a:gd name="T17" fmla="*/ 3979 w 3979"/>
                  <a:gd name="T18" fmla="*/ 2008 h 2008"/>
                </a:gdLst>
                <a:ahLst/>
                <a:cxnLst>
                  <a:cxn ang="T10">
                    <a:pos x="T0" y="T1"/>
                  </a:cxn>
                  <a:cxn ang="T11">
                    <a:pos x="T2" y="T3"/>
                  </a:cxn>
                  <a:cxn ang="T12">
                    <a:pos x="T4" y="T5"/>
                  </a:cxn>
                  <a:cxn ang="T13">
                    <a:pos x="T6" y="T7"/>
                  </a:cxn>
                  <a:cxn ang="T14">
                    <a:pos x="T8" y="T9"/>
                  </a:cxn>
                </a:cxnLst>
                <a:rect l="T15" t="T16" r="T17" b="T18"/>
                <a:pathLst>
                  <a:path w="3979" h="2008">
                    <a:moveTo>
                      <a:pt x="0" y="1001"/>
                    </a:moveTo>
                    <a:lnTo>
                      <a:pt x="1998" y="0"/>
                    </a:lnTo>
                    <a:lnTo>
                      <a:pt x="3979" y="1001"/>
                    </a:lnTo>
                    <a:lnTo>
                      <a:pt x="1998" y="2008"/>
                    </a:lnTo>
                    <a:lnTo>
                      <a:pt x="0" y="1001"/>
                    </a:lnTo>
                    <a:close/>
                  </a:path>
                </a:pathLst>
              </a:custGeom>
              <a:solidFill>
                <a:srgbClr val="0CC10C"/>
              </a:solidFill>
              <a:ln w="0">
                <a:solidFill>
                  <a:srgbClr val="000000"/>
                </a:solidFill>
                <a:round/>
                <a:headEnd/>
                <a:tailEnd/>
              </a:ln>
            </p:spPr>
            <p:txBody>
              <a:bodyPr/>
              <a:lstStyle/>
              <a:p>
                <a:pPr algn="ctr"/>
                <a:endParaRPr lang="pt-BR" sz="2400"/>
              </a:p>
            </p:txBody>
          </p:sp>
          <p:sp>
            <p:nvSpPr>
              <p:cNvPr id="66" name="Rectangle 804"/>
              <p:cNvSpPr>
                <a:spLocks noChangeArrowheads="1"/>
              </p:cNvSpPr>
              <p:nvPr/>
            </p:nvSpPr>
            <p:spPr bwMode="auto">
              <a:xfrm>
                <a:off x="2047" y="1453"/>
                <a:ext cx="499" cy="222"/>
              </a:xfrm>
              <a:prstGeom prst="rect">
                <a:avLst/>
              </a:prstGeom>
              <a:solidFill>
                <a:srgbClr val="FFEA00"/>
              </a:solidFill>
              <a:ln w="0">
                <a:solidFill>
                  <a:srgbClr val="000000"/>
                </a:solidFill>
                <a:miter lim="800000"/>
                <a:headEnd/>
                <a:tailEnd/>
              </a:ln>
            </p:spPr>
            <p:txBody>
              <a:bodyPr/>
              <a:lstStyle/>
              <a:p>
                <a:pPr algn="ctr"/>
                <a:endParaRPr lang="pt-BR" sz="2400"/>
              </a:p>
            </p:txBody>
          </p:sp>
          <p:sp>
            <p:nvSpPr>
              <p:cNvPr id="67" name="Rectangle 805"/>
              <p:cNvSpPr>
                <a:spLocks noChangeArrowheads="1"/>
              </p:cNvSpPr>
              <p:nvPr/>
            </p:nvSpPr>
            <p:spPr bwMode="auto">
              <a:xfrm>
                <a:off x="2509" y="2055"/>
                <a:ext cx="408" cy="202"/>
              </a:xfrm>
              <a:prstGeom prst="rect">
                <a:avLst/>
              </a:prstGeom>
              <a:solidFill>
                <a:srgbClr val="FF0000"/>
              </a:solidFill>
              <a:ln w="0">
                <a:solidFill>
                  <a:srgbClr val="000000"/>
                </a:solidFill>
                <a:miter lim="800000"/>
                <a:headEnd/>
                <a:tailEnd/>
              </a:ln>
            </p:spPr>
            <p:txBody>
              <a:bodyPr/>
              <a:lstStyle/>
              <a:p>
                <a:pPr algn="ctr"/>
                <a:endParaRPr lang="pt-BR" sz="2400"/>
              </a:p>
            </p:txBody>
          </p:sp>
          <p:sp>
            <p:nvSpPr>
              <p:cNvPr id="68" name="Rectangle 806"/>
              <p:cNvSpPr>
                <a:spLocks noChangeArrowheads="1"/>
              </p:cNvSpPr>
              <p:nvPr/>
            </p:nvSpPr>
            <p:spPr bwMode="auto">
              <a:xfrm>
                <a:off x="2509" y="2533"/>
                <a:ext cx="408" cy="162"/>
              </a:xfrm>
              <a:prstGeom prst="rect">
                <a:avLst/>
              </a:prstGeom>
              <a:solidFill>
                <a:srgbClr val="FFEA00"/>
              </a:solidFill>
              <a:ln w="0">
                <a:solidFill>
                  <a:srgbClr val="000000"/>
                </a:solidFill>
                <a:miter lim="800000"/>
                <a:headEnd/>
                <a:tailEnd/>
              </a:ln>
            </p:spPr>
            <p:txBody>
              <a:bodyPr/>
              <a:lstStyle/>
              <a:p>
                <a:pPr algn="ctr"/>
                <a:endParaRPr lang="pt-BR" sz="2400"/>
              </a:p>
            </p:txBody>
          </p:sp>
          <p:sp>
            <p:nvSpPr>
              <p:cNvPr id="69" name="Freeform 807"/>
              <p:cNvSpPr>
                <a:spLocks/>
              </p:cNvSpPr>
              <p:nvPr/>
            </p:nvSpPr>
            <p:spPr bwMode="auto">
              <a:xfrm>
                <a:off x="2298" y="1782"/>
                <a:ext cx="703" cy="957"/>
              </a:xfrm>
              <a:custGeom>
                <a:avLst/>
                <a:gdLst>
                  <a:gd name="T0" fmla="*/ 0 w 5622"/>
                  <a:gd name="T1" fmla="*/ 0 h 7656"/>
                  <a:gd name="T2" fmla="*/ 0 w 5622"/>
                  <a:gd name="T3" fmla="*/ 0 h 7656"/>
                  <a:gd name="T4" fmla="*/ 0 w 5622"/>
                  <a:gd name="T5" fmla="*/ 0 h 7656"/>
                  <a:gd name="T6" fmla="*/ 0 60000 65536"/>
                  <a:gd name="T7" fmla="*/ 0 60000 65536"/>
                  <a:gd name="T8" fmla="*/ 0 60000 65536"/>
                  <a:gd name="T9" fmla="*/ 0 w 5622"/>
                  <a:gd name="T10" fmla="*/ 0 h 7656"/>
                  <a:gd name="T11" fmla="*/ 5622 w 5622"/>
                  <a:gd name="T12" fmla="*/ 7656 h 7656"/>
                </a:gdLst>
                <a:ahLst/>
                <a:cxnLst>
                  <a:cxn ang="T6">
                    <a:pos x="T0" y="T1"/>
                  </a:cxn>
                  <a:cxn ang="T7">
                    <a:pos x="T2" y="T3"/>
                  </a:cxn>
                  <a:cxn ang="T8">
                    <a:pos x="T4" y="T5"/>
                  </a:cxn>
                </a:cxnLst>
                <a:rect l="T9" t="T10" r="T11" b="T12"/>
                <a:pathLst>
                  <a:path w="5622" h="7656">
                    <a:moveTo>
                      <a:pt x="0" y="0"/>
                    </a:moveTo>
                    <a:lnTo>
                      <a:pt x="5622" y="0"/>
                    </a:lnTo>
                    <a:lnTo>
                      <a:pt x="5622" y="7656"/>
                    </a:lnTo>
                  </a:path>
                </a:pathLst>
              </a:custGeom>
              <a:noFill/>
              <a:ln w="0">
                <a:solidFill>
                  <a:srgbClr val="000000"/>
                </a:solidFill>
                <a:round/>
                <a:headEnd/>
                <a:tailEnd/>
              </a:ln>
            </p:spPr>
            <p:txBody>
              <a:bodyPr/>
              <a:lstStyle/>
              <a:p>
                <a:pPr algn="ctr"/>
                <a:endParaRPr lang="pt-BR" sz="2400"/>
              </a:p>
            </p:txBody>
          </p:sp>
          <p:sp>
            <p:nvSpPr>
              <p:cNvPr id="70" name="Freeform 808"/>
              <p:cNvSpPr>
                <a:spLocks/>
              </p:cNvSpPr>
              <p:nvPr/>
            </p:nvSpPr>
            <p:spPr bwMode="auto">
              <a:xfrm>
                <a:off x="1965" y="2073"/>
                <a:ext cx="333" cy="666"/>
              </a:xfrm>
              <a:custGeom>
                <a:avLst/>
                <a:gdLst>
                  <a:gd name="T0" fmla="*/ 0 w 2663"/>
                  <a:gd name="T1" fmla="*/ 0 h 5334"/>
                  <a:gd name="T2" fmla="*/ 0 w 2663"/>
                  <a:gd name="T3" fmla="*/ 0 h 5334"/>
                  <a:gd name="T4" fmla="*/ 0 w 2663"/>
                  <a:gd name="T5" fmla="*/ 0 h 5334"/>
                  <a:gd name="T6" fmla="*/ 0 60000 65536"/>
                  <a:gd name="T7" fmla="*/ 0 60000 65536"/>
                  <a:gd name="T8" fmla="*/ 0 60000 65536"/>
                  <a:gd name="T9" fmla="*/ 0 w 2663"/>
                  <a:gd name="T10" fmla="*/ 0 h 5334"/>
                  <a:gd name="T11" fmla="*/ 2663 w 2663"/>
                  <a:gd name="T12" fmla="*/ 5334 h 5334"/>
                </a:gdLst>
                <a:ahLst/>
                <a:cxnLst>
                  <a:cxn ang="T6">
                    <a:pos x="T0" y="T1"/>
                  </a:cxn>
                  <a:cxn ang="T7">
                    <a:pos x="T2" y="T3"/>
                  </a:cxn>
                  <a:cxn ang="T8">
                    <a:pos x="T4" y="T5"/>
                  </a:cxn>
                </a:cxnLst>
                <a:rect l="T9" t="T10" r="T11" b="T12"/>
                <a:pathLst>
                  <a:path w="2663" h="5334">
                    <a:moveTo>
                      <a:pt x="2663" y="0"/>
                    </a:moveTo>
                    <a:lnTo>
                      <a:pt x="0" y="0"/>
                    </a:lnTo>
                    <a:lnTo>
                      <a:pt x="0" y="5334"/>
                    </a:lnTo>
                  </a:path>
                </a:pathLst>
              </a:custGeom>
              <a:noFill/>
              <a:ln w="0">
                <a:solidFill>
                  <a:srgbClr val="000000"/>
                </a:solidFill>
                <a:round/>
                <a:headEnd/>
                <a:tailEnd/>
              </a:ln>
            </p:spPr>
            <p:txBody>
              <a:bodyPr/>
              <a:lstStyle/>
              <a:p>
                <a:pPr algn="ctr"/>
                <a:endParaRPr lang="pt-BR" sz="2400"/>
              </a:p>
            </p:txBody>
          </p:sp>
          <p:sp>
            <p:nvSpPr>
              <p:cNvPr id="71" name="Freeform 809"/>
              <p:cNvSpPr>
                <a:spLocks/>
              </p:cNvSpPr>
              <p:nvPr/>
            </p:nvSpPr>
            <p:spPr bwMode="auto">
              <a:xfrm>
                <a:off x="2277" y="1720"/>
                <a:ext cx="38" cy="41"/>
              </a:xfrm>
              <a:custGeom>
                <a:avLst/>
                <a:gdLst>
                  <a:gd name="T0" fmla="*/ 0 w 309"/>
                  <a:gd name="T1" fmla="*/ 0 h 332"/>
                  <a:gd name="T2" fmla="*/ 0 w 309"/>
                  <a:gd name="T3" fmla="*/ 0 h 332"/>
                  <a:gd name="T4" fmla="*/ 0 w 309"/>
                  <a:gd name="T5" fmla="*/ 0 h 332"/>
                  <a:gd name="T6" fmla="*/ 0 w 309"/>
                  <a:gd name="T7" fmla="*/ 0 h 332"/>
                  <a:gd name="T8" fmla="*/ 0 60000 65536"/>
                  <a:gd name="T9" fmla="*/ 0 60000 65536"/>
                  <a:gd name="T10" fmla="*/ 0 60000 65536"/>
                  <a:gd name="T11" fmla="*/ 0 60000 65536"/>
                  <a:gd name="T12" fmla="*/ 0 w 309"/>
                  <a:gd name="T13" fmla="*/ 0 h 332"/>
                  <a:gd name="T14" fmla="*/ 309 w 309"/>
                  <a:gd name="T15" fmla="*/ 332 h 332"/>
                </a:gdLst>
                <a:ahLst/>
                <a:cxnLst>
                  <a:cxn ang="T8">
                    <a:pos x="T0" y="T1"/>
                  </a:cxn>
                  <a:cxn ang="T9">
                    <a:pos x="T2" y="T3"/>
                  </a:cxn>
                  <a:cxn ang="T10">
                    <a:pos x="T4" y="T5"/>
                  </a:cxn>
                  <a:cxn ang="T11">
                    <a:pos x="T6" y="T7"/>
                  </a:cxn>
                </a:cxnLst>
                <a:rect l="T12" t="T13" r="T14" b="T15"/>
                <a:pathLst>
                  <a:path w="309" h="332">
                    <a:moveTo>
                      <a:pt x="169" y="332"/>
                    </a:moveTo>
                    <a:lnTo>
                      <a:pt x="0" y="0"/>
                    </a:lnTo>
                    <a:lnTo>
                      <a:pt x="309" y="0"/>
                    </a:lnTo>
                    <a:lnTo>
                      <a:pt x="169" y="332"/>
                    </a:lnTo>
                    <a:close/>
                  </a:path>
                </a:pathLst>
              </a:custGeom>
              <a:solidFill>
                <a:srgbClr val="000000"/>
              </a:solidFill>
              <a:ln w="9525">
                <a:noFill/>
                <a:round/>
                <a:headEnd/>
                <a:tailEnd/>
              </a:ln>
            </p:spPr>
            <p:txBody>
              <a:bodyPr/>
              <a:lstStyle/>
              <a:p>
                <a:pPr algn="ctr"/>
                <a:endParaRPr lang="pt-BR" sz="2400"/>
              </a:p>
            </p:txBody>
          </p:sp>
          <p:sp>
            <p:nvSpPr>
              <p:cNvPr id="72" name="Freeform 810"/>
              <p:cNvSpPr>
                <a:spLocks/>
              </p:cNvSpPr>
              <p:nvPr/>
            </p:nvSpPr>
            <p:spPr bwMode="auto">
              <a:xfrm>
                <a:off x="2734" y="1992"/>
                <a:ext cx="38" cy="39"/>
              </a:xfrm>
              <a:custGeom>
                <a:avLst/>
                <a:gdLst>
                  <a:gd name="T0" fmla="*/ 0 w 311"/>
                  <a:gd name="T1" fmla="*/ 0 h 316"/>
                  <a:gd name="T2" fmla="*/ 0 w 311"/>
                  <a:gd name="T3" fmla="*/ 0 h 316"/>
                  <a:gd name="T4" fmla="*/ 0 w 311"/>
                  <a:gd name="T5" fmla="*/ 0 h 316"/>
                  <a:gd name="T6" fmla="*/ 0 w 311"/>
                  <a:gd name="T7" fmla="*/ 0 h 316"/>
                  <a:gd name="T8" fmla="*/ 0 60000 65536"/>
                  <a:gd name="T9" fmla="*/ 0 60000 65536"/>
                  <a:gd name="T10" fmla="*/ 0 60000 65536"/>
                  <a:gd name="T11" fmla="*/ 0 60000 65536"/>
                  <a:gd name="T12" fmla="*/ 0 w 311"/>
                  <a:gd name="T13" fmla="*/ 0 h 316"/>
                  <a:gd name="T14" fmla="*/ 311 w 311"/>
                  <a:gd name="T15" fmla="*/ 316 h 316"/>
                </a:gdLst>
                <a:ahLst/>
                <a:cxnLst>
                  <a:cxn ang="T8">
                    <a:pos x="T0" y="T1"/>
                  </a:cxn>
                  <a:cxn ang="T9">
                    <a:pos x="T2" y="T3"/>
                  </a:cxn>
                  <a:cxn ang="T10">
                    <a:pos x="T4" y="T5"/>
                  </a:cxn>
                  <a:cxn ang="T11">
                    <a:pos x="T6" y="T7"/>
                  </a:cxn>
                </a:cxnLst>
                <a:rect l="T12" t="T13" r="T14" b="T15"/>
                <a:pathLst>
                  <a:path w="311" h="316">
                    <a:moveTo>
                      <a:pt x="157" y="316"/>
                    </a:moveTo>
                    <a:lnTo>
                      <a:pt x="0" y="0"/>
                    </a:lnTo>
                    <a:lnTo>
                      <a:pt x="311" y="0"/>
                    </a:lnTo>
                    <a:lnTo>
                      <a:pt x="157" y="316"/>
                    </a:lnTo>
                    <a:close/>
                  </a:path>
                </a:pathLst>
              </a:custGeom>
              <a:solidFill>
                <a:srgbClr val="000000"/>
              </a:solidFill>
              <a:ln w="9525">
                <a:noFill/>
                <a:round/>
                <a:headEnd/>
                <a:tailEnd/>
              </a:ln>
            </p:spPr>
            <p:txBody>
              <a:bodyPr/>
              <a:lstStyle/>
              <a:p>
                <a:pPr algn="ctr"/>
                <a:endParaRPr lang="pt-BR" sz="2400"/>
              </a:p>
            </p:txBody>
          </p:sp>
          <p:sp>
            <p:nvSpPr>
              <p:cNvPr id="73" name="Freeform 811"/>
              <p:cNvSpPr>
                <a:spLocks/>
              </p:cNvSpPr>
              <p:nvPr/>
            </p:nvSpPr>
            <p:spPr bwMode="auto">
              <a:xfrm>
                <a:off x="2734" y="2470"/>
                <a:ext cx="38" cy="40"/>
              </a:xfrm>
              <a:custGeom>
                <a:avLst/>
                <a:gdLst>
                  <a:gd name="T0" fmla="*/ 0 w 311"/>
                  <a:gd name="T1" fmla="*/ 0 h 323"/>
                  <a:gd name="T2" fmla="*/ 0 w 311"/>
                  <a:gd name="T3" fmla="*/ 0 h 323"/>
                  <a:gd name="T4" fmla="*/ 0 w 311"/>
                  <a:gd name="T5" fmla="*/ 0 h 323"/>
                  <a:gd name="T6" fmla="*/ 0 w 311"/>
                  <a:gd name="T7" fmla="*/ 0 h 323"/>
                  <a:gd name="T8" fmla="*/ 0 60000 65536"/>
                  <a:gd name="T9" fmla="*/ 0 60000 65536"/>
                  <a:gd name="T10" fmla="*/ 0 60000 65536"/>
                  <a:gd name="T11" fmla="*/ 0 60000 65536"/>
                  <a:gd name="T12" fmla="*/ 0 w 311"/>
                  <a:gd name="T13" fmla="*/ 0 h 323"/>
                  <a:gd name="T14" fmla="*/ 311 w 311"/>
                  <a:gd name="T15" fmla="*/ 323 h 323"/>
                </a:gdLst>
                <a:ahLst/>
                <a:cxnLst>
                  <a:cxn ang="T8">
                    <a:pos x="T0" y="T1"/>
                  </a:cxn>
                  <a:cxn ang="T9">
                    <a:pos x="T2" y="T3"/>
                  </a:cxn>
                  <a:cxn ang="T10">
                    <a:pos x="T4" y="T5"/>
                  </a:cxn>
                  <a:cxn ang="T11">
                    <a:pos x="T6" y="T7"/>
                  </a:cxn>
                </a:cxnLst>
                <a:rect l="T12" t="T13" r="T14" b="T15"/>
                <a:pathLst>
                  <a:path w="311" h="323">
                    <a:moveTo>
                      <a:pt x="157" y="323"/>
                    </a:moveTo>
                    <a:lnTo>
                      <a:pt x="0" y="0"/>
                    </a:lnTo>
                    <a:lnTo>
                      <a:pt x="311" y="0"/>
                    </a:lnTo>
                    <a:lnTo>
                      <a:pt x="157" y="323"/>
                    </a:lnTo>
                    <a:close/>
                  </a:path>
                </a:pathLst>
              </a:custGeom>
              <a:solidFill>
                <a:srgbClr val="000000"/>
              </a:solidFill>
              <a:ln w="9525">
                <a:noFill/>
                <a:round/>
                <a:headEnd/>
                <a:tailEnd/>
              </a:ln>
            </p:spPr>
            <p:txBody>
              <a:bodyPr/>
              <a:lstStyle/>
              <a:p>
                <a:pPr algn="ctr"/>
                <a:endParaRPr lang="pt-BR" sz="2400"/>
              </a:p>
            </p:txBody>
          </p:sp>
          <p:sp>
            <p:nvSpPr>
              <p:cNvPr id="74" name="Freeform 812"/>
              <p:cNvSpPr>
                <a:spLocks/>
              </p:cNvSpPr>
              <p:nvPr/>
            </p:nvSpPr>
            <p:spPr bwMode="auto">
              <a:xfrm>
                <a:off x="2277" y="2219"/>
                <a:ext cx="38" cy="40"/>
              </a:xfrm>
              <a:custGeom>
                <a:avLst/>
                <a:gdLst>
                  <a:gd name="T0" fmla="*/ 0 w 309"/>
                  <a:gd name="T1" fmla="*/ 0 h 325"/>
                  <a:gd name="T2" fmla="*/ 0 w 309"/>
                  <a:gd name="T3" fmla="*/ 0 h 325"/>
                  <a:gd name="T4" fmla="*/ 0 w 309"/>
                  <a:gd name="T5" fmla="*/ 0 h 325"/>
                  <a:gd name="T6" fmla="*/ 0 w 309"/>
                  <a:gd name="T7" fmla="*/ 0 h 325"/>
                  <a:gd name="T8" fmla="*/ 0 60000 65536"/>
                  <a:gd name="T9" fmla="*/ 0 60000 65536"/>
                  <a:gd name="T10" fmla="*/ 0 60000 65536"/>
                  <a:gd name="T11" fmla="*/ 0 60000 65536"/>
                  <a:gd name="T12" fmla="*/ 0 w 309"/>
                  <a:gd name="T13" fmla="*/ 0 h 325"/>
                  <a:gd name="T14" fmla="*/ 309 w 309"/>
                  <a:gd name="T15" fmla="*/ 325 h 325"/>
                </a:gdLst>
                <a:ahLst/>
                <a:cxnLst>
                  <a:cxn ang="T8">
                    <a:pos x="T0" y="T1"/>
                  </a:cxn>
                  <a:cxn ang="T9">
                    <a:pos x="T2" y="T3"/>
                  </a:cxn>
                  <a:cxn ang="T10">
                    <a:pos x="T4" y="T5"/>
                  </a:cxn>
                  <a:cxn ang="T11">
                    <a:pos x="T6" y="T7"/>
                  </a:cxn>
                </a:cxnLst>
                <a:rect l="T12" t="T13" r="T14" b="T15"/>
                <a:pathLst>
                  <a:path w="309" h="325">
                    <a:moveTo>
                      <a:pt x="169" y="325"/>
                    </a:moveTo>
                    <a:lnTo>
                      <a:pt x="0" y="0"/>
                    </a:lnTo>
                    <a:lnTo>
                      <a:pt x="309" y="0"/>
                    </a:lnTo>
                    <a:lnTo>
                      <a:pt x="169" y="325"/>
                    </a:lnTo>
                    <a:close/>
                  </a:path>
                </a:pathLst>
              </a:custGeom>
              <a:solidFill>
                <a:srgbClr val="000000"/>
              </a:solidFill>
              <a:ln w="9525">
                <a:noFill/>
                <a:round/>
                <a:headEnd/>
                <a:tailEnd/>
              </a:ln>
            </p:spPr>
            <p:txBody>
              <a:bodyPr/>
              <a:lstStyle/>
              <a:p>
                <a:pPr algn="ctr"/>
                <a:endParaRPr lang="pt-BR" sz="2400"/>
              </a:p>
            </p:txBody>
          </p:sp>
          <p:sp>
            <p:nvSpPr>
              <p:cNvPr id="75" name="Freeform 813"/>
              <p:cNvSpPr>
                <a:spLocks/>
              </p:cNvSpPr>
              <p:nvPr/>
            </p:nvSpPr>
            <p:spPr bwMode="auto">
              <a:xfrm>
                <a:off x="1945" y="2219"/>
                <a:ext cx="39" cy="40"/>
              </a:xfrm>
              <a:custGeom>
                <a:avLst/>
                <a:gdLst>
                  <a:gd name="T0" fmla="*/ 0 w 316"/>
                  <a:gd name="T1" fmla="*/ 0 h 325"/>
                  <a:gd name="T2" fmla="*/ 0 w 316"/>
                  <a:gd name="T3" fmla="*/ 0 h 325"/>
                  <a:gd name="T4" fmla="*/ 0 w 316"/>
                  <a:gd name="T5" fmla="*/ 0 h 325"/>
                  <a:gd name="T6" fmla="*/ 0 w 316"/>
                  <a:gd name="T7" fmla="*/ 0 h 325"/>
                  <a:gd name="T8" fmla="*/ 0 60000 65536"/>
                  <a:gd name="T9" fmla="*/ 0 60000 65536"/>
                  <a:gd name="T10" fmla="*/ 0 60000 65536"/>
                  <a:gd name="T11" fmla="*/ 0 60000 65536"/>
                  <a:gd name="T12" fmla="*/ 0 w 316"/>
                  <a:gd name="T13" fmla="*/ 0 h 325"/>
                  <a:gd name="T14" fmla="*/ 316 w 316"/>
                  <a:gd name="T15" fmla="*/ 325 h 325"/>
                </a:gdLst>
                <a:ahLst/>
                <a:cxnLst>
                  <a:cxn ang="T8">
                    <a:pos x="T0" y="T1"/>
                  </a:cxn>
                  <a:cxn ang="T9">
                    <a:pos x="T2" y="T3"/>
                  </a:cxn>
                  <a:cxn ang="T10">
                    <a:pos x="T4" y="T5"/>
                  </a:cxn>
                  <a:cxn ang="T11">
                    <a:pos x="T6" y="T7"/>
                  </a:cxn>
                </a:cxnLst>
                <a:rect l="T12" t="T13" r="T14" b="T15"/>
                <a:pathLst>
                  <a:path w="316" h="325">
                    <a:moveTo>
                      <a:pt x="162" y="325"/>
                    </a:moveTo>
                    <a:lnTo>
                      <a:pt x="0" y="0"/>
                    </a:lnTo>
                    <a:lnTo>
                      <a:pt x="316" y="0"/>
                    </a:lnTo>
                    <a:lnTo>
                      <a:pt x="162" y="325"/>
                    </a:lnTo>
                    <a:close/>
                  </a:path>
                </a:pathLst>
              </a:custGeom>
              <a:solidFill>
                <a:srgbClr val="000000"/>
              </a:solidFill>
              <a:ln w="9525">
                <a:noFill/>
                <a:round/>
                <a:headEnd/>
                <a:tailEnd/>
              </a:ln>
            </p:spPr>
            <p:txBody>
              <a:bodyPr/>
              <a:lstStyle/>
              <a:p>
                <a:pPr algn="ctr"/>
                <a:endParaRPr lang="pt-BR" sz="2400"/>
              </a:p>
            </p:txBody>
          </p:sp>
          <p:sp>
            <p:nvSpPr>
              <p:cNvPr id="76" name="Freeform 814"/>
              <p:cNvSpPr>
                <a:spLocks/>
              </p:cNvSpPr>
              <p:nvPr/>
            </p:nvSpPr>
            <p:spPr bwMode="auto">
              <a:xfrm>
                <a:off x="2981" y="2344"/>
                <a:ext cx="39" cy="42"/>
              </a:xfrm>
              <a:custGeom>
                <a:avLst/>
                <a:gdLst>
                  <a:gd name="T0" fmla="*/ 0 w 309"/>
                  <a:gd name="T1" fmla="*/ 0 h 332"/>
                  <a:gd name="T2" fmla="*/ 0 w 309"/>
                  <a:gd name="T3" fmla="*/ 0 h 332"/>
                  <a:gd name="T4" fmla="*/ 0 w 309"/>
                  <a:gd name="T5" fmla="*/ 0 h 332"/>
                  <a:gd name="T6" fmla="*/ 0 w 309"/>
                  <a:gd name="T7" fmla="*/ 0 h 332"/>
                  <a:gd name="T8" fmla="*/ 0 60000 65536"/>
                  <a:gd name="T9" fmla="*/ 0 60000 65536"/>
                  <a:gd name="T10" fmla="*/ 0 60000 65536"/>
                  <a:gd name="T11" fmla="*/ 0 60000 65536"/>
                  <a:gd name="T12" fmla="*/ 0 w 309"/>
                  <a:gd name="T13" fmla="*/ 0 h 332"/>
                  <a:gd name="T14" fmla="*/ 309 w 309"/>
                  <a:gd name="T15" fmla="*/ 332 h 332"/>
                </a:gdLst>
                <a:ahLst/>
                <a:cxnLst>
                  <a:cxn ang="T8">
                    <a:pos x="T0" y="T1"/>
                  </a:cxn>
                  <a:cxn ang="T9">
                    <a:pos x="T2" y="T3"/>
                  </a:cxn>
                  <a:cxn ang="T10">
                    <a:pos x="T4" y="T5"/>
                  </a:cxn>
                  <a:cxn ang="T11">
                    <a:pos x="T6" y="T7"/>
                  </a:cxn>
                </a:cxnLst>
                <a:rect l="T12" t="T13" r="T14" b="T15"/>
                <a:pathLst>
                  <a:path w="309" h="332">
                    <a:moveTo>
                      <a:pt x="168" y="332"/>
                    </a:moveTo>
                    <a:lnTo>
                      <a:pt x="0" y="0"/>
                    </a:lnTo>
                    <a:lnTo>
                      <a:pt x="309" y="0"/>
                    </a:lnTo>
                    <a:lnTo>
                      <a:pt x="168" y="332"/>
                    </a:lnTo>
                    <a:close/>
                  </a:path>
                </a:pathLst>
              </a:custGeom>
              <a:solidFill>
                <a:srgbClr val="000000"/>
              </a:solidFill>
              <a:ln w="9525">
                <a:noFill/>
                <a:round/>
                <a:headEnd/>
                <a:tailEnd/>
              </a:ln>
            </p:spPr>
            <p:txBody>
              <a:bodyPr/>
              <a:lstStyle/>
              <a:p>
                <a:pPr algn="ctr"/>
                <a:endParaRPr lang="pt-BR" sz="2400"/>
              </a:p>
            </p:txBody>
          </p:sp>
        </p:grpSp>
        <p:grpSp>
          <p:nvGrpSpPr>
            <p:cNvPr id="19" name="Group 815"/>
            <p:cNvGrpSpPr>
              <a:grpSpLocks/>
            </p:cNvGrpSpPr>
            <p:nvPr/>
          </p:nvGrpSpPr>
          <p:grpSpPr bwMode="auto">
            <a:xfrm>
              <a:off x="3613150" y="4688804"/>
              <a:ext cx="1025525" cy="784977"/>
              <a:chOff x="1837" y="1414"/>
              <a:chExt cx="1488" cy="1497"/>
            </a:xfrm>
          </p:grpSpPr>
          <p:sp>
            <p:nvSpPr>
              <p:cNvPr id="21" name="Freeform 816"/>
              <p:cNvSpPr>
                <a:spLocks/>
              </p:cNvSpPr>
              <p:nvPr/>
            </p:nvSpPr>
            <p:spPr bwMode="auto">
              <a:xfrm>
                <a:off x="2000" y="1585"/>
                <a:ext cx="1325" cy="1326"/>
              </a:xfrm>
              <a:custGeom>
                <a:avLst/>
                <a:gdLst>
                  <a:gd name="T0" fmla="*/ 0 w 10596"/>
                  <a:gd name="T1" fmla="*/ 0 h 10610"/>
                  <a:gd name="T2" fmla="*/ 0 w 10596"/>
                  <a:gd name="T3" fmla="*/ 0 h 10610"/>
                  <a:gd name="T4" fmla="*/ 0 w 10596"/>
                  <a:gd name="T5" fmla="*/ 0 h 10610"/>
                  <a:gd name="T6" fmla="*/ 0 w 10596"/>
                  <a:gd name="T7" fmla="*/ 0 h 10610"/>
                  <a:gd name="T8" fmla="*/ 0 w 10596"/>
                  <a:gd name="T9" fmla="*/ 0 h 10610"/>
                  <a:gd name="T10" fmla="*/ 0 w 10596"/>
                  <a:gd name="T11" fmla="*/ 0 h 10610"/>
                  <a:gd name="T12" fmla="*/ 0 w 10596"/>
                  <a:gd name="T13" fmla="*/ 0 h 10610"/>
                  <a:gd name="T14" fmla="*/ 0 60000 65536"/>
                  <a:gd name="T15" fmla="*/ 0 60000 65536"/>
                  <a:gd name="T16" fmla="*/ 0 60000 65536"/>
                  <a:gd name="T17" fmla="*/ 0 60000 65536"/>
                  <a:gd name="T18" fmla="*/ 0 60000 65536"/>
                  <a:gd name="T19" fmla="*/ 0 60000 65536"/>
                  <a:gd name="T20" fmla="*/ 0 60000 65536"/>
                  <a:gd name="T21" fmla="*/ 0 w 10596"/>
                  <a:gd name="T22" fmla="*/ 0 h 10610"/>
                  <a:gd name="T23" fmla="*/ 10596 w 10596"/>
                  <a:gd name="T24" fmla="*/ 10610 h 106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596" h="10610">
                    <a:moveTo>
                      <a:pt x="9269" y="0"/>
                    </a:moveTo>
                    <a:lnTo>
                      <a:pt x="9269" y="9283"/>
                    </a:lnTo>
                    <a:lnTo>
                      <a:pt x="0" y="9283"/>
                    </a:lnTo>
                    <a:lnTo>
                      <a:pt x="0" y="10610"/>
                    </a:lnTo>
                    <a:lnTo>
                      <a:pt x="10596" y="10610"/>
                    </a:lnTo>
                    <a:lnTo>
                      <a:pt x="10596" y="0"/>
                    </a:lnTo>
                    <a:lnTo>
                      <a:pt x="9269" y="0"/>
                    </a:lnTo>
                    <a:close/>
                  </a:path>
                </a:pathLst>
              </a:custGeom>
              <a:solidFill>
                <a:srgbClr val="000000"/>
              </a:solidFill>
              <a:ln w="9525">
                <a:noFill/>
                <a:round/>
                <a:headEnd/>
                <a:tailEnd/>
              </a:ln>
            </p:spPr>
            <p:txBody>
              <a:bodyPr/>
              <a:lstStyle/>
              <a:p>
                <a:pPr algn="ctr"/>
                <a:endParaRPr lang="pt-BR" sz="2400"/>
              </a:p>
            </p:txBody>
          </p:sp>
          <p:sp>
            <p:nvSpPr>
              <p:cNvPr id="22" name="Rectangle 817"/>
              <p:cNvSpPr>
                <a:spLocks noChangeArrowheads="1"/>
              </p:cNvSpPr>
              <p:nvPr/>
            </p:nvSpPr>
            <p:spPr bwMode="auto">
              <a:xfrm>
                <a:off x="1837" y="1414"/>
                <a:ext cx="1326" cy="1338"/>
              </a:xfrm>
              <a:prstGeom prst="rect">
                <a:avLst/>
              </a:prstGeom>
              <a:solidFill>
                <a:srgbClr val="FFFFFF"/>
              </a:solidFill>
              <a:ln w="3175">
                <a:solidFill>
                  <a:srgbClr val="000000"/>
                </a:solidFill>
                <a:miter lim="800000"/>
                <a:headEnd/>
                <a:tailEnd/>
              </a:ln>
            </p:spPr>
            <p:txBody>
              <a:bodyPr/>
              <a:lstStyle/>
              <a:p>
                <a:pPr algn="ctr"/>
                <a:endParaRPr lang="pt-BR" sz="2400"/>
              </a:p>
            </p:txBody>
          </p:sp>
          <p:sp>
            <p:nvSpPr>
              <p:cNvPr id="23" name="Rectangle 818"/>
              <p:cNvSpPr>
                <a:spLocks noChangeArrowheads="1"/>
              </p:cNvSpPr>
              <p:nvPr/>
            </p:nvSpPr>
            <p:spPr bwMode="auto">
              <a:xfrm>
                <a:off x="1837" y="1414"/>
                <a:ext cx="414" cy="1338"/>
              </a:xfrm>
              <a:prstGeom prst="rect">
                <a:avLst/>
              </a:prstGeom>
              <a:solidFill>
                <a:srgbClr val="00EAFF"/>
              </a:solidFill>
              <a:ln w="3175">
                <a:solidFill>
                  <a:srgbClr val="000000"/>
                </a:solidFill>
                <a:miter lim="800000"/>
                <a:headEnd/>
                <a:tailEnd/>
              </a:ln>
            </p:spPr>
            <p:txBody>
              <a:bodyPr/>
              <a:lstStyle/>
              <a:p>
                <a:pPr algn="ctr"/>
                <a:endParaRPr lang="pt-BR" sz="2400"/>
              </a:p>
            </p:txBody>
          </p:sp>
          <p:sp>
            <p:nvSpPr>
              <p:cNvPr id="24" name="Line 819"/>
              <p:cNvSpPr>
                <a:spLocks noChangeShapeType="1"/>
              </p:cNvSpPr>
              <p:nvPr/>
            </p:nvSpPr>
            <p:spPr bwMode="auto">
              <a:xfrm>
                <a:off x="2256" y="1580"/>
                <a:ext cx="907" cy="1"/>
              </a:xfrm>
              <a:prstGeom prst="line">
                <a:avLst/>
              </a:prstGeom>
              <a:noFill/>
              <a:ln w="0">
                <a:solidFill>
                  <a:srgbClr val="000000"/>
                </a:solidFill>
                <a:round/>
                <a:headEnd/>
                <a:tailEnd/>
              </a:ln>
            </p:spPr>
            <p:txBody>
              <a:bodyPr/>
              <a:lstStyle/>
              <a:p>
                <a:endParaRPr lang="pt-BR" sz="2400"/>
              </a:p>
            </p:txBody>
          </p:sp>
          <p:sp>
            <p:nvSpPr>
              <p:cNvPr id="25" name="Line 820"/>
              <p:cNvSpPr>
                <a:spLocks noChangeShapeType="1"/>
              </p:cNvSpPr>
              <p:nvPr/>
            </p:nvSpPr>
            <p:spPr bwMode="auto">
              <a:xfrm>
                <a:off x="2256" y="1747"/>
                <a:ext cx="907" cy="1"/>
              </a:xfrm>
              <a:prstGeom prst="line">
                <a:avLst/>
              </a:prstGeom>
              <a:noFill/>
              <a:ln w="0">
                <a:solidFill>
                  <a:srgbClr val="000000"/>
                </a:solidFill>
                <a:round/>
                <a:headEnd/>
                <a:tailEnd/>
              </a:ln>
            </p:spPr>
            <p:txBody>
              <a:bodyPr/>
              <a:lstStyle/>
              <a:p>
                <a:endParaRPr lang="pt-BR" sz="2400"/>
              </a:p>
            </p:txBody>
          </p:sp>
          <p:sp>
            <p:nvSpPr>
              <p:cNvPr id="26" name="Line 821"/>
              <p:cNvSpPr>
                <a:spLocks noChangeShapeType="1"/>
              </p:cNvSpPr>
              <p:nvPr/>
            </p:nvSpPr>
            <p:spPr bwMode="auto">
              <a:xfrm>
                <a:off x="2256" y="1917"/>
                <a:ext cx="907" cy="1"/>
              </a:xfrm>
              <a:prstGeom prst="line">
                <a:avLst/>
              </a:prstGeom>
              <a:noFill/>
              <a:ln w="0">
                <a:solidFill>
                  <a:srgbClr val="000000"/>
                </a:solidFill>
                <a:round/>
                <a:headEnd/>
                <a:tailEnd/>
              </a:ln>
            </p:spPr>
            <p:txBody>
              <a:bodyPr/>
              <a:lstStyle/>
              <a:p>
                <a:endParaRPr lang="pt-BR" sz="2400"/>
              </a:p>
            </p:txBody>
          </p:sp>
          <p:sp>
            <p:nvSpPr>
              <p:cNvPr id="27" name="Line 822"/>
              <p:cNvSpPr>
                <a:spLocks noChangeShapeType="1"/>
              </p:cNvSpPr>
              <p:nvPr/>
            </p:nvSpPr>
            <p:spPr bwMode="auto">
              <a:xfrm>
                <a:off x="2256" y="2083"/>
                <a:ext cx="907" cy="1"/>
              </a:xfrm>
              <a:prstGeom prst="line">
                <a:avLst/>
              </a:prstGeom>
              <a:noFill/>
              <a:ln w="0">
                <a:solidFill>
                  <a:srgbClr val="000000"/>
                </a:solidFill>
                <a:round/>
                <a:headEnd/>
                <a:tailEnd/>
              </a:ln>
            </p:spPr>
            <p:txBody>
              <a:bodyPr/>
              <a:lstStyle/>
              <a:p>
                <a:endParaRPr lang="pt-BR" sz="2400"/>
              </a:p>
            </p:txBody>
          </p:sp>
          <p:sp>
            <p:nvSpPr>
              <p:cNvPr id="28" name="Line 823"/>
              <p:cNvSpPr>
                <a:spLocks noChangeShapeType="1"/>
              </p:cNvSpPr>
              <p:nvPr/>
            </p:nvSpPr>
            <p:spPr bwMode="auto">
              <a:xfrm>
                <a:off x="2256" y="2250"/>
                <a:ext cx="907" cy="1"/>
              </a:xfrm>
              <a:prstGeom prst="line">
                <a:avLst/>
              </a:prstGeom>
              <a:noFill/>
              <a:ln w="0">
                <a:solidFill>
                  <a:srgbClr val="000000"/>
                </a:solidFill>
                <a:round/>
                <a:headEnd/>
                <a:tailEnd/>
              </a:ln>
            </p:spPr>
            <p:txBody>
              <a:bodyPr/>
              <a:lstStyle/>
              <a:p>
                <a:endParaRPr lang="pt-BR" sz="2400"/>
              </a:p>
            </p:txBody>
          </p:sp>
          <p:sp>
            <p:nvSpPr>
              <p:cNvPr id="29" name="Line 824"/>
              <p:cNvSpPr>
                <a:spLocks noChangeShapeType="1"/>
              </p:cNvSpPr>
              <p:nvPr/>
            </p:nvSpPr>
            <p:spPr bwMode="auto">
              <a:xfrm>
                <a:off x="2256" y="2416"/>
                <a:ext cx="907" cy="1"/>
              </a:xfrm>
              <a:prstGeom prst="line">
                <a:avLst/>
              </a:prstGeom>
              <a:noFill/>
              <a:ln w="0">
                <a:solidFill>
                  <a:srgbClr val="000000"/>
                </a:solidFill>
                <a:round/>
                <a:headEnd/>
                <a:tailEnd/>
              </a:ln>
            </p:spPr>
            <p:txBody>
              <a:bodyPr/>
              <a:lstStyle/>
              <a:p>
                <a:endParaRPr lang="pt-BR" sz="2400"/>
              </a:p>
            </p:txBody>
          </p:sp>
          <p:sp>
            <p:nvSpPr>
              <p:cNvPr id="30" name="Line 825"/>
              <p:cNvSpPr>
                <a:spLocks noChangeShapeType="1"/>
              </p:cNvSpPr>
              <p:nvPr/>
            </p:nvSpPr>
            <p:spPr bwMode="auto">
              <a:xfrm>
                <a:off x="2256" y="2584"/>
                <a:ext cx="907" cy="1"/>
              </a:xfrm>
              <a:prstGeom prst="line">
                <a:avLst/>
              </a:prstGeom>
              <a:noFill/>
              <a:ln w="0">
                <a:solidFill>
                  <a:srgbClr val="000000"/>
                </a:solidFill>
                <a:round/>
                <a:headEnd/>
                <a:tailEnd/>
              </a:ln>
            </p:spPr>
            <p:txBody>
              <a:bodyPr/>
              <a:lstStyle/>
              <a:p>
                <a:endParaRPr lang="pt-BR" sz="2400"/>
              </a:p>
            </p:txBody>
          </p:sp>
          <p:sp>
            <p:nvSpPr>
              <p:cNvPr id="31" name="Line 826"/>
              <p:cNvSpPr>
                <a:spLocks noChangeShapeType="1"/>
              </p:cNvSpPr>
              <p:nvPr/>
            </p:nvSpPr>
            <p:spPr bwMode="auto">
              <a:xfrm>
                <a:off x="2420" y="1414"/>
                <a:ext cx="1" cy="1338"/>
              </a:xfrm>
              <a:prstGeom prst="line">
                <a:avLst/>
              </a:prstGeom>
              <a:noFill/>
              <a:ln w="0">
                <a:solidFill>
                  <a:srgbClr val="000000"/>
                </a:solidFill>
                <a:round/>
                <a:headEnd/>
                <a:tailEnd/>
              </a:ln>
            </p:spPr>
            <p:txBody>
              <a:bodyPr/>
              <a:lstStyle/>
              <a:p>
                <a:endParaRPr lang="pt-BR" sz="2400"/>
              </a:p>
            </p:txBody>
          </p:sp>
          <p:sp>
            <p:nvSpPr>
              <p:cNvPr id="32" name="Line 827"/>
              <p:cNvSpPr>
                <a:spLocks noChangeShapeType="1"/>
              </p:cNvSpPr>
              <p:nvPr/>
            </p:nvSpPr>
            <p:spPr bwMode="auto">
              <a:xfrm>
                <a:off x="2261" y="1414"/>
                <a:ext cx="1" cy="1338"/>
              </a:xfrm>
              <a:prstGeom prst="line">
                <a:avLst/>
              </a:prstGeom>
              <a:noFill/>
              <a:ln w="0">
                <a:solidFill>
                  <a:srgbClr val="000000"/>
                </a:solidFill>
                <a:round/>
                <a:headEnd/>
                <a:tailEnd/>
              </a:ln>
            </p:spPr>
            <p:txBody>
              <a:bodyPr/>
              <a:lstStyle/>
              <a:p>
                <a:endParaRPr lang="pt-BR" sz="2400"/>
              </a:p>
            </p:txBody>
          </p:sp>
          <p:sp>
            <p:nvSpPr>
              <p:cNvPr id="33" name="Line 828"/>
              <p:cNvSpPr>
                <a:spLocks noChangeShapeType="1"/>
              </p:cNvSpPr>
              <p:nvPr/>
            </p:nvSpPr>
            <p:spPr bwMode="auto">
              <a:xfrm>
                <a:off x="2584" y="1414"/>
                <a:ext cx="1" cy="1338"/>
              </a:xfrm>
              <a:prstGeom prst="line">
                <a:avLst/>
              </a:prstGeom>
              <a:noFill/>
              <a:ln w="0">
                <a:solidFill>
                  <a:srgbClr val="000000"/>
                </a:solidFill>
                <a:round/>
                <a:headEnd/>
                <a:tailEnd/>
              </a:ln>
            </p:spPr>
            <p:txBody>
              <a:bodyPr/>
              <a:lstStyle/>
              <a:p>
                <a:endParaRPr lang="pt-BR" sz="2400"/>
              </a:p>
            </p:txBody>
          </p:sp>
          <p:sp>
            <p:nvSpPr>
              <p:cNvPr id="34" name="Line 829"/>
              <p:cNvSpPr>
                <a:spLocks noChangeShapeType="1"/>
              </p:cNvSpPr>
              <p:nvPr/>
            </p:nvSpPr>
            <p:spPr bwMode="auto">
              <a:xfrm>
                <a:off x="2750" y="1414"/>
                <a:ext cx="1" cy="1338"/>
              </a:xfrm>
              <a:prstGeom prst="line">
                <a:avLst/>
              </a:prstGeom>
              <a:noFill/>
              <a:ln w="0">
                <a:solidFill>
                  <a:srgbClr val="000000"/>
                </a:solidFill>
                <a:round/>
                <a:headEnd/>
                <a:tailEnd/>
              </a:ln>
            </p:spPr>
            <p:txBody>
              <a:bodyPr/>
              <a:lstStyle/>
              <a:p>
                <a:endParaRPr lang="pt-BR" sz="2400"/>
              </a:p>
            </p:txBody>
          </p:sp>
          <p:sp>
            <p:nvSpPr>
              <p:cNvPr id="35" name="Line 830"/>
              <p:cNvSpPr>
                <a:spLocks noChangeShapeType="1"/>
              </p:cNvSpPr>
              <p:nvPr/>
            </p:nvSpPr>
            <p:spPr bwMode="auto">
              <a:xfrm>
                <a:off x="2916" y="1414"/>
                <a:ext cx="1" cy="1338"/>
              </a:xfrm>
              <a:prstGeom prst="line">
                <a:avLst/>
              </a:prstGeom>
              <a:noFill/>
              <a:ln w="0">
                <a:solidFill>
                  <a:srgbClr val="000000"/>
                </a:solidFill>
                <a:round/>
                <a:headEnd/>
                <a:tailEnd/>
              </a:ln>
            </p:spPr>
            <p:txBody>
              <a:bodyPr/>
              <a:lstStyle/>
              <a:p>
                <a:endParaRPr lang="pt-BR" sz="2400"/>
              </a:p>
            </p:txBody>
          </p:sp>
          <p:sp>
            <p:nvSpPr>
              <p:cNvPr id="36" name="Line 831"/>
              <p:cNvSpPr>
                <a:spLocks noChangeShapeType="1"/>
              </p:cNvSpPr>
              <p:nvPr/>
            </p:nvSpPr>
            <p:spPr bwMode="auto">
              <a:xfrm>
                <a:off x="3083" y="1414"/>
                <a:ext cx="1" cy="1338"/>
              </a:xfrm>
              <a:prstGeom prst="line">
                <a:avLst/>
              </a:prstGeom>
              <a:noFill/>
              <a:ln w="0">
                <a:solidFill>
                  <a:srgbClr val="000000"/>
                </a:solidFill>
                <a:round/>
                <a:headEnd/>
                <a:tailEnd/>
              </a:ln>
            </p:spPr>
            <p:txBody>
              <a:bodyPr/>
              <a:lstStyle/>
              <a:p>
                <a:endParaRPr lang="pt-BR" sz="2400"/>
              </a:p>
            </p:txBody>
          </p:sp>
          <p:sp>
            <p:nvSpPr>
              <p:cNvPr id="37" name="Line 832"/>
              <p:cNvSpPr>
                <a:spLocks noChangeShapeType="1"/>
              </p:cNvSpPr>
              <p:nvPr/>
            </p:nvSpPr>
            <p:spPr bwMode="auto">
              <a:xfrm>
                <a:off x="2254" y="1497"/>
                <a:ext cx="118" cy="1"/>
              </a:xfrm>
              <a:prstGeom prst="line">
                <a:avLst/>
              </a:prstGeom>
              <a:noFill/>
              <a:ln w="0">
                <a:solidFill>
                  <a:srgbClr val="000000"/>
                </a:solidFill>
                <a:round/>
                <a:headEnd/>
                <a:tailEnd/>
              </a:ln>
            </p:spPr>
            <p:txBody>
              <a:bodyPr/>
              <a:lstStyle/>
              <a:p>
                <a:endParaRPr lang="pt-BR" sz="2400"/>
              </a:p>
            </p:txBody>
          </p:sp>
          <p:sp>
            <p:nvSpPr>
              <p:cNvPr id="38" name="Line 833"/>
              <p:cNvSpPr>
                <a:spLocks noChangeShapeType="1"/>
              </p:cNvSpPr>
              <p:nvPr/>
            </p:nvSpPr>
            <p:spPr bwMode="auto">
              <a:xfrm>
                <a:off x="2254" y="2001"/>
                <a:ext cx="118" cy="1"/>
              </a:xfrm>
              <a:prstGeom prst="line">
                <a:avLst/>
              </a:prstGeom>
              <a:noFill/>
              <a:ln w="0">
                <a:solidFill>
                  <a:srgbClr val="000000"/>
                </a:solidFill>
                <a:round/>
                <a:headEnd/>
                <a:tailEnd/>
              </a:ln>
            </p:spPr>
            <p:txBody>
              <a:bodyPr/>
              <a:lstStyle/>
              <a:p>
                <a:endParaRPr lang="pt-BR" sz="2400"/>
              </a:p>
            </p:txBody>
          </p:sp>
          <p:sp>
            <p:nvSpPr>
              <p:cNvPr id="39" name="Line 834"/>
              <p:cNvSpPr>
                <a:spLocks noChangeShapeType="1"/>
              </p:cNvSpPr>
              <p:nvPr/>
            </p:nvSpPr>
            <p:spPr bwMode="auto">
              <a:xfrm>
                <a:off x="2254" y="1666"/>
                <a:ext cx="118" cy="1"/>
              </a:xfrm>
              <a:prstGeom prst="line">
                <a:avLst/>
              </a:prstGeom>
              <a:noFill/>
              <a:ln w="0">
                <a:solidFill>
                  <a:srgbClr val="000000"/>
                </a:solidFill>
                <a:round/>
                <a:headEnd/>
                <a:tailEnd/>
              </a:ln>
            </p:spPr>
            <p:txBody>
              <a:bodyPr/>
              <a:lstStyle/>
              <a:p>
                <a:endParaRPr lang="pt-BR" sz="2400"/>
              </a:p>
            </p:txBody>
          </p:sp>
          <p:sp>
            <p:nvSpPr>
              <p:cNvPr id="40" name="Line 835"/>
              <p:cNvSpPr>
                <a:spLocks noChangeShapeType="1"/>
              </p:cNvSpPr>
              <p:nvPr/>
            </p:nvSpPr>
            <p:spPr bwMode="auto">
              <a:xfrm>
                <a:off x="2254" y="2167"/>
                <a:ext cx="118" cy="1"/>
              </a:xfrm>
              <a:prstGeom prst="line">
                <a:avLst/>
              </a:prstGeom>
              <a:noFill/>
              <a:ln w="0">
                <a:solidFill>
                  <a:srgbClr val="000000"/>
                </a:solidFill>
                <a:round/>
                <a:headEnd/>
                <a:tailEnd/>
              </a:ln>
            </p:spPr>
            <p:txBody>
              <a:bodyPr/>
              <a:lstStyle/>
              <a:p>
                <a:endParaRPr lang="pt-BR" sz="2400"/>
              </a:p>
            </p:txBody>
          </p:sp>
          <p:sp>
            <p:nvSpPr>
              <p:cNvPr id="41" name="Line 836"/>
              <p:cNvSpPr>
                <a:spLocks noChangeShapeType="1"/>
              </p:cNvSpPr>
              <p:nvPr/>
            </p:nvSpPr>
            <p:spPr bwMode="auto">
              <a:xfrm>
                <a:off x="2254" y="2502"/>
                <a:ext cx="118" cy="1"/>
              </a:xfrm>
              <a:prstGeom prst="line">
                <a:avLst/>
              </a:prstGeom>
              <a:noFill/>
              <a:ln w="0">
                <a:solidFill>
                  <a:srgbClr val="000000"/>
                </a:solidFill>
                <a:round/>
                <a:headEnd/>
                <a:tailEnd/>
              </a:ln>
            </p:spPr>
            <p:txBody>
              <a:bodyPr/>
              <a:lstStyle/>
              <a:p>
                <a:endParaRPr lang="pt-BR" sz="2400"/>
              </a:p>
            </p:txBody>
          </p:sp>
          <p:sp>
            <p:nvSpPr>
              <p:cNvPr id="42" name="Line 837"/>
              <p:cNvSpPr>
                <a:spLocks noChangeShapeType="1"/>
              </p:cNvSpPr>
              <p:nvPr/>
            </p:nvSpPr>
            <p:spPr bwMode="auto">
              <a:xfrm>
                <a:off x="2254" y="1833"/>
                <a:ext cx="118" cy="1"/>
              </a:xfrm>
              <a:prstGeom prst="line">
                <a:avLst/>
              </a:prstGeom>
              <a:noFill/>
              <a:ln w="0">
                <a:solidFill>
                  <a:srgbClr val="000000"/>
                </a:solidFill>
                <a:round/>
                <a:headEnd/>
                <a:tailEnd/>
              </a:ln>
            </p:spPr>
            <p:txBody>
              <a:bodyPr/>
              <a:lstStyle/>
              <a:p>
                <a:endParaRPr lang="pt-BR" sz="2400"/>
              </a:p>
            </p:txBody>
          </p:sp>
          <p:sp>
            <p:nvSpPr>
              <p:cNvPr id="43" name="Line 838"/>
              <p:cNvSpPr>
                <a:spLocks noChangeShapeType="1"/>
              </p:cNvSpPr>
              <p:nvPr/>
            </p:nvSpPr>
            <p:spPr bwMode="auto">
              <a:xfrm>
                <a:off x="2254" y="2335"/>
                <a:ext cx="118" cy="1"/>
              </a:xfrm>
              <a:prstGeom prst="line">
                <a:avLst/>
              </a:prstGeom>
              <a:noFill/>
              <a:ln w="0">
                <a:solidFill>
                  <a:srgbClr val="000000"/>
                </a:solidFill>
                <a:round/>
                <a:headEnd/>
                <a:tailEnd/>
              </a:ln>
            </p:spPr>
            <p:txBody>
              <a:bodyPr/>
              <a:lstStyle/>
              <a:p>
                <a:endParaRPr lang="pt-BR" sz="2400"/>
              </a:p>
            </p:txBody>
          </p:sp>
          <p:sp>
            <p:nvSpPr>
              <p:cNvPr id="44" name="Line 839"/>
              <p:cNvSpPr>
                <a:spLocks noChangeShapeType="1"/>
              </p:cNvSpPr>
              <p:nvPr/>
            </p:nvSpPr>
            <p:spPr bwMode="auto">
              <a:xfrm>
                <a:off x="2254" y="2668"/>
                <a:ext cx="118" cy="1"/>
              </a:xfrm>
              <a:prstGeom prst="line">
                <a:avLst/>
              </a:prstGeom>
              <a:noFill/>
              <a:ln w="0">
                <a:solidFill>
                  <a:srgbClr val="000000"/>
                </a:solidFill>
                <a:round/>
                <a:headEnd/>
                <a:tailEnd/>
              </a:ln>
            </p:spPr>
            <p:txBody>
              <a:bodyPr/>
              <a:lstStyle/>
              <a:p>
                <a:endParaRPr lang="pt-BR" sz="2400"/>
              </a:p>
            </p:txBody>
          </p:sp>
          <p:sp>
            <p:nvSpPr>
              <p:cNvPr id="45" name="Freeform 840"/>
              <p:cNvSpPr>
                <a:spLocks/>
              </p:cNvSpPr>
              <p:nvPr/>
            </p:nvSpPr>
            <p:spPr bwMode="auto">
              <a:xfrm>
                <a:off x="1962" y="1497"/>
                <a:ext cx="248" cy="250"/>
              </a:xfrm>
              <a:custGeom>
                <a:avLst/>
                <a:gdLst>
                  <a:gd name="T0" fmla="*/ 0 w 1983"/>
                  <a:gd name="T1" fmla="*/ 0 h 1996"/>
                  <a:gd name="T2" fmla="*/ 0 w 1983"/>
                  <a:gd name="T3" fmla="*/ 0 h 1996"/>
                  <a:gd name="T4" fmla="*/ 0 w 1983"/>
                  <a:gd name="T5" fmla="*/ 0 h 1996"/>
                  <a:gd name="T6" fmla="*/ 0 w 1983"/>
                  <a:gd name="T7" fmla="*/ 0 h 1996"/>
                  <a:gd name="T8" fmla="*/ 0 60000 65536"/>
                  <a:gd name="T9" fmla="*/ 0 60000 65536"/>
                  <a:gd name="T10" fmla="*/ 0 60000 65536"/>
                  <a:gd name="T11" fmla="*/ 0 60000 65536"/>
                  <a:gd name="T12" fmla="*/ 0 w 1983"/>
                  <a:gd name="T13" fmla="*/ 0 h 1996"/>
                  <a:gd name="T14" fmla="*/ 1983 w 1983"/>
                  <a:gd name="T15" fmla="*/ 1996 h 1996"/>
                </a:gdLst>
                <a:ahLst/>
                <a:cxnLst>
                  <a:cxn ang="T8">
                    <a:pos x="T0" y="T1"/>
                  </a:cxn>
                  <a:cxn ang="T9">
                    <a:pos x="T2" y="T3"/>
                  </a:cxn>
                  <a:cxn ang="T10">
                    <a:pos x="T4" y="T5"/>
                  </a:cxn>
                  <a:cxn ang="T11">
                    <a:pos x="T6" y="T7"/>
                  </a:cxn>
                </a:cxnLst>
                <a:rect l="T12" t="T13" r="T14" b="T15"/>
                <a:pathLst>
                  <a:path w="1983" h="1996">
                    <a:moveTo>
                      <a:pt x="1983" y="0"/>
                    </a:moveTo>
                    <a:lnTo>
                      <a:pt x="0" y="1996"/>
                    </a:lnTo>
                    <a:lnTo>
                      <a:pt x="1983" y="1996"/>
                    </a:lnTo>
                    <a:lnTo>
                      <a:pt x="1983" y="0"/>
                    </a:lnTo>
                    <a:close/>
                  </a:path>
                </a:pathLst>
              </a:custGeom>
              <a:solidFill>
                <a:srgbClr val="000000"/>
              </a:solidFill>
              <a:ln w="9525">
                <a:noFill/>
                <a:round/>
                <a:headEnd/>
                <a:tailEnd/>
              </a:ln>
            </p:spPr>
            <p:txBody>
              <a:bodyPr/>
              <a:lstStyle/>
              <a:p>
                <a:pPr algn="ctr"/>
                <a:endParaRPr lang="pt-BR" sz="2400"/>
              </a:p>
            </p:txBody>
          </p:sp>
          <p:sp>
            <p:nvSpPr>
              <p:cNvPr id="46" name="Freeform 841"/>
              <p:cNvSpPr>
                <a:spLocks/>
              </p:cNvSpPr>
              <p:nvPr/>
            </p:nvSpPr>
            <p:spPr bwMode="auto">
              <a:xfrm>
                <a:off x="1962" y="1497"/>
                <a:ext cx="248" cy="250"/>
              </a:xfrm>
              <a:custGeom>
                <a:avLst/>
                <a:gdLst>
                  <a:gd name="T0" fmla="*/ 0 w 1983"/>
                  <a:gd name="T1" fmla="*/ 0 h 1996"/>
                  <a:gd name="T2" fmla="*/ 0 w 1983"/>
                  <a:gd name="T3" fmla="*/ 0 h 1996"/>
                  <a:gd name="T4" fmla="*/ 0 w 1983"/>
                  <a:gd name="T5" fmla="*/ 0 h 1996"/>
                  <a:gd name="T6" fmla="*/ 0 w 1983"/>
                  <a:gd name="T7" fmla="*/ 0 h 1996"/>
                  <a:gd name="T8" fmla="*/ 0 60000 65536"/>
                  <a:gd name="T9" fmla="*/ 0 60000 65536"/>
                  <a:gd name="T10" fmla="*/ 0 60000 65536"/>
                  <a:gd name="T11" fmla="*/ 0 60000 65536"/>
                  <a:gd name="T12" fmla="*/ 0 w 1983"/>
                  <a:gd name="T13" fmla="*/ 0 h 1996"/>
                  <a:gd name="T14" fmla="*/ 1983 w 1983"/>
                  <a:gd name="T15" fmla="*/ 1996 h 1996"/>
                </a:gdLst>
                <a:ahLst/>
                <a:cxnLst>
                  <a:cxn ang="T8">
                    <a:pos x="T0" y="T1"/>
                  </a:cxn>
                  <a:cxn ang="T9">
                    <a:pos x="T2" y="T3"/>
                  </a:cxn>
                  <a:cxn ang="T10">
                    <a:pos x="T4" y="T5"/>
                  </a:cxn>
                  <a:cxn ang="T11">
                    <a:pos x="T6" y="T7"/>
                  </a:cxn>
                </a:cxnLst>
                <a:rect l="T12" t="T13" r="T14" b="T15"/>
                <a:pathLst>
                  <a:path w="1983" h="1996">
                    <a:moveTo>
                      <a:pt x="1983" y="0"/>
                    </a:moveTo>
                    <a:lnTo>
                      <a:pt x="0" y="0"/>
                    </a:lnTo>
                    <a:lnTo>
                      <a:pt x="0" y="1996"/>
                    </a:lnTo>
                    <a:lnTo>
                      <a:pt x="1983" y="0"/>
                    </a:lnTo>
                    <a:close/>
                  </a:path>
                </a:pathLst>
              </a:custGeom>
              <a:solidFill>
                <a:srgbClr val="FFFFFF"/>
              </a:solidFill>
              <a:ln w="0">
                <a:solidFill>
                  <a:srgbClr val="000000"/>
                </a:solidFill>
                <a:round/>
                <a:headEnd/>
                <a:tailEnd/>
              </a:ln>
            </p:spPr>
            <p:txBody>
              <a:bodyPr/>
              <a:lstStyle/>
              <a:p>
                <a:pPr algn="ctr"/>
                <a:endParaRPr lang="pt-BR" sz="2400"/>
              </a:p>
            </p:txBody>
          </p:sp>
          <p:sp>
            <p:nvSpPr>
              <p:cNvPr id="47" name="Rectangle 842"/>
              <p:cNvSpPr>
                <a:spLocks noChangeArrowheads="1"/>
              </p:cNvSpPr>
              <p:nvPr/>
            </p:nvSpPr>
            <p:spPr bwMode="auto">
              <a:xfrm>
                <a:off x="2006" y="1543"/>
                <a:ext cx="153" cy="157"/>
              </a:xfrm>
              <a:prstGeom prst="rect">
                <a:avLst/>
              </a:prstGeom>
              <a:solidFill>
                <a:srgbClr val="FF0000"/>
              </a:solidFill>
              <a:ln w="0">
                <a:solidFill>
                  <a:srgbClr val="000000"/>
                </a:solidFill>
                <a:miter lim="800000"/>
                <a:headEnd/>
                <a:tailEnd/>
              </a:ln>
            </p:spPr>
            <p:txBody>
              <a:bodyPr/>
              <a:lstStyle/>
              <a:p>
                <a:pPr algn="ctr"/>
                <a:endParaRPr lang="pt-BR" sz="2400"/>
              </a:p>
            </p:txBody>
          </p:sp>
          <p:sp>
            <p:nvSpPr>
              <p:cNvPr id="48" name="Freeform 843"/>
              <p:cNvSpPr>
                <a:spLocks/>
              </p:cNvSpPr>
              <p:nvPr/>
            </p:nvSpPr>
            <p:spPr bwMode="auto">
              <a:xfrm>
                <a:off x="1962" y="1833"/>
                <a:ext cx="248" cy="250"/>
              </a:xfrm>
              <a:custGeom>
                <a:avLst/>
                <a:gdLst>
                  <a:gd name="T0" fmla="*/ 0 w 1983"/>
                  <a:gd name="T1" fmla="*/ 0 h 2002"/>
                  <a:gd name="T2" fmla="*/ 0 w 1983"/>
                  <a:gd name="T3" fmla="*/ 0 h 2002"/>
                  <a:gd name="T4" fmla="*/ 0 w 1983"/>
                  <a:gd name="T5" fmla="*/ 0 h 2002"/>
                  <a:gd name="T6" fmla="*/ 0 w 1983"/>
                  <a:gd name="T7" fmla="*/ 0 h 2002"/>
                  <a:gd name="T8" fmla="*/ 0 60000 65536"/>
                  <a:gd name="T9" fmla="*/ 0 60000 65536"/>
                  <a:gd name="T10" fmla="*/ 0 60000 65536"/>
                  <a:gd name="T11" fmla="*/ 0 60000 65536"/>
                  <a:gd name="T12" fmla="*/ 0 w 1983"/>
                  <a:gd name="T13" fmla="*/ 0 h 2002"/>
                  <a:gd name="T14" fmla="*/ 1983 w 1983"/>
                  <a:gd name="T15" fmla="*/ 2002 h 2002"/>
                </a:gdLst>
                <a:ahLst/>
                <a:cxnLst>
                  <a:cxn ang="T8">
                    <a:pos x="T0" y="T1"/>
                  </a:cxn>
                  <a:cxn ang="T9">
                    <a:pos x="T2" y="T3"/>
                  </a:cxn>
                  <a:cxn ang="T10">
                    <a:pos x="T4" y="T5"/>
                  </a:cxn>
                  <a:cxn ang="T11">
                    <a:pos x="T6" y="T7"/>
                  </a:cxn>
                </a:cxnLst>
                <a:rect l="T12" t="T13" r="T14" b="T15"/>
                <a:pathLst>
                  <a:path w="1983" h="2002">
                    <a:moveTo>
                      <a:pt x="1983" y="0"/>
                    </a:moveTo>
                    <a:lnTo>
                      <a:pt x="0" y="2002"/>
                    </a:lnTo>
                    <a:lnTo>
                      <a:pt x="1983" y="2002"/>
                    </a:lnTo>
                    <a:lnTo>
                      <a:pt x="1983" y="0"/>
                    </a:lnTo>
                    <a:close/>
                  </a:path>
                </a:pathLst>
              </a:custGeom>
              <a:solidFill>
                <a:srgbClr val="000000"/>
              </a:solidFill>
              <a:ln w="9525">
                <a:noFill/>
                <a:round/>
                <a:headEnd/>
                <a:tailEnd/>
              </a:ln>
            </p:spPr>
            <p:txBody>
              <a:bodyPr/>
              <a:lstStyle/>
              <a:p>
                <a:pPr algn="ctr"/>
                <a:endParaRPr lang="pt-BR" sz="2400"/>
              </a:p>
            </p:txBody>
          </p:sp>
          <p:sp>
            <p:nvSpPr>
              <p:cNvPr id="49" name="Freeform 844"/>
              <p:cNvSpPr>
                <a:spLocks/>
              </p:cNvSpPr>
              <p:nvPr/>
            </p:nvSpPr>
            <p:spPr bwMode="auto">
              <a:xfrm>
                <a:off x="1962" y="1833"/>
                <a:ext cx="248" cy="250"/>
              </a:xfrm>
              <a:custGeom>
                <a:avLst/>
                <a:gdLst>
                  <a:gd name="T0" fmla="*/ 0 w 1983"/>
                  <a:gd name="T1" fmla="*/ 0 h 2002"/>
                  <a:gd name="T2" fmla="*/ 0 w 1983"/>
                  <a:gd name="T3" fmla="*/ 0 h 2002"/>
                  <a:gd name="T4" fmla="*/ 0 w 1983"/>
                  <a:gd name="T5" fmla="*/ 0 h 2002"/>
                  <a:gd name="T6" fmla="*/ 0 w 1983"/>
                  <a:gd name="T7" fmla="*/ 0 h 2002"/>
                  <a:gd name="T8" fmla="*/ 0 60000 65536"/>
                  <a:gd name="T9" fmla="*/ 0 60000 65536"/>
                  <a:gd name="T10" fmla="*/ 0 60000 65536"/>
                  <a:gd name="T11" fmla="*/ 0 60000 65536"/>
                  <a:gd name="T12" fmla="*/ 0 w 1983"/>
                  <a:gd name="T13" fmla="*/ 0 h 2002"/>
                  <a:gd name="T14" fmla="*/ 1983 w 1983"/>
                  <a:gd name="T15" fmla="*/ 2002 h 2002"/>
                </a:gdLst>
                <a:ahLst/>
                <a:cxnLst>
                  <a:cxn ang="T8">
                    <a:pos x="T0" y="T1"/>
                  </a:cxn>
                  <a:cxn ang="T9">
                    <a:pos x="T2" y="T3"/>
                  </a:cxn>
                  <a:cxn ang="T10">
                    <a:pos x="T4" y="T5"/>
                  </a:cxn>
                  <a:cxn ang="T11">
                    <a:pos x="T6" y="T7"/>
                  </a:cxn>
                </a:cxnLst>
                <a:rect l="T12" t="T13" r="T14" b="T15"/>
                <a:pathLst>
                  <a:path w="1983" h="2002">
                    <a:moveTo>
                      <a:pt x="1983" y="0"/>
                    </a:moveTo>
                    <a:lnTo>
                      <a:pt x="0" y="0"/>
                    </a:lnTo>
                    <a:lnTo>
                      <a:pt x="0" y="2002"/>
                    </a:lnTo>
                    <a:lnTo>
                      <a:pt x="1983" y="0"/>
                    </a:lnTo>
                    <a:close/>
                  </a:path>
                </a:pathLst>
              </a:custGeom>
              <a:solidFill>
                <a:srgbClr val="FFFFFF"/>
              </a:solidFill>
              <a:ln w="0">
                <a:solidFill>
                  <a:srgbClr val="000000"/>
                </a:solidFill>
                <a:round/>
                <a:headEnd/>
                <a:tailEnd/>
              </a:ln>
            </p:spPr>
            <p:txBody>
              <a:bodyPr/>
              <a:lstStyle/>
              <a:p>
                <a:pPr algn="ctr"/>
                <a:endParaRPr lang="pt-BR" sz="2400"/>
              </a:p>
            </p:txBody>
          </p:sp>
          <p:sp>
            <p:nvSpPr>
              <p:cNvPr id="50" name="Rectangle 845"/>
              <p:cNvSpPr>
                <a:spLocks noChangeArrowheads="1"/>
              </p:cNvSpPr>
              <p:nvPr/>
            </p:nvSpPr>
            <p:spPr bwMode="auto">
              <a:xfrm>
                <a:off x="2006" y="1877"/>
                <a:ext cx="153" cy="156"/>
              </a:xfrm>
              <a:prstGeom prst="rect">
                <a:avLst/>
              </a:prstGeom>
              <a:solidFill>
                <a:srgbClr val="FF0000"/>
              </a:solidFill>
              <a:ln w="0">
                <a:solidFill>
                  <a:srgbClr val="000000"/>
                </a:solidFill>
                <a:miter lim="800000"/>
                <a:headEnd/>
                <a:tailEnd/>
              </a:ln>
            </p:spPr>
            <p:txBody>
              <a:bodyPr/>
              <a:lstStyle/>
              <a:p>
                <a:pPr algn="ctr"/>
                <a:endParaRPr lang="pt-BR" sz="2400"/>
              </a:p>
            </p:txBody>
          </p:sp>
          <p:sp>
            <p:nvSpPr>
              <p:cNvPr id="51" name="Freeform 846"/>
              <p:cNvSpPr>
                <a:spLocks/>
              </p:cNvSpPr>
              <p:nvPr/>
            </p:nvSpPr>
            <p:spPr bwMode="auto">
              <a:xfrm>
                <a:off x="1962" y="2167"/>
                <a:ext cx="248" cy="249"/>
              </a:xfrm>
              <a:custGeom>
                <a:avLst/>
                <a:gdLst>
                  <a:gd name="T0" fmla="*/ 0 w 1983"/>
                  <a:gd name="T1" fmla="*/ 0 h 1994"/>
                  <a:gd name="T2" fmla="*/ 0 w 1983"/>
                  <a:gd name="T3" fmla="*/ 0 h 1994"/>
                  <a:gd name="T4" fmla="*/ 0 w 1983"/>
                  <a:gd name="T5" fmla="*/ 0 h 1994"/>
                  <a:gd name="T6" fmla="*/ 0 w 1983"/>
                  <a:gd name="T7" fmla="*/ 0 h 1994"/>
                  <a:gd name="T8" fmla="*/ 0 60000 65536"/>
                  <a:gd name="T9" fmla="*/ 0 60000 65536"/>
                  <a:gd name="T10" fmla="*/ 0 60000 65536"/>
                  <a:gd name="T11" fmla="*/ 0 60000 65536"/>
                  <a:gd name="T12" fmla="*/ 0 w 1983"/>
                  <a:gd name="T13" fmla="*/ 0 h 1994"/>
                  <a:gd name="T14" fmla="*/ 1983 w 1983"/>
                  <a:gd name="T15" fmla="*/ 1994 h 1994"/>
                </a:gdLst>
                <a:ahLst/>
                <a:cxnLst>
                  <a:cxn ang="T8">
                    <a:pos x="T0" y="T1"/>
                  </a:cxn>
                  <a:cxn ang="T9">
                    <a:pos x="T2" y="T3"/>
                  </a:cxn>
                  <a:cxn ang="T10">
                    <a:pos x="T4" y="T5"/>
                  </a:cxn>
                  <a:cxn ang="T11">
                    <a:pos x="T6" y="T7"/>
                  </a:cxn>
                </a:cxnLst>
                <a:rect l="T12" t="T13" r="T14" b="T15"/>
                <a:pathLst>
                  <a:path w="1983" h="1994">
                    <a:moveTo>
                      <a:pt x="1983" y="0"/>
                    </a:moveTo>
                    <a:lnTo>
                      <a:pt x="0" y="1994"/>
                    </a:lnTo>
                    <a:lnTo>
                      <a:pt x="1983" y="1994"/>
                    </a:lnTo>
                    <a:lnTo>
                      <a:pt x="1983" y="0"/>
                    </a:lnTo>
                    <a:close/>
                  </a:path>
                </a:pathLst>
              </a:custGeom>
              <a:solidFill>
                <a:srgbClr val="000000"/>
              </a:solidFill>
              <a:ln w="9525">
                <a:noFill/>
                <a:round/>
                <a:headEnd/>
                <a:tailEnd/>
              </a:ln>
            </p:spPr>
            <p:txBody>
              <a:bodyPr/>
              <a:lstStyle/>
              <a:p>
                <a:pPr algn="ctr"/>
                <a:endParaRPr lang="pt-BR" sz="2400"/>
              </a:p>
            </p:txBody>
          </p:sp>
          <p:sp>
            <p:nvSpPr>
              <p:cNvPr id="52" name="Freeform 847"/>
              <p:cNvSpPr>
                <a:spLocks/>
              </p:cNvSpPr>
              <p:nvPr/>
            </p:nvSpPr>
            <p:spPr bwMode="auto">
              <a:xfrm>
                <a:off x="1962" y="2167"/>
                <a:ext cx="248" cy="249"/>
              </a:xfrm>
              <a:custGeom>
                <a:avLst/>
                <a:gdLst>
                  <a:gd name="T0" fmla="*/ 0 w 1983"/>
                  <a:gd name="T1" fmla="*/ 0 h 1994"/>
                  <a:gd name="T2" fmla="*/ 0 w 1983"/>
                  <a:gd name="T3" fmla="*/ 0 h 1994"/>
                  <a:gd name="T4" fmla="*/ 0 w 1983"/>
                  <a:gd name="T5" fmla="*/ 0 h 1994"/>
                  <a:gd name="T6" fmla="*/ 0 w 1983"/>
                  <a:gd name="T7" fmla="*/ 0 h 1994"/>
                  <a:gd name="T8" fmla="*/ 0 60000 65536"/>
                  <a:gd name="T9" fmla="*/ 0 60000 65536"/>
                  <a:gd name="T10" fmla="*/ 0 60000 65536"/>
                  <a:gd name="T11" fmla="*/ 0 60000 65536"/>
                  <a:gd name="T12" fmla="*/ 0 w 1983"/>
                  <a:gd name="T13" fmla="*/ 0 h 1994"/>
                  <a:gd name="T14" fmla="*/ 1983 w 1983"/>
                  <a:gd name="T15" fmla="*/ 1994 h 1994"/>
                </a:gdLst>
                <a:ahLst/>
                <a:cxnLst>
                  <a:cxn ang="T8">
                    <a:pos x="T0" y="T1"/>
                  </a:cxn>
                  <a:cxn ang="T9">
                    <a:pos x="T2" y="T3"/>
                  </a:cxn>
                  <a:cxn ang="T10">
                    <a:pos x="T4" y="T5"/>
                  </a:cxn>
                  <a:cxn ang="T11">
                    <a:pos x="T6" y="T7"/>
                  </a:cxn>
                </a:cxnLst>
                <a:rect l="T12" t="T13" r="T14" b="T15"/>
                <a:pathLst>
                  <a:path w="1983" h="1994">
                    <a:moveTo>
                      <a:pt x="1983" y="0"/>
                    </a:moveTo>
                    <a:lnTo>
                      <a:pt x="0" y="0"/>
                    </a:lnTo>
                    <a:lnTo>
                      <a:pt x="0" y="1994"/>
                    </a:lnTo>
                    <a:lnTo>
                      <a:pt x="1983" y="0"/>
                    </a:lnTo>
                    <a:close/>
                  </a:path>
                </a:pathLst>
              </a:custGeom>
              <a:solidFill>
                <a:srgbClr val="FFFFFF"/>
              </a:solidFill>
              <a:ln w="0">
                <a:solidFill>
                  <a:srgbClr val="000000"/>
                </a:solidFill>
                <a:round/>
                <a:headEnd/>
                <a:tailEnd/>
              </a:ln>
            </p:spPr>
            <p:txBody>
              <a:bodyPr/>
              <a:lstStyle/>
              <a:p>
                <a:pPr algn="ctr"/>
                <a:endParaRPr lang="pt-BR" sz="2400"/>
              </a:p>
            </p:txBody>
          </p:sp>
          <p:sp>
            <p:nvSpPr>
              <p:cNvPr id="53" name="Rectangle 848"/>
              <p:cNvSpPr>
                <a:spLocks noChangeArrowheads="1"/>
              </p:cNvSpPr>
              <p:nvPr/>
            </p:nvSpPr>
            <p:spPr bwMode="auto">
              <a:xfrm>
                <a:off x="2006" y="2211"/>
                <a:ext cx="153" cy="159"/>
              </a:xfrm>
              <a:prstGeom prst="rect">
                <a:avLst/>
              </a:prstGeom>
              <a:solidFill>
                <a:srgbClr val="FF0000"/>
              </a:solidFill>
              <a:ln w="0">
                <a:solidFill>
                  <a:srgbClr val="000000"/>
                </a:solidFill>
                <a:miter lim="800000"/>
                <a:headEnd/>
                <a:tailEnd/>
              </a:ln>
            </p:spPr>
            <p:txBody>
              <a:bodyPr/>
              <a:lstStyle/>
              <a:p>
                <a:pPr algn="ctr"/>
                <a:endParaRPr lang="pt-BR" sz="2400"/>
              </a:p>
            </p:txBody>
          </p:sp>
          <p:sp>
            <p:nvSpPr>
              <p:cNvPr id="54" name="Freeform 849"/>
              <p:cNvSpPr>
                <a:spLocks/>
              </p:cNvSpPr>
              <p:nvPr/>
            </p:nvSpPr>
            <p:spPr bwMode="auto">
              <a:xfrm>
                <a:off x="1963" y="2502"/>
                <a:ext cx="77" cy="81"/>
              </a:xfrm>
              <a:custGeom>
                <a:avLst/>
                <a:gdLst>
                  <a:gd name="T0" fmla="*/ 0 w 621"/>
                  <a:gd name="T1" fmla="*/ 0 h 646"/>
                  <a:gd name="T2" fmla="*/ 0 w 621"/>
                  <a:gd name="T3" fmla="*/ 0 h 646"/>
                  <a:gd name="T4" fmla="*/ 0 w 621"/>
                  <a:gd name="T5" fmla="*/ 0 h 646"/>
                  <a:gd name="T6" fmla="*/ 0 w 621"/>
                  <a:gd name="T7" fmla="*/ 0 h 646"/>
                  <a:gd name="T8" fmla="*/ 0 w 621"/>
                  <a:gd name="T9" fmla="*/ 0 h 646"/>
                  <a:gd name="T10" fmla="*/ 0 w 621"/>
                  <a:gd name="T11" fmla="*/ 0 h 646"/>
                  <a:gd name="T12" fmla="*/ 0 w 621"/>
                  <a:gd name="T13" fmla="*/ 0 h 646"/>
                  <a:gd name="T14" fmla="*/ 0 w 621"/>
                  <a:gd name="T15" fmla="*/ 0 h 646"/>
                  <a:gd name="T16" fmla="*/ 0 w 621"/>
                  <a:gd name="T17" fmla="*/ 0 h 646"/>
                  <a:gd name="T18" fmla="*/ 0 w 621"/>
                  <a:gd name="T19" fmla="*/ 0 h 646"/>
                  <a:gd name="T20" fmla="*/ 0 w 621"/>
                  <a:gd name="T21" fmla="*/ 0 h 646"/>
                  <a:gd name="T22" fmla="*/ 0 w 621"/>
                  <a:gd name="T23" fmla="*/ 0 h 6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1"/>
                  <a:gd name="T37" fmla="*/ 0 h 646"/>
                  <a:gd name="T38" fmla="*/ 621 w 621"/>
                  <a:gd name="T39" fmla="*/ 646 h 6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1" h="646">
                    <a:moveTo>
                      <a:pt x="307" y="0"/>
                    </a:moveTo>
                    <a:lnTo>
                      <a:pt x="485" y="62"/>
                    </a:lnTo>
                    <a:lnTo>
                      <a:pt x="614" y="220"/>
                    </a:lnTo>
                    <a:lnTo>
                      <a:pt x="621" y="353"/>
                    </a:lnTo>
                    <a:lnTo>
                      <a:pt x="570" y="524"/>
                    </a:lnTo>
                    <a:lnTo>
                      <a:pt x="395" y="646"/>
                    </a:lnTo>
                    <a:lnTo>
                      <a:pt x="228" y="646"/>
                    </a:lnTo>
                    <a:lnTo>
                      <a:pt x="49" y="524"/>
                    </a:lnTo>
                    <a:lnTo>
                      <a:pt x="0" y="317"/>
                    </a:lnTo>
                    <a:lnTo>
                      <a:pt x="49" y="141"/>
                    </a:lnTo>
                    <a:lnTo>
                      <a:pt x="228" y="16"/>
                    </a:lnTo>
                    <a:lnTo>
                      <a:pt x="307" y="0"/>
                    </a:lnTo>
                    <a:close/>
                  </a:path>
                </a:pathLst>
              </a:custGeom>
              <a:solidFill>
                <a:srgbClr val="000000"/>
              </a:solidFill>
              <a:ln w="9525">
                <a:noFill/>
                <a:round/>
                <a:headEnd/>
                <a:tailEnd/>
              </a:ln>
            </p:spPr>
            <p:txBody>
              <a:bodyPr/>
              <a:lstStyle/>
              <a:p>
                <a:pPr algn="ctr"/>
                <a:endParaRPr lang="pt-BR" sz="2400"/>
              </a:p>
            </p:txBody>
          </p:sp>
          <p:sp>
            <p:nvSpPr>
              <p:cNvPr id="55" name="Freeform 850"/>
              <p:cNvSpPr>
                <a:spLocks/>
              </p:cNvSpPr>
              <p:nvPr/>
            </p:nvSpPr>
            <p:spPr bwMode="auto">
              <a:xfrm>
                <a:off x="1973" y="2514"/>
                <a:ext cx="39" cy="42"/>
              </a:xfrm>
              <a:custGeom>
                <a:avLst/>
                <a:gdLst>
                  <a:gd name="T0" fmla="*/ 0 w 314"/>
                  <a:gd name="T1" fmla="*/ 0 h 337"/>
                  <a:gd name="T2" fmla="*/ 0 w 314"/>
                  <a:gd name="T3" fmla="*/ 0 h 337"/>
                  <a:gd name="T4" fmla="*/ 0 w 314"/>
                  <a:gd name="T5" fmla="*/ 0 h 337"/>
                  <a:gd name="T6" fmla="*/ 0 w 314"/>
                  <a:gd name="T7" fmla="*/ 0 h 337"/>
                  <a:gd name="T8" fmla="*/ 0 w 314"/>
                  <a:gd name="T9" fmla="*/ 0 h 337"/>
                  <a:gd name="T10" fmla="*/ 0 w 314"/>
                  <a:gd name="T11" fmla="*/ 0 h 337"/>
                  <a:gd name="T12" fmla="*/ 0 60000 65536"/>
                  <a:gd name="T13" fmla="*/ 0 60000 65536"/>
                  <a:gd name="T14" fmla="*/ 0 60000 65536"/>
                  <a:gd name="T15" fmla="*/ 0 60000 65536"/>
                  <a:gd name="T16" fmla="*/ 0 60000 65536"/>
                  <a:gd name="T17" fmla="*/ 0 60000 65536"/>
                  <a:gd name="T18" fmla="*/ 0 w 314"/>
                  <a:gd name="T19" fmla="*/ 0 h 337"/>
                  <a:gd name="T20" fmla="*/ 314 w 314"/>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314" h="337">
                    <a:moveTo>
                      <a:pt x="154" y="0"/>
                    </a:moveTo>
                    <a:lnTo>
                      <a:pt x="314" y="155"/>
                    </a:lnTo>
                    <a:lnTo>
                      <a:pt x="203" y="337"/>
                    </a:lnTo>
                    <a:lnTo>
                      <a:pt x="37" y="286"/>
                    </a:lnTo>
                    <a:lnTo>
                      <a:pt x="0" y="155"/>
                    </a:lnTo>
                    <a:lnTo>
                      <a:pt x="154" y="0"/>
                    </a:lnTo>
                    <a:close/>
                  </a:path>
                </a:pathLst>
              </a:custGeom>
              <a:solidFill>
                <a:srgbClr val="FFFFFF"/>
              </a:solidFill>
              <a:ln w="0">
                <a:solidFill>
                  <a:srgbClr val="000000"/>
                </a:solidFill>
                <a:round/>
                <a:headEnd/>
                <a:tailEnd/>
              </a:ln>
            </p:spPr>
            <p:txBody>
              <a:bodyPr/>
              <a:lstStyle/>
              <a:p>
                <a:pPr algn="ctr"/>
                <a:endParaRPr lang="pt-BR" sz="2400"/>
              </a:p>
            </p:txBody>
          </p:sp>
          <p:sp>
            <p:nvSpPr>
              <p:cNvPr id="56" name="Freeform 851"/>
              <p:cNvSpPr>
                <a:spLocks/>
              </p:cNvSpPr>
              <p:nvPr/>
            </p:nvSpPr>
            <p:spPr bwMode="auto">
              <a:xfrm>
                <a:off x="2128" y="2502"/>
                <a:ext cx="79" cy="81"/>
              </a:xfrm>
              <a:custGeom>
                <a:avLst/>
                <a:gdLst>
                  <a:gd name="T0" fmla="*/ 0 w 631"/>
                  <a:gd name="T1" fmla="*/ 0 h 646"/>
                  <a:gd name="T2" fmla="*/ 0 w 631"/>
                  <a:gd name="T3" fmla="*/ 0 h 646"/>
                  <a:gd name="T4" fmla="*/ 0 w 631"/>
                  <a:gd name="T5" fmla="*/ 0 h 646"/>
                  <a:gd name="T6" fmla="*/ 0 w 631"/>
                  <a:gd name="T7" fmla="*/ 0 h 646"/>
                  <a:gd name="T8" fmla="*/ 0 w 631"/>
                  <a:gd name="T9" fmla="*/ 0 h 646"/>
                  <a:gd name="T10" fmla="*/ 0 w 631"/>
                  <a:gd name="T11" fmla="*/ 0 h 646"/>
                  <a:gd name="T12" fmla="*/ 0 w 631"/>
                  <a:gd name="T13" fmla="*/ 0 h 646"/>
                  <a:gd name="T14" fmla="*/ 0 w 631"/>
                  <a:gd name="T15" fmla="*/ 0 h 646"/>
                  <a:gd name="T16" fmla="*/ 0 w 631"/>
                  <a:gd name="T17" fmla="*/ 0 h 646"/>
                  <a:gd name="T18" fmla="*/ 0 w 631"/>
                  <a:gd name="T19" fmla="*/ 0 h 646"/>
                  <a:gd name="T20" fmla="*/ 0 w 631"/>
                  <a:gd name="T21" fmla="*/ 0 h 646"/>
                  <a:gd name="T22" fmla="*/ 0 w 631"/>
                  <a:gd name="T23" fmla="*/ 0 h 6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1"/>
                  <a:gd name="T37" fmla="*/ 0 h 646"/>
                  <a:gd name="T38" fmla="*/ 631 w 631"/>
                  <a:gd name="T39" fmla="*/ 646 h 6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1" h="646">
                    <a:moveTo>
                      <a:pt x="317" y="0"/>
                    </a:moveTo>
                    <a:lnTo>
                      <a:pt x="493" y="62"/>
                    </a:lnTo>
                    <a:lnTo>
                      <a:pt x="617" y="220"/>
                    </a:lnTo>
                    <a:lnTo>
                      <a:pt x="631" y="353"/>
                    </a:lnTo>
                    <a:lnTo>
                      <a:pt x="580" y="524"/>
                    </a:lnTo>
                    <a:lnTo>
                      <a:pt x="405" y="646"/>
                    </a:lnTo>
                    <a:lnTo>
                      <a:pt x="216" y="646"/>
                    </a:lnTo>
                    <a:lnTo>
                      <a:pt x="59" y="524"/>
                    </a:lnTo>
                    <a:lnTo>
                      <a:pt x="0" y="317"/>
                    </a:lnTo>
                    <a:lnTo>
                      <a:pt x="59" y="141"/>
                    </a:lnTo>
                    <a:lnTo>
                      <a:pt x="216" y="16"/>
                    </a:lnTo>
                    <a:lnTo>
                      <a:pt x="317" y="0"/>
                    </a:lnTo>
                    <a:close/>
                  </a:path>
                </a:pathLst>
              </a:custGeom>
              <a:solidFill>
                <a:srgbClr val="000000"/>
              </a:solidFill>
              <a:ln w="9525">
                <a:noFill/>
                <a:round/>
                <a:headEnd/>
                <a:tailEnd/>
              </a:ln>
            </p:spPr>
            <p:txBody>
              <a:bodyPr/>
              <a:lstStyle/>
              <a:p>
                <a:pPr algn="ctr"/>
                <a:endParaRPr lang="pt-BR" sz="2400"/>
              </a:p>
            </p:txBody>
          </p:sp>
          <p:sp>
            <p:nvSpPr>
              <p:cNvPr id="57" name="Freeform 852"/>
              <p:cNvSpPr>
                <a:spLocks/>
              </p:cNvSpPr>
              <p:nvPr/>
            </p:nvSpPr>
            <p:spPr bwMode="auto">
              <a:xfrm>
                <a:off x="2139" y="2514"/>
                <a:ext cx="40" cy="42"/>
              </a:xfrm>
              <a:custGeom>
                <a:avLst/>
                <a:gdLst>
                  <a:gd name="T0" fmla="*/ 0 w 321"/>
                  <a:gd name="T1" fmla="*/ 0 h 337"/>
                  <a:gd name="T2" fmla="*/ 0 w 321"/>
                  <a:gd name="T3" fmla="*/ 0 h 337"/>
                  <a:gd name="T4" fmla="*/ 0 w 321"/>
                  <a:gd name="T5" fmla="*/ 0 h 337"/>
                  <a:gd name="T6" fmla="*/ 0 w 321"/>
                  <a:gd name="T7" fmla="*/ 0 h 337"/>
                  <a:gd name="T8" fmla="*/ 0 w 321"/>
                  <a:gd name="T9" fmla="*/ 0 h 337"/>
                  <a:gd name="T10" fmla="*/ 0 w 321"/>
                  <a:gd name="T11" fmla="*/ 0 h 337"/>
                  <a:gd name="T12" fmla="*/ 0 60000 65536"/>
                  <a:gd name="T13" fmla="*/ 0 60000 65536"/>
                  <a:gd name="T14" fmla="*/ 0 60000 65536"/>
                  <a:gd name="T15" fmla="*/ 0 60000 65536"/>
                  <a:gd name="T16" fmla="*/ 0 60000 65536"/>
                  <a:gd name="T17" fmla="*/ 0 60000 65536"/>
                  <a:gd name="T18" fmla="*/ 0 w 321"/>
                  <a:gd name="T19" fmla="*/ 0 h 337"/>
                  <a:gd name="T20" fmla="*/ 321 w 321"/>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321" h="337">
                    <a:moveTo>
                      <a:pt x="158" y="0"/>
                    </a:moveTo>
                    <a:lnTo>
                      <a:pt x="321" y="155"/>
                    </a:lnTo>
                    <a:lnTo>
                      <a:pt x="204" y="337"/>
                    </a:lnTo>
                    <a:lnTo>
                      <a:pt x="35" y="286"/>
                    </a:lnTo>
                    <a:lnTo>
                      <a:pt x="0" y="155"/>
                    </a:lnTo>
                    <a:lnTo>
                      <a:pt x="158" y="0"/>
                    </a:lnTo>
                    <a:close/>
                  </a:path>
                </a:pathLst>
              </a:custGeom>
              <a:solidFill>
                <a:srgbClr val="FFFFFF"/>
              </a:solidFill>
              <a:ln w="0">
                <a:solidFill>
                  <a:srgbClr val="000000"/>
                </a:solidFill>
                <a:round/>
                <a:headEnd/>
                <a:tailEnd/>
              </a:ln>
            </p:spPr>
            <p:txBody>
              <a:bodyPr/>
              <a:lstStyle/>
              <a:p>
                <a:pPr algn="ctr"/>
                <a:endParaRPr lang="pt-BR" sz="2400"/>
              </a:p>
            </p:txBody>
          </p:sp>
          <p:sp>
            <p:nvSpPr>
              <p:cNvPr id="58" name="Freeform 853"/>
              <p:cNvSpPr>
                <a:spLocks/>
              </p:cNvSpPr>
              <p:nvPr/>
            </p:nvSpPr>
            <p:spPr bwMode="auto">
              <a:xfrm>
                <a:off x="2251" y="1835"/>
                <a:ext cx="912" cy="336"/>
              </a:xfrm>
              <a:custGeom>
                <a:avLst/>
                <a:gdLst>
                  <a:gd name="T0" fmla="*/ 0 w 7298"/>
                  <a:gd name="T1" fmla="*/ 0 h 2689"/>
                  <a:gd name="T2" fmla="*/ 0 w 7298"/>
                  <a:gd name="T3" fmla="*/ 0 h 2689"/>
                  <a:gd name="T4" fmla="*/ 0 w 7298"/>
                  <a:gd name="T5" fmla="*/ 0 h 2689"/>
                  <a:gd name="T6" fmla="*/ 0 w 7298"/>
                  <a:gd name="T7" fmla="*/ 0 h 2689"/>
                  <a:gd name="T8" fmla="*/ 0 w 7298"/>
                  <a:gd name="T9" fmla="*/ 0 h 2689"/>
                  <a:gd name="T10" fmla="*/ 0 w 7298"/>
                  <a:gd name="T11" fmla="*/ 0 h 2689"/>
                  <a:gd name="T12" fmla="*/ 0 w 7298"/>
                  <a:gd name="T13" fmla="*/ 0 h 2689"/>
                  <a:gd name="T14" fmla="*/ 0 w 7298"/>
                  <a:gd name="T15" fmla="*/ 0 h 2689"/>
                  <a:gd name="T16" fmla="*/ 0 w 7298"/>
                  <a:gd name="T17" fmla="*/ 0 h 2689"/>
                  <a:gd name="T18" fmla="*/ 0 w 7298"/>
                  <a:gd name="T19" fmla="*/ 0 h 2689"/>
                  <a:gd name="T20" fmla="*/ 0 w 7298"/>
                  <a:gd name="T21" fmla="*/ 0 h 2689"/>
                  <a:gd name="T22" fmla="*/ 0 w 7298"/>
                  <a:gd name="T23" fmla="*/ 0 h 26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298"/>
                  <a:gd name="T37" fmla="*/ 0 h 2689"/>
                  <a:gd name="T38" fmla="*/ 7298 w 7298"/>
                  <a:gd name="T39" fmla="*/ 2689 h 26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298" h="2689">
                    <a:moveTo>
                      <a:pt x="0" y="1347"/>
                    </a:moveTo>
                    <a:lnTo>
                      <a:pt x="668" y="1347"/>
                    </a:lnTo>
                    <a:lnTo>
                      <a:pt x="668" y="2689"/>
                    </a:lnTo>
                    <a:lnTo>
                      <a:pt x="1994" y="2689"/>
                    </a:lnTo>
                    <a:lnTo>
                      <a:pt x="1994" y="1347"/>
                    </a:lnTo>
                    <a:lnTo>
                      <a:pt x="3305" y="1347"/>
                    </a:lnTo>
                    <a:lnTo>
                      <a:pt x="3305" y="2689"/>
                    </a:lnTo>
                    <a:lnTo>
                      <a:pt x="4633" y="2689"/>
                    </a:lnTo>
                    <a:lnTo>
                      <a:pt x="4633" y="1347"/>
                    </a:lnTo>
                    <a:lnTo>
                      <a:pt x="5973" y="1347"/>
                    </a:lnTo>
                    <a:lnTo>
                      <a:pt x="5973" y="0"/>
                    </a:lnTo>
                    <a:lnTo>
                      <a:pt x="7298" y="0"/>
                    </a:lnTo>
                  </a:path>
                </a:pathLst>
              </a:custGeom>
              <a:noFill/>
              <a:ln w="0">
                <a:solidFill>
                  <a:srgbClr val="000000"/>
                </a:solidFill>
                <a:round/>
                <a:headEnd/>
                <a:tailEnd/>
              </a:ln>
            </p:spPr>
            <p:txBody>
              <a:bodyPr/>
              <a:lstStyle/>
              <a:p>
                <a:pPr algn="ctr"/>
                <a:endParaRPr lang="pt-BR" sz="2400"/>
              </a:p>
            </p:txBody>
          </p:sp>
        </p:grpSp>
      </p:grpSp>
      <p:sp>
        <p:nvSpPr>
          <p:cNvPr id="855" name="CaixaDeTexto 854"/>
          <p:cNvSpPr txBox="1"/>
          <p:nvPr/>
        </p:nvSpPr>
        <p:spPr>
          <a:xfrm>
            <a:off x="3599723" y="2733695"/>
            <a:ext cx="5918861" cy="1515800"/>
          </a:xfrm>
          <a:prstGeom prst="rect">
            <a:avLst/>
          </a:prstGeom>
          <a:noFill/>
        </p:spPr>
        <p:txBody>
          <a:bodyPr wrap="square" rtlCol="0">
            <a:spAutoFit/>
          </a:bodyPr>
          <a:lstStyle/>
          <a:p>
            <a:pPr algn="ctr">
              <a:lnSpc>
                <a:spcPts val="3733"/>
              </a:lnSpc>
            </a:pPr>
            <a:r>
              <a:rPr lang="pt-BR" sz="3733" b="1" dirty="0">
                <a:solidFill>
                  <a:schemeClr val="bg1"/>
                </a:solidFill>
                <a:latin typeface="Lato" pitchFamily="34" charset="0"/>
              </a:rPr>
              <a:t>mapa </a:t>
            </a:r>
            <a:br>
              <a:rPr lang="pt-BR" sz="3733" b="1" dirty="0">
                <a:solidFill>
                  <a:schemeClr val="bg1"/>
                </a:solidFill>
                <a:latin typeface="Lato" pitchFamily="34" charset="0"/>
              </a:rPr>
            </a:br>
            <a:r>
              <a:rPr lang="pt-BR" sz="3733" b="1" dirty="0">
                <a:solidFill>
                  <a:schemeClr val="bg1"/>
                </a:solidFill>
                <a:latin typeface="Lato" pitchFamily="34" charset="0"/>
              </a:rPr>
              <a:t>comum</a:t>
            </a:r>
          </a:p>
          <a:p>
            <a:pPr algn="ctr">
              <a:lnSpc>
                <a:spcPts val="3733"/>
              </a:lnSpc>
            </a:pPr>
            <a:r>
              <a:rPr lang="pt-BR" sz="3733" b="1" dirty="0">
                <a:solidFill>
                  <a:schemeClr val="bg1"/>
                </a:solidFill>
                <a:latin typeface="Lato" pitchFamily="34" charset="0"/>
              </a:rPr>
              <a:t> na empresa</a:t>
            </a:r>
          </a:p>
        </p:txBody>
      </p:sp>
      <p:sp>
        <p:nvSpPr>
          <p:cNvPr id="856" name="Título 13"/>
          <p:cNvSpPr txBox="1">
            <a:spLocks/>
          </p:cNvSpPr>
          <p:nvPr/>
        </p:nvSpPr>
        <p:spPr>
          <a:xfrm>
            <a:off x="609600" y="59499"/>
            <a:ext cx="10972800" cy="960107"/>
          </a:xfrm>
          <a:prstGeom prst="rect">
            <a:avLst/>
          </a:prstGeom>
        </p:spPr>
        <p:txBody>
          <a:bodyPr vert="horz" lIns="121920" tIns="60960" rIns="121920" bIns="60960" rtlCol="0" anchor="ctr">
            <a:normAutofit/>
          </a:bodyPr>
          <a:lstStyle>
            <a:lvl1pPr algn="l" defTabSz="457200" rtl="0" eaLnBrk="1" latinLnBrk="0" hangingPunct="1">
              <a:spcBef>
                <a:spcPct val="0"/>
              </a:spcBef>
              <a:buNone/>
              <a:defRPr sz="2400" b="1" kern="1200">
                <a:solidFill>
                  <a:srgbClr val="FF3300"/>
                </a:solidFill>
                <a:latin typeface="Lato Black" pitchFamily="34" charset="0"/>
                <a:ea typeface="+mj-ea"/>
                <a:cs typeface="+mj-cs"/>
              </a:defRPr>
            </a:lvl1pPr>
          </a:lstStyle>
          <a:p>
            <a:endParaRPr lang="pt-BR" sz="3200" dirty="0"/>
          </a:p>
        </p:txBody>
      </p:sp>
    </p:spTree>
    <p:extLst>
      <p:ext uri="{BB962C8B-B14F-4D97-AF65-F5344CB8AC3E}">
        <p14:creationId xmlns:p14="http://schemas.microsoft.com/office/powerpoint/2010/main" val="42535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431031" y="-87779"/>
            <a:ext cx="11521280" cy="576064"/>
          </a:xfrm>
          <a:solidFill>
            <a:schemeClr val="bg1"/>
          </a:solidFill>
        </p:spPr>
        <p:txBody>
          <a:bodyPr>
            <a:normAutofit fontScale="90000"/>
          </a:bodyPr>
          <a:lstStyle/>
          <a:p>
            <a:br>
              <a:rPr lang="pt-BR" dirty="0"/>
            </a:br>
            <a:r>
              <a:rPr lang="pt-BR" dirty="0"/>
              <a:t>Exemplos de modelos de referência genéricos de PDP</a:t>
            </a:r>
            <a:br>
              <a:rPr lang="pt-BR" dirty="0"/>
            </a:br>
            <a:endParaRPr lang="pt-BR" dirty="0"/>
          </a:p>
        </p:txBody>
      </p:sp>
      <p:pic>
        <p:nvPicPr>
          <p:cNvPr id="4" name="Picture 2" descr="http://www.innovationmanagement.se/wp-content/uploads/2011/09/winning-at-new-products-cooper-review.jpg"/>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0" b="100000" l="18696" r="84130">
                        <a14:foregroundMark x1="69348" y1="84545" x2="82826" y2="87879"/>
                        <a14:foregroundMark x1="82174" y1="89091" x2="62826" y2="99697"/>
                      </a14:backgroundRemoval>
                    </a14:imgEffect>
                  </a14:imgLayer>
                </a14:imgProps>
              </a:ext>
              <a:ext uri="{28A0092B-C50C-407E-A947-70E740481C1C}">
                <a14:useLocalDpi xmlns:a14="http://schemas.microsoft.com/office/drawing/2010/main" val="0"/>
              </a:ext>
            </a:extLst>
          </a:blip>
          <a:srcRect l="23645" r="30144"/>
          <a:stretch/>
        </p:blipFill>
        <p:spPr bwMode="auto">
          <a:xfrm>
            <a:off x="2073002" y="3831371"/>
            <a:ext cx="1508860" cy="229904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64" descr="Gestão de Desenvolvimento de Produtos"/>
          <p:cNvPicPr>
            <a:picLocks noChangeAspect="1" noChangeArrowheads="1"/>
          </p:cNvPicPr>
          <p:nvPr/>
        </p:nvPicPr>
        <p:blipFill>
          <a:blip r:embed="rId5" cstate="print"/>
          <a:srcRect/>
          <a:stretch>
            <a:fillRect/>
          </a:stretch>
        </p:blipFill>
        <p:spPr bwMode="auto">
          <a:xfrm>
            <a:off x="10081148" y="3828765"/>
            <a:ext cx="1591648" cy="2304256"/>
          </a:xfrm>
          <a:prstGeom prst="rect">
            <a:avLst/>
          </a:prstGeom>
          <a:noFill/>
          <a:ln w="9525">
            <a:noFill/>
            <a:miter lim="800000"/>
            <a:headEnd/>
            <a:tailEnd/>
          </a:ln>
        </p:spPr>
      </p:pic>
      <p:sp>
        <p:nvSpPr>
          <p:cNvPr id="11" name="CaixaDeTexto 10"/>
          <p:cNvSpPr txBox="1"/>
          <p:nvPr/>
        </p:nvSpPr>
        <p:spPr>
          <a:xfrm>
            <a:off x="916074" y="4565394"/>
            <a:ext cx="1196161" cy="830997"/>
          </a:xfrm>
          <a:prstGeom prst="rect">
            <a:avLst/>
          </a:prstGeom>
          <a:noFill/>
        </p:spPr>
        <p:txBody>
          <a:bodyPr wrap="none" rtlCol="0" anchor="ctr" anchorCtr="0">
            <a:spAutoFit/>
          </a:bodyPr>
          <a:lstStyle/>
          <a:p>
            <a:pPr algn="r"/>
            <a:r>
              <a:rPr lang="en-US" sz="2400" dirty="0">
                <a:solidFill>
                  <a:srgbClr val="595959"/>
                </a:solidFill>
                <a:latin typeface="Lato regular" panose="020F0502020204030203" pitchFamily="34" charset="0"/>
              </a:rPr>
              <a:t>Robert</a:t>
            </a:r>
            <a:br>
              <a:rPr lang="en-US" sz="2400" dirty="0">
                <a:solidFill>
                  <a:srgbClr val="595959"/>
                </a:solidFill>
                <a:latin typeface="Lato regular" panose="020F0502020204030203" pitchFamily="34" charset="0"/>
              </a:rPr>
            </a:br>
            <a:r>
              <a:rPr lang="en-US" sz="2400" dirty="0">
                <a:solidFill>
                  <a:srgbClr val="595959"/>
                </a:solidFill>
                <a:latin typeface="Lato regular" panose="020F0502020204030203" pitchFamily="34" charset="0"/>
              </a:rPr>
              <a:t>Cooper</a:t>
            </a:r>
            <a:endParaRPr lang="pt-BR" sz="2400" dirty="0">
              <a:solidFill>
                <a:srgbClr val="595959"/>
              </a:solidFill>
              <a:latin typeface="Lato regular" panose="020F0502020204030203" pitchFamily="34" charset="0"/>
            </a:endParaRPr>
          </a:p>
        </p:txBody>
      </p:sp>
      <p:sp>
        <p:nvSpPr>
          <p:cNvPr id="12" name="CaixaDeTexto 11"/>
          <p:cNvSpPr txBox="1"/>
          <p:nvPr/>
        </p:nvSpPr>
        <p:spPr>
          <a:xfrm>
            <a:off x="-1008789" y="1234598"/>
            <a:ext cx="3121024" cy="1938992"/>
          </a:xfrm>
          <a:prstGeom prst="rect">
            <a:avLst/>
          </a:prstGeom>
          <a:noFill/>
        </p:spPr>
        <p:txBody>
          <a:bodyPr wrap="square" rtlCol="0" anchor="ctr" anchorCtr="0">
            <a:spAutoFit/>
          </a:bodyPr>
          <a:lstStyle/>
          <a:p>
            <a:pPr algn="r"/>
            <a:r>
              <a:rPr lang="de-DE" sz="2400" dirty="0">
                <a:solidFill>
                  <a:srgbClr val="595959"/>
                </a:solidFill>
                <a:latin typeface="Lato regular" panose="020F0502020204030203" pitchFamily="34" charset="0"/>
              </a:rPr>
              <a:t>G. Pahl,</a:t>
            </a:r>
            <a:br>
              <a:rPr lang="de-DE" sz="2400" dirty="0">
                <a:solidFill>
                  <a:srgbClr val="595959"/>
                </a:solidFill>
                <a:latin typeface="Lato regular" panose="020F0502020204030203" pitchFamily="34" charset="0"/>
              </a:rPr>
            </a:br>
            <a:r>
              <a:rPr lang="de-DE" sz="2400" dirty="0">
                <a:solidFill>
                  <a:srgbClr val="595959"/>
                </a:solidFill>
                <a:latin typeface="Lato regular" panose="020F0502020204030203" pitchFamily="34" charset="0"/>
              </a:rPr>
              <a:t>W. Beitz, </a:t>
            </a:r>
            <a:br>
              <a:rPr lang="de-DE" sz="2400" dirty="0">
                <a:solidFill>
                  <a:srgbClr val="595959"/>
                </a:solidFill>
                <a:latin typeface="Lato regular" panose="020F0502020204030203" pitchFamily="34" charset="0"/>
              </a:rPr>
            </a:br>
            <a:r>
              <a:rPr lang="de-DE" sz="2400" dirty="0">
                <a:solidFill>
                  <a:srgbClr val="595959"/>
                </a:solidFill>
                <a:latin typeface="Lato regular" panose="020F0502020204030203" pitchFamily="34" charset="0"/>
              </a:rPr>
              <a:t>J. Feldhusen, </a:t>
            </a:r>
            <a:br>
              <a:rPr lang="de-DE" sz="2400" dirty="0">
                <a:solidFill>
                  <a:srgbClr val="595959"/>
                </a:solidFill>
                <a:latin typeface="Lato regular" panose="020F0502020204030203" pitchFamily="34" charset="0"/>
              </a:rPr>
            </a:br>
            <a:r>
              <a:rPr lang="de-DE" sz="2400" dirty="0">
                <a:solidFill>
                  <a:srgbClr val="595959"/>
                </a:solidFill>
                <a:latin typeface="Lato regular" panose="020F0502020204030203" pitchFamily="34" charset="0"/>
              </a:rPr>
              <a:t>K.H.Grote &gt; </a:t>
            </a:r>
            <a:br>
              <a:rPr lang="de-DE" sz="2400" dirty="0">
                <a:solidFill>
                  <a:srgbClr val="595959"/>
                </a:solidFill>
                <a:latin typeface="Lato regular" panose="020F0502020204030203" pitchFamily="34" charset="0"/>
              </a:rPr>
            </a:br>
            <a:r>
              <a:rPr lang="de-DE" sz="2400" dirty="0">
                <a:solidFill>
                  <a:srgbClr val="595959"/>
                </a:solidFill>
                <a:latin typeface="Lato regular" panose="020F0502020204030203" pitchFamily="34" charset="0"/>
              </a:rPr>
              <a:t>VDI 2222</a:t>
            </a:r>
            <a:endParaRPr lang="pt-BR" sz="2400" dirty="0">
              <a:solidFill>
                <a:srgbClr val="595959"/>
              </a:solidFill>
              <a:latin typeface="Lato regular" panose="020F0502020204030203" pitchFamily="34" charset="0"/>
            </a:endParaRPr>
          </a:p>
        </p:txBody>
      </p:sp>
      <p:sp>
        <p:nvSpPr>
          <p:cNvPr id="13" name="CaixaDeTexto 12"/>
          <p:cNvSpPr txBox="1"/>
          <p:nvPr/>
        </p:nvSpPr>
        <p:spPr>
          <a:xfrm>
            <a:off x="3791744" y="1603928"/>
            <a:ext cx="2266117" cy="1200329"/>
          </a:xfrm>
          <a:prstGeom prst="rect">
            <a:avLst/>
          </a:prstGeom>
          <a:noFill/>
        </p:spPr>
        <p:txBody>
          <a:bodyPr wrap="square" rtlCol="0" anchor="ctr" anchorCtr="0">
            <a:spAutoFit/>
          </a:bodyPr>
          <a:lstStyle/>
          <a:p>
            <a:pPr algn="r"/>
            <a:r>
              <a:rPr lang="de-DE" sz="2400" dirty="0">
                <a:solidFill>
                  <a:srgbClr val="595959"/>
                </a:solidFill>
                <a:latin typeface="Lato regular" panose="020F0502020204030203" pitchFamily="34" charset="0"/>
              </a:rPr>
              <a:t>Karl T. Ulrich, Steven Eppinger</a:t>
            </a:r>
            <a:endParaRPr lang="pt-BR" sz="2400" dirty="0">
              <a:solidFill>
                <a:srgbClr val="595959"/>
              </a:solidFill>
              <a:latin typeface="Lato regular" panose="020F0502020204030203" pitchFamily="34" charset="0"/>
            </a:endParaRPr>
          </a:p>
        </p:txBody>
      </p:sp>
      <p:sp>
        <p:nvSpPr>
          <p:cNvPr id="14" name="CaixaDeTexto 13"/>
          <p:cNvSpPr txBox="1"/>
          <p:nvPr/>
        </p:nvSpPr>
        <p:spPr>
          <a:xfrm>
            <a:off x="8315852" y="4565394"/>
            <a:ext cx="1742785" cy="830997"/>
          </a:xfrm>
          <a:prstGeom prst="rect">
            <a:avLst/>
          </a:prstGeom>
          <a:noFill/>
        </p:spPr>
        <p:txBody>
          <a:bodyPr wrap="none" rtlCol="0" anchor="ctr" anchorCtr="0">
            <a:spAutoFit/>
          </a:bodyPr>
          <a:lstStyle/>
          <a:p>
            <a:pPr algn="r"/>
            <a:r>
              <a:rPr lang="de-DE" sz="2400" dirty="0">
                <a:solidFill>
                  <a:srgbClr val="595959"/>
                </a:solidFill>
                <a:latin typeface="Lato regular" panose="020F0502020204030203" pitchFamily="34" charset="0"/>
              </a:rPr>
              <a:t>Rozenfeld, </a:t>
            </a:r>
            <a:br>
              <a:rPr lang="de-DE" sz="2400" dirty="0">
                <a:solidFill>
                  <a:srgbClr val="595959"/>
                </a:solidFill>
                <a:latin typeface="Lato regular" panose="020F0502020204030203" pitchFamily="34" charset="0"/>
              </a:rPr>
            </a:br>
            <a:r>
              <a:rPr lang="de-DE" sz="2400" dirty="0">
                <a:solidFill>
                  <a:srgbClr val="595959"/>
                </a:solidFill>
                <a:latin typeface="Lato regular" panose="020F0502020204030203" pitchFamily="34" charset="0"/>
              </a:rPr>
              <a:t>et. al.</a:t>
            </a:r>
            <a:endParaRPr lang="pt-BR" sz="2400" dirty="0">
              <a:solidFill>
                <a:srgbClr val="595959"/>
              </a:solidFill>
              <a:latin typeface="Lato regular" panose="020F0502020204030203" pitchFamily="34" charset="0"/>
            </a:endParaRPr>
          </a:p>
        </p:txBody>
      </p:sp>
      <p:sp>
        <p:nvSpPr>
          <p:cNvPr id="15" name="CaixaDeTexto 14"/>
          <p:cNvSpPr txBox="1"/>
          <p:nvPr/>
        </p:nvSpPr>
        <p:spPr>
          <a:xfrm>
            <a:off x="8207178" y="1419265"/>
            <a:ext cx="1776447" cy="1569660"/>
          </a:xfrm>
          <a:prstGeom prst="rect">
            <a:avLst/>
          </a:prstGeom>
          <a:noFill/>
        </p:spPr>
        <p:txBody>
          <a:bodyPr wrap="none" rtlCol="0" anchor="ctr" anchorCtr="0">
            <a:spAutoFit/>
          </a:bodyPr>
          <a:lstStyle/>
          <a:p>
            <a:pPr algn="r"/>
            <a:r>
              <a:rPr lang="de-DE" sz="2400" dirty="0">
                <a:solidFill>
                  <a:srgbClr val="595959"/>
                </a:solidFill>
                <a:latin typeface="Lato regular" panose="020F0502020204030203" pitchFamily="34" charset="0"/>
              </a:rPr>
              <a:t>Merle </a:t>
            </a:r>
            <a:br>
              <a:rPr lang="de-DE" sz="2400" dirty="0">
                <a:solidFill>
                  <a:srgbClr val="595959"/>
                </a:solidFill>
                <a:latin typeface="Lato regular" panose="020F0502020204030203" pitchFamily="34" charset="0"/>
              </a:rPr>
            </a:br>
            <a:r>
              <a:rPr lang="de-DE" sz="2400" dirty="0">
                <a:solidFill>
                  <a:srgbClr val="595959"/>
                </a:solidFill>
                <a:latin typeface="Lato regular" panose="020F0502020204030203" pitchFamily="34" charset="0"/>
              </a:rPr>
              <a:t>Crawford,</a:t>
            </a:r>
          </a:p>
          <a:p>
            <a:pPr algn="r"/>
            <a:r>
              <a:rPr lang="de-DE" sz="2400" dirty="0">
                <a:solidFill>
                  <a:srgbClr val="595959"/>
                </a:solidFill>
                <a:latin typeface="Lato regular" panose="020F0502020204030203" pitchFamily="34" charset="0"/>
              </a:rPr>
              <a:t>Anthony Di </a:t>
            </a:r>
            <a:br>
              <a:rPr lang="de-DE" sz="2400" dirty="0">
                <a:solidFill>
                  <a:srgbClr val="595959"/>
                </a:solidFill>
                <a:latin typeface="Lato regular" panose="020F0502020204030203" pitchFamily="34" charset="0"/>
              </a:rPr>
            </a:br>
            <a:r>
              <a:rPr lang="de-DE" sz="2400" dirty="0">
                <a:solidFill>
                  <a:srgbClr val="595959"/>
                </a:solidFill>
                <a:latin typeface="Lato regular" panose="020F0502020204030203" pitchFamily="34" charset="0"/>
              </a:rPr>
              <a:t>Benedetto</a:t>
            </a:r>
            <a:endParaRPr lang="pt-BR" sz="2400" dirty="0">
              <a:solidFill>
                <a:srgbClr val="595959"/>
              </a:solidFill>
              <a:latin typeface="Lato regular" panose="020F0502020204030203" pitchFamily="34" charset="0"/>
            </a:endParaRPr>
          </a:p>
        </p:txBody>
      </p:sp>
      <p:sp>
        <p:nvSpPr>
          <p:cNvPr id="16" name="CaixaDeTexto 15"/>
          <p:cNvSpPr txBox="1"/>
          <p:nvPr/>
        </p:nvSpPr>
        <p:spPr>
          <a:xfrm>
            <a:off x="3942449" y="4380730"/>
            <a:ext cx="2202846" cy="1200329"/>
          </a:xfrm>
          <a:prstGeom prst="rect">
            <a:avLst/>
          </a:prstGeom>
          <a:noFill/>
        </p:spPr>
        <p:txBody>
          <a:bodyPr wrap="none" rtlCol="0" anchor="ctr" anchorCtr="0">
            <a:spAutoFit/>
          </a:bodyPr>
          <a:lstStyle/>
          <a:p>
            <a:pPr algn="r"/>
            <a:r>
              <a:rPr lang="de-DE" sz="2400" dirty="0">
                <a:solidFill>
                  <a:srgbClr val="595959"/>
                </a:solidFill>
                <a:latin typeface="Lato regular" panose="020F0502020204030203" pitchFamily="34" charset="0"/>
              </a:rPr>
              <a:t>Greg Geracie, </a:t>
            </a:r>
            <a:br>
              <a:rPr lang="de-DE" sz="2400" dirty="0">
                <a:solidFill>
                  <a:srgbClr val="595959"/>
                </a:solidFill>
                <a:latin typeface="Lato regular" panose="020F0502020204030203" pitchFamily="34" charset="0"/>
              </a:rPr>
            </a:br>
            <a:r>
              <a:rPr lang="de-DE" sz="2400" dirty="0">
                <a:solidFill>
                  <a:srgbClr val="595959"/>
                </a:solidFill>
                <a:latin typeface="Lato regular" panose="020F0502020204030203" pitchFamily="34" charset="0"/>
              </a:rPr>
              <a:t>Steven </a:t>
            </a:r>
            <a:br>
              <a:rPr lang="de-DE" sz="2400" dirty="0">
                <a:solidFill>
                  <a:srgbClr val="595959"/>
                </a:solidFill>
                <a:latin typeface="Lato regular" panose="020F0502020204030203" pitchFamily="34" charset="0"/>
              </a:rPr>
            </a:br>
            <a:r>
              <a:rPr lang="de-DE" sz="2400" dirty="0">
                <a:solidFill>
                  <a:srgbClr val="595959"/>
                </a:solidFill>
                <a:latin typeface="Lato regular" panose="020F0502020204030203" pitchFamily="34" charset="0"/>
              </a:rPr>
              <a:t>Eppinger</a:t>
            </a:r>
            <a:endParaRPr lang="pt-BR" sz="2400" dirty="0">
              <a:solidFill>
                <a:srgbClr val="595959"/>
              </a:solidFill>
              <a:latin typeface="Lato regular" panose="020F0502020204030203" pitchFamily="34" charset="0"/>
            </a:endParaRPr>
          </a:p>
        </p:txBody>
      </p:sp>
      <p:pic>
        <p:nvPicPr>
          <p:cNvPr id="17" name="Imagem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64738" y="943807"/>
            <a:ext cx="1730996" cy="2520575"/>
          </a:xfrm>
          <a:prstGeom prst="rect">
            <a:avLst/>
          </a:prstGeom>
        </p:spPr>
      </p:pic>
      <p:pic>
        <p:nvPicPr>
          <p:cNvPr id="18" name="Imagem 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72570" y="1023912"/>
            <a:ext cx="1909399" cy="2360363"/>
          </a:xfrm>
          <a:prstGeom prst="rect">
            <a:avLst/>
          </a:prstGeom>
        </p:spPr>
      </p:pic>
      <p:pic>
        <p:nvPicPr>
          <p:cNvPr id="19" name="Imagem 1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897304" y="980729"/>
            <a:ext cx="1959336" cy="2446732"/>
          </a:xfrm>
          <a:prstGeom prst="rect">
            <a:avLst/>
          </a:prstGeom>
        </p:spPr>
      </p:pic>
      <p:pic>
        <p:nvPicPr>
          <p:cNvPr id="20" name="Imagem 1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61559" y="3728802"/>
            <a:ext cx="1931420" cy="2504185"/>
          </a:xfrm>
          <a:prstGeom prst="rect">
            <a:avLst/>
          </a:prstGeom>
        </p:spPr>
      </p:pic>
    </p:spTree>
    <p:extLst>
      <p:ext uri="{BB962C8B-B14F-4D97-AF65-F5344CB8AC3E}">
        <p14:creationId xmlns:p14="http://schemas.microsoft.com/office/powerpoint/2010/main" val="4043169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Retângulo 301"/>
          <p:cNvSpPr/>
          <p:nvPr/>
        </p:nvSpPr>
        <p:spPr>
          <a:xfrm>
            <a:off x="239349" y="3236979"/>
            <a:ext cx="10945216" cy="163218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2400">
              <a:latin typeface="Lato" pitchFamily="34" charset="0"/>
            </a:endParaRPr>
          </a:p>
        </p:txBody>
      </p:sp>
      <p:sp>
        <p:nvSpPr>
          <p:cNvPr id="446" name="Forma livre 445"/>
          <p:cNvSpPr/>
          <p:nvPr/>
        </p:nvSpPr>
        <p:spPr>
          <a:xfrm>
            <a:off x="427513" y="4528458"/>
            <a:ext cx="11273641" cy="1836717"/>
          </a:xfrm>
          <a:custGeom>
            <a:avLst/>
            <a:gdLst>
              <a:gd name="connsiteX0" fmla="*/ 0 w 8455231"/>
              <a:gd name="connsiteY0" fmla="*/ 0 h 1377538"/>
              <a:gd name="connsiteX1" fmla="*/ 0 w 8455231"/>
              <a:gd name="connsiteY1" fmla="*/ 1365662 h 1377538"/>
              <a:gd name="connsiteX2" fmla="*/ 8455231 w 8455231"/>
              <a:gd name="connsiteY2" fmla="*/ 1377538 h 1377538"/>
              <a:gd name="connsiteX3" fmla="*/ 8431480 w 8455231"/>
              <a:gd name="connsiteY3" fmla="*/ 427512 h 1377538"/>
              <a:gd name="connsiteX4" fmla="*/ 1389413 w 8455231"/>
              <a:gd name="connsiteY4" fmla="*/ 11875 h 1377538"/>
              <a:gd name="connsiteX5" fmla="*/ 0 w 8455231"/>
              <a:gd name="connsiteY5" fmla="*/ 0 h 137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55231" h="1377538">
                <a:moveTo>
                  <a:pt x="0" y="0"/>
                </a:moveTo>
                <a:lnTo>
                  <a:pt x="0" y="1365662"/>
                </a:lnTo>
                <a:lnTo>
                  <a:pt x="8455231" y="1377538"/>
                </a:lnTo>
                <a:lnTo>
                  <a:pt x="8431480" y="427512"/>
                </a:lnTo>
                <a:lnTo>
                  <a:pt x="1389413" y="11875"/>
                </a:lnTo>
                <a:lnTo>
                  <a:pt x="0" y="0"/>
                </a:lnTo>
                <a:close/>
              </a:path>
            </a:pathLst>
          </a:custGeom>
          <a:solidFill>
            <a:schemeClr val="accent6">
              <a:lumMod val="60000"/>
              <a:lumOff val="40000"/>
            </a:schemeClr>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2400"/>
          </a:p>
        </p:txBody>
      </p:sp>
      <p:sp>
        <p:nvSpPr>
          <p:cNvPr id="384" name="Retângulo 383"/>
          <p:cNvSpPr/>
          <p:nvPr/>
        </p:nvSpPr>
        <p:spPr>
          <a:xfrm>
            <a:off x="239349" y="1035692"/>
            <a:ext cx="10945216" cy="163218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2400">
              <a:latin typeface="Lato" pitchFamily="34" charset="0"/>
            </a:endParaRPr>
          </a:p>
        </p:txBody>
      </p:sp>
      <p:sp>
        <p:nvSpPr>
          <p:cNvPr id="445" name="Forma livre 444"/>
          <p:cNvSpPr/>
          <p:nvPr/>
        </p:nvSpPr>
        <p:spPr>
          <a:xfrm>
            <a:off x="431372" y="2116945"/>
            <a:ext cx="4329217" cy="1791244"/>
          </a:xfrm>
          <a:custGeom>
            <a:avLst/>
            <a:gdLst>
              <a:gd name="connsiteX0" fmla="*/ 11875 w 3265714"/>
              <a:gd name="connsiteY0" fmla="*/ 0 h 1520042"/>
              <a:gd name="connsiteX1" fmla="*/ 0 w 3265714"/>
              <a:gd name="connsiteY1" fmla="*/ 1520042 h 1520042"/>
              <a:gd name="connsiteX2" fmla="*/ 3265714 w 3265714"/>
              <a:gd name="connsiteY2" fmla="*/ 1520042 h 1520042"/>
              <a:gd name="connsiteX3" fmla="*/ 2624446 w 3265714"/>
              <a:gd name="connsiteY3" fmla="*/ 11876 h 1520042"/>
              <a:gd name="connsiteX4" fmla="*/ 11875 w 3265714"/>
              <a:gd name="connsiteY4" fmla="*/ 0 h 152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5714" h="1520042">
                <a:moveTo>
                  <a:pt x="11875" y="0"/>
                </a:moveTo>
                <a:cubicBezTo>
                  <a:pt x="7917" y="506681"/>
                  <a:pt x="3958" y="1013361"/>
                  <a:pt x="0" y="1520042"/>
                </a:cubicBezTo>
                <a:lnTo>
                  <a:pt x="3265714" y="1520042"/>
                </a:lnTo>
                <a:lnTo>
                  <a:pt x="2624446" y="11876"/>
                </a:lnTo>
                <a:lnTo>
                  <a:pt x="11875" y="0"/>
                </a:lnTo>
                <a:close/>
              </a:path>
            </a:pathLst>
          </a:custGeom>
          <a:solidFill>
            <a:schemeClr val="accent6">
              <a:lumMod val="60000"/>
              <a:lumOff val="40000"/>
            </a:schemeClr>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2400"/>
          </a:p>
        </p:txBody>
      </p:sp>
      <p:sp>
        <p:nvSpPr>
          <p:cNvPr id="443" name="Forma livre 442"/>
          <p:cNvSpPr/>
          <p:nvPr/>
        </p:nvSpPr>
        <p:spPr>
          <a:xfrm>
            <a:off x="4781798" y="2330089"/>
            <a:ext cx="5145975" cy="1868587"/>
          </a:xfrm>
          <a:custGeom>
            <a:avLst/>
            <a:gdLst>
              <a:gd name="connsiteX0" fmla="*/ 0 w 3859481"/>
              <a:gd name="connsiteY0" fmla="*/ 0 h 1496290"/>
              <a:gd name="connsiteX1" fmla="*/ 712520 w 3859481"/>
              <a:gd name="connsiteY1" fmla="*/ 1436914 h 1496290"/>
              <a:gd name="connsiteX2" fmla="*/ 3859481 w 3859481"/>
              <a:gd name="connsiteY2" fmla="*/ 1496290 h 1496290"/>
              <a:gd name="connsiteX3" fmla="*/ 1116281 w 3859481"/>
              <a:gd name="connsiteY3" fmla="*/ 11875 h 1496290"/>
              <a:gd name="connsiteX4" fmla="*/ 0 w 3859481"/>
              <a:gd name="connsiteY4" fmla="*/ 0 h 1496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9481" h="1496290">
                <a:moveTo>
                  <a:pt x="0" y="0"/>
                </a:moveTo>
                <a:lnTo>
                  <a:pt x="712520" y="1436914"/>
                </a:lnTo>
                <a:lnTo>
                  <a:pt x="3859481" y="1496290"/>
                </a:lnTo>
                <a:lnTo>
                  <a:pt x="1116281" y="11875"/>
                </a:lnTo>
                <a:lnTo>
                  <a:pt x="0" y="0"/>
                </a:lnTo>
                <a:close/>
              </a:path>
            </a:pathLst>
          </a:custGeom>
          <a:solidFill>
            <a:schemeClr val="bg1">
              <a:lumMod val="50000"/>
            </a:schemeClr>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2400"/>
          </a:p>
        </p:txBody>
      </p:sp>
      <p:sp>
        <p:nvSpPr>
          <p:cNvPr id="3" name="Título 2"/>
          <p:cNvSpPr>
            <a:spLocks noGrp="1"/>
          </p:cNvSpPr>
          <p:nvPr>
            <p:ph type="title"/>
          </p:nvPr>
        </p:nvSpPr>
        <p:spPr>
          <a:solidFill>
            <a:schemeClr val="bg1"/>
          </a:solidFill>
        </p:spPr>
        <p:txBody>
          <a:bodyPr>
            <a:normAutofit/>
          </a:bodyPr>
          <a:lstStyle/>
          <a:p>
            <a:r>
              <a:rPr lang="pt-BR" dirty="0"/>
              <a:t>Ilustração sobre os tipos de modelos de referência</a:t>
            </a:r>
          </a:p>
        </p:txBody>
      </p:sp>
      <p:grpSp>
        <p:nvGrpSpPr>
          <p:cNvPr id="2" name="Group 63"/>
          <p:cNvGrpSpPr>
            <a:grpSpLocks/>
          </p:cNvGrpSpPr>
          <p:nvPr/>
        </p:nvGrpSpPr>
        <p:grpSpPr bwMode="auto">
          <a:xfrm>
            <a:off x="2927648" y="5195546"/>
            <a:ext cx="2650579" cy="1196703"/>
            <a:chOff x="1440" y="3364"/>
            <a:chExt cx="2997" cy="860"/>
          </a:xfrm>
        </p:grpSpPr>
        <p:sp>
          <p:nvSpPr>
            <p:cNvPr id="5" name="AutoShape 64"/>
            <p:cNvSpPr>
              <a:spLocks noChangeArrowheads="1"/>
            </p:cNvSpPr>
            <p:nvPr/>
          </p:nvSpPr>
          <p:spPr bwMode="auto">
            <a:xfrm>
              <a:off x="1440" y="3364"/>
              <a:ext cx="2997" cy="860"/>
            </a:xfrm>
            <a:prstGeom prst="homePlate">
              <a:avLst>
                <a:gd name="adj" fmla="val 88301"/>
              </a:avLst>
            </a:prstGeom>
            <a:solidFill>
              <a:srgbClr val="C00000"/>
            </a:solidFill>
            <a:ln w="9525">
              <a:noFill/>
              <a:miter lim="800000"/>
              <a:headEnd/>
              <a:tailEnd/>
            </a:ln>
            <a:effectLst/>
          </p:spPr>
          <p:txBody>
            <a:bodyPr wrap="none" anchor="ctr"/>
            <a:lstStyle/>
            <a:p>
              <a:endParaRPr lang="pt-BR" sz="2400">
                <a:latin typeface="Lato" pitchFamily="34" charset="0"/>
              </a:endParaRPr>
            </a:p>
          </p:txBody>
        </p:sp>
        <p:grpSp>
          <p:nvGrpSpPr>
            <p:cNvPr id="4" name="Group 65"/>
            <p:cNvGrpSpPr>
              <a:grpSpLocks/>
            </p:cNvGrpSpPr>
            <p:nvPr/>
          </p:nvGrpSpPr>
          <p:grpSpPr bwMode="auto">
            <a:xfrm>
              <a:off x="1632" y="3504"/>
              <a:ext cx="2160" cy="528"/>
              <a:chOff x="1632" y="3504"/>
              <a:chExt cx="2160" cy="528"/>
            </a:xfrm>
          </p:grpSpPr>
          <p:sp>
            <p:nvSpPr>
              <p:cNvPr id="7" name="Rectangle 66"/>
              <p:cNvSpPr>
                <a:spLocks noChangeArrowheads="1"/>
              </p:cNvSpPr>
              <p:nvPr/>
            </p:nvSpPr>
            <p:spPr bwMode="auto">
              <a:xfrm>
                <a:off x="1632" y="3504"/>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 name="Rectangle 67"/>
              <p:cNvSpPr>
                <a:spLocks noChangeArrowheads="1"/>
              </p:cNvSpPr>
              <p:nvPr/>
            </p:nvSpPr>
            <p:spPr bwMode="auto">
              <a:xfrm>
                <a:off x="1792" y="3504"/>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 name="Rectangle 68"/>
              <p:cNvSpPr>
                <a:spLocks noChangeArrowheads="1"/>
              </p:cNvSpPr>
              <p:nvPr/>
            </p:nvSpPr>
            <p:spPr bwMode="auto">
              <a:xfrm>
                <a:off x="1972" y="359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 name="Rectangle 69"/>
              <p:cNvSpPr>
                <a:spLocks noChangeArrowheads="1"/>
              </p:cNvSpPr>
              <p:nvPr/>
            </p:nvSpPr>
            <p:spPr bwMode="auto">
              <a:xfrm>
                <a:off x="2132" y="359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1" name="Rectangle 70"/>
              <p:cNvSpPr>
                <a:spLocks noChangeArrowheads="1"/>
              </p:cNvSpPr>
              <p:nvPr/>
            </p:nvSpPr>
            <p:spPr bwMode="auto">
              <a:xfrm>
                <a:off x="2312" y="359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2" name="Rectangle 71"/>
              <p:cNvSpPr>
                <a:spLocks noChangeArrowheads="1"/>
              </p:cNvSpPr>
              <p:nvPr/>
            </p:nvSpPr>
            <p:spPr bwMode="auto">
              <a:xfrm>
                <a:off x="255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3" name="Rectangle 72"/>
              <p:cNvSpPr>
                <a:spLocks noChangeArrowheads="1"/>
              </p:cNvSpPr>
              <p:nvPr/>
            </p:nvSpPr>
            <p:spPr bwMode="auto">
              <a:xfrm>
                <a:off x="287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 name="Rectangle 73"/>
              <p:cNvSpPr>
                <a:spLocks noChangeArrowheads="1"/>
              </p:cNvSpPr>
              <p:nvPr/>
            </p:nvSpPr>
            <p:spPr bwMode="auto">
              <a:xfrm>
                <a:off x="3072" y="3566"/>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 name="Rectangle 74"/>
              <p:cNvSpPr>
                <a:spLocks noChangeArrowheads="1"/>
              </p:cNvSpPr>
              <p:nvPr/>
            </p:nvSpPr>
            <p:spPr bwMode="auto">
              <a:xfrm>
                <a:off x="323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6" name="Rectangle 75"/>
              <p:cNvSpPr>
                <a:spLocks noChangeArrowheads="1"/>
              </p:cNvSpPr>
              <p:nvPr/>
            </p:nvSpPr>
            <p:spPr bwMode="auto">
              <a:xfrm>
                <a:off x="343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7" name="Rectangle 76"/>
              <p:cNvSpPr>
                <a:spLocks noChangeArrowheads="1"/>
              </p:cNvSpPr>
              <p:nvPr/>
            </p:nvSpPr>
            <p:spPr bwMode="auto">
              <a:xfrm>
                <a:off x="361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8" name="Rectangle 77"/>
              <p:cNvSpPr>
                <a:spLocks noChangeArrowheads="1"/>
              </p:cNvSpPr>
              <p:nvPr/>
            </p:nvSpPr>
            <p:spPr bwMode="auto">
              <a:xfrm>
                <a:off x="3692" y="3721"/>
                <a:ext cx="100" cy="94"/>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 name="Rectangle 78"/>
              <p:cNvSpPr>
                <a:spLocks noChangeArrowheads="1"/>
              </p:cNvSpPr>
              <p:nvPr/>
            </p:nvSpPr>
            <p:spPr bwMode="auto">
              <a:xfrm>
                <a:off x="3352" y="3815"/>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 name="Rectangle 79"/>
              <p:cNvSpPr>
                <a:spLocks noChangeArrowheads="1"/>
              </p:cNvSpPr>
              <p:nvPr/>
            </p:nvSpPr>
            <p:spPr bwMode="auto">
              <a:xfrm>
                <a:off x="315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 name="Rectangle 80"/>
              <p:cNvSpPr>
                <a:spLocks noChangeArrowheads="1"/>
              </p:cNvSpPr>
              <p:nvPr/>
            </p:nvSpPr>
            <p:spPr bwMode="auto">
              <a:xfrm>
                <a:off x="299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2" name="Rectangle 81"/>
              <p:cNvSpPr>
                <a:spLocks noChangeArrowheads="1"/>
              </p:cNvSpPr>
              <p:nvPr/>
            </p:nvSpPr>
            <p:spPr bwMode="auto">
              <a:xfrm>
                <a:off x="283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3" name="Rectangle 82"/>
              <p:cNvSpPr>
                <a:spLocks noChangeArrowheads="1"/>
              </p:cNvSpPr>
              <p:nvPr/>
            </p:nvSpPr>
            <p:spPr bwMode="auto">
              <a:xfrm>
                <a:off x="263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4" name="Rectangle 83"/>
              <p:cNvSpPr>
                <a:spLocks noChangeArrowheads="1"/>
              </p:cNvSpPr>
              <p:nvPr/>
            </p:nvSpPr>
            <p:spPr bwMode="auto">
              <a:xfrm>
                <a:off x="2472" y="3752"/>
                <a:ext cx="100" cy="94"/>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5" name="Rectangle 84"/>
              <p:cNvSpPr>
                <a:spLocks noChangeArrowheads="1"/>
              </p:cNvSpPr>
              <p:nvPr/>
            </p:nvSpPr>
            <p:spPr bwMode="auto">
              <a:xfrm>
                <a:off x="231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6" name="Rectangle 85"/>
              <p:cNvSpPr>
                <a:spLocks noChangeArrowheads="1"/>
              </p:cNvSpPr>
              <p:nvPr/>
            </p:nvSpPr>
            <p:spPr bwMode="auto">
              <a:xfrm>
                <a:off x="2152" y="3815"/>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 name="Rectangle 86"/>
              <p:cNvSpPr>
                <a:spLocks noChangeArrowheads="1"/>
              </p:cNvSpPr>
              <p:nvPr/>
            </p:nvSpPr>
            <p:spPr bwMode="auto">
              <a:xfrm>
                <a:off x="1972" y="3784"/>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8" name="Rectangle 87"/>
              <p:cNvSpPr>
                <a:spLocks noChangeArrowheads="1"/>
              </p:cNvSpPr>
              <p:nvPr/>
            </p:nvSpPr>
            <p:spPr bwMode="auto">
              <a:xfrm>
                <a:off x="1792" y="3784"/>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9" name="Rectangle 88"/>
              <p:cNvSpPr>
                <a:spLocks noChangeArrowheads="1"/>
              </p:cNvSpPr>
              <p:nvPr/>
            </p:nvSpPr>
            <p:spPr bwMode="auto">
              <a:xfrm>
                <a:off x="1792" y="365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0" name="Rectangle 89"/>
              <p:cNvSpPr>
                <a:spLocks noChangeArrowheads="1"/>
              </p:cNvSpPr>
              <p:nvPr/>
            </p:nvSpPr>
            <p:spPr bwMode="auto">
              <a:xfrm>
                <a:off x="17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1" name="Rectangle 90"/>
              <p:cNvSpPr>
                <a:spLocks noChangeArrowheads="1"/>
              </p:cNvSpPr>
              <p:nvPr/>
            </p:nvSpPr>
            <p:spPr bwMode="auto">
              <a:xfrm>
                <a:off x="19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2" name="Rectangle 91"/>
              <p:cNvSpPr>
                <a:spLocks noChangeArrowheads="1"/>
              </p:cNvSpPr>
              <p:nvPr/>
            </p:nvSpPr>
            <p:spPr bwMode="auto">
              <a:xfrm>
                <a:off x="24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 name="Rectangle 92"/>
              <p:cNvSpPr>
                <a:spLocks noChangeArrowheads="1"/>
              </p:cNvSpPr>
              <p:nvPr/>
            </p:nvSpPr>
            <p:spPr bwMode="auto">
              <a:xfrm>
                <a:off x="267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4" name="Rectangle 93"/>
              <p:cNvSpPr>
                <a:spLocks noChangeArrowheads="1"/>
              </p:cNvSpPr>
              <p:nvPr/>
            </p:nvSpPr>
            <p:spPr bwMode="auto">
              <a:xfrm>
                <a:off x="29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5" name="Rectangle 94"/>
              <p:cNvSpPr>
                <a:spLocks noChangeArrowheads="1"/>
              </p:cNvSpPr>
              <p:nvPr/>
            </p:nvSpPr>
            <p:spPr bwMode="auto">
              <a:xfrm>
                <a:off x="315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6" name="Rectangle 95"/>
              <p:cNvSpPr>
                <a:spLocks noChangeArrowheads="1"/>
              </p:cNvSpPr>
              <p:nvPr/>
            </p:nvSpPr>
            <p:spPr bwMode="auto">
              <a:xfrm>
                <a:off x="335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7" name="Rectangle 96"/>
              <p:cNvSpPr>
                <a:spLocks noChangeArrowheads="1"/>
              </p:cNvSpPr>
              <p:nvPr/>
            </p:nvSpPr>
            <p:spPr bwMode="auto">
              <a:xfrm>
                <a:off x="3532" y="387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8" name="Freeform 97"/>
              <p:cNvSpPr>
                <a:spLocks/>
              </p:cNvSpPr>
              <p:nvPr/>
            </p:nvSpPr>
            <p:spPr bwMode="auto">
              <a:xfrm>
                <a:off x="1732" y="3551"/>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9" name="Freeform 98"/>
              <p:cNvSpPr>
                <a:spLocks/>
              </p:cNvSpPr>
              <p:nvPr/>
            </p:nvSpPr>
            <p:spPr bwMode="auto">
              <a:xfrm>
                <a:off x="1892" y="3551"/>
                <a:ext cx="81" cy="94"/>
              </a:xfrm>
              <a:custGeom>
                <a:avLst/>
                <a:gdLst/>
                <a:ahLst/>
                <a:cxnLst>
                  <a:cxn ang="0">
                    <a:pos x="0" y="0"/>
                  </a:cxn>
                  <a:cxn ang="0">
                    <a:pos x="40" y="0"/>
                  </a:cxn>
                  <a:cxn ang="0">
                    <a:pos x="40" y="93"/>
                  </a:cxn>
                  <a:cxn ang="0">
                    <a:pos x="80" y="93"/>
                  </a:cxn>
                </a:cxnLst>
                <a:rect l="0" t="0" r="r" b="b"/>
                <a:pathLst>
                  <a:path w="81" h="94">
                    <a:moveTo>
                      <a:pt x="0" y="0"/>
                    </a:moveTo>
                    <a:lnTo>
                      <a:pt x="40" y="0"/>
                    </a:lnTo>
                    <a:lnTo>
                      <a:pt x="40" y="93"/>
                    </a:lnTo>
                    <a:lnTo>
                      <a:pt x="80" y="93"/>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0" name="Freeform 99"/>
              <p:cNvSpPr>
                <a:spLocks/>
              </p:cNvSpPr>
              <p:nvPr/>
            </p:nvSpPr>
            <p:spPr bwMode="auto">
              <a:xfrm>
                <a:off x="2072" y="3644"/>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1" name="Freeform 100"/>
              <p:cNvSpPr>
                <a:spLocks/>
              </p:cNvSpPr>
              <p:nvPr/>
            </p:nvSpPr>
            <p:spPr bwMode="auto">
              <a:xfrm>
                <a:off x="2232" y="3644"/>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2" name="Freeform 101"/>
              <p:cNvSpPr>
                <a:spLocks/>
              </p:cNvSpPr>
              <p:nvPr/>
            </p:nvSpPr>
            <p:spPr bwMode="auto">
              <a:xfrm>
                <a:off x="2412" y="3644"/>
                <a:ext cx="61" cy="156"/>
              </a:xfrm>
              <a:custGeom>
                <a:avLst/>
                <a:gdLst/>
                <a:ahLst/>
                <a:cxnLst>
                  <a:cxn ang="0">
                    <a:pos x="0" y="0"/>
                  </a:cxn>
                  <a:cxn ang="0">
                    <a:pos x="30" y="0"/>
                  </a:cxn>
                  <a:cxn ang="0">
                    <a:pos x="30" y="155"/>
                  </a:cxn>
                  <a:cxn ang="0">
                    <a:pos x="60" y="155"/>
                  </a:cxn>
                </a:cxnLst>
                <a:rect l="0" t="0" r="r" b="b"/>
                <a:pathLst>
                  <a:path w="61" h="156">
                    <a:moveTo>
                      <a:pt x="0" y="0"/>
                    </a:moveTo>
                    <a:lnTo>
                      <a:pt x="30" y="0"/>
                    </a:lnTo>
                    <a:lnTo>
                      <a:pt x="30" y="155"/>
                    </a:lnTo>
                    <a:lnTo>
                      <a:pt x="60" y="15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3" name="Freeform 102"/>
              <p:cNvSpPr>
                <a:spLocks/>
              </p:cNvSpPr>
              <p:nvPr/>
            </p:nvSpPr>
            <p:spPr bwMode="auto">
              <a:xfrm>
                <a:off x="2412" y="3613"/>
                <a:ext cx="141" cy="32"/>
              </a:xfrm>
              <a:custGeom>
                <a:avLst/>
                <a:gdLst/>
                <a:ahLst/>
                <a:cxnLst>
                  <a:cxn ang="0">
                    <a:pos x="0" y="31"/>
                  </a:cxn>
                  <a:cxn ang="0">
                    <a:pos x="70" y="31"/>
                  </a:cxn>
                  <a:cxn ang="0">
                    <a:pos x="70" y="0"/>
                  </a:cxn>
                  <a:cxn ang="0">
                    <a:pos x="140" y="0"/>
                  </a:cxn>
                </a:cxnLst>
                <a:rect l="0" t="0" r="r" b="b"/>
                <a:pathLst>
                  <a:path w="141" h="32">
                    <a:moveTo>
                      <a:pt x="0" y="31"/>
                    </a:moveTo>
                    <a:lnTo>
                      <a:pt x="70" y="31"/>
                    </a:lnTo>
                    <a:lnTo>
                      <a:pt x="70" y="0"/>
                    </a:lnTo>
                    <a:lnTo>
                      <a:pt x="14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4" name="Freeform 103"/>
              <p:cNvSpPr>
                <a:spLocks/>
              </p:cNvSpPr>
              <p:nvPr/>
            </p:nvSpPr>
            <p:spPr bwMode="auto">
              <a:xfrm>
                <a:off x="2572" y="3799"/>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5" name="Freeform 104"/>
              <p:cNvSpPr>
                <a:spLocks/>
              </p:cNvSpPr>
              <p:nvPr/>
            </p:nvSpPr>
            <p:spPr bwMode="auto">
              <a:xfrm>
                <a:off x="2732" y="3799"/>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6" name="Freeform 105"/>
              <p:cNvSpPr>
                <a:spLocks/>
              </p:cNvSpPr>
              <p:nvPr/>
            </p:nvSpPr>
            <p:spPr bwMode="auto">
              <a:xfrm>
                <a:off x="2652" y="3613"/>
                <a:ext cx="221" cy="1"/>
              </a:xfrm>
              <a:custGeom>
                <a:avLst/>
                <a:gdLst/>
                <a:ahLst/>
                <a:cxnLst>
                  <a:cxn ang="0">
                    <a:pos x="0" y="0"/>
                  </a:cxn>
                  <a:cxn ang="0">
                    <a:pos x="220" y="0"/>
                  </a:cxn>
                </a:cxnLst>
                <a:rect l="0" t="0" r="r" b="b"/>
                <a:pathLst>
                  <a:path w="221" h="1">
                    <a:moveTo>
                      <a:pt x="0" y="0"/>
                    </a:moveTo>
                    <a:lnTo>
                      <a:pt x="22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7" name="Freeform 106"/>
              <p:cNvSpPr>
                <a:spLocks/>
              </p:cNvSpPr>
              <p:nvPr/>
            </p:nvSpPr>
            <p:spPr bwMode="auto">
              <a:xfrm>
                <a:off x="2972" y="3613"/>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8" name="Freeform 107"/>
              <p:cNvSpPr>
                <a:spLocks/>
              </p:cNvSpPr>
              <p:nvPr/>
            </p:nvSpPr>
            <p:spPr bwMode="auto">
              <a:xfrm>
                <a:off x="1892" y="3644"/>
                <a:ext cx="81" cy="63"/>
              </a:xfrm>
              <a:custGeom>
                <a:avLst/>
                <a:gdLst/>
                <a:ahLst/>
                <a:cxnLst>
                  <a:cxn ang="0">
                    <a:pos x="0" y="62"/>
                  </a:cxn>
                  <a:cxn ang="0">
                    <a:pos x="40" y="62"/>
                  </a:cxn>
                  <a:cxn ang="0">
                    <a:pos x="40" y="0"/>
                  </a:cxn>
                  <a:cxn ang="0">
                    <a:pos x="80" y="0"/>
                  </a:cxn>
                </a:cxnLst>
                <a:rect l="0" t="0" r="r" b="b"/>
                <a:pathLst>
                  <a:path w="81" h="63">
                    <a:moveTo>
                      <a:pt x="0" y="62"/>
                    </a:moveTo>
                    <a:lnTo>
                      <a:pt x="40" y="62"/>
                    </a:lnTo>
                    <a:lnTo>
                      <a:pt x="40" y="0"/>
                    </a:ln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9" name="Freeform 108"/>
              <p:cNvSpPr>
                <a:spLocks/>
              </p:cNvSpPr>
              <p:nvPr/>
            </p:nvSpPr>
            <p:spPr bwMode="auto">
              <a:xfrm>
                <a:off x="1892" y="3830"/>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0" name="Freeform 109"/>
              <p:cNvSpPr>
                <a:spLocks/>
              </p:cNvSpPr>
              <p:nvPr/>
            </p:nvSpPr>
            <p:spPr bwMode="auto">
              <a:xfrm>
                <a:off x="2072" y="3644"/>
                <a:ext cx="61" cy="187"/>
              </a:xfrm>
              <a:custGeom>
                <a:avLst/>
                <a:gdLst/>
                <a:ahLst/>
                <a:cxnLst>
                  <a:cxn ang="0">
                    <a:pos x="0" y="186"/>
                  </a:cxn>
                  <a:cxn ang="0">
                    <a:pos x="30" y="186"/>
                  </a:cxn>
                  <a:cxn ang="0">
                    <a:pos x="30" y="0"/>
                  </a:cxn>
                  <a:cxn ang="0">
                    <a:pos x="60" y="0"/>
                  </a:cxn>
                </a:cxnLst>
                <a:rect l="0" t="0" r="r" b="b"/>
                <a:pathLst>
                  <a:path w="61" h="187">
                    <a:moveTo>
                      <a:pt x="0" y="186"/>
                    </a:moveTo>
                    <a:lnTo>
                      <a:pt x="30" y="186"/>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1" name="Freeform 110"/>
              <p:cNvSpPr>
                <a:spLocks/>
              </p:cNvSpPr>
              <p:nvPr/>
            </p:nvSpPr>
            <p:spPr bwMode="auto">
              <a:xfrm>
                <a:off x="2732" y="3613"/>
                <a:ext cx="141" cy="187"/>
              </a:xfrm>
              <a:custGeom>
                <a:avLst/>
                <a:gdLst/>
                <a:ahLst/>
                <a:cxnLst>
                  <a:cxn ang="0">
                    <a:pos x="0" y="186"/>
                  </a:cxn>
                  <a:cxn ang="0">
                    <a:pos x="70" y="186"/>
                  </a:cxn>
                  <a:cxn ang="0">
                    <a:pos x="70" y="0"/>
                  </a:cxn>
                  <a:cxn ang="0">
                    <a:pos x="140" y="0"/>
                  </a:cxn>
                </a:cxnLst>
                <a:rect l="0" t="0" r="r" b="b"/>
                <a:pathLst>
                  <a:path w="141" h="187">
                    <a:moveTo>
                      <a:pt x="0" y="186"/>
                    </a:moveTo>
                    <a:lnTo>
                      <a:pt x="70" y="186"/>
                    </a:lnTo>
                    <a:lnTo>
                      <a:pt x="70" y="0"/>
                    </a:lnTo>
                    <a:lnTo>
                      <a:pt x="14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2" name="Freeform 111"/>
              <p:cNvSpPr>
                <a:spLocks/>
              </p:cNvSpPr>
              <p:nvPr/>
            </p:nvSpPr>
            <p:spPr bwMode="auto">
              <a:xfrm>
                <a:off x="2932" y="3799"/>
                <a:ext cx="61" cy="187"/>
              </a:xfrm>
              <a:custGeom>
                <a:avLst/>
                <a:gdLst/>
                <a:ahLst/>
                <a:cxnLst>
                  <a:cxn ang="0">
                    <a:pos x="0" y="0"/>
                  </a:cxn>
                  <a:cxn ang="0">
                    <a:pos x="30" y="0"/>
                  </a:cxn>
                  <a:cxn ang="0">
                    <a:pos x="30" y="186"/>
                  </a:cxn>
                  <a:cxn ang="0">
                    <a:pos x="60" y="186"/>
                  </a:cxn>
                </a:cxnLst>
                <a:rect l="0" t="0" r="r" b="b"/>
                <a:pathLst>
                  <a:path w="61" h="187">
                    <a:moveTo>
                      <a:pt x="0" y="0"/>
                    </a:moveTo>
                    <a:lnTo>
                      <a:pt x="30" y="0"/>
                    </a:lnTo>
                    <a:lnTo>
                      <a:pt x="30" y="186"/>
                    </a:lnTo>
                    <a:lnTo>
                      <a:pt x="60" y="186"/>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3" name="Freeform 112"/>
              <p:cNvSpPr>
                <a:spLocks/>
              </p:cNvSpPr>
              <p:nvPr/>
            </p:nvSpPr>
            <p:spPr bwMode="auto">
              <a:xfrm>
                <a:off x="2932" y="3799"/>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4" name="Freeform 113"/>
              <p:cNvSpPr>
                <a:spLocks/>
              </p:cNvSpPr>
              <p:nvPr/>
            </p:nvSpPr>
            <p:spPr bwMode="auto">
              <a:xfrm>
                <a:off x="3172" y="3613"/>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5" name="Freeform 114"/>
              <p:cNvSpPr>
                <a:spLocks/>
              </p:cNvSpPr>
              <p:nvPr/>
            </p:nvSpPr>
            <p:spPr bwMode="auto">
              <a:xfrm>
                <a:off x="3332" y="3613"/>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6" name="Freeform 115"/>
              <p:cNvSpPr>
                <a:spLocks/>
              </p:cNvSpPr>
              <p:nvPr/>
            </p:nvSpPr>
            <p:spPr bwMode="auto">
              <a:xfrm>
                <a:off x="3532" y="3613"/>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7" name="Freeform 116"/>
              <p:cNvSpPr>
                <a:spLocks/>
              </p:cNvSpPr>
              <p:nvPr/>
            </p:nvSpPr>
            <p:spPr bwMode="auto">
              <a:xfrm>
                <a:off x="3332" y="3613"/>
                <a:ext cx="361" cy="156"/>
              </a:xfrm>
              <a:custGeom>
                <a:avLst/>
                <a:gdLst/>
                <a:ahLst/>
                <a:cxnLst>
                  <a:cxn ang="0">
                    <a:pos x="0" y="0"/>
                  </a:cxn>
                  <a:cxn ang="0">
                    <a:pos x="50" y="0"/>
                  </a:cxn>
                  <a:cxn ang="0">
                    <a:pos x="50" y="155"/>
                  </a:cxn>
                  <a:cxn ang="0">
                    <a:pos x="360" y="155"/>
                  </a:cxn>
                </a:cxnLst>
                <a:rect l="0" t="0" r="r" b="b"/>
                <a:pathLst>
                  <a:path w="361" h="156">
                    <a:moveTo>
                      <a:pt x="0" y="0"/>
                    </a:moveTo>
                    <a:lnTo>
                      <a:pt x="50" y="0"/>
                    </a:lnTo>
                    <a:lnTo>
                      <a:pt x="50" y="155"/>
                    </a:lnTo>
                    <a:lnTo>
                      <a:pt x="360" y="15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8" name="Freeform 117"/>
              <p:cNvSpPr>
                <a:spLocks/>
              </p:cNvSpPr>
              <p:nvPr/>
            </p:nvSpPr>
            <p:spPr bwMode="auto">
              <a:xfrm>
                <a:off x="1892" y="3830"/>
                <a:ext cx="81" cy="156"/>
              </a:xfrm>
              <a:custGeom>
                <a:avLst/>
                <a:gdLst/>
                <a:ahLst/>
                <a:cxnLst>
                  <a:cxn ang="0">
                    <a:pos x="0" y="155"/>
                  </a:cxn>
                  <a:cxn ang="0">
                    <a:pos x="40" y="155"/>
                  </a:cxn>
                  <a:cxn ang="0">
                    <a:pos x="40" y="0"/>
                  </a:cxn>
                  <a:cxn ang="0">
                    <a:pos x="80" y="0"/>
                  </a:cxn>
                </a:cxnLst>
                <a:rect l="0" t="0" r="r" b="b"/>
                <a:pathLst>
                  <a:path w="81" h="156">
                    <a:moveTo>
                      <a:pt x="0" y="155"/>
                    </a:moveTo>
                    <a:lnTo>
                      <a:pt x="40" y="155"/>
                    </a:lnTo>
                    <a:lnTo>
                      <a:pt x="40" y="0"/>
                    </a:ln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9" name="Freeform 118"/>
              <p:cNvSpPr>
                <a:spLocks/>
              </p:cNvSpPr>
              <p:nvPr/>
            </p:nvSpPr>
            <p:spPr bwMode="auto">
              <a:xfrm>
                <a:off x="1732" y="3551"/>
                <a:ext cx="61" cy="280"/>
              </a:xfrm>
              <a:custGeom>
                <a:avLst/>
                <a:gdLst/>
                <a:ahLst/>
                <a:cxnLst>
                  <a:cxn ang="0">
                    <a:pos x="0" y="0"/>
                  </a:cxn>
                  <a:cxn ang="0">
                    <a:pos x="30" y="0"/>
                  </a:cxn>
                  <a:cxn ang="0">
                    <a:pos x="30" y="279"/>
                  </a:cxn>
                  <a:cxn ang="0">
                    <a:pos x="60" y="279"/>
                  </a:cxn>
                </a:cxnLst>
                <a:rect l="0" t="0" r="r" b="b"/>
                <a:pathLst>
                  <a:path w="61" h="280">
                    <a:moveTo>
                      <a:pt x="0" y="0"/>
                    </a:moveTo>
                    <a:lnTo>
                      <a:pt x="30" y="0"/>
                    </a:lnTo>
                    <a:lnTo>
                      <a:pt x="30" y="279"/>
                    </a:lnTo>
                    <a:lnTo>
                      <a:pt x="60" y="27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0" name="Freeform 119"/>
              <p:cNvSpPr>
                <a:spLocks/>
              </p:cNvSpPr>
              <p:nvPr/>
            </p:nvSpPr>
            <p:spPr bwMode="auto">
              <a:xfrm>
                <a:off x="1732" y="3551"/>
                <a:ext cx="61" cy="156"/>
              </a:xfrm>
              <a:custGeom>
                <a:avLst/>
                <a:gdLst/>
                <a:ahLst/>
                <a:cxnLst>
                  <a:cxn ang="0">
                    <a:pos x="0" y="0"/>
                  </a:cxn>
                  <a:cxn ang="0">
                    <a:pos x="30" y="0"/>
                  </a:cxn>
                  <a:cxn ang="0">
                    <a:pos x="30" y="155"/>
                  </a:cxn>
                  <a:cxn ang="0">
                    <a:pos x="60" y="155"/>
                  </a:cxn>
                </a:cxnLst>
                <a:rect l="0" t="0" r="r" b="b"/>
                <a:pathLst>
                  <a:path w="61" h="156">
                    <a:moveTo>
                      <a:pt x="0" y="0"/>
                    </a:moveTo>
                    <a:lnTo>
                      <a:pt x="30" y="0"/>
                    </a:lnTo>
                    <a:lnTo>
                      <a:pt x="30" y="155"/>
                    </a:lnTo>
                    <a:lnTo>
                      <a:pt x="60" y="15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1" name="Freeform 120"/>
              <p:cNvSpPr>
                <a:spLocks/>
              </p:cNvSpPr>
              <p:nvPr/>
            </p:nvSpPr>
            <p:spPr bwMode="auto">
              <a:xfrm>
                <a:off x="1892" y="3985"/>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2" name="Freeform 121"/>
              <p:cNvSpPr>
                <a:spLocks/>
              </p:cNvSpPr>
              <p:nvPr/>
            </p:nvSpPr>
            <p:spPr bwMode="auto">
              <a:xfrm>
                <a:off x="2092" y="3861"/>
                <a:ext cx="61" cy="125"/>
              </a:xfrm>
              <a:custGeom>
                <a:avLst/>
                <a:gdLst/>
                <a:ahLst/>
                <a:cxnLst>
                  <a:cxn ang="0">
                    <a:pos x="0" y="124"/>
                  </a:cxn>
                  <a:cxn ang="0">
                    <a:pos x="30" y="124"/>
                  </a:cxn>
                  <a:cxn ang="0">
                    <a:pos x="30" y="0"/>
                  </a:cxn>
                  <a:cxn ang="0">
                    <a:pos x="60" y="0"/>
                  </a:cxn>
                </a:cxnLst>
                <a:rect l="0" t="0" r="r" b="b"/>
                <a:pathLst>
                  <a:path w="61" h="125">
                    <a:moveTo>
                      <a:pt x="0" y="124"/>
                    </a:moveTo>
                    <a:lnTo>
                      <a:pt x="30" y="124"/>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3" name="Freeform 122"/>
              <p:cNvSpPr>
                <a:spLocks/>
              </p:cNvSpPr>
              <p:nvPr/>
            </p:nvSpPr>
            <p:spPr bwMode="auto">
              <a:xfrm>
                <a:off x="2252" y="3644"/>
                <a:ext cx="61" cy="218"/>
              </a:xfrm>
              <a:custGeom>
                <a:avLst/>
                <a:gdLst/>
                <a:ahLst/>
                <a:cxnLst>
                  <a:cxn ang="0">
                    <a:pos x="0" y="217"/>
                  </a:cxn>
                  <a:cxn ang="0">
                    <a:pos x="30" y="217"/>
                  </a:cxn>
                  <a:cxn ang="0">
                    <a:pos x="30" y="0"/>
                  </a:cxn>
                  <a:cxn ang="0">
                    <a:pos x="60" y="0"/>
                  </a:cxn>
                </a:cxnLst>
                <a:rect l="0" t="0" r="r" b="b"/>
                <a:pathLst>
                  <a:path w="61" h="218">
                    <a:moveTo>
                      <a:pt x="0" y="217"/>
                    </a:moveTo>
                    <a:lnTo>
                      <a:pt x="30" y="217"/>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4" name="Freeform 123"/>
              <p:cNvSpPr>
                <a:spLocks/>
              </p:cNvSpPr>
              <p:nvPr/>
            </p:nvSpPr>
            <p:spPr bwMode="auto">
              <a:xfrm>
                <a:off x="2092" y="3985"/>
                <a:ext cx="221" cy="1"/>
              </a:xfrm>
              <a:custGeom>
                <a:avLst/>
                <a:gdLst/>
                <a:ahLst/>
                <a:cxnLst>
                  <a:cxn ang="0">
                    <a:pos x="0" y="0"/>
                  </a:cxn>
                  <a:cxn ang="0">
                    <a:pos x="220" y="0"/>
                  </a:cxn>
                </a:cxnLst>
                <a:rect l="0" t="0" r="r" b="b"/>
                <a:pathLst>
                  <a:path w="221" h="1">
                    <a:moveTo>
                      <a:pt x="0" y="0"/>
                    </a:moveTo>
                    <a:lnTo>
                      <a:pt x="22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5" name="Freeform 124"/>
              <p:cNvSpPr>
                <a:spLocks/>
              </p:cNvSpPr>
              <p:nvPr/>
            </p:nvSpPr>
            <p:spPr bwMode="auto">
              <a:xfrm>
                <a:off x="2412" y="3985"/>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6" name="Freeform 125"/>
              <p:cNvSpPr>
                <a:spLocks/>
              </p:cNvSpPr>
              <p:nvPr/>
            </p:nvSpPr>
            <p:spPr bwMode="auto">
              <a:xfrm>
                <a:off x="2592" y="3799"/>
                <a:ext cx="41" cy="187"/>
              </a:xfrm>
              <a:custGeom>
                <a:avLst/>
                <a:gdLst/>
                <a:ahLst/>
                <a:cxnLst>
                  <a:cxn ang="0">
                    <a:pos x="0" y="186"/>
                  </a:cxn>
                  <a:cxn ang="0">
                    <a:pos x="20" y="186"/>
                  </a:cxn>
                  <a:cxn ang="0">
                    <a:pos x="20" y="0"/>
                  </a:cxn>
                  <a:cxn ang="0">
                    <a:pos x="40" y="0"/>
                  </a:cxn>
                </a:cxnLst>
                <a:rect l="0" t="0" r="r" b="b"/>
                <a:pathLst>
                  <a:path w="41" h="187">
                    <a:moveTo>
                      <a:pt x="0" y="186"/>
                    </a:moveTo>
                    <a:lnTo>
                      <a:pt x="20" y="186"/>
                    </a:lnTo>
                    <a:lnTo>
                      <a:pt x="20" y="0"/>
                    </a:lnTo>
                    <a:lnTo>
                      <a:pt x="4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7" name="Freeform 126"/>
              <p:cNvSpPr>
                <a:spLocks/>
              </p:cNvSpPr>
              <p:nvPr/>
            </p:nvSpPr>
            <p:spPr bwMode="auto">
              <a:xfrm>
                <a:off x="2592" y="3985"/>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8" name="Freeform 127"/>
              <p:cNvSpPr>
                <a:spLocks/>
              </p:cNvSpPr>
              <p:nvPr/>
            </p:nvSpPr>
            <p:spPr bwMode="auto">
              <a:xfrm>
                <a:off x="2772" y="3799"/>
                <a:ext cx="61" cy="187"/>
              </a:xfrm>
              <a:custGeom>
                <a:avLst/>
                <a:gdLst/>
                <a:ahLst/>
                <a:cxnLst>
                  <a:cxn ang="0">
                    <a:pos x="0" y="186"/>
                  </a:cxn>
                  <a:cxn ang="0">
                    <a:pos x="30" y="186"/>
                  </a:cxn>
                  <a:cxn ang="0">
                    <a:pos x="30" y="0"/>
                  </a:cxn>
                  <a:cxn ang="0">
                    <a:pos x="60" y="0"/>
                  </a:cxn>
                </a:cxnLst>
                <a:rect l="0" t="0" r="r" b="b"/>
                <a:pathLst>
                  <a:path w="61" h="187">
                    <a:moveTo>
                      <a:pt x="0" y="186"/>
                    </a:moveTo>
                    <a:lnTo>
                      <a:pt x="30" y="186"/>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9" name="Freeform 128"/>
              <p:cNvSpPr>
                <a:spLocks/>
              </p:cNvSpPr>
              <p:nvPr/>
            </p:nvSpPr>
            <p:spPr bwMode="auto">
              <a:xfrm>
                <a:off x="3092" y="3799"/>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0" name="Freeform 129"/>
              <p:cNvSpPr>
                <a:spLocks/>
              </p:cNvSpPr>
              <p:nvPr/>
            </p:nvSpPr>
            <p:spPr bwMode="auto">
              <a:xfrm>
                <a:off x="3252" y="3799"/>
                <a:ext cx="101" cy="63"/>
              </a:xfrm>
              <a:custGeom>
                <a:avLst/>
                <a:gdLst/>
                <a:ahLst/>
                <a:cxnLst>
                  <a:cxn ang="0">
                    <a:pos x="0" y="0"/>
                  </a:cxn>
                  <a:cxn ang="0">
                    <a:pos x="50" y="0"/>
                  </a:cxn>
                  <a:cxn ang="0">
                    <a:pos x="50" y="62"/>
                  </a:cxn>
                  <a:cxn ang="0">
                    <a:pos x="100" y="62"/>
                  </a:cxn>
                </a:cxnLst>
                <a:rect l="0" t="0" r="r" b="b"/>
                <a:pathLst>
                  <a:path w="101" h="63">
                    <a:moveTo>
                      <a:pt x="0" y="0"/>
                    </a:moveTo>
                    <a:lnTo>
                      <a:pt x="50" y="0"/>
                    </a:lnTo>
                    <a:lnTo>
                      <a:pt x="50" y="62"/>
                    </a:lnTo>
                    <a:lnTo>
                      <a:pt x="100" y="62"/>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1" name="Freeform 130"/>
              <p:cNvSpPr>
                <a:spLocks/>
              </p:cNvSpPr>
              <p:nvPr/>
            </p:nvSpPr>
            <p:spPr bwMode="auto">
              <a:xfrm>
                <a:off x="3092" y="3799"/>
                <a:ext cx="61" cy="187"/>
              </a:xfrm>
              <a:custGeom>
                <a:avLst/>
                <a:gdLst/>
                <a:ahLst/>
                <a:cxnLst>
                  <a:cxn ang="0">
                    <a:pos x="0" y="186"/>
                  </a:cxn>
                  <a:cxn ang="0">
                    <a:pos x="30" y="186"/>
                  </a:cxn>
                  <a:cxn ang="0">
                    <a:pos x="30" y="0"/>
                  </a:cxn>
                  <a:cxn ang="0">
                    <a:pos x="60" y="0"/>
                  </a:cxn>
                </a:cxnLst>
                <a:rect l="0" t="0" r="r" b="b"/>
                <a:pathLst>
                  <a:path w="61" h="187">
                    <a:moveTo>
                      <a:pt x="0" y="186"/>
                    </a:moveTo>
                    <a:lnTo>
                      <a:pt x="30" y="186"/>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2" name="Freeform 131"/>
              <p:cNvSpPr>
                <a:spLocks/>
              </p:cNvSpPr>
              <p:nvPr/>
            </p:nvSpPr>
            <p:spPr bwMode="auto">
              <a:xfrm>
                <a:off x="3452" y="3861"/>
                <a:ext cx="81" cy="63"/>
              </a:xfrm>
              <a:custGeom>
                <a:avLst/>
                <a:gdLst/>
                <a:ahLst/>
                <a:cxnLst>
                  <a:cxn ang="0">
                    <a:pos x="0" y="0"/>
                  </a:cxn>
                  <a:cxn ang="0">
                    <a:pos x="40" y="0"/>
                  </a:cxn>
                  <a:cxn ang="0">
                    <a:pos x="40" y="62"/>
                  </a:cxn>
                  <a:cxn ang="0">
                    <a:pos x="80" y="62"/>
                  </a:cxn>
                </a:cxnLst>
                <a:rect l="0" t="0" r="r" b="b"/>
                <a:pathLst>
                  <a:path w="81" h="63">
                    <a:moveTo>
                      <a:pt x="0" y="0"/>
                    </a:moveTo>
                    <a:lnTo>
                      <a:pt x="40" y="0"/>
                    </a:lnTo>
                    <a:lnTo>
                      <a:pt x="40" y="62"/>
                    </a:lnTo>
                    <a:lnTo>
                      <a:pt x="80" y="62"/>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3" name="Freeform 132"/>
              <p:cNvSpPr>
                <a:spLocks/>
              </p:cNvSpPr>
              <p:nvPr/>
            </p:nvSpPr>
            <p:spPr bwMode="auto">
              <a:xfrm>
                <a:off x="3092" y="3985"/>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4" name="Freeform 133"/>
              <p:cNvSpPr>
                <a:spLocks/>
              </p:cNvSpPr>
              <p:nvPr/>
            </p:nvSpPr>
            <p:spPr bwMode="auto">
              <a:xfrm>
                <a:off x="3252" y="3985"/>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5" name="Freeform 134"/>
              <p:cNvSpPr>
                <a:spLocks/>
              </p:cNvSpPr>
              <p:nvPr/>
            </p:nvSpPr>
            <p:spPr bwMode="auto">
              <a:xfrm>
                <a:off x="3452" y="3923"/>
                <a:ext cx="81" cy="63"/>
              </a:xfrm>
              <a:custGeom>
                <a:avLst/>
                <a:gdLst/>
                <a:ahLst/>
                <a:cxnLst>
                  <a:cxn ang="0">
                    <a:pos x="0" y="62"/>
                  </a:cxn>
                  <a:cxn ang="0">
                    <a:pos x="40" y="62"/>
                  </a:cxn>
                  <a:cxn ang="0">
                    <a:pos x="40" y="0"/>
                  </a:cxn>
                  <a:cxn ang="0">
                    <a:pos x="80" y="0"/>
                  </a:cxn>
                </a:cxnLst>
                <a:rect l="0" t="0" r="r" b="b"/>
                <a:pathLst>
                  <a:path w="81" h="63">
                    <a:moveTo>
                      <a:pt x="0" y="62"/>
                    </a:moveTo>
                    <a:lnTo>
                      <a:pt x="40" y="62"/>
                    </a:lnTo>
                    <a:lnTo>
                      <a:pt x="40" y="0"/>
                    </a:ln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6" name="Freeform 135"/>
              <p:cNvSpPr>
                <a:spLocks/>
              </p:cNvSpPr>
              <p:nvPr/>
            </p:nvSpPr>
            <p:spPr bwMode="auto">
              <a:xfrm>
                <a:off x="3632" y="3768"/>
                <a:ext cx="61" cy="156"/>
              </a:xfrm>
              <a:custGeom>
                <a:avLst/>
                <a:gdLst/>
                <a:ahLst/>
                <a:cxnLst>
                  <a:cxn ang="0">
                    <a:pos x="0" y="155"/>
                  </a:cxn>
                  <a:cxn ang="0">
                    <a:pos x="30" y="155"/>
                  </a:cxn>
                  <a:cxn ang="0">
                    <a:pos x="30" y="0"/>
                  </a:cxn>
                  <a:cxn ang="0">
                    <a:pos x="60" y="0"/>
                  </a:cxn>
                </a:cxnLst>
                <a:rect l="0" t="0" r="r" b="b"/>
                <a:pathLst>
                  <a:path w="61" h="156">
                    <a:moveTo>
                      <a:pt x="0" y="155"/>
                    </a:moveTo>
                    <a:lnTo>
                      <a:pt x="30" y="155"/>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grpSp>
      </p:grpSp>
      <p:grpSp>
        <p:nvGrpSpPr>
          <p:cNvPr id="6" name="Group 182"/>
          <p:cNvGrpSpPr>
            <a:grpSpLocks/>
          </p:cNvGrpSpPr>
          <p:nvPr/>
        </p:nvGrpSpPr>
        <p:grpSpPr bwMode="auto">
          <a:xfrm>
            <a:off x="415537" y="5285977"/>
            <a:ext cx="2477907" cy="1015841"/>
            <a:chOff x="526" y="2209"/>
            <a:chExt cx="2209" cy="913"/>
          </a:xfrm>
        </p:grpSpPr>
        <p:sp>
          <p:nvSpPr>
            <p:cNvPr id="78" name="Freeform 183"/>
            <p:cNvSpPr>
              <a:spLocks/>
            </p:cNvSpPr>
            <p:nvPr/>
          </p:nvSpPr>
          <p:spPr bwMode="auto">
            <a:xfrm>
              <a:off x="526" y="2209"/>
              <a:ext cx="2209" cy="913"/>
            </a:xfrm>
            <a:custGeom>
              <a:avLst/>
              <a:gdLst/>
              <a:ahLst/>
              <a:cxnLst>
                <a:cxn ang="0">
                  <a:pos x="1968" y="0"/>
                </a:cxn>
                <a:cxn ang="0">
                  <a:pos x="0" y="0"/>
                </a:cxn>
                <a:cxn ang="0">
                  <a:pos x="240" y="456"/>
                </a:cxn>
                <a:cxn ang="0">
                  <a:pos x="0" y="912"/>
                </a:cxn>
                <a:cxn ang="0">
                  <a:pos x="1968" y="912"/>
                </a:cxn>
                <a:cxn ang="0">
                  <a:pos x="2208" y="456"/>
                </a:cxn>
                <a:cxn ang="0">
                  <a:pos x="1968" y="0"/>
                </a:cxn>
              </a:cxnLst>
              <a:rect l="0" t="0" r="r" b="b"/>
              <a:pathLst>
                <a:path w="2209" h="913">
                  <a:moveTo>
                    <a:pt x="1968" y="0"/>
                  </a:moveTo>
                  <a:lnTo>
                    <a:pt x="0" y="0"/>
                  </a:lnTo>
                  <a:lnTo>
                    <a:pt x="240" y="456"/>
                  </a:lnTo>
                  <a:lnTo>
                    <a:pt x="0" y="912"/>
                  </a:lnTo>
                  <a:lnTo>
                    <a:pt x="1968" y="912"/>
                  </a:lnTo>
                  <a:lnTo>
                    <a:pt x="2208" y="456"/>
                  </a:lnTo>
                  <a:lnTo>
                    <a:pt x="1968" y="0"/>
                  </a:lnTo>
                </a:path>
              </a:pathLst>
            </a:custGeom>
            <a:solidFill>
              <a:srgbClr val="00B050"/>
            </a:solidFill>
            <a:ln w="9525" cap="rnd">
              <a:noFill/>
              <a:round/>
              <a:headEnd type="none" w="sm" len="sm"/>
              <a:tailEnd type="none" w="sm" len="sm"/>
            </a:ln>
            <a:effectLst/>
          </p:spPr>
          <p:txBody>
            <a:bodyPr/>
            <a:lstStyle/>
            <a:p>
              <a:endParaRPr lang="pt-BR" sz="2400">
                <a:latin typeface="Lato" pitchFamily="34" charset="0"/>
              </a:endParaRPr>
            </a:p>
          </p:txBody>
        </p:sp>
        <p:grpSp>
          <p:nvGrpSpPr>
            <p:cNvPr id="77" name="Group 184"/>
            <p:cNvGrpSpPr>
              <a:grpSpLocks/>
            </p:cNvGrpSpPr>
            <p:nvPr/>
          </p:nvGrpSpPr>
          <p:grpSpPr bwMode="auto">
            <a:xfrm>
              <a:off x="862" y="2336"/>
              <a:ext cx="1660" cy="593"/>
              <a:chOff x="862" y="2336"/>
              <a:chExt cx="1660" cy="593"/>
            </a:xfrm>
          </p:grpSpPr>
          <p:sp>
            <p:nvSpPr>
              <p:cNvPr id="80" name="Rectangle 185"/>
              <p:cNvSpPr>
                <a:spLocks noChangeArrowheads="1"/>
              </p:cNvSpPr>
              <p:nvPr/>
            </p:nvSpPr>
            <p:spPr bwMode="auto">
              <a:xfrm>
                <a:off x="862" y="2427"/>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1" name="Rectangle 186"/>
              <p:cNvSpPr>
                <a:spLocks noChangeArrowheads="1"/>
              </p:cNvSpPr>
              <p:nvPr/>
            </p:nvSpPr>
            <p:spPr bwMode="auto">
              <a:xfrm>
                <a:off x="985" y="2427"/>
                <a:ext cx="77"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2" name="Rectangle 187"/>
              <p:cNvSpPr>
                <a:spLocks noChangeArrowheads="1"/>
              </p:cNvSpPr>
              <p:nvPr/>
            </p:nvSpPr>
            <p:spPr bwMode="auto">
              <a:xfrm>
                <a:off x="1246" y="2516"/>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3" name="Rectangle 188"/>
              <p:cNvSpPr>
                <a:spLocks noChangeArrowheads="1"/>
              </p:cNvSpPr>
              <p:nvPr/>
            </p:nvSpPr>
            <p:spPr bwMode="auto">
              <a:xfrm>
                <a:off x="1385" y="2516"/>
                <a:ext cx="76"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4" name="Rectangle 189"/>
              <p:cNvSpPr>
                <a:spLocks noChangeArrowheads="1"/>
              </p:cNvSpPr>
              <p:nvPr/>
            </p:nvSpPr>
            <p:spPr bwMode="auto">
              <a:xfrm>
                <a:off x="1563" y="2336"/>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5" name="Rectangle 190"/>
              <p:cNvSpPr>
                <a:spLocks noChangeArrowheads="1"/>
              </p:cNvSpPr>
              <p:nvPr/>
            </p:nvSpPr>
            <p:spPr bwMode="auto">
              <a:xfrm>
                <a:off x="1969" y="2486"/>
                <a:ext cx="77"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6" name="Rectangle 191"/>
              <p:cNvSpPr>
                <a:spLocks noChangeArrowheads="1"/>
              </p:cNvSpPr>
              <p:nvPr/>
            </p:nvSpPr>
            <p:spPr bwMode="auto">
              <a:xfrm>
                <a:off x="2092" y="2486"/>
                <a:ext cx="76"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7" name="Rectangle 192"/>
              <p:cNvSpPr>
                <a:spLocks noChangeArrowheads="1"/>
              </p:cNvSpPr>
              <p:nvPr/>
            </p:nvSpPr>
            <p:spPr bwMode="auto">
              <a:xfrm>
                <a:off x="2245" y="2486"/>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8" name="Rectangle 193"/>
              <p:cNvSpPr>
                <a:spLocks noChangeArrowheads="1"/>
              </p:cNvSpPr>
              <p:nvPr/>
            </p:nvSpPr>
            <p:spPr bwMode="auto">
              <a:xfrm>
                <a:off x="2445" y="2633"/>
                <a:ext cx="77" cy="90"/>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9" name="Rectangle 194"/>
              <p:cNvSpPr>
                <a:spLocks noChangeArrowheads="1"/>
              </p:cNvSpPr>
              <p:nvPr/>
            </p:nvSpPr>
            <p:spPr bwMode="auto">
              <a:xfrm>
                <a:off x="2184" y="2723"/>
                <a:ext cx="77" cy="88"/>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0" name="Rectangle 195"/>
              <p:cNvSpPr>
                <a:spLocks noChangeArrowheads="1"/>
              </p:cNvSpPr>
              <p:nvPr/>
            </p:nvSpPr>
            <p:spPr bwMode="auto">
              <a:xfrm>
                <a:off x="2030" y="266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1" name="Rectangle 196"/>
              <p:cNvSpPr>
                <a:spLocks noChangeArrowheads="1"/>
              </p:cNvSpPr>
              <p:nvPr/>
            </p:nvSpPr>
            <p:spPr bwMode="auto">
              <a:xfrm>
                <a:off x="1907" y="266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2" name="Rectangle 197"/>
              <p:cNvSpPr>
                <a:spLocks noChangeArrowheads="1"/>
              </p:cNvSpPr>
              <p:nvPr/>
            </p:nvSpPr>
            <p:spPr bwMode="auto">
              <a:xfrm>
                <a:off x="1784" y="266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3" name="Rectangle 198"/>
              <p:cNvSpPr>
                <a:spLocks noChangeArrowheads="1"/>
              </p:cNvSpPr>
              <p:nvPr/>
            </p:nvSpPr>
            <p:spPr bwMode="auto">
              <a:xfrm>
                <a:off x="1631" y="2663"/>
                <a:ext cx="76"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4" name="Rectangle 199"/>
              <p:cNvSpPr>
                <a:spLocks noChangeArrowheads="1"/>
              </p:cNvSpPr>
              <p:nvPr/>
            </p:nvSpPr>
            <p:spPr bwMode="auto">
              <a:xfrm>
                <a:off x="1508" y="2663"/>
                <a:ext cx="76"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5" name="Rectangle 200"/>
              <p:cNvSpPr>
                <a:spLocks noChangeArrowheads="1"/>
              </p:cNvSpPr>
              <p:nvPr/>
            </p:nvSpPr>
            <p:spPr bwMode="auto">
              <a:xfrm>
                <a:off x="1385" y="2841"/>
                <a:ext cx="76"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6" name="Rectangle 201"/>
              <p:cNvSpPr>
                <a:spLocks noChangeArrowheads="1"/>
              </p:cNvSpPr>
              <p:nvPr/>
            </p:nvSpPr>
            <p:spPr bwMode="auto">
              <a:xfrm>
                <a:off x="1123" y="2693"/>
                <a:ext cx="77"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7" name="Rectangle 202"/>
              <p:cNvSpPr>
                <a:spLocks noChangeArrowheads="1"/>
              </p:cNvSpPr>
              <p:nvPr/>
            </p:nvSpPr>
            <p:spPr bwMode="auto">
              <a:xfrm>
                <a:off x="985" y="269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8" name="Rectangle 203"/>
              <p:cNvSpPr>
                <a:spLocks noChangeArrowheads="1"/>
              </p:cNvSpPr>
              <p:nvPr/>
            </p:nvSpPr>
            <p:spPr bwMode="auto">
              <a:xfrm>
                <a:off x="985" y="2575"/>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9" name="Rectangle 204"/>
              <p:cNvSpPr>
                <a:spLocks noChangeArrowheads="1"/>
              </p:cNvSpPr>
              <p:nvPr/>
            </p:nvSpPr>
            <p:spPr bwMode="auto">
              <a:xfrm>
                <a:off x="985"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0" name="Rectangle 205"/>
              <p:cNvSpPr>
                <a:spLocks noChangeArrowheads="1"/>
              </p:cNvSpPr>
              <p:nvPr/>
            </p:nvSpPr>
            <p:spPr bwMode="auto">
              <a:xfrm>
                <a:off x="1139"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1" name="Rectangle 206"/>
              <p:cNvSpPr>
                <a:spLocks noChangeArrowheads="1"/>
              </p:cNvSpPr>
              <p:nvPr/>
            </p:nvSpPr>
            <p:spPr bwMode="auto">
              <a:xfrm>
                <a:off x="1523"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2" name="Rectangle 207"/>
              <p:cNvSpPr>
                <a:spLocks noChangeArrowheads="1"/>
              </p:cNvSpPr>
              <p:nvPr/>
            </p:nvSpPr>
            <p:spPr bwMode="auto">
              <a:xfrm>
                <a:off x="1907"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3" name="Rectangle 208"/>
              <p:cNvSpPr>
                <a:spLocks noChangeArrowheads="1"/>
              </p:cNvSpPr>
              <p:nvPr/>
            </p:nvSpPr>
            <p:spPr bwMode="auto">
              <a:xfrm>
                <a:off x="2322" y="2782"/>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4" name="Freeform 209"/>
              <p:cNvSpPr>
                <a:spLocks/>
              </p:cNvSpPr>
              <p:nvPr/>
            </p:nvSpPr>
            <p:spPr bwMode="auto">
              <a:xfrm>
                <a:off x="939" y="2472"/>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5" name="Freeform 210"/>
              <p:cNvSpPr>
                <a:spLocks/>
              </p:cNvSpPr>
              <p:nvPr/>
            </p:nvSpPr>
            <p:spPr bwMode="auto">
              <a:xfrm>
                <a:off x="1046" y="2473"/>
                <a:ext cx="201" cy="88"/>
              </a:xfrm>
              <a:custGeom>
                <a:avLst/>
                <a:gdLst/>
                <a:ahLst/>
                <a:cxnLst>
                  <a:cxn ang="0">
                    <a:pos x="0" y="0"/>
                  </a:cxn>
                  <a:cxn ang="0">
                    <a:pos x="100" y="0"/>
                  </a:cxn>
                  <a:cxn ang="0">
                    <a:pos x="100" y="87"/>
                  </a:cxn>
                  <a:cxn ang="0">
                    <a:pos x="200" y="87"/>
                  </a:cxn>
                </a:cxnLst>
                <a:rect l="0" t="0" r="r" b="b"/>
                <a:pathLst>
                  <a:path w="201" h="88">
                    <a:moveTo>
                      <a:pt x="0" y="0"/>
                    </a:moveTo>
                    <a:lnTo>
                      <a:pt x="100" y="0"/>
                    </a:lnTo>
                    <a:lnTo>
                      <a:pt x="100" y="87"/>
                    </a:lnTo>
                    <a:lnTo>
                      <a:pt x="200" y="8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6" name="Freeform 211"/>
              <p:cNvSpPr>
                <a:spLocks/>
              </p:cNvSpPr>
              <p:nvPr/>
            </p:nvSpPr>
            <p:spPr bwMode="auto">
              <a:xfrm>
                <a:off x="1200" y="2560"/>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7" name="Freeform 212"/>
              <p:cNvSpPr>
                <a:spLocks/>
              </p:cNvSpPr>
              <p:nvPr/>
            </p:nvSpPr>
            <p:spPr bwMode="auto">
              <a:xfrm>
                <a:off x="1323" y="2560"/>
                <a:ext cx="63" cy="1"/>
              </a:xfrm>
              <a:custGeom>
                <a:avLst/>
                <a:gdLst/>
                <a:ahLst/>
                <a:cxnLst>
                  <a:cxn ang="0">
                    <a:pos x="0" y="0"/>
                  </a:cxn>
                  <a:cxn ang="0">
                    <a:pos x="62" y="0"/>
                  </a:cxn>
                </a:cxnLst>
                <a:rect l="0" t="0" r="r" b="b"/>
                <a:pathLst>
                  <a:path w="63" h="1">
                    <a:moveTo>
                      <a:pt x="0" y="0"/>
                    </a:moveTo>
                    <a:lnTo>
                      <a:pt x="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8" name="Freeform 213"/>
              <p:cNvSpPr>
                <a:spLocks/>
              </p:cNvSpPr>
              <p:nvPr/>
            </p:nvSpPr>
            <p:spPr bwMode="auto">
              <a:xfrm>
                <a:off x="1461" y="2560"/>
                <a:ext cx="48" cy="149"/>
              </a:xfrm>
              <a:custGeom>
                <a:avLst/>
                <a:gdLst/>
                <a:ahLst/>
                <a:cxnLst>
                  <a:cxn ang="0">
                    <a:pos x="0" y="0"/>
                  </a:cxn>
                  <a:cxn ang="0">
                    <a:pos x="23" y="0"/>
                  </a:cxn>
                  <a:cxn ang="0">
                    <a:pos x="23" y="148"/>
                  </a:cxn>
                  <a:cxn ang="0">
                    <a:pos x="47" y="148"/>
                  </a:cxn>
                </a:cxnLst>
                <a:rect l="0" t="0" r="r" b="b"/>
                <a:pathLst>
                  <a:path w="48" h="149">
                    <a:moveTo>
                      <a:pt x="0" y="0"/>
                    </a:moveTo>
                    <a:lnTo>
                      <a:pt x="23" y="0"/>
                    </a:lnTo>
                    <a:lnTo>
                      <a:pt x="23" y="148"/>
                    </a:lnTo>
                    <a:lnTo>
                      <a:pt x="47" y="148"/>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9" name="Freeform 214"/>
              <p:cNvSpPr>
                <a:spLocks/>
              </p:cNvSpPr>
              <p:nvPr/>
            </p:nvSpPr>
            <p:spPr bwMode="auto">
              <a:xfrm>
                <a:off x="1461" y="2381"/>
                <a:ext cx="103" cy="180"/>
              </a:xfrm>
              <a:custGeom>
                <a:avLst/>
                <a:gdLst/>
                <a:ahLst/>
                <a:cxnLst>
                  <a:cxn ang="0">
                    <a:pos x="0" y="179"/>
                  </a:cxn>
                  <a:cxn ang="0">
                    <a:pos x="51" y="179"/>
                  </a:cxn>
                  <a:cxn ang="0">
                    <a:pos x="51" y="0"/>
                  </a:cxn>
                  <a:cxn ang="0">
                    <a:pos x="102" y="0"/>
                  </a:cxn>
                </a:cxnLst>
                <a:rect l="0" t="0" r="r" b="b"/>
                <a:pathLst>
                  <a:path w="103" h="180">
                    <a:moveTo>
                      <a:pt x="0" y="179"/>
                    </a:moveTo>
                    <a:lnTo>
                      <a:pt x="51" y="179"/>
                    </a:lnTo>
                    <a:lnTo>
                      <a:pt x="51" y="0"/>
                    </a:lnTo>
                    <a:lnTo>
                      <a:pt x="10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0" name="Freeform 215"/>
              <p:cNvSpPr>
                <a:spLocks/>
              </p:cNvSpPr>
              <p:nvPr/>
            </p:nvSpPr>
            <p:spPr bwMode="auto">
              <a:xfrm>
                <a:off x="1584" y="2708"/>
                <a:ext cx="48" cy="1"/>
              </a:xfrm>
              <a:custGeom>
                <a:avLst/>
                <a:gdLst/>
                <a:ahLst/>
                <a:cxnLst>
                  <a:cxn ang="0">
                    <a:pos x="0" y="0"/>
                  </a:cxn>
                  <a:cxn ang="0">
                    <a:pos x="47" y="0"/>
                  </a:cxn>
                </a:cxnLst>
                <a:rect l="0" t="0" r="r" b="b"/>
                <a:pathLst>
                  <a:path w="48" h="1">
                    <a:moveTo>
                      <a:pt x="0" y="0"/>
                    </a:moveTo>
                    <a:lnTo>
                      <a:pt x="4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1" name="Freeform 216"/>
              <p:cNvSpPr>
                <a:spLocks/>
              </p:cNvSpPr>
              <p:nvPr/>
            </p:nvSpPr>
            <p:spPr bwMode="auto">
              <a:xfrm>
                <a:off x="1707" y="2708"/>
                <a:ext cx="78" cy="1"/>
              </a:xfrm>
              <a:custGeom>
                <a:avLst/>
                <a:gdLst/>
                <a:ahLst/>
                <a:cxnLst>
                  <a:cxn ang="0">
                    <a:pos x="0" y="0"/>
                  </a:cxn>
                  <a:cxn ang="0">
                    <a:pos x="77" y="0"/>
                  </a:cxn>
                </a:cxnLst>
                <a:rect l="0" t="0" r="r" b="b"/>
                <a:pathLst>
                  <a:path w="78" h="1">
                    <a:moveTo>
                      <a:pt x="0" y="0"/>
                    </a:moveTo>
                    <a:lnTo>
                      <a:pt x="7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2" name="Freeform 217"/>
              <p:cNvSpPr>
                <a:spLocks/>
              </p:cNvSpPr>
              <p:nvPr/>
            </p:nvSpPr>
            <p:spPr bwMode="auto">
              <a:xfrm>
                <a:off x="1640" y="2381"/>
                <a:ext cx="184" cy="283"/>
              </a:xfrm>
              <a:custGeom>
                <a:avLst/>
                <a:gdLst/>
                <a:ahLst/>
                <a:cxnLst>
                  <a:cxn ang="0">
                    <a:pos x="0" y="0"/>
                  </a:cxn>
                  <a:cxn ang="0">
                    <a:pos x="183" y="0"/>
                  </a:cxn>
                  <a:cxn ang="0">
                    <a:pos x="183" y="282"/>
                  </a:cxn>
                </a:cxnLst>
                <a:rect l="0" t="0" r="r" b="b"/>
                <a:pathLst>
                  <a:path w="184" h="283">
                    <a:moveTo>
                      <a:pt x="0" y="0"/>
                    </a:moveTo>
                    <a:lnTo>
                      <a:pt x="183" y="0"/>
                    </a:lnTo>
                    <a:lnTo>
                      <a:pt x="183" y="282"/>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3" name="Freeform 218"/>
              <p:cNvSpPr>
                <a:spLocks/>
              </p:cNvSpPr>
              <p:nvPr/>
            </p:nvSpPr>
            <p:spPr bwMode="auto">
              <a:xfrm>
                <a:off x="1062" y="2560"/>
                <a:ext cx="185" cy="60"/>
              </a:xfrm>
              <a:custGeom>
                <a:avLst/>
                <a:gdLst/>
                <a:ahLst/>
                <a:cxnLst>
                  <a:cxn ang="0">
                    <a:pos x="0" y="59"/>
                  </a:cxn>
                  <a:cxn ang="0">
                    <a:pos x="92" y="59"/>
                  </a:cxn>
                  <a:cxn ang="0">
                    <a:pos x="92" y="0"/>
                  </a:cxn>
                  <a:cxn ang="0">
                    <a:pos x="184" y="0"/>
                  </a:cxn>
                </a:cxnLst>
                <a:rect l="0" t="0" r="r" b="b"/>
                <a:pathLst>
                  <a:path w="185" h="60">
                    <a:moveTo>
                      <a:pt x="0" y="59"/>
                    </a:moveTo>
                    <a:lnTo>
                      <a:pt x="92" y="59"/>
                    </a:lnTo>
                    <a:lnTo>
                      <a:pt x="92" y="0"/>
                    </a:lnTo>
                    <a:lnTo>
                      <a:pt x="184"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4" name="Freeform 219"/>
              <p:cNvSpPr>
                <a:spLocks/>
              </p:cNvSpPr>
              <p:nvPr/>
            </p:nvSpPr>
            <p:spPr bwMode="auto">
              <a:xfrm>
                <a:off x="1062" y="2737"/>
                <a:ext cx="62" cy="1"/>
              </a:xfrm>
              <a:custGeom>
                <a:avLst/>
                <a:gdLst/>
                <a:ahLst/>
                <a:cxnLst>
                  <a:cxn ang="0">
                    <a:pos x="0" y="0"/>
                  </a:cxn>
                  <a:cxn ang="0">
                    <a:pos x="61" y="0"/>
                  </a:cxn>
                </a:cxnLst>
                <a:rect l="0" t="0" r="r" b="b"/>
                <a:pathLst>
                  <a:path w="62" h="1">
                    <a:moveTo>
                      <a:pt x="0" y="0"/>
                    </a:moveTo>
                    <a:lnTo>
                      <a:pt x="6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5" name="Freeform 220"/>
              <p:cNvSpPr>
                <a:spLocks/>
              </p:cNvSpPr>
              <p:nvPr/>
            </p:nvSpPr>
            <p:spPr bwMode="auto">
              <a:xfrm>
                <a:off x="1200" y="2560"/>
                <a:ext cx="47" cy="178"/>
              </a:xfrm>
              <a:custGeom>
                <a:avLst/>
                <a:gdLst/>
                <a:ahLst/>
                <a:cxnLst>
                  <a:cxn ang="0">
                    <a:pos x="0" y="177"/>
                  </a:cxn>
                  <a:cxn ang="0">
                    <a:pos x="23" y="177"/>
                  </a:cxn>
                  <a:cxn ang="0">
                    <a:pos x="23" y="0"/>
                  </a:cxn>
                  <a:cxn ang="0">
                    <a:pos x="46" y="0"/>
                  </a:cxn>
                </a:cxnLst>
                <a:rect l="0" t="0" r="r" b="b"/>
                <a:pathLst>
                  <a:path w="47" h="178">
                    <a:moveTo>
                      <a:pt x="0" y="177"/>
                    </a:moveTo>
                    <a:lnTo>
                      <a:pt x="23" y="177"/>
                    </a:lnTo>
                    <a:lnTo>
                      <a:pt x="23" y="0"/>
                    </a:ln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6" name="Freeform 221"/>
              <p:cNvSpPr>
                <a:spLocks/>
              </p:cNvSpPr>
              <p:nvPr/>
            </p:nvSpPr>
            <p:spPr bwMode="auto">
              <a:xfrm>
                <a:off x="1707" y="2531"/>
                <a:ext cx="263" cy="178"/>
              </a:xfrm>
              <a:custGeom>
                <a:avLst/>
                <a:gdLst/>
                <a:ahLst/>
                <a:cxnLst>
                  <a:cxn ang="0">
                    <a:pos x="0" y="177"/>
                  </a:cxn>
                  <a:cxn ang="0">
                    <a:pos x="131" y="177"/>
                  </a:cxn>
                  <a:cxn ang="0">
                    <a:pos x="131" y="0"/>
                  </a:cxn>
                  <a:cxn ang="0">
                    <a:pos x="262" y="0"/>
                  </a:cxn>
                </a:cxnLst>
                <a:rect l="0" t="0" r="r" b="b"/>
                <a:pathLst>
                  <a:path w="263" h="178">
                    <a:moveTo>
                      <a:pt x="0" y="177"/>
                    </a:moveTo>
                    <a:lnTo>
                      <a:pt x="131" y="177"/>
                    </a:lnTo>
                    <a:lnTo>
                      <a:pt x="131" y="0"/>
                    </a:lnTo>
                    <a:lnTo>
                      <a:pt x="2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7" name="Freeform 222"/>
              <p:cNvSpPr>
                <a:spLocks/>
              </p:cNvSpPr>
              <p:nvPr/>
            </p:nvSpPr>
            <p:spPr bwMode="auto">
              <a:xfrm>
                <a:off x="1861" y="2708"/>
                <a:ext cx="47" cy="177"/>
              </a:xfrm>
              <a:custGeom>
                <a:avLst/>
                <a:gdLst/>
                <a:ahLst/>
                <a:cxnLst>
                  <a:cxn ang="0">
                    <a:pos x="0" y="0"/>
                  </a:cxn>
                  <a:cxn ang="0">
                    <a:pos x="23" y="0"/>
                  </a:cxn>
                  <a:cxn ang="0">
                    <a:pos x="23" y="176"/>
                  </a:cxn>
                  <a:cxn ang="0">
                    <a:pos x="46" y="176"/>
                  </a:cxn>
                </a:cxnLst>
                <a:rect l="0" t="0" r="r" b="b"/>
                <a:pathLst>
                  <a:path w="47" h="177">
                    <a:moveTo>
                      <a:pt x="0" y="0"/>
                    </a:moveTo>
                    <a:lnTo>
                      <a:pt x="23" y="0"/>
                    </a:lnTo>
                    <a:lnTo>
                      <a:pt x="23" y="176"/>
                    </a:lnTo>
                    <a:lnTo>
                      <a:pt x="46" y="176"/>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8" name="Freeform 223"/>
              <p:cNvSpPr>
                <a:spLocks/>
              </p:cNvSpPr>
              <p:nvPr/>
            </p:nvSpPr>
            <p:spPr bwMode="auto">
              <a:xfrm>
                <a:off x="1861" y="2708"/>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9" name="Freeform 224"/>
              <p:cNvSpPr>
                <a:spLocks/>
              </p:cNvSpPr>
              <p:nvPr/>
            </p:nvSpPr>
            <p:spPr bwMode="auto">
              <a:xfrm>
                <a:off x="2046" y="2531"/>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0" name="Freeform 225"/>
              <p:cNvSpPr>
                <a:spLocks/>
              </p:cNvSpPr>
              <p:nvPr/>
            </p:nvSpPr>
            <p:spPr bwMode="auto">
              <a:xfrm>
                <a:off x="2168" y="2531"/>
                <a:ext cx="78" cy="1"/>
              </a:xfrm>
              <a:custGeom>
                <a:avLst/>
                <a:gdLst/>
                <a:ahLst/>
                <a:cxnLst>
                  <a:cxn ang="0">
                    <a:pos x="0" y="0"/>
                  </a:cxn>
                  <a:cxn ang="0">
                    <a:pos x="77" y="0"/>
                  </a:cxn>
                </a:cxnLst>
                <a:rect l="0" t="0" r="r" b="b"/>
                <a:pathLst>
                  <a:path w="78" h="1">
                    <a:moveTo>
                      <a:pt x="0" y="0"/>
                    </a:moveTo>
                    <a:lnTo>
                      <a:pt x="7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1" name="Freeform 226"/>
              <p:cNvSpPr>
                <a:spLocks/>
              </p:cNvSpPr>
              <p:nvPr/>
            </p:nvSpPr>
            <p:spPr bwMode="auto">
              <a:xfrm>
                <a:off x="2168" y="2531"/>
                <a:ext cx="278" cy="148"/>
              </a:xfrm>
              <a:custGeom>
                <a:avLst/>
                <a:gdLst/>
                <a:ahLst/>
                <a:cxnLst>
                  <a:cxn ang="0">
                    <a:pos x="0" y="0"/>
                  </a:cxn>
                  <a:cxn ang="0">
                    <a:pos x="38" y="0"/>
                  </a:cxn>
                  <a:cxn ang="0">
                    <a:pos x="38" y="147"/>
                  </a:cxn>
                  <a:cxn ang="0">
                    <a:pos x="277" y="147"/>
                  </a:cxn>
                </a:cxnLst>
                <a:rect l="0" t="0" r="r" b="b"/>
                <a:pathLst>
                  <a:path w="278" h="148">
                    <a:moveTo>
                      <a:pt x="0" y="0"/>
                    </a:moveTo>
                    <a:lnTo>
                      <a:pt x="38" y="0"/>
                    </a:lnTo>
                    <a:lnTo>
                      <a:pt x="38" y="147"/>
                    </a:lnTo>
                    <a:lnTo>
                      <a:pt x="277" y="14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2" name="Freeform 227"/>
              <p:cNvSpPr>
                <a:spLocks/>
              </p:cNvSpPr>
              <p:nvPr/>
            </p:nvSpPr>
            <p:spPr bwMode="auto">
              <a:xfrm>
                <a:off x="1062" y="2737"/>
                <a:ext cx="62" cy="148"/>
              </a:xfrm>
              <a:custGeom>
                <a:avLst/>
                <a:gdLst/>
                <a:ahLst/>
                <a:cxnLst>
                  <a:cxn ang="0">
                    <a:pos x="0" y="147"/>
                  </a:cxn>
                  <a:cxn ang="0">
                    <a:pos x="30" y="147"/>
                  </a:cxn>
                  <a:cxn ang="0">
                    <a:pos x="30" y="0"/>
                  </a:cxn>
                  <a:cxn ang="0">
                    <a:pos x="61" y="0"/>
                  </a:cxn>
                </a:cxnLst>
                <a:rect l="0" t="0" r="r" b="b"/>
                <a:pathLst>
                  <a:path w="62" h="148">
                    <a:moveTo>
                      <a:pt x="0" y="147"/>
                    </a:moveTo>
                    <a:lnTo>
                      <a:pt x="30" y="147"/>
                    </a:lnTo>
                    <a:lnTo>
                      <a:pt x="30" y="0"/>
                    </a:lnTo>
                    <a:lnTo>
                      <a:pt x="6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3" name="Freeform 228"/>
              <p:cNvSpPr>
                <a:spLocks/>
              </p:cNvSpPr>
              <p:nvPr/>
            </p:nvSpPr>
            <p:spPr bwMode="auto">
              <a:xfrm>
                <a:off x="939" y="2472"/>
                <a:ext cx="47" cy="266"/>
              </a:xfrm>
              <a:custGeom>
                <a:avLst/>
                <a:gdLst/>
                <a:ahLst/>
                <a:cxnLst>
                  <a:cxn ang="0">
                    <a:pos x="0" y="0"/>
                  </a:cxn>
                  <a:cxn ang="0">
                    <a:pos x="23" y="0"/>
                  </a:cxn>
                  <a:cxn ang="0">
                    <a:pos x="23" y="265"/>
                  </a:cxn>
                  <a:cxn ang="0">
                    <a:pos x="46" y="265"/>
                  </a:cxn>
                </a:cxnLst>
                <a:rect l="0" t="0" r="r" b="b"/>
                <a:pathLst>
                  <a:path w="47" h="266">
                    <a:moveTo>
                      <a:pt x="0" y="0"/>
                    </a:moveTo>
                    <a:lnTo>
                      <a:pt x="23" y="0"/>
                    </a:lnTo>
                    <a:lnTo>
                      <a:pt x="23" y="265"/>
                    </a:lnTo>
                    <a:lnTo>
                      <a:pt x="46" y="26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4" name="Freeform 229"/>
              <p:cNvSpPr>
                <a:spLocks/>
              </p:cNvSpPr>
              <p:nvPr/>
            </p:nvSpPr>
            <p:spPr bwMode="auto">
              <a:xfrm>
                <a:off x="939" y="2472"/>
                <a:ext cx="47" cy="148"/>
              </a:xfrm>
              <a:custGeom>
                <a:avLst/>
                <a:gdLst/>
                <a:ahLst/>
                <a:cxnLst>
                  <a:cxn ang="0">
                    <a:pos x="0" y="0"/>
                  </a:cxn>
                  <a:cxn ang="0">
                    <a:pos x="23" y="0"/>
                  </a:cxn>
                  <a:cxn ang="0">
                    <a:pos x="23" y="147"/>
                  </a:cxn>
                  <a:cxn ang="0">
                    <a:pos x="46" y="147"/>
                  </a:cxn>
                </a:cxnLst>
                <a:rect l="0" t="0" r="r" b="b"/>
                <a:pathLst>
                  <a:path w="47" h="148">
                    <a:moveTo>
                      <a:pt x="0" y="0"/>
                    </a:moveTo>
                    <a:lnTo>
                      <a:pt x="23" y="0"/>
                    </a:lnTo>
                    <a:lnTo>
                      <a:pt x="23" y="147"/>
                    </a:lnTo>
                    <a:lnTo>
                      <a:pt x="46" y="14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5" name="Freeform 230"/>
              <p:cNvSpPr>
                <a:spLocks/>
              </p:cNvSpPr>
              <p:nvPr/>
            </p:nvSpPr>
            <p:spPr bwMode="auto">
              <a:xfrm>
                <a:off x="1062" y="2884"/>
                <a:ext cx="78" cy="1"/>
              </a:xfrm>
              <a:custGeom>
                <a:avLst/>
                <a:gdLst/>
                <a:ahLst/>
                <a:cxnLst>
                  <a:cxn ang="0">
                    <a:pos x="0" y="0"/>
                  </a:cxn>
                  <a:cxn ang="0">
                    <a:pos x="77" y="0"/>
                  </a:cxn>
                </a:cxnLst>
                <a:rect l="0" t="0" r="r" b="b"/>
                <a:pathLst>
                  <a:path w="78" h="1">
                    <a:moveTo>
                      <a:pt x="0" y="0"/>
                    </a:moveTo>
                    <a:lnTo>
                      <a:pt x="7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6" name="Freeform 231"/>
              <p:cNvSpPr>
                <a:spLocks/>
              </p:cNvSpPr>
              <p:nvPr/>
            </p:nvSpPr>
            <p:spPr bwMode="auto">
              <a:xfrm>
                <a:off x="1216" y="2708"/>
                <a:ext cx="293" cy="178"/>
              </a:xfrm>
              <a:custGeom>
                <a:avLst/>
                <a:gdLst/>
                <a:ahLst/>
                <a:cxnLst>
                  <a:cxn ang="0">
                    <a:pos x="0" y="177"/>
                  </a:cxn>
                  <a:cxn ang="0">
                    <a:pos x="146" y="177"/>
                  </a:cxn>
                  <a:cxn ang="0">
                    <a:pos x="146" y="0"/>
                  </a:cxn>
                  <a:cxn ang="0">
                    <a:pos x="292" y="0"/>
                  </a:cxn>
                </a:cxnLst>
                <a:rect l="0" t="0" r="r" b="b"/>
                <a:pathLst>
                  <a:path w="293" h="178">
                    <a:moveTo>
                      <a:pt x="0" y="177"/>
                    </a:moveTo>
                    <a:lnTo>
                      <a:pt x="146" y="177"/>
                    </a:lnTo>
                    <a:lnTo>
                      <a:pt x="146" y="0"/>
                    </a:lnTo>
                    <a:lnTo>
                      <a:pt x="29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7" name="Freeform 232"/>
              <p:cNvSpPr>
                <a:spLocks/>
              </p:cNvSpPr>
              <p:nvPr/>
            </p:nvSpPr>
            <p:spPr bwMode="auto">
              <a:xfrm>
                <a:off x="1216" y="2884"/>
                <a:ext cx="170" cy="1"/>
              </a:xfrm>
              <a:custGeom>
                <a:avLst/>
                <a:gdLst/>
                <a:ahLst/>
                <a:cxnLst>
                  <a:cxn ang="0">
                    <a:pos x="0" y="0"/>
                  </a:cxn>
                  <a:cxn ang="0">
                    <a:pos x="169" y="0"/>
                  </a:cxn>
                </a:cxnLst>
                <a:rect l="0" t="0" r="r" b="b"/>
                <a:pathLst>
                  <a:path w="170" h="1">
                    <a:moveTo>
                      <a:pt x="0" y="0"/>
                    </a:moveTo>
                    <a:lnTo>
                      <a:pt x="169"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8" name="Freeform 233"/>
              <p:cNvSpPr>
                <a:spLocks/>
              </p:cNvSpPr>
              <p:nvPr/>
            </p:nvSpPr>
            <p:spPr bwMode="auto">
              <a:xfrm>
                <a:off x="1461" y="2884"/>
                <a:ext cx="63" cy="1"/>
              </a:xfrm>
              <a:custGeom>
                <a:avLst/>
                <a:gdLst/>
                <a:ahLst/>
                <a:cxnLst>
                  <a:cxn ang="0">
                    <a:pos x="0" y="0"/>
                  </a:cxn>
                  <a:cxn ang="0">
                    <a:pos x="62" y="0"/>
                  </a:cxn>
                </a:cxnLst>
                <a:rect l="0" t="0" r="r" b="b"/>
                <a:pathLst>
                  <a:path w="63" h="1">
                    <a:moveTo>
                      <a:pt x="0" y="0"/>
                    </a:moveTo>
                    <a:lnTo>
                      <a:pt x="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9" name="Freeform 234"/>
              <p:cNvSpPr>
                <a:spLocks/>
              </p:cNvSpPr>
              <p:nvPr/>
            </p:nvSpPr>
            <p:spPr bwMode="auto">
              <a:xfrm>
                <a:off x="1600" y="2708"/>
                <a:ext cx="32" cy="177"/>
              </a:xfrm>
              <a:custGeom>
                <a:avLst/>
                <a:gdLst/>
                <a:ahLst/>
                <a:cxnLst>
                  <a:cxn ang="0">
                    <a:pos x="0" y="176"/>
                  </a:cxn>
                  <a:cxn ang="0">
                    <a:pos x="15" y="176"/>
                  </a:cxn>
                  <a:cxn ang="0">
                    <a:pos x="15" y="0"/>
                  </a:cxn>
                  <a:cxn ang="0">
                    <a:pos x="31" y="0"/>
                  </a:cxn>
                </a:cxnLst>
                <a:rect l="0" t="0" r="r" b="b"/>
                <a:pathLst>
                  <a:path w="32" h="177">
                    <a:moveTo>
                      <a:pt x="0" y="176"/>
                    </a:moveTo>
                    <a:lnTo>
                      <a:pt x="15" y="176"/>
                    </a:lnTo>
                    <a:lnTo>
                      <a:pt x="15" y="0"/>
                    </a:lnTo>
                    <a:lnTo>
                      <a:pt x="3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0" name="Freeform 235"/>
              <p:cNvSpPr>
                <a:spLocks/>
              </p:cNvSpPr>
              <p:nvPr/>
            </p:nvSpPr>
            <p:spPr bwMode="auto">
              <a:xfrm>
                <a:off x="1984" y="2708"/>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1" name="Freeform 236"/>
              <p:cNvSpPr>
                <a:spLocks/>
              </p:cNvSpPr>
              <p:nvPr/>
            </p:nvSpPr>
            <p:spPr bwMode="auto">
              <a:xfrm>
                <a:off x="2107" y="2708"/>
                <a:ext cx="78" cy="59"/>
              </a:xfrm>
              <a:custGeom>
                <a:avLst/>
                <a:gdLst/>
                <a:ahLst/>
                <a:cxnLst>
                  <a:cxn ang="0">
                    <a:pos x="0" y="0"/>
                  </a:cxn>
                  <a:cxn ang="0">
                    <a:pos x="38" y="0"/>
                  </a:cxn>
                  <a:cxn ang="0">
                    <a:pos x="38" y="58"/>
                  </a:cxn>
                  <a:cxn ang="0">
                    <a:pos x="77" y="58"/>
                  </a:cxn>
                </a:cxnLst>
                <a:rect l="0" t="0" r="r" b="b"/>
                <a:pathLst>
                  <a:path w="78" h="59">
                    <a:moveTo>
                      <a:pt x="0" y="0"/>
                    </a:moveTo>
                    <a:lnTo>
                      <a:pt x="38" y="0"/>
                    </a:lnTo>
                    <a:lnTo>
                      <a:pt x="38" y="58"/>
                    </a:lnTo>
                    <a:lnTo>
                      <a:pt x="77" y="58"/>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2" name="Freeform 237"/>
              <p:cNvSpPr>
                <a:spLocks/>
              </p:cNvSpPr>
              <p:nvPr/>
            </p:nvSpPr>
            <p:spPr bwMode="auto">
              <a:xfrm>
                <a:off x="1984" y="2708"/>
                <a:ext cx="47" cy="177"/>
              </a:xfrm>
              <a:custGeom>
                <a:avLst/>
                <a:gdLst/>
                <a:ahLst/>
                <a:cxnLst>
                  <a:cxn ang="0">
                    <a:pos x="0" y="176"/>
                  </a:cxn>
                  <a:cxn ang="0">
                    <a:pos x="23" y="176"/>
                  </a:cxn>
                  <a:cxn ang="0">
                    <a:pos x="23" y="0"/>
                  </a:cxn>
                  <a:cxn ang="0">
                    <a:pos x="46" y="0"/>
                  </a:cxn>
                </a:cxnLst>
                <a:rect l="0" t="0" r="r" b="b"/>
                <a:pathLst>
                  <a:path w="47" h="177">
                    <a:moveTo>
                      <a:pt x="0" y="176"/>
                    </a:moveTo>
                    <a:lnTo>
                      <a:pt x="23" y="176"/>
                    </a:lnTo>
                    <a:lnTo>
                      <a:pt x="23" y="0"/>
                    </a:ln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3" name="Freeform 238"/>
              <p:cNvSpPr>
                <a:spLocks/>
              </p:cNvSpPr>
              <p:nvPr/>
            </p:nvSpPr>
            <p:spPr bwMode="auto">
              <a:xfrm>
                <a:off x="2261" y="2766"/>
                <a:ext cx="62" cy="60"/>
              </a:xfrm>
              <a:custGeom>
                <a:avLst/>
                <a:gdLst/>
                <a:ahLst/>
                <a:cxnLst>
                  <a:cxn ang="0">
                    <a:pos x="0" y="0"/>
                  </a:cxn>
                  <a:cxn ang="0">
                    <a:pos x="30" y="0"/>
                  </a:cxn>
                  <a:cxn ang="0">
                    <a:pos x="30" y="59"/>
                  </a:cxn>
                  <a:cxn ang="0">
                    <a:pos x="61" y="59"/>
                  </a:cxn>
                </a:cxnLst>
                <a:rect l="0" t="0" r="r" b="b"/>
                <a:pathLst>
                  <a:path w="62" h="60">
                    <a:moveTo>
                      <a:pt x="0" y="0"/>
                    </a:moveTo>
                    <a:lnTo>
                      <a:pt x="30" y="0"/>
                    </a:lnTo>
                    <a:lnTo>
                      <a:pt x="30" y="59"/>
                    </a:lnTo>
                    <a:lnTo>
                      <a:pt x="61" y="5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4" name="Freeform 239"/>
              <p:cNvSpPr>
                <a:spLocks/>
              </p:cNvSpPr>
              <p:nvPr/>
            </p:nvSpPr>
            <p:spPr bwMode="auto">
              <a:xfrm>
                <a:off x="2399" y="2678"/>
                <a:ext cx="47" cy="148"/>
              </a:xfrm>
              <a:custGeom>
                <a:avLst/>
                <a:gdLst/>
                <a:ahLst/>
                <a:cxnLst>
                  <a:cxn ang="0">
                    <a:pos x="0" y="147"/>
                  </a:cxn>
                  <a:cxn ang="0">
                    <a:pos x="23" y="147"/>
                  </a:cxn>
                  <a:cxn ang="0">
                    <a:pos x="23" y="0"/>
                  </a:cxn>
                  <a:cxn ang="0">
                    <a:pos x="46" y="0"/>
                  </a:cxn>
                </a:cxnLst>
                <a:rect l="0" t="0" r="r" b="b"/>
                <a:pathLst>
                  <a:path w="47" h="148">
                    <a:moveTo>
                      <a:pt x="0" y="147"/>
                    </a:moveTo>
                    <a:lnTo>
                      <a:pt x="23" y="147"/>
                    </a:lnTo>
                    <a:lnTo>
                      <a:pt x="23" y="0"/>
                    </a:ln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grpSp>
      </p:grpSp>
      <p:grpSp>
        <p:nvGrpSpPr>
          <p:cNvPr id="79" name="Group 136"/>
          <p:cNvGrpSpPr>
            <a:grpSpLocks/>
          </p:cNvGrpSpPr>
          <p:nvPr/>
        </p:nvGrpSpPr>
        <p:grpSpPr bwMode="auto">
          <a:xfrm>
            <a:off x="5423926" y="4965171"/>
            <a:ext cx="2467545" cy="1657452"/>
            <a:chOff x="3408" y="2112"/>
            <a:chExt cx="1969" cy="1297"/>
          </a:xfrm>
        </p:grpSpPr>
        <p:sp>
          <p:nvSpPr>
            <p:cNvPr id="136" name="Freeform 137"/>
            <p:cNvSpPr>
              <a:spLocks/>
            </p:cNvSpPr>
            <p:nvPr/>
          </p:nvSpPr>
          <p:spPr bwMode="auto">
            <a:xfrm>
              <a:off x="3408" y="2112"/>
              <a:ext cx="1969" cy="1297"/>
            </a:xfrm>
            <a:custGeom>
              <a:avLst/>
              <a:gdLst/>
              <a:ahLst/>
              <a:cxnLst>
                <a:cxn ang="0">
                  <a:pos x="1476" y="0"/>
                </a:cxn>
                <a:cxn ang="0">
                  <a:pos x="1476" y="324"/>
                </a:cxn>
                <a:cxn ang="0">
                  <a:pos x="0" y="324"/>
                </a:cxn>
                <a:cxn ang="0">
                  <a:pos x="246" y="648"/>
                </a:cxn>
                <a:cxn ang="0">
                  <a:pos x="0" y="972"/>
                </a:cxn>
                <a:cxn ang="0">
                  <a:pos x="1476" y="972"/>
                </a:cxn>
                <a:cxn ang="0">
                  <a:pos x="1476" y="1296"/>
                </a:cxn>
                <a:cxn ang="0">
                  <a:pos x="1968" y="648"/>
                </a:cxn>
                <a:cxn ang="0">
                  <a:pos x="1476" y="0"/>
                </a:cxn>
              </a:cxnLst>
              <a:rect l="0" t="0" r="r" b="b"/>
              <a:pathLst>
                <a:path w="1969" h="1297">
                  <a:moveTo>
                    <a:pt x="1476" y="0"/>
                  </a:moveTo>
                  <a:lnTo>
                    <a:pt x="1476" y="324"/>
                  </a:lnTo>
                  <a:lnTo>
                    <a:pt x="0" y="324"/>
                  </a:lnTo>
                  <a:lnTo>
                    <a:pt x="246" y="648"/>
                  </a:lnTo>
                  <a:lnTo>
                    <a:pt x="0" y="972"/>
                  </a:lnTo>
                  <a:lnTo>
                    <a:pt x="1476" y="972"/>
                  </a:lnTo>
                  <a:lnTo>
                    <a:pt x="1476" y="1296"/>
                  </a:lnTo>
                  <a:lnTo>
                    <a:pt x="1968" y="648"/>
                  </a:lnTo>
                  <a:lnTo>
                    <a:pt x="1476" y="0"/>
                  </a:lnTo>
                </a:path>
              </a:pathLst>
            </a:custGeom>
            <a:solidFill>
              <a:srgbClr val="0070C0"/>
            </a:solidFill>
            <a:ln w="9525" cap="rnd">
              <a:noFill/>
              <a:round/>
              <a:headEnd type="none" w="sm" len="sm"/>
              <a:tailEnd type="none" w="sm" len="sm"/>
            </a:ln>
            <a:effectLst/>
          </p:spPr>
          <p:txBody>
            <a:bodyPr/>
            <a:lstStyle/>
            <a:p>
              <a:endParaRPr lang="pt-BR" sz="2400">
                <a:latin typeface="Lato" pitchFamily="34" charset="0"/>
              </a:endParaRPr>
            </a:p>
          </p:txBody>
        </p:sp>
        <p:grpSp>
          <p:nvGrpSpPr>
            <p:cNvPr id="135" name="Group 138"/>
            <p:cNvGrpSpPr>
              <a:grpSpLocks/>
            </p:cNvGrpSpPr>
            <p:nvPr/>
          </p:nvGrpSpPr>
          <p:grpSpPr bwMode="auto">
            <a:xfrm>
              <a:off x="3648" y="2544"/>
              <a:ext cx="1488" cy="432"/>
              <a:chOff x="3648" y="2544"/>
              <a:chExt cx="1488" cy="432"/>
            </a:xfrm>
          </p:grpSpPr>
          <p:sp>
            <p:nvSpPr>
              <p:cNvPr id="138" name="Rectangle 139"/>
              <p:cNvSpPr>
                <a:spLocks noChangeArrowheads="1"/>
              </p:cNvSpPr>
              <p:nvPr/>
            </p:nvSpPr>
            <p:spPr bwMode="auto">
              <a:xfrm>
                <a:off x="3648" y="2570"/>
                <a:ext cx="69" cy="71"/>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39" name="Rectangle 140"/>
              <p:cNvSpPr>
                <a:spLocks noChangeArrowheads="1"/>
              </p:cNvSpPr>
              <p:nvPr/>
            </p:nvSpPr>
            <p:spPr bwMode="auto">
              <a:xfrm>
                <a:off x="3758" y="2570"/>
                <a:ext cx="69" cy="71"/>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0" name="Rectangle 141"/>
              <p:cNvSpPr>
                <a:spLocks noChangeArrowheads="1"/>
              </p:cNvSpPr>
              <p:nvPr/>
            </p:nvSpPr>
            <p:spPr bwMode="auto">
              <a:xfrm>
                <a:off x="3984" y="254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1" name="Rectangle 142"/>
              <p:cNvSpPr>
                <a:spLocks noChangeArrowheads="1"/>
              </p:cNvSpPr>
              <p:nvPr/>
            </p:nvSpPr>
            <p:spPr bwMode="auto">
              <a:xfrm>
                <a:off x="4116" y="264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2" name="Rectangle 143"/>
              <p:cNvSpPr>
                <a:spLocks noChangeArrowheads="1"/>
              </p:cNvSpPr>
              <p:nvPr/>
            </p:nvSpPr>
            <p:spPr bwMode="auto">
              <a:xfrm>
                <a:off x="4368" y="2640"/>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3" name="Rectangle 144"/>
              <p:cNvSpPr>
                <a:spLocks noChangeArrowheads="1"/>
              </p:cNvSpPr>
              <p:nvPr/>
            </p:nvSpPr>
            <p:spPr bwMode="auto">
              <a:xfrm>
                <a:off x="5067" y="2737"/>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4" name="Rectangle 145"/>
              <p:cNvSpPr>
                <a:spLocks noChangeArrowheads="1"/>
              </p:cNvSpPr>
              <p:nvPr/>
            </p:nvSpPr>
            <p:spPr bwMode="auto">
              <a:xfrm>
                <a:off x="4833" y="2809"/>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5" name="Rectangle 146"/>
              <p:cNvSpPr>
                <a:spLocks noChangeArrowheads="1"/>
              </p:cNvSpPr>
              <p:nvPr/>
            </p:nvSpPr>
            <p:spPr bwMode="auto">
              <a:xfrm>
                <a:off x="4695"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6" name="Rectangle 147"/>
              <p:cNvSpPr>
                <a:spLocks noChangeArrowheads="1"/>
              </p:cNvSpPr>
              <p:nvPr/>
            </p:nvSpPr>
            <p:spPr bwMode="auto">
              <a:xfrm>
                <a:off x="4585"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7" name="Rectangle 148"/>
              <p:cNvSpPr>
                <a:spLocks noChangeArrowheads="1"/>
              </p:cNvSpPr>
              <p:nvPr/>
            </p:nvSpPr>
            <p:spPr bwMode="auto">
              <a:xfrm>
                <a:off x="4475"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8" name="Rectangle 149"/>
              <p:cNvSpPr>
                <a:spLocks noChangeArrowheads="1"/>
              </p:cNvSpPr>
              <p:nvPr/>
            </p:nvSpPr>
            <p:spPr bwMode="auto">
              <a:xfrm>
                <a:off x="4337"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9" name="Rectangle 150"/>
              <p:cNvSpPr>
                <a:spLocks noChangeArrowheads="1"/>
              </p:cNvSpPr>
              <p:nvPr/>
            </p:nvSpPr>
            <p:spPr bwMode="auto">
              <a:xfrm>
                <a:off x="4227" y="2761"/>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0" name="Rectangle 151"/>
              <p:cNvSpPr>
                <a:spLocks noChangeArrowheads="1"/>
              </p:cNvSpPr>
              <p:nvPr/>
            </p:nvSpPr>
            <p:spPr bwMode="auto">
              <a:xfrm>
                <a:off x="4116" y="290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1" name="Rectangle 152"/>
              <p:cNvSpPr>
                <a:spLocks noChangeArrowheads="1"/>
              </p:cNvSpPr>
              <p:nvPr/>
            </p:nvSpPr>
            <p:spPr bwMode="auto">
              <a:xfrm>
                <a:off x="3936" y="2736"/>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2" name="Rectangle 153"/>
              <p:cNvSpPr>
                <a:spLocks noChangeArrowheads="1"/>
              </p:cNvSpPr>
              <p:nvPr/>
            </p:nvSpPr>
            <p:spPr bwMode="auto">
              <a:xfrm>
                <a:off x="3758" y="2785"/>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3" name="Rectangle 154"/>
              <p:cNvSpPr>
                <a:spLocks noChangeArrowheads="1"/>
              </p:cNvSpPr>
              <p:nvPr/>
            </p:nvSpPr>
            <p:spPr bwMode="auto">
              <a:xfrm>
                <a:off x="3758" y="2689"/>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4" name="Rectangle 155"/>
              <p:cNvSpPr>
                <a:spLocks noChangeArrowheads="1"/>
              </p:cNvSpPr>
              <p:nvPr/>
            </p:nvSpPr>
            <p:spPr bwMode="auto">
              <a:xfrm>
                <a:off x="4240" y="290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5" name="Rectangle 156"/>
              <p:cNvSpPr>
                <a:spLocks noChangeArrowheads="1"/>
              </p:cNvSpPr>
              <p:nvPr/>
            </p:nvSpPr>
            <p:spPr bwMode="auto">
              <a:xfrm>
                <a:off x="4585" y="290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6" name="Rectangle 157"/>
              <p:cNvSpPr>
                <a:spLocks noChangeArrowheads="1"/>
              </p:cNvSpPr>
              <p:nvPr/>
            </p:nvSpPr>
            <p:spPr bwMode="auto">
              <a:xfrm>
                <a:off x="4957" y="2857"/>
                <a:ext cx="69" cy="71"/>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7" name="Freeform 158"/>
              <p:cNvSpPr>
                <a:spLocks/>
              </p:cNvSpPr>
              <p:nvPr/>
            </p:nvSpPr>
            <p:spPr bwMode="auto">
              <a:xfrm>
                <a:off x="3717" y="2606"/>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58" name="Freeform 159"/>
              <p:cNvSpPr>
                <a:spLocks/>
              </p:cNvSpPr>
              <p:nvPr/>
            </p:nvSpPr>
            <p:spPr bwMode="auto">
              <a:xfrm>
                <a:off x="3943" y="2580"/>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59" name="Freeform 160"/>
              <p:cNvSpPr>
                <a:spLocks/>
              </p:cNvSpPr>
              <p:nvPr/>
            </p:nvSpPr>
            <p:spPr bwMode="auto">
              <a:xfrm>
                <a:off x="4053" y="2580"/>
                <a:ext cx="64" cy="98"/>
              </a:xfrm>
              <a:custGeom>
                <a:avLst/>
                <a:gdLst/>
                <a:ahLst/>
                <a:cxnLst>
                  <a:cxn ang="0">
                    <a:pos x="0" y="0"/>
                  </a:cxn>
                  <a:cxn ang="0">
                    <a:pos x="31" y="0"/>
                  </a:cxn>
                  <a:cxn ang="0">
                    <a:pos x="31" y="97"/>
                  </a:cxn>
                  <a:cxn ang="0">
                    <a:pos x="63" y="97"/>
                  </a:cxn>
                </a:cxnLst>
                <a:rect l="0" t="0" r="r" b="b"/>
                <a:pathLst>
                  <a:path w="64" h="98">
                    <a:moveTo>
                      <a:pt x="0" y="0"/>
                    </a:moveTo>
                    <a:lnTo>
                      <a:pt x="31" y="0"/>
                    </a:lnTo>
                    <a:lnTo>
                      <a:pt x="31" y="97"/>
                    </a:lnTo>
                    <a:lnTo>
                      <a:pt x="63" y="9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0" name="Freeform 161"/>
              <p:cNvSpPr>
                <a:spLocks/>
              </p:cNvSpPr>
              <p:nvPr/>
            </p:nvSpPr>
            <p:spPr bwMode="auto">
              <a:xfrm>
                <a:off x="4185" y="2678"/>
                <a:ext cx="43" cy="120"/>
              </a:xfrm>
              <a:custGeom>
                <a:avLst/>
                <a:gdLst/>
                <a:ahLst/>
                <a:cxnLst>
                  <a:cxn ang="0">
                    <a:pos x="0" y="0"/>
                  </a:cxn>
                  <a:cxn ang="0">
                    <a:pos x="21" y="0"/>
                  </a:cxn>
                  <a:cxn ang="0">
                    <a:pos x="21" y="119"/>
                  </a:cxn>
                  <a:cxn ang="0">
                    <a:pos x="42" y="119"/>
                  </a:cxn>
                </a:cxnLst>
                <a:rect l="0" t="0" r="r" b="b"/>
                <a:pathLst>
                  <a:path w="43" h="120">
                    <a:moveTo>
                      <a:pt x="0" y="0"/>
                    </a:moveTo>
                    <a:lnTo>
                      <a:pt x="21" y="0"/>
                    </a:lnTo>
                    <a:lnTo>
                      <a:pt x="21" y="119"/>
                    </a:lnTo>
                    <a:lnTo>
                      <a:pt x="42" y="11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1" name="Freeform 162"/>
              <p:cNvSpPr>
                <a:spLocks/>
              </p:cNvSpPr>
              <p:nvPr/>
            </p:nvSpPr>
            <p:spPr bwMode="auto">
              <a:xfrm>
                <a:off x="4185" y="2676"/>
                <a:ext cx="184" cy="2"/>
              </a:xfrm>
              <a:custGeom>
                <a:avLst/>
                <a:gdLst/>
                <a:ahLst/>
                <a:cxnLst>
                  <a:cxn ang="0">
                    <a:pos x="0" y="1"/>
                  </a:cxn>
                  <a:cxn ang="0">
                    <a:pos x="91" y="1"/>
                  </a:cxn>
                  <a:cxn ang="0">
                    <a:pos x="91" y="0"/>
                  </a:cxn>
                  <a:cxn ang="0">
                    <a:pos x="183" y="0"/>
                  </a:cxn>
                </a:cxnLst>
                <a:rect l="0" t="0" r="r" b="b"/>
                <a:pathLst>
                  <a:path w="184" h="2">
                    <a:moveTo>
                      <a:pt x="0" y="1"/>
                    </a:moveTo>
                    <a:lnTo>
                      <a:pt x="91" y="1"/>
                    </a:lnTo>
                    <a:lnTo>
                      <a:pt x="91" y="0"/>
                    </a:lnTo>
                    <a:lnTo>
                      <a:pt x="183"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2" name="Freeform 163"/>
              <p:cNvSpPr>
                <a:spLocks/>
              </p:cNvSpPr>
              <p:nvPr/>
            </p:nvSpPr>
            <p:spPr bwMode="auto">
              <a:xfrm>
                <a:off x="4296" y="2797"/>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3" name="Freeform 164"/>
              <p:cNvSpPr>
                <a:spLocks/>
              </p:cNvSpPr>
              <p:nvPr/>
            </p:nvSpPr>
            <p:spPr bwMode="auto">
              <a:xfrm>
                <a:off x="4406" y="2797"/>
                <a:ext cx="70" cy="1"/>
              </a:xfrm>
              <a:custGeom>
                <a:avLst/>
                <a:gdLst/>
                <a:ahLst/>
                <a:cxnLst>
                  <a:cxn ang="0">
                    <a:pos x="0" y="0"/>
                  </a:cxn>
                  <a:cxn ang="0">
                    <a:pos x="69" y="0"/>
                  </a:cxn>
                </a:cxnLst>
                <a:rect l="0" t="0" r="r" b="b"/>
                <a:pathLst>
                  <a:path w="70" h="1">
                    <a:moveTo>
                      <a:pt x="0" y="0"/>
                    </a:moveTo>
                    <a:lnTo>
                      <a:pt x="69"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4" name="Freeform 165"/>
              <p:cNvSpPr>
                <a:spLocks/>
              </p:cNvSpPr>
              <p:nvPr/>
            </p:nvSpPr>
            <p:spPr bwMode="auto">
              <a:xfrm>
                <a:off x="4437" y="2676"/>
                <a:ext cx="74" cy="86"/>
              </a:xfrm>
              <a:custGeom>
                <a:avLst/>
                <a:gdLst/>
                <a:ahLst/>
                <a:cxnLst>
                  <a:cxn ang="0">
                    <a:pos x="0" y="0"/>
                  </a:cxn>
                  <a:cxn ang="0">
                    <a:pos x="73" y="0"/>
                  </a:cxn>
                  <a:cxn ang="0">
                    <a:pos x="73" y="85"/>
                  </a:cxn>
                </a:cxnLst>
                <a:rect l="0" t="0" r="r" b="b"/>
                <a:pathLst>
                  <a:path w="74" h="86">
                    <a:moveTo>
                      <a:pt x="0" y="0"/>
                    </a:moveTo>
                    <a:lnTo>
                      <a:pt x="73" y="0"/>
                    </a:lnTo>
                    <a:lnTo>
                      <a:pt x="73" y="8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5" name="Freeform 166"/>
              <p:cNvSpPr>
                <a:spLocks/>
              </p:cNvSpPr>
              <p:nvPr/>
            </p:nvSpPr>
            <p:spPr bwMode="auto">
              <a:xfrm>
                <a:off x="3827" y="2580"/>
                <a:ext cx="158" cy="146"/>
              </a:xfrm>
              <a:custGeom>
                <a:avLst/>
                <a:gdLst/>
                <a:ahLst/>
                <a:cxnLst>
                  <a:cxn ang="0">
                    <a:pos x="0" y="145"/>
                  </a:cxn>
                  <a:cxn ang="0">
                    <a:pos x="78" y="145"/>
                  </a:cxn>
                  <a:cxn ang="0">
                    <a:pos x="78" y="0"/>
                  </a:cxn>
                  <a:cxn ang="0">
                    <a:pos x="157" y="0"/>
                  </a:cxn>
                </a:cxnLst>
                <a:rect l="0" t="0" r="r" b="b"/>
                <a:pathLst>
                  <a:path w="158" h="146">
                    <a:moveTo>
                      <a:pt x="0" y="145"/>
                    </a:moveTo>
                    <a:lnTo>
                      <a:pt x="78" y="145"/>
                    </a:lnTo>
                    <a:lnTo>
                      <a:pt x="78" y="0"/>
                    </a:lnTo>
                    <a:lnTo>
                      <a:pt x="15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6" name="Freeform 167"/>
              <p:cNvSpPr>
                <a:spLocks/>
              </p:cNvSpPr>
              <p:nvPr/>
            </p:nvSpPr>
            <p:spPr bwMode="auto">
              <a:xfrm>
                <a:off x="3827" y="2772"/>
                <a:ext cx="110" cy="50"/>
              </a:xfrm>
              <a:custGeom>
                <a:avLst/>
                <a:gdLst/>
                <a:ahLst/>
                <a:cxnLst>
                  <a:cxn ang="0">
                    <a:pos x="0" y="49"/>
                  </a:cxn>
                  <a:cxn ang="0">
                    <a:pos x="54" y="49"/>
                  </a:cxn>
                  <a:cxn ang="0">
                    <a:pos x="54" y="0"/>
                  </a:cxn>
                  <a:cxn ang="0">
                    <a:pos x="109" y="0"/>
                  </a:cxn>
                </a:cxnLst>
                <a:rect l="0" t="0" r="r" b="b"/>
                <a:pathLst>
                  <a:path w="110" h="50">
                    <a:moveTo>
                      <a:pt x="0" y="49"/>
                    </a:moveTo>
                    <a:lnTo>
                      <a:pt x="54" y="49"/>
                    </a:lnTo>
                    <a:lnTo>
                      <a:pt x="54" y="0"/>
                    </a:lnTo>
                    <a:lnTo>
                      <a:pt x="109"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7" name="Freeform 168"/>
              <p:cNvSpPr>
                <a:spLocks/>
              </p:cNvSpPr>
              <p:nvPr/>
            </p:nvSpPr>
            <p:spPr bwMode="auto">
              <a:xfrm>
                <a:off x="3840" y="2580"/>
                <a:ext cx="310" cy="193"/>
              </a:xfrm>
              <a:custGeom>
                <a:avLst/>
                <a:gdLst/>
                <a:ahLst/>
                <a:cxnLst>
                  <a:cxn ang="0">
                    <a:pos x="165" y="192"/>
                  </a:cxn>
                  <a:cxn ang="0">
                    <a:pos x="309" y="192"/>
                  </a:cxn>
                  <a:cxn ang="0">
                    <a:pos x="309" y="96"/>
                  </a:cxn>
                  <a:cxn ang="0">
                    <a:pos x="0" y="96"/>
                  </a:cxn>
                  <a:cxn ang="0">
                    <a:pos x="0" y="0"/>
                  </a:cxn>
                  <a:cxn ang="0">
                    <a:pos x="144" y="0"/>
                  </a:cxn>
                </a:cxnLst>
                <a:rect l="0" t="0" r="r" b="b"/>
                <a:pathLst>
                  <a:path w="310" h="193">
                    <a:moveTo>
                      <a:pt x="165" y="192"/>
                    </a:moveTo>
                    <a:lnTo>
                      <a:pt x="309" y="192"/>
                    </a:lnTo>
                    <a:lnTo>
                      <a:pt x="309" y="96"/>
                    </a:lnTo>
                    <a:lnTo>
                      <a:pt x="0" y="96"/>
                    </a:lnTo>
                    <a:lnTo>
                      <a:pt x="0" y="0"/>
                    </a:lnTo>
                    <a:lnTo>
                      <a:pt x="144"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8" name="Freeform 169"/>
              <p:cNvSpPr>
                <a:spLocks/>
              </p:cNvSpPr>
              <p:nvPr/>
            </p:nvSpPr>
            <p:spPr bwMode="auto">
              <a:xfrm>
                <a:off x="4544" y="2797"/>
                <a:ext cx="42" cy="144"/>
              </a:xfrm>
              <a:custGeom>
                <a:avLst/>
                <a:gdLst/>
                <a:ahLst/>
                <a:cxnLst>
                  <a:cxn ang="0">
                    <a:pos x="0" y="0"/>
                  </a:cxn>
                  <a:cxn ang="0">
                    <a:pos x="20" y="0"/>
                  </a:cxn>
                  <a:cxn ang="0">
                    <a:pos x="20" y="143"/>
                  </a:cxn>
                  <a:cxn ang="0">
                    <a:pos x="41" y="143"/>
                  </a:cxn>
                </a:cxnLst>
                <a:rect l="0" t="0" r="r" b="b"/>
                <a:pathLst>
                  <a:path w="42" h="144">
                    <a:moveTo>
                      <a:pt x="0" y="0"/>
                    </a:moveTo>
                    <a:lnTo>
                      <a:pt x="20" y="0"/>
                    </a:lnTo>
                    <a:lnTo>
                      <a:pt x="20" y="143"/>
                    </a:lnTo>
                    <a:lnTo>
                      <a:pt x="41" y="143"/>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9" name="Freeform 170"/>
              <p:cNvSpPr>
                <a:spLocks/>
              </p:cNvSpPr>
              <p:nvPr/>
            </p:nvSpPr>
            <p:spPr bwMode="auto">
              <a:xfrm>
                <a:off x="4544" y="2797"/>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0" name="Freeform 171"/>
              <p:cNvSpPr>
                <a:spLocks/>
              </p:cNvSpPr>
              <p:nvPr/>
            </p:nvSpPr>
            <p:spPr bwMode="auto">
              <a:xfrm>
                <a:off x="3717" y="2606"/>
                <a:ext cx="42" cy="216"/>
              </a:xfrm>
              <a:custGeom>
                <a:avLst/>
                <a:gdLst/>
                <a:ahLst/>
                <a:cxnLst>
                  <a:cxn ang="0">
                    <a:pos x="0" y="0"/>
                  </a:cxn>
                  <a:cxn ang="0">
                    <a:pos x="20" y="0"/>
                  </a:cxn>
                  <a:cxn ang="0">
                    <a:pos x="20" y="215"/>
                  </a:cxn>
                  <a:cxn ang="0">
                    <a:pos x="41" y="215"/>
                  </a:cxn>
                </a:cxnLst>
                <a:rect l="0" t="0" r="r" b="b"/>
                <a:pathLst>
                  <a:path w="42" h="216">
                    <a:moveTo>
                      <a:pt x="0" y="0"/>
                    </a:moveTo>
                    <a:lnTo>
                      <a:pt x="20" y="0"/>
                    </a:lnTo>
                    <a:lnTo>
                      <a:pt x="20" y="215"/>
                    </a:lnTo>
                    <a:lnTo>
                      <a:pt x="41" y="21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1" name="Freeform 172"/>
              <p:cNvSpPr>
                <a:spLocks/>
              </p:cNvSpPr>
              <p:nvPr/>
            </p:nvSpPr>
            <p:spPr bwMode="auto">
              <a:xfrm>
                <a:off x="3717" y="2606"/>
                <a:ext cx="42" cy="120"/>
              </a:xfrm>
              <a:custGeom>
                <a:avLst/>
                <a:gdLst/>
                <a:ahLst/>
                <a:cxnLst>
                  <a:cxn ang="0">
                    <a:pos x="0" y="0"/>
                  </a:cxn>
                  <a:cxn ang="0">
                    <a:pos x="20" y="0"/>
                  </a:cxn>
                  <a:cxn ang="0">
                    <a:pos x="20" y="119"/>
                  </a:cxn>
                  <a:cxn ang="0">
                    <a:pos x="41" y="119"/>
                  </a:cxn>
                </a:cxnLst>
                <a:rect l="0" t="0" r="r" b="b"/>
                <a:pathLst>
                  <a:path w="42" h="120">
                    <a:moveTo>
                      <a:pt x="0" y="0"/>
                    </a:moveTo>
                    <a:lnTo>
                      <a:pt x="20" y="0"/>
                    </a:lnTo>
                    <a:lnTo>
                      <a:pt x="20" y="119"/>
                    </a:lnTo>
                    <a:lnTo>
                      <a:pt x="41" y="11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2" name="Freeform 173"/>
              <p:cNvSpPr>
                <a:spLocks/>
              </p:cNvSpPr>
              <p:nvPr/>
            </p:nvSpPr>
            <p:spPr bwMode="auto">
              <a:xfrm>
                <a:off x="3965" y="2797"/>
                <a:ext cx="263" cy="145"/>
              </a:xfrm>
              <a:custGeom>
                <a:avLst/>
                <a:gdLst/>
                <a:ahLst/>
                <a:cxnLst>
                  <a:cxn ang="0">
                    <a:pos x="0" y="144"/>
                  </a:cxn>
                  <a:cxn ang="0">
                    <a:pos x="131" y="144"/>
                  </a:cxn>
                  <a:cxn ang="0">
                    <a:pos x="131" y="0"/>
                  </a:cxn>
                  <a:cxn ang="0">
                    <a:pos x="262" y="0"/>
                  </a:cxn>
                </a:cxnLst>
                <a:rect l="0" t="0" r="r" b="b"/>
                <a:pathLst>
                  <a:path w="263" h="145">
                    <a:moveTo>
                      <a:pt x="0" y="144"/>
                    </a:moveTo>
                    <a:lnTo>
                      <a:pt x="131" y="144"/>
                    </a:lnTo>
                    <a:lnTo>
                      <a:pt x="131" y="0"/>
                    </a:lnTo>
                    <a:lnTo>
                      <a:pt x="2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3" name="Freeform 174"/>
              <p:cNvSpPr>
                <a:spLocks/>
              </p:cNvSpPr>
              <p:nvPr/>
            </p:nvSpPr>
            <p:spPr bwMode="auto">
              <a:xfrm>
                <a:off x="4185" y="2940"/>
                <a:ext cx="56" cy="1"/>
              </a:xfrm>
              <a:custGeom>
                <a:avLst/>
                <a:gdLst/>
                <a:ahLst/>
                <a:cxnLst>
                  <a:cxn ang="0">
                    <a:pos x="0" y="0"/>
                  </a:cxn>
                  <a:cxn ang="0">
                    <a:pos x="55" y="0"/>
                  </a:cxn>
                </a:cxnLst>
                <a:rect l="0" t="0" r="r" b="b"/>
                <a:pathLst>
                  <a:path w="56" h="1">
                    <a:moveTo>
                      <a:pt x="0" y="0"/>
                    </a:moveTo>
                    <a:lnTo>
                      <a:pt x="55"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4" name="Freeform 175"/>
              <p:cNvSpPr>
                <a:spLocks/>
              </p:cNvSpPr>
              <p:nvPr/>
            </p:nvSpPr>
            <p:spPr bwMode="auto">
              <a:xfrm>
                <a:off x="4309" y="2797"/>
                <a:ext cx="29" cy="144"/>
              </a:xfrm>
              <a:custGeom>
                <a:avLst/>
                <a:gdLst/>
                <a:ahLst/>
                <a:cxnLst>
                  <a:cxn ang="0">
                    <a:pos x="0" y="143"/>
                  </a:cxn>
                  <a:cxn ang="0">
                    <a:pos x="14" y="143"/>
                  </a:cxn>
                  <a:cxn ang="0">
                    <a:pos x="14" y="0"/>
                  </a:cxn>
                  <a:cxn ang="0">
                    <a:pos x="28" y="0"/>
                  </a:cxn>
                </a:cxnLst>
                <a:rect l="0" t="0" r="r" b="b"/>
                <a:pathLst>
                  <a:path w="29" h="144">
                    <a:moveTo>
                      <a:pt x="0" y="143"/>
                    </a:moveTo>
                    <a:lnTo>
                      <a:pt x="14" y="143"/>
                    </a:lnTo>
                    <a:lnTo>
                      <a:pt x="14" y="0"/>
                    </a:lnTo>
                    <a:lnTo>
                      <a:pt x="28"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5" name="Freeform 176"/>
              <p:cNvSpPr>
                <a:spLocks/>
              </p:cNvSpPr>
              <p:nvPr/>
            </p:nvSpPr>
            <p:spPr bwMode="auto">
              <a:xfrm>
                <a:off x="4654" y="2797"/>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6" name="Freeform 177"/>
              <p:cNvSpPr>
                <a:spLocks/>
              </p:cNvSpPr>
              <p:nvPr/>
            </p:nvSpPr>
            <p:spPr bwMode="auto">
              <a:xfrm>
                <a:off x="4764" y="2797"/>
                <a:ext cx="70" cy="48"/>
              </a:xfrm>
              <a:custGeom>
                <a:avLst/>
                <a:gdLst/>
                <a:ahLst/>
                <a:cxnLst>
                  <a:cxn ang="0">
                    <a:pos x="0" y="0"/>
                  </a:cxn>
                  <a:cxn ang="0">
                    <a:pos x="34" y="0"/>
                  </a:cxn>
                  <a:cxn ang="0">
                    <a:pos x="34" y="47"/>
                  </a:cxn>
                  <a:cxn ang="0">
                    <a:pos x="69" y="47"/>
                  </a:cxn>
                </a:cxnLst>
                <a:rect l="0" t="0" r="r" b="b"/>
                <a:pathLst>
                  <a:path w="70" h="48">
                    <a:moveTo>
                      <a:pt x="0" y="0"/>
                    </a:moveTo>
                    <a:lnTo>
                      <a:pt x="34" y="0"/>
                    </a:lnTo>
                    <a:lnTo>
                      <a:pt x="34" y="47"/>
                    </a:lnTo>
                    <a:lnTo>
                      <a:pt x="69" y="4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7" name="Freeform 178"/>
              <p:cNvSpPr>
                <a:spLocks/>
              </p:cNvSpPr>
              <p:nvPr/>
            </p:nvSpPr>
            <p:spPr bwMode="auto">
              <a:xfrm>
                <a:off x="4654" y="2797"/>
                <a:ext cx="42" cy="144"/>
              </a:xfrm>
              <a:custGeom>
                <a:avLst/>
                <a:gdLst/>
                <a:ahLst/>
                <a:cxnLst>
                  <a:cxn ang="0">
                    <a:pos x="0" y="143"/>
                  </a:cxn>
                  <a:cxn ang="0">
                    <a:pos x="20" y="143"/>
                  </a:cxn>
                  <a:cxn ang="0">
                    <a:pos x="20" y="0"/>
                  </a:cxn>
                  <a:cxn ang="0">
                    <a:pos x="41" y="0"/>
                  </a:cxn>
                </a:cxnLst>
                <a:rect l="0" t="0" r="r" b="b"/>
                <a:pathLst>
                  <a:path w="42" h="144">
                    <a:moveTo>
                      <a:pt x="0" y="143"/>
                    </a:moveTo>
                    <a:lnTo>
                      <a:pt x="20" y="143"/>
                    </a:lnTo>
                    <a:lnTo>
                      <a:pt x="20" y="0"/>
                    </a:ln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8" name="Freeform 179"/>
              <p:cNvSpPr>
                <a:spLocks/>
              </p:cNvSpPr>
              <p:nvPr/>
            </p:nvSpPr>
            <p:spPr bwMode="auto">
              <a:xfrm>
                <a:off x="4902" y="2844"/>
                <a:ext cx="56" cy="49"/>
              </a:xfrm>
              <a:custGeom>
                <a:avLst/>
                <a:gdLst/>
                <a:ahLst/>
                <a:cxnLst>
                  <a:cxn ang="0">
                    <a:pos x="0" y="0"/>
                  </a:cxn>
                  <a:cxn ang="0">
                    <a:pos x="27" y="0"/>
                  </a:cxn>
                  <a:cxn ang="0">
                    <a:pos x="27" y="48"/>
                  </a:cxn>
                  <a:cxn ang="0">
                    <a:pos x="55" y="48"/>
                  </a:cxn>
                </a:cxnLst>
                <a:rect l="0" t="0" r="r" b="b"/>
                <a:pathLst>
                  <a:path w="56" h="49">
                    <a:moveTo>
                      <a:pt x="0" y="0"/>
                    </a:moveTo>
                    <a:lnTo>
                      <a:pt x="27" y="0"/>
                    </a:lnTo>
                    <a:lnTo>
                      <a:pt x="27" y="48"/>
                    </a:lnTo>
                    <a:lnTo>
                      <a:pt x="55" y="48"/>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9" name="Freeform 180"/>
              <p:cNvSpPr>
                <a:spLocks/>
              </p:cNvSpPr>
              <p:nvPr/>
            </p:nvSpPr>
            <p:spPr bwMode="auto">
              <a:xfrm>
                <a:off x="5026" y="2773"/>
                <a:ext cx="42" cy="120"/>
              </a:xfrm>
              <a:custGeom>
                <a:avLst/>
                <a:gdLst/>
                <a:ahLst/>
                <a:cxnLst>
                  <a:cxn ang="0">
                    <a:pos x="0" y="119"/>
                  </a:cxn>
                  <a:cxn ang="0">
                    <a:pos x="20" y="119"/>
                  </a:cxn>
                  <a:cxn ang="0">
                    <a:pos x="20" y="0"/>
                  </a:cxn>
                  <a:cxn ang="0">
                    <a:pos x="41" y="0"/>
                  </a:cxn>
                </a:cxnLst>
                <a:rect l="0" t="0" r="r" b="b"/>
                <a:pathLst>
                  <a:path w="42" h="120">
                    <a:moveTo>
                      <a:pt x="0" y="119"/>
                    </a:moveTo>
                    <a:lnTo>
                      <a:pt x="20" y="119"/>
                    </a:lnTo>
                    <a:lnTo>
                      <a:pt x="20" y="0"/>
                    </a:ln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80" name="Freeform 181"/>
              <p:cNvSpPr>
                <a:spLocks/>
              </p:cNvSpPr>
              <p:nvPr/>
            </p:nvSpPr>
            <p:spPr bwMode="auto">
              <a:xfrm>
                <a:off x="3827" y="2821"/>
                <a:ext cx="290" cy="120"/>
              </a:xfrm>
              <a:custGeom>
                <a:avLst/>
                <a:gdLst/>
                <a:ahLst/>
                <a:cxnLst>
                  <a:cxn ang="0">
                    <a:pos x="0" y="0"/>
                  </a:cxn>
                  <a:cxn ang="0">
                    <a:pos x="144" y="0"/>
                  </a:cxn>
                  <a:cxn ang="0">
                    <a:pos x="144" y="119"/>
                  </a:cxn>
                  <a:cxn ang="0">
                    <a:pos x="289" y="119"/>
                  </a:cxn>
                </a:cxnLst>
                <a:rect l="0" t="0" r="r" b="b"/>
                <a:pathLst>
                  <a:path w="290" h="120">
                    <a:moveTo>
                      <a:pt x="0" y="0"/>
                    </a:moveTo>
                    <a:lnTo>
                      <a:pt x="144" y="0"/>
                    </a:lnTo>
                    <a:lnTo>
                      <a:pt x="144" y="119"/>
                    </a:lnTo>
                    <a:lnTo>
                      <a:pt x="289" y="11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grpSp>
      </p:grpSp>
      <p:sp>
        <p:nvSpPr>
          <p:cNvPr id="181" name="Retângulo 180"/>
          <p:cNvSpPr/>
          <p:nvPr/>
        </p:nvSpPr>
        <p:spPr>
          <a:xfrm>
            <a:off x="431371" y="3428135"/>
            <a:ext cx="1854424"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Empresa 1</a:t>
            </a:r>
          </a:p>
        </p:txBody>
      </p:sp>
      <p:sp>
        <p:nvSpPr>
          <p:cNvPr id="182" name="Retângulo 181"/>
          <p:cNvSpPr/>
          <p:nvPr/>
        </p:nvSpPr>
        <p:spPr>
          <a:xfrm>
            <a:off x="2927647" y="4911694"/>
            <a:ext cx="1647215"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Projeto B</a:t>
            </a:r>
          </a:p>
        </p:txBody>
      </p:sp>
      <p:sp>
        <p:nvSpPr>
          <p:cNvPr id="183" name="Retângulo 182"/>
          <p:cNvSpPr/>
          <p:nvPr/>
        </p:nvSpPr>
        <p:spPr>
          <a:xfrm>
            <a:off x="5423925" y="4911694"/>
            <a:ext cx="1656100"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Projeto C</a:t>
            </a:r>
          </a:p>
        </p:txBody>
      </p:sp>
      <p:sp>
        <p:nvSpPr>
          <p:cNvPr id="237" name="Retângulo 236"/>
          <p:cNvSpPr/>
          <p:nvPr/>
        </p:nvSpPr>
        <p:spPr>
          <a:xfrm>
            <a:off x="431371" y="4911694"/>
            <a:ext cx="1712360"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Projeto A</a:t>
            </a:r>
          </a:p>
        </p:txBody>
      </p:sp>
      <p:grpSp>
        <p:nvGrpSpPr>
          <p:cNvPr id="137" name="Group 4"/>
          <p:cNvGrpSpPr>
            <a:grpSpLocks/>
          </p:cNvGrpSpPr>
          <p:nvPr/>
        </p:nvGrpSpPr>
        <p:grpSpPr bwMode="auto">
          <a:xfrm>
            <a:off x="415538" y="3854480"/>
            <a:ext cx="2208245" cy="784784"/>
            <a:chOff x="288" y="816"/>
            <a:chExt cx="2633" cy="1038"/>
          </a:xfrm>
          <a:solidFill>
            <a:srgbClr val="FF3300"/>
          </a:solidFill>
        </p:grpSpPr>
        <p:sp>
          <p:nvSpPr>
            <p:cNvPr id="185" name="AutoShape 5"/>
            <p:cNvSpPr>
              <a:spLocks noChangeArrowheads="1"/>
            </p:cNvSpPr>
            <p:nvPr/>
          </p:nvSpPr>
          <p:spPr bwMode="auto">
            <a:xfrm>
              <a:off x="288" y="816"/>
              <a:ext cx="2633" cy="1038"/>
            </a:xfrm>
            <a:prstGeom prst="rightArrow">
              <a:avLst>
                <a:gd name="adj1" fmla="val 77731"/>
                <a:gd name="adj2" fmla="val 32800"/>
              </a:avLst>
            </a:prstGeom>
            <a:solidFill>
              <a:schemeClr val="bg1">
                <a:lumMod val="50000"/>
              </a:schemeClr>
            </a:solidFill>
            <a:ln w="12700">
              <a:solidFill>
                <a:schemeClr val="bg1">
                  <a:lumMod val="95000"/>
                </a:schemeClr>
              </a:solidFill>
              <a:miter lim="800000"/>
              <a:headEnd/>
              <a:tailEnd/>
            </a:ln>
          </p:spPr>
          <p:txBody>
            <a:bodyPr wrap="none" anchor="ctr"/>
            <a:lstStyle/>
            <a:p>
              <a:pPr algn="ctr" eaLnBrk="0" hangingPunct="0"/>
              <a:endParaRPr lang="en-US" sz="2400">
                <a:latin typeface="Lato" pitchFamily="34" charset="0"/>
              </a:endParaRPr>
            </a:p>
          </p:txBody>
        </p:sp>
        <p:sp>
          <p:nvSpPr>
            <p:cNvPr id="186" name="Rectangle 6"/>
            <p:cNvSpPr>
              <a:spLocks noChangeArrowheads="1"/>
            </p:cNvSpPr>
            <p:nvPr/>
          </p:nvSpPr>
          <p:spPr bwMode="auto">
            <a:xfrm>
              <a:off x="1545" y="1532"/>
              <a:ext cx="143" cy="147"/>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87" name="Rectangle 7"/>
            <p:cNvSpPr>
              <a:spLocks noChangeArrowheads="1"/>
            </p:cNvSpPr>
            <p:nvPr/>
          </p:nvSpPr>
          <p:spPr bwMode="auto">
            <a:xfrm>
              <a:off x="1047" y="1210"/>
              <a:ext cx="142" cy="147"/>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88" name="Rectangle 8"/>
            <p:cNvSpPr>
              <a:spLocks noChangeArrowheads="1"/>
            </p:cNvSpPr>
            <p:nvPr/>
          </p:nvSpPr>
          <p:spPr bwMode="auto">
            <a:xfrm>
              <a:off x="1759" y="1067"/>
              <a:ext cx="213"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89" name="Rectangle 9"/>
            <p:cNvSpPr>
              <a:spLocks noChangeArrowheads="1"/>
            </p:cNvSpPr>
            <p:nvPr/>
          </p:nvSpPr>
          <p:spPr bwMode="auto">
            <a:xfrm>
              <a:off x="2281" y="1389"/>
              <a:ext cx="118" cy="122"/>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0" name="Rectangle 10"/>
            <p:cNvSpPr>
              <a:spLocks noChangeArrowheads="1"/>
            </p:cNvSpPr>
            <p:nvPr/>
          </p:nvSpPr>
          <p:spPr bwMode="auto">
            <a:xfrm>
              <a:off x="715" y="1353"/>
              <a:ext cx="95" cy="74"/>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1" name="Rectangle 11"/>
            <p:cNvSpPr>
              <a:spLocks noChangeArrowheads="1"/>
            </p:cNvSpPr>
            <p:nvPr/>
          </p:nvSpPr>
          <p:spPr bwMode="auto">
            <a:xfrm>
              <a:off x="430" y="1496"/>
              <a:ext cx="95"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2" name="Rectangle 12"/>
            <p:cNvSpPr>
              <a:spLocks noChangeArrowheads="1"/>
            </p:cNvSpPr>
            <p:nvPr/>
          </p:nvSpPr>
          <p:spPr bwMode="auto">
            <a:xfrm>
              <a:off x="335" y="1067"/>
              <a:ext cx="143"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3" name="Rectangle 13"/>
            <p:cNvSpPr>
              <a:spLocks noChangeArrowheads="1"/>
            </p:cNvSpPr>
            <p:nvPr/>
          </p:nvSpPr>
          <p:spPr bwMode="auto">
            <a:xfrm>
              <a:off x="1759" y="1389"/>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4" name="Rectangle 14"/>
            <p:cNvSpPr>
              <a:spLocks noChangeArrowheads="1"/>
            </p:cNvSpPr>
            <p:nvPr/>
          </p:nvSpPr>
          <p:spPr bwMode="auto">
            <a:xfrm>
              <a:off x="881" y="1496"/>
              <a:ext cx="214" cy="147"/>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5" name="Rectangle 15"/>
            <p:cNvSpPr>
              <a:spLocks noChangeArrowheads="1"/>
            </p:cNvSpPr>
            <p:nvPr/>
          </p:nvSpPr>
          <p:spPr bwMode="auto">
            <a:xfrm>
              <a:off x="1450" y="1031"/>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6" name="Rectangle 16"/>
            <p:cNvSpPr>
              <a:spLocks noChangeArrowheads="1"/>
            </p:cNvSpPr>
            <p:nvPr/>
          </p:nvSpPr>
          <p:spPr bwMode="auto">
            <a:xfrm>
              <a:off x="2375" y="1067"/>
              <a:ext cx="143"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7" name="Rectangle 17"/>
            <p:cNvSpPr>
              <a:spLocks noChangeArrowheads="1"/>
            </p:cNvSpPr>
            <p:nvPr/>
          </p:nvSpPr>
          <p:spPr bwMode="auto">
            <a:xfrm>
              <a:off x="810" y="995"/>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8" name="Rectangle 18"/>
            <p:cNvSpPr>
              <a:spLocks noChangeArrowheads="1"/>
            </p:cNvSpPr>
            <p:nvPr/>
          </p:nvSpPr>
          <p:spPr bwMode="auto">
            <a:xfrm>
              <a:off x="1901" y="1568"/>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9" name="Rectangle 19"/>
            <p:cNvSpPr>
              <a:spLocks noChangeArrowheads="1"/>
            </p:cNvSpPr>
            <p:nvPr/>
          </p:nvSpPr>
          <p:spPr bwMode="auto">
            <a:xfrm>
              <a:off x="1379" y="1317"/>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200" name="Rectangle 20"/>
            <p:cNvSpPr>
              <a:spLocks noChangeArrowheads="1"/>
            </p:cNvSpPr>
            <p:nvPr/>
          </p:nvSpPr>
          <p:spPr bwMode="auto">
            <a:xfrm>
              <a:off x="1118" y="1031"/>
              <a:ext cx="95" cy="74"/>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201" name="Rectangle 21"/>
            <p:cNvSpPr>
              <a:spLocks noChangeArrowheads="1"/>
            </p:cNvSpPr>
            <p:nvPr/>
          </p:nvSpPr>
          <p:spPr bwMode="auto">
            <a:xfrm>
              <a:off x="1261" y="1603"/>
              <a:ext cx="94"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202" name="Rectangle 22"/>
            <p:cNvSpPr>
              <a:spLocks noChangeArrowheads="1"/>
            </p:cNvSpPr>
            <p:nvPr/>
          </p:nvSpPr>
          <p:spPr bwMode="auto">
            <a:xfrm>
              <a:off x="2067" y="1317"/>
              <a:ext cx="95"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203" name="Rectangle 23"/>
            <p:cNvSpPr>
              <a:spLocks noChangeArrowheads="1"/>
            </p:cNvSpPr>
            <p:nvPr/>
          </p:nvSpPr>
          <p:spPr bwMode="auto">
            <a:xfrm>
              <a:off x="2091" y="995"/>
              <a:ext cx="95"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204" name="Rectangle 24"/>
            <p:cNvSpPr>
              <a:spLocks noChangeArrowheads="1"/>
            </p:cNvSpPr>
            <p:nvPr/>
          </p:nvSpPr>
          <p:spPr bwMode="auto">
            <a:xfrm>
              <a:off x="2209" y="1603"/>
              <a:ext cx="95"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cxnSp>
          <p:nvCxnSpPr>
            <p:cNvPr id="205" name="AutoShape 25"/>
            <p:cNvCxnSpPr>
              <a:cxnSpLocks noChangeShapeType="1"/>
              <a:stCxn id="192" idx="3"/>
              <a:endCxn id="197" idx="1"/>
            </p:cNvCxnSpPr>
            <p:nvPr/>
          </p:nvCxnSpPr>
          <p:spPr bwMode="auto">
            <a:xfrm flipV="1">
              <a:off x="478" y="1068"/>
              <a:ext cx="332" cy="72"/>
            </a:xfrm>
            <a:prstGeom prst="straightConnector1">
              <a:avLst/>
            </a:prstGeom>
            <a:grpFill/>
            <a:ln w="12700">
              <a:solidFill>
                <a:schemeClr val="bg1">
                  <a:lumMod val="95000"/>
                </a:schemeClr>
              </a:solidFill>
              <a:round/>
              <a:headEnd/>
              <a:tailEnd type="triangle" w="sm" len="lg"/>
            </a:ln>
          </p:spPr>
        </p:cxnSp>
        <p:cxnSp>
          <p:nvCxnSpPr>
            <p:cNvPr id="206" name="AutoShape 26"/>
            <p:cNvCxnSpPr>
              <a:cxnSpLocks noChangeShapeType="1"/>
              <a:stCxn id="191" idx="3"/>
              <a:endCxn id="190" idx="1"/>
            </p:cNvCxnSpPr>
            <p:nvPr/>
          </p:nvCxnSpPr>
          <p:spPr bwMode="auto">
            <a:xfrm flipV="1">
              <a:off x="525" y="1390"/>
              <a:ext cx="190" cy="143"/>
            </a:xfrm>
            <a:prstGeom prst="straightConnector1">
              <a:avLst/>
            </a:prstGeom>
            <a:grpFill/>
            <a:ln w="12700">
              <a:solidFill>
                <a:schemeClr val="bg1">
                  <a:lumMod val="95000"/>
                </a:schemeClr>
              </a:solidFill>
              <a:round/>
              <a:headEnd/>
              <a:tailEnd type="triangle" w="sm" len="lg"/>
            </a:ln>
          </p:spPr>
        </p:cxnSp>
        <p:cxnSp>
          <p:nvCxnSpPr>
            <p:cNvPr id="207" name="AutoShape 27"/>
            <p:cNvCxnSpPr>
              <a:cxnSpLocks noChangeShapeType="1"/>
              <a:stCxn id="190" idx="2"/>
              <a:endCxn id="194" idx="1"/>
            </p:cNvCxnSpPr>
            <p:nvPr/>
          </p:nvCxnSpPr>
          <p:spPr bwMode="auto">
            <a:xfrm>
              <a:off x="762" y="1427"/>
              <a:ext cx="119" cy="143"/>
            </a:xfrm>
            <a:prstGeom prst="straightConnector1">
              <a:avLst/>
            </a:prstGeom>
            <a:grpFill/>
            <a:ln w="12700">
              <a:solidFill>
                <a:schemeClr val="bg1">
                  <a:lumMod val="95000"/>
                </a:schemeClr>
              </a:solidFill>
              <a:round/>
              <a:headEnd/>
              <a:tailEnd type="triangle" w="sm" len="lg"/>
            </a:ln>
          </p:spPr>
        </p:cxnSp>
        <p:cxnSp>
          <p:nvCxnSpPr>
            <p:cNvPr id="208" name="AutoShape 28"/>
            <p:cNvCxnSpPr>
              <a:cxnSpLocks noChangeShapeType="1"/>
              <a:stCxn id="190" idx="0"/>
              <a:endCxn id="197" idx="2"/>
            </p:cNvCxnSpPr>
            <p:nvPr/>
          </p:nvCxnSpPr>
          <p:spPr bwMode="auto">
            <a:xfrm flipV="1">
              <a:off x="762" y="1141"/>
              <a:ext cx="95" cy="212"/>
            </a:xfrm>
            <a:prstGeom prst="straightConnector1">
              <a:avLst/>
            </a:prstGeom>
            <a:grpFill/>
            <a:ln w="12700">
              <a:solidFill>
                <a:schemeClr val="bg1">
                  <a:lumMod val="95000"/>
                </a:schemeClr>
              </a:solidFill>
              <a:round/>
              <a:headEnd/>
              <a:tailEnd type="triangle" w="sm" len="lg"/>
            </a:ln>
          </p:spPr>
        </p:cxnSp>
        <p:cxnSp>
          <p:nvCxnSpPr>
            <p:cNvPr id="209" name="AutoShape 29"/>
            <p:cNvCxnSpPr>
              <a:cxnSpLocks noChangeShapeType="1"/>
              <a:stCxn id="197" idx="3"/>
              <a:endCxn id="200" idx="1"/>
            </p:cNvCxnSpPr>
            <p:nvPr/>
          </p:nvCxnSpPr>
          <p:spPr bwMode="auto">
            <a:xfrm>
              <a:off x="905" y="1068"/>
              <a:ext cx="213" cy="0"/>
            </a:xfrm>
            <a:prstGeom prst="straightConnector1">
              <a:avLst/>
            </a:prstGeom>
            <a:grpFill/>
            <a:ln w="12700">
              <a:solidFill>
                <a:schemeClr val="bg1">
                  <a:lumMod val="95000"/>
                </a:schemeClr>
              </a:solidFill>
              <a:round/>
              <a:headEnd/>
              <a:tailEnd type="triangle" w="sm" len="lg"/>
            </a:ln>
          </p:spPr>
        </p:cxnSp>
        <p:cxnSp>
          <p:nvCxnSpPr>
            <p:cNvPr id="210" name="AutoShape 30"/>
            <p:cNvCxnSpPr>
              <a:cxnSpLocks noChangeShapeType="1"/>
              <a:stCxn id="194" idx="0"/>
              <a:endCxn id="187" idx="2"/>
            </p:cNvCxnSpPr>
            <p:nvPr/>
          </p:nvCxnSpPr>
          <p:spPr bwMode="auto">
            <a:xfrm flipV="1">
              <a:off x="988" y="1357"/>
              <a:ext cx="130" cy="139"/>
            </a:xfrm>
            <a:prstGeom prst="straightConnector1">
              <a:avLst/>
            </a:prstGeom>
            <a:grpFill/>
            <a:ln w="12700">
              <a:solidFill>
                <a:schemeClr val="bg1">
                  <a:lumMod val="95000"/>
                </a:schemeClr>
              </a:solidFill>
              <a:round/>
              <a:headEnd/>
              <a:tailEnd type="triangle" w="sm" len="lg"/>
            </a:ln>
          </p:spPr>
        </p:cxnSp>
        <p:cxnSp>
          <p:nvCxnSpPr>
            <p:cNvPr id="211" name="AutoShape 31"/>
            <p:cNvCxnSpPr>
              <a:cxnSpLocks noChangeShapeType="1"/>
              <a:stCxn id="187" idx="0"/>
              <a:endCxn id="200" idx="2"/>
            </p:cNvCxnSpPr>
            <p:nvPr/>
          </p:nvCxnSpPr>
          <p:spPr bwMode="auto">
            <a:xfrm flipV="1">
              <a:off x="1118" y="1105"/>
              <a:ext cx="48" cy="105"/>
            </a:xfrm>
            <a:prstGeom prst="straightConnector1">
              <a:avLst/>
            </a:prstGeom>
            <a:grpFill/>
            <a:ln w="12700">
              <a:solidFill>
                <a:schemeClr val="bg1">
                  <a:lumMod val="95000"/>
                </a:schemeClr>
              </a:solidFill>
              <a:round/>
              <a:headEnd/>
              <a:tailEnd type="triangle" w="sm" len="lg"/>
            </a:ln>
          </p:spPr>
        </p:cxnSp>
        <p:cxnSp>
          <p:nvCxnSpPr>
            <p:cNvPr id="212" name="AutoShape 32"/>
            <p:cNvCxnSpPr>
              <a:cxnSpLocks noChangeShapeType="1"/>
              <a:stCxn id="187" idx="3"/>
              <a:endCxn id="199" idx="1"/>
            </p:cNvCxnSpPr>
            <p:nvPr/>
          </p:nvCxnSpPr>
          <p:spPr bwMode="auto">
            <a:xfrm>
              <a:off x="1189" y="1284"/>
              <a:ext cx="190" cy="106"/>
            </a:xfrm>
            <a:prstGeom prst="straightConnector1">
              <a:avLst/>
            </a:prstGeom>
            <a:grpFill/>
            <a:ln w="12700">
              <a:solidFill>
                <a:schemeClr val="bg1">
                  <a:lumMod val="95000"/>
                </a:schemeClr>
              </a:solidFill>
              <a:round/>
              <a:headEnd/>
              <a:tailEnd type="triangle" w="sm" len="lg"/>
            </a:ln>
          </p:spPr>
        </p:cxnSp>
        <p:cxnSp>
          <p:nvCxnSpPr>
            <p:cNvPr id="213" name="AutoShape 33"/>
            <p:cNvCxnSpPr>
              <a:cxnSpLocks noChangeShapeType="1"/>
              <a:stCxn id="194" idx="3"/>
              <a:endCxn id="201" idx="1"/>
            </p:cNvCxnSpPr>
            <p:nvPr/>
          </p:nvCxnSpPr>
          <p:spPr bwMode="auto">
            <a:xfrm>
              <a:off x="1095" y="1570"/>
              <a:ext cx="166" cy="71"/>
            </a:xfrm>
            <a:prstGeom prst="straightConnector1">
              <a:avLst/>
            </a:prstGeom>
            <a:grpFill/>
            <a:ln w="12700">
              <a:solidFill>
                <a:schemeClr val="bg1">
                  <a:lumMod val="95000"/>
                </a:schemeClr>
              </a:solidFill>
              <a:round/>
              <a:headEnd/>
              <a:tailEnd type="triangle" w="sm" len="lg"/>
            </a:ln>
          </p:spPr>
        </p:cxnSp>
        <p:cxnSp>
          <p:nvCxnSpPr>
            <p:cNvPr id="214" name="AutoShape 34"/>
            <p:cNvCxnSpPr>
              <a:cxnSpLocks noChangeShapeType="1"/>
              <a:stCxn id="201" idx="3"/>
              <a:endCxn id="186" idx="1"/>
            </p:cNvCxnSpPr>
            <p:nvPr/>
          </p:nvCxnSpPr>
          <p:spPr bwMode="auto">
            <a:xfrm flipV="1">
              <a:off x="1355" y="1606"/>
              <a:ext cx="190" cy="35"/>
            </a:xfrm>
            <a:prstGeom prst="straightConnector1">
              <a:avLst/>
            </a:prstGeom>
            <a:grpFill/>
            <a:ln w="12700">
              <a:solidFill>
                <a:schemeClr val="bg1">
                  <a:lumMod val="95000"/>
                </a:schemeClr>
              </a:solidFill>
              <a:round/>
              <a:headEnd/>
              <a:tailEnd type="triangle" w="sm" len="lg"/>
            </a:ln>
          </p:spPr>
        </p:cxnSp>
        <p:cxnSp>
          <p:nvCxnSpPr>
            <p:cNvPr id="215" name="AutoShape 35"/>
            <p:cNvCxnSpPr>
              <a:cxnSpLocks noChangeShapeType="1"/>
              <a:stCxn id="199" idx="2"/>
              <a:endCxn id="186" idx="0"/>
            </p:cNvCxnSpPr>
            <p:nvPr/>
          </p:nvCxnSpPr>
          <p:spPr bwMode="auto">
            <a:xfrm>
              <a:off x="1427" y="1463"/>
              <a:ext cx="189" cy="69"/>
            </a:xfrm>
            <a:prstGeom prst="straightConnector1">
              <a:avLst/>
            </a:prstGeom>
            <a:grpFill/>
            <a:ln w="12700">
              <a:solidFill>
                <a:schemeClr val="bg1">
                  <a:lumMod val="95000"/>
                </a:schemeClr>
              </a:solidFill>
              <a:round/>
              <a:headEnd/>
              <a:tailEnd type="triangle" w="sm" len="lg"/>
            </a:ln>
          </p:spPr>
        </p:cxnSp>
        <p:cxnSp>
          <p:nvCxnSpPr>
            <p:cNvPr id="216" name="AutoShape 36"/>
            <p:cNvCxnSpPr>
              <a:cxnSpLocks noChangeShapeType="1"/>
              <a:stCxn id="199" idx="0"/>
              <a:endCxn id="195" idx="2"/>
            </p:cNvCxnSpPr>
            <p:nvPr/>
          </p:nvCxnSpPr>
          <p:spPr bwMode="auto">
            <a:xfrm flipV="1">
              <a:off x="1427" y="1177"/>
              <a:ext cx="71" cy="140"/>
            </a:xfrm>
            <a:prstGeom prst="straightConnector1">
              <a:avLst/>
            </a:prstGeom>
            <a:grpFill/>
            <a:ln w="12700">
              <a:solidFill>
                <a:schemeClr val="bg1">
                  <a:lumMod val="95000"/>
                </a:schemeClr>
              </a:solidFill>
              <a:round/>
              <a:headEnd/>
              <a:tailEnd type="triangle" w="sm" len="lg"/>
            </a:ln>
          </p:spPr>
        </p:cxnSp>
        <p:cxnSp>
          <p:nvCxnSpPr>
            <p:cNvPr id="217" name="AutoShape 37"/>
            <p:cNvCxnSpPr>
              <a:cxnSpLocks noChangeShapeType="1"/>
              <a:stCxn id="200" idx="3"/>
              <a:endCxn id="195" idx="1"/>
            </p:cNvCxnSpPr>
            <p:nvPr/>
          </p:nvCxnSpPr>
          <p:spPr bwMode="auto">
            <a:xfrm>
              <a:off x="1213" y="1068"/>
              <a:ext cx="237" cy="36"/>
            </a:xfrm>
            <a:prstGeom prst="straightConnector1">
              <a:avLst/>
            </a:prstGeom>
            <a:grpFill/>
            <a:ln w="12700">
              <a:solidFill>
                <a:schemeClr val="bg1">
                  <a:lumMod val="95000"/>
                </a:schemeClr>
              </a:solidFill>
              <a:round/>
              <a:headEnd/>
              <a:tailEnd type="triangle" w="sm" len="lg"/>
            </a:ln>
          </p:spPr>
        </p:cxnSp>
        <p:cxnSp>
          <p:nvCxnSpPr>
            <p:cNvPr id="218" name="AutoShape 38"/>
            <p:cNvCxnSpPr>
              <a:cxnSpLocks noChangeShapeType="1"/>
              <a:stCxn id="195" idx="3"/>
              <a:endCxn id="188" idx="1"/>
            </p:cNvCxnSpPr>
            <p:nvPr/>
          </p:nvCxnSpPr>
          <p:spPr bwMode="auto">
            <a:xfrm>
              <a:off x="1545" y="1104"/>
              <a:ext cx="214" cy="36"/>
            </a:xfrm>
            <a:prstGeom prst="straightConnector1">
              <a:avLst/>
            </a:prstGeom>
            <a:grpFill/>
            <a:ln w="12700">
              <a:solidFill>
                <a:schemeClr val="bg1">
                  <a:lumMod val="95000"/>
                </a:schemeClr>
              </a:solidFill>
              <a:round/>
              <a:headEnd/>
              <a:tailEnd type="triangle" w="sm" len="lg"/>
            </a:ln>
          </p:spPr>
        </p:cxnSp>
        <p:cxnSp>
          <p:nvCxnSpPr>
            <p:cNvPr id="219" name="AutoShape 39"/>
            <p:cNvCxnSpPr>
              <a:cxnSpLocks noChangeShapeType="1"/>
              <a:stCxn id="236" idx="3"/>
              <a:endCxn id="188" idx="1"/>
            </p:cNvCxnSpPr>
            <p:nvPr/>
          </p:nvCxnSpPr>
          <p:spPr bwMode="auto">
            <a:xfrm flipV="1">
              <a:off x="1688" y="1140"/>
              <a:ext cx="71" cy="186"/>
            </a:xfrm>
            <a:prstGeom prst="straightConnector1">
              <a:avLst/>
            </a:prstGeom>
            <a:grpFill/>
            <a:ln w="12700">
              <a:solidFill>
                <a:schemeClr val="bg1">
                  <a:lumMod val="95000"/>
                </a:schemeClr>
              </a:solidFill>
              <a:round/>
              <a:headEnd/>
              <a:tailEnd type="triangle" w="sm" len="lg"/>
            </a:ln>
          </p:spPr>
        </p:cxnSp>
        <p:cxnSp>
          <p:nvCxnSpPr>
            <p:cNvPr id="220" name="AutoShape 40"/>
            <p:cNvCxnSpPr>
              <a:cxnSpLocks noChangeShapeType="1"/>
              <a:stCxn id="186" idx="3"/>
              <a:endCxn id="198" idx="1"/>
            </p:cNvCxnSpPr>
            <p:nvPr/>
          </p:nvCxnSpPr>
          <p:spPr bwMode="auto">
            <a:xfrm>
              <a:off x="1688" y="1606"/>
              <a:ext cx="213" cy="35"/>
            </a:xfrm>
            <a:prstGeom prst="straightConnector1">
              <a:avLst/>
            </a:prstGeom>
            <a:grpFill/>
            <a:ln w="12700">
              <a:solidFill>
                <a:schemeClr val="bg1">
                  <a:lumMod val="95000"/>
                </a:schemeClr>
              </a:solidFill>
              <a:round/>
              <a:headEnd/>
              <a:tailEnd type="triangle" w="sm" len="lg"/>
            </a:ln>
          </p:spPr>
        </p:cxnSp>
        <p:cxnSp>
          <p:nvCxnSpPr>
            <p:cNvPr id="221" name="AutoShape 41"/>
            <p:cNvCxnSpPr>
              <a:cxnSpLocks noChangeShapeType="1"/>
              <a:stCxn id="188" idx="2"/>
              <a:endCxn id="193" idx="0"/>
            </p:cNvCxnSpPr>
            <p:nvPr/>
          </p:nvCxnSpPr>
          <p:spPr bwMode="auto">
            <a:xfrm flipH="1">
              <a:off x="1806" y="1213"/>
              <a:ext cx="59" cy="176"/>
            </a:xfrm>
            <a:prstGeom prst="straightConnector1">
              <a:avLst/>
            </a:prstGeom>
            <a:grpFill/>
            <a:ln w="12700">
              <a:solidFill>
                <a:schemeClr val="bg1">
                  <a:lumMod val="95000"/>
                </a:schemeClr>
              </a:solidFill>
              <a:round/>
              <a:headEnd/>
              <a:tailEnd type="triangle" w="sm" len="lg"/>
            </a:ln>
          </p:spPr>
        </p:cxnSp>
        <p:cxnSp>
          <p:nvCxnSpPr>
            <p:cNvPr id="222" name="AutoShape 42"/>
            <p:cNvCxnSpPr>
              <a:cxnSpLocks noChangeShapeType="1"/>
              <a:stCxn id="188" idx="3"/>
              <a:endCxn id="203" idx="1"/>
            </p:cNvCxnSpPr>
            <p:nvPr/>
          </p:nvCxnSpPr>
          <p:spPr bwMode="auto">
            <a:xfrm flipV="1">
              <a:off x="1972" y="1032"/>
              <a:ext cx="119" cy="108"/>
            </a:xfrm>
            <a:prstGeom prst="straightConnector1">
              <a:avLst/>
            </a:prstGeom>
            <a:grpFill/>
            <a:ln w="12700">
              <a:solidFill>
                <a:schemeClr val="bg1">
                  <a:lumMod val="95000"/>
                </a:schemeClr>
              </a:solidFill>
              <a:round/>
              <a:headEnd/>
              <a:tailEnd type="triangle" w="sm" len="lg"/>
            </a:ln>
          </p:spPr>
        </p:cxnSp>
        <p:cxnSp>
          <p:nvCxnSpPr>
            <p:cNvPr id="223" name="AutoShape 43"/>
            <p:cNvCxnSpPr>
              <a:cxnSpLocks noChangeShapeType="1"/>
              <a:stCxn id="203" idx="3"/>
              <a:endCxn id="196" idx="0"/>
            </p:cNvCxnSpPr>
            <p:nvPr/>
          </p:nvCxnSpPr>
          <p:spPr bwMode="auto">
            <a:xfrm>
              <a:off x="2186" y="1032"/>
              <a:ext cx="261" cy="35"/>
            </a:xfrm>
            <a:prstGeom prst="straightConnector1">
              <a:avLst/>
            </a:prstGeom>
            <a:grpFill/>
            <a:ln w="12700">
              <a:solidFill>
                <a:schemeClr val="bg1">
                  <a:lumMod val="95000"/>
                </a:schemeClr>
              </a:solidFill>
              <a:round/>
              <a:headEnd/>
              <a:tailEnd type="triangle" w="sm" len="lg"/>
            </a:ln>
          </p:spPr>
        </p:cxnSp>
        <p:cxnSp>
          <p:nvCxnSpPr>
            <p:cNvPr id="224" name="AutoShape 44"/>
            <p:cNvCxnSpPr>
              <a:cxnSpLocks noChangeShapeType="1"/>
              <a:stCxn id="202" idx="3"/>
              <a:endCxn id="189" idx="1"/>
            </p:cNvCxnSpPr>
            <p:nvPr/>
          </p:nvCxnSpPr>
          <p:spPr bwMode="auto">
            <a:xfrm>
              <a:off x="2162" y="1354"/>
              <a:ext cx="119" cy="96"/>
            </a:xfrm>
            <a:prstGeom prst="straightConnector1">
              <a:avLst/>
            </a:prstGeom>
            <a:grpFill/>
            <a:ln w="12700">
              <a:solidFill>
                <a:schemeClr val="bg1">
                  <a:lumMod val="95000"/>
                </a:schemeClr>
              </a:solidFill>
              <a:round/>
              <a:headEnd/>
              <a:tailEnd type="triangle" w="sm" len="lg"/>
            </a:ln>
          </p:spPr>
        </p:cxnSp>
        <p:cxnSp>
          <p:nvCxnSpPr>
            <p:cNvPr id="225" name="AutoShape 45"/>
            <p:cNvCxnSpPr>
              <a:cxnSpLocks noChangeShapeType="1"/>
              <a:stCxn id="198" idx="3"/>
              <a:endCxn id="202" idx="2"/>
            </p:cNvCxnSpPr>
            <p:nvPr/>
          </p:nvCxnSpPr>
          <p:spPr bwMode="auto">
            <a:xfrm flipV="1">
              <a:off x="1996" y="1392"/>
              <a:ext cx="118" cy="249"/>
            </a:xfrm>
            <a:prstGeom prst="straightConnector1">
              <a:avLst/>
            </a:prstGeom>
            <a:grpFill/>
            <a:ln w="12700">
              <a:solidFill>
                <a:schemeClr val="bg1">
                  <a:lumMod val="95000"/>
                </a:schemeClr>
              </a:solidFill>
              <a:round/>
              <a:headEnd/>
              <a:tailEnd type="triangle" w="sm" len="lg"/>
            </a:ln>
          </p:spPr>
        </p:cxnSp>
        <p:cxnSp>
          <p:nvCxnSpPr>
            <p:cNvPr id="226" name="AutoShape 46"/>
            <p:cNvCxnSpPr>
              <a:cxnSpLocks noChangeShapeType="1"/>
              <a:stCxn id="196" idx="2"/>
              <a:endCxn id="189" idx="0"/>
            </p:cNvCxnSpPr>
            <p:nvPr/>
          </p:nvCxnSpPr>
          <p:spPr bwMode="auto">
            <a:xfrm flipH="1">
              <a:off x="2340" y="1213"/>
              <a:ext cx="107" cy="176"/>
            </a:xfrm>
            <a:prstGeom prst="straightConnector1">
              <a:avLst/>
            </a:prstGeom>
            <a:grpFill/>
            <a:ln w="12700">
              <a:solidFill>
                <a:schemeClr val="bg1">
                  <a:lumMod val="95000"/>
                </a:schemeClr>
              </a:solidFill>
              <a:round/>
              <a:headEnd/>
              <a:tailEnd type="triangle" w="sm" len="lg"/>
            </a:ln>
          </p:spPr>
        </p:cxnSp>
        <p:cxnSp>
          <p:nvCxnSpPr>
            <p:cNvPr id="227" name="AutoShape 47"/>
            <p:cNvCxnSpPr>
              <a:cxnSpLocks noChangeShapeType="1"/>
              <a:stCxn id="204" idx="0"/>
              <a:endCxn id="189" idx="2"/>
            </p:cNvCxnSpPr>
            <p:nvPr/>
          </p:nvCxnSpPr>
          <p:spPr bwMode="auto">
            <a:xfrm flipV="1">
              <a:off x="2257" y="1511"/>
              <a:ext cx="83" cy="92"/>
            </a:xfrm>
            <a:prstGeom prst="straightConnector1">
              <a:avLst/>
            </a:prstGeom>
            <a:grpFill/>
            <a:ln w="12700">
              <a:solidFill>
                <a:schemeClr val="bg1">
                  <a:lumMod val="95000"/>
                </a:schemeClr>
              </a:solidFill>
              <a:round/>
              <a:headEnd/>
              <a:tailEnd type="triangle" w="sm" len="lg"/>
            </a:ln>
          </p:spPr>
        </p:cxnSp>
        <p:sp>
          <p:nvSpPr>
            <p:cNvPr id="228" name="Rectangle 48"/>
            <p:cNvSpPr>
              <a:spLocks noChangeArrowheads="1"/>
            </p:cNvSpPr>
            <p:nvPr/>
          </p:nvSpPr>
          <p:spPr bwMode="auto">
            <a:xfrm>
              <a:off x="2541" y="1389"/>
              <a:ext cx="119" cy="122"/>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cxnSp>
          <p:nvCxnSpPr>
            <p:cNvPr id="229" name="AutoShape 49"/>
            <p:cNvCxnSpPr>
              <a:cxnSpLocks noChangeShapeType="1"/>
              <a:stCxn id="189" idx="3"/>
              <a:endCxn id="228" idx="1"/>
            </p:cNvCxnSpPr>
            <p:nvPr/>
          </p:nvCxnSpPr>
          <p:spPr bwMode="auto">
            <a:xfrm>
              <a:off x="2399" y="1450"/>
              <a:ext cx="142" cy="0"/>
            </a:xfrm>
            <a:prstGeom prst="straightConnector1">
              <a:avLst/>
            </a:prstGeom>
            <a:grpFill/>
            <a:ln w="12700">
              <a:solidFill>
                <a:schemeClr val="bg1">
                  <a:lumMod val="95000"/>
                </a:schemeClr>
              </a:solidFill>
              <a:round/>
              <a:headEnd/>
              <a:tailEnd type="triangle" w="sm" len="lg"/>
            </a:ln>
          </p:spPr>
        </p:cxnSp>
        <p:cxnSp>
          <p:nvCxnSpPr>
            <p:cNvPr id="230" name="AutoShape 50"/>
            <p:cNvCxnSpPr>
              <a:cxnSpLocks noChangeShapeType="1"/>
              <a:stCxn id="196" idx="3"/>
              <a:endCxn id="228" idx="0"/>
            </p:cNvCxnSpPr>
            <p:nvPr/>
          </p:nvCxnSpPr>
          <p:spPr bwMode="auto">
            <a:xfrm>
              <a:off x="2518" y="1140"/>
              <a:ext cx="83" cy="249"/>
            </a:xfrm>
            <a:prstGeom prst="straightConnector1">
              <a:avLst/>
            </a:prstGeom>
            <a:grpFill/>
            <a:ln w="12700">
              <a:solidFill>
                <a:schemeClr val="bg1">
                  <a:lumMod val="95000"/>
                </a:schemeClr>
              </a:solidFill>
              <a:round/>
              <a:headEnd/>
              <a:tailEnd type="triangle" w="sm" len="lg"/>
            </a:ln>
          </p:spPr>
        </p:cxnSp>
        <p:cxnSp>
          <p:nvCxnSpPr>
            <p:cNvPr id="231" name="AutoShape 51"/>
            <p:cNvCxnSpPr>
              <a:cxnSpLocks noChangeShapeType="1"/>
              <a:stCxn id="204" idx="3"/>
              <a:endCxn id="228" idx="2"/>
            </p:cNvCxnSpPr>
            <p:nvPr/>
          </p:nvCxnSpPr>
          <p:spPr bwMode="auto">
            <a:xfrm flipV="1">
              <a:off x="2304" y="1511"/>
              <a:ext cx="297" cy="130"/>
            </a:xfrm>
            <a:prstGeom prst="straightConnector1">
              <a:avLst/>
            </a:prstGeom>
            <a:grpFill/>
            <a:ln w="12700">
              <a:solidFill>
                <a:schemeClr val="bg1">
                  <a:lumMod val="95000"/>
                </a:schemeClr>
              </a:solidFill>
              <a:round/>
              <a:headEnd/>
              <a:tailEnd type="triangle" w="sm" len="lg"/>
            </a:ln>
          </p:spPr>
        </p:cxnSp>
        <p:cxnSp>
          <p:nvCxnSpPr>
            <p:cNvPr id="232" name="AutoShape 52"/>
            <p:cNvCxnSpPr>
              <a:cxnSpLocks noChangeShapeType="1"/>
              <a:stCxn id="190" idx="3"/>
              <a:endCxn id="187" idx="1"/>
            </p:cNvCxnSpPr>
            <p:nvPr/>
          </p:nvCxnSpPr>
          <p:spPr bwMode="auto">
            <a:xfrm flipV="1">
              <a:off x="810" y="1284"/>
              <a:ext cx="237" cy="106"/>
            </a:xfrm>
            <a:prstGeom prst="straightConnector1">
              <a:avLst/>
            </a:prstGeom>
            <a:grpFill/>
            <a:ln w="12700">
              <a:solidFill>
                <a:schemeClr val="bg1">
                  <a:lumMod val="95000"/>
                </a:schemeClr>
              </a:solidFill>
              <a:round/>
              <a:headEnd/>
              <a:tailEnd type="triangle" w="sm" len="lg"/>
            </a:ln>
          </p:spPr>
        </p:cxnSp>
        <p:cxnSp>
          <p:nvCxnSpPr>
            <p:cNvPr id="233" name="AutoShape 53"/>
            <p:cNvCxnSpPr>
              <a:cxnSpLocks noChangeShapeType="1"/>
              <a:stCxn id="199" idx="3"/>
              <a:endCxn id="236" idx="1"/>
            </p:cNvCxnSpPr>
            <p:nvPr/>
          </p:nvCxnSpPr>
          <p:spPr bwMode="auto">
            <a:xfrm flipV="1">
              <a:off x="1474" y="1326"/>
              <a:ext cx="119" cy="64"/>
            </a:xfrm>
            <a:prstGeom prst="straightConnector1">
              <a:avLst/>
            </a:prstGeom>
            <a:grpFill/>
            <a:ln w="12700">
              <a:solidFill>
                <a:schemeClr val="bg1">
                  <a:lumMod val="95000"/>
                </a:schemeClr>
              </a:solidFill>
              <a:round/>
              <a:headEnd/>
              <a:tailEnd type="triangle" w="sm" len="lg"/>
            </a:ln>
          </p:spPr>
        </p:cxnSp>
        <p:cxnSp>
          <p:nvCxnSpPr>
            <p:cNvPr id="234" name="AutoShape 54"/>
            <p:cNvCxnSpPr>
              <a:cxnSpLocks noChangeShapeType="1"/>
              <a:stCxn id="193" idx="3"/>
              <a:endCxn id="202" idx="1"/>
            </p:cNvCxnSpPr>
            <p:nvPr/>
          </p:nvCxnSpPr>
          <p:spPr bwMode="auto">
            <a:xfrm flipV="1">
              <a:off x="1854" y="1354"/>
              <a:ext cx="213" cy="108"/>
            </a:xfrm>
            <a:prstGeom prst="straightConnector1">
              <a:avLst/>
            </a:prstGeom>
            <a:grpFill/>
            <a:ln w="12700">
              <a:solidFill>
                <a:schemeClr val="bg1">
                  <a:lumMod val="95000"/>
                </a:schemeClr>
              </a:solidFill>
              <a:round/>
              <a:headEnd/>
              <a:tailEnd type="triangle" w="sm" len="lg"/>
            </a:ln>
          </p:spPr>
        </p:cxnSp>
        <p:cxnSp>
          <p:nvCxnSpPr>
            <p:cNvPr id="235" name="AutoShape 55"/>
            <p:cNvCxnSpPr>
              <a:cxnSpLocks noChangeShapeType="1"/>
              <a:stCxn id="236" idx="2"/>
              <a:endCxn id="193" idx="1"/>
            </p:cNvCxnSpPr>
            <p:nvPr/>
          </p:nvCxnSpPr>
          <p:spPr bwMode="auto">
            <a:xfrm>
              <a:off x="1640" y="1371"/>
              <a:ext cx="119" cy="91"/>
            </a:xfrm>
            <a:prstGeom prst="straightConnector1">
              <a:avLst/>
            </a:prstGeom>
            <a:grpFill/>
            <a:ln w="12700">
              <a:solidFill>
                <a:schemeClr val="bg1">
                  <a:lumMod val="95000"/>
                </a:schemeClr>
              </a:solidFill>
              <a:round/>
              <a:headEnd/>
              <a:tailEnd type="triangle" w="sm" len="lg"/>
            </a:ln>
          </p:spPr>
        </p:cxnSp>
        <p:sp>
          <p:nvSpPr>
            <p:cNvPr id="236" name="Rectangle 56"/>
            <p:cNvSpPr>
              <a:spLocks noChangeArrowheads="1"/>
            </p:cNvSpPr>
            <p:nvPr/>
          </p:nvSpPr>
          <p:spPr bwMode="auto">
            <a:xfrm>
              <a:off x="1593" y="1281"/>
              <a:ext cx="95" cy="90"/>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grpSp>
      <p:sp>
        <p:nvSpPr>
          <p:cNvPr id="239" name="Text Box 223"/>
          <p:cNvSpPr txBox="1">
            <a:spLocks noChangeArrowheads="1"/>
          </p:cNvSpPr>
          <p:nvPr/>
        </p:nvSpPr>
        <p:spPr bwMode="auto">
          <a:xfrm>
            <a:off x="7536160" y="5061182"/>
            <a:ext cx="4128459" cy="1231299"/>
          </a:xfrm>
          <a:prstGeom prst="rect">
            <a:avLst/>
          </a:prstGeom>
          <a:noFill/>
          <a:ln w="3175">
            <a:noFill/>
            <a:miter lim="800000"/>
            <a:headEnd/>
            <a:tailEnd/>
          </a:ln>
        </p:spPr>
        <p:txBody>
          <a:bodyPr wrap="square" lIns="96000" tIns="0" rIns="96000" bIns="0">
            <a:spAutoFit/>
          </a:bodyPr>
          <a:lstStyle/>
          <a:p>
            <a:pPr algn="ctr"/>
            <a:r>
              <a:rPr lang="pt-BR" sz="2667" dirty="0">
                <a:solidFill>
                  <a:srgbClr val="595959"/>
                </a:solidFill>
                <a:latin typeface="Lato" pitchFamily="34" charset="0"/>
              </a:rPr>
              <a:t>Projetos derivados de um modelo de referência específico da empresa 1</a:t>
            </a:r>
          </a:p>
        </p:txBody>
      </p:sp>
      <p:sp>
        <p:nvSpPr>
          <p:cNvPr id="298" name="Retângulo 297"/>
          <p:cNvSpPr/>
          <p:nvPr/>
        </p:nvSpPr>
        <p:spPr>
          <a:xfrm>
            <a:off x="3442375" y="3534358"/>
            <a:ext cx="1885540"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Empresa 2</a:t>
            </a:r>
          </a:p>
        </p:txBody>
      </p:sp>
      <p:sp>
        <p:nvSpPr>
          <p:cNvPr id="299" name="Retângulo 298"/>
          <p:cNvSpPr/>
          <p:nvPr/>
        </p:nvSpPr>
        <p:spPr>
          <a:xfrm>
            <a:off x="5711957" y="3540845"/>
            <a:ext cx="1916473"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Empresa 3</a:t>
            </a:r>
          </a:p>
        </p:txBody>
      </p:sp>
      <p:sp>
        <p:nvSpPr>
          <p:cNvPr id="300" name="Retângulo 299"/>
          <p:cNvSpPr/>
          <p:nvPr/>
        </p:nvSpPr>
        <p:spPr>
          <a:xfrm>
            <a:off x="8306323" y="3525011"/>
            <a:ext cx="1998315"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Empresa 4</a:t>
            </a:r>
          </a:p>
        </p:txBody>
      </p:sp>
      <p:sp>
        <p:nvSpPr>
          <p:cNvPr id="303" name="Text Box 359"/>
          <p:cNvSpPr txBox="1">
            <a:spLocks noChangeArrowheads="1"/>
          </p:cNvSpPr>
          <p:nvPr/>
        </p:nvSpPr>
        <p:spPr bwMode="auto">
          <a:xfrm>
            <a:off x="3109036" y="3044958"/>
            <a:ext cx="5390810" cy="410433"/>
          </a:xfrm>
          <a:prstGeom prst="rect">
            <a:avLst/>
          </a:prstGeom>
          <a:solidFill>
            <a:srgbClr val="4D4D4D"/>
          </a:solidFill>
          <a:ln w="3175">
            <a:noFill/>
            <a:miter lim="800000"/>
            <a:headEnd/>
            <a:tailEnd/>
          </a:ln>
        </p:spPr>
        <p:txBody>
          <a:bodyPr wrap="none" lIns="96000" tIns="0" rIns="96000" bIns="0">
            <a:spAutoFit/>
          </a:bodyPr>
          <a:lstStyle/>
          <a:p>
            <a:pPr algn="ctr"/>
            <a:r>
              <a:rPr lang="pt-BR" sz="2667" dirty="0">
                <a:solidFill>
                  <a:schemeClr val="bg1"/>
                </a:solidFill>
                <a:latin typeface="Lato" pitchFamily="34" charset="0"/>
              </a:rPr>
              <a:t>Modelos de referência específicos</a:t>
            </a:r>
          </a:p>
        </p:txBody>
      </p:sp>
      <p:grpSp>
        <p:nvGrpSpPr>
          <p:cNvPr id="184" name="Group 339"/>
          <p:cNvGrpSpPr>
            <a:grpSpLocks/>
          </p:cNvGrpSpPr>
          <p:nvPr/>
        </p:nvGrpSpPr>
        <p:grpSpPr bwMode="auto">
          <a:xfrm>
            <a:off x="8592278" y="4008507"/>
            <a:ext cx="1344149" cy="698656"/>
            <a:chOff x="4388" y="3656"/>
            <a:chExt cx="815" cy="444"/>
          </a:xfrm>
          <a:solidFill>
            <a:schemeClr val="accent3">
              <a:lumMod val="75000"/>
            </a:schemeClr>
          </a:solidFill>
        </p:grpSpPr>
        <p:sp>
          <p:nvSpPr>
            <p:cNvPr id="305" name="Rectangle 340"/>
            <p:cNvSpPr>
              <a:spLocks noChangeArrowheads="1"/>
            </p:cNvSpPr>
            <p:nvPr/>
          </p:nvSpPr>
          <p:spPr bwMode="auto">
            <a:xfrm>
              <a:off x="4388" y="3751"/>
              <a:ext cx="815" cy="235"/>
            </a:xfrm>
            <a:prstGeom prst="rect">
              <a:avLst/>
            </a:prstGeom>
            <a:solidFill>
              <a:srgbClr val="990000"/>
            </a:solidFill>
            <a:ln w="3175">
              <a:solidFill>
                <a:schemeClr val="bg1">
                  <a:lumMod val="95000"/>
                </a:schemeClr>
              </a:solidFill>
              <a:miter lim="800000"/>
              <a:headEnd/>
              <a:tailEnd/>
            </a:ln>
          </p:spPr>
          <p:txBody>
            <a:bodyPr lIns="96000" tIns="0" rIns="96000" bIns="0" anchor="ctr">
              <a:spAutoFit/>
            </a:bodyPr>
            <a:lstStyle/>
            <a:p>
              <a:pPr algn="ctr"/>
              <a:endParaRPr lang="pt-BR" sz="2400"/>
            </a:p>
          </p:txBody>
        </p:sp>
        <p:sp>
          <p:nvSpPr>
            <p:cNvPr id="306" name="Rectangle 341"/>
            <p:cNvSpPr>
              <a:spLocks noChangeArrowheads="1"/>
            </p:cNvSpPr>
            <p:nvPr/>
          </p:nvSpPr>
          <p:spPr bwMode="auto">
            <a:xfrm>
              <a:off x="5038" y="3801"/>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07" name="Rectangle 342"/>
            <p:cNvSpPr>
              <a:spLocks noChangeArrowheads="1"/>
            </p:cNvSpPr>
            <p:nvPr/>
          </p:nvSpPr>
          <p:spPr bwMode="auto">
            <a:xfrm>
              <a:off x="4752" y="3892"/>
              <a:ext cx="82" cy="48"/>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08" name="Rectangle 343"/>
            <p:cNvSpPr>
              <a:spLocks noChangeArrowheads="1"/>
            </p:cNvSpPr>
            <p:nvPr/>
          </p:nvSpPr>
          <p:spPr bwMode="auto">
            <a:xfrm>
              <a:off x="4426" y="3710"/>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09" name="Rectangle 344"/>
            <p:cNvSpPr>
              <a:spLocks noChangeArrowheads="1"/>
            </p:cNvSpPr>
            <p:nvPr/>
          </p:nvSpPr>
          <p:spPr bwMode="auto">
            <a:xfrm>
              <a:off x="4895" y="3984"/>
              <a:ext cx="184"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10" name="Rectangle 345"/>
            <p:cNvSpPr>
              <a:spLocks noChangeArrowheads="1"/>
            </p:cNvSpPr>
            <p:nvPr/>
          </p:nvSpPr>
          <p:spPr bwMode="auto">
            <a:xfrm>
              <a:off x="4834" y="3665"/>
              <a:ext cx="119" cy="18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11" name="Rectangle 346"/>
            <p:cNvSpPr>
              <a:spLocks noChangeArrowheads="1"/>
            </p:cNvSpPr>
            <p:nvPr/>
          </p:nvSpPr>
          <p:spPr bwMode="auto">
            <a:xfrm>
              <a:off x="5099" y="3688"/>
              <a:ext cx="82" cy="47"/>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312" name="AutoShape 347"/>
            <p:cNvCxnSpPr>
              <a:cxnSpLocks noChangeShapeType="1"/>
              <a:stCxn id="308" idx="3"/>
              <a:endCxn id="310" idx="1"/>
            </p:cNvCxnSpPr>
            <p:nvPr/>
          </p:nvCxnSpPr>
          <p:spPr bwMode="auto">
            <a:xfrm>
              <a:off x="4548" y="3757"/>
              <a:ext cx="286" cy="0"/>
            </a:xfrm>
            <a:prstGeom prst="straightConnector1">
              <a:avLst/>
            </a:prstGeom>
            <a:grpFill/>
            <a:ln w="12700">
              <a:solidFill>
                <a:schemeClr val="bg1">
                  <a:lumMod val="95000"/>
                </a:schemeClr>
              </a:solidFill>
              <a:round/>
              <a:headEnd/>
              <a:tailEnd type="triangle" w="sm" len="lg"/>
            </a:ln>
          </p:spPr>
        </p:cxnSp>
        <p:cxnSp>
          <p:nvCxnSpPr>
            <p:cNvPr id="313" name="AutoShape 348"/>
            <p:cNvCxnSpPr>
              <a:cxnSpLocks noChangeShapeType="1"/>
              <a:endCxn id="307" idx="1"/>
            </p:cNvCxnSpPr>
            <p:nvPr/>
          </p:nvCxnSpPr>
          <p:spPr bwMode="auto">
            <a:xfrm flipV="1">
              <a:off x="4589" y="3917"/>
              <a:ext cx="163" cy="91"/>
            </a:xfrm>
            <a:prstGeom prst="straightConnector1">
              <a:avLst/>
            </a:prstGeom>
            <a:grpFill/>
            <a:ln w="12700">
              <a:solidFill>
                <a:schemeClr val="bg1">
                  <a:lumMod val="95000"/>
                </a:schemeClr>
              </a:solidFill>
              <a:round/>
              <a:headEnd/>
              <a:tailEnd type="triangle" w="sm" len="lg"/>
            </a:ln>
          </p:spPr>
        </p:cxnSp>
        <p:cxnSp>
          <p:nvCxnSpPr>
            <p:cNvPr id="314" name="AutoShape 349"/>
            <p:cNvCxnSpPr>
              <a:cxnSpLocks noChangeShapeType="1"/>
              <a:stCxn id="307" idx="2"/>
              <a:endCxn id="309" idx="1"/>
            </p:cNvCxnSpPr>
            <p:nvPr/>
          </p:nvCxnSpPr>
          <p:spPr bwMode="auto">
            <a:xfrm>
              <a:off x="4793" y="3940"/>
              <a:ext cx="102" cy="91"/>
            </a:xfrm>
            <a:prstGeom prst="straightConnector1">
              <a:avLst/>
            </a:prstGeom>
            <a:grpFill/>
            <a:ln w="12700">
              <a:solidFill>
                <a:schemeClr val="bg1">
                  <a:lumMod val="95000"/>
                </a:schemeClr>
              </a:solidFill>
              <a:round/>
              <a:headEnd/>
              <a:tailEnd type="triangle" w="sm" len="lg"/>
            </a:ln>
          </p:spPr>
        </p:cxnSp>
        <p:cxnSp>
          <p:nvCxnSpPr>
            <p:cNvPr id="315" name="AutoShape 350"/>
            <p:cNvCxnSpPr>
              <a:cxnSpLocks noChangeShapeType="1"/>
              <a:stCxn id="307" idx="0"/>
              <a:endCxn id="310" idx="2"/>
            </p:cNvCxnSpPr>
            <p:nvPr/>
          </p:nvCxnSpPr>
          <p:spPr bwMode="auto">
            <a:xfrm flipV="1">
              <a:off x="4793" y="3848"/>
              <a:ext cx="101" cy="44"/>
            </a:xfrm>
            <a:prstGeom prst="straightConnector1">
              <a:avLst/>
            </a:prstGeom>
            <a:grpFill/>
            <a:ln w="12700">
              <a:solidFill>
                <a:schemeClr val="bg1">
                  <a:lumMod val="95000"/>
                </a:schemeClr>
              </a:solidFill>
              <a:round/>
              <a:headEnd/>
              <a:tailEnd type="triangle" w="sm" len="lg"/>
            </a:ln>
          </p:spPr>
        </p:cxnSp>
        <p:cxnSp>
          <p:nvCxnSpPr>
            <p:cNvPr id="316" name="AutoShape 351"/>
            <p:cNvCxnSpPr>
              <a:cxnSpLocks noChangeShapeType="1"/>
              <a:stCxn id="309" idx="0"/>
              <a:endCxn id="306" idx="2"/>
            </p:cNvCxnSpPr>
            <p:nvPr/>
          </p:nvCxnSpPr>
          <p:spPr bwMode="auto">
            <a:xfrm flipV="1">
              <a:off x="4987" y="3895"/>
              <a:ext cx="112" cy="89"/>
            </a:xfrm>
            <a:prstGeom prst="straightConnector1">
              <a:avLst/>
            </a:prstGeom>
            <a:grpFill/>
            <a:ln w="12700">
              <a:solidFill>
                <a:schemeClr val="bg1">
                  <a:lumMod val="95000"/>
                </a:schemeClr>
              </a:solidFill>
              <a:round/>
              <a:headEnd/>
              <a:tailEnd type="triangle" w="sm" len="lg"/>
            </a:ln>
          </p:spPr>
        </p:cxnSp>
        <p:cxnSp>
          <p:nvCxnSpPr>
            <p:cNvPr id="317" name="AutoShape 352"/>
            <p:cNvCxnSpPr>
              <a:cxnSpLocks noChangeShapeType="1"/>
              <a:stCxn id="307" idx="3"/>
              <a:endCxn id="306" idx="1"/>
            </p:cNvCxnSpPr>
            <p:nvPr/>
          </p:nvCxnSpPr>
          <p:spPr bwMode="auto">
            <a:xfrm flipV="1">
              <a:off x="4834" y="3848"/>
              <a:ext cx="204" cy="69"/>
            </a:xfrm>
            <a:prstGeom prst="straightConnector1">
              <a:avLst/>
            </a:prstGeom>
            <a:grpFill/>
            <a:ln w="12700">
              <a:solidFill>
                <a:schemeClr val="bg1">
                  <a:lumMod val="95000"/>
                </a:schemeClr>
              </a:solidFill>
              <a:round/>
              <a:headEnd/>
              <a:tailEnd type="triangle" w="sm" len="lg"/>
            </a:ln>
          </p:spPr>
        </p:cxnSp>
        <p:sp>
          <p:nvSpPr>
            <p:cNvPr id="318" name="Rectangle 353"/>
            <p:cNvSpPr>
              <a:spLocks noChangeArrowheads="1"/>
            </p:cNvSpPr>
            <p:nvPr/>
          </p:nvSpPr>
          <p:spPr bwMode="auto">
            <a:xfrm>
              <a:off x="4930" y="3761"/>
              <a:ext cx="119" cy="18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19" name="Rectangle 354"/>
            <p:cNvSpPr>
              <a:spLocks noChangeArrowheads="1"/>
            </p:cNvSpPr>
            <p:nvPr/>
          </p:nvSpPr>
          <p:spPr bwMode="auto">
            <a:xfrm>
              <a:off x="4435" y="3917"/>
              <a:ext cx="119" cy="18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20" name="Rectangle 355"/>
            <p:cNvSpPr>
              <a:spLocks noChangeArrowheads="1"/>
            </p:cNvSpPr>
            <p:nvPr/>
          </p:nvSpPr>
          <p:spPr bwMode="auto">
            <a:xfrm>
              <a:off x="4522" y="3806"/>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21" name="Rectangle 356"/>
            <p:cNvSpPr>
              <a:spLocks noChangeArrowheads="1"/>
            </p:cNvSpPr>
            <p:nvPr/>
          </p:nvSpPr>
          <p:spPr bwMode="auto">
            <a:xfrm>
              <a:off x="4618" y="3902"/>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22" name="Rectangle 357"/>
            <p:cNvSpPr>
              <a:spLocks noChangeArrowheads="1"/>
            </p:cNvSpPr>
            <p:nvPr/>
          </p:nvSpPr>
          <p:spPr bwMode="auto">
            <a:xfrm>
              <a:off x="4683" y="3656"/>
              <a:ext cx="119" cy="18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23" name="Rectangle 358"/>
            <p:cNvSpPr>
              <a:spLocks noChangeArrowheads="1"/>
            </p:cNvSpPr>
            <p:nvPr/>
          </p:nvSpPr>
          <p:spPr bwMode="auto">
            <a:xfrm>
              <a:off x="4714" y="3998"/>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grpSp>
      <p:grpSp>
        <p:nvGrpSpPr>
          <p:cNvPr id="238" name="Group 318"/>
          <p:cNvGrpSpPr>
            <a:grpSpLocks/>
          </p:cNvGrpSpPr>
          <p:nvPr/>
        </p:nvGrpSpPr>
        <p:grpSpPr bwMode="auto">
          <a:xfrm>
            <a:off x="5711957" y="4060505"/>
            <a:ext cx="1872827" cy="563416"/>
            <a:chOff x="4245" y="3748"/>
            <a:chExt cx="942" cy="420"/>
          </a:xfrm>
          <a:solidFill>
            <a:schemeClr val="accent3">
              <a:lumMod val="75000"/>
            </a:schemeClr>
          </a:solidFill>
        </p:grpSpPr>
        <p:sp>
          <p:nvSpPr>
            <p:cNvPr id="346" name="Rectangle 319"/>
            <p:cNvSpPr>
              <a:spLocks noChangeArrowheads="1"/>
            </p:cNvSpPr>
            <p:nvPr/>
          </p:nvSpPr>
          <p:spPr bwMode="auto">
            <a:xfrm>
              <a:off x="4245" y="3821"/>
              <a:ext cx="942" cy="275"/>
            </a:xfrm>
            <a:prstGeom prst="rect">
              <a:avLst/>
            </a:prstGeom>
            <a:solidFill>
              <a:srgbClr val="990000"/>
            </a:solidFill>
            <a:ln w="3175">
              <a:solidFill>
                <a:schemeClr val="bg1">
                  <a:lumMod val="95000"/>
                </a:schemeClr>
              </a:solidFill>
              <a:miter lim="800000"/>
              <a:headEnd/>
              <a:tailEnd/>
            </a:ln>
          </p:spPr>
          <p:txBody>
            <a:bodyPr lIns="96000" tIns="0" rIns="96000" bIns="0" anchor="ctr">
              <a:spAutoFit/>
            </a:bodyPr>
            <a:lstStyle/>
            <a:p>
              <a:pPr algn="ctr"/>
              <a:endParaRPr lang="pt-BR" sz="2400"/>
            </a:p>
          </p:txBody>
        </p:sp>
        <p:sp>
          <p:nvSpPr>
            <p:cNvPr id="347" name="Rectangle 320"/>
            <p:cNvSpPr>
              <a:spLocks noChangeArrowheads="1"/>
            </p:cNvSpPr>
            <p:nvPr/>
          </p:nvSpPr>
          <p:spPr bwMode="auto">
            <a:xfrm>
              <a:off x="4895" y="3891"/>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48" name="Rectangle 321"/>
            <p:cNvSpPr>
              <a:spLocks noChangeArrowheads="1"/>
            </p:cNvSpPr>
            <p:nvPr/>
          </p:nvSpPr>
          <p:spPr bwMode="auto">
            <a:xfrm>
              <a:off x="4609" y="3982"/>
              <a:ext cx="82" cy="48"/>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49" name="Rectangle 322"/>
            <p:cNvSpPr>
              <a:spLocks noChangeArrowheads="1"/>
            </p:cNvSpPr>
            <p:nvPr/>
          </p:nvSpPr>
          <p:spPr bwMode="auto">
            <a:xfrm>
              <a:off x="4274" y="4022"/>
              <a:ext cx="172" cy="138"/>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50" name="Rectangle 323"/>
            <p:cNvSpPr>
              <a:spLocks noChangeArrowheads="1"/>
            </p:cNvSpPr>
            <p:nvPr/>
          </p:nvSpPr>
          <p:spPr bwMode="auto">
            <a:xfrm>
              <a:off x="4283" y="3800"/>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51" name="Rectangle 324"/>
            <p:cNvSpPr>
              <a:spLocks noChangeArrowheads="1"/>
            </p:cNvSpPr>
            <p:nvPr/>
          </p:nvSpPr>
          <p:spPr bwMode="auto">
            <a:xfrm>
              <a:off x="4752" y="4074"/>
              <a:ext cx="184"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52" name="Rectangle 325"/>
            <p:cNvSpPr>
              <a:spLocks noChangeArrowheads="1"/>
            </p:cNvSpPr>
            <p:nvPr/>
          </p:nvSpPr>
          <p:spPr bwMode="auto">
            <a:xfrm>
              <a:off x="4489" y="3748"/>
              <a:ext cx="283" cy="100"/>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53" name="Rectangle 326"/>
            <p:cNvSpPr>
              <a:spLocks noChangeArrowheads="1"/>
            </p:cNvSpPr>
            <p:nvPr/>
          </p:nvSpPr>
          <p:spPr bwMode="auto">
            <a:xfrm>
              <a:off x="4956" y="3778"/>
              <a:ext cx="150" cy="9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354" name="AutoShape 327"/>
            <p:cNvCxnSpPr>
              <a:cxnSpLocks noChangeShapeType="1"/>
              <a:stCxn id="350" idx="3"/>
              <a:endCxn id="352" idx="1"/>
            </p:cNvCxnSpPr>
            <p:nvPr/>
          </p:nvCxnSpPr>
          <p:spPr bwMode="auto">
            <a:xfrm flipV="1">
              <a:off x="4405" y="3798"/>
              <a:ext cx="84" cy="49"/>
            </a:xfrm>
            <a:prstGeom prst="straightConnector1">
              <a:avLst/>
            </a:prstGeom>
            <a:grpFill/>
            <a:ln w="12700">
              <a:solidFill>
                <a:schemeClr val="bg1">
                  <a:lumMod val="95000"/>
                </a:schemeClr>
              </a:solidFill>
              <a:round/>
              <a:headEnd/>
              <a:tailEnd type="triangle" w="sm" len="lg"/>
            </a:ln>
          </p:spPr>
        </p:cxnSp>
        <p:cxnSp>
          <p:nvCxnSpPr>
            <p:cNvPr id="355" name="AutoShape 328"/>
            <p:cNvCxnSpPr>
              <a:cxnSpLocks noChangeShapeType="1"/>
              <a:stCxn id="349" idx="3"/>
              <a:endCxn id="348" idx="1"/>
            </p:cNvCxnSpPr>
            <p:nvPr/>
          </p:nvCxnSpPr>
          <p:spPr bwMode="auto">
            <a:xfrm flipV="1">
              <a:off x="4446" y="4006"/>
              <a:ext cx="163" cy="85"/>
            </a:xfrm>
            <a:prstGeom prst="straightConnector1">
              <a:avLst/>
            </a:prstGeom>
            <a:grpFill/>
            <a:ln w="12700">
              <a:solidFill>
                <a:schemeClr val="bg1">
                  <a:lumMod val="95000"/>
                </a:schemeClr>
              </a:solidFill>
              <a:round/>
              <a:headEnd/>
              <a:tailEnd type="triangle" w="sm" len="lg"/>
            </a:ln>
          </p:spPr>
        </p:cxnSp>
        <p:cxnSp>
          <p:nvCxnSpPr>
            <p:cNvPr id="356" name="AutoShape 329"/>
            <p:cNvCxnSpPr>
              <a:cxnSpLocks noChangeShapeType="1"/>
              <a:stCxn id="348" idx="2"/>
              <a:endCxn id="351" idx="1"/>
            </p:cNvCxnSpPr>
            <p:nvPr/>
          </p:nvCxnSpPr>
          <p:spPr bwMode="auto">
            <a:xfrm>
              <a:off x="4650" y="4030"/>
              <a:ext cx="102" cy="91"/>
            </a:xfrm>
            <a:prstGeom prst="straightConnector1">
              <a:avLst/>
            </a:prstGeom>
            <a:grpFill/>
            <a:ln w="12700">
              <a:solidFill>
                <a:schemeClr val="bg1">
                  <a:lumMod val="95000"/>
                </a:schemeClr>
              </a:solidFill>
              <a:round/>
              <a:headEnd/>
              <a:tailEnd type="triangle" w="sm" len="lg"/>
            </a:ln>
          </p:spPr>
        </p:cxnSp>
        <p:cxnSp>
          <p:nvCxnSpPr>
            <p:cNvPr id="357" name="AutoShape 330"/>
            <p:cNvCxnSpPr>
              <a:cxnSpLocks noChangeShapeType="1"/>
              <a:stCxn id="348" idx="0"/>
              <a:endCxn id="352" idx="2"/>
            </p:cNvCxnSpPr>
            <p:nvPr/>
          </p:nvCxnSpPr>
          <p:spPr bwMode="auto">
            <a:xfrm flipH="1" flipV="1">
              <a:off x="4631" y="3848"/>
              <a:ext cx="19" cy="134"/>
            </a:xfrm>
            <a:prstGeom prst="straightConnector1">
              <a:avLst/>
            </a:prstGeom>
            <a:grpFill/>
            <a:ln w="12700">
              <a:solidFill>
                <a:schemeClr val="bg1">
                  <a:lumMod val="95000"/>
                </a:schemeClr>
              </a:solidFill>
              <a:round/>
              <a:headEnd/>
              <a:tailEnd type="triangle" w="sm" len="lg"/>
            </a:ln>
          </p:spPr>
        </p:cxnSp>
        <p:cxnSp>
          <p:nvCxnSpPr>
            <p:cNvPr id="358" name="AutoShape 331"/>
            <p:cNvCxnSpPr>
              <a:cxnSpLocks noChangeShapeType="1"/>
              <a:stCxn id="352" idx="3"/>
              <a:endCxn id="353" idx="1"/>
            </p:cNvCxnSpPr>
            <p:nvPr/>
          </p:nvCxnSpPr>
          <p:spPr bwMode="auto">
            <a:xfrm>
              <a:off x="4772" y="3798"/>
              <a:ext cx="184" cy="26"/>
            </a:xfrm>
            <a:prstGeom prst="straightConnector1">
              <a:avLst/>
            </a:prstGeom>
            <a:grpFill/>
            <a:ln w="12700">
              <a:solidFill>
                <a:schemeClr val="bg1">
                  <a:lumMod val="95000"/>
                </a:schemeClr>
              </a:solidFill>
              <a:round/>
              <a:headEnd/>
              <a:tailEnd type="triangle" w="sm" len="lg"/>
            </a:ln>
          </p:spPr>
        </p:cxnSp>
        <p:cxnSp>
          <p:nvCxnSpPr>
            <p:cNvPr id="359" name="AutoShape 332"/>
            <p:cNvCxnSpPr>
              <a:cxnSpLocks noChangeShapeType="1"/>
              <a:stCxn id="351" idx="0"/>
              <a:endCxn id="347" idx="2"/>
            </p:cNvCxnSpPr>
            <p:nvPr/>
          </p:nvCxnSpPr>
          <p:spPr bwMode="auto">
            <a:xfrm flipV="1">
              <a:off x="4844" y="3985"/>
              <a:ext cx="112" cy="89"/>
            </a:xfrm>
            <a:prstGeom prst="straightConnector1">
              <a:avLst/>
            </a:prstGeom>
            <a:grpFill/>
            <a:ln w="12700">
              <a:solidFill>
                <a:schemeClr val="bg1">
                  <a:lumMod val="95000"/>
                </a:schemeClr>
              </a:solidFill>
              <a:round/>
              <a:headEnd/>
              <a:tailEnd type="triangle" w="sm" len="lg"/>
            </a:ln>
          </p:spPr>
        </p:cxnSp>
        <p:cxnSp>
          <p:nvCxnSpPr>
            <p:cNvPr id="360" name="AutoShape 333"/>
            <p:cNvCxnSpPr>
              <a:cxnSpLocks noChangeShapeType="1"/>
              <a:stCxn id="351" idx="3"/>
            </p:cNvCxnSpPr>
            <p:nvPr/>
          </p:nvCxnSpPr>
          <p:spPr bwMode="auto">
            <a:xfrm>
              <a:off x="4936" y="4121"/>
              <a:ext cx="143" cy="45"/>
            </a:xfrm>
            <a:prstGeom prst="straightConnector1">
              <a:avLst/>
            </a:prstGeom>
            <a:grpFill/>
            <a:ln w="12700">
              <a:solidFill>
                <a:schemeClr val="bg1">
                  <a:lumMod val="95000"/>
                </a:schemeClr>
              </a:solidFill>
              <a:round/>
              <a:headEnd/>
              <a:tailEnd type="triangle" w="sm" len="lg"/>
            </a:ln>
          </p:spPr>
        </p:cxnSp>
        <p:cxnSp>
          <p:nvCxnSpPr>
            <p:cNvPr id="361" name="AutoShape 334"/>
            <p:cNvCxnSpPr>
              <a:cxnSpLocks noChangeShapeType="1"/>
              <a:stCxn id="348" idx="3"/>
              <a:endCxn id="347" idx="1"/>
            </p:cNvCxnSpPr>
            <p:nvPr/>
          </p:nvCxnSpPr>
          <p:spPr bwMode="auto">
            <a:xfrm flipV="1">
              <a:off x="4691" y="3938"/>
              <a:ext cx="204" cy="69"/>
            </a:xfrm>
            <a:prstGeom prst="straightConnector1">
              <a:avLst/>
            </a:prstGeom>
            <a:grpFill/>
            <a:ln w="12700">
              <a:solidFill>
                <a:schemeClr val="bg1">
                  <a:lumMod val="95000"/>
                </a:schemeClr>
              </a:solidFill>
              <a:round/>
              <a:headEnd/>
              <a:tailEnd type="triangle" w="sm" len="lg"/>
            </a:ln>
          </p:spPr>
        </p:cxnSp>
        <p:sp>
          <p:nvSpPr>
            <p:cNvPr id="362" name="Rectangle 335"/>
            <p:cNvSpPr>
              <a:spLocks noChangeArrowheads="1"/>
            </p:cNvSpPr>
            <p:nvPr/>
          </p:nvSpPr>
          <p:spPr bwMode="auto">
            <a:xfrm>
              <a:off x="4991" y="3987"/>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63" name="Rectangle 336"/>
            <p:cNvSpPr>
              <a:spLocks noChangeArrowheads="1"/>
            </p:cNvSpPr>
            <p:nvPr/>
          </p:nvSpPr>
          <p:spPr bwMode="auto">
            <a:xfrm>
              <a:off x="4379" y="3896"/>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64" name="Rectangle 337"/>
            <p:cNvSpPr>
              <a:spLocks noChangeArrowheads="1"/>
            </p:cNvSpPr>
            <p:nvPr/>
          </p:nvSpPr>
          <p:spPr bwMode="auto">
            <a:xfrm>
              <a:off x="4787" y="3851"/>
              <a:ext cx="81" cy="9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65" name="Rectangle 338"/>
            <p:cNvSpPr>
              <a:spLocks noChangeArrowheads="1"/>
            </p:cNvSpPr>
            <p:nvPr/>
          </p:nvSpPr>
          <p:spPr bwMode="auto">
            <a:xfrm>
              <a:off x="4883" y="3947"/>
              <a:ext cx="81" cy="9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grpSp>
      <p:grpSp>
        <p:nvGrpSpPr>
          <p:cNvPr id="240" name="Group 302"/>
          <p:cNvGrpSpPr>
            <a:grpSpLocks/>
          </p:cNvGrpSpPr>
          <p:nvPr/>
        </p:nvGrpSpPr>
        <p:grpSpPr bwMode="auto">
          <a:xfrm>
            <a:off x="3615555" y="4088707"/>
            <a:ext cx="1439333" cy="535517"/>
            <a:chOff x="1716" y="3059"/>
            <a:chExt cx="680" cy="253"/>
          </a:xfrm>
          <a:solidFill>
            <a:schemeClr val="accent3">
              <a:lumMod val="75000"/>
            </a:schemeClr>
          </a:solidFill>
        </p:grpSpPr>
        <p:sp>
          <p:nvSpPr>
            <p:cNvPr id="368" name="Rectangle 303"/>
            <p:cNvSpPr>
              <a:spLocks noChangeArrowheads="1"/>
            </p:cNvSpPr>
            <p:nvPr/>
          </p:nvSpPr>
          <p:spPr bwMode="auto">
            <a:xfrm>
              <a:off x="1716" y="3096"/>
              <a:ext cx="680" cy="174"/>
            </a:xfrm>
            <a:prstGeom prst="rect">
              <a:avLst/>
            </a:prstGeom>
            <a:solidFill>
              <a:srgbClr val="FF7400"/>
            </a:solidFill>
            <a:ln w="3175">
              <a:solidFill>
                <a:schemeClr val="bg1">
                  <a:lumMod val="95000"/>
                </a:schemeClr>
              </a:solidFill>
              <a:miter lim="800000"/>
              <a:headEnd/>
              <a:tailEnd/>
            </a:ln>
          </p:spPr>
          <p:txBody>
            <a:bodyPr lIns="96000" tIns="0" rIns="96000" bIns="0" anchor="ctr">
              <a:spAutoFit/>
            </a:bodyPr>
            <a:lstStyle/>
            <a:p>
              <a:pPr algn="ctr"/>
              <a:endParaRPr lang="pt-BR" sz="2400"/>
            </a:p>
          </p:txBody>
        </p:sp>
        <p:sp>
          <p:nvSpPr>
            <p:cNvPr id="369" name="Rectangle 304"/>
            <p:cNvSpPr>
              <a:spLocks noChangeArrowheads="1"/>
            </p:cNvSpPr>
            <p:nvPr/>
          </p:nvSpPr>
          <p:spPr bwMode="auto">
            <a:xfrm>
              <a:off x="1979" y="3198"/>
              <a:ext cx="59" cy="29"/>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70" name="Rectangle 305"/>
            <p:cNvSpPr>
              <a:spLocks noChangeArrowheads="1"/>
            </p:cNvSpPr>
            <p:nvPr/>
          </p:nvSpPr>
          <p:spPr bwMode="auto">
            <a:xfrm>
              <a:off x="1759" y="3199"/>
              <a:ext cx="102" cy="85"/>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71" name="Rectangle 306"/>
            <p:cNvSpPr>
              <a:spLocks noChangeArrowheads="1"/>
            </p:cNvSpPr>
            <p:nvPr/>
          </p:nvSpPr>
          <p:spPr bwMode="auto">
            <a:xfrm>
              <a:off x="1743" y="3086"/>
              <a:ext cx="88" cy="58"/>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72" name="Rectangle 307"/>
            <p:cNvSpPr>
              <a:spLocks noChangeArrowheads="1"/>
            </p:cNvSpPr>
            <p:nvPr/>
          </p:nvSpPr>
          <p:spPr bwMode="auto">
            <a:xfrm>
              <a:off x="2082" y="3254"/>
              <a:ext cx="133" cy="58"/>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73" name="Rectangle 308"/>
            <p:cNvSpPr>
              <a:spLocks noChangeArrowheads="1"/>
            </p:cNvSpPr>
            <p:nvPr/>
          </p:nvSpPr>
          <p:spPr bwMode="auto">
            <a:xfrm>
              <a:off x="2038" y="3059"/>
              <a:ext cx="58" cy="57"/>
            </a:xfrm>
            <a:prstGeom prst="rect">
              <a:avLst/>
            </a:prstGeom>
            <a:solidFill>
              <a:srgbClr val="FF0000"/>
            </a:solidFill>
            <a:ln w="12700">
              <a:solidFill>
                <a:schemeClr val="bg1">
                  <a:lumMod val="95000"/>
                </a:schemeClr>
              </a:solidFill>
              <a:miter lim="800000"/>
              <a:headEnd/>
              <a:tailEnd/>
            </a:ln>
          </p:spPr>
          <p:txBody>
            <a:bodyPr wrap="none" anchor="ctr"/>
            <a:lstStyle/>
            <a:p>
              <a:pPr algn="ctr"/>
              <a:endParaRPr lang="pt-BR" sz="2400"/>
            </a:p>
          </p:txBody>
        </p:sp>
        <p:sp>
          <p:nvSpPr>
            <p:cNvPr id="374" name="Rectangle 309"/>
            <p:cNvSpPr>
              <a:spLocks noChangeArrowheads="1"/>
            </p:cNvSpPr>
            <p:nvPr/>
          </p:nvSpPr>
          <p:spPr bwMode="auto">
            <a:xfrm>
              <a:off x="2229" y="3073"/>
              <a:ext cx="59" cy="29"/>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375" name="AutoShape 310"/>
            <p:cNvCxnSpPr>
              <a:cxnSpLocks noChangeShapeType="1"/>
              <a:stCxn id="371" idx="3"/>
              <a:endCxn id="373" idx="1"/>
            </p:cNvCxnSpPr>
            <p:nvPr/>
          </p:nvCxnSpPr>
          <p:spPr bwMode="auto">
            <a:xfrm flipV="1">
              <a:off x="1831" y="3087"/>
              <a:ext cx="207" cy="28"/>
            </a:xfrm>
            <a:prstGeom prst="straightConnector1">
              <a:avLst/>
            </a:prstGeom>
            <a:grpFill/>
            <a:ln w="12700">
              <a:solidFill>
                <a:schemeClr val="bg1">
                  <a:lumMod val="95000"/>
                </a:schemeClr>
              </a:solidFill>
              <a:round/>
              <a:headEnd/>
              <a:tailEnd type="triangle" w="sm" len="lg"/>
            </a:ln>
          </p:spPr>
        </p:cxnSp>
        <p:cxnSp>
          <p:nvCxnSpPr>
            <p:cNvPr id="376" name="AutoShape 311"/>
            <p:cNvCxnSpPr>
              <a:cxnSpLocks noChangeShapeType="1"/>
              <a:stCxn id="370" idx="3"/>
              <a:endCxn id="369" idx="1"/>
            </p:cNvCxnSpPr>
            <p:nvPr/>
          </p:nvCxnSpPr>
          <p:spPr bwMode="auto">
            <a:xfrm flipV="1">
              <a:off x="1861" y="3213"/>
              <a:ext cx="118" cy="28"/>
            </a:xfrm>
            <a:prstGeom prst="straightConnector1">
              <a:avLst/>
            </a:prstGeom>
            <a:grpFill/>
            <a:ln w="12700">
              <a:solidFill>
                <a:schemeClr val="bg1">
                  <a:lumMod val="95000"/>
                </a:schemeClr>
              </a:solidFill>
              <a:round/>
              <a:headEnd/>
              <a:tailEnd type="triangle" w="sm" len="lg"/>
            </a:ln>
          </p:spPr>
        </p:cxnSp>
        <p:cxnSp>
          <p:nvCxnSpPr>
            <p:cNvPr id="377" name="AutoShape 312"/>
            <p:cNvCxnSpPr>
              <a:cxnSpLocks noChangeShapeType="1"/>
              <a:stCxn id="369" idx="2"/>
              <a:endCxn id="372" idx="1"/>
            </p:cNvCxnSpPr>
            <p:nvPr/>
          </p:nvCxnSpPr>
          <p:spPr bwMode="auto">
            <a:xfrm>
              <a:off x="2008" y="3227"/>
              <a:ext cx="74" cy="56"/>
            </a:xfrm>
            <a:prstGeom prst="straightConnector1">
              <a:avLst/>
            </a:prstGeom>
            <a:grpFill/>
            <a:ln w="12700">
              <a:solidFill>
                <a:schemeClr val="bg1">
                  <a:lumMod val="95000"/>
                </a:schemeClr>
              </a:solidFill>
              <a:round/>
              <a:headEnd/>
              <a:tailEnd type="triangle" w="sm" len="lg"/>
            </a:ln>
          </p:spPr>
        </p:cxnSp>
        <p:cxnSp>
          <p:nvCxnSpPr>
            <p:cNvPr id="378" name="AutoShape 313"/>
            <p:cNvCxnSpPr>
              <a:cxnSpLocks noChangeShapeType="1"/>
              <a:stCxn id="369" idx="0"/>
              <a:endCxn id="373" idx="2"/>
            </p:cNvCxnSpPr>
            <p:nvPr/>
          </p:nvCxnSpPr>
          <p:spPr bwMode="auto">
            <a:xfrm flipV="1">
              <a:off x="2008" y="3116"/>
              <a:ext cx="60" cy="82"/>
            </a:xfrm>
            <a:prstGeom prst="straightConnector1">
              <a:avLst/>
            </a:prstGeom>
            <a:grpFill/>
            <a:ln w="12700">
              <a:solidFill>
                <a:schemeClr val="bg1">
                  <a:lumMod val="95000"/>
                </a:schemeClr>
              </a:solidFill>
              <a:round/>
              <a:headEnd/>
              <a:tailEnd type="triangle" w="sm" len="lg"/>
            </a:ln>
          </p:spPr>
        </p:cxnSp>
        <p:cxnSp>
          <p:nvCxnSpPr>
            <p:cNvPr id="379" name="AutoShape 314"/>
            <p:cNvCxnSpPr>
              <a:cxnSpLocks noChangeShapeType="1"/>
              <a:stCxn id="373" idx="3"/>
              <a:endCxn id="374" idx="1"/>
            </p:cNvCxnSpPr>
            <p:nvPr/>
          </p:nvCxnSpPr>
          <p:spPr bwMode="auto">
            <a:xfrm>
              <a:off x="2096" y="3087"/>
              <a:ext cx="133" cy="0"/>
            </a:xfrm>
            <a:prstGeom prst="straightConnector1">
              <a:avLst/>
            </a:prstGeom>
            <a:grpFill/>
            <a:ln w="12700">
              <a:solidFill>
                <a:schemeClr val="bg1">
                  <a:lumMod val="95000"/>
                </a:schemeClr>
              </a:solidFill>
              <a:round/>
              <a:headEnd/>
              <a:tailEnd type="triangle" w="sm" len="lg"/>
            </a:ln>
          </p:spPr>
        </p:cxnSp>
        <p:cxnSp>
          <p:nvCxnSpPr>
            <p:cNvPr id="380" name="AutoShape 315"/>
            <p:cNvCxnSpPr>
              <a:cxnSpLocks noChangeShapeType="1"/>
              <a:stCxn id="372" idx="0"/>
            </p:cNvCxnSpPr>
            <p:nvPr/>
          </p:nvCxnSpPr>
          <p:spPr bwMode="auto">
            <a:xfrm flipV="1">
              <a:off x="2149" y="3200"/>
              <a:ext cx="81" cy="54"/>
            </a:xfrm>
            <a:prstGeom prst="straightConnector1">
              <a:avLst/>
            </a:prstGeom>
            <a:grpFill/>
            <a:ln w="12700">
              <a:solidFill>
                <a:schemeClr val="bg1">
                  <a:lumMod val="95000"/>
                </a:schemeClr>
              </a:solidFill>
              <a:round/>
              <a:headEnd/>
              <a:tailEnd type="triangle" w="sm" len="lg"/>
            </a:ln>
          </p:spPr>
        </p:cxnSp>
        <p:cxnSp>
          <p:nvCxnSpPr>
            <p:cNvPr id="381" name="AutoShape 316"/>
            <p:cNvCxnSpPr>
              <a:cxnSpLocks noChangeShapeType="1"/>
              <a:stCxn id="372" idx="3"/>
            </p:cNvCxnSpPr>
            <p:nvPr/>
          </p:nvCxnSpPr>
          <p:spPr bwMode="auto">
            <a:xfrm>
              <a:off x="2215" y="3283"/>
              <a:ext cx="103" cy="28"/>
            </a:xfrm>
            <a:prstGeom prst="straightConnector1">
              <a:avLst/>
            </a:prstGeom>
            <a:grpFill/>
            <a:ln w="12700">
              <a:solidFill>
                <a:schemeClr val="bg1">
                  <a:lumMod val="95000"/>
                </a:schemeClr>
              </a:solidFill>
              <a:round/>
              <a:headEnd/>
              <a:tailEnd type="triangle" w="sm" len="lg"/>
            </a:ln>
          </p:spPr>
        </p:cxnSp>
        <p:cxnSp>
          <p:nvCxnSpPr>
            <p:cNvPr id="382" name="AutoShape 317"/>
            <p:cNvCxnSpPr>
              <a:cxnSpLocks noChangeShapeType="1"/>
              <a:stCxn id="369" idx="3"/>
            </p:cNvCxnSpPr>
            <p:nvPr/>
          </p:nvCxnSpPr>
          <p:spPr bwMode="auto">
            <a:xfrm flipV="1">
              <a:off x="2038" y="3171"/>
              <a:ext cx="147" cy="42"/>
            </a:xfrm>
            <a:prstGeom prst="straightConnector1">
              <a:avLst/>
            </a:prstGeom>
            <a:grpFill/>
            <a:ln w="12700">
              <a:solidFill>
                <a:schemeClr val="bg1">
                  <a:lumMod val="95000"/>
                </a:schemeClr>
              </a:solidFill>
              <a:round/>
              <a:headEnd/>
              <a:tailEnd type="triangle" w="sm" len="lg"/>
            </a:ln>
          </p:spPr>
        </p:cxnSp>
      </p:grpSp>
      <p:grpSp>
        <p:nvGrpSpPr>
          <p:cNvPr id="241" name="Group 5"/>
          <p:cNvGrpSpPr>
            <a:grpSpLocks/>
          </p:cNvGrpSpPr>
          <p:nvPr/>
        </p:nvGrpSpPr>
        <p:grpSpPr bwMode="auto">
          <a:xfrm>
            <a:off x="9041989" y="1477343"/>
            <a:ext cx="1203665" cy="936103"/>
            <a:chOff x="4699" y="3405"/>
            <a:chExt cx="724" cy="663"/>
          </a:xfrm>
          <a:solidFill>
            <a:schemeClr val="accent3">
              <a:lumMod val="75000"/>
            </a:schemeClr>
          </a:solidFill>
        </p:grpSpPr>
        <p:sp>
          <p:nvSpPr>
            <p:cNvPr id="386" name="Rectangle 6"/>
            <p:cNvSpPr>
              <a:spLocks noChangeArrowheads="1"/>
            </p:cNvSpPr>
            <p:nvPr/>
          </p:nvSpPr>
          <p:spPr bwMode="auto">
            <a:xfrm>
              <a:off x="5010" y="3584"/>
              <a:ext cx="117" cy="262"/>
            </a:xfrm>
            <a:prstGeom prst="rect">
              <a:avLst/>
            </a:prstGeom>
            <a:solidFill>
              <a:srgbClr val="00B050"/>
            </a:solidFill>
            <a:ln w="3175">
              <a:solidFill>
                <a:schemeClr val="bg1">
                  <a:lumMod val="95000"/>
                </a:schemeClr>
              </a:solidFill>
              <a:miter lim="800000"/>
              <a:headEnd/>
              <a:tailEnd/>
            </a:ln>
          </p:spPr>
          <p:txBody>
            <a:bodyPr wrap="none" lIns="96000" tIns="0" rIns="96000" bIns="0" anchor="ctr">
              <a:spAutoFit/>
            </a:bodyPr>
            <a:lstStyle/>
            <a:p>
              <a:pPr algn="ctr"/>
              <a:endParaRPr lang="pt-BR" sz="2400"/>
            </a:p>
          </p:txBody>
        </p:sp>
        <p:sp>
          <p:nvSpPr>
            <p:cNvPr id="387" name="Rectangle 7"/>
            <p:cNvSpPr>
              <a:spLocks noChangeArrowheads="1"/>
            </p:cNvSpPr>
            <p:nvPr/>
          </p:nvSpPr>
          <p:spPr bwMode="auto">
            <a:xfrm>
              <a:off x="4886" y="3891"/>
              <a:ext cx="140" cy="14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88" name="Rectangle 8"/>
            <p:cNvSpPr>
              <a:spLocks noChangeArrowheads="1"/>
            </p:cNvSpPr>
            <p:nvPr/>
          </p:nvSpPr>
          <p:spPr bwMode="auto">
            <a:xfrm>
              <a:off x="5096" y="3439"/>
              <a:ext cx="210" cy="14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89" name="Rectangle 9"/>
            <p:cNvSpPr>
              <a:spLocks noChangeArrowheads="1"/>
            </p:cNvSpPr>
            <p:nvPr/>
          </p:nvSpPr>
          <p:spPr bwMode="auto">
            <a:xfrm>
              <a:off x="5096" y="3752"/>
              <a:ext cx="93" cy="14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90" name="Rectangle 10"/>
            <p:cNvSpPr>
              <a:spLocks noChangeArrowheads="1"/>
            </p:cNvSpPr>
            <p:nvPr/>
          </p:nvSpPr>
          <p:spPr bwMode="auto">
            <a:xfrm>
              <a:off x="4792" y="3405"/>
              <a:ext cx="94" cy="141"/>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91" name="Rectangle 11"/>
            <p:cNvSpPr>
              <a:spLocks noChangeArrowheads="1"/>
            </p:cNvSpPr>
            <p:nvPr/>
          </p:nvSpPr>
          <p:spPr bwMode="auto">
            <a:xfrm>
              <a:off x="5236" y="3926"/>
              <a:ext cx="93" cy="14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92" name="Rectangle 12"/>
            <p:cNvSpPr>
              <a:spLocks noChangeArrowheads="1"/>
            </p:cNvSpPr>
            <p:nvPr/>
          </p:nvSpPr>
          <p:spPr bwMode="auto">
            <a:xfrm>
              <a:off x="4722" y="3683"/>
              <a:ext cx="94" cy="14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393" name="AutoShape 13"/>
            <p:cNvCxnSpPr>
              <a:cxnSpLocks noChangeShapeType="1"/>
              <a:endCxn id="387" idx="1"/>
            </p:cNvCxnSpPr>
            <p:nvPr/>
          </p:nvCxnSpPr>
          <p:spPr bwMode="auto">
            <a:xfrm flipV="1">
              <a:off x="4699" y="3963"/>
              <a:ext cx="187" cy="34"/>
            </a:xfrm>
            <a:prstGeom prst="straightConnector1">
              <a:avLst/>
            </a:prstGeom>
            <a:grpFill/>
            <a:ln w="12700">
              <a:solidFill>
                <a:schemeClr val="bg1">
                  <a:lumMod val="95000"/>
                </a:schemeClr>
              </a:solidFill>
              <a:round/>
              <a:headEnd/>
              <a:tailEnd type="triangle" w="sm" len="lg"/>
            </a:ln>
          </p:spPr>
        </p:cxnSp>
        <p:cxnSp>
          <p:nvCxnSpPr>
            <p:cNvPr id="394" name="AutoShape 14"/>
            <p:cNvCxnSpPr>
              <a:cxnSpLocks noChangeShapeType="1"/>
              <a:stCxn id="392" idx="2"/>
              <a:endCxn id="387" idx="0"/>
            </p:cNvCxnSpPr>
            <p:nvPr/>
          </p:nvCxnSpPr>
          <p:spPr bwMode="auto">
            <a:xfrm>
              <a:off x="4769" y="3825"/>
              <a:ext cx="187" cy="66"/>
            </a:xfrm>
            <a:prstGeom prst="straightConnector1">
              <a:avLst/>
            </a:prstGeom>
            <a:grpFill/>
            <a:ln w="12700">
              <a:solidFill>
                <a:schemeClr val="bg1">
                  <a:lumMod val="95000"/>
                </a:schemeClr>
              </a:solidFill>
              <a:round/>
              <a:headEnd/>
              <a:tailEnd type="triangle" w="sm" len="lg"/>
            </a:ln>
          </p:spPr>
        </p:cxnSp>
        <p:cxnSp>
          <p:nvCxnSpPr>
            <p:cNvPr id="395" name="AutoShape 15"/>
            <p:cNvCxnSpPr>
              <a:cxnSpLocks noChangeShapeType="1"/>
              <a:stCxn id="392" idx="0"/>
              <a:endCxn id="390" idx="2"/>
            </p:cNvCxnSpPr>
            <p:nvPr/>
          </p:nvCxnSpPr>
          <p:spPr bwMode="auto">
            <a:xfrm flipV="1">
              <a:off x="4769" y="3546"/>
              <a:ext cx="70" cy="137"/>
            </a:xfrm>
            <a:prstGeom prst="straightConnector1">
              <a:avLst/>
            </a:prstGeom>
            <a:grpFill/>
            <a:ln w="12700">
              <a:solidFill>
                <a:schemeClr val="bg1">
                  <a:lumMod val="95000"/>
                </a:schemeClr>
              </a:solidFill>
              <a:round/>
              <a:headEnd/>
              <a:tailEnd type="triangle" w="sm" len="lg"/>
            </a:ln>
          </p:spPr>
        </p:cxnSp>
        <p:cxnSp>
          <p:nvCxnSpPr>
            <p:cNvPr id="396" name="AutoShape 16"/>
            <p:cNvCxnSpPr>
              <a:cxnSpLocks noChangeShapeType="1"/>
              <a:stCxn id="390" idx="3"/>
              <a:endCxn id="388" idx="1"/>
            </p:cNvCxnSpPr>
            <p:nvPr/>
          </p:nvCxnSpPr>
          <p:spPr bwMode="auto">
            <a:xfrm>
              <a:off x="4886" y="3476"/>
              <a:ext cx="210" cy="35"/>
            </a:xfrm>
            <a:prstGeom prst="straightConnector1">
              <a:avLst/>
            </a:prstGeom>
            <a:grpFill/>
            <a:ln w="12700">
              <a:solidFill>
                <a:schemeClr val="bg1">
                  <a:lumMod val="95000"/>
                </a:schemeClr>
              </a:solidFill>
              <a:round/>
              <a:headEnd/>
              <a:tailEnd type="triangle" w="sm" len="lg"/>
            </a:ln>
          </p:spPr>
        </p:cxnSp>
        <p:cxnSp>
          <p:nvCxnSpPr>
            <p:cNvPr id="397" name="AutoShape 17"/>
            <p:cNvCxnSpPr>
              <a:cxnSpLocks noChangeShapeType="1"/>
              <a:stCxn id="404" idx="3"/>
              <a:endCxn id="388" idx="1"/>
            </p:cNvCxnSpPr>
            <p:nvPr/>
          </p:nvCxnSpPr>
          <p:spPr bwMode="auto">
            <a:xfrm flipV="1">
              <a:off x="5026" y="3511"/>
              <a:ext cx="70" cy="181"/>
            </a:xfrm>
            <a:prstGeom prst="straightConnector1">
              <a:avLst/>
            </a:prstGeom>
            <a:grpFill/>
            <a:ln w="12700">
              <a:solidFill>
                <a:schemeClr val="bg1">
                  <a:lumMod val="95000"/>
                </a:schemeClr>
              </a:solidFill>
              <a:round/>
              <a:headEnd/>
              <a:tailEnd type="triangle" w="sm" len="lg"/>
            </a:ln>
          </p:spPr>
        </p:cxnSp>
        <p:cxnSp>
          <p:nvCxnSpPr>
            <p:cNvPr id="398" name="AutoShape 18"/>
            <p:cNvCxnSpPr>
              <a:cxnSpLocks noChangeShapeType="1"/>
              <a:stCxn id="387" idx="3"/>
              <a:endCxn id="391" idx="1"/>
            </p:cNvCxnSpPr>
            <p:nvPr/>
          </p:nvCxnSpPr>
          <p:spPr bwMode="auto">
            <a:xfrm>
              <a:off x="5026" y="3963"/>
              <a:ext cx="210" cy="34"/>
            </a:xfrm>
            <a:prstGeom prst="straightConnector1">
              <a:avLst/>
            </a:prstGeom>
            <a:grpFill/>
            <a:ln w="12700">
              <a:solidFill>
                <a:schemeClr val="bg1">
                  <a:lumMod val="95000"/>
                </a:schemeClr>
              </a:solidFill>
              <a:round/>
              <a:headEnd/>
              <a:tailEnd type="triangle" w="sm" len="lg"/>
            </a:ln>
          </p:spPr>
        </p:cxnSp>
        <p:cxnSp>
          <p:nvCxnSpPr>
            <p:cNvPr id="399" name="AutoShape 19"/>
            <p:cNvCxnSpPr>
              <a:cxnSpLocks noChangeShapeType="1"/>
              <a:stCxn id="388" idx="2"/>
              <a:endCxn id="389" idx="0"/>
            </p:cNvCxnSpPr>
            <p:nvPr/>
          </p:nvCxnSpPr>
          <p:spPr bwMode="auto">
            <a:xfrm flipH="1">
              <a:off x="5143" y="3582"/>
              <a:ext cx="58" cy="170"/>
            </a:xfrm>
            <a:prstGeom prst="straightConnector1">
              <a:avLst/>
            </a:prstGeom>
            <a:grpFill/>
            <a:ln w="12700">
              <a:solidFill>
                <a:schemeClr val="bg1">
                  <a:lumMod val="95000"/>
                </a:schemeClr>
              </a:solidFill>
              <a:round/>
              <a:headEnd/>
              <a:tailEnd type="triangle" w="sm" len="lg"/>
            </a:ln>
          </p:spPr>
        </p:cxnSp>
        <p:cxnSp>
          <p:nvCxnSpPr>
            <p:cNvPr id="400" name="AutoShape 20"/>
            <p:cNvCxnSpPr>
              <a:cxnSpLocks noChangeShapeType="1"/>
              <a:stCxn id="388" idx="3"/>
            </p:cNvCxnSpPr>
            <p:nvPr/>
          </p:nvCxnSpPr>
          <p:spPr bwMode="auto">
            <a:xfrm flipV="1">
              <a:off x="5306" y="3406"/>
              <a:ext cx="117" cy="105"/>
            </a:xfrm>
            <a:prstGeom prst="straightConnector1">
              <a:avLst/>
            </a:prstGeom>
            <a:grpFill/>
            <a:ln w="12700">
              <a:solidFill>
                <a:schemeClr val="bg1">
                  <a:lumMod val="95000"/>
                </a:schemeClr>
              </a:solidFill>
              <a:round/>
              <a:headEnd/>
              <a:tailEnd type="triangle" w="sm" len="lg"/>
            </a:ln>
          </p:spPr>
        </p:cxnSp>
        <p:cxnSp>
          <p:nvCxnSpPr>
            <p:cNvPr id="401" name="AutoShape 21"/>
            <p:cNvCxnSpPr>
              <a:cxnSpLocks noChangeShapeType="1"/>
              <a:stCxn id="392" idx="3"/>
              <a:endCxn id="404" idx="1"/>
            </p:cNvCxnSpPr>
            <p:nvPr/>
          </p:nvCxnSpPr>
          <p:spPr bwMode="auto">
            <a:xfrm flipV="1">
              <a:off x="4816" y="3692"/>
              <a:ext cx="116" cy="62"/>
            </a:xfrm>
            <a:prstGeom prst="straightConnector1">
              <a:avLst/>
            </a:prstGeom>
            <a:grpFill/>
            <a:ln w="12700">
              <a:solidFill>
                <a:schemeClr val="bg1">
                  <a:lumMod val="95000"/>
                </a:schemeClr>
              </a:solidFill>
              <a:round/>
              <a:headEnd/>
              <a:tailEnd type="triangle" w="sm" len="lg"/>
            </a:ln>
          </p:spPr>
        </p:cxnSp>
        <p:cxnSp>
          <p:nvCxnSpPr>
            <p:cNvPr id="402" name="AutoShape 22"/>
            <p:cNvCxnSpPr>
              <a:cxnSpLocks noChangeShapeType="1"/>
              <a:stCxn id="389" idx="3"/>
            </p:cNvCxnSpPr>
            <p:nvPr/>
          </p:nvCxnSpPr>
          <p:spPr bwMode="auto">
            <a:xfrm flipV="1">
              <a:off x="5189" y="3719"/>
              <a:ext cx="210" cy="104"/>
            </a:xfrm>
            <a:prstGeom prst="straightConnector1">
              <a:avLst/>
            </a:prstGeom>
            <a:grpFill/>
            <a:ln w="12700">
              <a:solidFill>
                <a:schemeClr val="bg1">
                  <a:lumMod val="95000"/>
                </a:schemeClr>
              </a:solidFill>
              <a:round/>
              <a:headEnd/>
              <a:tailEnd type="triangle" w="sm" len="lg"/>
            </a:ln>
          </p:spPr>
        </p:cxnSp>
        <p:cxnSp>
          <p:nvCxnSpPr>
            <p:cNvPr id="403" name="AutoShape 23"/>
            <p:cNvCxnSpPr>
              <a:cxnSpLocks noChangeShapeType="1"/>
              <a:stCxn id="404" idx="2"/>
              <a:endCxn id="389" idx="1"/>
            </p:cNvCxnSpPr>
            <p:nvPr/>
          </p:nvCxnSpPr>
          <p:spPr bwMode="auto">
            <a:xfrm>
              <a:off x="4979" y="3735"/>
              <a:ext cx="117" cy="88"/>
            </a:xfrm>
            <a:prstGeom prst="straightConnector1">
              <a:avLst/>
            </a:prstGeom>
            <a:grpFill/>
            <a:ln w="12700">
              <a:solidFill>
                <a:schemeClr val="bg1">
                  <a:lumMod val="95000"/>
                </a:schemeClr>
              </a:solidFill>
              <a:round/>
              <a:headEnd/>
              <a:tailEnd type="triangle" w="sm" len="lg"/>
            </a:ln>
          </p:spPr>
        </p:cxnSp>
        <p:sp>
          <p:nvSpPr>
            <p:cNvPr id="404" name="Rectangle 24"/>
            <p:cNvSpPr>
              <a:spLocks noChangeArrowheads="1"/>
            </p:cNvSpPr>
            <p:nvPr/>
          </p:nvSpPr>
          <p:spPr bwMode="auto">
            <a:xfrm>
              <a:off x="4932" y="3648"/>
              <a:ext cx="94" cy="87"/>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grpSp>
      <p:grpSp>
        <p:nvGrpSpPr>
          <p:cNvPr id="242" name="Group 25"/>
          <p:cNvGrpSpPr>
            <a:grpSpLocks/>
          </p:cNvGrpSpPr>
          <p:nvPr/>
        </p:nvGrpSpPr>
        <p:grpSpPr bwMode="auto">
          <a:xfrm>
            <a:off x="7012467" y="1461177"/>
            <a:ext cx="1291779" cy="843809"/>
            <a:chOff x="2753" y="1993"/>
            <a:chExt cx="777" cy="663"/>
          </a:xfrm>
          <a:solidFill>
            <a:schemeClr val="accent3">
              <a:lumMod val="75000"/>
            </a:schemeClr>
          </a:solidFill>
        </p:grpSpPr>
        <p:sp>
          <p:nvSpPr>
            <p:cNvPr id="406" name="Rectangle 26"/>
            <p:cNvSpPr>
              <a:spLocks noChangeArrowheads="1"/>
            </p:cNvSpPr>
            <p:nvPr/>
          </p:nvSpPr>
          <p:spPr bwMode="auto">
            <a:xfrm>
              <a:off x="2753" y="2203"/>
              <a:ext cx="777" cy="290"/>
            </a:xfrm>
            <a:prstGeom prst="rect">
              <a:avLst/>
            </a:prstGeom>
            <a:solidFill>
              <a:srgbClr val="C00000"/>
            </a:solidFill>
            <a:ln w="3175">
              <a:solidFill>
                <a:schemeClr val="bg1">
                  <a:lumMod val="95000"/>
                </a:schemeClr>
              </a:solidFill>
              <a:miter lim="800000"/>
              <a:headEnd/>
              <a:tailEnd/>
            </a:ln>
          </p:spPr>
          <p:txBody>
            <a:bodyPr lIns="96000" tIns="0" rIns="96000" bIns="0" anchor="ctr">
              <a:spAutoFit/>
            </a:bodyPr>
            <a:lstStyle/>
            <a:p>
              <a:pPr algn="ctr"/>
              <a:endParaRPr lang="pt-BR" sz="2400"/>
            </a:p>
          </p:txBody>
        </p:sp>
        <p:sp>
          <p:nvSpPr>
            <p:cNvPr id="407" name="Rectangle 27"/>
            <p:cNvSpPr>
              <a:spLocks noChangeArrowheads="1"/>
            </p:cNvSpPr>
            <p:nvPr/>
          </p:nvSpPr>
          <p:spPr bwMode="auto">
            <a:xfrm>
              <a:off x="3089" y="2375"/>
              <a:ext cx="116" cy="119"/>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08" name="Rectangle 28"/>
            <p:cNvSpPr>
              <a:spLocks noChangeArrowheads="1"/>
            </p:cNvSpPr>
            <p:nvPr/>
          </p:nvSpPr>
          <p:spPr bwMode="auto">
            <a:xfrm>
              <a:off x="3182" y="2062"/>
              <a:ext cx="140" cy="14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09" name="Rectangle 29"/>
            <p:cNvSpPr>
              <a:spLocks noChangeArrowheads="1"/>
            </p:cNvSpPr>
            <p:nvPr/>
          </p:nvSpPr>
          <p:spPr bwMode="auto">
            <a:xfrm>
              <a:off x="2878" y="2306"/>
              <a:ext cx="94" cy="7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10" name="Rectangle 30"/>
            <p:cNvSpPr>
              <a:spLocks noChangeArrowheads="1"/>
            </p:cNvSpPr>
            <p:nvPr/>
          </p:nvSpPr>
          <p:spPr bwMode="auto">
            <a:xfrm>
              <a:off x="2902" y="1993"/>
              <a:ext cx="93" cy="7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11" name="Rectangle 31"/>
            <p:cNvSpPr>
              <a:spLocks noChangeArrowheads="1"/>
            </p:cNvSpPr>
            <p:nvPr/>
          </p:nvSpPr>
          <p:spPr bwMode="auto">
            <a:xfrm>
              <a:off x="3018" y="2584"/>
              <a:ext cx="94" cy="7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412" name="AutoShape 32"/>
            <p:cNvCxnSpPr>
              <a:cxnSpLocks noChangeShapeType="1"/>
              <a:stCxn id="410" idx="3"/>
              <a:endCxn id="408" idx="0"/>
            </p:cNvCxnSpPr>
            <p:nvPr/>
          </p:nvCxnSpPr>
          <p:spPr bwMode="auto">
            <a:xfrm>
              <a:off x="2995" y="2029"/>
              <a:ext cx="257" cy="33"/>
            </a:xfrm>
            <a:prstGeom prst="straightConnector1">
              <a:avLst/>
            </a:prstGeom>
            <a:grpFill/>
            <a:ln w="12700">
              <a:solidFill>
                <a:schemeClr val="bg1">
                  <a:lumMod val="95000"/>
                </a:schemeClr>
              </a:solidFill>
              <a:round/>
              <a:headEnd/>
              <a:tailEnd type="triangle" w="sm" len="lg"/>
            </a:ln>
          </p:spPr>
        </p:cxnSp>
        <p:cxnSp>
          <p:nvCxnSpPr>
            <p:cNvPr id="413" name="AutoShape 33"/>
            <p:cNvCxnSpPr>
              <a:cxnSpLocks noChangeShapeType="1"/>
              <a:stCxn id="409" idx="3"/>
              <a:endCxn id="407" idx="1"/>
            </p:cNvCxnSpPr>
            <p:nvPr/>
          </p:nvCxnSpPr>
          <p:spPr bwMode="auto">
            <a:xfrm>
              <a:off x="2972" y="2342"/>
              <a:ext cx="117" cy="93"/>
            </a:xfrm>
            <a:prstGeom prst="straightConnector1">
              <a:avLst/>
            </a:prstGeom>
            <a:grpFill/>
            <a:ln w="12700">
              <a:solidFill>
                <a:schemeClr val="bg1">
                  <a:lumMod val="95000"/>
                </a:schemeClr>
              </a:solidFill>
              <a:round/>
              <a:headEnd/>
              <a:tailEnd type="triangle" w="sm" len="lg"/>
            </a:ln>
          </p:spPr>
        </p:cxnSp>
        <p:cxnSp>
          <p:nvCxnSpPr>
            <p:cNvPr id="414" name="AutoShape 34"/>
            <p:cNvCxnSpPr>
              <a:cxnSpLocks noChangeShapeType="1"/>
              <a:endCxn id="409" idx="2"/>
            </p:cNvCxnSpPr>
            <p:nvPr/>
          </p:nvCxnSpPr>
          <p:spPr bwMode="auto">
            <a:xfrm flipV="1">
              <a:off x="2808" y="2378"/>
              <a:ext cx="117" cy="242"/>
            </a:xfrm>
            <a:prstGeom prst="straightConnector1">
              <a:avLst/>
            </a:prstGeom>
            <a:grpFill/>
            <a:ln w="12700">
              <a:solidFill>
                <a:schemeClr val="bg1">
                  <a:lumMod val="95000"/>
                </a:schemeClr>
              </a:solidFill>
              <a:round/>
              <a:headEnd/>
              <a:tailEnd type="triangle" w="sm" len="lg"/>
            </a:ln>
          </p:spPr>
        </p:cxnSp>
        <p:cxnSp>
          <p:nvCxnSpPr>
            <p:cNvPr id="415" name="AutoShape 35"/>
            <p:cNvCxnSpPr>
              <a:cxnSpLocks noChangeShapeType="1"/>
              <a:stCxn id="408" idx="2"/>
              <a:endCxn id="407" idx="0"/>
            </p:cNvCxnSpPr>
            <p:nvPr/>
          </p:nvCxnSpPr>
          <p:spPr bwMode="auto">
            <a:xfrm flipH="1">
              <a:off x="3147" y="2205"/>
              <a:ext cx="105" cy="170"/>
            </a:xfrm>
            <a:prstGeom prst="straightConnector1">
              <a:avLst/>
            </a:prstGeom>
            <a:grpFill/>
            <a:ln w="12700">
              <a:solidFill>
                <a:schemeClr val="bg1">
                  <a:lumMod val="95000"/>
                </a:schemeClr>
              </a:solidFill>
              <a:round/>
              <a:headEnd/>
              <a:tailEnd type="triangle" w="sm" len="lg"/>
            </a:ln>
          </p:spPr>
        </p:cxnSp>
        <p:cxnSp>
          <p:nvCxnSpPr>
            <p:cNvPr id="416" name="AutoShape 36"/>
            <p:cNvCxnSpPr>
              <a:cxnSpLocks noChangeShapeType="1"/>
              <a:stCxn id="411" idx="0"/>
              <a:endCxn id="407" idx="2"/>
            </p:cNvCxnSpPr>
            <p:nvPr/>
          </p:nvCxnSpPr>
          <p:spPr bwMode="auto">
            <a:xfrm flipV="1">
              <a:off x="3065" y="2494"/>
              <a:ext cx="82" cy="90"/>
            </a:xfrm>
            <a:prstGeom prst="straightConnector1">
              <a:avLst/>
            </a:prstGeom>
            <a:grpFill/>
            <a:ln w="12700">
              <a:solidFill>
                <a:schemeClr val="bg1">
                  <a:lumMod val="95000"/>
                </a:schemeClr>
              </a:solidFill>
              <a:round/>
              <a:headEnd/>
              <a:tailEnd type="triangle" w="sm" len="lg"/>
            </a:ln>
          </p:spPr>
        </p:cxnSp>
        <p:sp>
          <p:nvSpPr>
            <p:cNvPr id="417" name="Rectangle 37"/>
            <p:cNvSpPr>
              <a:spLocks noChangeArrowheads="1"/>
            </p:cNvSpPr>
            <p:nvPr/>
          </p:nvSpPr>
          <p:spPr bwMode="auto">
            <a:xfrm>
              <a:off x="3345" y="2375"/>
              <a:ext cx="117" cy="119"/>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418" name="AutoShape 38"/>
            <p:cNvCxnSpPr>
              <a:cxnSpLocks noChangeShapeType="1"/>
              <a:stCxn id="407" idx="3"/>
              <a:endCxn id="417" idx="1"/>
            </p:cNvCxnSpPr>
            <p:nvPr/>
          </p:nvCxnSpPr>
          <p:spPr bwMode="auto">
            <a:xfrm>
              <a:off x="3205" y="2435"/>
              <a:ext cx="140" cy="0"/>
            </a:xfrm>
            <a:prstGeom prst="straightConnector1">
              <a:avLst/>
            </a:prstGeom>
            <a:grpFill/>
            <a:ln w="12700">
              <a:solidFill>
                <a:schemeClr val="bg1">
                  <a:lumMod val="95000"/>
                </a:schemeClr>
              </a:solidFill>
              <a:round/>
              <a:headEnd/>
              <a:tailEnd type="triangle" w="sm" len="lg"/>
            </a:ln>
          </p:spPr>
        </p:cxnSp>
        <p:cxnSp>
          <p:nvCxnSpPr>
            <p:cNvPr id="419" name="AutoShape 39"/>
            <p:cNvCxnSpPr>
              <a:cxnSpLocks noChangeShapeType="1"/>
              <a:stCxn id="408" idx="3"/>
              <a:endCxn id="417" idx="0"/>
            </p:cNvCxnSpPr>
            <p:nvPr/>
          </p:nvCxnSpPr>
          <p:spPr bwMode="auto">
            <a:xfrm>
              <a:off x="3322" y="2134"/>
              <a:ext cx="82" cy="241"/>
            </a:xfrm>
            <a:prstGeom prst="straightConnector1">
              <a:avLst/>
            </a:prstGeom>
            <a:grpFill/>
            <a:ln w="12700">
              <a:solidFill>
                <a:schemeClr val="bg1">
                  <a:lumMod val="95000"/>
                </a:schemeClr>
              </a:solidFill>
              <a:round/>
              <a:headEnd/>
              <a:tailEnd type="triangle" w="sm" len="lg"/>
            </a:ln>
          </p:spPr>
        </p:cxnSp>
        <p:cxnSp>
          <p:nvCxnSpPr>
            <p:cNvPr id="420" name="AutoShape 40"/>
            <p:cNvCxnSpPr>
              <a:cxnSpLocks noChangeShapeType="1"/>
              <a:stCxn id="411" idx="3"/>
              <a:endCxn id="417" idx="2"/>
            </p:cNvCxnSpPr>
            <p:nvPr/>
          </p:nvCxnSpPr>
          <p:spPr bwMode="auto">
            <a:xfrm flipV="1">
              <a:off x="3112" y="2494"/>
              <a:ext cx="292" cy="126"/>
            </a:xfrm>
            <a:prstGeom prst="straightConnector1">
              <a:avLst/>
            </a:prstGeom>
            <a:grpFill/>
            <a:ln w="12700">
              <a:solidFill>
                <a:schemeClr val="bg1">
                  <a:lumMod val="95000"/>
                </a:schemeClr>
              </a:solidFill>
              <a:round/>
              <a:headEnd/>
              <a:tailEnd type="triangle" w="sm" len="lg"/>
            </a:ln>
          </p:spPr>
        </p:cxnSp>
      </p:grpSp>
      <p:grpSp>
        <p:nvGrpSpPr>
          <p:cNvPr id="243" name="Group 279"/>
          <p:cNvGrpSpPr>
            <a:grpSpLocks/>
          </p:cNvGrpSpPr>
          <p:nvPr/>
        </p:nvGrpSpPr>
        <p:grpSpPr bwMode="auto">
          <a:xfrm>
            <a:off x="4751851" y="1574672"/>
            <a:ext cx="1566095" cy="686643"/>
            <a:chOff x="3793" y="617"/>
            <a:chExt cx="1077" cy="629"/>
          </a:xfrm>
          <a:solidFill>
            <a:schemeClr val="accent3">
              <a:lumMod val="75000"/>
            </a:schemeClr>
          </a:solidFill>
        </p:grpSpPr>
        <p:sp>
          <p:nvSpPr>
            <p:cNvPr id="422" name="Rectangle 280"/>
            <p:cNvSpPr>
              <a:spLocks noChangeArrowheads="1"/>
            </p:cNvSpPr>
            <p:nvPr/>
          </p:nvSpPr>
          <p:spPr bwMode="auto">
            <a:xfrm>
              <a:off x="3793" y="758"/>
              <a:ext cx="1077" cy="338"/>
            </a:xfrm>
            <a:prstGeom prst="rect">
              <a:avLst/>
            </a:prstGeom>
            <a:solidFill>
              <a:schemeClr val="accent6">
                <a:lumMod val="75000"/>
              </a:schemeClr>
            </a:solidFill>
            <a:ln w="3175">
              <a:solidFill>
                <a:schemeClr val="bg1">
                  <a:lumMod val="95000"/>
                </a:schemeClr>
              </a:solidFill>
              <a:miter lim="800000"/>
              <a:headEnd/>
              <a:tailEnd/>
            </a:ln>
          </p:spPr>
          <p:txBody>
            <a:bodyPr lIns="96000" tIns="0" rIns="96000" bIns="0" anchor="ctr">
              <a:spAutoFit/>
            </a:bodyPr>
            <a:lstStyle/>
            <a:p>
              <a:pPr algn="ctr"/>
              <a:endParaRPr lang="pt-BR" sz="2400"/>
            </a:p>
          </p:txBody>
        </p:sp>
        <p:sp>
          <p:nvSpPr>
            <p:cNvPr id="423" name="Rectangle 281"/>
            <p:cNvSpPr>
              <a:spLocks noChangeArrowheads="1"/>
            </p:cNvSpPr>
            <p:nvPr/>
          </p:nvSpPr>
          <p:spPr bwMode="auto">
            <a:xfrm>
              <a:off x="4536" y="825"/>
              <a:ext cx="140" cy="14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24" name="Rectangle 282"/>
            <p:cNvSpPr>
              <a:spLocks noChangeArrowheads="1"/>
            </p:cNvSpPr>
            <p:nvPr/>
          </p:nvSpPr>
          <p:spPr bwMode="auto">
            <a:xfrm>
              <a:off x="4209" y="964"/>
              <a:ext cx="94" cy="7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25" name="Rectangle 283"/>
            <p:cNvSpPr>
              <a:spLocks noChangeArrowheads="1"/>
            </p:cNvSpPr>
            <p:nvPr/>
          </p:nvSpPr>
          <p:spPr bwMode="auto">
            <a:xfrm>
              <a:off x="3929" y="1103"/>
              <a:ext cx="94" cy="7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26" name="Rectangle 284"/>
            <p:cNvSpPr>
              <a:spLocks noChangeArrowheads="1"/>
            </p:cNvSpPr>
            <p:nvPr/>
          </p:nvSpPr>
          <p:spPr bwMode="auto">
            <a:xfrm>
              <a:off x="3836" y="686"/>
              <a:ext cx="140" cy="14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27" name="Rectangle 285"/>
            <p:cNvSpPr>
              <a:spLocks noChangeArrowheads="1"/>
            </p:cNvSpPr>
            <p:nvPr/>
          </p:nvSpPr>
          <p:spPr bwMode="auto">
            <a:xfrm>
              <a:off x="4373" y="1103"/>
              <a:ext cx="210" cy="14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28" name="Rectangle 286"/>
            <p:cNvSpPr>
              <a:spLocks noChangeArrowheads="1"/>
            </p:cNvSpPr>
            <p:nvPr/>
          </p:nvSpPr>
          <p:spPr bwMode="auto">
            <a:xfrm>
              <a:off x="4303" y="617"/>
              <a:ext cx="93" cy="14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29" name="Rectangle 287"/>
            <p:cNvSpPr>
              <a:spLocks noChangeArrowheads="1"/>
            </p:cNvSpPr>
            <p:nvPr/>
          </p:nvSpPr>
          <p:spPr bwMode="auto">
            <a:xfrm>
              <a:off x="4606" y="652"/>
              <a:ext cx="94" cy="7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430" name="AutoShape 288"/>
            <p:cNvCxnSpPr>
              <a:cxnSpLocks noChangeShapeType="1"/>
              <a:stCxn id="426" idx="3"/>
              <a:endCxn id="428" idx="1"/>
            </p:cNvCxnSpPr>
            <p:nvPr/>
          </p:nvCxnSpPr>
          <p:spPr bwMode="auto">
            <a:xfrm flipV="1">
              <a:off x="3976" y="688"/>
              <a:ext cx="327" cy="70"/>
            </a:xfrm>
            <a:prstGeom prst="straightConnector1">
              <a:avLst/>
            </a:prstGeom>
            <a:grpFill/>
            <a:ln w="12700">
              <a:solidFill>
                <a:schemeClr val="bg1">
                  <a:lumMod val="95000"/>
                </a:schemeClr>
              </a:solidFill>
              <a:round/>
              <a:headEnd/>
              <a:tailEnd type="triangle" w="sm" len="lg"/>
            </a:ln>
          </p:spPr>
        </p:cxnSp>
        <p:cxnSp>
          <p:nvCxnSpPr>
            <p:cNvPr id="431" name="AutoShape 289"/>
            <p:cNvCxnSpPr>
              <a:cxnSpLocks noChangeShapeType="1"/>
              <a:stCxn id="425" idx="3"/>
              <a:endCxn id="424" idx="1"/>
            </p:cNvCxnSpPr>
            <p:nvPr/>
          </p:nvCxnSpPr>
          <p:spPr bwMode="auto">
            <a:xfrm flipV="1">
              <a:off x="4023" y="1001"/>
              <a:ext cx="186" cy="139"/>
            </a:xfrm>
            <a:prstGeom prst="straightConnector1">
              <a:avLst/>
            </a:prstGeom>
            <a:grpFill/>
            <a:ln w="12700">
              <a:solidFill>
                <a:schemeClr val="bg1">
                  <a:lumMod val="95000"/>
                </a:schemeClr>
              </a:solidFill>
              <a:round/>
              <a:headEnd/>
              <a:tailEnd type="triangle" w="sm" len="lg"/>
            </a:ln>
          </p:spPr>
        </p:cxnSp>
        <p:cxnSp>
          <p:nvCxnSpPr>
            <p:cNvPr id="432" name="AutoShape 290"/>
            <p:cNvCxnSpPr>
              <a:cxnSpLocks noChangeShapeType="1"/>
              <a:stCxn id="424" idx="2"/>
              <a:endCxn id="427" idx="1"/>
            </p:cNvCxnSpPr>
            <p:nvPr/>
          </p:nvCxnSpPr>
          <p:spPr bwMode="auto">
            <a:xfrm>
              <a:off x="4256" y="1037"/>
              <a:ext cx="117" cy="138"/>
            </a:xfrm>
            <a:prstGeom prst="straightConnector1">
              <a:avLst/>
            </a:prstGeom>
            <a:grpFill/>
            <a:ln w="12700">
              <a:solidFill>
                <a:schemeClr val="bg1">
                  <a:lumMod val="95000"/>
                </a:schemeClr>
              </a:solidFill>
              <a:round/>
              <a:headEnd/>
              <a:tailEnd type="triangle" w="sm" len="lg"/>
            </a:ln>
          </p:spPr>
        </p:cxnSp>
        <p:cxnSp>
          <p:nvCxnSpPr>
            <p:cNvPr id="433" name="AutoShape 291"/>
            <p:cNvCxnSpPr>
              <a:cxnSpLocks noChangeShapeType="1"/>
              <a:stCxn id="424" idx="0"/>
              <a:endCxn id="428" idx="2"/>
            </p:cNvCxnSpPr>
            <p:nvPr/>
          </p:nvCxnSpPr>
          <p:spPr bwMode="auto">
            <a:xfrm flipV="1">
              <a:off x="4256" y="759"/>
              <a:ext cx="94" cy="205"/>
            </a:xfrm>
            <a:prstGeom prst="straightConnector1">
              <a:avLst/>
            </a:prstGeom>
            <a:grpFill/>
            <a:ln w="12700">
              <a:solidFill>
                <a:schemeClr val="bg1">
                  <a:lumMod val="95000"/>
                </a:schemeClr>
              </a:solidFill>
              <a:round/>
              <a:headEnd/>
              <a:tailEnd type="triangle" w="sm" len="lg"/>
            </a:ln>
          </p:spPr>
        </p:cxnSp>
        <p:cxnSp>
          <p:nvCxnSpPr>
            <p:cNvPr id="434" name="AutoShape 292"/>
            <p:cNvCxnSpPr>
              <a:cxnSpLocks noChangeShapeType="1"/>
              <a:stCxn id="428" idx="3"/>
              <a:endCxn id="429" idx="1"/>
            </p:cNvCxnSpPr>
            <p:nvPr/>
          </p:nvCxnSpPr>
          <p:spPr bwMode="auto">
            <a:xfrm>
              <a:off x="4396" y="688"/>
              <a:ext cx="210" cy="0"/>
            </a:xfrm>
            <a:prstGeom prst="straightConnector1">
              <a:avLst/>
            </a:prstGeom>
            <a:grpFill/>
            <a:ln w="12700">
              <a:solidFill>
                <a:schemeClr val="bg1">
                  <a:lumMod val="95000"/>
                </a:schemeClr>
              </a:solidFill>
              <a:round/>
              <a:headEnd/>
              <a:tailEnd type="triangle" w="sm" len="lg"/>
            </a:ln>
          </p:spPr>
        </p:cxnSp>
        <p:cxnSp>
          <p:nvCxnSpPr>
            <p:cNvPr id="435" name="AutoShape 293"/>
            <p:cNvCxnSpPr>
              <a:cxnSpLocks noChangeShapeType="1"/>
              <a:stCxn id="427" idx="0"/>
              <a:endCxn id="423" idx="2"/>
            </p:cNvCxnSpPr>
            <p:nvPr/>
          </p:nvCxnSpPr>
          <p:spPr bwMode="auto">
            <a:xfrm flipV="1">
              <a:off x="4478" y="968"/>
              <a:ext cx="128" cy="135"/>
            </a:xfrm>
            <a:prstGeom prst="straightConnector1">
              <a:avLst/>
            </a:prstGeom>
            <a:grpFill/>
            <a:ln w="12700">
              <a:solidFill>
                <a:schemeClr val="bg1">
                  <a:lumMod val="95000"/>
                </a:schemeClr>
              </a:solidFill>
              <a:round/>
              <a:headEnd/>
              <a:tailEnd type="triangle" w="sm" len="lg"/>
            </a:ln>
          </p:spPr>
        </p:cxnSp>
        <p:cxnSp>
          <p:nvCxnSpPr>
            <p:cNvPr id="436" name="AutoShape 294"/>
            <p:cNvCxnSpPr>
              <a:cxnSpLocks noChangeShapeType="1"/>
              <a:stCxn id="423" idx="0"/>
              <a:endCxn id="429" idx="2"/>
            </p:cNvCxnSpPr>
            <p:nvPr/>
          </p:nvCxnSpPr>
          <p:spPr bwMode="auto">
            <a:xfrm flipV="1">
              <a:off x="4606" y="724"/>
              <a:ext cx="47" cy="101"/>
            </a:xfrm>
            <a:prstGeom prst="straightConnector1">
              <a:avLst/>
            </a:prstGeom>
            <a:grpFill/>
            <a:ln w="12700">
              <a:solidFill>
                <a:schemeClr val="bg1">
                  <a:lumMod val="95000"/>
                </a:schemeClr>
              </a:solidFill>
              <a:round/>
              <a:headEnd/>
              <a:tailEnd type="triangle" w="sm" len="lg"/>
            </a:ln>
          </p:spPr>
        </p:cxnSp>
        <p:cxnSp>
          <p:nvCxnSpPr>
            <p:cNvPr id="437" name="AutoShape 295"/>
            <p:cNvCxnSpPr>
              <a:cxnSpLocks noChangeShapeType="1"/>
              <a:stCxn id="427" idx="3"/>
            </p:cNvCxnSpPr>
            <p:nvPr/>
          </p:nvCxnSpPr>
          <p:spPr bwMode="auto">
            <a:xfrm>
              <a:off x="4583" y="1175"/>
              <a:ext cx="163" cy="69"/>
            </a:xfrm>
            <a:prstGeom prst="straightConnector1">
              <a:avLst/>
            </a:prstGeom>
            <a:grpFill/>
            <a:ln w="12700">
              <a:solidFill>
                <a:schemeClr val="bg1">
                  <a:lumMod val="95000"/>
                </a:schemeClr>
              </a:solidFill>
              <a:round/>
              <a:headEnd/>
              <a:tailEnd type="triangle" w="sm" len="lg"/>
            </a:ln>
          </p:spPr>
        </p:cxnSp>
        <p:cxnSp>
          <p:nvCxnSpPr>
            <p:cNvPr id="438" name="AutoShape 296"/>
            <p:cNvCxnSpPr>
              <a:cxnSpLocks noChangeShapeType="1"/>
              <a:stCxn id="424" idx="3"/>
              <a:endCxn id="423" idx="1"/>
            </p:cNvCxnSpPr>
            <p:nvPr/>
          </p:nvCxnSpPr>
          <p:spPr bwMode="auto">
            <a:xfrm flipV="1">
              <a:off x="4303" y="897"/>
              <a:ext cx="233" cy="104"/>
            </a:xfrm>
            <a:prstGeom prst="straightConnector1">
              <a:avLst/>
            </a:prstGeom>
            <a:grpFill/>
            <a:ln w="12700">
              <a:solidFill>
                <a:schemeClr val="bg1">
                  <a:lumMod val="95000"/>
                </a:schemeClr>
              </a:solidFill>
              <a:round/>
              <a:headEnd/>
              <a:tailEnd type="triangle" w="sm" len="lg"/>
            </a:ln>
          </p:spPr>
        </p:cxnSp>
      </p:grpSp>
      <p:sp>
        <p:nvSpPr>
          <p:cNvPr id="383" name="Text Box 361"/>
          <p:cNvSpPr txBox="1">
            <a:spLocks noChangeArrowheads="1"/>
          </p:cNvSpPr>
          <p:nvPr/>
        </p:nvSpPr>
        <p:spPr bwMode="auto">
          <a:xfrm rot="21383165">
            <a:off x="8800785" y="2803002"/>
            <a:ext cx="2775119" cy="502766"/>
          </a:xfrm>
          <a:prstGeom prst="rect">
            <a:avLst/>
          </a:prstGeom>
          <a:solidFill>
            <a:srgbClr val="FF7400"/>
          </a:solidFill>
          <a:ln w="9525" algn="ctr">
            <a:noFill/>
            <a:miter lim="800000"/>
            <a:headEnd/>
            <a:tailEnd/>
          </a:ln>
        </p:spPr>
        <p:txBody>
          <a:bodyPr wrap="none">
            <a:spAutoFit/>
          </a:bodyPr>
          <a:lstStyle>
            <a:defPPr>
              <a:defRPr lang="pt-BR"/>
            </a:defPPr>
            <a:lvl1pPr algn="ctr">
              <a:defRPr sz="2000"/>
            </a:lvl1pPr>
          </a:lstStyle>
          <a:p>
            <a:r>
              <a:rPr lang="pt-BR" sz="2667" dirty="0">
                <a:solidFill>
                  <a:schemeClr val="bg1"/>
                </a:solidFill>
                <a:latin typeface="Lato" pitchFamily="34" charset="0"/>
              </a:rPr>
              <a:t>Processo padrão</a:t>
            </a:r>
          </a:p>
        </p:txBody>
      </p:sp>
      <p:sp>
        <p:nvSpPr>
          <p:cNvPr id="439" name="Text Box 361"/>
          <p:cNvSpPr txBox="1">
            <a:spLocks noChangeArrowheads="1"/>
          </p:cNvSpPr>
          <p:nvPr/>
        </p:nvSpPr>
        <p:spPr bwMode="auto">
          <a:xfrm rot="21383165">
            <a:off x="8397094" y="674531"/>
            <a:ext cx="3534942" cy="502766"/>
          </a:xfrm>
          <a:prstGeom prst="rect">
            <a:avLst/>
          </a:prstGeom>
          <a:solidFill>
            <a:srgbClr val="FF7400"/>
          </a:solidFill>
          <a:ln w="9525" algn="ctr">
            <a:noFill/>
            <a:miter lim="800000"/>
            <a:headEnd/>
            <a:tailEnd/>
          </a:ln>
        </p:spPr>
        <p:txBody>
          <a:bodyPr wrap="none">
            <a:spAutoFit/>
          </a:bodyPr>
          <a:lstStyle>
            <a:defPPr>
              <a:defRPr lang="pt-BR"/>
            </a:defPPr>
            <a:lvl1pPr algn="ctr">
              <a:defRPr sz="2000"/>
            </a:lvl1pPr>
          </a:lstStyle>
          <a:p>
            <a:r>
              <a:rPr lang="pt-BR" sz="2667" dirty="0">
                <a:solidFill>
                  <a:schemeClr val="bg1"/>
                </a:solidFill>
                <a:latin typeface="Lato" pitchFamily="34" charset="0"/>
              </a:rPr>
              <a:t>Modelo de Referência</a:t>
            </a:r>
          </a:p>
        </p:txBody>
      </p:sp>
      <p:sp>
        <p:nvSpPr>
          <p:cNvPr id="440" name="Text Box 359"/>
          <p:cNvSpPr txBox="1">
            <a:spLocks noChangeArrowheads="1"/>
          </p:cNvSpPr>
          <p:nvPr/>
        </p:nvSpPr>
        <p:spPr bwMode="auto">
          <a:xfrm>
            <a:off x="3200846" y="747661"/>
            <a:ext cx="5163184" cy="410433"/>
          </a:xfrm>
          <a:prstGeom prst="rect">
            <a:avLst/>
          </a:prstGeom>
          <a:solidFill>
            <a:srgbClr val="4D4D4D"/>
          </a:solidFill>
          <a:ln w="3175">
            <a:noFill/>
            <a:miter lim="800000"/>
            <a:headEnd/>
            <a:tailEnd/>
          </a:ln>
        </p:spPr>
        <p:txBody>
          <a:bodyPr wrap="none" lIns="96000" tIns="0" rIns="96000" bIns="0">
            <a:spAutoFit/>
          </a:bodyPr>
          <a:lstStyle/>
          <a:p>
            <a:pPr algn="ctr"/>
            <a:r>
              <a:rPr lang="pt-BR" sz="2667" dirty="0">
                <a:solidFill>
                  <a:schemeClr val="bg1"/>
                </a:solidFill>
                <a:latin typeface="Lato" pitchFamily="34" charset="0"/>
              </a:rPr>
              <a:t>Modelos de referência genéricos</a:t>
            </a:r>
          </a:p>
        </p:txBody>
      </p:sp>
      <p:pic>
        <p:nvPicPr>
          <p:cNvPr id="441" name="Picture 363"/>
          <p:cNvPicPr>
            <a:picLocks noChangeAspect="1" noChangeArrowheads="1"/>
          </p:cNvPicPr>
          <p:nvPr/>
        </p:nvPicPr>
        <p:blipFill>
          <a:blip r:embed="rId3" cstate="print"/>
          <a:srcRect/>
          <a:stretch>
            <a:fillRect/>
          </a:stretch>
        </p:blipFill>
        <p:spPr bwMode="auto">
          <a:xfrm>
            <a:off x="431372" y="1299724"/>
            <a:ext cx="3650945" cy="1227809"/>
          </a:xfrm>
          <a:prstGeom prst="rect">
            <a:avLst/>
          </a:prstGeom>
          <a:noFill/>
          <a:ln w="38100">
            <a:noFill/>
            <a:miter lim="800000"/>
            <a:headEnd/>
            <a:tailEnd/>
          </a:ln>
        </p:spPr>
      </p:pic>
    </p:spTree>
    <p:extLst>
      <p:ext uri="{BB962C8B-B14F-4D97-AF65-F5344CB8AC3E}">
        <p14:creationId xmlns:p14="http://schemas.microsoft.com/office/powerpoint/2010/main" val="3833346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solidFill>
            <a:schemeClr val="bg1"/>
          </a:solidFill>
        </p:spPr>
        <p:txBody>
          <a:bodyPr>
            <a:normAutofit fontScale="90000"/>
          </a:bodyPr>
          <a:lstStyle/>
          <a:p>
            <a:br>
              <a:rPr lang="pt-BR" dirty="0"/>
            </a:br>
            <a:r>
              <a:rPr lang="pt-BR" dirty="0"/>
              <a:t>Exemplo de modelos de referência específicos de PDP</a:t>
            </a:r>
            <a:br>
              <a:rPr lang="pt-BR" dirty="0"/>
            </a:br>
            <a:endParaRPr lang="pt-BR" dirty="0"/>
          </a:p>
        </p:txBody>
      </p:sp>
      <p:sp>
        <p:nvSpPr>
          <p:cNvPr id="5" name="Retângulo 4"/>
          <p:cNvSpPr/>
          <p:nvPr/>
        </p:nvSpPr>
        <p:spPr>
          <a:xfrm>
            <a:off x="5464437" y="5816877"/>
            <a:ext cx="6408767" cy="830997"/>
          </a:xfrm>
          <a:prstGeom prst="rect">
            <a:avLst/>
          </a:prstGeom>
        </p:spPr>
        <p:txBody>
          <a:bodyPr wrap="square">
            <a:spAutoFit/>
          </a:bodyPr>
          <a:lstStyle/>
          <a:p>
            <a:pPr algn="r"/>
            <a:r>
              <a:rPr lang="pt-BR" sz="2400" dirty="0">
                <a:solidFill>
                  <a:srgbClr val="595959"/>
                </a:solidFill>
                <a:latin typeface="Lato" pitchFamily="34" charset="0"/>
              </a:rPr>
              <a:t>http://www.managementexchange.com/story/inside-whirlpools-innovation-machine</a:t>
            </a:r>
          </a:p>
        </p:txBody>
      </p:sp>
      <p:sp>
        <p:nvSpPr>
          <p:cNvPr id="8" name="Retângulo 7"/>
          <p:cNvSpPr/>
          <p:nvPr/>
        </p:nvSpPr>
        <p:spPr>
          <a:xfrm>
            <a:off x="1967541" y="1167329"/>
            <a:ext cx="7831448" cy="502766"/>
          </a:xfrm>
          <a:prstGeom prst="rect">
            <a:avLst/>
          </a:prstGeom>
        </p:spPr>
        <p:txBody>
          <a:bodyPr wrap="square">
            <a:spAutoFit/>
          </a:bodyPr>
          <a:lstStyle/>
          <a:p>
            <a:pPr algn="ctr"/>
            <a:r>
              <a:rPr lang="pt-BR" sz="2667" dirty="0">
                <a:solidFill>
                  <a:srgbClr val="595959"/>
                </a:solidFill>
                <a:latin typeface="Lato" pitchFamily="34" charset="0"/>
              </a:rPr>
              <a:t>Processo de desenvolvimento de produtos</a:t>
            </a:r>
          </a:p>
        </p:txBody>
      </p:sp>
      <p:sp>
        <p:nvSpPr>
          <p:cNvPr id="9" name="Retângulo 8"/>
          <p:cNvSpPr/>
          <p:nvPr/>
        </p:nvSpPr>
        <p:spPr>
          <a:xfrm>
            <a:off x="4099651" y="495254"/>
            <a:ext cx="4012572" cy="502766"/>
          </a:xfrm>
          <a:prstGeom prst="rect">
            <a:avLst/>
          </a:prstGeom>
        </p:spPr>
        <p:txBody>
          <a:bodyPr wrap="square">
            <a:spAutoFit/>
          </a:bodyPr>
          <a:lstStyle/>
          <a:p>
            <a:r>
              <a:rPr lang="pt-BR" sz="2667" dirty="0">
                <a:solidFill>
                  <a:srgbClr val="595959"/>
                </a:solidFill>
                <a:latin typeface="Lato" pitchFamily="34" charset="0"/>
              </a:rPr>
              <a:t>Processo de inovação</a:t>
            </a:r>
          </a:p>
        </p:txBody>
      </p:sp>
      <p:sp>
        <p:nvSpPr>
          <p:cNvPr id="10" name="Chave direita 9"/>
          <p:cNvSpPr/>
          <p:nvPr/>
        </p:nvSpPr>
        <p:spPr>
          <a:xfrm rot="16200000">
            <a:off x="6834178" y="331069"/>
            <a:ext cx="444556" cy="3184039"/>
          </a:xfrm>
          <a:prstGeom prst="rightBrace">
            <a:avLst>
              <a:gd name="adj1" fmla="val 67503"/>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sz="2400">
              <a:latin typeface="Lato" pitchFamily="34" charset="0"/>
            </a:endParaRPr>
          </a:p>
        </p:txBody>
      </p:sp>
      <p:sp>
        <p:nvSpPr>
          <p:cNvPr id="11" name="Chave direita 10"/>
          <p:cNvSpPr/>
          <p:nvPr/>
        </p:nvSpPr>
        <p:spPr>
          <a:xfrm rot="16200000">
            <a:off x="5726500" y="-2341540"/>
            <a:ext cx="313531" cy="6915533"/>
          </a:xfrm>
          <a:prstGeom prst="rightBrace">
            <a:avLst>
              <a:gd name="adj1" fmla="val 67503"/>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sz="2400">
              <a:latin typeface="Lato" pitchFamily="34" charset="0"/>
            </a:endParaRPr>
          </a:p>
        </p:txBody>
      </p:sp>
      <p:sp>
        <p:nvSpPr>
          <p:cNvPr id="12" name="Retângulo 11"/>
          <p:cNvSpPr/>
          <p:nvPr/>
        </p:nvSpPr>
        <p:spPr>
          <a:xfrm>
            <a:off x="5073010" y="2068874"/>
            <a:ext cx="4767407" cy="502766"/>
          </a:xfrm>
          <a:prstGeom prst="rect">
            <a:avLst/>
          </a:prstGeom>
        </p:spPr>
        <p:txBody>
          <a:bodyPr wrap="square">
            <a:spAutoFit/>
          </a:bodyPr>
          <a:lstStyle/>
          <a:p>
            <a:pPr algn="ctr"/>
            <a:r>
              <a:rPr lang="pt-BR" sz="2667" dirty="0">
                <a:solidFill>
                  <a:srgbClr val="595959"/>
                </a:solidFill>
                <a:latin typeface="Lato" pitchFamily="34" charset="0"/>
              </a:rPr>
              <a:t>“</a:t>
            </a:r>
            <a:r>
              <a:rPr lang="pt-BR" sz="2667" dirty="0" err="1">
                <a:solidFill>
                  <a:srgbClr val="595959"/>
                </a:solidFill>
                <a:latin typeface="Lato" pitchFamily="34" charset="0"/>
              </a:rPr>
              <a:t>Concept</a:t>
            </a:r>
            <a:r>
              <a:rPr lang="pt-BR" sz="2667" dirty="0">
                <a:solidFill>
                  <a:srgbClr val="595959"/>
                </a:solidFill>
                <a:latin typeface="Lato" pitchFamily="34" charset="0"/>
              </a:rPr>
              <a:t> </a:t>
            </a:r>
            <a:r>
              <a:rPr lang="pt-BR" sz="2667" dirty="0" err="1">
                <a:solidFill>
                  <a:srgbClr val="595959"/>
                </a:solidFill>
                <a:latin typeface="Lato" pitchFamily="34" charset="0"/>
              </a:rPr>
              <a:t>to</a:t>
            </a:r>
            <a:r>
              <a:rPr lang="pt-BR" sz="2667" dirty="0">
                <a:solidFill>
                  <a:srgbClr val="595959"/>
                </a:solidFill>
                <a:latin typeface="Lato" pitchFamily="34" charset="0"/>
              </a:rPr>
              <a:t> </a:t>
            </a:r>
            <a:r>
              <a:rPr lang="pt-BR" sz="2667" dirty="0" err="1">
                <a:solidFill>
                  <a:srgbClr val="595959"/>
                </a:solidFill>
                <a:latin typeface="Lato" pitchFamily="34" charset="0"/>
              </a:rPr>
              <a:t>Consumer</a:t>
            </a:r>
            <a:r>
              <a:rPr lang="pt-BR" sz="2667" dirty="0">
                <a:solidFill>
                  <a:srgbClr val="595959"/>
                </a:solidFill>
                <a:latin typeface="Lato" pitchFamily="34" charset="0"/>
              </a:rPr>
              <a:t>” (C2C)</a:t>
            </a:r>
          </a:p>
        </p:txBody>
      </p:sp>
      <p:pic>
        <p:nvPicPr>
          <p:cNvPr id="13" name="Imagem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8341" y="3339747"/>
            <a:ext cx="2085800" cy="2105477"/>
          </a:xfrm>
          <a:prstGeom prst="rect">
            <a:avLst/>
          </a:prstGeom>
        </p:spPr>
      </p:pic>
      <p:pic>
        <p:nvPicPr>
          <p:cNvPr id="16" name="Picture 7" descr="http://www.managementexchange.com/sites/default/files/media/posts/wysiwyg/whirlpool-machine-4-60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9349" y="2084851"/>
            <a:ext cx="7620000" cy="410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3447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
          <p:cNvSpPr>
            <a:spLocks noChangeArrowheads="1"/>
          </p:cNvSpPr>
          <p:nvPr/>
        </p:nvSpPr>
        <p:spPr bwMode="auto">
          <a:xfrm>
            <a:off x="2351585" y="0"/>
            <a:ext cx="6336703" cy="6858000"/>
          </a:xfrm>
          <a:prstGeom prst="triangle">
            <a:avLst>
              <a:gd name="adj" fmla="val 50000"/>
            </a:avLst>
          </a:prstGeom>
          <a:solidFill>
            <a:schemeClr val="bg1">
              <a:lumMod val="85000"/>
            </a:schemeClr>
          </a:solidFill>
          <a:ln w="9525" algn="ctr">
            <a:solidFill>
              <a:srgbClr val="595959"/>
            </a:solidFill>
            <a:miter lim="800000"/>
            <a:headEnd/>
            <a:tailEnd/>
          </a:ln>
        </p:spPr>
        <p:txBody>
          <a:bodyPr anchor="ctr">
            <a:noAutofit/>
          </a:bodyPr>
          <a:lstStyle/>
          <a:p>
            <a:endParaRPr lang="pt-BR" sz="2400">
              <a:latin typeface="Lato" pitchFamily="34" charset="0"/>
            </a:endParaRPr>
          </a:p>
        </p:txBody>
      </p:sp>
      <p:pic>
        <p:nvPicPr>
          <p:cNvPr id="5" name="Picture 4"/>
          <p:cNvPicPr>
            <a:picLocks noChangeAspect="1" noChangeArrowheads="1"/>
          </p:cNvPicPr>
          <p:nvPr/>
        </p:nvPicPr>
        <p:blipFill>
          <a:blip r:embed="rId3" cstate="print"/>
          <a:srcRect/>
          <a:stretch>
            <a:fillRect/>
          </a:stretch>
        </p:blipFill>
        <p:spPr bwMode="auto">
          <a:xfrm>
            <a:off x="4655839" y="0"/>
            <a:ext cx="1728192" cy="581405"/>
          </a:xfrm>
          <a:prstGeom prst="rect">
            <a:avLst/>
          </a:prstGeom>
          <a:noFill/>
          <a:ln w="38100">
            <a:noFill/>
            <a:miter lim="800000"/>
            <a:headEnd/>
            <a:tailEnd/>
          </a:ln>
        </p:spPr>
      </p:pic>
      <p:sp>
        <p:nvSpPr>
          <p:cNvPr id="260" name="Text Box 370"/>
          <p:cNvSpPr txBox="1">
            <a:spLocks noChangeArrowheads="1"/>
          </p:cNvSpPr>
          <p:nvPr/>
        </p:nvSpPr>
        <p:spPr bwMode="auto">
          <a:xfrm>
            <a:off x="210259" y="913273"/>
            <a:ext cx="1910871" cy="461665"/>
          </a:xfrm>
          <a:prstGeom prst="rect">
            <a:avLst/>
          </a:prstGeom>
          <a:noFill/>
          <a:ln w="9525" algn="ctr">
            <a:noFill/>
            <a:miter lim="800000"/>
            <a:headEnd/>
            <a:tailEnd/>
          </a:ln>
        </p:spPr>
        <p:txBody>
          <a:bodyPr wrap="square">
            <a:spAutoFit/>
          </a:bodyPr>
          <a:lstStyle/>
          <a:p>
            <a:r>
              <a:rPr lang="pt-BR" sz="2400" dirty="0">
                <a:solidFill>
                  <a:srgbClr val="595959"/>
                </a:solidFill>
                <a:latin typeface="Lato" pitchFamily="34" charset="0"/>
              </a:rPr>
              <a:t>Diagramas</a:t>
            </a:r>
          </a:p>
        </p:txBody>
      </p:sp>
      <p:sp>
        <p:nvSpPr>
          <p:cNvPr id="261" name="Text Box 371"/>
          <p:cNvSpPr txBox="1">
            <a:spLocks noChangeArrowheads="1"/>
          </p:cNvSpPr>
          <p:nvPr/>
        </p:nvSpPr>
        <p:spPr bwMode="auto">
          <a:xfrm>
            <a:off x="1583499" y="1573637"/>
            <a:ext cx="2697656" cy="461665"/>
          </a:xfrm>
          <a:prstGeom prst="rect">
            <a:avLst/>
          </a:prstGeom>
          <a:noFill/>
          <a:ln w="9525" algn="ctr">
            <a:noFill/>
            <a:miter lim="800000"/>
            <a:headEnd/>
            <a:tailEnd/>
          </a:ln>
        </p:spPr>
        <p:txBody>
          <a:bodyPr wrap="square">
            <a:spAutoFit/>
          </a:bodyPr>
          <a:lstStyle/>
          <a:p>
            <a:r>
              <a:rPr lang="pt-BR" sz="2400" dirty="0">
                <a:solidFill>
                  <a:srgbClr val="595959"/>
                </a:solidFill>
                <a:latin typeface="Lato" pitchFamily="34" charset="0"/>
              </a:rPr>
              <a:t>Instruções gerais</a:t>
            </a:r>
          </a:p>
        </p:txBody>
      </p:sp>
      <p:grpSp>
        <p:nvGrpSpPr>
          <p:cNvPr id="246" name="Group 372"/>
          <p:cNvGrpSpPr>
            <a:grpSpLocks/>
          </p:cNvGrpSpPr>
          <p:nvPr/>
        </p:nvGrpSpPr>
        <p:grpSpPr bwMode="auto">
          <a:xfrm>
            <a:off x="3791745" y="2789603"/>
            <a:ext cx="1115671" cy="1119451"/>
            <a:chOff x="1580" y="2284"/>
            <a:chExt cx="590" cy="466"/>
          </a:xfrm>
          <a:solidFill>
            <a:srgbClr val="FF0000"/>
          </a:solidFill>
        </p:grpSpPr>
        <p:grpSp>
          <p:nvGrpSpPr>
            <p:cNvPr id="247" name="Group 373"/>
            <p:cNvGrpSpPr>
              <a:grpSpLocks/>
            </p:cNvGrpSpPr>
            <p:nvPr/>
          </p:nvGrpSpPr>
          <p:grpSpPr bwMode="auto">
            <a:xfrm>
              <a:off x="1580" y="2284"/>
              <a:ext cx="267" cy="265"/>
              <a:chOff x="1248" y="1687"/>
              <a:chExt cx="267" cy="265"/>
            </a:xfrm>
            <a:grpFill/>
          </p:grpSpPr>
          <p:sp>
            <p:nvSpPr>
              <p:cNvPr id="272" name="AutoShape 374"/>
              <p:cNvSpPr>
                <a:spLocks noChangeArrowheads="1"/>
              </p:cNvSpPr>
              <p:nvPr/>
            </p:nvSpPr>
            <p:spPr bwMode="auto">
              <a:xfrm>
                <a:off x="1248" y="1687"/>
                <a:ext cx="100" cy="66"/>
              </a:xfrm>
              <a:prstGeom prst="flowChartAlternateProcess">
                <a:avLst/>
              </a:prstGeom>
              <a:grpFill/>
              <a:ln w="9525">
                <a:solidFill>
                  <a:srgbClr val="000000"/>
                </a:solidFill>
                <a:miter lim="800000"/>
                <a:headEnd/>
                <a:tailEnd/>
              </a:ln>
            </p:spPr>
            <p:txBody>
              <a:bodyPr wrap="none" anchor="ctr"/>
              <a:lstStyle/>
              <a:p>
                <a:endParaRPr lang="pt-BR" sz="2400">
                  <a:latin typeface="Lato" pitchFamily="34" charset="0"/>
                </a:endParaRPr>
              </a:p>
            </p:txBody>
          </p:sp>
          <p:sp>
            <p:nvSpPr>
              <p:cNvPr id="273" name="AutoShape 375"/>
              <p:cNvSpPr>
                <a:spLocks noChangeArrowheads="1"/>
              </p:cNvSpPr>
              <p:nvPr/>
            </p:nvSpPr>
            <p:spPr bwMode="auto">
              <a:xfrm>
                <a:off x="1415" y="1687"/>
                <a:ext cx="100" cy="66"/>
              </a:xfrm>
              <a:prstGeom prst="flowChartAlternateProcess">
                <a:avLst/>
              </a:prstGeom>
              <a:grpFill/>
              <a:ln w="9525">
                <a:solidFill>
                  <a:srgbClr val="000000"/>
                </a:solidFill>
                <a:miter lim="800000"/>
                <a:headEnd/>
                <a:tailEnd/>
              </a:ln>
            </p:spPr>
            <p:txBody>
              <a:bodyPr wrap="none" anchor="ctr"/>
              <a:lstStyle/>
              <a:p>
                <a:endParaRPr lang="pt-BR" sz="2400">
                  <a:latin typeface="Lato" pitchFamily="34" charset="0"/>
                </a:endParaRPr>
              </a:p>
            </p:txBody>
          </p:sp>
          <p:sp>
            <p:nvSpPr>
              <p:cNvPr id="274" name="AutoShape 376"/>
              <p:cNvSpPr>
                <a:spLocks noChangeArrowheads="1"/>
              </p:cNvSpPr>
              <p:nvPr/>
            </p:nvSpPr>
            <p:spPr bwMode="auto">
              <a:xfrm>
                <a:off x="1415" y="1786"/>
                <a:ext cx="100" cy="67"/>
              </a:xfrm>
              <a:prstGeom prst="flowChartDecision">
                <a:avLst/>
              </a:prstGeom>
              <a:grpFill/>
              <a:ln w="9525">
                <a:solidFill>
                  <a:srgbClr val="000000"/>
                </a:solidFill>
                <a:miter lim="800000"/>
                <a:headEnd/>
                <a:tailEnd/>
              </a:ln>
            </p:spPr>
            <p:txBody>
              <a:bodyPr wrap="none" anchor="ctr"/>
              <a:lstStyle/>
              <a:p>
                <a:endParaRPr lang="pt-BR" sz="2400">
                  <a:latin typeface="Lato" pitchFamily="34" charset="0"/>
                </a:endParaRPr>
              </a:p>
            </p:txBody>
          </p:sp>
          <p:sp>
            <p:nvSpPr>
              <p:cNvPr id="275" name="AutoShape 377"/>
              <p:cNvSpPr>
                <a:spLocks noChangeArrowheads="1"/>
              </p:cNvSpPr>
              <p:nvPr/>
            </p:nvSpPr>
            <p:spPr bwMode="auto">
              <a:xfrm>
                <a:off x="1415" y="1886"/>
                <a:ext cx="100" cy="66"/>
              </a:xfrm>
              <a:prstGeom prst="flowChartAlternateProcess">
                <a:avLst/>
              </a:prstGeom>
              <a:grpFill/>
              <a:ln w="9525">
                <a:solidFill>
                  <a:srgbClr val="000000"/>
                </a:solidFill>
                <a:miter lim="800000"/>
                <a:headEnd/>
                <a:tailEnd/>
              </a:ln>
            </p:spPr>
            <p:txBody>
              <a:bodyPr wrap="none" anchor="ctr"/>
              <a:lstStyle/>
              <a:p>
                <a:endParaRPr lang="pt-BR" sz="2400">
                  <a:latin typeface="Lato" pitchFamily="34" charset="0"/>
                </a:endParaRPr>
              </a:p>
            </p:txBody>
          </p:sp>
          <p:cxnSp>
            <p:nvCxnSpPr>
              <p:cNvPr id="276" name="AutoShape 378"/>
              <p:cNvCxnSpPr>
                <a:cxnSpLocks noChangeShapeType="1"/>
                <a:stCxn id="272" idx="3"/>
                <a:endCxn id="273" idx="1"/>
              </p:cNvCxnSpPr>
              <p:nvPr/>
            </p:nvCxnSpPr>
            <p:spPr bwMode="auto">
              <a:xfrm>
                <a:off x="1348" y="1720"/>
                <a:ext cx="67" cy="0"/>
              </a:xfrm>
              <a:prstGeom prst="straightConnector1">
                <a:avLst/>
              </a:prstGeom>
              <a:grpFill/>
              <a:ln w="9525">
                <a:solidFill>
                  <a:srgbClr val="000000"/>
                </a:solidFill>
                <a:round/>
                <a:headEnd/>
                <a:tailEnd/>
              </a:ln>
            </p:spPr>
          </p:cxnSp>
          <p:cxnSp>
            <p:nvCxnSpPr>
              <p:cNvPr id="277" name="AutoShape 379"/>
              <p:cNvCxnSpPr>
                <a:cxnSpLocks noChangeShapeType="1"/>
                <a:stCxn id="273" idx="2"/>
                <a:endCxn id="274" idx="0"/>
              </p:cNvCxnSpPr>
              <p:nvPr/>
            </p:nvCxnSpPr>
            <p:spPr bwMode="auto">
              <a:xfrm rot="5400000">
                <a:off x="1448" y="1770"/>
                <a:ext cx="33" cy="0"/>
              </a:xfrm>
              <a:prstGeom prst="straightConnector1">
                <a:avLst/>
              </a:prstGeom>
              <a:grpFill/>
              <a:ln w="9525">
                <a:solidFill>
                  <a:srgbClr val="000000"/>
                </a:solidFill>
                <a:round/>
                <a:headEnd/>
                <a:tailEnd/>
              </a:ln>
            </p:spPr>
          </p:cxnSp>
          <p:cxnSp>
            <p:nvCxnSpPr>
              <p:cNvPr id="278" name="AutoShape 380"/>
              <p:cNvCxnSpPr>
                <a:cxnSpLocks noChangeShapeType="1"/>
                <a:stCxn id="274" idx="2"/>
                <a:endCxn id="275" idx="0"/>
              </p:cNvCxnSpPr>
              <p:nvPr/>
            </p:nvCxnSpPr>
            <p:spPr bwMode="auto">
              <a:xfrm>
                <a:off x="1465" y="1853"/>
                <a:ext cx="0" cy="33"/>
              </a:xfrm>
              <a:prstGeom prst="straightConnector1">
                <a:avLst/>
              </a:prstGeom>
              <a:grpFill/>
              <a:ln w="9525">
                <a:solidFill>
                  <a:srgbClr val="000000"/>
                </a:solidFill>
                <a:round/>
                <a:headEnd/>
                <a:tailEnd/>
              </a:ln>
            </p:spPr>
          </p:cxnSp>
        </p:grpSp>
        <p:grpSp>
          <p:nvGrpSpPr>
            <p:cNvPr id="262" name="Group 381"/>
            <p:cNvGrpSpPr>
              <a:grpSpLocks/>
            </p:cNvGrpSpPr>
            <p:nvPr/>
          </p:nvGrpSpPr>
          <p:grpSpPr bwMode="auto">
            <a:xfrm>
              <a:off x="1903" y="2485"/>
              <a:ext cx="267" cy="265"/>
              <a:chOff x="1248" y="1687"/>
              <a:chExt cx="267" cy="265"/>
            </a:xfrm>
            <a:grpFill/>
          </p:grpSpPr>
          <p:sp>
            <p:nvSpPr>
              <p:cNvPr id="265" name="AutoShape 382"/>
              <p:cNvSpPr>
                <a:spLocks noChangeArrowheads="1"/>
              </p:cNvSpPr>
              <p:nvPr/>
            </p:nvSpPr>
            <p:spPr bwMode="auto">
              <a:xfrm>
                <a:off x="1248" y="1687"/>
                <a:ext cx="100" cy="66"/>
              </a:xfrm>
              <a:prstGeom prst="flowChartAlternateProcess">
                <a:avLst/>
              </a:prstGeom>
              <a:grpFill/>
              <a:ln w="9525">
                <a:solidFill>
                  <a:srgbClr val="000000"/>
                </a:solidFill>
                <a:miter lim="800000"/>
                <a:headEnd/>
                <a:tailEnd/>
              </a:ln>
            </p:spPr>
            <p:txBody>
              <a:bodyPr wrap="none" anchor="ctr"/>
              <a:lstStyle/>
              <a:p>
                <a:endParaRPr lang="pt-BR" sz="2400">
                  <a:latin typeface="Lato" pitchFamily="34" charset="0"/>
                </a:endParaRPr>
              </a:p>
            </p:txBody>
          </p:sp>
          <p:sp>
            <p:nvSpPr>
              <p:cNvPr id="266" name="AutoShape 383"/>
              <p:cNvSpPr>
                <a:spLocks noChangeArrowheads="1"/>
              </p:cNvSpPr>
              <p:nvPr/>
            </p:nvSpPr>
            <p:spPr bwMode="auto">
              <a:xfrm>
                <a:off x="1415" y="1687"/>
                <a:ext cx="100" cy="66"/>
              </a:xfrm>
              <a:prstGeom prst="flowChartAlternateProcess">
                <a:avLst/>
              </a:prstGeom>
              <a:grpFill/>
              <a:ln w="9525">
                <a:solidFill>
                  <a:srgbClr val="000000"/>
                </a:solidFill>
                <a:miter lim="800000"/>
                <a:headEnd/>
                <a:tailEnd/>
              </a:ln>
            </p:spPr>
            <p:txBody>
              <a:bodyPr wrap="none" anchor="ctr"/>
              <a:lstStyle/>
              <a:p>
                <a:endParaRPr lang="pt-BR" sz="2400">
                  <a:latin typeface="Lato" pitchFamily="34" charset="0"/>
                </a:endParaRPr>
              </a:p>
            </p:txBody>
          </p:sp>
          <p:sp>
            <p:nvSpPr>
              <p:cNvPr id="267" name="AutoShape 384"/>
              <p:cNvSpPr>
                <a:spLocks noChangeArrowheads="1"/>
              </p:cNvSpPr>
              <p:nvPr/>
            </p:nvSpPr>
            <p:spPr bwMode="auto">
              <a:xfrm>
                <a:off x="1415" y="1786"/>
                <a:ext cx="100" cy="67"/>
              </a:xfrm>
              <a:prstGeom prst="flowChartDecision">
                <a:avLst/>
              </a:prstGeom>
              <a:grpFill/>
              <a:ln w="9525">
                <a:solidFill>
                  <a:srgbClr val="000000"/>
                </a:solidFill>
                <a:miter lim="800000"/>
                <a:headEnd/>
                <a:tailEnd/>
              </a:ln>
            </p:spPr>
            <p:txBody>
              <a:bodyPr wrap="none" anchor="ctr"/>
              <a:lstStyle/>
              <a:p>
                <a:endParaRPr lang="pt-BR" sz="2400">
                  <a:latin typeface="Lato" pitchFamily="34" charset="0"/>
                </a:endParaRPr>
              </a:p>
            </p:txBody>
          </p:sp>
          <p:sp>
            <p:nvSpPr>
              <p:cNvPr id="268" name="AutoShape 385"/>
              <p:cNvSpPr>
                <a:spLocks noChangeArrowheads="1"/>
              </p:cNvSpPr>
              <p:nvPr/>
            </p:nvSpPr>
            <p:spPr bwMode="auto">
              <a:xfrm>
                <a:off x="1415" y="1886"/>
                <a:ext cx="100" cy="66"/>
              </a:xfrm>
              <a:prstGeom prst="flowChartAlternateProcess">
                <a:avLst/>
              </a:prstGeom>
              <a:grpFill/>
              <a:ln w="9525">
                <a:solidFill>
                  <a:srgbClr val="000000"/>
                </a:solidFill>
                <a:miter lim="800000"/>
                <a:headEnd/>
                <a:tailEnd/>
              </a:ln>
            </p:spPr>
            <p:txBody>
              <a:bodyPr wrap="none" anchor="ctr"/>
              <a:lstStyle/>
              <a:p>
                <a:endParaRPr lang="pt-BR" sz="2400">
                  <a:latin typeface="Lato" pitchFamily="34" charset="0"/>
                </a:endParaRPr>
              </a:p>
            </p:txBody>
          </p:sp>
          <p:cxnSp>
            <p:nvCxnSpPr>
              <p:cNvPr id="269" name="AutoShape 386"/>
              <p:cNvCxnSpPr>
                <a:cxnSpLocks noChangeShapeType="1"/>
                <a:stCxn id="265" idx="3"/>
                <a:endCxn id="266" idx="1"/>
              </p:cNvCxnSpPr>
              <p:nvPr/>
            </p:nvCxnSpPr>
            <p:spPr bwMode="auto">
              <a:xfrm>
                <a:off x="1348" y="1720"/>
                <a:ext cx="67" cy="0"/>
              </a:xfrm>
              <a:prstGeom prst="straightConnector1">
                <a:avLst/>
              </a:prstGeom>
              <a:grpFill/>
              <a:ln w="9525">
                <a:solidFill>
                  <a:srgbClr val="000000"/>
                </a:solidFill>
                <a:round/>
                <a:headEnd/>
                <a:tailEnd/>
              </a:ln>
            </p:spPr>
          </p:cxnSp>
          <p:cxnSp>
            <p:nvCxnSpPr>
              <p:cNvPr id="270" name="AutoShape 387"/>
              <p:cNvCxnSpPr>
                <a:cxnSpLocks noChangeShapeType="1"/>
                <a:stCxn id="266" idx="2"/>
                <a:endCxn id="267" idx="0"/>
              </p:cNvCxnSpPr>
              <p:nvPr/>
            </p:nvCxnSpPr>
            <p:spPr bwMode="auto">
              <a:xfrm rot="5400000">
                <a:off x="1448" y="1770"/>
                <a:ext cx="33" cy="0"/>
              </a:xfrm>
              <a:prstGeom prst="straightConnector1">
                <a:avLst/>
              </a:prstGeom>
              <a:grpFill/>
              <a:ln w="9525">
                <a:solidFill>
                  <a:srgbClr val="000000"/>
                </a:solidFill>
                <a:round/>
                <a:headEnd/>
                <a:tailEnd/>
              </a:ln>
            </p:spPr>
          </p:cxnSp>
          <p:cxnSp>
            <p:nvCxnSpPr>
              <p:cNvPr id="271" name="AutoShape 388"/>
              <p:cNvCxnSpPr>
                <a:cxnSpLocks noChangeShapeType="1"/>
                <a:stCxn id="267" idx="2"/>
                <a:endCxn id="268" idx="0"/>
              </p:cNvCxnSpPr>
              <p:nvPr/>
            </p:nvCxnSpPr>
            <p:spPr bwMode="auto">
              <a:xfrm>
                <a:off x="1465" y="1853"/>
                <a:ext cx="0" cy="33"/>
              </a:xfrm>
              <a:prstGeom prst="straightConnector1">
                <a:avLst/>
              </a:prstGeom>
              <a:grpFill/>
              <a:ln w="9525">
                <a:solidFill>
                  <a:srgbClr val="000000"/>
                </a:solidFill>
                <a:round/>
                <a:headEnd/>
                <a:tailEnd/>
              </a:ln>
            </p:spPr>
          </p:cxnSp>
        </p:grpSp>
      </p:grpSp>
      <p:sp>
        <p:nvSpPr>
          <p:cNvPr id="279" name="Text Box 389"/>
          <p:cNvSpPr txBox="1">
            <a:spLocks noChangeArrowheads="1"/>
          </p:cNvSpPr>
          <p:nvPr/>
        </p:nvSpPr>
        <p:spPr bwMode="auto">
          <a:xfrm>
            <a:off x="3887755" y="4773150"/>
            <a:ext cx="1661668" cy="461665"/>
          </a:xfrm>
          <a:prstGeom prst="rect">
            <a:avLst/>
          </a:prstGeom>
          <a:noFill/>
          <a:ln w="9525" algn="ctr">
            <a:noFill/>
            <a:miter lim="800000"/>
            <a:headEnd/>
            <a:tailEnd/>
          </a:ln>
        </p:spPr>
        <p:txBody>
          <a:bodyPr wrap="square">
            <a:spAutoFit/>
          </a:bodyPr>
          <a:lstStyle/>
          <a:p>
            <a:r>
              <a:rPr lang="pt-BR" sz="2400" dirty="0" err="1">
                <a:solidFill>
                  <a:srgbClr val="595959"/>
                </a:solidFill>
                <a:latin typeface="Lato" pitchFamily="34" charset="0"/>
              </a:rPr>
              <a:t>Templates</a:t>
            </a:r>
            <a:r>
              <a:rPr lang="pt-BR" sz="2400" dirty="0">
                <a:solidFill>
                  <a:srgbClr val="595959"/>
                </a:solidFill>
                <a:latin typeface="Lato" pitchFamily="34" charset="0"/>
              </a:rPr>
              <a:t> </a:t>
            </a:r>
          </a:p>
        </p:txBody>
      </p:sp>
      <p:sp>
        <p:nvSpPr>
          <p:cNvPr id="280" name="Text Box 390"/>
          <p:cNvSpPr txBox="1">
            <a:spLocks noChangeArrowheads="1"/>
          </p:cNvSpPr>
          <p:nvPr/>
        </p:nvSpPr>
        <p:spPr bwMode="auto">
          <a:xfrm>
            <a:off x="5807969" y="1700809"/>
            <a:ext cx="2328492" cy="461665"/>
          </a:xfrm>
          <a:prstGeom prst="rect">
            <a:avLst/>
          </a:prstGeom>
          <a:noFill/>
          <a:ln w="9525" algn="ctr">
            <a:noFill/>
            <a:miter lim="800000"/>
            <a:headEnd/>
            <a:tailEnd/>
          </a:ln>
        </p:spPr>
        <p:txBody>
          <a:bodyPr wrap="square">
            <a:spAutoFit/>
          </a:bodyPr>
          <a:lstStyle/>
          <a:p>
            <a:r>
              <a:rPr lang="pt-BR" sz="2400" dirty="0">
                <a:solidFill>
                  <a:srgbClr val="595959"/>
                </a:solidFill>
                <a:latin typeface="Lato" pitchFamily="34" charset="0"/>
              </a:rPr>
              <a:t>Responsáveis </a:t>
            </a:r>
          </a:p>
        </p:txBody>
      </p:sp>
      <p:sp>
        <p:nvSpPr>
          <p:cNvPr id="281" name="Text Box 391"/>
          <p:cNvSpPr txBox="1">
            <a:spLocks noChangeArrowheads="1"/>
          </p:cNvSpPr>
          <p:nvPr/>
        </p:nvSpPr>
        <p:spPr bwMode="auto">
          <a:xfrm>
            <a:off x="5973419" y="3140969"/>
            <a:ext cx="2138805" cy="461665"/>
          </a:xfrm>
          <a:prstGeom prst="rect">
            <a:avLst/>
          </a:prstGeom>
          <a:noFill/>
          <a:ln w="9525" algn="ctr">
            <a:noFill/>
            <a:miter lim="800000"/>
            <a:headEnd/>
            <a:tailEnd/>
          </a:ln>
        </p:spPr>
        <p:txBody>
          <a:bodyPr wrap="square">
            <a:spAutoFit/>
          </a:bodyPr>
          <a:lstStyle/>
          <a:p>
            <a:r>
              <a:rPr lang="pt-BR" sz="2400" dirty="0">
                <a:solidFill>
                  <a:srgbClr val="595959"/>
                </a:solidFill>
                <a:latin typeface="Lato" pitchFamily="34" charset="0"/>
              </a:rPr>
              <a:t>Indicadores</a:t>
            </a:r>
          </a:p>
        </p:txBody>
      </p:sp>
      <p:sp>
        <p:nvSpPr>
          <p:cNvPr id="282" name="Text Box 392"/>
          <p:cNvSpPr txBox="1">
            <a:spLocks noChangeArrowheads="1"/>
          </p:cNvSpPr>
          <p:nvPr/>
        </p:nvSpPr>
        <p:spPr bwMode="auto">
          <a:xfrm>
            <a:off x="1583499" y="2956777"/>
            <a:ext cx="1967768" cy="461665"/>
          </a:xfrm>
          <a:prstGeom prst="rect">
            <a:avLst/>
          </a:prstGeom>
          <a:noFill/>
          <a:ln w="9525" algn="ctr">
            <a:noFill/>
            <a:miter lim="800000"/>
            <a:headEnd/>
            <a:tailEnd/>
          </a:ln>
        </p:spPr>
        <p:txBody>
          <a:bodyPr wrap="square">
            <a:spAutoFit/>
          </a:bodyPr>
          <a:lstStyle/>
          <a:p>
            <a:r>
              <a:rPr lang="pt-BR" sz="2400" dirty="0">
                <a:solidFill>
                  <a:srgbClr val="595959"/>
                </a:solidFill>
                <a:latin typeface="Lato" pitchFamily="34" charset="0"/>
              </a:rPr>
              <a:t>Workflows</a:t>
            </a:r>
          </a:p>
        </p:txBody>
      </p:sp>
      <p:sp>
        <p:nvSpPr>
          <p:cNvPr id="320" name="Text Box 430"/>
          <p:cNvSpPr txBox="1">
            <a:spLocks noChangeArrowheads="1"/>
          </p:cNvSpPr>
          <p:nvPr/>
        </p:nvSpPr>
        <p:spPr bwMode="auto">
          <a:xfrm>
            <a:off x="7632171" y="5829267"/>
            <a:ext cx="2291419" cy="830997"/>
          </a:xfrm>
          <a:prstGeom prst="rect">
            <a:avLst/>
          </a:prstGeom>
          <a:noFill/>
          <a:ln w="9525" algn="ctr">
            <a:noFill/>
            <a:miter lim="800000"/>
            <a:headEnd/>
            <a:tailEnd/>
          </a:ln>
        </p:spPr>
        <p:txBody>
          <a:bodyPr wrap="square">
            <a:spAutoFit/>
          </a:bodyPr>
          <a:lstStyle/>
          <a:p>
            <a:r>
              <a:rPr lang="pt-BR" sz="2400" dirty="0">
                <a:solidFill>
                  <a:srgbClr val="595959"/>
                </a:solidFill>
                <a:latin typeface="Lato" pitchFamily="34" charset="0"/>
              </a:rPr>
              <a:t>Procedimentos detalhados</a:t>
            </a:r>
          </a:p>
        </p:txBody>
      </p:sp>
      <p:sp>
        <p:nvSpPr>
          <p:cNvPr id="321" name="Text Box 431"/>
          <p:cNvSpPr txBox="1">
            <a:spLocks noChangeArrowheads="1"/>
          </p:cNvSpPr>
          <p:nvPr/>
        </p:nvSpPr>
        <p:spPr bwMode="auto">
          <a:xfrm>
            <a:off x="1583499" y="3704643"/>
            <a:ext cx="2989605" cy="830997"/>
          </a:xfrm>
          <a:prstGeom prst="rect">
            <a:avLst/>
          </a:prstGeom>
          <a:noFill/>
          <a:ln w="9525" algn="ctr">
            <a:noFill/>
            <a:miter lim="800000"/>
            <a:headEnd/>
            <a:tailEnd/>
          </a:ln>
        </p:spPr>
        <p:txBody>
          <a:bodyPr wrap="square">
            <a:spAutoFit/>
          </a:bodyPr>
          <a:lstStyle/>
          <a:p>
            <a:r>
              <a:rPr lang="pt-BR" sz="2400" dirty="0">
                <a:solidFill>
                  <a:srgbClr val="595959"/>
                </a:solidFill>
                <a:latin typeface="Lato" pitchFamily="34" charset="0"/>
              </a:rPr>
              <a:t>Telas e </a:t>
            </a:r>
            <a:br>
              <a:rPr lang="pt-BR" sz="2400" dirty="0">
                <a:solidFill>
                  <a:srgbClr val="595959"/>
                </a:solidFill>
                <a:latin typeface="Lato" pitchFamily="34" charset="0"/>
              </a:rPr>
            </a:br>
            <a:r>
              <a:rPr lang="pt-BR" sz="2400" dirty="0">
                <a:solidFill>
                  <a:srgbClr val="595959"/>
                </a:solidFill>
                <a:latin typeface="Lato" pitchFamily="34" charset="0"/>
              </a:rPr>
              <a:t>transações </a:t>
            </a:r>
          </a:p>
        </p:txBody>
      </p:sp>
      <p:sp>
        <p:nvSpPr>
          <p:cNvPr id="322" name="Text Box 432"/>
          <p:cNvSpPr txBox="1">
            <a:spLocks noChangeArrowheads="1"/>
          </p:cNvSpPr>
          <p:nvPr/>
        </p:nvSpPr>
        <p:spPr bwMode="auto">
          <a:xfrm>
            <a:off x="1583499" y="2155685"/>
            <a:ext cx="2268440" cy="461665"/>
          </a:xfrm>
          <a:prstGeom prst="rect">
            <a:avLst/>
          </a:prstGeom>
          <a:noFill/>
          <a:ln w="9525" algn="ctr">
            <a:noFill/>
            <a:miter lim="800000"/>
            <a:headEnd/>
            <a:tailEnd/>
          </a:ln>
        </p:spPr>
        <p:txBody>
          <a:bodyPr wrap="square">
            <a:spAutoFit/>
          </a:bodyPr>
          <a:lstStyle/>
          <a:p>
            <a:r>
              <a:rPr lang="pt-BR" sz="2400" dirty="0">
                <a:solidFill>
                  <a:srgbClr val="595959"/>
                </a:solidFill>
                <a:latin typeface="Lato" pitchFamily="34" charset="0"/>
              </a:rPr>
              <a:t>Ferramentas</a:t>
            </a:r>
          </a:p>
        </p:txBody>
      </p:sp>
      <p:sp>
        <p:nvSpPr>
          <p:cNvPr id="323" name="Text Box 433"/>
          <p:cNvSpPr txBox="1">
            <a:spLocks noChangeArrowheads="1"/>
          </p:cNvSpPr>
          <p:nvPr/>
        </p:nvSpPr>
        <p:spPr bwMode="auto">
          <a:xfrm>
            <a:off x="5135894" y="6248530"/>
            <a:ext cx="2208332" cy="461665"/>
          </a:xfrm>
          <a:prstGeom prst="rect">
            <a:avLst/>
          </a:prstGeom>
          <a:noFill/>
          <a:ln w="9525" algn="ctr">
            <a:noFill/>
            <a:miter lim="800000"/>
            <a:headEnd/>
            <a:tailEnd/>
          </a:ln>
        </p:spPr>
        <p:txBody>
          <a:bodyPr wrap="square">
            <a:spAutoFit/>
          </a:bodyPr>
          <a:lstStyle/>
          <a:p>
            <a:r>
              <a:rPr lang="pt-BR" sz="2400" dirty="0">
                <a:solidFill>
                  <a:srgbClr val="595959"/>
                </a:solidFill>
                <a:latin typeface="Lato" pitchFamily="34" charset="0"/>
              </a:rPr>
              <a:t>Métodos</a:t>
            </a:r>
          </a:p>
        </p:txBody>
      </p:sp>
      <p:sp>
        <p:nvSpPr>
          <p:cNvPr id="324" name="Text Box 434"/>
          <p:cNvSpPr txBox="1">
            <a:spLocks noChangeArrowheads="1"/>
          </p:cNvSpPr>
          <p:nvPr/>
        </p:nvSpPr>
        <p:spPr bwMode="auto">
          <a:xfrm>
            <a:off x="1583500" y="5829267"/>
            <a:ext cx="2865873" cy="461665"/>
          </a:xfrm>
          <a:prstGeom prst="rect">
            <a:avLst/>
          </a:prstGeom>
          <a:noFill/>
          <a:ln w="9525" algn="ctr">
            <a:noFill/>
            <a:miter lim="800000"/>
            <a:headEnd/>
            <a:tailEnd/>
          </a:ln>
        </p:spPr>
        <p:txBody>
          <a:bodyPr wrap="square">
            <a:spAutoFit/>
          </a:bodyPr>
          <a:lstStyle/>
          <a:p>
            <a:r>
              <a:rPr lang="pt-BR" sz="2400" dirty="0">
                <a:solidFill>
                  <a:srgbClr val="595959"/>
                </a:solidFill>
                <a:latin typeface="Lato" pitchFamily="34" charset="0"/>
              </a:rPr>
              <a:t>Conhecimentos</a:t>
            </a:r>
          </a:p>
        </p:txBody>
      </p:sp>
      <p:pic>
        <p:nvPicPr>
          <p:cNvPr id="325" name="Picture 3"/>
          <p:cNvPicPr>
            <a:picLocks noChangeAspect="1" noChangeArrowheads="1"/>
          </p:cNvPicPr>
          <p:nvPr/>
        </p:nvPicPr>
        <p:blipFill>
          <a:blip r:embed="rId4" cstate="print"/>
          <a:srcRect/>
          <a:stretch>
            <a:fillRect/>
          </a:stretch>
        </p:blipFill>
        <p:spPr bwMode="auto">
          <a:xfrm>
            <a:off x="8016213" y="1753812"/>
            <a:ext cx="3892755" cy="2564211"/>
          </a:xfrm>
          <a:prstGeom prst="rect">
            <a:avLst/>
          </a:prstGeom>
          <a:noFill/>
          <a:ln w="9525">
            <a:solidFill>
              <a:schemeClr val="tx1"/>
            </a:solidFill>
            <a:miter lim="800000"/>
            <a:headEnd/>
            <a:tailEnd/>
          </a:ln>
          <a:effectLst/>
        </p:spPr>
      </p:pic>
      <p:sp>
        <p:nvSpPr>
          <p:cNvPr id="326" name="CaixaDeTexto 325"/>
          <p:cNvSpPr txBox="1"/>
          <p:nvPr/>
        </p:nvSpPr>
        <p:spPr>
          <a:xfrm>
            <a:off x="8016213" y="428666"/>
            <a:ext cx="4066595" cy="1241237"/>
          </a:xfrm>
          <a:prstGeom prst="rect">
            <a:avLst/>
          </a:prstGeom>
          <a:noFill/>
        </p:spPr>
        <p:txBody>
          <a:bodyPr wrap="square" rtlCol="0">
            <a:spAutoFit/>
          </a:bodyPr>
          <a:lstStyle/>
          <a:p>
            <a:r>
              <a:rPr lang="pt-BR" sz="3733" dirty="0">
                <a:solidFill>
                  <a:srgbClr val="FF0000"/>
                </a:solidFill>
                <a:latin typeface="Lato" pitchFamily="34" charset="0"/>
              </a:rPr>
              <a:t>Para analisar o processo </a:t>
            </a:r>
          </a:p>
        </p:txBody>
      </p:sp>
      <p:sp>
        <p:nvSpPr>
          <p:cNvPr id="327" name="CaixaDeTexto 326"/>
          <p:cNvSpPr txBox="1"/>
          <p:nvPr/>
        </p:nvSpPr>
        <p:spPr>
          <a:xfrm>
            <a:off x="8016214" y="4385782"/>
            <a:ext cx="3774495" cy="913199"/>
          </a:xfrm>
          <a:prstGeom prst="rect">
            <a:avLst/>
          </a:prstGeom>
          <a:noFill/>
        </p:spPr>
        <p:txBody>
          <a:bodyPr wrap="none" rtlCol="0">
            <a:spAutoFit/>
          </a:bodyPr>
          <a:lstStyle/>
          <a:p>
            <a:r>
              <a:rPr lang="pt-BR" sz="2667" dirty="0">
                <a:solidFill>
                  <a:srgbClr val="595959"/>
                </a:solidFill>
                <a:latin typeface="Lato" pitchFamily="34" charset="0"/>
              </a:rPr>
              <a:t>Mapa de fluxo de Valor </a:t>
            </a:r>
            <a:br>
              <a:rPr lang="pt-BR" sz="2667" dirty="0">
                <a:solidFill>
                  <a:srgbClr val="595959"/>
                </a:solidFill>
                <a:latin typeface="Lato" pitchFamily="34" charset="0"/>
              </a:rPr>
            </a:br>
            <a:r>
              <a:rPr lang="pt-BR" sz="2667" dirty="0" err="1">
                <a:solidFill>
                  <a:srgbClr val="595959"/>
                </a:solidFill>
                <a:latin typeface="Lato" pitchFamily="34" charset="0"/>
              </a:rPr>
              <a:t>Value</a:t>
            </a:r>
            <a:r>
              <a:rPr lang="pt-BR" sz="2667" dirty="0">
                <a:solidFill>
                  <a:srgbClr val="595959"/>
                </a:solidFill>
                <a:latin typeface="Lato" pitchFamily="34" charset="0"/>
              </a:rPr>
              <a:t> </a:t>
            </a:r>
            <a:r>
              <a:rPr lang="pt-BR" sz="2667" dirty="0" err="1">
                <a:solidFill>
                  <a:srgbClr val="595959"/>
                </a:solidFill>
                <a:latin typeface="Lato" pitchFamily="34" charset="0"/>
              </a:rPr>
              <a:t>Stream</a:t>
            </a:r>
            <a:r>
              <a:rPr lang="pt-BR" sz="2667" dirty="0">
                <a:solidFill>
                  <a:srgbClr val="595959"/>
                </a:solidFill>
                <a:latin typeface="Lato" pitchFamily="34" charset="0"/>
              </a:rPr>
              <a:t> </a:t>
            </a:r>
            <a:r>
              <a:rPr lang="pt-BR" sz="2667" dirty="0" err="1">
                <a:solidFill>
                  <a:srgbClr val="595959"/>
                </a:solidFill>
                <a:latin typeface="Lato" pitchFamily="34" charset="0"/>
              </a:rPr>
              <a:t>Map</a:t>
            </a:r>
            <a:endParaRPr lang="pt-BR" sz="2667" dirty="0">
              <a:solidFill>
                <a:srgbClr val="595959"/>
              </a:solidFill>
              <a:latin typeface="Lato" pitchFamily="34" charset="0"/>
            </a:endParaRPr>
          </a:p>
        </p:txBody>
      </p:sp>
      <p:grpSp>
        <p:nvGrpSpPr>
          <p:cNvPr id="328" name="Grupo 327"/>
          <p:cNvGrpSpPr/>
          <p:nvPr/>
        </p:nvGrpSpPr>
        <p:grpSpPr>
          <a:xfrm>
            <a:off x="4319801" y="740702"/>
            <a:ext cx="2400267" cy="901095"/>
            <a:chOff x="6093860" y="226260"/>
            <a:chExt cx="2952328" cy="1163886"/>
          </a:xfrm>
        </p:grpSpPr>
        <p:sp>
          <p:nvSpPr>
            <p:cNvPr id="329" name="AutoShape 5"/>
            <p:cNvSpPr>
              <a:spLocks noChangeArrowheads="1"/>
            </p:cNvSpPr>
            <p:nvPr/>
          </p:nvSpPr>
          <p:spPr bwMode="auto">
            <a:xfrm>
              <a:off x="6093860" y="226260"/>
              <a:ext cx="2952328" cy="1163886"/>
            </a:xfrm>
            <a:prstGeom prst="rightArrow">
              <a:avLst>
                <a:gd name="adj1" fmla="val 77731"/>
                <a:gd name="adj2" fmla="val 32800"/>
              </a:avLst>
            </a:prstGeom>
            <a:solidFill>
              <a:schemeClr val="bg1">
                <a:lumMod val="50000"/>
              </a:schemeClr>
            </a:solidFill>
            <a:ln w="6350">
              <a:solidFill>
                <a:schemeClr val="bg1">
                  <a:lumMod val="95000"/>
                </a:schemeClr>
              </a:solidFill>
              <a:miter lim="800000"/>
              <a:headEnd/>
              <a:tailEnd/>
            </a:ln>
          </p:spPr>
          <p:txBody>
            <a:bodyPr wrap="none" anchor="ctr"/>
            <a:lstStyle/>
            <a:p>
              <a:pPr algn="ctr" eaLnBrk="0" hangingPunct="0"/>
              <a:endParaRPr lang="en-US" sz="2400">
                <a:latin typeface="Lato" pitchFamily="34" charset="0"/>
              </a:endParaRPr>
            </a:p>
          </p:txBody>
        </p:sp>
        <p:grpSp>
          <p:nvGrpSpPr>
            <p:cNvPr id="330" name="Grupo 328"/>
            <p:cNvGrpSpPr/>
            <p:nvPr/>
          </p:nvGrpSpPr>
          <p:grpSpPr>
            <a:xfrm>
              <a:off x="6146560" y="426969"/>
              <a:ext cx="2606974" cy="806199"/>
              <a:chOff x="6146560" y="426969"/>
              <a:chExt cx="2606974" cy="806199"/>
            </a:xfrm>
          </p:grpSpPr>
          <p:sp>
            <p:nvSpPr>
              <p:cNvPr id="331" name="Rectangle 6"/>
              <p:cNvSpPr>
                <a:spLocks noChangeArrowheads="1"/>
              </p:cNvSpPr>
              <p:nvPr/>
            </p:nvSpPr>
            <p:spPr bwMode="auto">
              <a:xfrm>
                <a:off x="7503308" y="1029095"/>
                <a:ext cx="160343" cy="164828"/>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32" name="Rectangle 7"/>
              <p:cNvSpPr>
                <a:spLocks noChangeArrowheads="1"/>
              </p:cNvSpPr>
              <p:nvPr/>
            </p:nvSpPr>
            <p:spPr bwMode="auto">
              <a:xfrm>
                <a:off x="6944911" y="668043"/>
                <a:ext cx="159222" cy="164828"/>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33" name="Rectangle 8"/>
              <p:cNvSpPr>
                <a:spLocks noChangeArrowheads="1"/>
              </p:cNvSpPr>
              <p:nvPr/>
            </p:nvSpPr>
            <p:spPr bwMode="auto">
              <a:xfrm>
                <a:off x="7743262" y="507701"/>
                <a:ext cx="238832" cy="163707"/>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34" name="Rectangle 9"/>
              <p:cNvSpPr>
                <a:spLocks noChangeArrowheads="1"/>
              </p:cNvSpPr>
              <p:nvPr/>
            </p:nvSpPr>
            <p:spPr bwMode="auto">
              <a:xfrm>
                <a:off x="8328569" y="868752"/>
                <a:ext cx="132311" cy="136796"/>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35" name="Rectangle 10"/>
              <p:cNvSpPr>
                <a:spLocks noChangeArrowheads="1"/>
              </p:cNvSpPr>
              <p:nvPr/>
            </p:nvSpPr>
            <p:spPr bwMode="auto">
              <a:xfrm>
                <a:off x="6572646" y="828386"/>
                <a:ext cx="106522" cy="82975"/>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36" name="Rectangle 11"/>
              <p:cNvSpPr>
                <a:spLocks noChangeArrowheads="1"/>
              </p:cNvSpPr>
              <p:nvPr/>
            </p:nvSpPr>
            <p:spPr bwMode="auto">
              <a:xfrm>
                <a:off x="6253082" y="988729"/>
                <a:ext cx="106522" cy="84096"/>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37" name="Rectangle 12"/>
              <p:cNvSpPr>
                <a:spLocks noChangeArrowheads="1"/>
              </p:cNvSpPr>
              <p:nvPr/>
            </p:nvSpPr>
            <p:spPr bwMode="auto">
              <a:xfrm>
                <a:off x="6146560" y="507701"/>
                <a:ext cx="160343" cy="163707"/>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38" name="Rectangle 13"/>
              <p:cNvSpPr>
                <a:spLocks noChangeArrowheads="1"/>
              </p:cNvSpPr>
              <p:nvPr/>
            </p:nvSpPr>
            <p:spPr bwMode="auto">
              <a:xfrm>
                <a:off x="7743262" y="868752"/>
                <a:ext cx="106522" cy="163707"/>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39" name="Rectangle 14"/>
              <p:cNvSpPr>
                <a:spLocks noChangeArrowheads="1"/>
              </p:cNvSpPr>
              <p:nvPr/>
            </p:nvSpPr>
            <p:spPr bwMode="auto">
              <a:xfrm>
                <a:off x="6758779" y="988729"/>
                <a:ext cx="239954" cy="164828"/>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40" name="Rectangle 15"/>
              <p:cNvSpPr>
                <a:spLocks noChangeArrowheads="1"/>
              </p:cNvSpPr>
              <p:nvPr/>
            </p:nvSpPr>
            <p:spPr bwMode="auto">
              <a:xfrm>
                <a:off x="7396786" y="467335"/>
                <a:ext cx="106522" cy="163707"/>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41" name="Rectangle 16"/>
              <p:cNvSpPr>
                <a:spLocks noChangeArrowheads="1"/>
              </p:cNvSpPr>
              <p:nvPr/>
            </p:nvSpPr>
            <p:spPr bwMode="auto">
              <a:xfrm>
                <a:off x="8433970" y="507701"/>
                <a:ext cx="160343" cy="163707"/>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42" name="Rectangle 17"/>
              <p:cNvSpPr>
                <a:spLocks noChangeArrowheads="1"/>
              </p:cNvSpPr>
              <p:nvPr/>
            </p:nvSpPr>
            <p:spPr bwMode="auto">
              <a:xfrm>
                <a:off x="6679168" y="426969"/>
                <a:ext cx="106522" cy="163707"/>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43" name="Rectangle 18"/>
              <p:cNvSpPr>
                <a:spLocks noChangeArrowheads="1"/>
              </p:cNvSpPr>
              <p:nvPr/>
            </p:nvSpPr>
            <p:spPr bwMode="auto">
              <a:xfrm>
                <a:off x="7902483" y="1069461"/>
                <a:ext cx="106522" cy="163707"/>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44" name="Rectangle 19"/>
              <p:cNvSpPr>
                <a:spLocks noChangeArrowheads="1"/>
              </p:cNvSpPr>
              <p:nvPr/>
            </p:nvSpPr>
            <p:spPr bwMode="auto">
              <a:xfrm>
                <a:off x="7317176" y="788020"/>
                <a:ext cx="106522" cy="163707"/>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45" name="Rectangle 20"/>
              <p:cNvSpPr>
                <a:spLocks noChangeArrowheads="1"/>
              </p:cNvSpPr>
              <p:nvPr/>
            </p:nvSpPr>
            <p:spPr bwMode="auto">
              <a:xfrm>
                <a:off x="7024522" y="467335"/>
                <a:ext cx="106522" cy="82975"/>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46" name="Rectangle 21"/>
              <p:cNvSpPr>
                <a:spLocks noChangeArrowheads="1"/>
              </p:cNvSpPr>
              <p:nvPr/>
            </p:nvSpPr>
            <p:spPr bwMode="auto">
              <a:xfrm>
                <a:off x="7184865" y="1108705"/>
                <a:ext cx="105400" cy="84096"/>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47" name="Rectangle 22"/>
              <p:cNvSpPr>
                <a:spLocks noChangeArrowheads="1"/>
              </p:cNvSpPr>
              <p:nvPr/>
            </p:nvSpPr>
            <p:spPr bwMode="auto">
              <a:xfrm>
                <a:off x="8088616" y="788020"/>
                <a:ext cx="106522" cy="84096"/>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48" name="Rectangle 23"/>
              <p:cNvSpPr>
                <a:spLocks noChangeArrowheads="1"/>
              </p:cNvSpPr>
              <p:nvPr/>
            </p:nvSpPr>
            <p:spPr bwMode="auto">
              <a:xfrm>
                <a:off x="8115526" y="426969"/>
                <a:ext cx="106522" cy="84096"/>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349" name="Rectangle 24"/>
              <p:cNvSpPr>
                <a:spLocks noChangeArrowheads="1"/>
              </p:cNvSpPr>
              <p:nvPr/>
            </p:nvSpPr>
            <p:spPr bwMode="auto">
              <a:xfrm>
                <a:off x="8247837" y="1108705"/>
                <a:ext cx="106522" cy="84096"/>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cxnSp>
            <p:nvCxnSpPr>
              <p:cNvPr id="350" name="AutoShape 25"/>
              <p:cNvCxnSpPr>
                <a:cxnSpLocks noChangeShapeType="1"/>
                <a:stCxn id="337" idx="3"/>
                <a:endCxn id="342" idx="1"/>
              </p:cNvCxnSpPr>
              <p:nvPr/>
            </p:nvCxnSpPr>
            <p:spPr bwMode="auto">
              <a:xfrm flipV="1">
                <a:off x="6306903" y="508822"/>
                <a:ext cx="372265" cy="80732"/>
              </a:xfrm>
              <a:prstGeom prst="straightConnector1">
                <a:avLst/>
              </a:prstGeom>
              <a:solidFill>
                <a:srgbClr val="FF3300"/>
              </a:solidFill>
              <a:ln w="6350">
                <a:solidFill>
                  <a:schemeClr val="bg1">
                    <a:lumMod val="95000"/>
                  </a:schemeClr>
                </a:solidFill>
                <a:round/>
                <a:headEnd/>
                <a:tailEnd type="triangle" w="sm" len="lg"/>
              </a:ln>
            </p:spPr>
          </p:cxnSp>
          <p:cxnSp>
            <p:nvCxnSpPr>
              <p:cNvPr id="351" name="AutoShape 26"/>
              <p:cNvCxnSpPr>
                <a:cxnSpLocks noChangeShapeType="1"/>
                <a:stCxn id="336" idx="3"/>
                <a:endCxn id="335" idx="1"/>
              </p:cNvCxnSpPr>
              <p:nvPr/>
            </p:nvCxnSpPr>
            <p:spPr bwMode="auto">
              <a:xfrm flipV="1">
                <a:off x="6359603" y="869873"/>
                <a:ext cx="213043" cy="160343"/>
              </a:xfrm>
              <a:prstGeom prst="straightConnector1">
                <a:avLst/>
              </a:prstGeom>
              <a:solidFill>
                <a:srgbClr val="FF3300"/>
              </a:solidFill>
              <a:ln w="6350">
                <a:solidFill>
                  <a:schemeClr val="bg1">
                    <a:lumMod val="95000"/>
                  </a:schemeClr>
                </a:solidFill>
                <a:round/>
                <a:headEnd/>
                <a:tailEnd type="triangle" w="sm" len="lg"/>
              </a:ln>
            </p:spPr>
          </p:cxnSp>
          <p:cxnSp>
            <p:nvCxnSpPr>
              <p:cNvPr id="352" name="AutoShape 27"/>
              <p:cNvCxnSpPr>
                <a:cxnSpLocks noChangeShapeType="1"/>
                <a:stCxn id="335" idx="2"/>
                <a:endCxn id="339" idx="1"/>
              </p:cNvCxnSpPr>
              <p:nvPr/>
            </p:nvCxnSpPr>
            <p:spPr bwMode="auto">
              <a:xfrm>
                <a:off x="6625346" y="911361"/>
                <a:ext cx="133432" cy="160343"/>
              </a:xfrm>
              <a:prstGeom prst="straightConnector1">
                <a:avLst/>
              </a:prstGeom>
              <a:solidFill>
                <a:srgbClr val="FF3300"/>
              </a:solidFill>
              <a:ln w="6350">
                <a:solidFill>
                  <a:schemeClr val="bg1">
                    <a:lumMod val="95000"/>
                  </a:schemeClr>
                </a:solidFill>
                <a:round/>
                <a:headEnd/>
                <a:tailEnd type="triangle" w="sm" len="lg"/>
              </a:ln>
            </p:spPr>
          </p:cxnSp>
          <p:cxnSp>
            <p:nvCxnSpPr>
              <p:cNvPr id="353" name="AutoShape 28"/>
              <p:cNvCxnSpPr>
                <a:cxnSpLocks noChangeShapeType="1"/>
                <a:stCxn id="335" idx="0"/>
                <a:endCxn id="342" idx="2"/>
              </p:cNvCxnSpPr>
              <p:nvPr/>
            </p:nvCxnSpPr>
            <p:spPr bwMode="auto">
              <a:xfrm flipV="1">
                <a:off x="6625346" y="590675"/>
                <a:ext cx="106522" cy="237711"/>
              </a:xfrm>
              <a:prstGeom prst="straightConnector1">
                <a:avLst/>
              </a:prstGeom>
              <a:solidFill>
                <a:srgbClr val="FF3300"/>
              </a:solidFill>
              <a:ln w="6350">
                <a:solidFill>
                  <a:schemeClr val="bg1">
                    <a:lumMod val="95000"/>
                  </a:schemeClr>
                </a:solidFill>
                <a:round/>
                <a:headEnd/>
                <a:tailEnd type="triangle" w="sm" len="lg"/>
              </a:ln>
            </p:spPr>
          </p:cxnSp>
          <p:cxnSp>
            <p:nvCxnSpPr>
              <p:cNvPr id="354" name="AutoShape 29"/>
              <p:cNvCxnSpPr>
                <a:cxnSpLocks noChangeShapeType="1"/>
                <a:stCxn id="342" idx="3"/>
                <a:endCxn id="345" idx="1"/>
              </p:cNvCxnSpPr>
              <p:nvPr/>
            </p:nvCxnSpPr>
            <p:spPr bwMode="auto">
              <a:xfrm>
                <a:off x="6785689" y="508822"/>
                <a:ext cx="238832" cy="0"/>
              </a:xfrm>
              <a:prstGeom prst="straightConnector1">
                <a:avLst/>
              </a:prstGeom>
              <a:solidFill>
                <a:srgbClr val="FF3300"/>
              </a:solidFill>
              <a:ln w="6350">
                <a:solidFill>
                  <a:schemeClr val="bg1">
                    <a:lumMod val="95000"/>
                  </a:schemeClr>
                </a:solidFill>
                <a:round/>
                <a:headEnd/>
                <a:tailEnd type="triangle" w="sm" len="lg"/>
              </a:ln>
            </p:spPr>
          </p:cxnSp>
          <p:cxnSp>
            <p:nvCxnSpPr>
              <p:cNvPr id="355" name="AutoShape 30"/>
              <p:cNvCxnSpPr>
                <a:cxnSpLocks noChangeShapeType="1"/>
                <a:stCxn id="339" idx="0"/>
                <a:endCxn id="332" idx="2"/>
              </p:cNvCxnSpPr>
              <p:nvPr/>
            </p:nvCxnSpPr>
            <p:spPr bwMode="auto">
              <a:xfrm flipV="1">
                <a:off x="6878755" y="832871"/>
                <a:ext cx="145766" cy="155858"/>
              </a:xfrm>
              <a:prstGeom prst="straightConnector1">
                <a:avLst/>
              </a:prstGeom>
              <a:solidFill>
                <a:srgbClr val="FF3300"/>
              </a:solidFill>
              <a:ln w="6350">
                <a:solidFill>
                  <a:schemeClr val="bg1">
                    <a:lumMod val="95000"/>
                  </a:schemeClr>
                </a:solidFill>
                <a:round/>
                <a:headEnd/>
                <a:tailEnd type="triangle" w="sm" len="lg"/>
              </a:ln>
            </p:spPr>
          </p:cxnSp>
          <p:cxnSp>
            <p:nvCxnSpPr>
              <p:cNvPr id="356" name="AutoShape 31"/>
              <p:cNvCxnSpPr>
                <a:cxnSpLocks noChangeShapeType="1"/>
                <a:stCxn id="332" idx="0"/>
                <a:endCxn id="345" idx="2"/>
              </p:cNvCxnSpPr>
              <p:nvPr/>
            </p:nvCxnSpPr>
            <p:spPr bwMode="auto">
              <a:xfrm flipV="1">
                <a:off x="7024522" y="550309"/>
                <a:ext cx="53821" cy="117734"/>
              </a:xfrm>
              <a:prstGeom prst="straightConnector1">
                <a:avLst/>
              </a:prstGeom>
              <a:solidFill>
                <a:srgbClr val="FF3300"/>
              </a:solidFill>
              <a:ln w="6350">
                <a:solidFill>
                  <a:schemeClr val="bg1">
                    <a:lumMod val="95000"/>
                  </a:schemeClr>
                </a:solidFill>
                <a:round/>
                <a:headEnd/>
                <a:tailEnd type="triangle" w="sm" len="lg"/>
              </a:ln>
            </p:spPr>
          </p:cxnSp>
          <p:cxnSp>
            <p:nvCxnSpPr>
              <p:cNvPr id="357" name="AutoShape 32"/>
              <p:cNvCxnSpPr>
                <a:cxnSpLocks noChangeShapeType="1"/>
                <a:stCxn id="332" idx="3"/>
                <a:endCxn id="344" idx="1"/>
              </p:cNvCxnSpPr>
              <p:nvPr/>
            </p:nvCxnSpPr>
            <p:spPr bwMode="auto">
              <a:xfrm>
                <a:off x="7104133" y="751018"/>
                <a:ext cx="213043" cy="118855"/>
              </a:xfrm>
              <a:prstGeom prst="straightConnector1">
                <a:avLst/>
              </a:prstGeom>
              <a:solidFill>
                <a:srgbClr val="FF3300"/>
              </a:solidFill>
              <a:ln w="6350">
                <a:solidFill>
                  <a:schemeClr val="bg1">
                    <a:lumMod val="95000"/>
                  </a:schemeClr>
                </a:solidFill>
                <a:round/>
                <a:headEnd/>
                <a:tailEnd type="triangle" w="sm" len="lg"/>
              </a:ln>
            </p:spPr>
          </p:cxnSp>
          <p:cxnSp>
            <p:nvCxnSpPr>
              <p:cNvPr id="358" name="AutoShape 33"/>
              <p:cNvCxnSpPr>
                <a:cxnSpLocks noChangeShapeType="1"/>
                <a:stCxn id="339" idx="3"/>
                <a:endCxn id="346" idx="1"/>
              </p:cNvCxnSpPr>
              <p:nvPr/>
            </p:nvCxnSpPr>
            <p:spPr bwMode="auto">
              <a:xfrm>
                <a:off x="6998732" y="1071703"/>
                <a:ext cx="186132" cy="79611"/>
              </a:xfrm>
              <a:prstGeom prst="straightConnector1">
                <a:avLst/>
              </a:prstGeom>
              <a:solidFill>
                <a:srgbClr val="FF3300"/>
              </a:solidFill>
              <a:ln w="6350">
                <a:solidFill>
                  <a:schemeClr val="bg1">
                    <a:lumMod val="95000"/>
                  </a:schemeClr>
                </a:solidFill>
                <a:round/>
                <a:headEnd/>
                <a:tailEnd type="triangle" w="sm" len="lg"/>
              </a:ln>
            </p:spPr>
          </p:cxnSp>
          <p:cxnSp>
            <p:nvCxnSpPr>
              <p:cNvPr id="359" name="AutoShape 34"/>
              <p:cNvCxnSpPr>
                <a:cxnSpLocks noChangeShapeType="1"/>
                <a:stCxn id="346" idx="3"/>
                <a:endCxn id="331" idx="1"/>
              </p:cNvCxnSpPr>
              <p:nvPr/>
            </p:nvCxnSpPr>
            <p:spPr bwMode="auto">
              <a:xfrm flipV="1">
                <a:off x="7290265" y="1112069"/>
                <a:ext cx="213043" cy="39245"/>
              </a:xfrm>
              <a:prstGeom prst="straightConnector1">
                <a:avLst/>
              </a:prstGeom>
              <a:solidFill>
                <a:srgbClr val="FF3300"/>
              </a:solidFill>
              <a:ln w="6350">
                <a:solidFill>
                  <a:schemeClr val="bg1">
                    <a:lumMod val="95000"/>
                  </a:schemeClr>
                </a:solidFill>
                <a:round/>
                <a:headEnd/>
                <a:tailEnd type="triangle" w="sm" len="lg"/>
              </a:ln>
            </p:spPr>
          </p:cxnSp>
          <p:cxnSp>
            <p:nvCxnSpPr>
              <p:cNvPr id="360" name="AutoShape 35"/>
              <p:cNvCxnSpPr>
                <a:cxnSpLocks noChangeShapeType="1"/>
                <a:stCxn id="344" idx="2"/>
                <a:endCxn id="331" idx="0"/>
              </p:cNvCxnSpPr>
              <p:nvPr/>
            </p:nvCxnSpPr>
            <p:spPr bwMode="auto">
              <a:xfrm>
                <a:off x="7370997" y="951727"/>
                <a:ext cx="211922" cy="77368"/>
              </a:xfrm>
              <a:prstGeom prst="straightConnector1">
                <a:avLst/>
              </a:prstGeom>
              <a:solidFill>
                <a:srgbClr val="FF3300"/>
              </a:solidFill>
              <a:ln w="6350">
                <a:solidFill>
                  <a:schemeClr val="bg1">
                    <a:lumMod val="95000"/>
                  </a:schemeClr>
                </a:solidFill>
                <a:round/>
                <a:headEnd/>
                <a:tailEnd type="triangle" w="sm" len="lg"/>
              </a:ln>
            </p:spPr>
          </p:cxnSp>
          <p:cxnSp>
            <p:nvCxnSpPr>
              <p:cNvPr id="361" name="AutoShape 36"/>
              <p:cNvCxnSpPr>
                <a:cxnSpLocks noChangeShapeType="1"/>
                <a:stCxn id="344" idx="0"/>
                <a:endCxn id="340" idx="2"/>
              </p:cNvCxnSpPr>
              <p:nvPr/>
            </p:nvCxnSpPr>
            <p:spPr bwMode="auto">
              <a:xfrm flipV="1">
                <a:off x="7370997" y="631041"/>
                <a:ext cx="79611" cy="156979"/>
              </a:xfrm>
              <a:prstGeom prst="straightConnector1">
                <a:avLst/>
              </a:prstGeom>
              <a:solidFill>
                <a:srgbClr val="FF3300"/>
              </a:solidFill>
              <a:ln w="6350">
                <a:solidFill>
                  <a:schemeClr val="bg1">
                    <a:lumMod val="95000"/>
                  </a:schemeClr>
                </a:solidFill>
                <a:round/>
                <a:headEnd/>
                <a:tailEnd type="triangle" w="sm" len="lg"/>
              </a:ln>
            </p:spPr>
          </p:cxnSp>
          <p:cxnSp>
            <p:nvCxnSpPr>
              <p:cNvPr id="362" name="AutoShape 37"/>
              <p:cNvCxnSpPr>
                <a:cxnSpLocks noChangeShapeType="1"/>
                <a:stCxn id="345" idx="3"/>
                <a:endCxn id="340" idx="1"/>
              </p:cNvCxnSpPr>
              <p:nvPr/>
            </p:nvCxnSpPr>
            <p:spPr bwMode="auto">
              <a:xfrm>
                <a:off x="7131043" y="508822"/>
                <a:ext cx="265743" cy="40366"/>
              </a:xfrm>
              <a:prstGeom prst="straightConnector1">
                <a:avLst/>
              </a:prstGeom>
              <a:solidFill>
                <a:srgbClr val="FF3300"/>
              </a:solidFill>
              <a:ln w="6350">
                <a:solidFill>
                  <a:schemeClr val="bg1">
                    <a:lumMod val="95000"/>
                  </a:schemeClr>
                </a:solidFill>
                <a:round/>
                <a:headEnd/>
                <a:tailEnd type="triangle" w="sm" len="lg"/>
              </a:ln>
            </p:spPr>
          </p:cxnSp>
          <p:cxnSp>
            <p:nvCxnSpPr>
              <p:cNvPr id="363" name="AutoShape 38"/>
              <p:cNvCxnSpPr>
                <a:cxnSpLocks noChangeShapeType="1"/>
                <a:stCxn id="340" idx="3"/>
                <a:endCxn id="333" idx="1"/>
              </p:cNvCxnSpPr>
              <p:nvPr/>
            </p:nvCxnSpPr>
            <p:spPr bwMode="auto">
              <a:xfrm>
                <a:off x="7503308" y="549188"/>
                <a:ext cx="239954" cy="40366"/>
              </a:xfrm>
              <a:prstGeom prst="straightConnector1">
                <a:avLst/>
              </a:prstGeom>
              <a:solidFill>
                <a:srgbClr val="FF3300"/>
              </a:solidFill>
              <a:ln w="6350">
                <a:solidFill>
                  <a:schemeClr val="bg1">
                    <a:lumMod val="95000"/>
                  </a:schemeClr>
                </a:solidFill>
                <a:round/>
                <a:headEnd/>
                <a:tailEnd type="triangle" w="sm" len="lg"/>
              </a:ln>
            </p:spPr>
          </p:cxnSp>
          <p:cxnSp>
            <p:nvCxnSpPr>
              <p:cNvPr id="364" name="AutoShape 39"/>
              <p:cNvCxnSpPr>
                <a:cxnSpLocks noChangeShapeType="1"/>
                <a:stCxn id="381" idx="3"/>
                <a:endCxn id="333" idx="1"/>
              </p:cNvCxnSpPr>
              <p:nvPr/>
            </p:nvCxnSpPr>
            <p:spPr bwMode="auto">
              <a:xfrm flipV="1">
                <a:off x="7663651" y="589554"/>
                <a:ext cx="79611" cy="208558"/>
              </a:xfrm>
              <a:prstGeom prst="straightConnector1">
                <a:avLst/>
              </a:prstGeom>
              <a:solidFill>
                <a:srgbClr val="FF3300"/>
              </a:solidFill>
              <a:ln w="6350">
                <a:solidFill>
                  <a:schemeClr val="bg1">
                    <a:lumMod val="95000"/>
                  </a:schemeClr>
                </a:solidFill>
                <a:round/>
                <a:headEnd/>
                <a:tailEnd type="triangle" w="sm" len="lg"/>
              </a:ln>
            </p:spPr>
          </p:cxnSp>
          <p:cxnSp>
            <p:nvCxnSpPr>
              <p:cNvPr id="365" name="AutoShape 40"/>
              <p:cNvCxnSpPr>
                <a:cxnSpLocks noChangeShapeType="1"/>
                <a:stCxn id="331" idx="3"/>
                <a:endCxn id="343" idx="1"/>
              </p:cNvCxnSpPr>
              <p:nvPr/>
            </p:nvCxnSpPr>
            <p:spPr bwMode="auto">
              <a:xfrm>
                <a:off x="7663651" y="1112069"/>
                <a:ext cx="238832" cy="39245"/>
              </a:xfrm>
              <a:prstGeom prst="straightConnector1">
                <a:avLst/>
              </a:prstGeom>
              <a:solidFill>
                <a:srgbClr val="FF3300"/>
              </a:solidFill>
              <a:ln w="6350">
                <a:solidFill>
                  <a:schemeClr val="bg1">
                    <a:lumMod val="95000"/>
                  </a:schemeClr>
                </a:solidFill>
                <a:round/>
                <a:headEnd/>
                <a:tailEnd type="triangle" w="sm" len="lg"/>
              </a:ln>
            </p:spPr>
          </p:cxnSp>
          <p:cxnSp>
            <p:nvCxnSpPr>
              <p:cNvPr id="366" name="AutoShape 41"/>
              <p:cNvCxnSpPr>
                <a:cxnSpLocks noChangeShapeType="1"/>
                <a:stCxn id="333" idx="2"/>
                <a:endCxn id="338" idx="0"/>
              </p:cNvCxnSpPr>
              <p:nvPr/>
            </p:nvCxnSpPr>
            <p:spPr bwMode="auto">
              <a:xfrm flipH="1">
                <a:off x="7795962" y="671407"/>
                <a:ext cx="66155" cy="197345"/>
              </a:xfrm>
              <a:prstGeom prst="straightConnector1">
                <a:avLst/>
              </a:prstGeom>
              <a:solidFill>
                <a:srgbClr val="FF3300"/>
              </a:solidFill>
              <a:ln w="6350">
                <a:solidFill>
                  <a:schemeClr val="bg1">
                    <a:lumMod val="95000"/>
                  </a:schemeClr>
                </a:solidFill>
                <a:round/>
                <a:headEnd/>
                <a:tailEnd type="triangle" w="sm" len="lg"/>
              </a:ln>
            </p:spPr>
          </p:cxnSp>
          <p:cxnSp>
            <p:nvCxnSpPr>
              <p:cNvPr id="367" name="AutoShape 42"/>
              <p:cNvCxnSpPr>
                <a:cxnSpLocks noChangeShapeType="1"/>
                <a:stCxn id="333" idx="3"/>
                <a:endCxn id="348" idx="1"/>
              </p:cNvCxnSpPr>
              <p:nvPr/>
            </p:nvCxnSpPr>
            <p:spPr bwMode="auto">
              <a:xfrm flipV="1">
                <a:off x="7982094" y="468456"/>
                <a:ext cx="133432" cy="121098"/>
              </a:xfrm>
              <a:prstGeom prst="straightConnector1">
                <a:avLst/>
              </a:prstGeom>
              <a:solidFill>
                <a:srgbClr val="FF3300"/>
              </a:solidFill>
              <a:ln w="6350">
                <a:solidFill>
                  <a:schemeClr val="bg1">
                    <a:lumMod val="95000"/>
                  </a:schemeClr>
                </a:solidFill>
                <a:round/>
                <a:headEnd/>
                <a:tailEnd type="triangle" w="sm" len="lg"/>
              </a:ln>
            </p:spPr>
          </p:cxnSp>
          <p:cxnSp>
            <p:nvCxnSpPr>
              <p:cNvPr id="368" name="AutoShape 43"/>
              <p:cNvCxnSpPr>
                <a:cxnSpLocks noChangeShapeType="1"/>
                <a:stCxn id="348" idx="3"/>
                <a:endCxn id="341" idx="0"/>
              </p:cNvCxnSpPr>
              <p:nvPr/>
            </p:nvCxnSpPr>
            <p:spPr bwMode="auto">
              <a:xfrm>
                <a:off x="8222048" y="468456"/>
                <a:ext cx="292654" cy="39245"/>
              </a:xfrm>
              <a:prstGeom prst="straightConnector1">
                <a:avLst/>
              </a:prstGeom>
              <a:solidFill>
                <a:srgbClr val="FF3300"/>
              </a:solidFill>
              <a:ln w="6350">
                <a:solidFill>
                  <a:schemeClr val="bg1">
                    <a:lumMod val="95000"/>
                  </a:schemeClr>
                </a:solidFill>
                <a:round/>
                <a:headEnd/>
                <a:tailEnd type="triangle" w="sm" len="lg"/>
              </a:ln>
            </p:spPr>
          </p:cxnSp>
          <p:cxnSp>
            <p:nvCxnSpPr>
              <p:cNvPr id="369" name="AutoShape 44"/>
              <p:cNvCxnSpPr>
                <a:cxnSpLocks noChangeShapeType="1"/>
                <a:stCxn id="347" idx="3"/>
                <a:endCxn id="334" idx="1"/>
              </p:cNvCxnSpPr>
              <p:nvPr/>
            </p:nvCxnSpPr>
            <p:spPr bwMode="auto">
              <a:xfrm>
                <a:off x="8195137" y="829507"/>
                <a:ext cx="133432" cy="107643"/>
              </a:xfrm>
              <a:prstGeom prst="straightConnector1">
                <a:avLst/>
              </a:prstGeom>
              <a:solidFill>
                <a:srgbClr val="FF3300"/>
              </a:solidFill>
              <a:ln w="6350">
                <a:solidFill>
                  <a:schemeClr val="bg1">
                    <a:lumMod val="95000"/>
                  </a:schemeClr>
                </a:solidFill>
                <a:round/>
                <a:headEnd/>
                <a:tailEnd type="triangle" w="sm" len="lg"/>
              </a:ln>
            </p:spPr>
          </p:cxnSp>
          <p:cxnSp>
            <p:nvCxnSpPr>
              <p:cNvPr id="370" name="AutoShape 45"/>
              <p:cNvCxnSpPr>
                <a:cxnSpLocks noChangeShapeType="1"/>
                <a:stCxn id="343" idx="3"/>
                <a:endCxn id="347" idx="2"/>
              </p:cNvCxnSpPr>
              <p:nvPr/>
            </p:nvCxnSpPr>
            <p:spPr bwMode="auto">
              <a:xfrm flipV="1">
                <a:off x="8009005" y="872116"/>
                <a:ext cx="132311" cy="279198"/>
              </a:xfrm>
              <a:prstGeom prst="straightConnector1">
                <a:avLst/>
              </a:prstGeom>
              <a:solidFill>
                <a:srgbClr val="FF3300"/>
              </a:solidFill>
              <a:ln w="6350">
                <a:solidFill>
                  <a:schemeClr val="bg1">
                    <a:lumMod val="95000"/>
                  </a:schemeClr>
                </a:solidFill>
                <a:round/>
                <a:headEnd/>
                <a:tailEnd type="triangle" w="sm" len="lg"/>
              </a:ln>
            </p:spPr>
          </p:cxnSp>
          <p:cxnSp>
            <p:nvCxnSpPr>
              <p:cNvPr id="371" name="AutoShape 46"/>
              <p:cNvCxnSpPr>
                <a:cxnSpLocks noChangeShapeType="1"/>
                <a:stCxn id="341" idx="2"/>
                <a:endCxn id="334" idx="0"/>
              </p:cNvCxnSpPr>
              <p:nvPr/>
            </p:nvCxnSpPr>
            <p:spPr bwMode="auto">
              <a:xfrm flipH="1">
                <a:off x="8394725" y="671407"/>
                <a:ext cx="119977" cy="197345"/>
              </a:xfrm>
              <a:prstGeom prst="straightConnector1">
                <a:avLst/>
              </a:prstGeom>
              <a:solidFill>
                <a:srgbClr val="FF3300"/>
              </a:solidFill>
              <a:ln w="6350">
                <a:solidFill>
                  <a:schemeClr val="bg1">
                    <a:lumMod val="95000"/>
                  </a:schemeClr>
                </a:solidFill>
                <a:round/>
                <a:headEnd/>
                <a:tailEnd type="triangle" w="sm" len="lg"/>
              </a:ln>
            </p:spPr>
          </p:cxnSp>
          <p:cxnSp>
            <p:nvCxnSpPr>
              <p:cNvPr id="372" name="AutoShape 47"/>
              <p:cNvCxnSpPr>
                <a:cxnSpLocks noChangeShapeType="1"/>
                <a:stCxn id="349" idx="0"/>
                <a:endCxn id="334" idx="2"/>
              </p:cNvCxnSpPr>
              <p:nvPr/>
            </p:nvCxnSpPr>
            <p:spPr bwMode="auto">
              <a:xfrm flipV="1">
                <a:off x="8301659" y="1005548"/>
                <a:ext cx="93066" cy="103158"/>
              </a:xfrm>
              <a:prstGeom prst="straightConnector1">
                <a:avLst/>
              </a:prstGeom>
              <a:solidFill>
                <a:srgbClr val="FF3300"/>
              </a:solidFill>
              <a:ln w="6350">
                <a:solidFill>
                  <a:schemeClr val="bg1">
                    <a:lumMod val="95000"/>
                  </a:schemeClr>
                </a:solidFill>
                <a:round/>
                <a:headEnd/>
                <a:tailEnd type="triangle" w="sm" len="lg"/>
              </a:ln>
            </p:spPr>
          </p:cxnSp>
          <p:sp>
            <p:nvSpPr>
              <p:cNvPr id="373" name="Rectangle 48"/>
              <p:cNvSpPr>
                <a:spLocks noChangeArrowheads="1"/>
              </p:cNvSpPr>
              <p:nvPr/>
            </p:nvSpPr>
            <p:spPr bwMode="auto">
              <a:xfrm>
                <a:off x="8620102" y="868752"/>
                <a:ext cx="133432" cy="136796"/>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cxnSp>
            <p:nvCxnSpPr>
              <p:cNvPr id="374" name="AutoShape 49"/>
              <p:cNvCxnSpPr>
                <a:cxnSpLocks noChangeShapeType="1"/>
                <a:stCxn id="334" idx="3"/>
                <a:endCxn id="373" idx="1"/>
              </p:cNvCxnSpPr>
              <p:nvPr/>
            </p:nvCxnSpPr>
            <p:spPr bwMode="auto">
              <a:xfrm>
                <a:off x="8460880" y="937150"/>
                <a:ext cx="159222" cy="0"/>
              </a:xfrm>
              <a:prstGeom prst="straightConnector1">
                <a:avLst/>
              </a:prstGeom>
              <a:solidFill>
                <a:srgbClr val="FF3300"/>
              </a:solidFill>
              <a:ln w="6350">
                <a:solidFill>
                  <a:schemeClr val="bg1">
                    <a:lumMod val="95000"/>
                  </a:schemeClr>
                </a:solidFill>
                <a:round/>
                <a:headEnd/>
                <a:tailEnd type="triangle" w="sm" len="lg"/>
              </a:ln>
            </p:spPr>
          </p:cxnSp>
          <p:cxnSp>
            <p:nvCxnSpPr>
              <p:cNvPr id="375" name="AutoShape 50"/>
              <p:cNvCxnSpPr>
                <a:cxnSpLocks noChangeShapeType="1"/>
                <a:stCxn id="341" idx="3"/>
                <a:endCxn id="373" idx="0"/>
              </p:cNvCxnSpPr>
              <p:nvPr/>
            </p:nvCxnSpPr>
            <p:spPr bwMode="auto">
              <a:xfrm>
                <a:off x="8594313" y="589554"/>
                <a:ext cx="93066" cy="279198"/>
              </a:xfrm>
              <a:prstGeom prst="straightConnector1">
                <a:avLst/>
              </a:prstGeom>
              <a:solidFill>
                <a:srgbClr val="FF3300"/>
              </a:solidFill>
              <a:ln w="6350">
                <a:solidFill>
                  <a:schemeClr val="bg1">
                    <a:lumMod val="95000"/>
                  </a:schemeClr>
                </a:solidFill>
                <a:round/>
                <a:headEnd/>
                <a:tailEnd type="triangle" w="sm" len="lg"/>
              </a:ln>
            </p:spPr>
          </p:cxnSp>
          <p:cxnSp>
            <p:nvCxnSpPr>
              <p:cNvPr id="376" name="AutoShape 51"/>
              <p:cNvCxnSpPr>
                <a:cxnSpLocks noChangeShapeType="1"/>
                <a:stCxn id="349" idx="3"/>
                <a:endCxn id="373" idx="2"/>
              </p:cNvCxnSpPr>
              <p:nvPr/>
            </p:nvCxnSpPr>
            <p:spPr bwMode="auto">
              <a:xfrm flipV="1">
                <a:off x="8354359" y="1005548"/>
                <a:ext cx="333020" cy="145766"/>
              </a:xfrm>
              <a:prstGeom prst="straightConnector1">
                <a:avLst/>
              </a:prstGeom>
              <a:solidFill>
                <a:srgbClr val="FF3300"/>
              </a:solidFill>
              <a:ln w="6350">
                <a:solidFill>
                  <a:schemeClr val="bg1">
                    <a:lumMod val="95000"/>
                  </a:schemeClr>
                </a:solidFill>
                <a:round/>
                <a:headEnd/>
                <a:tailEnd type="triangle" w="sm" len="lg"/>
              </a:ln>
            </p:spPr>
          </p:cxnSp>
          <p:cxnSp>
            <p:nvCxnSpPr>
              <p:cNvPr id="377" name="AutoShape 52"/>
              <p:cNvCxnSpPr>
                <a:cxnSpLocks noChangeShapeType="1"/>
                <a:stCxn id="335" idx="3"/>
                <a:endCxn id="332" idx="1"/>
              </p:cNvCxnSpPr>
              <p:nvPr/>
            </p:nvCxnSpPr>
            <p:spPr bwMode="auto">
              <a:xfrm flipV="1">
                <a:off x="6679168" y="751018"/>
                <a:ext cx="265743" cy="118855"/>
              </a:xfrm>
              <a:prstGeom prst="straightConnector1">
                <a:avLst/>
              </a:prstGeom>
              <a:solidFill>
                <a:srgbClr val="FF3300"/>
              </a:solidFill>
              <a:ln w="6350">
                <a:solidFill>
                  <a:schemeClr val="bg1">
                    <a:lumMod val="95000"/>
                  </a:schemeClr>
                </a:solidFill>
                <a:round/>
                <a:headEnd/>
                <a:tailEnd type="triangle" w="sm" len="lg"/>
              </a:ln>
            </p:spPr>
          </p:cxnSp>
          <p:cxnSp>
            <p:nvCxnSpPr>
              <p:cNvPr id="378" name="AutoShape 53"/>
              <p:cNvCxnSpPr>
                <a:cxnSpLocks noChangeShapeType="1"/>
                <a:stCxn id="344" idx="3"/>
                <a:endCxn id="381" idx="1"/>
              </p:cNvCxnSpPr>
              <p:nvPr/>
            </p:nvCxnSpPr>
            <p:spPr bwMode="auto">
              <a:xfrm flipV="1">
                <a:off x="7423697" y="798112"/>
                <a:ext cx="133432" cy="71762"/>
              </a:xfrm>
              <a:prstGeom prst="straightConnector1">
                <a:avLst/>
              </a:prstGeom>
              <a:solidFill>
                <a:srgbClr val="FF3300"/>
              </a:solidFill>
              <a:ln w="6350">
                <a:solidFill>
                  <a:schemeClr val="bg1">
                    <a:lumMod val="95000"/>
                  </a:schemeClr>
                </a:solidFill>
                <a:round/>
                <a:headEnd/>
                <a:tailEnd type="triangle" w="sm" len="lg"/>
              </a:ln>
            </p:spPr>
          </p:cxnSp>
          <p:cxnSp>
            <p:nvCxnSpPr>
              <p:cNvPr id="379" name="AutoShape 54"/>
              <p:cNvCxnSpPr>
                <a:cxnSpLocks noChangeShapeType="1"/>
                <a:stCxn id="338" idx="3"/>
                <a:endCxn id="347" idx="1"/>
              </p:cNvCxnSpPr>
              <p:nvPr/>
            </p:nvCxnSpPr>
            <p:spPr bwMode="auto">
              <a:xfrm flipV="1">
                <a:off x="7849783" y="829507"/>
                <a:ext cx="238832" cy="121098"/>
              </a:xfrm>
              <a:prstGeom prst="straightConnector1">
                <a:avLst/>
              </a:prstGeom>
              <a:solidFill>
                <a:srgbClr val="FF3300"/>
              </a:solidFill>
              <a:ln w="6350">
                <a:solidFill>
                  <a:schemeClr val="bg1">
                    <a:lumMod val="95000"/>
                  </a:schemeClr>
                </a:solidFill>
                <a:round/>
                <a:headEnd/>
                <a:tailEnd type="triangle" w="sm" len="lg"/>
              </a:ln>
            </p:spPr>
          </p:cxnSp>
          <p:cxnSp>
            <p:nvCxnSpPr>
              <p:cNvPr id="380" name="AutoShape 55"/>
              <p:cNvCxnSpPr>
                <a:cxnSpLocks noChangeShapeType="1"/>
                <a:stCxn id="381" idx="2"/>
                <a:endCxn id="338" idx="1"/>
              </p:cNvCxnSpPr>
              <p:nvPr/>
            </p:nvCxnSpPr>
            <p:spPr bwMode="auto">
              <a:xfrm>
                <a:off x="7609829" y="848569"/>
                <a:ext cx="133432" cy="102036"/>
              </a:xfrm>
              <a:prstGeom prst="straightConnector1">
                <a:avLst/>
              </a:prstGeom>
              <a:solidFill>
                <a:srgbClr val="FF3300"/>
              </a:solidFill>
              <a:ln w="6350">
                <a:solidFill>
                  <a:schemeClr val="bg1">
                    <a:lumMod val="95000"/>
                  </a:schemeClr>
                </a:solidFill>
                <a:round/>
                <a:headEnd/>
                <a:tailEnd type="triangle" w="sm" len="lg"/>
              </a:ln>
            </p:spPr>
          </p:cxnSp>
          <p:sp>
            <p:nvSpPr>
              <p:cNvPr id="381" name="Rectangle 56"/>
              <p:cNvSpPr>
                <a:spLocks noChangeArrowheads="1"/>
              </p:cNvSpPr>
              <p:nvPr/>
            </p:nvSpPr>
            <p:spPr bwMode="auto">
              <a:xfrm>
                <a:off x="7557129" y="747654"/>
                <a:ext cx="106522" cy="100915"/>
              </a:xfrm>
              <a:prstGeom prst="rect">
                <a:avLst/>
              </a:prstGeom>
              <a:solidFill>
                <a:srgbClr val="FF3300"/>
              </a:solidFill>
              <a:ln w="6350">
                <a:solidFill>
                  <a:schemeClr val="bg1">
                    <a:lumMod val="95000"/>
                  </a:schemeClr>
                </a:solidFill>
                <a:miter lim="800000"/>
                <a:headEnd/>
                <a:tailEnd/>
              </a:ln>
            </p:spPr>
            <p:txBody>
              <a:bodyPr wrap="none" anchor="ctr"/>
              <a:lstStyle/>
              <a:p>
                <a:pPr algn="ctr"/>
                <a:endParaRPr lang="pt-BR" sz="2400">
                  <a:latin typeface="Lato" pitchFamily="34" charset="0"/>
                </a:endParaRPr>
              </a:p>
            </p:txBody>
          </p:sp>
        </p:grpSp>
      </p:grpSp>
      <p:grpSp>
        <p:nvGrpSpPr>
          <p:cNvPr id="382" name="Group 320"/>
          <p:cNvGrpSpPr>
            <a:grpSpLocks/>
          </p:cNvGrpSpPr>
          <p:nvPr/>
        </p:nvGrpSpPr>
        <p:grpSpPr bwMode="auto">
          <a:xfrm>
            <a:off x="2927649" y="4965171"/>
            <a:ext cx="1023116" cy="969268"/>
            <a:chOff x="2128" y="3532"/>
            <a:chExt cx="627" cy="594"/>
          </a:xfrm>
        </p:grpSpPr>
        <p:grpSp>
          <p:nvGrpSpPr>
            <p:cNvPr id="383" name="Group 321"/>
            <p:cNvGrpSpPr>
              <a:grpSpLocks/>
            </p:cNvGrpSpPr>
            <p:nvPr/>
          </p:nvGrpSpPr>
          <p:grpSpPr bwMode="auto">
            <a:xfrm>
              <a:off x="2128" y="3532"/>
              <a:ext cx="401" cy="368"/>
              <a:chOff x="2165" y="2277"/>
              <a:chExt cx="1028" cy="857"/>
            </a:xfrm>
          </p:grpSpPr>
          <p:grpSp>
            <p:nvGrpSpPr>
              <p:cNvPr id="416" name="Group 322"/>
              <p:cNvGrpSpPr>
                <a:grpSpLocks/>
              </p:cNvGrpSpPr>
              <p:nvPr/>
            </p:nvGrpSpPr>
            <p:grpSpPr bwMode="auto">
              <a:xfrm>
                <a:off x="2205" y="2813"/>
                <a:ext cx="946" cy="271"/>
                <a:chOff x="2205" y="2813"/>
                <a:chExt cx="946" cy="271"/>
              </a:xfrm>
            </p:grpSpPr>
            <p:sp>
              <p:nvSpPr>
                <p:cNvPr id="429" name="Rectangle 323"/>
                <p:cNvSpPr>
                  <a:spLocks noChangeArrowheads="1"/>
                </p:cNvSpPr>
                <p:nvPr/>
              </p:nvSpPr>
              <p:spPr bwMode="auto">
                <a:xfrm>
                  <a:off x="2205" y="2813"/>
                  <a:ext cx="946" cy="271"/>
                </a:xfrm>
                <a:prstGeom prst="rect">
                  <a:avLst/>
                </a:prstGeom>
                <a:solidFill>
                  <a:srgbClr val="FFFFFF"/>
                </a:solidFill>
                <a:ln w="14288">
                  <a:solidFill>
                    <a:srgbClr val="000000"/>
                  </a:solidFill>
                  <a:miter lim="800000"/>
                  <a:headEnd/>
                  <a:tailEnd/>
                </a:ln>
              </p:spPr>
              <p:txBody>
                <a:bodyPr/>
                <a:lstStyle/>
                <a:p>
                  <a:endParaRPr lang="pt-BR" sz="2400">
                    <a:latin typeface="Lato" pitchFamily="34" charset="0"/>
                  </a:endParaRPr>
                </a:p>
              </p:txBody>
            </p:sp>
            <p:sp>
              <p:nvSpPr>
                <p:cNvPr id="430" name="Rectangle 324"/>
                <p:cNvSpPr>
                  <a:spLocks noChangeArrowheads="1"/>
                </p:cNvSpPr>
                <p:nvPr/>
              </p:nvSpPr>
              <p:spPr bwMode="auto">
                <a:xfrm>
                  <a:off x="2731" y="2860"/>
                  <a:ext cx="326" cy="124"/>
                </a:xfrm>
                <a:prstGeom prst="rect">
                  <a:avLst/>
                </a:prstGeom>
                <a:solidFill>
                  <a:srgbClr val="808080"/>
                </a:solidFill>
                <a:ln w="14288">
                  <a:solidFill>
                    <a:srgbClr val="000000"/>
                  </a:solidFill>
                  <a:miter lim="800000"/>
                  <a:headEnd/>
                  <a:tailEnd/>
                </a:ln>
              </p:spPr>
              <p:txBody>
                <a:bodyPr/>
                <a:lstStyle/>
                <a:p>
                  <a:endParaRPr lang="pt-BR" sz="2400">
                    <a:latin typeface="Lato" pitchFamily="34" charset="0"/>
                  </a:endParaRPr>
                </a:p>
              </p:txBody>
            </p:sp>
          </p:grpSp>
          <p:grpSp>
            <p:nvGrpSpPr>
              <p:cNvPr id="417" name="Group 325"/>
              <p:cNvGrpSpPr>
                <a:grpSpLocks/>
              </p:cNvGrpSpPr>
              <p:nvPr/>
            </p:nvGrpSpPr>
            <p:grpSpPr bwMode="auto">
              <a:xfrm>
                <a:off x="2165" y="2961"/>
                <a:ext cx="1028" cy="173"/>
                <a:chOff x="2165" y="2961"/>
                <a:chExt cx="1028" cy="173"/>
              </a:xfrm>
            </p:grpSpPr>
            <p:sp>
              <p:nvSpPr>
                <p:cNvPr id="426" name="Freeform 326"/>
                <p:cNvSpPr>
                  <a:spLocks/>
                </p:cNvSpPr>
                <p:nvPr/>
              </p:nvSpPr>
              <p:spPr bwMode="auto">
                <a:xfrm>
                  <a:off x="2165" y="2961"/>
                  <a:ext cx="1028" cy="173"/>
                </a:xfrm>
                <a:custGeom>
                  <a:avLst/>
                  <a:gdLst>
                    <a:gd name="T0" fmla="*/ 128 w 1028"/>
                    <a:gd name="T1" fmla="*/ 0 h 173"/>
                    <a:gd name="T2" fmla="*/ 904 w 1028"/>
                    <a:gd name="T3" fmla="*/ 0 h 173"/>
                    <a:gd name="T4" fmla="*/ 1026 w 1028"/>
                    <a:gd name="T5" fmla="*/ 156 h 173"/>
                    <a:gd name="T6" fmla="*/ 1028 w 1028"/>
                    <a:gd name="T7" fmla="*/ 163 h 173"/>
                    <a:gd name="T8" fmla="*/ 1024 w 1028"/>
                    <a:gd name="T9" fmla="*/ 170 h 173"/>
                    <a:gd name="T10" fmla="*/ 1016 w 1028"/>
                    <a:gd name="T11" fmla="*/ 173 h 173"/>
                    <a:gd name="T12" fmla="*/ 13 w 1028"/>
                    <a:gd name="T13" fmla="*/ 173 h 173"/>
                    <a:gd name="T14" fmla="*/ 5 w 1028"/>
                    <a:gd name="T15" fmla="*/ 168 h 173"/>
                    <a:gd name="T16" fmla="*/ 0 w 1028"/>
                    <a:gd name="T17" fmla="*/ 161 h 173"/>
                    <a:gd name="T18" fmla="*/ 1 w 1028"/>
                    <a:gd name="T19" fmla="*/ 152 h 173"/>
                    <a:gd name="T20" fmla="*/ 128 w 1028"/>
                    <a:gd name="T21" fmla="*/ 0 h 1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8"/>
                    <a:gd name="T34" fmla="*/ 0 h 173"/>
                    <a:gd name="T35" fmla="*/ 1028 w 1028"/>
                    <a:gd name="T36" fmla="*/ 173 h 1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8" h="173">
                      <a:moveTo>
                        <a:pt x="128" y="0"/>
                      </a:moveTo>
                      <a:lnTo>
                        <a:pt x="904" y="0"/>
                      </a:lnTo>
                      <a:lnTo>
                        <a:pt x="1026" y="156"/>
                      </a:lnTo>
                      <a:lnTo>
                        <a:pt x="1028" y="163"/>
                      </a:lnTo>
                      <a:lnTo>
                        <a:pt x="1024" y="170"/>
                      </a:lnTo>
                      <a:lnTo>
                        <a:pt x="1016" y="173"/>
                      </a:lnTo>
                      <a:lnTo>
                        <a:pt x="13" y="173"/>
                      </a:lnTo>
                      <a:lnTo>
                        <a:pt x="5" y="168"/>
                      </a:lnTo>
                      <a:lnTo>
                        <a:pt x="0" y="161"/>
                      </a:lnTo>
                      <a:lnTo>
                        <a:pt x="1" y="152"/>
                      </a:lnTo>
                      <a:lnTo>
                        <a:pt x="128" y="0"/>
                      </a:lnTo>
                      <a:close/>
                    </a:path>
                  </a:pathLst>
                </a:custGeom>
                <a:solidFill>
                  <a:srgbClr val="FFFFFF"/>
                </a:solidFill>
                <a:ln w="14288">
                  <a:solidFill>
                    <a:srgbClr val="000000"/>
                  </a:solidFill>
                  <a:round/>
                  <a:headEnd/>
                  <a:tailEnd/>
                </a:ln>
              </p:spPr>
              <p:txBody>
                <a:bodyPr/>
                <a:lstStyle/>
                <a:p>
                  <a:endParaRPr lang="pt-BR" sz="2400">
                    <a:latin typeface="Lato" pitchFamily="34" charset="0"/>
                  </a:endParaRPr>
                </a:p>
              </p:txBody>
            </p:sp>
            <p:sp>
              <p:nvSpPr>
                <p:cNvPr id="427" name="Freeform 327"/>
                <p:cNvSpPr>
                  <a:spLocks/>
                </p:cNvSpPr>
                <p:nvPr/>
              </p:nvSpPr>
              <p:spPr bwMode="auto">
                <a:xfrm>
                  <a:off x="2221" y="2997"/>
                  <a:ext cx="684" cy="110"/>
                </a:xfrm>
                <a:custGeom>
                  <a:avLst/>
                  <a:gdLst>
                    <a:gd name="T0" fmla="*/ 93 w 684"/>
                    <a:gd name="T1" fmla="*/ 0 h 110"/>
                    <a:gd name="T2" fmla="*/ 652 w 684"/>
                    <a:gd name="T3" fmla="*/ 0 h 110"/>
                    <a:gd name="T4" fmla="*/ 684 w 684"/>
                    <a:gd name="T5" fmla="*/ 110 h 110"/>
                    <a:gd name="T6" fmla="*/ 0 w 684"/>
                    <a:gd name="T7" fmla="*/ 110 h 110"/>
                    <a:gd name="T8" fmla="*/ 93 w 684"/>
                    <a:gd name="T9" fmla="*/ 0 h 110"/>
                    <a:gd name="T10" fmla="*/ 0 60000 65536"/>
                    <a:gd name="T11" fmla="*/ 0 60000 65536"/>
                    <a:gd name="T12" fmla="*/ 0 60000 65536"/>
                    <a:gd name="T13" fmla="*/ 0 60000 65536"/>
                    <a:gd name="T14" fmla="*/ 0 60000 65536"/>
                    <a:gd name="T15" fmla="*/ 0 w 684"/>
                    <a:gd name="T16" fmla="*/ 0 h 110"/>
                    <a:gd name="T17" fmla="*/ 684 w 684"/>
                    <a:gd name="T18" fmla="*/ 110 h 110"/>
                  </a:gdLst>
                  <a:ahLst/>
                  <a:cxnLst>
                    <a:cxn ang="T10">
                      <a:pos x="T0" y="T1"/>
                    </a:cxn>
                    <a:cxn ang="T11">
                      <a:pos x="T2" y="T3"/>
                    </a:cxn>
                    <a:cxn ang="T12">
                      <a:pos x="T4" y="T5"/>
                    </a:cxn>
                    <a:cxn ang="T13">
                      <a:pos x="T6" y="T7"/>
                    </a:cxn>
                    <a:cxn ang="T14">
                      <a:pos x="T8" y="T9"/>
                    </a:cxn>
                  </a:cxnLst>
                  <a:rect l="T15" t="T16" r="T17" b="T18"/>
                  <a:pathLst>
                    <a:path w="684" h="110">
                      <a:moveTo>
                        <a:pt x="93" y="0"/>
                      </a:moveTo>
                      <a:lnTo>
                        <a:pt x="652" y="0"/>
                      </a:lnTo>
                      <a:lnTo>
                        <a:pt x="684" y="110"/>
                      </a:lnTo>
                      <a:lnTo>
                        <a:pt x="0" y="110"/>
                      </a:lnTo>
                      <a:lnTo>
                        <a:pt x="93" y="0"/>
                      </a:lnTo>
                      <a:close/>
                    </a:path>
                  </a:pathLst>
                </a:custGeom>
                <a:solidFill>
                  <a:srgbClr val="FFFFFF"/>
                </a:solidFill>
                <a:ln w="14288">
                  <a:solidFill>
                    <a:srgbClr val="000000"/>
                  </a:solidFill>
                  <a:round/>
                  <a:headEnd/>
                  <a:tailEnd/>
                </a:ln>
              </p:spPr>
              <p:txBody>
                <a:bodyPr/>
                <a:lstStyle/>
                <a:p>
                  <a:endParaRPr lang="pt-BR" sz="2400">
                    <a:latin typeface="Lato" pitchFamily="34" charset="0"/>
                  </a:endParaRPr>
                </a:p>
              </p:txBody>
            </p:sp>
            <p:sp>
              <p:nvSpPr>
                <p:cNvPr id="428" name="Freeform 328"/>
                <p:cNvSpPr>
                  <a:spLocks/>
                </p:cNvSpPr>
                <p:nvPr/>
              </p:nvSpPr>
              <p:spPr bwMode="auto">
                <a:xfrm>
                  <a:off x="2927" y="2997"/>
                  <a:ext cx="208" cy="110"/>
                </a:xfrm>
                <a:custGeom>
                  <a:avLst/>
                  <a:gdLst>
                    <a:gd name="T0" fmla="*/ 0 w 208"/>
                    <a:gd name="T1" fmla="*/ 0 h 110"/>
                    <a:gd name="T2" fmla="*/ 123 w 208"/>
                    <a:gd name="T3" fmla="*/ 0 h 110"/>
                    <a:gd name="T4" fmla="*/ 208 w 208"/>
                    <a:gd name="T5" fmla="*/ 110 h 110"/>
                    <a:gd name="T6" fmla="*/ 39 w 208"/>
                    <a:gd name="T7" fmla="*/ 110 h 110"/>
                    <a:gd name="T8" fmla="*/ 0 w 208"/>
                    <a:gd name="T9" fmla="*/ 0 h 110"/>
                    <a:gd name="T10" fmla="*/ 0 60000 65536"/>
                    <a:gd name="T11" fmla="*/ 0 60000 65536"/>
                    <a:gd name="T12" fmla="*/ 0 60000 65536"/>
                    <a:gd name="T13" fmla="*/ 0 60000 65536"/>
                    <a:gd name="T14" fmla="*/ 0 60000 65536"/>
                    <a:gd name="T15" fmla="*/ 0 w 208"/>
                    <a:gd name="T16" fmla="*/ 0 h 110"/>
                    <a:gd name="T17" fmla="*/ 208 w 208"/>
                    <a:gd name="T18" fmla="*/ 110 h 110"/>
                  </a:gdLst>
                  <a:ahLst/>
                  <a:cxnLst>
                    <a:cxn ang="T10">
                      <a:pos x="T0" y="T1"/>
                    </a:cxn>
                    <a:cxn ang="T11">
                      <a:pos x="T2" y="T3"/>
                    </a:cxn>
                    <a:cxn ang="T12">
                      <a:pos x="T4" y="T5"/>
                    </a:cxn>
                    <a:cxn ang="T13">
                      <a:pos x="T6" y="T7"/>
                    </a:cxn>
                    <a:cxn ang="T14">
                      <a:pos x="T8" y="T9"/>
                    </a:cxn>
                  </a:cxnLst>
                  <a:rect l="T15" t="T16" r="T17" b="T18"/>
                  <a:pathLst>
                    <a:path w="208" h="110">
                      <a:moveTo>
                        <a:pt x="0" y="0"/>
                      </a:moveTo>
                      <a:lnTo>
                        <a:pt x="123" y="0"/>
                      </a:lnTo>
                      <a:lnTo>
                        <a:pt x="208" y="110"/>
                      </a:lnTo>
                      <a:lnTo>
                        <a:pt x="39" y="110"/>
                      </a:lnTo>
                      <a:lnTo>
                        <a:pt x="0" y="0"/>
                      </a:lnTo>
                      <a:close/>
                    </a:path>
                  </a:pathLst>
                </a:custGeom>
                <a:solidFill>
                  <a:srgbClr val="FFFFFF"/>
                </a:solidFill>
                <a:ln w="14288">
                  <a:solidFill>
                    <a:srgbClr val="000000"/>
                  </a:solidFill>
                  <a:round/>
                  <a:headEnd/>
                  <a:tailEnd/>
                </a:ln>
              </p:spPr>
              <p:txBody>
                <a:bodyPr/>
                <a:lstStyle/>
                <a:p>
                  <a:endParaRPr lang="pt-BR" sz="2400">
                    <a:latin typeface="Lato" pitchFamily="34" charset="0"/>
                  </a:endParaRPr>
                </a:p>
              </p:txBody>
            </p:sp>
          </p:grpSp>
          <p:grpSp>
            <p:nvGrpSpPr>
              <p:cNvPr id="418" name="Group 329"/>
              <p:cNvGrpSpPr>
                <a:grpSpLocks/>
              </p:cNvGrpSpPr>
              <p:nvPr/>
            </p:nvGrpSpPr>
            <p:grpSpPr bwMode="auto">
              <a:xfrm>
                <a:off x="2337" y="2277"/>
                <a:ext cx="686" cy="528"/>
                <a:chOff x="2337" y="2277"/>
                <a:chExt cx="686" cy="528"/>
              </a:xfrm>
            </p:grpSpPr>
            <p:sp>
              <p:nvSpPr>
                <p:cNvPr id="419" name="Rectangle 330"/>
                <p:cNvSpPr>
                  <a:spLocks noChangeArrowheads="1"/>
                </p:cNvSpPr>
                <p:nvPr/>
              </p:nvSpPr>
              <p:spPr bwMode="auto">
                <a:xfrm>
                  <a:off x="2337" y="2277"/>
                  <a:ext cx="686" cy="528"/>
                </a:xfrm>
                <a:prstGeom prst="rect">
                  <a:avLst/>
                </a:prstGeom>
                <a:solidFill>
                  <a:srgbClr val="FFFFFF"/>
                </a:solidFill>
                <a:ln w="14288">
                  <a:solidFill>
                    <a:srgbClr val="000000"/>
                  </a:solidFill>
                  <a:miter lim="800000"/>
                  <a:headEnd/>
                  <a:tailEnd/>
                </a:ln>
              </p:spPr>
              <p:txBody>
                <a:bodyPr/>
                <a:lstStyle/>
                <a:p>
                  <a:endParaRPr lang="pt-BR" sz="2400">
                    <a:latin typeface="Lato" pitchFamily="34" charset="0"/>
                  </a:endParaRPr>
                </a:p>
              </p:txBody>
            </p:sp>
            <p:sp>
              <p:nvSpPr>
                <p:cNvPr id="420" name="Rectangle 331"/>
                <p:cNvSpPr>
                  <a:spLocks noChangeArrowheads="1"/>
                </p:cNvSpPr>
                <p:nvPr/>
              </p:nvSpPr>
              <p:spPr bwMode="auto">
                <a:xfrm>
                  <a:off x="2381" y="2321"/>
                  <a:ext cx="597" cy="447"/>
                </a:xfrm>
                <a:prstGeom prst="rect">
                  <a:avLst/>
                </a:prstGeom>
                <a:solidFill>
                  <a:srgbClr val="114FFB"/>
                </a:solidFill>
                <a:ln w="14288">
                  <a:solidFill>
                    <a:srgbClr val="000000"/>
                  </a:solidFill>
                  <a:miter lim="800000"/>
                  <a:headEnd/>
                  <a:tailEnd/>
                </a:ln>
              </p:spPr>
              <p:txBody>
                <a:bodyPr/>
                <a:lstStyle/>
                <a:p>
                  <a:endParaRPr lang="pt-BR" sz="2400">
                    <a:latin typeface="Lato" pitchFamily="34" charset="0"/>
                  </a:endParaRPr>
                </a:p>
              </p:txBody>
            </p:sp>
            <p:sp>
              <p:nvSpPr>
                <p:cNvPr id="421" name="Rectangle 332"/>
                <p:cNvSpPr>
                  <a:spLocks noChangeArrowheads="1"/>
                </p:cNvSpPr>
                <p:nvPr/>
              </p:nvSpPr>
              <p:spPr bwMode="auto">
                <a:xfrm>
                  <a:off x="2891" y="2321"/>
                  <a:ext cx="85" cy="447"/>
                </a:xfrm>
                <a:prstGeom prst="rect">
                  <a:avLst/>
                </a:prstGeom>
                <a:solidFill>
                  <a:srgbClr val="FFFFFF"/>
                </a:solidFill>
                <a:ln w="14288">
                  <a:solidFill>
                    <a:srgbClr val="000000"/>
                  </a:solidFill>
                  <a:miter lim="800000"/>
                  <a:headEnd/>
                  <a:tailEnd/>
                </a:ln>
              </p:spPr>
              <p:txBody>
                <a:bodyPr/>
                <a:lstStyle/>
                <a:p>
                  <a:endParaRPr lang="pt-BR" sz="2400">
                    <a:latin typeface="Lato" pitchFamily="34" charset="0"/>
                  </a:endParaRPr>
                </a:p>
              </p:txBody>
            </p:sp>
            <p:sp>
              <p:nvSpPr>
                <p:cNvPr id="422" name="Rectangle 333"/>
                <p:cNvSpPr>
                  <a:spLocks noChangeArrowheads="1"/>
                </p:cNvSpPr>
                <p:nvPr/>
              </p:nvSpPr>
              <p:spPr bwMode="auto">
                <a:xfrm>
                  <a:off x="2912" y="2344"/>
                  <a:ext cx="42" cy="29"/>
                </a:xfrm>
                <a:prstGeom prst="rect">
                  <a:avLst/>
                </a:prstGeom>
                <a:solidFill>
                  <a:srgbClr val="FFFFFF"/>
                </a:solidFill>
                <a:ln w="14288">
                  <a:solidFill>
                    <a:srgbClr val="000000"/>
                  </a:solidFill>
                  <a:miter lim="800000"/>
                  <a:headEnd/>
                  <a:tailEnd/>
                </a:ln>
              </p:spPr>
              <p:txBody>
                <a:bodyPr/>
                <a:lstStyle/>
                <a:p>
                  <a:endParaRPr lang="pt-BR" sz="2400">
                    <a:latin typeface="Lato" pitchFamily="34" charset="0"/>
                  </a:endParaRPr>
                </a:p>
              </p:txBody>
            </p:sp>
            <p:sp>
              <p:nvSpPr>
                <p:cNvPr id="423" name="Oval 334"/>
                <p:cNvSpPr>
                  <a:spLocks noChangeArrowheads="1"/>
                </p:cNvSpPr>
                <p:nvPr/>
              </p:nvSpPr>
              <p:spPr bwMode="auto">
                <a:xfrm>
                  <a:off x="2916" y="2538"/>
                  <a:ext cx="31" cy="28"/>
                </a:xfrm>
                <a:prstGeom prst="ellipse">
                  <a:avLst/>
                </a:prstGeom>
                <a:solidFill>
                  <a:srgbClr val="FFFFFF"/>
                </a:solidFill>
                <a:ln w="14288">
                  <a:solidFill>
                    <a:srgbClr val="000000"/>
                  </a:solidFill>
                  <a:round/>
                  <a:headEnd/>
                  <a:tailEnd/>
                </a:ln>
              </p:spPr>
              <p:txBody>
                <a:bodyPr/>
                <a:lstStyle/>
                <a:p>
                  <a:endParaRPr lang="pt-BR" sz="2400">
                    <a:latin typeface="Lato" pitchFamily="34" charset="0"/>
                  </a:endParaRPr>
                </a:p>
              </p:txBody>
            </p:sp>
            <p:sp>
              <p:nvSpPr>
                <p:cNvPr id="424" name="Oval 335"/>
                <p:cNvSpPr>
                  <a:spLocks noChangeArrowheads="1"/>
                </p:cNvSpPr>
                <p:nvPr/>
              </p:nvSpPr>
              <p:spPr bwMode="auto">
                <a:xfrm>
                  <a:off x="2916" y="2619"/>
                  <a:ext cx="31" cy="29"/>
                </a:xfrm>
                <a:prstGeom prst="ellipse">
                  <a:avLst/>
                </a:prstGeom>
                <a:solidFill>
                  <a:srgbClr val="FFFFFF"/>
                </a:solidFill>
                <a:ln w="14288">
                  <a:solidFill>
                    <a:srgbClr val="000000"/>
                  </a:solidFill>
                  <a:round/>
                  <a:headEnd/>
                  <a:tailEnd/>
                </a:ln>
              </p:spPr>
              <p:txBody>
                <a:bodyPr/>
                <a:lstStyle/>
                <a:p>
                  <a:endParaRPr lang="pt-BR" sz="2400">
                    <a:latin typeface="Lato" pitchFamily="34" charset="0"/>
                  </a:endParaRPr>
                </a:p>
              </p:txBody>
            </p:sp>
            <p:sp>
              <p:nvSpPr>
                <p:cNvPr id="425" name="Oval 336"/>
                <p:cNvSpPr>
                  <a:spLocks noChangeArrowheads="1"/>
                </p:cNvSpPr>
                <p:nvPr/>
              </p:nvSpPr>
              <p:spPr bwMode="auto">
                <a:xfrm>
                  <a:off x="2916" y="2697"/>
                  <a:ext cx="31" cy="28"/>
                </a:xfrm>
                <a:prstGeom prst="ellipse">
                  <a:avLst/>
                </a:prstGeom>
                <a:solidFill>
                  <a:srgbClr val="FFFFFF"/>
                </a:solidFill>
                <a:ln w="14288">
                  <a:solidFill>
                    <a:srgbClr val="000000"/>
                  </a:solidFill>
                  <a:round/>
                  <a:headEnd/>
                  <a:tailEnd/>
                </a:ln>
              </p:spPr>
              <p:txBody>
                <a:bodyPr/>
                <a:lstStyle/>
                <a:p>
                  <a:endParaRPr lang="pt-BR" sz="2400">
                    <a:latin typeface="Lato" pitchFamily="34" charset="0"/>
                  </a:endParaRPr>
                </a:p>
              </p:txBody>
            </p:sp>
          </p:grpSp>
        </p:grpSp>
        <p:grpSp>
          <p:nvGrpSpPr>
            <p:cNvPr id="384" name="Group 337"/>
            <p:cNvGrpSpPr>
              <a:grpSpLocks/>
            </p:cNvGrpSpPr>
            <p:nvPr/>
          </p:nvGrpSpPr>
          <p:grpSpPr bwMode="auto">
            <a:xfrm>
              <a:off x="2241" y="3645"/>
              <a:ext cx="401" cy="368"/>
              <a:chOff x="2165" y="2277"/>
              <a:chExt cx="1028" cy="857"/>
            </a:xfrm>
          </p:grpSpPr>
          <p:grpSp>
            <p:nvGrpSpPr>
              <p:cNvPr id="401" name="Group 338"/>
              <p:cNvGrpSpPr>
                <a:grpSpLocks/>
              </p:cNvGrpSpPr>
              <p:nvPr/>
            </p:nvGrpSpPr>
            <p:grpSpPr bwMode="auto">
              <a:xfrm>
                <a:off x="2205" y="2813"/>
                <a:ext cx="946" cy="271"/>
                <a:chOff x="2205" y="2813"/>
                <a:chExt cx="946" cy="271"/>
              </a:xfrm>
            </p:grpSpPr>
            <p:sp>
              <p:nvSpPr>
                <p:cNvPr id="414" name="Rectangle 339"/>
                <p:cNvSpPr>
                  <a:spLocks noChangeArrowheads="1"/>
                </p:cNvSpPr>
                <p:nvPr/>
              </p:nvSpPr>
              <p:spPr bwMode="auto">
                <a:xfrm>
                  <a:off x="2205" y="2813"/>
                  <a:ext cx="946" cy="271"/>
                </a:xfrm>
                <a:prstGeom prst="rect">
                  <a:avLst/>
                </a:prstGeom>
                <a:solidFill>
                  <a:srgbClr val="FFFFFF"/>
                </a:solidFill>
                <a:ln w="14288">
                  <a:solidFill>
                    <a:srgbClr val="000000"/>
                  </a:solidFill>
                  <a:miter lim="800000"/>
                  <a:headEnd/>
                  <a:tailEnd/>
                </a:ln>
              </p:spPr>
              <p:txBody>
                <a:bodyPr/>
                <a:lstStyle/>
                <a:p>
                  <a:endParaRPr lang="pt-BR" sz="2400">
                    <a:latin typeface="Lato" pitchFamily="34" charset="0"/>
                  </a:endParaRPr>
                </a:p>
              </p:txBody>
            </p:sp>
            <p:sp>
              <p:nvSpPr>
                <p:cNvPr id="415" name="Rectangle 340"/>
                <p:cNvSpPr>
                  <a:spLocks noChangeArrowheads="1"/>
                </p:cNvSpPr>
                <p:nvPr/>
              </p:nvSpPr>
              <p:spPr bwMode="auto">
                <a:xfrm>
                  <a:off x="2731" y="2860"/>
                  <a:ext cx="326" cy="124"/>
                </a:xfrm>
                <a:prstGeom prst="rect">
                  <a:avLst/>
                </a:prstGeom>
                <a:solidFill>
                  <a:srgbClr val="808080"/>
                </a:solidFill>
                <a:ln w="14288">
                  <a:solidFill>
                    <a:srgbClr val="000000"/>
                  </a:solidFill>
                  <a:miter lim="800000"/>
                  <a:headEnd/>
                  <a:tailEnd/>
                </a:ln>
              </p:spPr>
              <p:txBody>
                <a:bodyPr/>
                <a:lstStyle/>
                <a:p>
                  <a:endParaRPr lang="pt-BR" sz="2400">
                    <a:latin typeface="Lato" pitchFamily="34" charset="0"/>
                  </a:endParaRPr>
                </a:p>
              </p:txBody>
            </p:sp>
          </p:grpSp>
          <p:grpSp>
            <p:nvGrpSpPr>
              <p:cNvPr id="402" name="Group 341"/>
              <p:cNvGrpSpPr>
                <a:grpSpLocks/>
              </p:cNvGrpSpPr>
              <p:nvPr/>
            </p:nvGrpSpPr>
            <p:grpSpPr bwMode="auto">
              <a:xfrm>
                <a:off x="2165" y="2961"/>
                <a:ext cx="1028" cy="173"/>
                <a:chOff x="2165" y="2961"/>
                <a:chExt cx="1028" cy="173"/>
              </a:xfrm>
            </p:grpSpPr>
            <p:sp>
              <p:nvSpPr>
                <p:cNvPr id="411" name="Freeform 342"/>
                <p:cNvSpPr>
                  <a:spLocks/>
                </p:cNvSpPr>
                <p:nvPr/>
              </p:nvSpPr>
              <p:spPr bwMode="auto">
                <a:xfrm>
                  <a:off x="2165" y="2961"/>
                  <a:ext cx="1028" cy="173"/>
                </a:xfrm>
                <a:custGeom>
                  <a:avLst/>
                  <a:gdLst>
                    <a:gd name="T0" fmla="*/ 128 w 1028"/>
                    <a:gd name="T1" fmla="*/ 0 h 173"/>
                    <a:gd name="T2" fmla="*/ 904 w 1028"/>
                    <a:gd name="T3" fmla="*/ 0 h 173"/>
                    <a:gd name="T4" fmla="*/ 1026 w 1028"/>
                    <a:gd name="T5" fmla="*/ 156 h 173"/>
                    <a:gd name="T6" fmla="*/ 1028 w 1028"/>
                    <a:gd name="T7" fmla="*/ 163 h 173"/>
                    <a:gd name="T8" fmla="*/ 1024 w 1028"/>
                    <a:gd name="T9" fmla="*/ 170 h 173"/>
                    <a:gd name="T10" fmla="*/ 1016 w 1028"/>
                    <a:gd name="T11" fmla="*/ 173 h 173"/>
                    <a:gd name="T12" fmla="*/ 13 w 1028"/>
                    <a:gd name="T13" fmla="*/ 173 h 173"/>
                    <a:gd name="T14" fmla="*/ 5 w 1028"/>
                    <a:gd name="T15" fmla="*/ 168 h 173"/>
                    <a:gd name="T16" fmla="*/ 0 w 1028"/>
                    <a:gd name="T17" fmla="*/ 161 h 173"/>
                    <a:gd name="T18" fmla="*/ 1 w 1028"/>
                    <a:gd name="T19" fmla="*/ 152 h 173"/>
                    <a:gd name="T20" fmla="*/ 128 w 1028"/>
                    <a:gd name="T21" fmla="*/ 0 h 1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8"/>
                    <a:gd name="T34" fmla="*/ 0 h 173"/>
                    <a:gd name="T35" fmla="*/ 1028 w 1028"/>
                    <a:gd name="T36" fmla="*/ 173 h 1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8" h="173">
                      <a:moveTo>
                        <a:pt x="128" y="0"/>
                      </a:moveTo>
                      <a:lnTo>
                        <a:pt x="904" y="0"/>
                      </a:lnTo>
                      <a:lnTo>
                        <a:pt x="1026" y="156"/>
                      </a:lnTo>
                      <a:lnTo>
                        <a:pt x="1028" y="163"/>
                      </a:lnTo>
                      <a:lnTo>
                        <a:pt x="1024" y="170"/>
                      </a:lnTo>
                      <a:lnTo>
                        <a:pt x="1016" y="173"/>
                      </a:lnTo>
                      <a:lnTo>
                        <a:pt x="13" y="173"/>
                      </a:lnTo>
                      <a:lnTo>
                        <a:pt x="5" y="168"/>
                      </a:lnTo>
                      <a:lnTo>
                        <a:pt x="0" y="161"/>
                      </a:lnTo>
                      <a:lnTo>
                        <a:pt x="1" y="152"/>
                      </a:lnTo>
                      <a:lnTo>
                        <a:pt x="128" y="0"/>
                      </a:lnTo>
                      <a:close/>
                    </a:path>
                  </a:pathLst>
                </a:custGeom>
                <a:solidFill>
                  <a:srgbClr val="FFFFFF"/>
                </a:solidFill>
                <a:ln w="14288">
                  <a:solidFill>
                    <a:srgbClr val="000000"/>
                  </a:solidFill>
                  <a:round/>
                  <a:headEnd/>
                  <a:tailEnd/>
                </a:ln>
              </p:spPr>
              <p:txBody>
                <a:bodyPr/>
                <a:lstStyle/>
                <a:p>
                  <a:endParaRPr lang="pt-BR" sz="2400">
                    <a:latin typeface="Lato" pitchFamily="34" charset="0"/>
                  </a:endParaRPr>
                </a:p>
              </p:txBody>
            </p:sp>
            <p:sp>
              <p:nvSpPr>
                <p:cNvPr id="412" name="Freeform 343"/>
                <p:cNvSpPr>
                  <a:spLocks/>
                </p:cNvSpPr>
                <p:nvPr/>
              </p:nvSpPr>
              <p:spPr bwMode="auto">
                <a:xfrm>
                  <a:off x="2221" y="2997"/>
                  <a:ext cx="684" cy="110"/>
                </a:xfrm>
                <a:custGeom>
                  <a:avLst/>
                  <a:gdLst>
                    <a:gd name="T0" fmla="*/ 93 w 684"/>
                    <a:gd name="T1" fmla="*/ 0 h 110"/>
                    <a:gd name="T2" fmla="*/ 652 w 684"/>
                    <a:gd name="T3" fmla="*/ 0 h 110"/>
                    <a:gd name="T4" fmla="*/ 684 w 684"/>
                    <a:gd name="T5" fmla="*/ 110 h 110"/>
                    <a:gd name="T6" fmla="*/ 0 w 684"/>
                    <a:gd name="T7" fmla="*/ 110 h 110"/>
                    <a:gd name="T8" fmla="*/ 93 w 684"/>
                    <a:gd name="T9" fmla="*/ 0 h 110"/>
                    <a:gd name="T10" fmla="*/ 0 60000 65536"/>
                    <a:gd name="T11" fmla="*/ 0 60000 65536"/>
                    <a:gd name="T12" fmla="*/ 0 60000 65536"/>
                    <a:gd name="T13" fmla="*/ 0 60000 65536"/>
                    <a:gd name="T14" fmla="*/ 0 60000 65536"/>
                    <a:gd name="T15" fmla="*/ 0 w 684"/>
                    <a:gd name="T16" fmla="*/ 0 h 110"/>
                    <a:gd name="T17" fmla="*/ 684 w 684"/>
                    <a:gd name="T18" fmla="*/ 110 h 110"/>
                  </a:gdLst>
                  <a:ahLst/>
                  <a:cxnLst>
                    <a:cxn ang="T10">
                      <a:pos x="T0" y="T1"/>
                    </a:cxn>
                    <a:cxn ang="T11">
                      <a:pos x="T2" y="T3"/>
                    </a:cxn>
                    <a:cxn ang="T12">
                      <a:pos x="T4" y="T5"/>
                    </a:cxn>
                    <a:cxn ang="T13">
                      <a:pos x="T6" y="T7"/>
                    </a:cxn>
                    <a:cxn ang="T14">
                      <a:pos x="T8" y="T9"/>
                    </a:cxn>
                  </a:cxnLst>
                  <a:rect l="T15" t="T16" r="T17" b="T18"/>
                  <a:pathLst>
                    <a:path w="684" h="110">
                      <a:moveTo>
                        <a:pt x="93" y="0"/>
                      </a:moveTo>
                      <a:lnTo>
                        <a:pt x="652" y="0"/>
                      </a:lnTo>
                      <a:lnTo>
                        <a:pt x="684" y="110"/>
                      </a:lnTo>
                      <a:lnTo>
                        <a:pt x="0" y="110"/>
                      </a:lnTo>
                      <a:lnTo>
                        <a:pt x="93" y="0"/>
                      </a:lnTo>
                      <a:close/>
                    </a:path>
                  </a:pathLst>
                </a:custGeom>
                <a:solidFill>
                  <a:srgbClr val="FFFFFF"/>
                </a:solidFill>
                <a:ln w="14288">
                  <a:solidFill>
                    <a:srgbClr val="000000"/>
                  </a:solidFill>
                  <a:round/>
                  <a:headEnd/>
                  <a:tailEnd/>
                </a:ln>
              </p:spPr>
              <p:txBody>
                <a:bodyPr/>
                <a:lstStyle/>
                <a:p>
                  <a:endParaRPr lang="pt-BR" sz="2400">
                    <a:latin typeface="Lato" pitchFamily="34" charset="0"/>
                  </a:endParaRPr>
                </a:p>
              </p:txBody>
            </p:sp>
            <p:sp>
              <p:nvSpPr>
                <p:cNvPr id="413" name="Freeform 344"/>
                <p:cNvSpPr>
                  <a:spLocks/>
                </p:cNvSpPr>
                <p:nvPr/>
              </p:nvSpPr>
              <p:spPr bwMode="auto">
                <a:xfrm>
                  <a:off x="2927" y="2997"/>
                  <a:ext cx="208" cy="110"/>
                </a:xfrm>
                <a:custGeom>
                  <a:avLst/>
                  <a:gdLst>
                    <a:gd name="T0" fmla="*/ 0 w 208"/>
                    <a:gd name="T1" fmla="*/ 0 h 110"/>
                    <a:gd name="T2" fmla="*/ 123 w 208"/>
                    <a:gd name="T3" fmla="*/ 0 h 110"/>
                    <a:gd name="T4" fmla="*/ 208 w 208"/>
                    <a:gd name="T5" fmla="*/ 110 h 110"/>
                    <a:gd name="T6" fmla="*/ 39 w 208"/>
                    <a:gd name="T7" fmla="*/ 110 h 110"/>
                    <a:gd name="T8" fmla="*/ 0 w 208"/>
                    <a:gd name="T9" fmla="*/ 0 h 110"/>
                    <a:gd name="T10" fmla="*/ 0 60000 65536"/>
                    <a:gd name="T11" fmla="*/ 0 60000 65536"/>
                    <a:gd name="T12" fmla="*/ 0 60000 65536"/>
                    <a:gd name="T13" fmla="*/ 0 60000 65536"/>
                    <a:gd name="T14" fmla="*/ 0 60000 65536"/>
                    <a:gd name="T15" fmla="*/ 0 w 208"/>
                    <a:gd name="T16" fmla="*/ 0 h 110"/>
                    <a:gd name="T17" fmla="*/ 208 w 208"/>
                    <a:gd name="T18" fmla="*/ 110 h 110"/>
                  </a:gdLst>
                  <a:ahLst/>
                  <a:cxnLst>
                    <a:cxn ang="T10">
                      <a:pos x="T0" y="T1"/>
                    </a:cxn>
                    <a:cxn ang="T11">
                      <a:pos x="T2" y="T3"/>
                    </a:cxn>
                    <a:cxn ang="T12">
                      <a:pos x="T4" y="T5"/>
                    </a:cxn>
                    <a:cxn ang="T13">
                      <a:pos x="T6" y="T7"/>
                    </a:cxn>
                    <a:cxn ang="T14">
                      <a:pos x="T8" y="T9"/>
                    </a:cxn>
                  </a:cxnLst>
                  <a:rect l="T15" t="T16" r="T17" b="T18"/>
                  <a:pathLst>
                    <a:path w="208" h="110">
                      <a:moveTo>
                        <a:pt x="0" y="0"/>
                      </a:moveTo>
                      <a:lnTo>
                        <a:pt x="123" y="0"/>
                      </a:lnTo>
                      <a:lnTo>
                        <a:pt x="208" y="110"/>
                      </a:lnTo>
                      <a:lnTo>
                        <a:pt x="39" y="110"/>
                      </a:lnTo>
                      <a:lnTo>
                        <a:pt x="0" y="0"/>
                      </a:lnTo>
                      <a:close/>
                    </a:path>
                  </a:pathLst>
                </a:custGeom>
                <a:solidFill>
                  <a:srgbClr val="FFFFFF"/>
                </a:solidFill>
                <a:ln w="14288">
                  <a:solidFill>
                    <a:srgbClr val="000000"/>
                  </a:solidFill>
                  <a:round/>
                  <a:headEnd/>
                  <a:tailEnd/>
                </a:ln>
              </p:spPr>
              <p:txBody>
                <a:bodyPr/>
                <a:lstStyle/>
                <a:p>
                  <a:endParaRPr lang="pt-BR" sz="2400">
                    <a:latin typeface="Lato" pitchFamily="34" charset="0"/>
                  </a:endParaRPr>
                </a:p>
              </p:txBody>
            </p:sp>
          </p:grpSp>
          <p:grpSp>
            <p:nvGrpSpPr>
              <p:cNvPr id="403" name="Group 345"/>
              <p:cNvGrpSpPr>
                <a:grpSpLocks/>
              </p:cNvGrpSpPr>
              <p:nvPr/>
            </p:nvGrpSpPr>
            <p:grpSpPr bwMode="auto">
              <a:xfrm>
                <a:off x="2337" y="2277"/>
                <a:ext cx="686" cy="528"/>
                <a:chOff x="2337" y="2277"/>
                <a:chExt cx="686" cy="528"/>
              </a:xfrm>
            </p:grpSpPr>
            <p:sp>
              <p:nvSpPr>
                <p:cNvPr id="404" name="Rectangle 346"/>
                <p:cNvSpPr>
                  <a:spLocks noChangeArrowheads="1"/>
                </p:cNvSpPr>
                <p:nvPr/>
              </p:nvSpPr>
              <p:spPr bwMode="auto">
                <a:xfrm>
                  <a:off x="2337" y="2277"/>
                  <a:ext cx="686" cy="528"/>
                </a:xfrm>
                <a:prstGeom prst="rect">
                  <a:avLst/>
                </a:prstGeom>
                <a:solidFill>
                  <a:srgbClr val="FFFFFF"/>
                </a:solidFill>
                <a:ln w="14288">
                  <a:solidFill>
                    <a:srgbClr val="000000"/>
                  </a:solidFill>
                  <a:miter lim="800000"/>
                  <a:headEnd/>
                  <a:tailEnd/>
                </a:ln>
              </p:spPr>
              <p:txBody>
                <a:bodyPr/>
                <a:lstStyle/>
                <a:p>
                  <a:endParaRPr lang="pt-BR" sz="2400">
                    <a:latin typeface="Lato" pitchFamily="34" charset="0"/>
                  </a:endParaRPr>
                </a:p>
              </p:txBody>
            </p:sp>
            <p:sp>
              <p:nvSpPr>
                <p:cNvPr id="405" name="Rectangle 347"/>
                <p:cNvSpPr>
                  <a:spLocks noChangeArrowheads="1"/>
                </p:cNvSpPr>
                <p:nvPr/>
              </p:nvSpPr>
              <p:spPr bwMode="auto">
                <a:xfrm>
                  <a:off x="2381" y="2321"/>
                  <a:ext cx="597" cy="447"/>
                </a:xfrm>
                <a:prstGeom prst="rect">
                  <a:avLst/>
                </a:prstGeom>
                <a:solidFill>
                  <a:srgbClr val="114FFB"/>
                </a:solidFill>
                <a:ln w="14288">
                  <a:solidFill>
                    <a:srgbClr val="000000"/>
                  </a:solidFill>
                  <a:miter lim="800000"/>
                  <a:headEnd/>
                  <a:tailEnd/>
                </a:ln>
              </p:spPr>
              <p:txBody>
                <a:bodyPr/>
                <a:lstStyle/>
                <a:p>
                  <a:endParaRPr lang="pt-BR" sz="2400">
                    <a:latin typeface="Lato" pitchFamily="34" charset="0"/>
                  </a:endParaRPr>
                </a:p>
              </p:txBody>
            </p:sp>
            <p:sp>
              <p:nvSpPr>
                <p:cNvPr id="406" name="Rectangle 348"/>
                <p:cNvSpPr>
                  <a:spLocks noChangeArrowheads="1"/>
                </p:cNvSpPr>
                <p:nvPr/>
              </p:nvSpPr>
              <p:spPr bwMode="auto">
                <a:xfrm>
                  <a:off x="2891" y="2321"/>
                  <a:ext cx="85" cy="447"/>
                </a:xfrm>
                <a:prstGeom prst="rect">
                  <a:avLst/>
                </a:prstGeom>
                <a:solidFill>
                  <a:srgbClr val="FFFFFF"/>
                </a:solidFill>
                <a:ln w="14288">
                  <a:solidFill>
                    <a:srgbClr val="000000"/>
                  </a:solidFill>
                  <a:miter lim="800000"/>
                  <a:headEnd/>
                  <a:tailEnd/>
                </a:ln>
              </p:spPr>
              <p:txBody>
                <a:bodyPr/>
                <a:lstStyle/>
                <a:p>
                  <a:endParaRPr lang="pt-BR" sz="2400">
                    <a:latin typeface="Lato" pitchFamily="34" charset="0"/>
                  </a:endParaRPr>
                </a:p>
              </p:txBody>
            </p:sp>
            <p:sp>
              <p:nvSpPr>
                <p:cNvPr id="407" name="Rectangle 349"/>
                <p:cNvSpPr>
                  <a:spLocks noChangeArrowheads="1"/>
                </p:cNvSpPr>
                <p:nvPr/>
              </p:nvSpPr>
              <p:spPr bwMode="auto">
                <a:xfrm>
                  <a:off x="2912" y="2344"/>
                  <a:ext cx="42" cy="29"/>
                </a:xfrm>
                <a:prstGeom prst="rect">
                  <a:avLst/>
                </a:prstGeom>
                <a:solidFill>
                  <a:srgbClr val="FFFFFF"/>
                </a:solidFill>
                <a:ln w="14288">
                  <a:solidFill>
                    <a:srgbClr val="000000"/>
                  </a:solidFill>
                  <a:miter lim="800000"/>
                  <a:headEnd/>
                  <a:tailEnd/>
                </a:ln>
              </p:spPr>
              <p:txBody>
                <a:bodyPr/>
                <a:lstStyle/>
                <a:p>
                  <a:endParaRPr lang="pt-BR" sz="2400">
                    <a:latin typeface="Lato" pitchFamily="34" charset="0"/>
                  </a:endParaRPr>
                </a:p>
              </p:txBody>
            </p:sp>
            <p:sp>
              <p:nvSpPr>
                <p:cNvPr id="408" name="Oval 350"/>
                <p:cNvSpPr>
                  <a:spLocks noChangeArrowheads="1"/>
                </p:cNvSpPr>
                <p:nvPr/>
              </p:nvSpPr>
              <p:spPr bwMode="auto">
                <a:xfrm>
                  <a:off x="2916" y="2538"/>
                  <a:ext cx="31" cy="28"/>
                </a:xfrm>
                <a:prstGeom prst="ellipse">
                  <a:avLst/>
                </a:prstGeom>
                <a:solidFill>
                  <a:srgbClr val="FFFFFF"/>
                </a:solidFill>
                <a:ln w="14288">
                  <a:solidFill>
                    <a:srgbClr val="000000"/>
                  </a:solidFill>
                  <a:round/>
                  <a:headEnd/>
                  <a:tailEnd/>
                </a:ln>
              </p:spPr>
              <p:txBody>
                <a:bodyPr/>
                <a:lstStyle/>
                <a:p>
                  <a:endParaRPr lang="pt-BR" sz="2400">
                    <a:latin typeface="Lato" pitchFamily="34" charset="0"/>
                  </a:endParaRPr>
                </a:p>
              </p:txBody>
            </p:sp>
            <p:sp>
              <p:nvSpPr>
                <p:cNvPr id="409" name="Oval 351"/>
                <p:cNvSpPr>
                  <a:spLocks noChangeArrowheads="1"/>
                </p:cNvSpPr>
                <p:nvPr/>
              </p:nvSpPr>
              <p:spPr bwMode="auto">
                <a:xfrm>
                  <a:off x="2916" y="2619"/>
                  <a:ext cx="31" cy="29"/>
                </a:xfrm>
                <a:prstGeom prst="ellipse">
                  <a:avLst/>
                </a:prstGeom>
                <a:solidFill>
                  <a:srgbClr val="FFFFFF"/>
                </a:solidFill>
                <a:ln w="14288">
                  <a:solidFill>
                    <a:srgbClr val="000000"/>
                  </a:solidFill>
                  <a:round/>
                  <a:headEnd/>
                  <a:tailEnd/>
                </a:ln>
              </p:spPr>
              <p:txBody>
                <a:bodyPr/>
                <a:lstStyle/>
                <a:p>
                  <a:endParaRPr lang="pt-BR" sz="2400">
                    <a:latin typeface="Lato" pitchFamily="34" charset="0"/>
                  </a:endParaRPr>
                </a:p>
              </p:txBody>
            </p:sp>
            <p:sp>
              <p:nvSpPr>
                <p:cNvPr id="410" name="Oval 352"/>
                <p:cNvSpPr>
                  <a:spLocks noChangeArrowheads="1"/>
                </p:cNvSpPr>
                <p:nvPr/>
              </p:nvSpPr>
              <p:spPr bwMode="auto">
                <a:xfrm>
                  <a:off x="2916" y="2697"/>
                  <a:ext cx="31" cy="28"/>
                </a:xfrm>
                <a:prstGeom prst="ellipse">
                  <a:avLst/>
                </a:prstGeom>
                <a:solidFill>
                  <a:srgbClr val="FFFFFF"/>
                </a:solidFill>
                <a:ln w="14288">
                  <a:solidFill>
                    <a:srgbClr val="000000"/>
                  </a:solidFill>
                  <a:round/>
                  <a:headEnd/>
                  <a:tailEnd/>
                </a:ln>
              </p:spPr>
              <p:txBody>
                <a:bodyPr/>
                <a:lstStyle/>
                <a:p>
                  <a:endParaRPr lang="pt-BR" sz="2400">
                    <a:latin typeface="Lato" pitchFamily="34" charset="0"/>
                  </a:endParaRPr>
                </a:p>
              </p:txBody>
            </p:sp>
          </p:grpSp>
        </p:grpSp>
        <p:grpSp>
          <p:nvGrpSpPr>
            <p:cNvPr id="385" name="Group 353"/>
            <p:cNvGrpSpPr>
              <a:grpSpLocks/>
            </p:cNvGrpSpPr>
            <p:nvPr/>
          </p:nvGrpSpPr>
          <p:grpSpPr bwMode="auto">
            <a:xfrm>
              <a:off x="2354" y="3758"/>
              <a:ext cx="401" cy="368"/>
              <a:chOff x="2165" y="2277"/>
              <a:chExt cx="1028" cy="857"/>
            </a:xfrm>
          </p:grpSpPr>
          <p:grpSp>
            <p:nvGrpSpPr>
              <p:cNvPr id="386" name="Group 354"/>
              <p:cNvGrpSpPr>
                <a:grpSpLocks/>
              </p:cNvGrpSpPr>
              <p:nvPr/>
            </p:nvGrpSpPr>
            <p:grpSpPr bwMode="auto">
              <a:xfrm>
                <a:off x="2205" y="2813"/>
                <a:ext cx="946" cy="271"/>
                <a:chOff x="2205" y="2813"/>
                <a:chExt cx="946" cy="271"/>
              </a:xfrm>
            </p:grpSpPr>
            <p:sp>
              <p:nvSpPr>
                <p:cNvPr id="399" name="Rectangle 355"/>
                <p:cNvSpPr>
                  <a:spLocks noChangeArrowheads="1"/>
                </p:cNvSpPr>
                <p:nvPr/>
              </p:nvSpPr>
              <p:spPr bwMode="auto">
                <a:xfrm>
                  <a:off x="2205" y="2813"/>
                  <a:ext cx="946" cy="271"/>
                </a:xfrm>
                <a:prstGeom prst="rect">
                  <a:avLst/>
                </a:prstGeom>
                <a:solidFill>
                  <a:srgbClr val="FFFFFF"/>
                </a:solidFill>
                <a:ln w="14288">
                  <a:solidFill>
                    <a:srgbClr val="000000"/>
                  </a:solidFill>
                  <a:miter lim="800000"/>
                  <a:headEnd/>
                  <a:tailEnd/>
                </a:ln>
              </p:spPr>
              <p:txBody>
                <a:bodyPr/>
                <a:lstStyle/>
                <a:p>
                  <a:endParaRPr lang="pt-BR" sz="2400">
                    <a:latin typeface="Lato" pitchFamily="34" charset="0"/>
                  </a:endParaRPr>
                </a:p>
              </p:txBody>
            </p:sp>
            <p:sp>
              <p:nvSpPr>
                <p:cNvPr id="400" name="Rectangle 356"/>
                <p:cNvSpPr>
                  <a:spLocks noChangeArrowheads="1"/>
                </p:cNvSpPr>
                <p:nvPr/>
              </p:nvSpPr>
              <p:spPr bwMode="auto">
                <a:xfrm>
                  <a:off x="2731" y="2860"/>
                  <a:ext cx="326" cy="124"/>
                </a:xfrm>
                <a:prstGeom prst="rect">
                  <a:avLst/>
                </a:prstGeom>
                <a:solidFill>
                  <a:srgbClr val="808080"/>
                </a:solidFill>
                <a:ln w="14288">
                  <a:solidFill>
                    <a:srgbClr val="000000"/>
                  </a:solidFill>
                  <a:miter lim="800000"/>
                  <a:headEnd/>
                  <a:tailEnd/>
                </a:ln>
              </p:spPr>
              <p:txBody>
                <a:bodyPr/>
                <a:lstStyle/>
                <a:p>
                  <a:endParaRPr lang="pt-BR" sz="2400">
                    <a:latin typeface="Lato" pitchFamily="34" charset="0"/>
                  </a:endParaRPr>
                </a:p>
              </p:txBody>
            </p:sp>
          </p:grpSp>
          <p:grpSp>
            <p:nvGrpSpPr>
              <p:cNvPr id="387" name="Group 357"/>
              <p:cNvGrpSpPr>
                <a:grpSpLocks/>
              </p:cNvGrpSpPr>
              <p:nvPr/>
            </p:nvGrpSpPr>
            <p:grpSpPr bwMode="auto">
              <a:xfrm>
                <a:off x="2165" y="2961"/>
                <a:ext cx="1028" cy="173"/>
                <a:chOff x="2165" y="2961"/>
                <a:chExt cx="1028" cy="173"/>
              </a:xfrm>
            </p:grpSpPr>
            <p:sp>
              <p:nvSpPr>
                <p:cNvPr id="396" name="Freeform 358"/>
                <p:cNvSpPr>
                  <a:spLocks/>
                </p:cNvSpPr>
                <p:nvPr/>
              </p:nvSpPr>
              <p:spPr bwMode="auto">
                <a:xfrm>
                  <a:off x="2165" y="2961"/>
                  <a:ext cx="1028" cy="173"/>
                </a:xfrm>
                <a:custGeom>
                  <a:avLst/>
                  <a:gdLst>
                    <a:gd name="T0" fmla="*/ 128 w 1028"/>
                    <a:gd name="T1" fmla="*/ 0 h 173"/>
                    <a:gd name="T2" fmla="*/ 904 w 1028"/>
                    <a:gd name="T3" fmla="*/ 0 h 173"/>
                    <a:gd name="T4" fmla="*/ 1026 w 1028"/>
                    <a:gd name="T5" fmla="*/ 156 h 173"/>
                    <a:gd name="T6" fmla="*/ 1028 w 1028"/>
                    <a:gd name="T7" fmla="*/ 163 h 173"/>
                    <a:gd name="T8" fmla="*/ 1024 w 1028"/>
                    <a:gd name="T9" fmla="*/ 170 h 173"/>
                    <a:gd name="T10" fmla="*/ 1016 w 1028"/>
                    <a:gd name="T11" fmla="*/ 173 h 173"/>
                    <a:gd name="T12" fmla="*/ 13 w 1028"/>
                    <a:gd name="T13" fmla="*/ 173 h 173"/>
                    <a:gd name="T14" fmla="*/ 5 w 1028"/>
                    <a:gd name="T15" fmla="*/ 168 h 173"/>
                    <a:gd name="T16" fmla="*/ 0 w 1028"/>
                    <a:gd name="T17" fmla="*/ 161 h 173"/>
                    <a:gd name="T18" fmla="*/ 1 w 1028"/>
                    <a:gd name="T19" fmla="*/ 152 h 173"/>
                    <a:gd name="T20" fmla="*/ 128 w 1028"/>
                    <a:gd name="T21" fmla="*/ 0 h 1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8"/>
                    <a:gd name="T34" fmla="*/ 0 h 173"/>
                    <a:gd name="T35" fmla="*/ 1028 w 1028"/>
                    <a:gd name="T36" fmla="*/ 173 h 1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8" h="173">
                      <a:moveTo>
                        <a:pt x="128" y="0"/>
                      </a:moveTo>
                      <a:lnTo>
                        <a:pt x="904" y="0"/>
                      </a:lnTo>
                      <a:lnTo>
                        <a:pt x="1026" y="156"/>
                      </a:lnTo>
                      <a:lnTo>
                        <a:pt x="1028" y="163"/>
                      </a:lnTo>
                      <a:lnTo>
                        <a:pt x="1024" y="170"/>
                      </a:lnTo>
                      <a:lnTo>
                        <a:pt x="1016" y="173"/>
                      </a:lnTo>
                      <a:lnTo>
                        <a:pt x="13" y="173"/>
                      </a:lnTo>
                      <a:lnTo>
                        <a:pt x="5" y="168"/>
                      </a:lnTo>
                      <a:lnTo>
                        <a:pt x="0" y="161"/>
                      </a:lnTo>
                      <a:lnTo>
                        <a:pt x="1" y="152"/>
                      </a:lnTo>
                      <a:lnTo>
                        <a:pt x="128" y="0"/>
                      </a:lnTo>
                      <a:close/>
                    </a:path>
                  </a:pathLst>
                </a:custGeom>
                <a:solidFill>
                  <a:srgbClr val="FFFFFF"/>
                </a:solidFill>
                <a:ln w="14288">
                  <a:solidFill>
                    <a:srgbClr val="000000"/>
                  </a:solidFill>
                  <a:round/>
                  <a:headEnd/>
                  <a:tailEnd/>
                </a:ln>
              </p:spPr>
              <p:txBody>
                <a:bodyPr/>
                <a:lstStyle/>
                <a:p>
                  <a:endParaRPr lang="pt-BR" sz="2400">
                    <a:latin typeface="Lato" pitchFamily="34" charset="0"/>
                  </a:endParaRPr>
                </a:p>
              </p:txBody>
            </p:sp>
            <p:sp>
              <p:nvSpPr>
                <p:cNvPr id="397" name="Freeform 359"/>
                <p:cNvSpPr>
                  <a:spLocks/>
                </p:cNvSpPr>
                <p:nvPr/>
              </p:nvSpPr>
              <p:spPr bwMode="auto">
                <a:xfrm>
                  <a:off x="2221" y="2997"/>
                  <a:ext cx="684" cy="110"/>
                </a:xfrm>
                <a:custGeom>
                  <a:avLst/>
                  <a:gdLst>
                    <a:gd name="T0" fmla="*/ 93 w 684"/>
                    <a:gd name="T1" fmla="*/ 0 h 110"/>
                    <a:gd name="T2" fmla="*/ 652 w 684"/>
                    <a:gd name="T3" fmla="*/ 0 h 110"/>
                    <a:gd name="T4" fmla="*/ 684 w 684"/>
                    <a:gd name="T5" fmla="*/ 110 h 110"/>
                    <a:gd name="T6" fmla="*/ 0 w 684"/>
                    <a:gd name="T7" fmla="*/ 110 h 110"/>
                    <a:gd name="T8" fmla="*/ 93 w 684"/>
                    <a:gd name="T9" fmla="*/ 0 h 110"/>
                    <a:gd name="T10" fmla="*/ 0 60000 65536"/>
                    <a:gd name="T11" fmla="*/ 0 60000 65536"/>
                    <a:gd name="T12" fmla="*/ 0 60000 65536"/>
                    <a:gd name="T13" fmla="*/ 0 60000 65536"/>
                    <a:gd name="T14" fmla="*/ 0 60000 65536"/>
                    <a:gd name="T15" fmla="*/ 0 w 684"/>
                    <a:gd name="T16" fmla="*/ 0 h 110"/>
                    <a:gd name="T17" fmla="*/ 684 w 684"/>
                    <a:gd name="T18" fmla="*/ 110 h 110"/>
                  </a:gdLst>
                  <a:ahLst/>
                  <a:cxnLst>
                    <a:cxn ang="T10">
                      <a:pos x="T0" y="T1"/>
                    </a:cxn>
                    <a:cxn ang="T11">
                      <a:pos x="T2" y="T3"/>
                    </a:cxn>
                    <a:cxn ang="T12">
                      <a:pos x="T4" y="T5"/>
                    </a:cxn>
                    <a:cxn ang="T13">
                      <a:pos x="T6" y="T7"/>
                    </a:cxn>
                    <a:cxn ang="T14">
                      <a:pos x="T8" y="T9"/>
                    </a:cxn>
                  </a:cxnLst>
                  <a:rect l="T15" t="T16" r="T17" b="T18"/>
                  <a:pathLst>
                    <a:path w="684" h="110">
                      <a:moveTo>
                        <a:pt x="93" y="0"/>
                      </a:moveTo>
                      <a:lnTo>
                        <a:pt x="652" y="0"/>
                      </a:lnTo>
                      <a:lnTo>
                        <a:pt x="684" y="110"/>
                      </a:lnTo>
                      <a:lnTo>
                        <a:pt x="0" y="110"/>
                      </a:lnTo>
                      <a:lnTo>
                        <a:pt x="93" y="0"/>
                      </a:lnTo>
                      <a:close/>
                    </a:path>
                  </a:pathLst>
                </a:custGeom>
                <a:solidFill>
                  <a:srgbClr val="FFFFFF"/>
                </a:solidFill>
                <a:ln w="14288">
                  <a:solidFill>
                    <a:srgbClr val="000000"/>
                  </a:solidFill>
                  <a:round/>
                  <a:headEnd/>
                  <a:tailEnd/>
                </a:ln>
              </p:spPr>
              <p:txBody>
                <a:bodyPr/>
                <a:lstStyle/>
                <a:p>
                  <a:endParaRPr lang="pt-BR" sz="2400">
                    <a:latin typeface="Lato" pitchFamily="34" charset="0"/>
                  </a:endParaRPr>
                </a:p>
              </p:txBody>
            </p:sp>
            <p:sp>
              <p:nvSpPr>
                <p:cNvPr id="398" name="Freeform 360"/>
                <p:cNvSpPr>
                  <a:spLocks/>
                </p:cNvSpPr>
                <p:nvPr/>
              </p:nvSpPr>
              <p:spPr bwMode="auto">
                <a:xfrm>
                  <a:off x="2927" y="2997"/>
                  <a:ext cx="208" cy="110"/>
                </a:xfrm>
                <a:custGeom>
                  <a:avLst/>
                  <a:gdLst>
                    <a:gd name="T0" fmla="*/ 0 w 208"/>
                    <a:gd name="T1" fmla="*/ 0 h 110"/>
                    <a:gd name="T2" fmla="*/ 123 w 208"/>
                    <a:gd name="T3" fmla="*/ 0 h 110"/>
                    <a:gd name="T4" fmla="*/ 208 w 208"/>
                    <a:gd name="T5" fmla="*/ 110 h 110"/>
                    <a:gd name="T6" fmla="*/ 39 w 208"/>
                    <a:gd name="T7" fmla="*/ 110 h 110"/>
                    <a:gd name="T8" fmla="*/ 0 w 208"/>
                    <a:gd name="T9" fmla="*/ 0 h 110"/>
                    <a:gd name="T10" fmla="*/ 0 60000 65536"/>
                    <a:gd name="T11" fmla="*/ 0 60000 65536"/>
                    <a:gd name="T12" fmla="*/ 0 60000 65536"/>
                    <a:gd name="T13" fmla="*/ 0 60000 65536"/>
                    <a:gd name="T14" fmla="*/ 0 60000 65536"/>
                    <a:gd name="T15" fmla="*/ 0 w 208"/>
                    <a:gd name="T16" fmla="*/ 0 h 110"/>
                    <a:gd name="T17" fmla="*/ 208 w 208"/>
                    <a:gd name="T18" fmla="*/ 110 h 110"/>
                  </a:gdLst>
                  <a:ahLst/>
                  <a:cxnLst>
                    <a:cxn ang="T10">
                      <a:pos x="T0" y="T1"/>
                    </a:cxn>
                    <a:cxn ang="T11">
                      <a:pos x="T2" y="T3"/>
                    </a:cxn>
                    <a:cxn ang="T12">
                      <a:pos x="T4" y="T5"/>
                    </a:cxn>
                    <a:cxn ang="T13">
                      <a:pos x="T6" y="T7"/>
                    </a:cxn>
                    <a:cxn ang="T14">
                      <a:pos x="T8" y="T9"/>
                    </a:cxn>
                  </a:cxnLst>
                  <a:rect l="T15" t="T16" r="T17" b="T18"/>
                  <a:pathLst>
                    <a:path w="208" h="110">
                      <a:moveTo>
                        <a:pt x="0" y="0"/>
                      </a:moveTo>
                      <a:lnTo>
                        <a:pt x="123" y="0"/>
                      </a:lnTo>
                      <a:lnTo>
                        <a:pt x="208" y="110"/>
                      </a:lnTo>
                      <a:lnTo>
                        <a:pt x="39" y="110"/>
                      </a:lnTo>
                      <a:lnTo>
                        <a:pt x="0" y="0"/>
                      </a:lnTo>
                      <a:close/>
                    </a:path>
                  </a:pathLst>
                </a:custGeom>
                <a:solidFill>
                  <a:srgbClr val="FFFFFF"/>
                </a:solidFill>
                <a:ln w="14288">
                  <a:solidFill>
                    <a:srgbClr val="000000"/>
                  </a:solidFill>
                  <a:round/>
                  <a:headEnd/>
                  <a:tailEnd/>
                </a:ln>
              </p:spPr>
              <p:txBody>
                <a:bodyPr/>
                <a:lstStyle/>
                <a:p>
                  <a:endParaRPr lang="pt-BR" sz="2400">
                    <a:latin typeface="Lato" pitchFamily="34" charset="0"/>
                  </a:endParaRPr>
                </a:p>
              </p:txBody>
            </p:sp>
          </p:grpSp>
          <p:grpSp>
            <p:nvGrpSpPr>
              <p:cNvPr id="388" name="Group 361"/>
              <p:cNvGrpSpPr>
                <a:grpSpLocks/>
              </p:cNvGrpSpPr>
              <p:nvPr/>
            </p:nvGrpSpPr>
            <p:grpSpPr bwMode="auto">
              <a:xfrm>
                <a:off x="2337" y="2277"/>
                <a:ext cx="686" cy="528"/>
                <a:chOff x="2337" y="2277"/>
                <a:chExt cx="686" cy="528"/>
              </a:xfrm>
            </p:grpSpPr>
            <p:sp>
              <p:nvSpPr>
                <p:cNvPr id="389" name="Rectangle 362"/>
                <p:cNvSpPr>
                  <a:spLocks noChangeArrowheads="1"/>
                </p:cNvSpPr>
                <p:nvPr/>
              </p:nvSpPr>
              <p:spPr bwMode="auto">
                <a:xfrm>
                  <a:off x="2337" y="2277"/>
                  <a:ext cx="686" cy="528"/>
                </a:xfrm>
                <a:prstGeom prst="rect">
                  <a:avLst/>
                </a:prstGeom>
                <a:solidFill>
                  <a:srgbClr val="FFFFFF"/>
                </a:solidFill>
                <a:ln w="14288">
                  <a:solidFill>
                    <a:srgbClr val="000000"/>
                  </a:solidFill>
                  <a:miter lim="800000"/>
                  <a:headEnd/>
                  <a:tailEnd/>
                </a:ln>
              </p:spPr>
              <p:txBody>
                <a:bodyPr/>
                <a:lstStyle/>
                <a:p>
                  <a:endParaRPr lang="pt-BR" sz="2400">
                    <a:latin typeface="Lato" pitchFamily="34" charset="0"/>
                  </a:endParaRPr>
                </a:p>
              </p:txBody>
            </p:sp>
            <p:sp>
              <p:nvSpPr>
                <p:cNvPr id="390" name="Rectangle 363"/>
                <p:cNvSpPr>
                  <a:spLocks noChangeArrowheads="1"/>
                </p:cNvSpPr>
                <p:nvPr/>
              </p:nvSpPr>
              <p:spPr bwMode="auto">
                <a:xfrm>
                  <a:off x="2381" y="2321"/>
                  <a:ext cx="597" cy="447"/>
                </a:xfrm>
                <a:prstGeom prst="rect">
                  <a:avLst/>
                </a:prstGeom>
                <a:solidFill>
                  <a:srgbClr val="114FFB"/>
                </a:solidFill>
                <a:ln w="14288">
                  <a:solidFill>
                    <a:srgbClr val="000000"/>
                  </a:solidFill>
                  <a:miter lim="800000"/>
                  <a:headEnd/>
                  <a:tailEnd/>
                </a:ln>
              </p:spPr>
              <p:txBody>
                <a:bodyPr/>
                <a:lstStyle/>
                <a:p>
                  <a:endParaRPr lang="pt-BR" sz="2400">
                    <a:latin typeface="Lato" pitchFamily="34" charset="0"/>
                  </a:endParaRPr>
                </a:p>
              </p:txBody>
            </p:sp>
            <p:sp>
              <p:nvSpPr>
                <p:cNvPr id="391" name="Rectangle 364"/>
                <p:cNvSpPr>
                  <a:spLocks noChangeArrowheads="1"/>
                </p:cNvSpPr>
                <p:nvPr/>
              </p:nvSpPr>
              <p:spPr bwMode="auto">
                <a:xfrm>
                  <a:off x="2891" y="2321"/>
                  <a:ext cx="85" cy="447"/>
                </a:xfrm>
                <a:prstGeom prst="rect">
                  <a:avLst/>
                </a:prstGeom>
                <a:solidFill>
                  <a:srgbClr val="FFFFFF"/>
                </a:solidFill>
                <a:ln w="14288">
                  <a:solidFill>
                    <a:srgbClr val="000000"/>
                  </a:solidFill>
                  <a:miter lim="800000"/>
                  <a:headEnd/>
                  <a:tailEnd/>
                </a:ln>
              </p:spPr>
              <p:txBody>
                <a:bodyPr/>
                <a:lstStyle/>
                <a:p>
                  <a:endParaRPr lang="pt-BR" sz="2400">
                    <a:latin typeface="Lato" pitchFamily="34" charset="0"/>
                  </a:endParaRPr>
                </a:p>
              </p:txBody>
            </p:sp>
            <p:sp>
              <p:nvSpPr>
                <p:cNvPr id="392" name="Rectangle 365"/>
                <p:cNvSpPr>
                  <a:spLocks noChangeArrowheads="1"/>
                </p:cNvSpPr>
                <p:nvPr/>
              </p:nvSpPr>
              <p:spPr bwMode="auto">
                <a:xfrm>
                  <a:off x="2912" y="2344"/>
                  <a:ext cx="42" cy="29"/>
                </a:xfrm>
                <a:prstGeom prst="rect">
                  <a:avLst/>
                </a:prstGeom>
                <a:solidFill>
                  <a:srgbClr val="FFFFFF"/>
                </a:solidFill>
                <a:ln w="14288">
                  <a:solidFill>
                    <a:srgbClr val="000000"/>
                  </a:solidFill>
                  <a:miter lim="800000"/>
                  <a:headEnd/>
                  <a:tailEnd/>
                </a:ln>
              </p:spPr>
              <p:txBody>
                <a:bodyPr/>
                <a:lstStyle/>
                <a:p>
                  <a:endParaRPr lang="pt-BR" sz="2400">
                    <a:latin typeface="Lato" pitchFamily="34" charset="0"/>
                  </a:endParaRPr>
                </a:p>
              </p:txBody>
            </p:sp>
            <p:sp>
              <p:nvSpPr>
                <p:cNvPr id="393" name="Oval 366"/>
                <p:cNvSpPr>
                  <a:spLocks noChangeArrowheads="1"/>
                </p:cNvSpPr>
                <p:nvPr/>
              </p:nvSpPr>
              <p:spPr bwMode="auto">
                <a:xfrm>
                  <a:off x="2916" y="2538"/>
                  <a:ext cx="31" cy="28"/>
                </a:xfrm>
                <a:prstGeom prst="ellipse">
                  <a:avLst/>
                </a:prstGeom>
                <a:solidFill>
                  <a:srgbClr val="FFFFFF"/>
                </a:solidFill>
                <a:ln w="14288">
                  <a:solidFill>
                    <a:srgbClr val="000000"/>
                  </a:solidFill>
                  <a:round/>
                  <a:headEnd/>
                  <a:tailEnd/>
                </a:ln>
              </p:spPr>
              <p:txBody>
                <a:bodyPr/>
                <a:lstStyle/>
                <a:p>
                  <a:endParaRPr lang="pt-BR" sz="2400">
                    <a:latin typeface="Lato" pitchFamily="34" charset="0"/>
                  </a:endParaRPr>
                </a:p>
              </p:txBody>
            </p:sp>
            <p:sp>
              <p:nvSpPr>
                <p:cNvPr id="394" name="Oval 367"/>
                <p:cNvSpPr>
                  <a:spLocks noChangeArrowheads="1"/>
                </p:cNvSpPr>
                <p:nvPr/>
              </p:nvSpPr>
              <p:spPr bwMode="auto">
                <a:xfrm>
                  <a:off x="2916" y="2619"/>
                  <a:ext cx="31" cy="29"/>
                </a:xfrm>
                <a:prstGeom prst="ellipse">
                  <a:avLst/>
                </a:prstGeom>
                <a:solidFill>
                  <a:srgbClr val="FFFFFF"/>
                </a:solidFill>
                <a:ln w="14288">
                  <a:solidFill>
                    <a:srgbClr val="000000"/>
                  </a:solidFill>
                  <a:round/>
                  <a:headEnd/>
                  <a:tailEnd/>
                </a:ln>
              </p:spPr>
              <p:txBody>
                <a:bodyPr/>
                <a:lstStyle/>
                <a:p>
                  <a:endParaRPr lang="pt-BR" sz="2400">
                    <a:latin typeface="Lato" pitchFamily="34" charset="0"/>
                  </a:endParaRPr>
                </a:p>
              </p:txBody>
            </p:sp>
            <p:sp>
              <p:nvSpPr>
                <p:cNvPr id="395" name="Oval 368"/>
                <p:cNvSpPr>
                  <a:spLocks noChangeArrowheads="1"/>
                </p:cNvSpPr>
                <p:nvPr/>
              </p:nvSpPr>
              <p:spPr bwMode="auto">
                <a:xfrm>
                  <a:off x="2916" y="2697"/>
                  <a:ext cx="31" cy="28"/>
                </a:xfrm>
                <a:prstGeom prst="ellipse">
                  <a:avLst/>
                </a:prstGeom>
                <a:solidFill>
                  <a:srgbClr val="FFFFFF"/>
                </a:solidFill>
                <a:ln w="14288">
                  <a:solidFill>
                    <a:srgbClr val="000000"/>
                  </a:solidFill>
                  <a:round/>
                  <a:headEnd/>
                  <a:tailEnd/>
                </a:ln>
              </p:spPr>
              <p:txBody>
                <a:bodyPr/>
                <a:lstStyle/>
                <a:p>
                  <a:endParaRPr lang="pt-BR" sz="2400">
                    <a:latin typeface="Lato" pitchFamily="34" charset="0"/>
                  </a:endParaRPr>
                </a:p>
              </p:txBody>
            </p:sp>
          </p:grpSp>
        </p:grpSp>
      </p:grpSp>
      <p:grpSp>
        <p:nvGrpSpPr>
          <p:cNvPr id="431" name="Group 188"/>
          <p:cNvGrpSpPr>
            <a:grpSpLocks/>
          </p:cNvGrpSpPr>
          <p:nvPr/>
        </p:nvGrpSpPr>
        <p:grpSpPr bwMode="auto">
          <a:xfrm>
            <a:off x="6384032" y="4773150"/>
            <a:ext cx="1351917" cy="1457457"/>
            <a:chOff x="1935" y="1914"/>
            <a:chExt cx="807" cy="870"/>
          </a:xfrm>
        </p:grpSpPr>
        <p:grpSp>
          <p:nvGrpSpPr>
            <p:cNvPr id="432" name="Group 189"/>
            <p:cNvGrpSpPr>
              <a:grpSpLocks/>
            </p:cNvGrpSpPr>
            <p:nvPr/>
          </p:nvGrpSpPr>
          <p:grpSpPr bwMode="auto">
            <a:xfrm>
              <a:off x="1935" y="1914"/>
              <a:ext cx="468" cy="531"/>
              <a:chOff x="3094" y="1901"/>
              <a:chExt cx="672" cy="768"/>
            </a:xfrm>
          </p:grpSpPr>
          <p:grpSp>
            <p:nvGrpSpPr>
              <p:cNvPr id="514" name="Group 190"/>
              <p:cNvGrpSpPr>
                <a:grpSpLocks/>
              </p:cNvGrpSpPr>
              <p:nvPr/>
            </p:nvGrpSpPr>
            <p:grpSpPr bwMode="auto">
              <a:xfrm>
                <a:off x="3094" y="1901"/>
                <a:ext cx="576" cy="672"/>
                <a:chOff x="576" y="3552"/>
                <a:chExt cx="576" cy="672"/>
              </a:xfrm>
            </p:grpSpPr>
            <p:sp>
              <p:nvSpPr>
                <p:cNvPr id="532" name="AutoShape 191"/>
                <p:cNvSpPr>
                  <a:spLocks noChangeArrowheads="1"/>
                </p:cNvSpPr>
                <p:nvPr/>
              </p:nvSpPr>
              <p:spPr bwMode="auto">
                <a:xfrm>
                  <a:off x="576" y="3552"/>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533" name="AutoShape 192"/>
                <p:cNvSpPr>
                  <a:spLocks noChangeArrowheads="1"/>
                </p:cNvSpPr>
                <p:nvPr/>
              </p:nvSpPr>
              <p:spPr bwMode="auto">
                <a:xfrm>
                  <a:off x="67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534" name="AutoShape 193"/>
                <p:cNvSpPr>
                  <a:spLocks noChangeArrowheads="1"/>
                </p:cNvSpPr>
                <p:nvPr/>
              </p:nvSpPr>
              <p:spPr bwMode="auto">
                <a:xfrm>
                  <a:off x="91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535" name="AutoShape 194"/>
                <p:cNvSpPr>
                  <a:spLocks noChangeArrowheads="1"/>
                </p:cNvSpPr>
                <p:nvPr/>
              </p:nvSpPr>
              <p:spPr bwMode="auto">
                <a:xfrm>
                  <a:off x="912" y="3792"/>
                  <a:ext cx="144" cy="96"/>
                </a:xfrm>
                <a:prstGeom prst="flowChartDecision">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536" name="AutoShape 195"/>
                <p:cNvSpPr>
                  <a:spLocks noChangeArrowheads="1"/>
                </p:cNvSpPr>
                <p:nvPr/>
              </p:nvSpPr>
              <p:spPr bwMode="auto">
                <a:xfrm>
                  <a:off x="912" y="3936"/>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537" name="AutoShape 196"/>
                <p:cNvCxnSpPr>
                  <a:cxnSpLocks noChangeShapeType="1"/>
                  <a:stCxn id="533" idx="3"/>
                  <a:endCxn id="534" idx="1"/>
                </p:cNvCxnSpPr>
                <p:nvPr/>
              </p:nvCxnSpPr>
              <p:spPr bwMode="auto">
                <a:xfrm>
                  <a:off x="816" y="3696"/>
                  <a:ext cx="96" cy="0"/>
                </a:xfrm>
                <a:prstGeom prst="straightConnector1">
                  <a:avLst/>
                </a:prstGeom>
                <a:noFill/>
                <a:ln w="9525">
                  <a:solidFill>
                    <a:srgbClr val="000000"/>
                  </a:solidFill>
                  <a:round/>
                  <a:headEnd/>
                  <a:tailEnd/>
                </a:ln>
              </p:spPr>
            </p:cxnSp>
            <p:cxnSp>
              <p:nvCxnSpPr>
                <p:cNvPr id="538" name="AutoShape 197"/>
                <p:cNvCxnSpPr>
                  <a:cxnSpLocks noChangeShapeType="1"/>
                  <a:stCxn id="534" idx="2"/>
                  <a:endCxn id="535" idx="0"/>
                </p:cNvCxnSpPr>
                <p:nvPr/>
              </p:nvCxnSpPr>
              <p:spPr bwMode="auto">
                <a:xfrm rot="5400000">
                  <a:off x="960" y="3768"/>
                  <a:ext cx="48" cy="0"/>
                </a:xfrm>
                <a:prstGeom prst="straightConnector1">
                  <a:avLst/>
                </a:prstGeom>
                <a:noFill/>
                <a:ln w="9525">
                  <a:solidFill>
                    <a:srgbClr val="000000"/>
                  </a:solidFill>
                  <a:round/>
                  <a:headEnd/>
                  <a:tailEnd/>
                </a:ln>
              </p:spPr>
            </p:cxnSp>
            <p:cxnSp>
              <p:nvCxnSpPr>
                <p:cNvPr id="539" name="AutoShape 198"/>
                <p:cNvCxnSpPr>
                  <a:cxnSpLocks noChangeShapeType="1"/>
                  <a:stCxn id="535" idx="2"/>
                  <a:endCxn id="536" idx="0"/>
                </p:cNvCxnSpPr>
                <p:nvPr/>
              </p:nvCxnSpPr>
              <p:spPr bwMode="auto">
                <a:xfrm>
                  <a:off x="984" y="3888"/>
                  <a:ext cx="0" cy="48"/>
                </a:xfrm>
                <a:prstGeom prst="straightConnector1">
                  <a:avLst/>
                </a:prstGeom>
                <a:noFill/>
                <a:ln w="9525">
                  <a:solidFill>
                    <a:srgbClr val="000000"/>
                  </a:solidFill>
                  <a:round/>
                  <a:headEnd/>
                  <a:tailEnd/>
                </a:ln>
              </p:spPr>
            </p:cxnSp>
          </p:grpSp>
          <p:grpSp>
            <p:nvGrpSpPr>
              <p:cNvPr id="515" name="Group 199"/>
              <p:cNvGrpSpPr>
                <a:grpSpLocks/>
              </p:cNvGrpSpPr>
              <p:nvPr/>
            </p:nvGrpSpPr>
            <p:grpSpPr bwMode="auto">
              <a:xfrm>
                <a:off x="3142" y="1949"/>
                <a:ext cx="576" cy="672"/>
                <a:chOff x="576" y="3552"/>
                <a:chExt cx="576" cy="672"/>
              </a:xfrm>
            </p:grpSpPr>
            <p:sp>
              <p:nvSpPr>
                <p:cNvPr id="524" name="AutoShape 200"/>
                <p:cNvSpPr>
                  <a:spLocks noChangeArrowheads="1"/>
                </p:cNvSpPr>
                <p:nvPr/>
              </p:nvSpPr>
              <p:spPr bwMode="auto">
                <a:xfrm>
                  <a:off x="576" y="3552"/>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525" name="AutoShape 201"/>
                <p:cNvSpPr>
                  <a:spLocks noChangeArrowheads="1"/>
                </p:cNvSpPr>
                <p:nvPr/>
              </p:nvSpPr>
              <p:spPr bwMode="auto">
                <a:xfrm>
                  <a:off x="67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526" name="AutoShape 202"/>
                <p:cNvSpPr>
                  <a:spLocks noChangeArrowheads="1"/>
                </p:cNvSpPr>
                <p:nvPr/>
              </p:nvSpPr>
              <p:spPr bwMode="auto">
                <a:xfrm>
                  <a:off x="91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527" name="AutoShape 203"/>
                <p:cNvSpPr>
                  <a:spLocks noChangeArrowheads="1"/>
                </p:cNvSpPr>
                <p:nvPr/>
              </p:nvSpPr>
              <p:spPr bwMode="auto">
                <a:xfrm>
                  <a:off x="912" y="3792"/>
                  <a:ext cx="144" cy="96"/>
                </a:xfrm>
                <a:prstGeom prst="flowChartDecision">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528" name="AutoShape 204"/>
                <p:cNvSpPr>
                  <a:spLocks noChangeArrowheads="1"/>
                </p:cNvSpPr>
                <p:nvPr/>
              </p:nvSpPr>
              <p:spPr bwMode="auto">
                <a:xfrm>
                  <a:off x="912" y="3936"/>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529" name="AutoShape 205"/>
                <p:cNvCxnSpPr>
                  <a:cxnSpLocks noChangeShapeType="1"/>
                  <a:stCxn id="525" idx="3"/>
                  <a:endCxn id="526" idx="1"/>
                </p:cNvCxnSpPr>
                <p:nvPr/>
              </p:nvCxnSpPr>
              <p:spPr bwMode="auto">
                <a:xfrm>
                  <a:off x="816" y="3696"/>
                  <a:ext cx="96" cy="0"/>
                </a:xfrm>
                <a:prstGeom prst="straightConnector1">
                  <a:avLst/>
                </a:prstGeom>
                <a:noFill/>
                <a:ln w="9525">
                  <a:solidFill>
                    <a:srgbClr val="000000"/>
                  </a:solidFill>
                  <a:round/>
                  <a:headEnd/>
                  <a:tailEnd/>
                </a:ln>
              </p:spPr>
            </p:cxnSp>
            <p:cxnSp>
              <p:nvCxnSpPr>
                <p:cNvPr id="530" name="AutoShape 206"/>
                <p:cNvCxnSpPr>
                  <a:cxnSpLocks noChangeShapeType="1"/>
                  <a:stCxn id="526" idx="2"/>
                  <a:endCxn id="527" idx="0"/>
                </p:cNvCxnSpPr>
                <p:nvPr/>
              </p:nvCxnSpPr>
              <p:spPr bwMode="auto">
                <a:xfrm rot="5400000">
                  <a:off x="960" y="3768"/>
                  <a:ext cx="48" cy="0"/>
                </a:xfrm>
                <a:prstGeom prst="straightConnector1">
                  <a:avLst/>
                </a:prstGeom>
                <a:noFill/>
                <a:ln w="9525">
                  <a:solidFill>
                    <a:srgbClr val="000000"/>
                  </a:solidFill>
                  <a:round/>
                  <a:headEnd/>
                  <a:tailEnd/>
                </a:ln>
              </p:spPr>
            </p:cxnSp>
            <p:cxnSp>
              <p:nvCxnSpPr>
                <p:cNvPr id="531" name="AutoShape 207"/>
                <p:cNvCxnSpPr>
                  <a:cxnSpLocks noChangeShapeType="1"/>
                  <a:stCxn id="527" idx="2"/>
                  <a:endCxn id="528" idx="0"/>
                </p:cNvCxnSpPr>
                <p:nvPr/>
              </p:nvCxnSpPr>
              <p:spPr bwMode="auto">
                <a:xfrm>
                  <a:off x="984" y="3888"/>
                  <a:ext cx="0" cy="48"/>
                </a:xfrm>
                <a:prstGeom prst="straightConnector1">
                  <a:avLst/>
                </a:prstGeom>
                <a:noFill/>
                <a:ln w="9525">
                  <a:solidFill>
                    <a:srgbClr val="000000"/>
                  </a:solidFill>
                  <a:round/>
                  <a:headEnd/>
                  <a:tailEnd/>
                </a:ln>
              </p:spPr>
            </p:cxnSp>
          </p:grpSp>
          <p:sp>
            <p:nvSpPr>
              <p:cNvPr id="516" name="AutoShape 208"/>
              <p:cNvSpPr>
                <a:spLocks noChangeArrowheads="1"/>
              </p:cNvSpPr>
              <p:nvPr/>
            </p:nvSpPr>
            <p:spPr bwMode="auto">
              <a:xfrm>
                <a:off x="3190" y="1997"/>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517" name="AutoShape 209"/>
              <p:cNvSpPr>
                <a:spLocks noChangeArrowheads="1"/>
              </p:cNvSpPr>
              <p:nvPr/>
            </p:nvSpPr>
            <p:spPr bwMode="auto">
              <a:xfrm>
                <a:off x="3286" y="2093"/>
                <a:ext cx="144" cy="96"/>
              </a:xfrm>
              <a:prstGeom prst="flowChartAlternateProcess">
                <a:avLst/>
              </a:prstGeom>
              <a:solidFill>
                <a:srgbClr val="FF5050"/>
              </a:solidFill>
              <a:ln w="9525">
                <a:solidFill>
                  <a:srgbClr val="000000"/>
                </a:solidFill>
                <a:miter lim="800000"/>
                <a:headEnd/>
                <a:tailEnd/>
              </a:ln>
            </p:spPr>
            <p:txBody>
              <a:bodyPr wrap="none" anchor="ctr"/>
              <a:lstStyle/>
              <a:p>
                <a:endParaRPr lang="pt-BR" sz="2400">
                  <a:latin typeface="Lato" pitchFamily="34" charset="0"/>
                </a:endParaRPr>
              </a:p>
            </p:txBody>
          </p:sp>
          <p:sp>
            <p:nvSpPr>
              <p:cNvPr id="518" name="AutoShape 210"/>
              <p:cNvSpPr>
                <a:spLocks noChangeArrowheads="1"/>
              </p:cNvSpPr>
              <p:nvPr/>
            </p:nvSpPr>
            <p:spPr bwMode="auto">
              <a:xfrm>
                <a:off x="3526" y="2093"/>
                <a:ext cx="144" cy="96"/>
              </a:xfrm>
              <a:prstGeom prst="flowChartAlternateProcess">
                <a:avLst/>
              </a:prstGeom>
              <a:solidFill>
                <a:srgbClr val="FF5050"/>
              </a:solidFill>
              <a:ln w="9525">
                <a:solidFill>
                  <a:srgbClr val="000000"/>
                </a:solidFill>
                <a:miter lim="800000"/>
                <a:headEnd/>
                <a:tailEnd/>
              </a:ln>
            </p:spPr>
            <p:txBody>
              <a:bodyPr wrap="none" anchor="ctr"/>
              <a:lstStyle/>
              <a:p>
                <a:endParaRPr lang="pt-BR" sz="2400">
                  <a:latin typeface="Lato" pitchFamily="34" charset="0"/>
                </a:endParaRPr>
              </a:p>
            </p:txBody>
          </p:sp>
          <p:sp>
            <p:nvSpPr>
              <p:cNvPr id="519" name="AutoShape 211"/>
              <p:cNvSpPr>
                <a:spLocks noChangeArrowheads="1"/>
              </p:cNvSpPr>
              <p:nvPr/>
            </p:nvSpPr>
            <p:spPr bwMode="auto">
              <a:xfrm>
                <a:off x="3526" y="2237"/>
                <a:ext cx="144" cy="96"/>
              </a:xfrm>
              <a:prstGeom prst="flowChartDecision">
                <a:avLst/>
              </a:prstGeom>
              <a:solidFill>
                <a:schemeClr val="accent2"/>
              </a:solidFill>
              <a:ln w="9525">
                <a:solidFill>
                  <a:srgbClr val="000000"/>
                </a:solidFill>
                <a:miter lim="800000"/>
                <a:headEnd/>
                <a:tailEnd/>
              </a:ln>
            </p:spPr>
            <p:txBody>
              <a:bodyPr wrap="none" anchor="ctr"/>
              <a:lstStyle/>
              <a:p>
                <a:endParaRPr lang="pt-BR" sz="2400">
                  <a:latin typeface="Lato" pitchFamily="34" charset="0"/>
                </a:endParaRPr>
              </a:p>
            </p:txBody>
          </p:sp>
          <p:sp>
            <p:nvSpPr>
              <p:cNvPr id="520" name="AutoShape 212"/>
              <p:cNvSpPr>
                <a:spLocks noChangeArrowheads="1"/>
              </p:cNvSpPr>
              <p:nvPr/>
            </p:nvSpPr>
            <p:spPr bwMode="auto">
              <a:xfrm>
                <a:off x="3526" y="2381"/>
                <a:ext cx="144" cy="96"/>
              </a:xfrm>
              <a:prstGeom prst="flowChartAlternateProcess">
                <a:avLst/>
              </a:prstGeom>
              <a:solidFill>
                <a:srgbClr val="FF5050"/>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521" name="AutoShape 213"/>
              <p:cNvCxnSpPr>
                <a:cxnSpLocks noChangeShapeType="1"/>
                <a:stCxn id="517" idx="3"/>
                <a:endCxn id="518" idx="1"/>
              </p:cNvCxnSpPr>
              <p:nvPr/>
            </p:nvCxnSpPr>
            <p:spPr bwMode="auto">
              <a:xfrm>
                <a:off x="3430" y="2141"/>
                <a:ext cx="96" cy="0"/>
              </a:xfrm>
              <a:prstGeom prst="straightConnector1">
                <a:avLst/>
              </a:prstGeom>
              <a:noFill/>
              <a:ln w="9525">
                <a:solidFill>
                  <a:srgbClr val="000000"/>
                </a:solidFill>
                <a:round/>
                <a:headEnd/>
                <a:tailEnd/>
              </a:ln>
            </p:spPr>
          </p:cxnSp>
          <p:cxnSp>
            <p:nvCxnSpPr>
              <p:cNvPr id="522" name="AutoShape 214"/>
              <p:cNvCxnSpPr>
                <a:cxnSpLocks noChangeShapeType="1"/>
                <a:stCxn id="518" idx="2"/>
                <a:endCxn id="519" idx="0"/>
              </p:cNvCxnSpPr>
              <p:nvPr/>
            </p:nvCxnSpPr>
            <p:spPr bwMode="auto">
              <a:xfrm rot="5400000">
                <a:off x="3574" y="2213"/>
                <a:ext cx="48" cy="0"/>
              </a:xfrm>
              <a:prstGeom prst="straightConnector1">
                <a:avLst/>
              </a:prstGeom>
              <a:noFill/>
              <a:ln w="9525">
                <a:solidFill>
                  <a:srgbClr val="000000"/>
                </a:solidFill>
                <a:round/>
                <a:headEnd/>
                <a:tailEnd/>
              </a:ln>
            </p:spPr>
          </p:cxnSp>
          <p:cxnSp>
            <p:nvCxnSpPr>
              <p:cNvPr id="523" name="AutoShape 215"/>
              <p:cNvCxnSpPr>
                <a:cxnSpLocks noChangeShapeType="1"/>
                <a:stCxn id="519" idx="2"/>
                <a:endCxn id="520" idx="0"/>
              </p:cNvCxnSpPr>
              <p:nvPr/>
            </p:nvCxnSpPr>
            <p:spPr bwMode="auto">
              <a:xfrm>
                <a:off x="3598" y="2333"/>
                <a:ext cx="0" cy="48"/>
              </a:xfrm>
              <a:prstGeom prst="straightConnector1">
                <a:avLst/>
              </a:prstGeom>
              <a:noFill/>
              <a:ln w="9525">
                <a:solidFill>
                  <a:srgbClr val="000000"/>
                </a:solidFill>
                <a:round/>
                <a:headEnd/>
                <a:tailEnd/>
              </a:ln>
            </p:spPr>
          </p:cxnSp>
        </p:grpSp>
        <p:grpSp>
          <p:nvGrpSpPr>
            <p:cNvPr id="433" name="Group 216"/>
            <p:cNvGrpSpPr>
              <a:grpSpLocks/>
            </p:cNvGrpSpPr>
            <p:nvPr/>
          </p:nvGrpSpPr>
          <p:grpSpPr bwMode="auto">
            <a:xfrm>
              <a:off x="2048" y="2027"/>
              <a:ext cx="468" cy="531"/>
              <a:chOff x="3094" y="1901"/>
              <a:chExt cx="672" cy="768"/>
            </a:xfrm>
          </p:grpSpPr>
          <p:grpSp>
            <p:nvGrpSpPr>
              <p:cNvPr id="488" name="Group 217"/>
              <p:cNvGrpSpPr>
                <a:grpSpLocks/>
              </p:cNvGrpSpPr>
              <p:nvPr/>
            </p:nvGrpSpPr>
            <p:grpSpPr bwMode="auto">
              <a:xfrm>
                <a:off x="3094" y="1901"/>
                <a:ext cx="576" cy="672"/>
                <a:chOff x="576" y="3552"/>
                <a:chExt cx="576" cy="672"/>
              </a:xfrm>
            </p:grpSpPr>
            <p:sp>
              <p:nvSpPr>
                <p:cNvPr id="506" name="AutoShape 218"/>
                <p:cNvSpPr>
                  <a:spLocks noChangeArrowheads="1"/>
                </p:cNvSpPr>
                <p:nvPr/>
              </p:nvSpPr>
              <p:spPr bwMode="auto">
                <a:xfrm>
                  <a:off x="576" y="3552"/>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507" name="AutoShape 219"/>
                <p:cNvSpPr>
                  <a:spLocks noChangeArrowheads="1"/>
                </p:cNvSpPr>
                <p:nvPr/>
              </p:nvSpPr>
              <p:spPr bwMode="auto">
                <a:xfrm>
                  <a:off x="67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508" name="AutoShape 220"/>
                <p:cNvSpPr>
                  <a:spLocks noChangeArrowheads="1"/>
                </p:cNvSpPr>
                <p:nvPr/>
              </p:nvSpPr>
              <p:spPr bwMode="auto">
                <a:xfrm>
                  <a:off x="91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509" name="AutoShape 221"/>
                <p:cNvSpPr>
                  <a:spLocks noChangeArrowheads="1"/>
                </p:cNvSpPr>
                <p:nvPr/>
              </p:nvSpPr>
              <p:spPr bwMode="auto">
                <a:xfrm>
                  <a:off x="912" y="3792"/>
                  <a:ext cx="144" cy="96"/>
                </a:xfrm>
                <a:prstGeom prst="flowChartDecision">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510" name="AutoShape 222"/>
                <p:cNvSpPr>
                  <a:spLocks noChangeArrowheads="1"/>
                </p:cNvSpPr>
                <p:nvPr/>
              </p:nvSpPr>
              <p:spPr bwMode="auto">
                <a:xfrm>
                  <a:off x="912" y="3936"/>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511" name="AutoShape 223"/>
                <p:cNvCxnSpPr>
                  <a:cxnSpLocks noChangeShapeType="1"/>
                  <a:stCxn id="507" idx="3"/>
                  <a:endCxn id="508" idx="1"/>
                </p:cNvCxnSpPr>
                <p:nvPr/>
              </p:nvCxnSpPr>
              <p:spPr bwMode="auto">
                <a:xfrm>
                  <a:off x="816" y="3696"/>
                  <a:ext cx="96" cy="0"/>
                </a:xfrm>
                <a:prstGeom prst="straightConnector1">
                  <a:avLst/>
                </a:prstGeom>
                <a:noFill/>
                <a:ln w="9525">
                  <a:solidFill>
                    <a:srgbClr val="000000"/>
                  </a:solidFill>
                  <a:round/>
                  <a:headEnd/>
                  <a:tailEnd/>
                </a:ln>
              </p:spPr>
            </p:cxnSp>
            <p:cxnSp>
              <p:nvCxnSpPr>
                <p:cNvPr id="512" name="AutoShape 224"/>
                <p:cNvCxnSpPr>
                  <a:cxnSpLocks noChangeShapeType="1"/>
                  <a:stCxn id="508" idx="2"/>
                  <a:endCxn id="509" idx="0"/>
                </p:cNvCxnSpPr>
                <p:nvPr/>
              </p:nvCxnSpPr>
              <p:spPr bwMode="auto">
                <a:xfrm rot="5400000">
                  <a:off x="960" y="3768"/>
                  <a:ext cx="48" cy="0"/>
                </a:xfrm>
                <a:prstGeom prst="straightConnector1">
                  <a:avLst/>
                </a:prstGeom>
                <a:noFill/>
                <a:ln w="9525">
                  <a:solidFill>
                    <a:srgbClr val="000000"/>
                  </a:solidFill>
                  <a:round/>
                  <a:headEnd/>
                  <a:tailEnd/>
                </a:ln>
              </p:spPr>
            </p:cxnSp>
            <p:cxnSp>
              <p:nvCxnSpPr>
                <p:cNvPr id="513" name="AutoShape 225"/>
                <p:cNvCxnSpPr>
                  <a:cxnSpLocks noChangeShapeType="1"/>
                  <a:stCxn id="509" idx="2"/>
                  <a:endCxn id="510" idx="0"/>
                </p:cNvCxnSpPr>
                <p:nvPr/>
              </p:nvCxnSpPr>
              <p:spPr bwMode="auto">
                <a:xfrm>
                  <a:off x="984" y="3888"/>
                  <a:ext cx="0" cy="48"/>
                </a:xfrm>
                <a:prstGeom prst="straightConnector1">
                  <a:avLst/>
                </a:prstGeom>
                <a:noFill/>
                <a:ln w="9525">
                  <a:solidFill>
                    <a:srgbClr val="000000"/>
                  </a:solidFill>
                  <a:round/>
                  <a:headEnd/>
                  <a:tailEnd/>
                </a:ln>
              </p:spPr>
            </p:cxnSp>
          </p:grpSp>
          <p:grpSp>
            <p:nvGrpSpPr>
              <p:cNvPr id="489" name="Group 226"/>
              <p:cNvGrpSpPr>
                <a:grpSpLocks/>
              </p:cNvGrpSpPr>
              <p:nvPr/>
            </p:nvGrpSpPr>
            <p:grpSpPr bwMode="auto">
              <a:xfrm>
                <a:off x="3142" y="1949"/>
                <a:ext cx="576" cy="672"/>
                <a:chOff x="576" y="3552"/>
                <a:chExt cx="576" cy="672"/>
              </a:xfrm>
            </p:grpSpPr>
            <p:sp>
              <p:nvSpPr>
                <p:cNvPr id="498" name="AutoShape 227"/>
                <p:cNvSpPr>
                  <a:spLocks noChangeArrowheads="1"/>
                </p:cNvSpPr>
                <p:nvPr/>
              </p:nvSpPr>
              <p:spPr bwMode="auto">
                <a:xfrm>
                  <a:off x="576" y="3552"/>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499" name="AutoShape 228"/>
                <p:cNvSpPr>
                  <a:spLocks noChangeArrowheads="1"/>
                </p:cNvSpPr>
                <p:nvPr/>
              </p:nvSpPr>
              <p:spPr bwMode="auto">
                <a:xfrm>
                  <a:off x="67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500" name="AutoShape 229"/>
                <p:cNvSpPr>
                  <a:spLocks noChangeArrowheads="1"/>
                </p:cNvSpPr>
                <p:nvPr/>
              </p:nvSpPr>
              <p:spPr bwMode="auto">
                <a:xfrm>
                  <a:off x="91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501" name="AutoShape 230"/>
                <p:cNvSpPr>
                  <a:spLocks noChangeArrowheads="1"/>
                </p:cNvSpPr>
                <p:nvPr/>
              </p:nvSpPr>
              <p:spPr bwMode="auto">
                <a:xfrm>
                  <a:off x="912" y="3792"/>
                  <a:ext cx="144" cy="96"/>
                </a:xfrm>
                <a:prstGeom prst="flowChartDecision">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502" name="AutoShape 231"/>
                <p:cNvSpPr>
                  <a:spLocks noChangeArrowheads="1"/>
                </p:cNvSpPr>
                <p:nvPr/>
              </p:nvSpPr>
              <p:spPr bwMode="auto">
                <a:xfrm>
                  <a:off x="912" y="3936"/>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503" name="AutoShape 232"/>
                <p:cNvCxnSpPr>
                  <a:cxnSpLocks noChangeShapeType="1"/>
                  <a:stCxn id="499" idx="3"/>
                  <a:endCxn id="500" idx="1"/>
                </p:cNvCxnSpPr>
                <p:nvPr/>
              </p:nvCxnSpPr>
              <p:spPr bwMode="auto">
                <a:xfrm>
                  <a:off x="816" y="3696"/>
                  <a:ext cx="96" cy="0"/>
                </a:xfrm>
                <a:prstGeom prst="straightConnector1">
                  <a:avLst/>
                </a:prstGeom>
                <a:noFill/>
                <a:ln w="9525">
                  <a:solidFill>
                    <a:srgbClr val="000000"/>
                  </a:solidFill>
                  <a:round/>
                  <a:headEnd/>
                  <a:tailEnd/>
                </a:ln>
              </p:spPr>
            </p:cxnSp>
            <p:cxnSp>
              <p:nvCxnSpPr>
                <p:cNvPr id="504" name="AutoShape 233"/>
                <p:cNvCxnSpPr>
                  <a:cxnSpLocks noChangeShapeType="1"/>
                  <a:stCxn id="500" idx="2"/>
                  <a:endCxn id="501" idx="0"/>
                </p:cNvCxnSpPr>
                <p:nvPr/>
              </p:nvCxnSpPr>
              <p:spPr bwMode="auto">
                <a:xfrm rot="5400000">
                  <a:off x="960" y="3768"/>
                  <a:ext cx="48" cy="0"/>
                </a:xfrm>
                <a:prstGeom prst="straightConnector1">
                  <a:avLst/>
                </a:prstGeom>
                <a:noFill/>
                <a:ln w="9525">
                  <a:solidFill>
                    <a:srgbClr val="000000"/>
                  </a:solidFill>
                  <a:round/>
                  <a:headEnd/>
                  <a:tailEnd/>
                </a:ln>
              </p:spPr>
            </p:cxnSp>
            <p:cxnSp>
              <p:nvCxnSpPr>
                <p:cNvPr id="505" name="AutoShape 234"/>
                <p:cNvCxnSpPr>
                  <a:cxnSpLocks noChangeShapeType="1"/>
                  <a:stCxn id="501" idx="2"/>
                  <a:endCxn id="502" idx="0"/>
                </p:cNvCxnSpPr>
                <p:nvPr/>
              </p:nvCxnSpPr>
              <p:spPr bwMode="auto">
                <a:xfrm>
                  <a:off x="984" y="3888"/>
                  <a:ext cx="0" cy="48"/>
                </a:xfrm>
                <a:prstGeom prst="straightConnector1">
                  <a:avLst/>
                </a:prstGeom>
                <a:noFill/>
                <a:ln w="9525">
                  <a:solidFill>
                    <a:srgbClr val="000000"/>
                  </a:solidFill>
                  <a:round/>
                  <a:headEnd/>
                  <a:tailEnd/>
                </a:ln>
              </p:spPr>
            </p:cxnSp>
          </p:grpSp>
          <p:sp>
            <p:nvSpPr>
              <p:cNvPr id="490" name="AutoShape 235"/>
              <p:cNvSpPr>
                <a:spLocks noChangeArrowheads="1"/>
              </p:cNvSpPr>
              <p:nvPr/>
            </p:nvSpPr>
            <p:spPr bwMode="auto">
              <a:xfrm>
                <a:off x="3190" y="1997"/>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491" name="AutoShape 236"/>
              <p:cNvSpPr>
                <a:spLocks noChangeArrowheads="1"/>
              </p:cNvSpPr>
              <p:nvPr/>
            </p:nvSpPr>
            <p:spPr bwMode="auto">
              <a:xfrm>
                <a:off x="3286" y="2093"/>
                <a:ext cx="144" cy="96"/>
              </a:xfrm>
              <a:prstGeom prst="flowChartAlternateProcess">
                <a:avLst/>
              </a:prstGeom>
              <a:solidFill>
                <a:srgbClr val="FF5050"/>
              </a:solidFill>
              <a:ln w="9525">
                <a:solidFill>
                  <a:srgbClr val="000000"/>
                </a:solidFill>
                <a:miter lim="800000"/>
                <a:headEnd/>
                <a:tailEnd/>
              </a:ln>
            </p:spPr>
            <p:txBody>
              <a:bodyPr wrap="none" anchor="ctr"/>
              <a:lstStyle/>
              <a:p>
                <a:endParaRPr lang="pt-BR" sz="2400">
                  <a:latin typeface="Lato" pitchFamily="34" charset="0"/>
                </a:endParaRPr>
              </a:p>
            </p:txBody>
          </p:sp>
          <p:sp>
            <p:nvSpPr>
              <p:cNvPr id="492" name="AutoShape 237"/>
              <p:cNvSpPr>
                <a:spLocks noChangeArrowheads="1"/>
              </p:cNvSpPr>
              <p:nvPr/>
            </p:nvSpPr>
            <p:spPr bwMode="auto">
              <a:xfrm>
                <a:off x="3526" y="2093"/>
                <a:ext cx="144" cy="96"/>
              </a:xfrm>
              <a:prstGeom prst="flowChartAlternateProcess">
                <a:avLst/>
              </a:prstGeom>
              <a:solidFill>
                <a:srgbClr val="FF5050"/>
              </a:solidFill>
              <a:ln w="9525">
                <a:solidFill>
                  <a:srgbClr val="000000"/>
                </a:solidFill>
                <a:miter lim="800000"/>
                <a:headEnd/>
                <a:tailEnd/>
              </a:ln>
            </p:spPr>
            <p:txBody>
              <a:bodyPr wrap="none" anchor="ctr"/>
              <a:lstStyle/>
              <a:p>
                <a:endParaRPr lang="pt-BR" sz="2400">
                  <a:latin typeface="Lato" pitchFamily="34" charset="0"/>
                </a:endParaRPr>
              </a:p>
            </p:txBody>
          </p:sp>
          <p:sp>
            <p:nvSpPr>
              <p:cNvPr id="493" name="AutoShape 238"/>
              <p:cNvSpPr>
                <a:spLocks noChangeArrowheads="1"/>
              </p:cNvSpPr>
              <p:nvPr/>
            </p:nvSpPr>
            <p:spPr bwMode="auto">
              <a:xfrm>
                <a:off x="3526" y="2237"/>
                <a:ext cx="144" cy="96"/>
              </a:xfrm>
              <a:prstGeom prst="flowChartDecision">
                <a:avLst/>
              </a:prstGeom>
              <a:solidFill>
                <a:schemeClr val="accent2"/>
              </a:solidFill>
              <a:ln w="9525">
                <a:solidFill>
                  <a:srgbClr val="000000"/>
                </a:solidFill>
                <a:miter lim="800000"/>
                <a:headEnd/>
                <a:tailEnd/>
              </a:ln>
            </p:spPr>
            <p:txBody>
              <a:bodyPr wrap="none" anchor="ctr"/>
              <a:lstStyle/>
              <a:p>
                <a:endParaRPr lang="pt-BR" sz="2400">
                  <a:latin typeface="Lato" pitchFamily="34" charset="0"/>
                </a:endParaRPr>
              </a:p>
            </p:txBody>
          </p:sp>
          <p:sp>
            <p:nvSpPr>
              <p:cNvPr id="494" name="AutoShape 239"/>
              <p:cNvSpPr>
                <a:spLocks noChangeArrowheads="1"/>
              </p:cNvSpPr>
              <p:nvPr/>
            </p:nvSpPr>
            <p:spPr bwMode="auto">
              <a:xfrm>
                <a:off x="3526" y="2381"/>
                <a:ext cx="144" cy="96"/>
              </a:xfrm>
              <a:prstGeom prst="flowChartAlternateProcess">
                <a:avLst/>
              </a:prstGeom>
              <a:solidFill>
                <a:srgbClr val="FF5050"/>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495" name="AutoShape 240"/>
              <p:cNvCxnSpPr>
                <a:cxnSpLocks noChangeShapeType="1"/>
                <a:stCxn id="491" idx="3"/>
                <a:endCxn id="492" idx="1"/>
              </p:cNvCxnSpPr>
              <p:nvPr/>
            </p:nvCxnSpPr>
            <p:spPr bwMode="auto">
              <a:xfrm>
                <a:off x="3430" y="2141"/>
                <a:ext cx="96" cy="0"/>
              </a:xfrm>
              <a:prstGeom prst="straightConnector1">
                <a:avLst/>
              </a:prstGeom>
              <a:noFill/>
              <a:ln w="9525">
                <a:solidFill>
                  <a:srgbClr val="000000"/>
                </a:solidFill>
                <a:round/>
                <a:headEnd/>
                <a:tailEnd/>
              </a:ln>
            </p:spPr>
          </p:cxnSp>
          <p:cxnSp>
            <p:nvCxnSpPr>
              <p:cNvPr id="496" name="AutoShape 241"/>
              <p:cNvCxnSpPr>
                <a:cxnSpLocks noChangeShapeType="1"/>
                <a:stCxn id="492" idx="2"/>
                <a:endCxn id="493" idx="0"/>
              </p:cNvCxnSpPr>
              <p:nvPr/>
            </p:nvCxnSpPr>
            <p:spPr bwMode="auto">
              <a:xfrm rot="5400000">
                <a:off x="3574" y="2213"/>
                <a:ext cx="48" cy="0"/>
              </a:xfrm>
              <a:prstGeom prst="straightConnector1">
                <a:avLst/>
              </a:prstGeom>
              <a:noFill/>
              <a:ln w="9525">
                <a:solidFill>
                  <a:srgbClr val="000000"/>
                </a:solidFill>
                <a:round/>
                <a:headEnd/>
                <a:tailEnd/>
              </a:ln>
            </p:spPr>
          </p:cxnSp>
          <p:cxnSp>
            <p:nvCxnSpPr>
              <p:cNvPr id="497" name="AutoShape 242"/>
              <p:cNvCxnSpPr>
                <a:cxnSpLocks noChangeShapeType="1"/>
                <a:stCxn id="493" idx="2"/>
                <a:endCxn id="494" idx="0"/>
              </p:cNvCxnSpPr>
              <p:nvPr/>
            </p:nvCxnSpPr>
            <p:spPr bwMode="auto">
              <a:xfrm>
                <a:off x="3598" y="2333"/>
                <a:ext cx="0" cy="48"/>
              </a:xfrm>
              <a:prstGeom prst="straightConnector1">
                <a:avLst/>
              </a:prstGeom>
              <a:noFill/>
              <a:ln w="9525">
                <a:solidFill>
                  <a:srgbClr val="000000"/>
                </a:solidFill>
                <a:round/>
                <a:headEnd/>
                <a:tailEnd/>
              </a:ln>
            </p:spPr>
          </p:cxnSp>
        </p:grpSp>
        <p:grpSp>
          <p:nvGrpSpPr>
            <p:cNvPr id="434" name="Group 243"/>
            <p:cNvGrpSpPr>
              <a:grpSpLocks/>
            </p:cNvGrpSpPr>
            <p:nvPr/>
          </p:nvGrpSpPr>
          <p:grpSpPr bwMode="auto">
            <a:xfrm>
              <a:off x="2161" y="2140"/>
              <a:ext cx="468" cy="531"/>
              <a:chOff x="3094" y="1901"/>
              <a:chExt cx="672" cy="768"/>
            </a:xfrm>
          </p:grpSpPr>
          <p:grpSp>
            <p:nvGrpSpPr>
              <p:cNvPr id="462" name="Group 244"/>
              <p:cNvGrpSpPr>
                <a:grpSpLocks/>
              </p:cNvGrpSpPr>
              <p:nvPr/>
            </p:nvGrpSpPr>
            <p:grpSpPr bwMode="auto">
              <a:xfrm>
                <a:off x="3094" y="1901"/>
                <a:ext cx="576" cy="672"/>
                <a:chOff x="576" y="3552"/>
                <a:chExt cx="576" cy="672"/>
              </a:xfrm>
            </p:grpSpPr>
            <p:sp>
              <p:nvSpPr>
                <p:cNvPr id="480" name="AutoShape 245"/>
                <p:cNvSpPr>
                  <a:spLocks noChangeArrowheads="1"/>
                </p:cNvSpPr>
                <p:nvPr/>
              </p:nvSpPr>
              <p:spPr bwMode="auto">
                <a:xfrm>
                  <a:off x="576" y="3552"/>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481" name="AutoShape 246"/>
                <p:cNvSpPr>
                  <a:spLocks noChangeArrowheads="1"/>
                </p:cNvSpPr>
                <p:nvPr/>
              </p:nvSpPr>
              <p:spPr bwMode="auto">
                <a:xfrm>
                  <a:off x="67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482" name="AutoShape 247"/>
                <p:cNvSpPr>
                  <a:spLocks noChangeArrowheads="1"/>
                </p:cNvSpPr>
                <p:nvPr/>
              </p:nvSpPr>
              <p:spPr bwMode="auto">
                <a:xfrm>
                  <a:off x="91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483" name="AutoShape 248"/>
                <p:cNvSpPr>
                  <a:spLocks noChangeArrowheads="1"/>
                </p:cNvSpPr>
                <p:nvPr/>
              </p:nvSpPr>
              <p:spPr bwMode="auto">
                <a:xfrm>
                  <a:off x="912" y="3792"/>
                  <a:ext cx="144" cy="96"/>
                </a:xfrm>
                <a:prstGeom prst="flowChartDecision">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484" name="AutoShape 249"/>
                <p:cNvSpPr>
                  <a:spLocks noChangeArrowheads="1"/>
                </p:cNvSpPr>
                <p:nvPr/>
              </p:nvSpPr>
              <p:spPr bwMode="auto">
                <a:xfrm>
                  <a:off x="912" y="3936"/>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485" name="AutoShape 250"/>
                <p:cNvCxnSpPr>
                  <a:cxnSpLocks noChangeShapeType="1"/>
                  <a:stCxn id="481" idx="3"/>
                  <a:endCxn id="482" idx="1"/>
                </p:cNvCxnSpPr>
                <p:nvPr/>
              </p:nvCxnSpPr>
              <p:spPr bwMode="auto">
                <a:xfrm>
                  <a:off x="816" y="3696"/>
                  <a:ext cx="96" cy="0"/>
                </a:xfrm>
                <a:prstGeom prst="straightConnector1">
                  <a:avLst/>
                </a:prstGeom>
                <a:noFill/>
                <a:ln w="9525">
                  <a:solidFill>
                    <a:srgbClr val="000000"/>
                  </a:solidFill>
                  <a:round/>
                  <a:headEnd/>
                  <a:tailEnd/>
                </a:ln>
              </p:spPr>
            </p:cxnSp>
            <p:cxnSp>
              <p:nvCxnSpPr>
                <p:cNvPr id="486" name="AutoShape 251"/>
                <p:cNvCxnSpPr>
                  <a:cxnSpLocks noChangeShapeType="1"/>
                  <a:stCxn id="482" idx="2"/>
                  <a:endCxn id="483" idx="0"/>
                </p:cNvCxnSpPr>
                <p:nvPr/>
              </p:nvCxnSpPr>
              <p:spPr bwMode="auto">
                <a:xfrm rot="5400000">
                  <a:off x="960" y="3768"/>
                  <a:ext cx="48" cy="0"/>
                </a:xfrm>
                <a:prstGeom prst="straightConnector1">
                  <a:avLst/>
                </a:prstGeom>
                <a:noFill/>
                <a:ln w="9525">
                  <a:solidFill>
                    <a:srgbClr val="000000"/>
                  </a:solidFill>
                  <a:round/>
                  <a:headEnd/>
                  <a:tailEnd/>
                </a:ln>
              </p:spPr>
            </p:cxnSp>
            <p:cxnSp>
              <p:nvCxnSpPr>
                <p:cNvPr id="487" name="AutoShape 252"/>
                <p:cNvCxnSpPr>
                  <a:cxnSpLocks noChangeShapeType="1"/>
                  <a:stCxn id="483" idx="2"/>
                  <a:endCxn id="484" idx="0"/>
                </p:cNvCxnSpPr>
                <p:nvPr/>
              </p:nvCxnSpPr>
              <p:spPr bwMode="auto">
                <a:xfrm>
                  <a:off x="984" y="3888"/>
                  <a:ext cx="0" cy="48"/>
                </a:xfrm>
                <a:prstGeom prst="straightConnector1">
                  <a:avLst/>
                </a:prstGeom>
                <a:noFill/>
                <a:ln w="9525">
                  <a:solidFill>
                    <a:srgbClr val="000000"/>
                  </a:solidFill>
                  <a:round/>
                  <a:headEnd/>
                  <a:tailEnd/>
                </a:ln>
              </p:spPr>
            </p:cxnSp>
          </p:grpSp>
          <p:grpSp>
            <p:nvGrpSpPr>
              <p:cNvPr id="463" name="Group 253"/>
              <p:cNvGrpSpPr>
                <a:grpSpLocks/>
              </p:cNvGrpSpPr>
              <p:nvPr/>
            </p:nvGrpSpPr>
            <p:grpSpPr bwMode="auto">
              <a:xfrm>
                <a:off x="3142" y="1949"/>
                <a:ext cx="576" cy="672"/>
                <a:chOff x="576" y="3552"/>
                <a:chExt cx="576" cy="672"/>
              </a:xfrm>
            </p:grpSpPr>
            <p:sp>
              <p:nvSpPr>
                <p:cNvPr id="472" name="AutoShape 254"/>
                <p:cNvSpPr>
                  <a:spLocks noChangeArrowheads="1"/>
                </p:cNvSpPr>
                <p:nvPr/>
              </p:nvSpPr>
              <p:spPr bwMode="auto">
                <a:xfrm>
                  <a:off x="576" y="3552"/>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473" name="AutoShape 255"/>
                <p:cNvSpPr>
                  <a:spLocks noChangeArrowheads="1"/>
                </p:cNvSpPr>
                <p:nvPr/>
              </p:nvSpPr>
              <p:spPr bwMode="auto">
                <a:xfrm>
                  <a:off x="67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474" name="AutoShape 256"/>
                <p:cNvSpPr>
                  <a:spLocks noChangeArrowheads="1"/>
                </p:cNvSpPr>
                <p:nvPr/>
              </p:nvSpPr>
              <p:spPr bwMode="auto">
                <a:xfrm>
                  <a:off x="91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475" name="AutoShape 257"/>
                <p:cNvSpPr>
                  <a:spLocks noChangeArrowheads="1"/>
                </p:cNvSpPr>
                <p:nvPr/>
              </p:nvSpPr>
              <p:spPr bwMode="auto">
                <a:xfrm>
                  <a:off x="912" y="3792"/>
                  <a:ext cx="144" cy="96"/>
                </a:xfrm>
                <a:prstGeom prst="flowChartDecision">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476" name="AutoShape 258"/>
                <p:cNvSpPr>
                  <a:spLocks noChangeArrowheads="1"/>
                </p:cNvSpPr>
                <p:nvPr/>
              </p:nvSpPr>
              <p:spPr bwMode="auto">
                <a:xfrm>
                  <a:off x="912" y="3936"/>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477" name="AutoShape 259"/>
                <p:cNvCxnSpPr>
                  <a:cxnSpLocks noChangeShapeType="1"/>
                  <a:stCxn id="473" idx="3"/>
                  <a:endCxn id="474" idx="1"/>
                </p:cNvCxnSpPr>
                <p:nvPr/>
              </p:nvCxnSpPr>
              <p:spPr bwMode="auto">
                <a:xfrm>
                  <a:off x="816" y="3696"/>
                  <a:ext cx="96" cy="0"/>
                </a:xfrm>
                <a:prstGeom prst="straightConnector1">
                  <a:avLst/>
                </a:prstGeom>
                <a:noFill/>
                <a:ln w="9525">
                  <a:solidFill>
                    <a:srgbClr val="000000"/>
                  </a:solidFill>
                  <a:round/>
                  <a:headEnd/>
                  <a:tailEnd/>
                </a:ln>
              </p:spPr>
            </p:cxnSp>
            <p:cxnSp>
              <p:nvCxnSpPr>
                <p:cNvPr id="478" name="AutoShape 260"/>
                <p:cNvCxnSpPr>
                  <a:cxnSpLocks noChangeShapeType="1"/>
                  <a:stCxn id="474" idx="2"/>
                  <a:endCxn id="475" idx="0"/>
                </p:cNvCxnSpPr>
                <p:nvPr/>
              </p:nvCxnSpPr>
              <p:spPr bwMode="auto">
                <a:xfrm rot="5400000">
                  <a:off x="960" y="3768"/>
                  <a:ext cx="48" cy="0"/>
                </a:xfrm>
                <a:prstGeom prst="straightConnector1">
                  <a:avLst/>
                </a:prstGeom>
                <a:noFill/>
                <a:ln w="9525">
                  <a:solidFill>
                    <a:srgbClr val="000000"/>
                  </a:solidFill>
                  <a:round/>
                  <a:headEnd/>
                  <a:tailEnd/>
                </a:ln>
              </p:spPr>
            </p:cxnSp>
            <p:cxnSp>
              <p:nvCxnSpPr>
                <p:cNvPr id="479" name="AutoShape 261"/>
                <p:cNvCxnSpPr>
                  <a:cxnSpLocks noChangeShapeType="1"/>
                  <a:stCxn id="475" idx="2"/>
                  <a:endCxn id="476" idx="0"/>
                </p:cNvCxnSpPr>
                <p:nvPr/>
              </p:nvCxnSpPr>
              <p:spPr bwMode="auto">
                <a:xfrm>
                  <a:off x="984" y="3888"/>
                  <a:ext cx="0" cy="48"/>
                </a:xfrm>
                <a:prstGeom prst="straightConnector1">
                  <a:avLst/>
                </a:prstGeom>
                <a:noFill/>
                <a:ln w="9525">
                  <a:solidFill>
                    <a:srgbClr val="000000"/>
                  </a:solidFill>
                  <a:round/>
                  <a:headEnd/>
                  <a:tailEnd/>
                </a:ln>
              </p:spPr>
            </p:cxnSp>
          </p:grpSp>
          <p:sp>
            <p:nvSpPr>
              <p:cNvPr id="464" name="AutoShape 262"/>
              <p:cNvSpPr>
                <a:spLocks noChangeArrowheads="1"/>
              </p:cNvSpPr>
              <p:nvPr/>
            </p:nvSpPr>
            <p:spPr bwMode="auto">
              <a:xfrm>
                <a:off x="3190" y="1997"/>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465" name="AutoShape 263"/>
              <p:cNvSpPr>
                <a:spLocks noChangeArrowheads="1"/>
              </p:cNvSpPr>
              <p:nvPr/>
            </p:nvSpPr>
            <p:spPr bwMode="auto">
              <a:xfrm>
                <a:off x="3286" y="2093"/>
                <a:ext cx="144" cy="96"/>
              </a:xfrm>
              <a:prstGeom prst="flowChartAlternateProcess">
                <a:avLst/>
              </a:prstGeom>
              <a:solidFill>
                <a:srgbClr val="FF5050"/>
              </a:solidFill>
              <a:ln w="9525">
                <a:solidFill>
                  <a:srgbClr val="000000"/>
                </a:solidFill>
                <a:miter lim="800000"/>
                <a:headEnd/>
                <a:tailEnd/>
              </a:ln>
            </p:spPr>
            <p:txBody>
              <a:bodyPr wrap="none" anchor="ctr"/>
              <a:lstStyle/>
              <a:p>
                <a:endParaRPr lang="pt-BR" sz="2400">
                  <a:latin typeface="Lato" pitchFamily="34" charset="0"/>
                </a:endParaRPr>
              </a:p>
            </p:txBody>
          </p:sp>
          <p:sp>
            <p:nvSpPr>
              <p:cNvPr id="466" name="AutoShape 264"/>
              <p:cNvSpPr>
                <a:spLocks noChangeArrowheads="1"/>
              </p:cNvSpPr>
              <p:nvPr/>
            </p:nvSpPr>
            <p:spPr bwMode="auto">
              <a:xfrm>
                <a:off x="3526" y="2093"/>
                <a:ext cx="144" cy="96"/>
              </a:xfrm>
              <a:prstGeom prst="flowChartAlternateProcess">
                <a:avLst/>
              </a:prstGeom>
              <a:solidFill>
                <a:srgbClr val="FF5050"/>
              </a:solidFill>
              <a:ln w="9525">
                <a:solidFill>
                  <a:srgbClr val="000000"/>
                </a:solidFill>
                <a:miter lim="800000"/>
                <a:headEnd/>
                <a:tailEnd/>
              </a:ln>
            </p:spPr>
            <p:txBody>
              <a:bodyPr wrap="none" anchor="ctr"/>
              <a:lstStyle/>
              <a:p>
                <a:endParaRPr lang="pt-BR" sz="2400">
                  <a:latin typeface="Lato" pitchFamily="34" charset="0"/>
                </a:endParaRPr>
              </a:p>
            </p:txBody>
          </p:sp>
          <p:sp>
            <p:nvSpPr>
              <p:cNvPr id="467" name="AutoShape 265"/>
              <p:cNvSpPr>
                <a:spLocks noChangeArrowheads="1"/>
              </p:cNvSpPr>
              <p:nvPr/>
            </p:nvSpPr>
            <p:spPr bwMode="auto">
              <a:xfrm>
                <a:off x="3526" y="2237"/>
                <a:ext cx="144" cy="96"/>
              </a:xfrm>
              <a:prstGeom prst="flowChartDecision">
                <a:avLst/>
              </a:prstGeom>
              <a:solidFill>
                <a:schemeClr val="accent2"/>
              </a:solidFill>
              <a:ln w="9525">
                <a:solidFill>
                  <a:srgbClr val="000000"/>
                </a:solidFill>
                <a:miter lim="800000"/>
                <a:headEnd/>
                <a:tailEnd/>
              </a:ln>
            </p:spPr>
            <p:txBody>
              <a:bodyPr wrap="none" anchor="ctr"/>
              <a:lstStyle/>
              <a:p>
                <a:endParaRPr lang="pt-BR" sz="2400">
                  <a:latin typeface="Lato" pitchFamily="34" charset="0"/>
                </a:endParaRPr>
              </a:p>
            </p:txBody>
          </p:sp>
          <p:sp>
            <p:nvSpPr>
              <p:cNvPr id="468" name="AutoShape 266"/>
              <p:cNvSpPr>
                <a:spLocks noChangeArrowheads="1"/>
              </p:cNvSpPr>
              <p:nvPr/>
            </p:nvSpPr>
            <p:spPr bwMode="auto">
              <a:xfrm>
                <a:off x="3526" y="2381"/>
                <a:ext cx="144" cy="96"/>
              </a:xfrm>
              <a:prstGeom prst="flowChartAlternateProcess">
                <a:avLst/>
              </a:prstGeom>
              <a:solidFill>
                <a:srgbClr val="FF5050"/>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469" name="AutoShape 267"/>
              <p:cNvCxnSpPr>
                <a:cxnSpLocks noChangeShapeType="1"/>
                <a:stCxn id="465" idx="3"/>
                <a:endCxn id="466" idx="1"/>
              </p:cNvCxnSpPr>
              <p:nvPr/>
            </p:nvCxnSpPr>
            <p:spPr bwMode="auto">
              <a:xfrm>
                <a:off x="3430" y="2141"/>
                <a:ext cx="96" cy="0"/>
              </a:xfrm>
              <a:prstGeom prst="straightConnector1">
                <a:avLst/>
              </a:prstGeom>
              <a:noFill/>
              <a:ln w="9525">
                <a:solidFill>
                  <a:srgbClr val="000000"/>
                </a:solidFill>
                <a:round/>
                <a:headEnd/>
                <a:tailEnd/>
              </a:ln>
            </p:spPr>
          </p:cxnSp>
          <p:cxnSp>
            <p:nvCxnSpPr>
              <p:cNvPr id="470" name="AutoShape 268"/>
              <p:cNvCxnSpPr>
                <a:cxnSpLocks noChangeShapeType="1"/>
                <a:stCxn id="466" idx="2"/>
                <a:endCxn id="467" idx="0"/>
              </p:cNvCxnSpPr>
              <p:nvPr/>
            </p:nvCxnSpPr>
            <p:spPr bwMode="auto">
              <a:xfrm rot="5400000">
                <a:off x="3574" y="2213"/>
                <a:ext cx="48" cy="0"/>
              </a:xfrm>
              <a:prstGeom prst="straightConnector1">
                <a:avLst/>
              </a:prstGeom>
              <a:noFill/>
              <a:ln w="9525">
                <a:solidFill>
                  <a:srgbClr val="000000"/>
                </a:solidFill>
                <a:round/>
                <a:headEnd/>
                <a:tailEnd/>
              </a:ln>
            </p:spPr>
          </p:cxnSp>
          <p:cxnSp>
            <p:nvCxnSpPr>
              <p:cNvPr id="471" name="AutoShape 269"/>
              <p:cNvCxnSpPr>
                <a:cxnSpLocks noChangeShapeType="1"/>
                <a:stCxn id="467" idx="2"/>
                <a:endCxn id="468" idx="0"/>
              </p:cNvCxnSpPr>
              <p:nvPr/>
            </p:nvCxnSpPr>
            <p:spPr bwMode="auto">
              <a:xfrm>
                <a:off x="3598" y="2333"/>
                <a:ext cx="0" cy="48"/>
              </a:xfrm>
              <a:prstGeom prst="straightConnector1">
                <a:avLst/>
              </a:prstGeom>
              <a:noFill/>
              <a:ln w="9525">
                <a:solidFill>
                  <a:srgbClr val="000000"/>
                </a:solidFill>
                <a:round/>
                <a:headEnd/>
                <a:tailEnd/>
              </a:ln>
            </p:spPr>
          </p:cxnSp>
        </p:grpSp>
        <p:grpSp>
          <p:nvGrpSpPr>
            <p:cNvPr id="435" name="Group 270"/>
            <p:cNvGrpSpPr>
              <a:grpSpLocks/>
            </p:cNvGrpSpPr>
            <p:nvPr/>
          </p:nvGrpSpPr>
          <p:grpSpPr bwMode="auto">
            <a:xfrm>
              <a:off x="2274" y="2253"/>
              <a:ext cx="468" cy="531"/>
              <a:chOff x="3094" y="1901"/>
              <a:chExt cx="672" cy="768"/>
            </a:xfrm>
          </p:grpSpPr>
          <p:grpSp>
            <p:nvGrpSpPr>
              <p:cNvPr id="436" name="Group 271"/>
              <p:cNvGrpSpPr>
                <a:grpSpLocks/>
              </p:cNvGrpSpPr>
              <p:nvPr/>
            </p:nvGrpSpPr>
            <p:grpSpPr bwMode="auto">
              <a:xfrm>
                <a:off x="3094" y="1901"/>
                <a:ext cx="576" cy="672"/>
                <a:chOff x="576" y="3552"/>
                <a:chExt cx="576" cy="672"/>
              </a:xfrm>
            </p:grpSpPr>
            <p:sp>
              <p:nvSpPr>
                <p:cNvPr id="454" name="AutoShape 272"/>
                <p:cNvSpPr>
                  <a:spLocks noChangeArrowheads="1"/>
                </p:cNvSpPr>
                <p:nvPr/>
              </p:nvSpPr>
              <p:spPr bwMode="auto">
                <a:xfrm>
                  <a:off x="576" y="3552"/>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455" name="AutoShape 273"/>
                <p:cNvSpPr>
                  <a:spLocks noChangeArrowheads="1"/>
                </p:cNvSpPr>
                <p:nvPr/>
              </p:nvSpPr>
              <p:spPr bwMode="auto">
                <a:xfrm>
                  <a:off x="67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456" name="AutoShape 274"/>
                <p:cNvSpPr>
                  <a:spLocks noChangeArrowheads="1"/>
                </p:cNvSpPr>
                <p:nvPr/>
              </p:nvSpPr>
              <p:spPr bwMode="auto">
                <a:xfrm>
                  <a:off x="91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457" name="AutoShape 275"/>
                <p:cNvSpPr>
                  <a:spLocks noChangeArrowheads="1"/>
                </p:cNvSpPr>
                <p:nvPr/>
              </p:nvSpPr>
              <p:spPr bwMode="auto">
                <a:xfrm>
                  <a:off x="912" y="3792"/>
                  <a:ext cx="144" cy="96"/>
                </a:xfrm>
                <a:prstGeom prst="flowChartDecision">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458" name="AutoShape 276"/>
                <p:cNvSpPr>
                  <a:spLocks noChangeArrowheads="1"/>
                </p:cNvSpPr>
                <p:nvPr/>
              </p:nvSpPr>
              <p:spPr bwMode="auto">
                <a:xfrm>
                  <a:off x="912" y="3936"/>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459" name="AutoShape 277"/>
                <p:cNvCxnSpPr>
                  <a:cxnSpLocks noChangeShapeType="1"/>
                  <a:stCxn id="455" idx="3"/>
                  <a:endCxn id="456" idx="1"/>
                </p:cNvCxnSpPr>
                <p:nvPr/>
              </p:nvCxnSpPr>
              <p:spPr bwMode="auto">
                <a:xfrm>
                  <a:off x="816" y="3696"/>
                  <a:ext cx="96" cy="0"/>
                </a:xfrm>
                <a:prstGeom prst="straightConnector1">
                  <a:avLst/>
                </a:prstGeom>
                <a:noFill/>
                <a:ln w="9525">
                  <a:solidFill>
                    <a:srgbClr val="000000"/>
                  </a:solidFill>
                  <a:round/>
                  <a:headEnd/>
                  <a:tailEnd/>
                </a:ln>
              </p:spPr>
            </p:cxnSp>
            <p:cxnSp>
              <p:nvCxnSpPr>
                <p:cNvPr id="460" name="AutoShape 278"/>
                <p:cNvCxnSpPr>
                  <a:cxnSpLocks noChangeShapeType="1"/>
                  <a:stCxn id="456" idx="2"/>
                  <a:endCxn id="457" idx="0"/>
                </p:cNvCxnSpPr>
                <p:nvPr/>
              </p:nvCxnSpPr>
              <p:spPr bwMode="auto">
                <a:xfrm rot="5400000">
                  <a:off x="960" y="3768"/>
                  <a:ext cx="48" cy="0"/>
                </a:xfrm>
                <a:prstGeom prst="straightConnector1">
                  <a:avLst/>
                </a:prstGeom>
                <a:noFill/>
                <a:ln w="9525">
                  <a:solidFill>
                    <a:srgbClr val="000000"/>
                  </a:solidFill>
                  <a:round/>
                  <a:headEnd/>
                  <a:tailEnd/>
                </a:ln>
              </p:spPr>
            </p:cxnSp>
            <p:cxnSp>
              <p:nvCxnSpPr>
                <p:cNvPr id="461" name="AutoShape 279"/>
                <p:cNvCxnSpPr>
                  <a:cxnSpLocks noChangeShapeType="1"/>
                  <a:stCxn id="457" idx="2"/>
                  <a:endCxn id="458" idx="0"/>
                </p:cNvCxnSpPr>
                <p:nvPr/>
              </p:nvCxnSpPr>
              <p:spPr bwMode="auto">
                <a:xfrm>
                  <a:off x="984" y="3888"/>
                  <a:ext cx="0" cy="48"/>
                </a:xfrm>
                <a:prstGeom prst="straightConnector1">
                  <a:avLst/>
                </a:prstGeom>
                <a:noFill/>
                <a:ln w="9525">
                  <a:solidFill>
                    <a:srgbClr val="000000"/>
                  </a:solidFill>
                  <a:round/>
                  <a:headEnd/>
                  <a:tailEnd/>
                </a:ln>
              </p:spPr>
            </p:cxnSp>
          </p:grpSp>
          <p:grpSp>
            <p:nvGrpSpPr>
              <p:cNvPr id="437" name="Group 280"/>
              <p:cNvGrpSpPr>
                <a:grpSpLocks/>
              </p:cNvGrpSpPr>
              <p:nvPr/>
            </p:nvGrpSpPr>
            <p:grpSpPr bwMode="auto">
              <a:xfrm>
                <a:off x="3142" y="1949"/>
                <a:ext cx="576" cy="672"/>
                <a:chOff x="576" y="3552"/>
                <a:chExt cx="576" cy="672"/>
              </a:xfrm>
            </p:grpSpPr>
            <p:sp>
              <p:nvSpPr>
                <p:cNvPr id="446" name="AutoShape 281"/>
                <p:cNvSpPr>
                  <a:spLocks noChangeArrowheads="1"/>
                </p:cNvSpPr>
                <p:nvPr/>
              </p:nvSpPr>
              <p:spPr bwMode="auto">
                <a:xfrm>
                  <a:off x="576" y="3552"/>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447" name="AutoShape 282"/>
                <p:cNvSpPr>
                  <a:spLocks noChangeArrowheads="1"/>
                </p:cNvSpPr>
                <p:nvPr/>
              </p:nvSpPr>
              <p:spPr bwMode="auto">
                <a:xfrm>
                  <a:off x="67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448" name="AutoShape 283"/>
                <p:cNvSpPr>
                  <a:spLocks noChangeArrowheads="1"/>
                </p:cNvSpPr>
                <p:nvPr/>
              </p:nvSpPr>
              <p:spPr bwMode="auto">
                <a:xfrm>
                  <a:off x="91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449" name="AutoShape 284"/>
                <p:cNvSpPr>
                  <a:spLocks noChangeArrowheads="1"/>
                </p:cNvSpPr>
                <p:nvPr/>
              </p:nvSpPr>
              <p:spPr bwMode="auto">
                <a:xfrm>
                  <a:off x="912" y="3792"/>
                  <a:ext cx="144" cy="96"/>
                </a:xfrm>
                <a:prstGeom prst="flowChartDecision">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450" name="AutoShape 285"/>
                <p:cNvSpPr>
                  <a:spLocks noChangeArrowheads="1"/>
                </p:cNvSpPr>
                <p:nvPr/>
              </p:nvSpPr>
              <p:spPr bwMode="auto">
                <a:xfrm>
                  <a:off x="912" y="3936"/>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451" name="AutoShape 286"/>
                <p:cNvCxnSpPr>
                  <a:cxnSpLocks noChangeShapeType="1"/>
                  <a:stCxn id="447" idx="3"/>
                  <a:endCxn id="448" idx="1"/>
                </p:cNvCxnSpPr>
                <p:nvPr/>
              </p:nvCxnSpPr>
              <p:spPr bwMode="auto">
                <a:xfrm>
                  <a:off x="816" y="3696"/>
                  <a:ext cx="96" cy="0"/>
                </a:xfrm>
                <a:prstGeom prst="straightConnector1">
                  <a:avLst/>
                </a:prstGeom>
                <a:noFill/>
                <a:ln w="9525">
                  <a:solidFill>
                    <a:srgbClr val="000000"/>
                  </a:solidFill>
                  <a:round/>
                  <a:headEnd/>
                  <a:tailEnd/>
                </a:ln>
              </p:spPr>
            </p:cxnSp>
            <p:cxnSp>
              <p:nvCxnSpPr>
                <p:cNvPr id="452" name="AutoShape 287"/>
                <p:cNvCxnSpPr>
                  <a:cxnSpLocks noChangeShapeType="1"/>
                  <a:stCxn id="448" idx="2"/>
                  <a:endCxn id="449" idx="0"/>
                </p:cNvCxnSpPr>
                <p:nvPr/>
              </p:nvCxnSpPr>
              <p:spPr bwMode="auto">
                <a:xfrm rot="5400000">
                  <a:off x="960" y="3768"/>
                  <a:ext cx="48" cy="0"/>
                </a:xfrm>
                <a:prstGeom prst="straightConnector1">
                  <a:avLst/>
                </a:prstGeom>
                <a:noFill/>
                <a:ln w="9525">
                  <a:solidFill>
                    <a:srgbClr val="000000"/>
                  </a:solidFill>
                  <a:round/>
                  <a:headEnd/>
                  <a:tailEnd/>
                </a:ln>
              </p:spPr>
            </p:cxnSp>
            <p:cxnSp>
              <p:nvCxnSpPr>
                <p:cNvPr id="453" name="AutoShape 288"/>
                <p:cNvCxnSpPr>
                  <a:cxnSpLocks noChangeShapeType="1"/>
                  <a:stCxn id="449" idx="2"/>
                  <a:endCxn id="450" idx="0"/>
                </p:cNvCxnSpPr>
                <p:nvPr/>
              </p:nvCxnSpPr>
              <p:spPr bwMode="auto">
                <a:xfrm>
                  <a:off x="984" y="3888"/>
                  <a:ext cx="0" cy="48"/>
                </a:xfrm>
                <a:prstGeom prst="straightConnector1">
                  <a:avLst/>
                </a:prstGeom>
                <a:noFill/>
                <a:ln w="9525">
                  <a:solidFill>
                    <a:srgbClr val="000000"/>
                  </a:solidFill>
                  <a:round/>
                  <a:headEnd/>
                  <a:tailEnd/>
                </a:ln>
              </p:spPr>
            </p:cxnSp>
          </p:grpSp>
          <p:sp>
            <p:nvSpPr>
              <p:cNvPr id="438" name="AutoShape 289"/>
              <p:cNvSpPr>
                <a:spLocks noChangeArrowheads="1"/>
              </p:cNvSpPr>
              <p:nvPr/>
            </p:nvSpPr>
            <p:spPr bwMode="auto">
              <a:xfrm>
                <a:off x="3190" y="1997"/>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439" name="AutoShape 290"/>
              <p:cNvSpPr>
                <a:spLocks noChangeArrowheads="1"/>
              </p:cNvSpPr>
              <p:nvPr/>
            </p:nvSpPr>
            <p:spPr bwMode="auto">
              <a:xfrm>
                <a:off x="3286" y="2093"/>
                <a:ext cx="144" cy="96"/>
              </a:xfrm>
              <a:prstGeom prst="flowChartAlternateProcess">
                <a:avLst/>
              </a:prstGeom>
              <a:solidFill>
                <a:srgbClr val="FF0000"/>
              </a:solidFill>
              <a:ln w="9525">
                <a:solidFill>
                  <a:srgbClr val="595959"/>
                </a:solidFill>
                <a:miter lim="800000"/>
                <a:headEnd/>
                <a:tailEnd/>
              </a:ln>
            </p:spPr>
            <p:txBody>
              <a:bodyPr wrap="none" anchor="ctr"/>
              <a:lstStyle/>
              <a:p>
                <a:endParaRPr lang="pt-BR" sz="2400">
                  <a:latin typeface="Lato" pitchFamily="34" charset="0"/>
                </a:endParaRPr>
              </a:p>
            </p:txBody>
          </p:sp>
          <p:sp>
            <p:nvSpPr>
              <p:cNvPr id="440" name="AutoShape 291"/>
              <p:cNvSpPr>
                <a:spLocks noChangeArrowheads="1"/>
              </p:cNvSpPr>
              <p:nvPr/>
            </p:nvSpPr>
            <p:spPr bwMode="auto">
              <a:xfrm>
                <a:off x="3526" y="2093"/>
                <a:ext cx="144" cy="96"/>
              </a:xfrm>
              <a:prstGeom prst="flowChartAlternateProcess">
                <a:avLst/>
              </a:prstGeom>
              <a:solidFill>
                <a:srgbClr val="FF0000"/>
              </a:solidFill>
              <a:ln w="9525">
                <a:solidFill>
                  <a:srgbClr val="595959"/>
                </a:solidFill>
                <a:miter lim="800000"/>
                <a:headEnd/>
                <a:tailEnd/>
              </a:ln>
            </p:spPr>
            <p:txBody>
              <a:bodyPr wrap="none" anchor="ctr"/>
              <a:lstStyle/>
              <a:p>
                <a:endParaRPr lang="pt-BR" sz="2400">
                  <a:latin typeface="Lato" pitchFamily="34" charset="0"/>
                </a:endParaRPr>
              </a:p>
            </p:txBody>
          </p:sp>
          <p:sp>
            <p:nvSpPr>
              <p:cNvPr id="441" name="AutoShape 292"/>
              <p:cNvSpPr>
                <a:spLocks noChangeArrowheads="1"/>
              </p:cNvSpPr>
              <p:nvPr/>
            </p:nvSpPr>
            <p:spPr bwMode="auto">
              <a:xfrm>
                <a:off x="3526" y="2237"/>
                <a:ext cx="144" cy="96"/>
              </a:xfrm>
              <a:prstGeom prst="flowChartDecision">
                <a:avLst/>
              </a:prstGeom>
              <a:solidFill>
                <a:srgbClr val="FF0000"/>
              </a:solidFill>
              <a:ln w="9525">
                <a:solidFill>
                  <a:srgbClr val="595959"/>
                </a:solidFill>
                <a:miter lim="800000"/>
                <a:headEnd/>
                <a:tailEnd/>
              </a:ln>
            </p:spPr>
            <p:txBody>
              <a:bodyPr wrap="none" anchor="ctr"/>
              <a:lstStyle/>
              <a:p>
                <a:endParaRPr lang="pt-BR" sz="2400">
                  <a:latin typeface="Lato" pitchFamily="34" charset="0"/>
                </a:endParaRPr>
              </a:p>
            </p:txBody>
          </p:sp>
          <p:sp>
            <p:nvSpPr>
              <p:cNvPr id="442" name="AutoShape 293"/>
              <p:cNvSpPr>
                <a:spLocks noChangeArrowheads="1"/>
              </p:cNvSpPr>
              <p:nvPr/>
            </p:nvSpPr>
            <p:spPr bwMode="auto">
              <a:xfrm>
                <a:off x="3526" y="2381"/>
                <a:ext cx="144" cy="96"/>
              </a:xfrm>
              <a:prstGeom prst="flowChartAlternateProcess">
                <a:avLst/>
              </a:prstGeom>
              <a:solidFill>
                <a:srgbClr val="FF0000"/>
              </a:solidFill>
              <a:ln w="9525">
                <a:solidFill>
                  <a:srgbClr val="595959"/>
                </a:solidFill>
                <a:miter lim="800000"/>
                <a:headEnd/>
                <a:tailEnd/>
              </a:ln>
            </p:spPr>
            <p:txBody>
              <a:bodyPr wrap="none" anchor="ctr"/>
              <a:lstStyle/>
              <a:p>
                <a:endParaRPr lang="pt-BR" sz="2400">
                  <a:latin typeface="Lato" pitchFamily="34" charset="0"/>
                </a:endParaRPr>
              </a:p>
            </p:txBody>
          </p:sp>
          <p:cxnSp>
            <p:nvCxnSpPr>
              <p:cNvPr id="443" name="AutoShape 294"/>
              <p:cNvCxnSpPr>
                <a:cxnSpLocks noChangeShapeType="1"/>
                <a:stCxn id="439" idx="3"/>
                <a:endCxn id="440" idx="1"/>
              </p:cNvCxnSpPr>
              <p:nvPr/>
            </p:nvCxnSpPr>
            <p:spPr bwMode="auto">
              <a:xfrm>
                <a:off x="3430" y="2141"/>
                <a:ext cx="96" cy="0"/>
              </a:xfrm>
              <a:prstGeom prst="straightConnector1">
                <a:avLst/>
              </a:prstGeom>
              <a:noFill/>
              <a:ln w="9525">
                <a:solidFill>
                  <a:srgbClr val="000000"/>
                </a:solidFill>
                <a:round/>
                <a:headEnd/>
                <a:tailEnd/>
              </a:ln>
            </p:spPr>
          </p:cxnSp>
          <p:cxnSp>
            <p:nvCxnSpPr>
              <p:cNvPr id="444" name="AutoShape 295"/>
              <p:cNvCxnSpPr>
                <a:cxnSpLocks noChangeShapeType="1"/>
                <a:stCxn id="440" idx="2"/>
                <a:endCxn id="441" idx="0"/>
              </p:cNvCxnSpPr>
              <p:nvPr/>
            </p:nvCxnSpPr>
            <p:spPr bwMode="auto">
              <a:xfrm rot="5400000">
                <a:off x="3574" y="2213"/>
                <a:ext cx="48" cy="0"/>
              </a:xfrm>
              <a:prstGeom prst="straightConnector1">
                <a:avLst/>
              </a:prstGeom>
              <a:noFill/>
              <a:ln w="9525">
                <a:solidFill>
                  <a:srgbClr val="000000"/>
                </a:solidFill>
                <a:round/>
                <a:headEnd/>
                <a:tailEnd/>
              </a:ln>
            </p:spPr>
          </p:cxnSp>
          <p:cxnSp>
            <p:nvCxnSpPr>
              <p:cNvPr id="445" name="AutoShape 296"/>
              <p:cNvCxnSpPr>
                <a:cxnSpLocks noChangeShapeType="1"/>
                <a:stCxn id="441" idx="2"/>
                <a:endCxn id="442" idx="0"/>
              </p:cNvCxnSpPr>
              <p:nvPr/>
            </p:nvCxnSpPr>
            <p:spPr bwMode="auto">
              <a:xfrm>
                <a:off x="3598" y="2333"/>
                <a:ext cx="0" cy="48"/>
              </a:xfrm>
              <a:prstGeom prst="straightConnector1">
                <a:avLst/>
              </a:prstGeom>
              <a:noFill/>
              <a:ln w="9525">
                <a:solidFill>
                  <a:srgbClr val="000000"/>
                </a:solidFill>
                <a:round/>
                <a:headEnd/>
                <a:tailEnd/>
              </a:ln>
            </p:spPr>
          </p:cxnSp>
        </p:grpSp>
      </p:grpSp>
      <p:graphicFrame>
        <p:nvGraphicFramePr>
          <p:cNvPr id="540" name="Object 319"/>
          <p:cNvGraphicFramePr>
            <a:graphicFrameLocks noChangeAspect="1"/>
          </p:cNvGraphicFramePr>
          <p:nvPr/>
        </p:nvGraphicFramePr>
        <p:xfrm>
          <a:off x="4191621" y="3717032"/>
          <a:ext cx="994833" cy="1117600"/>
        </p:xfrm>
        <a:graphic>
          <a:graphicData uri="http://schemas.openxmlformats.org/presentationml/2006/ole">
            <mc:AlternateContent xmlns:mc="http://schemas.openxmlformats.org/markup-compatibility/2006">
              <mc:Choice xmlns:v="urn:schemas-microsoft-com:vml" Requires="v">
                <p:oleObj name="Clip" r:id="rId5" imgW="857143" imgH="961905" progId="">
                  <p:embed/>
                </p:oleObj>
              </mc:Choice>
              <mc:Fallback>
                <p:oleObj name="Clip" r:id="rId5" imgW="857143" imgH="961905" progId="">
                  <p:embed/>
                  <p:pic>
                    <p:nvPicPr>
                      <p:cNvPr id="540" name="Object 3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621" y="3717032"/>
                        <a:ext cx="994833" cy="111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41" name="Group 393"/>
          <p:cNvGrpSpPr>
            <a:grpSpLocks/>
          </p:cNvGrpSpPr>
          <p:nvPr/>
        </p:nvGrpSpPr>
        <p:grpSpPr bwMode="auto">
          <a:xfrm>
            <a:off x="5231905" y="5349213"/>
            <a:ext cx="904412" cy="995184"/>
            <a:chOff x="699" y="1705"/>
            <a:chExt cx="1354" cy="1613"/>
          </a:xfrm>
        </p:grpSpPr>
        <p:sp>
          <p:nvSpPr>
            <p:cNvPr id="542" name="Freeform 394"/>
            <p:cNvSpPr>
              <a:spLocks/>
            </p:cNvSpPr>
            <p:nvPr/>
          </p:nvSpPr>
          <p:spPr bwMode="auto">
            <a:xfrm>
              <a:off x="699" y="1757"/>
              <a:ext cx="1053" cy="1507"/>
            </a:xfrm>
            <a:custGeom>
              <a:avLst/>
              <a:gdLst>
                <a:gd name="T0" fmla="*/ 132 w 8420"/>
                <a:gd name="T1" fmla="*/ 157 h 12057"/>
                <a:gd name="T2" fmla="*/ 132 w 8420"/>
                <a:gd name="T3" fmla="*/ 188 h 12057"/>
                <a:gd name="T4" fmla="*/ 0 w 8420"/>
                <a:gd name="T5" fmla="*/ 188 h 12057"/>
                <a:gd name="T6" fmla="*/ 0 w 8420"/>
                <a:gd name="T7" fmla="*/ 0 h 12057"/>
                <a:gd name="T8" fmla="*/ 132 w 8420"/>
                <a:gd name="T9" fmla="*/ 0 h 12057"/>
                <a:gd name="T10" fmla="*/ 132 w 8420"/>
                <a:gd name="T11" fmla="*/ 103 h 12057"/>
                <a:gd name="T12" fmla="*/ 132 w 8420"/>
                <a:gd name="T13" fmla="*/ 157 h 12057"/>
                <a:gd name="T14" fmla="*/ 0 60000 65536"/>
                <a:gd name="T15" fmla="*/ 0 60000 65536"/>
                <a:gd name="T16" fmla="*/ 0 60000 65536"/>
                <a:gd name="T17" fmla="*/ 0 60000 65536"/>
                <a:gd name="T18" fmla="*/ 0 60000 65536"/>
                <a:gd name="T19" fmla="*/ 0 60000 65536"/>
                <a:gd name="T20" fmla="*/ 0 60000 65536"/>
                <a:gd name="T21" fmla="*/ 0 w 8420"/>
                <a:gd name="T22" fmla="*/ 0 h 12057"/>
                <a:gd name="T23" fmla="*/ 8420 w 8420"/>
                <a:gd name="T24" fmla="*/ 12057 h 120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420" h="12057">
                  <a:moveTo>
                    <a:pt x="8420" y="10081"/>
                  </a:moveTo>
                  <a:lnTo>
                    <a:pt x="8420" y="12057"/>
                  </a:lnTo>
                  <a:lnTo>
                    <a:pt x="0" y="12057"/>
                  </a:lnTo>
                  <a:lnTo>
                    <a:pt x="0" y="0"/>
                  </a:lnTo>
                  <a:lnTo>
                    <a:pt x="8420" y="0"/>
                  </a:lnTo>
                  <a:lnTo>
                    <a:pt x="8420" y="6574"/>
                  </a:lnTo>
                  <a:lnTo>
                    <a:pt x="8420" y="10081"/>
                  </a:lnTo>
                  <a:close/>
                </a:path>
              </a:pathLst>
            </a:custGeom>
            <a:solidFill>
              <a:srgbClr val="FFFFFF"/>
            </a:solidFill>
            <a:ln w="0">
              <a:solidFill>
                <a:srgbClr val="000000"/>
              </a:solidFill>
              <a:round/>
              <a:headEnd/>
              <a:tailEnd/>
            </a:ln>
          </p:spPr>
          <p:txBody>
            <a:bodyPr/>
            <a:lstStyle/>
            <a:p>
              <a:endParaRPr lang="pt-BR" sz="2400">
                <a:latin typeface="Lato" pitchFamily="34" charset="0"/>
              </a:endParaRPr>
            </a:p>
          </p:txBody>
        </p:sp>
        <p:sp>
          <p:nvSpPr>
            <p:cNvPr id="543" name="Freeform 395"/>
            <p:cNvSpPr>
              <a:spLocks/>
            </p:cNvSpPr>
            <p:nvPr/>
          </p:nvSpPr>
          <p:spPr bwMode="auto">
            <a:xfrm>
              <a:off x="699" y="3264"/>
              <a:ext cx="1053" cy="54"/>
            </a:xfrm>
            <a:custGeom>
              <a:avLst/>
              <a:gdLst>
                <a:gd name="T0" fmla="*/ 132 w 8420"/>
                <a:gd name="T1" fmla="*/ 0 h 433"/>
                <a:gd name="T2" fmla="*/ 0 w 8420"/>
                <a:gd name="T3" fmla="*/ 0 h 433"/>
                <a:gd name="T4" fmla="*/ 5 w 8420"/>
                <a:gd name="T5" fmla="*/ 7 h 433"/>
                <a:gd name="T6" fmla="*/ 126 w 8420"/>
                <a:gd name="T7" fmla="*/ 7 h 433"/>
                <a:gd name="T8" fmla="*/ 132 w 8420"/>
                <a:gd name="T9" fmla="*/ 0 h 433"/>
                <a:gd name="T10" fmla="*/ 0 60000 65536"/>
                <a:gd name="T11" fmla="*/ 0 60000 65536"/>
                <a:gd name="T12" fmla="*/ 0 60000 65536"/>
                <a:gd name="T13" fmla="*/ 0 60000 65536"/>
                <a:gd name="T14" fmla="*/ 0 60000 65536"/>
                <a:gd name="T15" fmla="*/ 0 w 8420"/>
                <a:gd name="T16" fmla="*/ 0 h 433"/>
                <a:gd name="T17" fmla="*/ 8420 w 8420"/>
                <a:gd name="T18" fmla="*/ 433 h 433"/>
              </a:gdLst>
              <a:ahLst/>
              <a:cxnLst>
                <a:cxn ang="T10">
                  <a:pos x="T0" y="T1"/>
                </a:cxn>
                <a:cxn ang="T11">
                  <a:pos x="T2" y="T3"/>
                </a:cxn>
                <a:cxn ang="T12">
                  <a:pos x="T4" y="T5"/>
                </a:cxn>
                <a:cxn ang="T13">
                  <a:pos x="T6" y="T7"/>
                </a:cxn>
                <a:cxn ang="T14">
                  <a:pos x="T8" y="T9"/>
                </a:cxn>
              </a:cxnLst>
              <a:rect l="T15" t="T16" r="T17" b="T18"/>
              <a:pathLst>
                <a:path w="8420" h="433">
                  <a:moveTo>
                    <a:pt x="8420" y="0"/>
                  </a:moveTo>
                  <a:lnTo>
                    <a:pt x="0" y="0"/>
                  </a:lnTo>
                  <a:lnTo>
                    <a:pt x="343" y="433"/>
                  </a:lnTo>
                  <a:lnTo>
                    <a:pt x="8086" y="433"/>
                  </a:lnTo>
                  <a:lnTo>
                    <a:pt x="8420" y="0"/>
                  </a:lnTo>
                  <a:close/>
                </a:path>
              </a:pathLst>
            </a:custGeom>
            <a:solidFill>
              <a:srgbClr val="000000"/>
            </a:solidFill>
            <a:ln w="9525">
              <a:noFill/>
              <a:round/>
              <a:headEnd/>
              <a:tailEnd/>
            </a:ln>
          </p:spPr>
          <p:txBody>
            <a:bodyPr/>
            <a:lstStyle/>
            <a:p>
              <a:endParaRPr lang="pt-BR" sz="2400">
                <a:latin typeface="Lato" pitchFamily="34" charset="0"/>
              </a:endParaRPr>
            </a:p>
          </p:txBody>
        </p:sp>
        <p:sp>
          <p:nvSpPr>
            <p:cNvPr id="544" name="Freeform 396"/>
            <p:cNvSpPr>
              <a:spLocks/>
            </p:cNvSpPr>
            <p:nvPr/>
          </p:nvSpPr>
          <p:spPr bwMode="auto">
            <a:xfrm>
              <a:off x="749" y="1705"/>
              <a:ext cx="82" cy="176"/>
            </a:xfrm>
            <a:custGeom>
              <a:avLst/>
              <a:gdLst>
                <a:gd name="T0" fmla="*/ 10 w 655"/>
                <a:gd name="T1" fmla="*/ 17 h 1405"/>
                <a:gd name="T2" fmla="*/ 10 w 655"/>
                <a:gd name="T3" fmla="*/ 16 h 1405"/>
                <a:gd name="T4" fmla="*/ 10 w 655"/>
                <a:gd name="T5" fmla="*/ 15 h 1405"/>
                <a:gd name="T6" fmla="*/ 9 w 655"/>
                <a:gd name="T7" fmla="*/ 14 h 1405"/>
                <a:gd name="T8" fmla="*/ 8 w 655"/>
                <a:gd name="T9" fmla="*/ 13 h 1405"/>
                <a:gd name="T10" fmla="*/ 7 w 655"/>
                <a:gd name="T11" fmla="*/ 12 h 1405"/>
                <a:gd name="T12" fmla="*/ 6 w 655"/>
                <a:gd name="T13" fmla="*/ 12 h 1405"/>
                <a:gd name="T14" fmla="*/ 6 w 655"/>
                <a:gd name="T15" fmla="*/ 12 h 1405"/>
                <a:gd name="T16" fmla="*/ 6 w 655"/>
                <a:gd name="T17" fmla="*/ 0 h 1405"/>
                <a:gd name="T18" fmla="*/ 4 w 655"/>
                <a:gd name="T19" fmla="*/ 0 h 1405"/>
                <a:gd name="T20" fmla="*/ 4 w 655"/>
                <a:gd name="T21" fmla="*/ 12 h 1405"/>
                <a:gd name="T22" fmla="*/ 4 w 655"/>
                <a:gd name="T23" fmla="*/ 12 h 1405"/>
                <a:gd name="T24" fmla="*/ 3 w 655"/>
                <a:gd name="T25" fmla="*/ 12 h 1405"/>
                <a:gd name="T26" fmla="*/ 2 w 655"/>
                <a:gd name="T27" fmla="*/ 13 h 1405"/>
                <a:gd name="T28" fmla="*/ 1 w 655"/>
                <a:gd name="T29" fmla="*/ 14 h 1405"/>
                <a:gd name="T30" fmla="*/ 1 w 655"/>
                <a:gd name="T31" fmla="*/ 15 h 1405"/>
                <a:gd name="T32" fmla="*/ 0 w 655"/>
                <a:gd name="T33" fmla="*/ 16 h 1405"/>
                <a:gd name="T34" fmla="*/ 0 w 655"/>
                <a:gd name="T35" fmla="*/ 17 h 1405"/>
                <a:gd name="T36" fmla="*/ 0 w 655"/>
                <a:gd name="T37" fmla="*/ 18 h 1405"/>
                <a:gd name="T38" fmla="*/ 1 w 655"/>
                <a:gd name="T39" fmla="*/ 19 h 1405"/>
                <a:gd name="T40" fmla="*/ 1 w 655"/>
                <a:gd name="T41" fmla="*/ 20 h 1405"/>
                <a:gd name="T42" fmla="*/ 2 w 655"/>
                <a:gd name="T43" fmla="*/ 21 h 1405"/>
                <a:gd name="T44" fmla="*/ 3 w 655"/>
                <a:gd name="T45" fmla="*/ 22 h 1405"/>
                <a:gd name="T46" fmla="*/ 4 w 655"/>
                <a:gd name="T47" fmla="*/ 22 h 1405"/>
                <a:gd name="T48" fmla="*/ 5 w 655"/>
                <a:gd name="T49" fmla="*/ 22 h 1405"/>
                <a:gd name="T50" fmla="*/ 7 w 655"/>
                <a:gd name="T51" fmla="*/ 22 h 1405"/>
                <a:gd name="T52" fmla="*/ 8 w 655"/>
                <a:gd name="T53" fmla="*/ 22 h 1405"/>
                <a:gd name="T54" fmla="*/ 9 w 655"/>
                <a:gd name="T55" fmla="*/ 21 h 1405"/>
                <a:gd name="T56" fmla="*/ 9 w 655"/>
                <a:gd name="T57" fmla="*/ 20 h 1405"/>
                <a:gd name="T58" fmla="*/ 10 w 655"/>
                <a:gd name="T59" fmla="*/ 19 h 1405"/>
                <a:gd name="T60" fmla="*/ 10 w 655"/>
                <a:gd name="T61" fmla="*/ 18 h 1405"/>
                <a:gd name="T62" fmla="*/ 10 w 655"/>
                <a:gd name="T63" fmla="*/ 17 h 140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5"/>
                <a:gd name="T97" fmla="*/ 0 h 1405"/>
                <a:gd name="T98" fmla="*/ 655 w 655"/>
                <a:gd name="T99" fmla="*/ 1405 h 140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5" h="1405">
                  <a:moveTo>
                    <a:pt x="655" y="1079"/>
                  </a:moveTo>
                  <a:lnTo>
                    <a:pt x="652" y="1005"/>
                  </a:lnTo>
                  <a:lnTo>
                    <a:pt x="624" y="937"/>
                  </a:lnTo>
                  <a:lnTo>
                    <a:pt x="579" y="876"/>
                  </a:lnTo>
                  <a:lnTo>
                    <a:pt x="527" y="822"/>
                  </a:lnTo>
                  <a:lnTo>
                    <a:pt x="468" y="785"/>
                  </a:lnTo>
                  <a:lnTo>
                    <a:pt x="400" y="757"/>
                  </a:lnTo>
                  <a:lnTo>
                    <a:pt x="372" y="757"/>
                  </a:lnTo>
                  <a:lnTo>
                    <a:pt x="372" y="0"/>
                  </a:lnTo>
                  <a:lnTo>
                    <a:pt x="276" y="0"/>
                  </a:lnTo>
                  <a:lnTo>
                    <a:pt x="276" y="757"/>
                  </a:lnTo>
                  <a:lnTo>
                    <a:pt x="248" y="761"/>
                  </a:lnTo>
                  <a:lnTo>
                    <a:pt x="179" y="785"/>
                  </a:lnTo>
                  <a:lnTo>
                    <a:pt x="121" y="830"/>
                  </a:lnTo>
                  <a:lnTo>
                    <a:pt x="69" y="880"/>
                  </a:lnTo>
                  <a:lnTo>
                    <a:pt x="28" y="948"/>
                  </a:lnTo>
                  <a:lnTo>
                    <a:pt x="8" y="1013"/>
                  </a:lnTo>
                  <a:lnTo>
                    <a:pt x="0" y="1087"/>
                  </a:lnTo>
                  <a:lnTo>
                    <a:pt x="16" y="1164"/>
                  </a:lnTo>
                  <a:lnTo>
                    <a:pt x="41" y="1230"/>
                  </a:lnTo>
                  <a:lnTo>
                    <a:pt x="81" y="1295"/>
                  </a:lnTo>
                  <a:lnTo>
                    <a:pt x="133" y="1344"/>
                  </a:lnTo>
                  <a:lnTo>
                    <a:pt x="196" y="1380"/>
                  </a:lnTo>
                  <a:lnTo>
                    <a:pt x="273" y="1402"/>
                  </a:lnTo>
                  <a:lnTo>
                    <a:pt x="345" y="1405"/>
                  </a:lnTo>
                  <a:lnTo>
                    <a:pt x="420" y="1395"/>
                  </a:lnTo>
                  <a:lnTo>
                    <a:pt x="489" y="1372"/>
                  </a:lnTo>
                  <a:lnTo>
                    <a:pt x="547" y="1327"/>
                  </a:lnTo>
                  <a:lnTo>
                    <a:pt x="599" y="1270"/>
                  </a:lnTo>
                  <a:lnTo>
                    <a:pt x="639" y="1204"/>
                  </a:lnTo>
                  <a:lnTo>
                    <a:pt x="652" y="1132"/>
                  </a:lnTo>
                  <a:lnTo>
                    <a:pt x="655" y="1079"/>
                  </a:lnTo>
                  <a:close/>
                </a:path>
              </a:pathLst>
            </a:custGeom>
            <a:solidFill>
              <a:srgbClr val="000000"/>
            </a:solidFill>
            <a:ln w="9525">
              <a:noFill/>
              <a:round/>
              <a:headEnd/>
              <a:tailEnd/>
            </a:ln>
          </p:spPr>
          <p:txBody>
            <a:bodyPr/>
            <a:lstStyle/>
            <a:p>
              <a:endParaRPr lang="pt-BR" sz="2400">
                <a:latin typeface="Lato" pitchFamily="34" charset="0"/>
              </a:endParaRPr>
            </a:p>
          </p:txBody>
        </p:sp>
        <p:sp>
          <p:nvSpPr>
            <p:cNvPr id="545" name="Freeform 397"/>
            <p:cNvSpPr>
              <a:spLocks/>
            </p:cNvSpPr>
            <p:nvPr/>
          </p:nvSpPr>
          <p:spPr bwMode="auto">
            <a:xfrm>
              <a:off x="874" y="1706"/>
              <a:ext cx="81" cy="175"/>
            </a:xfrm>
            <a:custGeom>
              <a:avLst/>
              <a:gdLst>
                <a:gd name="T0" fmla="*/ 10 w 653"/>
                <a:gd name="T1" fmla="*/ 17 h 1402"/>
                <a:gd name="T2" fmla="*/ 10 w 653"/>
                <a:gd name="T3" fmla="*/ 16 h 1402"/>
                <a:gd name="T4" fmla="*/ 10 w 653"/>
                <a:gd name="T5" fmla="*/ 14 h 1402"/>
                <a:gd name="T6" fmla="*/ 9 w 653"/>
                <a:gd name="T7" fmla="*/ 14 h 1402"/>
                <a:gd name="T8" fmla="*/ 8 w 653"/>
                <a:gd name="T9" fmla="*/ 13 h 1402"/>
                <a:gd name="T10" fmla="*/ 7 w 653"/>
                <a:gd name="T11" fmla="*/ 12 h 1402"/>
                <a:gd name="T12" fmla="*/ 6 w 653"/>
                <a:gd name="T13" fmla="*/ 12 h 1402"/>
                <a:gd name="T14" fmla="*/ 6 w 653"/>
                <a:gd name="T15" fmla="*/ 12 h 1402"/>
                <a:gd name="T16" fmla="*/ 6 w 653"/>
                <a:gd name="T17" fmla="*/ 0 h 1402"/>
                <a:gd name="T18" fmla="*/ 4 w 653"/>
                <a:gd name="T19" fmla="*/ 0 h 1402"/>
                <a:gd name="T20" fmla="*/ 4 w 653"/>
                <a:gd name="T21" fmla="*/ 12 h 1402"/>
                <a:gd name="T22" fmla="*/ 4 w 653"/>
                <a:gd name="T23" fmla="*/ 12 h 1402"/>
                <a:gd name="T24" fmla="*/ 3 w 653"/>
                <a:gd name="T25" fmla="*/ 12 h 1402"/>
                <a:gd name="T26" fmla="*/ 2 w 653"/>
                <a:gd name="T27" fmla="*/ 13 h 1402"/>
                <a:gd name="T28" fmla="*/ 1 w 653"/>
                <a:gd name="T29" fmla="*/ 14 h 1402"/>
                <a:gd name="T30" fmla="*/ 0 w 653"/>
                <a:gd name="T31" fmla="*/ 15 h 1402"/>
                <a:gd name="T32" fmla="*/ 0 w 653"/>
                <a:gd name="T33" fmla="*/ 16 h 1402"/>
                <a:gd name="T34" fmla="*/ 0 w 653"/>
                <a:gd name="T35" fmla="*/ 17 h 1402"/>
                <a:gd name="T36" fmla="*/ 0 w 653"/>
                <a:gd name="T37" fmla="*/ 18 h 1402"/>
                <a:gd name="T38" fmla="*/ 1 w 653"/>
                <a:gd name="T39" fmla="*/ 19 h 1402"/>
                <a:gd name="T40" fmla="*/ 1 w 653"/>
                <a:gd name="T41" fmla="*/ 20 h 1402"/>
                <a:gd name="T42" fmla="*/ 2 w 653"/>
                <a:gd name="T43" fmla="*/ 21 h 1402"/>
                <a:gd name="T44" fmla="*/ 3 w 653"/>
                <a:gd name="T45" fmla="*/ 21 h 1402"/>
                <a:gd name="T46" fmla="*/ 4 w 653"/>
                <a:gd name="T47" fmla="*/ 22 h 1402"/>
                <a:gd name="T48" fmla="*/ 5 w 653"/>
                <a:gd name="T49" fmla="*/ 22 h 1402"/>
                <a:gd name="T50" fmla="*/ 6 w 653"/>
                <a:gd name="T51" fmla="*/ 22 h 1402"/>
                <a:gd name="T52" fmla="*/ 7 w 653"/>
                <a:gd name="T53" fmla="*/ 21 h 1402"/>
                <a:gd name="T54" fmla="*/ 8 w 653"/>
                <a:gd name="T55" fmla="*/ 21 h 1402"/>
                <a:gd name="T56" fmla="*/ 9 w 653"/>
                <a:gd name="T57" fmla="*/ 20 h 1402"/>
                <a:gd name="T58" fmla="*/ 10 w 653"/>
                <a:gd name="T59" fmla="*/ 19 h 1402"/>
                <a:gd name="T60" fmla="*/ 10 w 653"/>
                <a:gd name="T61" fmla="*/ 18 h 1402"/>
                <a:gd name="T62" fmla="*/ 10 w 653"/>
                <a:gd name="T63" fmla="*/ 17 h 14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3"/>
                <a:gd name="T97" fmla="*/ 0 h 1402"/>
                <a:gd name="T98" fmla="*/ 653 w 653"/>
                <a:gd name="T99" fmla="*/ 1402 h 14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3" h="1402">
                  <a:moveTo>
                    <a:pt x="653" y="1076"/>
                  </a:moveTo>
                  <a:lnTo>
                    <a:pt x="645" y="1001"/>
                  </a:lnTo>
                  <a:lnTo>
                    <a:pt x="621" y="932"/>
                  </a:lnTo>
                  <a:lnTo>
                    <a:pt x="576" y="872"/>
                  </a:lnTo>
                  <a:lnTo>
                    <a:pt x="527" y="822"/>
                  </a:lnTo>
                  <a:lnTo>
                    <a:pt x="466" y="781"/>
                  </a:lnTo>
                  <a:lnTo>
                    <a:pt x="393" y="753"/>
                  </a:lnTo>
                  <a:lnTo>
                    <a:pt x="371" y="753"/>
                  </a:lnTo>
                  <a:lnTo>
                    <a:pt x="371" y="0"/>
                  </a:lnTo>
                  <a:lnTo>
                    <a:pt x="275" y="0"/>
                  </a:lnTo>
                  <a:lnTo>
                    <a:pt x="275" y="753"/>
                  </a:lnTo>
                  <a:lnTo>
                    <a:pt x="245" y="757"/>
                  </a:lnTo>
                  <a:lnTo>
                    <a:pt x="179" y="781"/>
                  </a:lnTo>
                  <a:lnTo>
                    <a:pt x="119" y="825"/>
                  </a:lnTo>
                  <a:lnTo>
                    <a:pt x="62" y="876"/>
                  </a:lnTo>
                  <a:lnTo>
                    <a:pt x="28" y="944"/>
                  </a:lnTo>
                  <a:lnTo>
                    <a:pt x="4" y="1013"/>
                  </a:lnTo>
                  <a:lnTo>
                    <a:pt x="0" y="1084"/>
                  </a:lnTo>
                  <a:lnTo>
                    <a:pt x="13" y="1160"/>
                  </a:lnTo>
                  <a:lnTo>
                    <a:pt x="41" y="1226"/>
                  </a:lnTo>
                  <a:lnTo>
                    <a:pt x="79" y="1291"/>
                  </a:lnTo>
                  <a:lnTo>
                    <a:pt x="131" y="1339"/>
                  </a:lnTo>
                  <a:lnTo>
                    <a:pt x="196" y="1375"/>
                  </a:lnTo>
                  <a:lnTo>
                    <a:pt x="270" y="1397"/>
                  </a:lnTo>
                  <a:lnTo>
                    <a:pt x="342" y="1402"/>
                  </a:lnTo>
                  <a:lnTo>
                    <a:pt x="418" y="1394"/>
                  </a:lnTo>
                  <a:lnTo>
                    <a:pt x="486" y="1367"/>
                  </a:lnTo>
                  <a:lnTo>
                    <a:pt x="543" y="1323"/>
                  </a:lnTo>
                  <a:lnTo>
                    <a:pt x="593" y="1267"/>
                  </a:lnTo>
                  <a:lnTo>
                    <a:pt x="629" y="1204"/>
                  </a:lnTo>
                  <a:lnTo>
                    <a:pt x="645" y="1128"/>
                  </a:lnTo>
                  <a:lnTo>
                    <a:pt x="653" y="1076"/>
                  </a:lnTo>
                  <a:close/>
                </a:path>
              </a:pathLst>
            </a:custGeom>
            <a:solidFill>
              <a:srgbClr val="000000"/>
            </a:solidFill>
            <a:ln w="9525">
              <a:noFill/>
              <a:round/>
              <a:headEnd/>
              <a:tailEnd/>
            </a:ln>
          </p:spPr>
          <p:txBody>
            <a:bodyPr/>
            <a:lstStyle/>
            <a:p>
              <a:endParaRPr lang="pt-BR" sz="2400">
                <a:latin typeface="Lato" pitchFamily="34" charset="0"/>
              </a:endParaRPr>
            </a:p>
          </p:txBody>
        </p:sp>
        <p:sp>
          <p:nvSpPr>
            <p:cNvPr id="546" name="Freeform 398"/>
            <p:cNvSpPr>
              <a:spLocks/>
            </p:cNvSpPr>
            <p:nvPr/>
          </p:nvSpPr>
          <p:spPr bwMode="auto">
            <a:xfrm>
              <a:off x="997" y="1706"/>
              <a:ext cx="82" cy="175"/>
            </a:xfrm>
            <a:custGeom>
              <a:avLst/>
              <a:gdLst>
                <a:gd name="T0" fmla="*/ 10 w 650"/>
                <a:gd name="T1" fmla="*/ 17 h 1402"/>
                <a:gd name="T2" fmla="*/ 10 w 650"/>
                <a:gd name="T3" fmla="*/ 16 h 1402"/>
                <a:gd name="T4" fmla="*/ 10 w 650"/>
                <a:gd name="T5" fmla="*/ 14 h 1402"/>
                <a:gd name="T6" fmla="*/ 9 w 650"/>
                <a:gd name="T7" fmla="*/ 14 h 1402"/>
                <a:gd name="T8" fmla="*/ 8 w 650"/>
                <a:gd name="T9" fmla="*/ 13 h 1402"/>
                <a:gd name="T10" fmla="*/ 7 w 650"/>
                <a:gd name="T11" fmla="*/ 12 h 1402"/>
                <a:gd name="T12" fmla="*/ 6 w 650"/>
                <a:gd name="T13" fmla="*/ 12 h 1402"/>
                <a:gd name="T14" fmla="*/ 6 w 650"/>
                <a:gd name="T15" fmla="*/ 12 h 1402"/>
                <a:gd name="T16" fmla="*/ 6 w 650"/>
                <a:gd name="T17" fmla="*/ 0 h 1402"/>
                <a:gd name="T18" fmla="*/ 4 w 650"/>
                <a:gd name="T19" fmla="*/ 0 h 1402"/>
                <a:gd name="T20" fmla="*/ 4 w 650"/>
                <a:gd name="T21" fmla="*/ 12 h 1402"/>
                <a:gd name="T22" fmla="*/ 4 w 650"/>
                <a:gd name="T23" fmla="*/ 12 h 1402"/>
                <a:gd name="T24" fmla="*/ 3 w 650"/>
                <a:gd name="T25" fmla="*/ 12 h 1402"/>
                <a:gd name="T26" fmla="*/ 2 w 650"/>
                <a:gd name="T27" fmla="*/ 13 h 1402"/>
                <a:gd name="T28" fmla="*/ 1 w 650"/>
                <a:gd name="T29" fmla="*/ 14 h 1402"/>
                <a:gd name="T30" fmla="*/ 0 w 650"/>
                <a:gd name="T31" fmla="*/ 15 h 1402"/>
                <a:gd name="T32" fmla="*/ 0 w 650"/>
                <a:gd name="T33" fmla="*/ 16 h 1402"/>
                <a:gd name="T34" fmla="*/ 0 w 650"/>
                <a:gd name="T35" fmla="*/ 17 h 1402"/>
                <a:gd name="T36" fmla="*/ 0 w 650"/>
                <a:gd name="T37" fmla="*/ 18 h 1402"/>
                <a:gd name="T38" fmla="*/ 1 w 650"/>
                <a:gd name="T39" fmla="*/ 19 h 1402"/>
                <a:gd name="T40" fmla="*/ 1 w 650"/>
                <a:gd name="T41" fmla="*/ 20 h 1402"/>
                <a:gd name="T42" fmla="*/ 2 w 650"/>
                <a:gd name="T43" fmla="*/ 21 h 1402"/>
                <a:gd name="T44" fmla="*/ 3 w 650"/>
                <a:gd name="T45" fmla="*/ 21 h 1402"/>
                <a:gd name="T46" fmla="*/ 4 w 650"/>
                <a:gd name="T47" fmla="*/ 22 h 1402"/>
                <a:gd name="T48" fmla="*/ 5 w 650"/>
                <a:gd name="T49" fmla="*/ 22 h 1402"/>
                <a:gd name="T50" fmla="*/ 7 w 650"/>
                <a:gd name="T51" fmla="*/ 22 h 1402"/>
                <a:gd name="T52" fmla="*/ 8 w 650"/>
                <a:gd name="T53" fmla="*/ 21 h 1402"/>
                <a:gd name="T54" fmla="*/ 9 w 650"/>
                <a:gd name="T55" fmla="*/ 21 h 1402"/>
                <a:gd name="T56" fmla="*/ 9 w 650"/>
                <a:gd name="T57" fmla="*/ 20 h 1402"/>
                <a:gd name="T58" fmla="*/ 10 w 650"/>
                <a:gd name="T59" fmla="*/ 19 h 1402"/>
                <a:gd name="T60" fmla="*/ 10 w 650"/>
                <a:gd name="T61" fmla="*/ 18 h 1402"/>
                <a:gd name="T62" fmla="*/ 10 w 650"/>
                <a:gd name="T63" fmla="*/ 17 h 14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0"/>
                <a:gd name="T97" fmla="*/ 0 h 1402"/>
                <a:gd name="T98" fmla="*/ 650 w 650"/>
                <a:gd name="T99" fmla="*/ 1402 h 14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0" h="1402">
                  <a:moveTo>
                    <a:pt x="650" y="1076"/>
                  </a:moveTo>
                  <a:lnTo>
                    <a:pt x="646" y="1001"/>
                  </a:lnTo>
                  <a:lnTo>
                    <a:pt x="621" y="932"/>
                  </a:lnTo>
                  <a:lnTo>
                    <a:pt x="575" y="872"/>
                  </a:lnTo>
                  <a:lnTo>
                    <a:pt x="527" y="822"/>
                  </a:lnTo>
                  <a:lnTo>
                    <a:pt x="458" y="781"/>
                  </a:lnTo>
                  <a:lnTo>
                    <a:pt x="396" y="753"/>
                  </a:lnTo>
                  <a:lnTo>
                    <a:pt x="367" y="753"/>
                  </a:lnTo>
                  <a:lnTo>
                    <a:pt x="367" y="0"/>
                  </a:lnTo>
                  <a:lnTo>
                    <a:pt x="270" y="0"/>
                  </a:lnTo>
                  <a:lnTo>
                    <a:pt x="270" y="753"/>
                  </a:lnTo>
                  <a:lnTo>
                    <a:pt x="249" y="757"/>
                  </a:lnTo>
                  <a:lnTo>
                    <a:pt x="176" y="781"/>
                  </a:lnTo>
                  <a:lnTo>
                    <a:pt x="112" y="825"/>
                  </a:lnTo>
                  <a:lnTo>
                    <a:pt x="61" y="876"/>
                  </a:lnTo>
                  <a:lnTo>
                    <a:pt x="25" y="944"/>
                  </a:lnTo>
                  <a:lnTo>
                    <a:pt x="5" y="1013"/>
                  </a:lnTo>
                  <a:lnTo>
                    <a:pt x="0" y="1084"/>
                  </a:lnTo>
                  <a:lnTo>
                    <a:pt x="9" y="1160"/>
                  </a:lnTo>
                  <a:lnTo>
                    <a:pt x="33" y="1226"/>
                  </a:lnTo>
                  <a:lnTo>
                    <a:pt x="77" y="1291"/>
                  </a:lnTo>
                  <a:lnTo>
                    <a:pt x="128" y="1339"/>
                  </a:lnTo>
                  <a:lnTo>
                    <a:pt x="196" y="1375"/>
                  </a:lnTo>
                  <a:lnTo>
                    <a:pt x="267" y="1397"/>
                  </a:lnTo>
                  <a:lnTo>
                    <a:pt x="344" y="1402"/>
                  </a:lnTo>
                  <a:lnTo>
                    <a:pt x="416" y="1394"/>
                  </a:lnTo>
                  <a:lnTo>
                    <a:pt x="483" y="1367"/>
                  </a:lnTo>
                  <a:lnTo>
                    <a:pt x="543" y="1323"/>
                  </a:lnTo>
                  <a:lnTo>
                    <a:pt x="596" y="1267"/>
                  </a:lnTo>
                  <a:lnTo>
                    <a:pt x="629" y="1204"/>
                  </a:lnTo>
                  <a:lnTo>
                    <a:pt x="646" y="1128"/>
                  </a:lnTo>
                  <a:lnTo>
                    <a:pt x="650" y="1076"/>
                  </a:lnTo>
                  <a:close/>
                </a:path>
              </a:pathLst>
            </a:custGeom>
            <a:solidFill>
              <a:srgbClr val="000000"/>
            </a:solidFill>
            <a:ln w="9525">
              <a:noFill/>
              <a:round/>
              <a:headEnd/>
              <a:tailEnd/>
            </a:ln>
          </p:spPr>
          <p:txBody>
            <a:bodyPr/>
            <a:lstStyle/>
            <a:p>
              <a:endParaRPr lang="pt-BR" sz="2400">
                <a:latin typeface="Lato" pitchFamily="34" charset="0"/>
              </a:endParaRPr>
            </a:p>
          </p:txBody>
        </p:sp>
        <p:sp>
          <p:nvSpPr>
            <p:cNvPr id="547" name="Freeform 399"/>
            <p:cNvSpPr>
              <a:spLocks/>
            </p:cNvSpPr>
            <p:nvPr/>
          </p:nvSpPr>
          <p:spPr bwMode="auto">
            <a:xfrm>
              <a:off x="1120" y="1706"/>
              <a:ext cx="82" cy="175"/>
            </a:xfrm>
            <a:custGeom>
              <a:avLst/>
              <a:gdLst>
                <a:gd name="T0" fmla="*/ 10 w 660"/>
                <a:gd name="T1" fmla="*/ 17 h 1402"/>
                <a:gd name="T2" fmla="*/ 10 w 660"/>
                <a:gd name="T3" fmla="*/ 16 h 1402"/>
                <a:gd name="T4" fmla="*/ 10 w 660"/>
                <a:gd name="T5" fmla="*/ 14 h 1402"/>
                <a:gd name="T6" fmla="*/ 9 w 660"/>
                <a:gd name="T7" fmla="*/ 14 h 1402"/>
                <a:gd name="T8" fmla="*/ 8 w 660"/>
                <a:gd name="T9" fmla="*/ 13 h 1402"/>
                <a:gd name="T10" fmla="*/ 7 w 660"/>
                <a:gd name="T11" fmla="*/ 12 h 1402"/>
                <a:gd name="T12" fmla="*/ 6 w 660"/>
                <a:gd name="T13" fmla="*/ 12 h 1402"/>
                <a:gd name="T14" fmla="*/ 6 w 660"/>
                <a:gd name="T15" fmla="*/ 12 h 1402"/>
                <a:gd name="T16" fmla="*/ 6 w 660"/>
                <a:gd name="T17" fmla="*/ 0 h 1402"/>
                <a:gd name="T18" fmla="*/ 4 w 660"/>
                <a:gd name="T19" fmla="*/ 0 h 1402"/>
                <a:gd name="T20" fmla="*/ 4 w 660"/>
                <a:gd name="T21" fmla="*/ 12 h 1402"/>
                <a:gd name="T22" fmla="*/ 4 w 660"/>
                <a:gd name="T23" fmla="*/ 12 h 1402"/>
                <a:gd name="T24" fmla="*/ 3 w 660"/>
                <a:gd name="T25" fmla="*/ 12 h 1402"/>
                <a:gd name="T26" fmla="*/ 2 w 660"/>
                <a:gd name="T27" fmla="*/ 13 h 1402"/>
                <a:gd name="T28" fmla="*/ 1 w 660"/>
                <a:gd name="T29" fmla="*/ 14 h 1402"/>
                <a:gd name="T30" fmla="*/ 0 w 660"/>
                <a:gd name="T31" fmla="*/ 15 h 1402"/>
                <a:gd name="T32" fmla="*/ 0 w 660"/>
                <a:gd name="T33" fmla="*/ 16 h 1402"/>
                <a:gd name="T34" fmla="*/ 0 w 660"/>
                <a:gd name="T35" fmla="*/ 17 h 1402"/>
                <a:gd name="T36" fmla="*/ 0 w 660"/>
                <a:gd name="T37" fmla="*/ 18 h 1402"/>
                <a:gd name="T38" fmla="*/ 1 w 660"/>
                <a:gd name="T39" fmla="*/ 19 h 1402"/>
                <a:gd name="T40" fmla="*/ 1 w 660"/>
                <a:gd name="T41" fmla="*/ 20 h 1402"/>
                <a:gd name="T42" fmla="*/ 2 w 660"/>
                <a:gd name="T43" fmla="*/ 21 h 1402"/>
                <a:gd name="T44" fmla="*/ 3 w 660"/>
                <a:gd name="T45" fmla="*/ 21 h 1402"/>
                <a:gd name="T46" fmla="*/ 4 w 660"/>
                <a:gd name="T47" fmla="*/ 22 h 1402"/>
                <a:gd name="T48" fmla="*/ 5 w 660"/>
                <a:gd name="T49" fmla="*/ 22 h 1402"/>
                <a:gd name="T50" fmla="*/ 6 w 660"/>
                <a:gd name="T51" fmla="*/ 22 h 1402"/>
                <a:gd name="T52" fmla="*/ 8 w 660"/>
                <a:gd name="T53" fmla="*/ 21 h 1402"/>
                <a:gd name="T54" fmla="*/ 8 w 660"/>
                <a:gd name="T55" fmla="*/ 21 h 1402"/>
                <a:gd name="T56" fmla="*/ 9 w 660"/>
                <a:gd name="T57" fmla="*/ 20 h 1402"/>
                <a:gd name="T58" fmla="*/ 10 w 660"/>
                <a:gd name="T59" fmla="*/ 19 h 1402"/>
                <a:gd name="T60" fmla="*/ 10 w 660"/>
                <a:gd name="T61" fmla="*/ 18 h 1402"/>
                <a:gd name="T62" fmla="*/ 10 w 660"/>
                <a:gd name="T63" fmla="*/ 17 h 14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60"/>
                <a:gd name="T97" fmla="*/ 0 h 1402"/>
                <a:gd name="T98" fmla="*/ 660 w 660"/>
                <a:gd name="T99" fmla="*/ 1402 h 14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60" h="1402">
                  <a:moveTo>
                    <a:pt x="660" y="1076"/>
                  </a:moveTo>
                  <a:lnTo>
                    <a:pt x="647" y="1001"/>
                  </a:lnTo>
                  <a:lnTo>
                    <a:pt x="624" y="932"/>
                  </a:lnTo>
                  <a:lnTo>
                    <a:pt x="583" y="872"/>
                  </a:lnTo>
                  <a:lnTo>
                    <a:pt x="530" y="822"/>
                  </a:lnTo>
                  <a:lnTo>
                    <a:pt x="468" y="781"/>
                  </a:lnTo>
                  <a:lnTo>
                    <a:pt x="395" y="753"/>
                  </a:lnTo>
                  <a:lnTo>
                    <a:pt x="372" y="753"/>
                  </a:lnTo>
                  <a:lnTo>
                    <a:pt x="372" y="0"/>
                  </a:lnTo>
                  <a:lnTo>
                    <a:pt x="277" y="0"/>
                  </a:lnTo>
                  <a:lnTo>
                    <a:pt x="277" y="753"/>
                  </a:lnTo>
                  <a:lnTo>
                    <a:pt x="249" y="757"/>
                  </a:lnTo>
                  <a:lnTo>
                    <a:pt x="184" y="781"/>
                  </a:lnTo>
                  <a:lnTo>
                    <a:pt x="117" y="825"/>
                  </a:lnTo>
                  <a:lnTo>
                    <a:pt x="66" y="876"/>
                  </a:lnTo>
                  <a:lnTo>
                    <a:pt x="25" y="944"/>
                  </a:lnTo>
                  <a:lnTo>
                    <a:pt x="8" y="1013"/>
                  </a:lnTo>
                  <a:lnTo>
                    <a:pt x="0" y="1084"/>
                  </a:lnTo>
                  <a:lnTo>
                    <a:pt x="13" y="1160"/>
                  </a:lnTo>
                  <a:lnTo>
                    <a:pt x="41" y="1226"/>
                  </a:lnTo>
                  <a:lnTo>
                    <a:pt x="85" y="1291"/>
                  </a:lnTo>
                  <a:lnTo>
                    <a:pt x="138" y="1339"/>
                  </a:lnTo>
                  <a:lnTo>
                    <a:pt x="196" y="1375"/>
                  </a:lnTo>
                  <a:lnTo>
                    <a:pt x="273" y="1397"/>
                  </a:lnTo>
                  <a:lnTo>
                    <a:pt x="343" y="1402"/>
                  </a:lnTo>
                  <a:lnTo>
                    <a:pt x="420" y="1394"/>
                  </a:lnTo>
                  <a:lnTo>
                    <a:pt x="489" y="1367"/>
                  </a:lnTo>
                  <a:lnTo>
                    <a:pt x="543" y="1323"/>
                  </a:lnTo>
                  <a:lnTo>
                    <a:pt x="596" y="1267"/>
                  </a:lnTo>
                  <a:lnTo>
                    <a:pt x="636" y="1204"/>
                  </a:lnTo>
                  <a:lnTo>
                    <a:pt x="647" y="1128"/>
                  </a:lnTo>
                  <a:lnTo>
                    <a:pt x="660" y="1076"/>
                  </a:lnTo>
                  <a:close/>
                </a:path>
              </a:pathLst>
            </a:custGeom>
            <a:solidFill>
              <a:srgbClr val="000000"/>
            </a:solidFill>
            <a:ln w="9525">
              <a:noFill/>
              <a:round/>
              <a:headEnd/>
              <a:tailEnd/>
            </a:ln>
          </p:spPr>
          <p:txBody>
            <a:bodyPr/>
            <a:lstStyle/>
            <a:p>
              <a:endParaRPr lang="pt-BR" sz="2400">
                <a:latin typeface="Lato" pitchFamily="34" charset="0"/>
              </a:endParaRPr>
            </a:p>
          </p:txBody>
        </p:sp>
        <p:sp>
          <p:nvSpPr>
            <p:cNvPr id="548" name="Freeform 400"/>
            <p:cNvSpPr>
              <a:spLocks/>
            </p:cNvSpPr>
            <p:nvPr/>
          </p:nvSpPr>
          <p:spPr bwMode="auto">
            <a:xfrm>
              <a:off x="1244" y="1706"/>
              <a:ext cx="81" cy="175"/>
            </a:xfrm>
            <a:custGeom>
              <a:avLst/>
              <a:gdLst>
                <a:gd name="T0" fmla="*/ 10 w 653"/>
                <a:gd name="T1" fmla="*/ 17 h 1402"/>
                <a:gd name="T2" fmla="*/ 10 w 653"/>
                <a:gd name="T3" fmla="*/ 16 h 1402"/>
                <a:gd name="T4" fmla="*/ 10 w 653"/>
                <a:gd name="T5" fmla="*/ 14 h 1402"/>
                <a:gd name="T6" fmla="*/ 9 w 653"/>
                <a:gd name="T7" fmla="*/ 14 h 1402"/>
                <a:gd name="T8" fmla="*/ 8 w 653"/>
                <a:gd name="T9" fmla="*/ 13 h 1402"/>
                <a:gd name="T10" fmla="*/ 7 w 653"/>
                <a:gd name="T11" fmla="*/ 12 h 1402"/>
                <a:gd name="T12" fmla="*/ 6 w 653"/>
                <a:gd name="T13" fmla="*/ 12 h 1402"/>
                <a:gd name="T14" fmla="*/ 6 w 653"/>
                <a:gd name="T15" fmla="*/ 12 h 1402"/>
                <a:gd name="T16" fmla="*/ 6 w 653"/>
                <a:gd name="T17" fmla="*/ 0 h 1402"/>
                <a:gd name="T18" fmla="*/ 4 w 653"/>
                <a:gd name="T19" fmla="*/ 0 h 1402"/>
                <a:gd name="T20" fmla="*/ 4 w 653"/>
                <a:gd name="T21" fmla="*/ 12 h 1402"/>
                <a:gd name="T22" fmla="*/ 4 w 653"/>
                <a:gd name="T23" fmla="*/ 12 h 1402"/>
                <a:gd name="T24" fmla="*/ 3 w 653"/>
                <a:gd name="T25" fmla="*/ 12 h 1402"/>
                <a:gd name="T26" fmla="*/ 2 w 653"/>
                <a:gd name="T27" fmla="*/ 13 h 1402"/>
                <a:gd name="T28" fmla="*/ 1 w 653"/>
                <a:gd name="T29" fmla="*/ 14 h 1402"/>
                <a:gd name="T30" fmla="*/ 0 w 653"/>
                <a:gd name="T31" fmla="*/ 15 h 1402"/>
                <a:gd name="T32" fmla="*/ 0 w 653"/>
                <a:gd name="T33" fmla="*/ 16 h 1402"/>
                <a:gd name="T34" fmla="*/ 0 w 653"/>
                <a:gd name="T35" fmla="*/ 17 h 1402"/>
                <a:gd name="T36" fmla="*/ 0 w 653"/>
                <a:gd name="T37" fmla="*/ 18 h 1402"/>
                <a:gd name="T38" fmla="*/ 1 w 653"/>
                <a:gd name="T39" fmla="*/ 19 h 1402"/>
                <a:gd name="T40" fmla="*/ 1 w 653"/>
                <a:gd name="T41" fmla="*/ 20 h 1402"/>
                <a:gd name="T42" fmla="*/ 2 w 653"/>
                <a:gd name="T43" fmla="*/ 21 h 1402"/>
                <a:gd name="T44" fmla="*/ 3 w 653"/>
                <a:gd name="T45" fmla="*/ 21 h 1402"/>
                <a:gd name="T46" fmla="*/ 4 w 653"/>
                <a:gd name="T47" fmla="*/ 22 h 1402"/>
                <a:gd name="T48" fmla="*/ 5 w 653"/>
                <a:gd name="T49" fmla="*/ 22 h 1402"/>
                <a:gd name="T50" fmla="*/ 6 w 653"/>
                <a:gd name="T51" fmla="*/ 22 h 1402"/>
                <a:gd name="T52" fmla="*/ 8 w 653"/>
                <a:gd name="T53" fmla="*/ 21 h 1402"/>
                <a:gd name="T54" fmla="*/ 8 w 653"/>
                <a:gd name="T55" fmla="*/ 21 h 1402"/>
                <a:gd name="T56" fmla="*/ 9 w 653"/>
                <a:gd name="T57" fmla="*/ 20 h 1402"/>
                <a:gd name="T58" fmla="*/ 10 w 653"/>
                <a:gd name="T59" fmla="*/ 19 h 1402"/>
                <a:gd name="T60" fmla="*/ 10 w 653"/>
                <a:gd name="T61" fmla="*/ 18 h 1402"/>
                <a:gd name="T62" fmla="*/ 10 w 653"/>
                <a:gd name="T63" fmla="*/ 17 h 14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3"/>
                <a:gd name="T97" fmla="*/ 0 h 1402"/>
                <a:gd name="T98" fmla="*/ 653 w 653"/>
                <a:gd name="T99" fmla="*/ 1402 h 14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3" h="1402">
                  <a:moveTo>
                    <a:pt x="653" y="1076"/>
                  </a:moveTo>
                  <a:lnTo>
                    <a:pt x="650" y="1001"/>
                  </a:lnTo>
                  <a:lnTo>
                    <a:pt x="621" y="932"/>
                  </a:lnTo>
                  <a:lnTo>
                    <a:pt x="581" y="872"/>
                  </a:lnTo>
                  <a:lnTo>
                    <a:pt x="527" y="822"/>
                  </a:lnTo>
                  <a:lnTo>
                    <a:pt x="466" y="781"/>
                  </a:lnTo>
                  <a:lnTo>
                    <a:pt x="398" y="753"/>
                  </a:lnTo>
                  <a:lnTo>
                    <a:pt x="372" y="753"/>
                  </a:lnTo>
                  <a:lnTo>
                    <a:pt x="372" y="0"/>
                  </a:lnTo>
                  <a:lnTo>
                    <a:pt x="275" y="0"/>
                  </a:lnTo>
                  <a:lnTo>
                    <a:pt x="275" y="753"/>
                  </a:lnTo>
                  <a:lnTo>
                    <a:pt x="250" y="757"/>
                  </a:lnTo>
                  <a:lnTo>
                    <a:pt x="179" y="781"/>
                  </a:lnTo>
                  <a:lnTo>
                    <a:pt x="120" y="825"/>
                  </a:lnTo>
                  <a:lnTo>
                    <a:pt x="67" y="876"/>
                  </a:lnTo>
                  <a:lnTo>
                    <a:pt x="29" y="944"/>
                  </a:lnTo>
                  <a:lnTo>
                    <a:pt x="8" y="1013"/>
                  </a:lnTo>
                  <a:lnTo>
                    <a:pt x="0" y="1084"/>
                  </a:lnTo>
                  <a:lnTo>
                    <a:pt x="16" y="1160"/>
                  </a:lnTo>
                  <a:lnTo>
                    <a:pt x="39" y="1226"/>
                  </a:lnTo>
                  <a:lnTo>
                    <a:pt x="79" y="1291"/>
                  </a:lnTo>
                  <a:lnTo>
                    <a:pt x="131" y="1339"/>
                  </a:lnTo>
                  <a:lnTo>
                    <a:pt x="200" y="1375"/>
                  </a:lnTo>
                  <a:lnTo>
                    <a:pt x="270" y="1397"/>
                  </a:lnTo>
                  <a:lnTo>
                    <a:pt x="347" y="1402"/>
                  </a:lnTo>
                  <a:lnTo>
                    <a:pt x="418" y="1394"/>
                  </a:lnTo>
                  <a:lnTo>
                    <a:pt x="490" y="1367"/>
                  </a:lnTo>
                  <a:lnTo>
                    <a:pt x="546" y="1323"/>
                  </a:lnTo>
                  <a:lnTo>
                    <a:pt x="597" y="1267"/>
                  </a:lnTo>
                  <a:lnTo>
                    <a:pt x="634" y="1204"/>
                  </a:lnTo>
                  <a:lnTo>
                    <a:pt x="650" y="1128"/>
                  </a:lnTo>
                  <a:lnTo>
                    <a:pt x="653" y="1076"/>
                  </a:lnTo>
                  <a:close/>
                </a:path>
              </a:pathLst>
            </a:custGeom>
            <a:solidFill>
              <a:srgbClr val="000000"/>
            </a:solidFill>
            <a:ln w="9525">
              <a:noFill/>
              <a:round/>
              <a:headEnd/>
              <a:tailEnd/>
            </a:ln>
          </p:spPr>
          <p:txBody>
            <a:bodyPr/>
            <a:lstStyle/>
            <a:p>
              <a:endParaRPr lang="pt-BR" sz="2400">
                <a:latin typeface="Lato" pitchFamily="34" charset="0"/>
              </a:endParaRPr>
            </a:p>
          </p:txBody>
        </p:sp>
        <p:sp>
          <p:nvSpPr>
            <p:cNvPr id="549" name="Freeform 401"/>
            <p:cNvSpPr>
              <a:spLocks/>
            </p:cNvSpPr>
            <p:nvPr/>
          </p:nvSpPr>
          <p:spPr bwMode="auto">
            <a:xfrm>
              <a:off x="1367" y="1706"/>
              <a:ext cx="81" cy="175"/>
            </a:xfrm>
            <a:custGeom>
              <a:avLst/>
              <a:gdLst>
                <a:gd name="T0" fmla="*/ 10 w 649"/>
                <a:gd name="T1" fmla="*/ 17 h 1402"/>
                <a:gd name="T2" fmla="*/ 10 w 649"/>
                <a:gd name="T3" fmla="*/ 16 h 1402"/>
                <a:gd name="T4" fmla="*/ 10 w 649"/>
                <a:gd name="T5" fmla="*/ 14 h 1402"/>
                <a:gd name="T6" fmla="*/ 9 w 649"/>
                <a:gd name="T7" fmla="*/ 14 h 1402"/>
                <a:gd name="T8" fmla="*/ 8 w 649"/>
                <a:gd name="T9" fmla="*/ 13 h 1402"/>
                <a:gd name="T10" fmla="*/ 7 w 649"/>
                <a:gd name="T11" fmla="*/ 12 h 1402"/>
                <a:gd name="T12" fmla="*/ 6 w 649"/>
                <a:gd name="T13" fmla="*/ 12 h 1402"/>
                <a:gd name="T14" fmla="*/ 6 w 649"/>
                <a:gd name="T15" fmla="*/ 12 h 1402"/>
                <a:gd name="T16" fmla="*/ 6 w 649"/>
                <a:gd name="T17" fmla="*/ 0 h 1402"/>
                <a:gd name="T18" fmla="*/ 4 w 649"/>
                <a:gd name="T19" fmla="*/ 0 h 1402"/>
                <a:gd name="T20" fmla="*/ 4 w 649"/>
                <a:gd name="T21" fmla="*/ 12 h 1402"/>
                <a:gd name="T22" fmla="*/ 4 w 649"/>
                <a:gd name="T23" fmla="*/ 12 h 1402"/>
                <a:gd name="T24" fmla="*/ 3 w 649"/>
                <a:gd name="T25" fmla="*/ 12 h 1402"/>
                <a:gd name="T26" fmla="*/ 2 w 649"/>
                <a:gd name="T27" fmla="*/ 13 h 1402"/>
                <a:gd name="T28" fmla="*/ 1 w 649"/>
                <a:gd name="T29" fmla="*/ 14 h 1402"/>
                <a:gd name="T30" fmla="*/ 0 w 649"/>
                <a:gd name="T31" fmla="*/ 15 h 1402"/>
                <a:gd name="T32" fmla="*/ 0 w 649"/>
                <a:gd name="T33" fmla="*/ 16 h 1402"/>
                <a:gd name="T34" fmla="*/ 0 w 649"/>
                <a:gd name="T35" fmla="*/ 17 h 1402"/>
                <a:gd name="T36" fmla="*/ 0 w 649"/>
                <a:gd name="T37" fmla="*/ 18 h 1402"/>
                <a:gd name="T38" fmla="*/ 0 w 649"/>
                <a:gd name="T39" fmla="*/ 19 h 1402"/>
                <a:gd name="T40" fmla="*/ 1 w 649"/>
                <a:gd name="T41" fmla="*/ 20 h 1402"/>
                <a:gd name="T42" fmla="*/ 2 w 649"/>
                <a:gd name="T43" fmla="*/ 21 h 1402"/>
                <a:gd name="T44" fmla="*/ 3 w 649"/>
                <a:gd name="T45" fmla="*/ 21 h 1402"/>
                <a:gd name="T46" fmla="*/ 4 w 649"/>
                <a:gd name="T47" fmla="*/ 22 h 1402"/>
                <a:gd name="T48" fmla="*/ 5 w 649"/>
                <a:gd name="T49" fmla="*/ 22 h 1402"/>
                <a:gd name="T50" fmla="*/ 6 w 649"/>
                <a:gd name="T51" fmla="*/ 22 h 1402"/>
                <a:gd name="T52" fmla="*/ 7 w 649"/>
                <a:gd name="T53" fmla="*/ 21 h 1402"/>
                <a:gd name="T54" fmla="*/ 8 w 649"/>
                <a:gd name="T55" fmla="*/ 21 h 1402"/>
                <a:gd name="T56" fmla="*/ 9 w 649"/>
                <a:gd name="T57" fmla="*/ 20 h 1402"/>
                <a:gd name="T58" fmla="*/ 10 w 649"/>
                <a:gd name="T59" fmla="*/ 19 h 1402"/>
                <a:gd name="T60" fmla="*/ 10 w 649"/>
                <a:gd name="T61" fmla="*/ 18 h 1402"/>
                <a:gd name="T62" fmla="*/ 10 w 649"/>
                <a:gd name="T63" fmla="*/ 17 h 14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49"/>
                <a:gd name="T97" fmla="*/ 0 h 1402"/>
                <a:gd name="T98" fmla="*/ 649 w 649"/>
                <a:gd name="T99" fmla="*/ 1402 h 14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49" h="1402">
                  <a:moveTo>
                    <a:pt x="649" y="1076"/>
                  </a:moveTo>
                  <a:lnTo>
                    <a:pt x="645" y="1001"/>
                  </a:lnTo>
                  <a:lnTo>
                    <a:pt x="621" y="932"/>
                  </a:lnTo>
                  <a:lnTo>
                    <a:pt x="578" y="872"/>
                  </a:lnTo>
                  <a:lnTo>
                    <a:pt x="526" y="822"/>
                  </a:lnTo>
                  <a:lnTo>
                    <a:pt x="458" y="781"/>
                  </a:lnTo>
                  <a:lnTo>
                    <a:pt x="395" y="753"/>
                  </a:lnTo>
                  <a:lnTo>
                    <a:pt x="362" y="753"/>
                  </a:lnTo>
                  <a:lnTo>
                    <a:pt x="362" y="0"/>
                  </a:lnTo>
                  <a:lnTo>
                    <a:pt x="275" y="0"/>
                  </a:lnTo>
                  <a:lnTo>
                    <a:pt x="275" y="753"/>
                  </a:lnTo>
                  <a:lnTo>
                    <a:pt x="248" y="757"/>
                  </a:lnTo>
                  <a:lnTo>
                    <a:pt x="179" y="781"/>
                  </a:lnTo>
                  <a:lnTo>
                    <a:pt x="110" y="825"/>
                  </a:lnTo>
                  <a:lnTo>
                    <a:pt x="61" y="876"/>
                  </a:lnTo>
                  <a:lnTo>
                    <a:pt x="28" y="944"/>
                  </a:lnTo>
                  <a:lnTo>
                    <a:pt x="4" y="1013"/>
                  </a:lnTo>
                  <a:lnTo>
                    <a:pt x="0" y="1084"/>
                  </a:lnTo>
                  <a:lnTo>
                    <a:pt x="8" y="1160"/>
                  </a:lnTo>
                  <a:lnTo>
                    <a:pt x="36" y="1226"/>
                  </a:lnTo>
                  <a:lnTo>
                    <a:pt x="81" y="1291"/>
                  </a:lnTo>
                  <a:lnTo>
                    <a:pt x="131" y="1339"/>
                  </a:lnTo>
                  <a:lnTo>
                    <a:pt x="191" y="1375"/>
                  </a:lnTo>
                  <a:lnTo>
                    <a:pt x="262" y="1397"/>
                  </a:lnTo>
                  <a:lnTo>
                    <a:pt x="339" y="1402"/>
                  </a:lnTo>
                  <a:lnTo>
                    <a:pt x="411" y="1394"/>
                  </a:lnTo>
                  <a:lnTo>
                    <a:pt x="482" y="1367"/>
                  </a:lnTo>
                  <a:lnTo>
                    <a:pt x="538" y="1323"/>
                  </a:lnTo>
                  <a:lnTo>
                    <a:pt x="594" y="1267"/>
                  </a:lnTo>
                  <a:lnTo>
                    <a:pt x="629" y="1204"/>
                  </a:lnTo>
                  <a:lnTo>
                    <a:pt x="645" y="1128"/>
                  </a:lnTo>
                  <a:lnTo>
                    <a:pt x="649" y="1076"/>
                  </a:lnTo>
                  <a:close/>
                </a:path>
              </a:pathLst>
            </a:custGeom>
            <a:solidFill>
              <a:srgbClr val="000000"/>
            </a:solidFill>
            <a:ln w="9525">
              <a:noFill/>
              <a:round/>
              <a:headEnd/>
              <a:tailEnd/>
            </a:ln>
          </p:spPr>
          <p:txBody>
            <a:bodyPr/>
            <a:lstStyle/>
            <a:p>
              <a:endParaRPr lang="pt-BR" sz="2400">
                <a:latin typeface="Lato" pitchFamily="34" charset="0"/>
              </a:endParaRPr>
            </a:p>
          </p:txBody>
        </p:sp>
        <p:sp>
          <p:nvSpPr>
            <p:cNvPr id="550" name="Freeform 402"/>
            <p:cNvSpPr>
              <a:spLocks/>
            </p:cNvSpPr>
            <p:nvPr/>
          </p:nvSpPr>
          <p:spPr bwMode="auto">
            <a:xfrm>
              <a:off x="1490" y="1706"/>
              <a:ext cx="82" cy="175"/>
            </a:xfrm>
            <a:custGeom>
              <a:avLst/>
              <a:gdLst>
                <a:gd name="T0" fmla="*/ 10 w 659"/>
                <a:gd name="T1" fmla="*/ 17 h 1402"/>
                <a:gd name="T2" fmla="*/ 10 w 659"/>
                <a:gd name="T3" fmla="*/ 16 h 1402"/>
                <a:gd name="T4" fmla="*/ 10 w 659"/>
                <a:gd name="T5" fmla="*/ 14 h 1402"/>
                <a:gd name="T6" fmla="*/ 9 w 659"/>
                <a:gd name="T7" fmla="*/ 14 h 1402"/>
                <a:gd name="T8" fmla="*/ 8 w 659"/>
                <a:gd name="T9" fmla="*/ 13 h 1402"/>
                <a:gd name="T10" fmla="*/ 7 w 659"/>
                <a:gd name="T11" fmla="*/ 12 h 1402"/>
                <a:gd name="T12" fmla="*/ 6 w 659"/>
                <a:gd name="T13" fmla="*/ 12 h 1402"/>
                <a:gd name="T14" fmla="*/ 6 w 659"/>
                <a:gd name="T15" fmla="*/ 12 h 1402"/>
                <a:gd name="T16" fmla="*/ 6 w 659"/>
                <a:gd name="T17" fmla="*/ 0 h 1402"/>
                <a:gd name="T18" fmla="*/ 4 w 659"/>
                <a:gd name="T19" fmla="*/ 0 h 1402"/>
                <a:gd name="T20" fmla="*/ 4 w 659"/>
                <a:gd name="T21" fmla="*/ 12 h 1402"/>
                <a:gd name="T22" fmla="*/ 4 w 659"/>
                <a:gd name="T23" fmla="*/ 12 h 1402"/>
                <a:gd name="T24" fmla="*/ 3 w 659"/>
                <a:gd name="T25" fmla="*/ 12 h 1402"/>
                <a:gd name="T26" fmla="*/ 2 w 659"/>
                <a:gd name="T27" fmla="*/ 13 h 1402"/>
                <a:gd name="T28" fmla="*/ 1 w 659"/>
                <a:gd name="T29" fmla="*/ 14 h 1402"/>
                <a:gd name="T30" fmla="*/ 0 w 659"/>
                <a:gd name="T31" fmla="*/ 15 h 1402"/>
                <a:gd name="T32" fmla="*/ 0 w 659"/>
                <a:gd name="T33" fmla="*/ 16 h 1402"/>
                <a:gd name="T34" fmla="*/ 0 w 659"/>
                <a:gd name="T35" fmla="*/ 17 h 1402"/>
                <a:gd name="T36" fmla="*/ 0 w 659"/>
                <a:gd name="T37" fmla="*/ 18 h 1402"/>
                <a:gd name="T38" fmla="*/ 1 w 659"/>
                <a:gd name="T39" fmla="*/ 19 h 1402"/>
                <a:gd name="T40" fmla="*/ 1 w 659"/>
                <a:gd name="T41" fmla="*/ 20 h 1402"/>
                <a:gd name="T42" fmla="*/ 2 w 659"/>
                <a:gd name="T43" fmla="*/ 21 h 1402"/>
                <a:gd name="T44" fmla="*/ 3 w 659"/>
                <a:gd name="T45" fmla="*/ 21 h 1402"/>
                <a:gd name="T46" fmla="*/ 4 w 659"/>
                <a:gd name="T47" fmla="*/ 22 h 1402"/>
                <a:gd name="T48" fmla="*/ 5 w 659"/>
                <a:gd name="T49" fmla="*/ 22 h 1402"/>
                <a:gd name="T50" fmla="*/ 6 w 659"/>
                <a:gd name="T51" fmla="*/ 22 h 1402"/>
                <a:gd name="T52" fmla="*/ 8 w 659"/>
                <a:gd name="T53" fmla="*/ 21 h 1402"/>
                <a:gd name="T54" fmla="*/ 8 w 659"/>
                <a:gd name="T55" fmla="*/ 21 h 1402"/>
                <a:gd name="T56" fmla="*/ 9 w 659"/>
                <a:gd name="T57" fmla="*/ 20 h 1402"/>
                <a:gd name="T58" fmla="*/ 10 w 659"/>
                <a:gd name="T59" fmla="*/ 19 h 1402"/>
                <a:gd name="T60" fmla="*/ 10 w 659"/>
                <a:gd name="T61" fmla="*/ 18 h 1402"/>
                <a:gd name="T62" fmla="*/ 10 w 659"/>
                <a:gd name="T63" fmla="*/ 17 h 14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9"/>
                <a:gd name="T97" fmla="*/ 0 h 1402"/>
                <a:gd name="T98" fmla="*/ 659 w 659"/>
                <a:gd name="T99" fmla="*/ 1402 h 14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9" h="1402">
                  <a:moveTo>
                    <a:pt x="659" y="1076"/>
                  </a:moveTo>
                  <a:lnTo>
                    <a:pt x="651" y="1001"/>
                  </a:lnTo>
                  <a:lnTo>
                    <a:pt x="623" y="932"/>
                  </a:lnTo>
                  <a:lnTo>
                    <a:pt x="582" y="872"/>
                  </a:lnTo>
                  <a:lnTo>
                    <a:pt x="534" y="822"/>
                  </a:lnTo>
                  <a:lnTo>
                    <a:pt x="468" y="781"/>
                  </a:lnTo>
                  <a:lnTo>
                    <a:pt x="399" y="753"/>
                  </a:lnTo>
                  <a:lnTo>
                    <a:pt x="371" y="753"/>
                  </a:lnTo>
                  <a:lnTo>
                    <a:pt x="371" y="0"/>
                  </a:lnTo>
                  <a:lnTo>
                    <a:pt x="276" y="0"/>
                  </a:lnTo>
                  <a:lnTo>
                    <a:pt x="276" y="753"/>
                  </a:lnTo>
                  <a:lnTo>
                    <a:pt x="252" y="757"/>
                  </a:lnTo>
                  <a:lnTo>
                    <a:pt x="183" y="781"/>
                  </a:lnTo>
                  <a:lnTo>
                    <a:pt x="121" y="825"/>
                  </a:lnTo>
                  <a:lnTo>
                    <a:pt x="68" y="876"/>
                  </a:lnTo>
                  <a:lnTo>
                    <a:pt x="28" y="944"/>
                  </a:lnTo>
                  <a:lnTo>
                    <a:pt x="12" y="1013"/>
                  </a:lnTo>
                  <a:lnTo>
                    <a:pt x="0" y="1084"/>
                  </a:lnTo>
                  <a:lnTo>
                    <a:pt x="16" y="1160"/>
                  </a:lnTo>
                  <a:lnTo>
                    <a:pt x="40" y="1226"/>
                  </a:lnTo>
                  <a:lnTo>
                    <a:pt x="84" y="1291"/>
                  </a:lnTo>
                  <a:lnTo>
                    <a:pt x="137" y="1339"/>
                  </a:lnTo>
                  <a:lnTo>
                    <a:pt x="200" y="1375"/>
                  </a:lnTo>
                  <a:lnTo>
                    <a:pt x="272" y="1397"/>
                  </a:lnTo>
                  <a:lnTo>
                    <a:pt x="346" y="1402"/>
                  </a:lnTo>
                  <a:lnTo>
                    <a:pt x="419" y="1394"/>
                  </a:lnTo>
                  <a:lnTo>
                    <a:pt x="488" y="1367"/>
                  </a:lnTo>
                  <a:lnTo>
                    <a:pt x="546" y="1323"/>
                  </a:lnTo>
                  <a:lnTo>
                    <a:pt x="598" y="1267"/>
                  </a:lnTo>
                  <a:lnTo>
                    <a:pt x="639" y="1204"/>
                  </a:lnTo>
                  <a:lnTo>
                    <a:pt x="651" y="1128"/>
                  </a:lnTo>
                  <a:lnTo>
                    <a:pt x="659" y="1076"/>
                  </a:lnTo>
                  <a:close/>
                </a:path>
              </a:pathLst>
            </a:custGeom>
            <a:solidFill>
              <a:srgbClr val="000000"/>
            </a:solidFill>
            <a:ln w="9525">
              <a:noFill/>
              <a:round/>
              <a:headEnd/>
              <a:tailEnd/>
            </a:ln>
          </p:spPr>
          <p:txBody>
            <a:bodyPr/>
            <a:lstStyle/>
            <a:p>
              <a:endParaRPr lang="pt-BR" sz="2400">
                <a:latin typeface="Lato" pitchFamily="34" charset="0"/>
              </a:endParaRPr>
            </a:p>
          </p:txBody>
        </p:sp>
        <p:sp>
          <p:nvSpPr>
            <p:cNvPr id="551" name="Freeform 403"/>
            <p:cNvSpPr>
              <a:spLocks/>
            </p:cNvSpPr>
            <p:nvPr/>
          </p:nvSpPr>
          <p:spPr bwMode="auto">
            <a:xfrm>
              <a:off x="1614" y="1706"/>
              <a:ext cx="82" cy="175"/>
            </a:xfrm>
            <a:custGeom>
              <a:avLst/>
              <a:gdLst>
                <a:gd name="T0" fmla="*/ 10 w 653"/>
                <a:gd name="T1" fmla="*/ 17 h 1402"/>
                <a:gd name="T2" fmla="*/ 10 w 653"/>
                <a:gd name="T3" fmla="*/ 16 h 1402"/>
                <a:gd name="T4" fmla="*/ 10 w 653"/>
                <a:gd name="T5" fmla="*/ 14 h 1402"/>
                <a:gd name="T6" fmla="*/ 9 w 653"/>
                <a:gd name="T7" fmla="*/ 14 h 1402"/>
                <a:gd name="T8" fmla="*/ 8 w 653"/>
                <a:gd name="T9" fmla="*/ 13 h 1402"/>
                <a:gd name="T10" fmla="*/ 7 w 653"/>
                <a:gd name="T11" fmla="*/ 12 h 1402"/>
                <a:gd name="T12" fmla="*/ 6 w 653"/>
                <a:gd name="T13" fmla="*/ 12 h 1402"/>
                <a:gd name="T14" fmla="*/ 6 w 653"/>
                <a:gd name="T15" fmla="*/ 12 h 1402"/>
                <a:gd name="T16" fmla="*/ 6 w 653"/>
                <a:gd name="T17" fmla="*/ 0 h 1402"/>
                <a:gd name="T18" fmla="*/ 4 w 653"/>
                <a:gd name="T19" fmla="*/ 0 h 1402"/>
                <a:gd name="T20" fmla="*/ 4 w 653"/>
                <a:gd name="T21" fmla="*/ 12 h 1402"/>
                <a:gd name="T22" fmla="*/ 4 w 653"/>
                <a:gd name="T23" fmla="*/ 12 h 1402"/>
                <a:gd name="T24" fmla="*/ 3 w 653"/>
                <a:gd name="T25" fmla="*/ 12 h 1402"/>
                <a:gd name="T26" fmla="*/ 2 w 653"/>
                <a:gd name="T27" fmla="*/ 13 h 1402"/>
                <a:gd name="T28" fmla="*/ 1 w 653"/>
                <a:gd name="T29" fmla="*/ 14 h 1402"/>
                <a:gd name="T30" fmla="*/ 0 w 653"/>
                <a:gd name="T31" fmla="*/ 15 h 1402"/>
                <a:gd name="T32" fmla="*/ 0 w 653"/>
                <a:gd name="T33" fmla="*/ 16 h 1402"/>
                <a:gd name="T34" fmla="*/ 0 w 653"/>
                <a:gd name="T35" fmla="*/ 17 h 1402"/>
                <a:gd name="T36" fmla="*/ 0 w 653"/>
                <a:gd name="T37" fmla="*/ 18 h 1402"/>
                <a:gd name="T38" fmla="*/ 1 w 653"/>
                <a:gd name="T39" fmla="*/ 19 h 1402"/>
                <a:gd name="T40" fmla="*/ 1 w 653"/>
                <a:gd name="T41" fmla="*/ 20 h 1402"/>
                <a:gd name="T42" fmla="*/ 2 w 653"/>
                <a:gd name="T43" fmla="*/ 21 h 1402"/>
                <a:gd name="T44" fmla="*/ 3 w 653"/>
                <a:gd name="T45" fmla="*/ 21 h 1402"/>
                <a:gd name="T46" fmla="*/ 4 w 653"/>
                <a:gd name="T47" fmla="*/ 22 h 1402"/>
                <a:gd name="T48" fmla="*/ 5 w 653"/>
                <a:gd name="T49" fmla="*/ 22 h 1402"/>
                <a:gd name="T50" fmla="*/ 7 w 653"/>
                <a:gd name="T51" fmla="*/ 22 h 1402"/>
                <a:gd name="T52" fmla="*/ 8 w 653"/>
                <a:gd name="T53" fmla="*/ 21 h 1402"/>
                <a:gd name="T54" fmla="*/ 9 w 653"/>
                <a:gd name="T55" fmla="*/ 21 h 1402"/>
                <a:gd name="T56" fmla="*/ 9 w 653"/>
                <a:gd name="T57" fmla="*/ 20 h 1402"/>
                <a:gd name="T58" fmla="*/ 10 w 653"/>
                <a:gd name="T59" fmla="*/ 19 h 1402"/>
                <a:gd name="T60" fmla="*/ 10 w 653"/>
                <a:gd name="T61" fmla="*/ 18 h 1402"/>
                <a:gd name="T62" fmla="*/ 10 w 653"/>
                <a:gd name="T63" fmla="*/ 17 h 14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3"/>
                <a:gd name="T97" fmla="*/ 0 h 1402"/>
                <a:gd name="T98" fmla="*/ 653 w 653"/>
                <a:gd name="T99" fmla="*/ 1402 h 14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3" h="1402">
                  <a:moveTo>
                    <a:pt x="653" y="1076"/>
                  </a:moveTo>
                  <a:lnTo>
                    <a:pt x="648" y="1001"/>
                  </a:lnTo>
                  <a:lnTo>
                    <a:pt x="620" y="932"/>
                  </a:lnTo>
                  <a:lnTo>
                    <a:pt x="576" y="872"/>
                  </a:lnTo>
                  <a:lnTo>
                    <a:pt x="525" y="822"/>
                  </a:lnTo>
                  <a:lnTo>
                    <a:pt x="465" y="781"/>
                  </a:lnTo>
                  <a:lnTo>
                    <a:pt x="393" y="753"/>
                  </a:lnTo>
                  <a:lnTo>
                    <a:pt x="368" y="753"/>
                  </a:lnTo>
                  <a:lnTo>
                    <a:pt x="368" y="0"/>
                  </a:lnTo>
                  <a:lnTo>
                    <a:pt x="273" y="0"/>
                  </a:lnTo>
                  <a:lnTo>
                    <a:pt x="273" y="753"/>
                  </a:lnTo>
                  <a:lnTo>
                    <a:pt x="245" y="757"/>
                  </a:lnTo>
                  <a:lnTo>
                    <a:pt x="179" y="781"/>
                  </a:lnTo>
                  <a:lnTo>
                    <a:pt x="115" y="825"/>
                  </a:lnTo>
                  <a:lnTo>
                    <a:pt x="62" y="876"/>
                  </a:lnTo>
                  <a:lnTo>
                    <a:pt x="26" y="944"/>
                  </a:lnTo>
                  <a:lnTo>
                    <a:pt x="3" y="1013"/>
                  </a:lnTo>
                  <a:lnTo>
                    <a:pt x="0" y="1084"/>
                  </a:lnTo>
                  <a:lnTo>
                    <a:pt x="11" y="1160"/>
                  </a:lnTo>
                  <a:lnTo>
                    <a:pt x="38" y="1226"/>
                  </a:lnTo>
                  <a:lnTo>
                    <a:pt x="78" y="1291"/>
                  </a:lnTo>
                  <a:lnTo>
                    <a:pt x="131" y="1339"/>
                  </a:lnTo>
                  <a:lnTo>
                    <a:pt x="194" y="1375"/>
                  </a:lnTo>
                  <a:lnTo>
                    <a:pt x="270" y="1397"/>
                  </a:lnTo>
                  <a:lnTo>
                    <a:pt x="342" y="1402"/>
                  </a:lnTo>
                  <a:lnTo>
                    <a:pt x="416" y="1394"/>
                  </a:lnTo>
                  <a:lnTo>
                    <a:pt x="485" y="1367"/>
                  </a:lnTo>
                  <a:lnTo>
                    <a:pt x="542" y="1323"/>
                  </a:lnTo>
                  <a:lnTo>
                    <a:pt x="592" y="1267"/>
                  </a:lnTo>
                  <a:lnTo>
                    <a:pt x="632" y="1204"/>
                  </a:lnTo>
                  <a:lnTo>
                    <a:pt x="648" y="1128"/>
                  </a:lnTo>
                  <a:lnTo>
                    <a:pt x="653" y="1076"/>
                  </a:lnTo>
                  <a:close/>
                </a:path>
              </a:pathLst>
            </a:custGeom>
            <a:solidFill>
              <a:srgbClr val="000000"/>
            </a:solidFill>
            <a:ln w="9525">
              <a:noFill/>
              <a:round/>
              <a:headEnd/>
              <a:tailEnd/>
            </a:ln>
          </p:spPr>
          <p:txBody>
            <a:bodyPr/>
            <a:lstStyle/>
            <a:p>
              <a:endParaRPr lang="pt-BR" sz="2400">
                <a:latin typeface="Lato" pitchFamily="34" charset="0"/>
              </a:endParaRPr>
            </a:p>
          </p:txBody>
        </p:sp>
        <p:sp>
          <p:nvSpPr>
            <p:cNvPr id="552" name="Freeform 404"/>
            <p:cNvSpPr>
              <a:spLocks/>
            </p:cNvSpPr>
            <p:nvPr/>
          </p:nvSpPr>
          <p:spPr bwMode="auto">
            <a:xfrm>
              <a:off x="1502" y="2926"/>
              <a:ext cx="196" cy="198"/>
            </a:xfrm>
            <a:custGeom>
              <a:avLst/>
              <a:gdLst>
                <a:gd name="T0" fmla="*/ 0 w 1563"/>
                <a:gd name="T1" fmla="*/ 25 h 1585"/>
                <a:gd name="T2" fmla="*/ 0 w 1563"/>
                <a:gd name="T3" fmla="*/ 0 h 1585"/>
                <a:gd name="T4" fmla="*/ 25 w 1563"/>
                <a:gd name="T5" fmla="*/ 18 h 1585"/>
                <a:gd name="T6" fmla="*/ 0 w 1563"/>
                <a:gd name="T7" fmla="*/ 25 h 1585"/>
                <a:gd name="T8" fmla="*/ 0 60000 65536"/>
                <a:gd name="T9" fmla="*/ 0 60000 65536"/>
                <a:gd name="T10" fmla="*/ 0 60000 65536"/>
                <a:gd name="T11" fmla="*/ 0 60000 65536"/>
                <a:gd name="T12" fmla="*/ 0 w 1563"/>
                <a:gd name="T13" fmla="*/ 0 h 1585"/>
                <a:gd name="T14" fmla="*/ 1563 w 1563"/>
                <a:gd name="T15" fmla="*/ 1585 h 1585"/>
              </a:gdLst>
              <a:ahLst/>
              <a:cxnLst>
                <a:cxn ang="T8">
                  <a:pos x="T0" y="T1"/>
                </a:cxn>
                <a:cxn ang="T9">
                  <a:pos x="T2" y="T3"/>
                </a:cxn>
                <a:cxn ang="T10">
                  <a:pos x="T4" y="T5"/>
                </a:cxn>
                <a:cxn ang="T11">
                  <a:pos x="T6" y="T7"/>
                </a:cxn>
              </a:cxnLst>
              <a:rect l="T12" t="T13" r="T14" b="T15"/>
              <a:pathLst>
                <a:path w="1563" h="1585">
                  <a:moveTo>
                    <a:pt x="25" y="1585"/>
                  </a:moveTo>
                  <a:lnTo>
                    <a:pt x="0" y="0"/>
                  </a:lnTo>
                  <a:lnTo>
                    <a:pt x="1563" y="1180"/>
                  </a:lnTo>
                  <a:lnTo>
                    <a:pt x="25" y="1585"/>
                  </a:lnTo>
                  <a:close/>
                </a:path>
              </a:pathLst>
            </a:custGeom>
            <a:solidFill>
              <a:srgbClr val="FFC98E"/>
            </a:solidFill>
            <a:ln w="0">
              <a:solidFill>
                <a:srgbClr val="000000"/>
              </a:solidFill>
              <a:round/>
              <a:headEnd/>
              <a:tailEnd/>
            </a:ln>
          </p:spPr>
          <p:txBody>
            <a:bodyPr/>
            <a:lstStyle/>
            <a:p>
              <a:endParaRPr lang="pt-BR" sz="2400">
                <a:latin typeface="Lato" pitchFamily="34" charset="0"/>
              </a:endParaRPr>
            </a:p>
          </p:txBody>
        </p:sp>
        <p:sp>
          <p:nvSpPr>
            <p:cNvPr id="553" name="Freeform 405"/>
            <p:cNvSpPr>
              <a:spLocks/>
            </p:cNvSpPr>
            <p:nvPr/>
          </p:nvSpPr>
          <p:spPr bwMode="auto">
            <a:xfrm>
              <a:off x="1502" y="2634"/>
              <a:ext cx="414" cy="439"/>
            </a:xfrm>
            <a:custGeom>
              <a:avLst/>
              <a:gdLst>
                <a:gd name="T0" fmla="*/ 0 w 3312"/>
                <a:gd name="T1" fmla="*/ 36 h 3518"/>
                <a:gd name="T2" fmla="*/ 27 w 3312"/>
                <a:gd name="T3" fmla="*/ 0 h 3518"/>
                <a:gd name="T4" fmla="*/ 52 w 3312"/>
                <a:gd name="T5" fmla="*/ 18 h 3518"/>
                <a:gd name="T6" fmla="*/ 24 w 3312"/>
                <a:gd name="T7" fmla="*/ 55 h 3518"/>
                <a:gd name="T8" fmla="*/ 0 w 3312"/>
                <a:gd name="T9" fmla="*/ 36 h 3518"/>
                <a:gd name="T10" fmla="*/ 0 60000 65536"/>
                <a:gd name="T11" fmla="*/ 0 60000 65536"/>
                <a:gd name="T12" fmla="*/ 0 60000 65536"/>
                <a:gd name="T13" fmla="*/ 0 60000 65536"/>
                <a:gd name="T14" fmla="*/ 0 60000 65536"/>
                <a:gd name="T15" fmla="*/ 0 w 3312"/>
                <a:gd name="T16" fmla="*/ 0 h 3518"/>
                <a:gd name="T17" fmla="*/ 3312 w 3312"/>
                <a:gd name="T18" fmla="*/ 3518 h 3518"/>
              </a:gdLst>
              <a:ahLst/>
              <a:cxnLst>
                <a:cxn ang="T10">
                  <a:pos x="T0" y="T1"/>
                </a:cxn>
                <a:cxn ang="T11">
                  <a:pos x="T2" y="T3"/>
                </a:cxn>
                <a:cxn ang="T12">
                  <a:pos x="T4" y="T5"/>
                </a:cxn>
                <a:cxn ang="T13">
                  <a:pos x="T6" y="T7"/>
                </a:cxn>
                <a:cxn ang="T14">
                  <a:pos x="T8" y="T9"/>
                </a:cxn>
              </a:cxnLst>
              <a:rect l="T15" t="T16" r="T17" b="T18"/>
              <a:pathLst>
                <a:path w="3312" h="3518">
                  <a:moveTo>
                    <a:pt x="0" y="2338"/>
                  </a:moveTo>
                  <a:lnTo>
                    <a:pt x="1759" y="0"/>
                  </a:lnTo>
                  <a:lnTo>
                    <a:pt x="3312" y="1182"/>
                  </a:lnTo>
                  <a:lnTo>
                    <a:pt x="1563" y="3518"/>
                  </a:lnTo>
                  <a:lnTo>
                    <a:pt x="0" y="2338"/>
                  </a:lnTo>
                  <a:close/>
                </a:path>
              </a:pathLst>
            </a:custGeom>
            <a:solidFill>
              <a:srgbClr val="FFEA00"/>
            </a:solidFill>
            <a:ln w="0">
              <a:solidFill>
                <a:srgbClr val="000000"/>
              </a:solidFill>
              <a:round/>
              <a:headEnd/>
              <a:tailEnd/>
            </a:ln>
          </p:spPr>
          <p:txBody>
            <a:bodyPr/>
            <a:lstStyle/>
            <a:p>
              <a:endParaRPr lang="pt-BR" sz="2400">
                <a:latin typeface="Lato" pitchFamily="34" charset="0"/>
              </a:endParaRPr>
            </a:p>
          </p:txBody>
        </p:sp>
        <p:sp>
          <p:nvSpPr>
            <p:cNvPr id="554" name="Freeform 406"/>
            <p:cNvSpPr>
              <a:spLocks/>
            </p:cNvSpPr>
            <p:nvPr/>
          </p:nvSpPr>
          <p:spPr bwMode="auto">
            <a:xfrm>
              <a:off x="1722" y="2605"/>
              <a:ext cx="218" cy="177"/>
            </a:xfrm>
            <a:custGeom>
              <a:avLst/>
              <a:gdLst>
                <a:gd name="T0" fmla="*/ 0 w 1741"/>
                <a:gd name="T1" fmla="*/ 4 h 1414"/>
                <a:gd name="T2" fmla="*/ 3 w 1741"/>
                <a:gd name="T3" fmla="*/ 0 h 1414"/>
                <a:gd name="T4" fmla="*/ 27 w 1741"/>
                <a:gd name="T5" fmla="*/ 18 h 1414"/>
                <a:gd name="T6" fmla="*/ 24 w 1741"/>
                <a:gd name="T7" fmla="*/ 22 h 1414"/>
                <a:gd name="T8" fmla="*/ 0 w 1741"/>
                <a:gd name="T9" fmla="*/ 4 h 1414"/>
                <a:gd name="T10" fmla="*/ 0 60000 65536"/>
                <a:gd name="T11" fmla="*/ 0 60000 65536"/>
                <a:gd name="T12" fmla="*/ 0 60000 65536"/>
                <a:gd name="T13" fmla="*/ 0 60000 65536"/>
                <a:gd name="T14" fmla="*/ 0 60000 65536"/>
                <a:gd name="T15" fmla="*/ 0 w 1741"/>
                <a:gd name="T16" fmla="*/ 0 h 1414"/>
                <a:gd name="T17" fmla="*/ 1741 w 1741"/>
                <a:gd name="T18" fmla="*/ 1414 h 1414"/>
              </a:gdLst>
              <a:ahLst/>
              <a:cxnLst>
                <a:cxn ang="T10">
                  <a:pos x="T0" y="T1"/>
                </a:cxn>
                <a:cxn ang="T11">
                  <a:pos x="T2" y="T3"/>
                </a:cxn>
                <a:cxn ang="T12">
                  <a:pos x="T4" y="T5"/>
                </a:cxn>
                <a:cxn ang="T13">
                  <a:pos x="T6" y="T7"/>
                </a:cxn>
                <a:cxn ang="T14">
                  <a:pos x="T8" y="T9"/>
                </a:cxn>
              </a:cxnLst>
              <a:rect l="T15" t="T16" r="T17" b="T18"/>
              <a:pathLst>
                <a:path w="1741" h="1414">
                  <a:moveTo>
                    <a:pt x="0" y="232"/>
                  </a:moveTo>
                  <a:lnTo>
                    <a:pt x="183" y="0"/>
                  </a:lnTo>
                  <a:lnTo>
                    <a:pt x="1741" y="1173"/>
                  </a:lnTo>
                  <a:lnTo>
                    <a:pt x="1553" y="1414"/>
                  </a:lnTo>
                  <a:lnTo>
                    <a:pt x="0" y="232"/>
                  </a:lnTo>
                  <a:close/>
                </a:path>
              </a:pathLst>
            </a:custGeom>
            <a:solidFill>
              <a:srgbClr val="B5B5B5"/>
            </a:solidFill>
            <a:ln w="0">
              <a:solidFill>
                <a:srgbClr val="000000"/>
              </a:solidFill>
              <a:round/>
              <a:headEnd/>
              <a:tailEnd/>
            </a:ln>
          </p:spPr>
          <p:txBody>
            <a:bodyPr/>
            <a:lstStyle/>
            <a:p>
              <a:endParaRPr lang="pt-BR" sz="2400">
                <a:latin typeface="Lato" pitchFamily="34" charset="0"/>
              </a:endParaRPr>
            </a:p>
          </p:txBody>
        </p:sp>
        <p:sp>
          <p:nvSpPr>
            <p:cNvPr id="555" name="Freeform 407"/>
            <p:cNvSpPr>
              <a:spLocks/>
            </p:cNvSpPr>
            <p:nvPr/>
          </p:nvSpPr>
          <p:spPr bwMode="auto">
            <a:xfrm>
              <a:off x="1745" y="2574"/>
              <a:ext cx="217" cy="177"/>
            </a:xfrm>
            <a:custGeom>
              <a:avLst/>
              <a:gdLst>
                <a:gd name="T0" fmla="*/ 0 w 1734"/>
                <a:gd name="T1" fmla="*/ 4 h 1417"/>
                <a:gd name="T2" fmla="*/ 3 w 1734"/>
                <a:gd name="T3" fmla="*/ 0 h 1417"/>
                <a:gd name="T4" fmla="*/ 27 w 1734"/>
                <a:gd name="T5" fmla="*/ 18 h 1417"/>
                <a:gd name="T6" fmla="*/ 24 w 1734"/>
                <a:gd name="T7" fmla="*/ 22 h 1417"/>
                <a:gd name="T8" fmla="*/ 0 w 1734"/>
                <a:gd name="T9" fmla="*/ 4 h 1417"/>
                <a:gd name="T10" fmla="*/ 0 60000 65536"/>
                <a:gd name="T11" fmla="*/ 0 60000 65536"/>
                <a:gd name="T12" fmla="*/ 0 60000 65536"/>
                <a:gd name="T13" fmla="*/ 0 60000 65536"/>
                <a:gd name="T14" fmla="*/ 0 60000 65536"/>
                <a:gd name="T15" fmla="*/ 0 w 1734"/>
                <a:gd name="T16" fmla="*/ 0 h 1417"/>
                <a:gd name="T17" fmla="*/ 1734 w 1734"/>
                <a:gd name="T18" fmla="*/ 1417 h 1417"/>
              </a:gdLst>
              <a:ahLst/>
              <a:cxnLst>
                <a:cxn ang="T10">
                  <a:pos x="T0" y="T1"/>
                </a:cxn>
                <a:cxn ang="T11">
                  <a:pos x="T2" y="T3"/>
                </a:cxn>
                <a:cxn ang="T12">
                  <a:pos x="T4" y="T5"/>
                </a:cxn>
                <a:cxn ang="T13">
                  <a:pos x="T6" y="T7"/>
                </a:cxn>
                <a:cxn ang="T14">
                  <a:pos x="T8" y="T9"/>
                </a:cxn>
              </a:cxnLst>
              <a:rect l="T15" t="T16" r="T17" b="T18"/>
              <a:pathLst>
                <a:path w="1734" h="1417">
                  <a:moveTo>
                    <a:pt x="0" y="244"/>
                  </a:moveTo>
                  <a:lnTo>
                    <a:pt x="171" y="0"/>
                  </a:lnTo>
                  <a:lnTo>
                    <a:pt x="1734" y="1177"/>
                  </a:lnTo>
                  <a:lnTo>
                    <a:pt x="1558" y="1417"/>
                  </a:lnTo>
                  <a:lnTo>
                    <a:pt x="0" y="244"/>
                  </a:lnTo>
                  <a:close/>
                </a:path>
              </a:pathLst>
            </a:custGeom>
            <a:solidFill>
              <a:srgbClr val="00EAFF"/>
            </a:solidFill>
            <a:ln w="0">
              <a:solidFill>
                <a:srgbClr val="000000"/>
              </a:solidFill>
              <a:round/>
              <a:headEnd/>
              <a:tailEnd/>
            </a:ln>
          </p:spPr>
          <p:txBody>
            <a:bodyPr/>
            <a:lstStyle/>
            <a:p>
              <a:endParaRPr lang="pt-BR" sz="2400">
                <a:latin typeface="Lato" pitchFamily="34" charset="0"/>
              </a:endParaRPr>
            </a:p>
          </p:txBody>
        </p:sp>
        <p:sp>
          <p:nvSpPr>
            <p:cNvPr id="556" name="Freeform 408"/>
            <p:cNvSpPr>
              <a:spLocks/>
            </p:cNvSpPr>
            <p:nvPr/>
          </p:nvSpPr>
          <p:spPr bwMode="auto">
            <a:xfrm>
              <a:off x="1766" y="2544"/>
              <a:ext cx="219" cy="177"/>
            </a:xfrm>
            <a:custGeom>
              <a:avLst/>
              <a:gdLst>
                <a:gd name="T0" fmla="*/ 0 w 1750"/>
                <a:gd name="T1" fmla="*/ 4 h 1419"/>
                <a:gd name="T2" fmla="*/ 3 w 1750"/>
                <a:gd name="T3" fmla="*/ 0 h 1419"/>
                <a:gd name="T4" fmla="*/ 27 w 1750"/>
                <a:gd name="T5" fmla="*/ 18 h 1419"/>
                <a:gd name="T6" fmla="*/ 25 w 1750"/>
                <a:gd name="T7" fmla="*/ 22 h 1419"/>
                <a:gd name="T8" fmla="*/ 0 w 1750"/>
                <a:gd name="T9" fmla="*/ 4 h 1419"/>
                <a:gd name="T10" fmla="*/ 0 60000 65536"/>
                <a:gd name="T11" fmla="*/ 0 60000 65536"/>
                <a:gd name="T12" fmla="*/ 0 60000 65536"/>
                <a:gd name="T13" fmla="*/ 0 60000 65536"/>
                <a:gd name="T14" fmla="*/ 0 60000 65536"/>
                <a:gd name="T15" fmla="*/ 0 w 1750"/>
                <a:gd name="T16" fmla="*/ 0 h 1419"/>
                <a:gd name="T17" fmla="*/ 1750 w 1750"/>
                <a:gd name="T18" fmla="*/ 1419 h 1419"/>
              </a:gdLst>
              <a:ahLst/>
              <a:cxnLst>
                <a:cxn ang="T10">
                  <a:pos x="T0" y="T1"/>
                </a:cxn>
                <a:cxn ang="T11">
                  <a:pos x="T2" y="T3"/>
                </a:cxn>
                <a:cxn ang="T12">
                  <a:pos x="T4" y="T5"/>
                </a:cxn>
                <a:cxn ang="T13">
                  <a:pos x="T6" y="T7"/>
                </a:cxn>
                <a:cxn ang="T14">
                  <a:pos x="T8" y="T9"/>
                </a:cxn>
              </a:cxnLst>
              <a:rect l="T15" t="T16" r="T17" b="T18"/>
              <a:pathLst>
                <a:path w="1750" h="1419">
                  <a:moveTo>
                    <a:pt x="0" y="242"/>
                  </a:moveTo>
                  <a:lnTo>
                    <a:pt x="184" y="0"/>
                  </a:lnTo>
                  <a:lnTo>
                    <a:pt x="1750" y="1175"/>
                  </a:lnTo>
                  <a:lnTo>
                    <a:pt x="1563" y="1419"/>
                  </a:lnTo>
                  <a:lnTo>
                    <a:pt x="0" y="242"/>
                  </a:lnTo>
                  <a:close/>
                </a:path>
              </a:pathLst>
            </a:custGeom>
            <a:solidFill>
              <a:srgbClr val="B5B5B5"/>
            </a:solidFill>
            <a:ln w="0">
              <a:solidFill>
                <a:srgbClr val="000000"/>
              </a:solidFill>
              <a:round/>
              <a:headEnd/>
              <a:tailEnd/>
            </a:ln>
          </p:spPr>
          <p:txBody>
            <a:bodyPr/>
            <a:lstStyle/>
            <a:p>
              <a:endParaRPr lang="pt-BR" sz="2400">
                <a:latin typeface="Lato" pitchFamily="34" charset="0"/>
              </a:endParaRPr>
            </a:p>
          </p:txBody>
        </p:sp>
        <p:sp>
          <p:nvSpPr>
            <p:cNvPr id="557" name="Freeform 409"/>
            <p:cNvSpPr>
              <a:spLocks/>
            </p:cNvSpPr>
            <p:nvPr/>
          </p:nvSpPr>
          <p:spPr bwMode="auto">
            <a:xfrm>
              <a:off x="1789" y="2447"/>
              <a:ext cx="264" cy="244"/>
            </a:xfrm>
            <a:custGeom>
              <a:avLst/>
              <a:gdLst>
                <a:gd name="T0" fmla="*/ 25 w 2110"/>
                <a:gd name="T1" fmla="*/ 31 h 1952"/>
                <a:gd name="T2" fmla="*/ 32 w 2110"/>
                <a:gd name="T3" fmla="*/ 20 h 1952"/>
                <a:gd name="T4" fmla="*/ 33 w 2110"/>
                <a:gd name="T5" fmla="*/ 20 h 1952"/>
                <a:gd name="T6" fmla="*/ 33 w 2110"/>
                <a:gd name="T7" fmla="*/ 19 h 1952"/>
                <a:gd name="T8" fmla="*/ 33 w 2110"/>
                <a:gd name="T9" fmla="*/ 18 h 1952"/>
                <a:gd name="T10" fmla="*/ 33 w 2110"/>
                <a:gd name="T11" fmla="*/ 18 h 1952"/>
                <a:gd name="T12" fmla="*/ 33 w 2110"/>
                <a:gd name="T13" fmla="*/ 17 h 1952"/>
                <a:gd name="T14" fmla="*/ 33 w 2110"/>
                <a:gd name="T15" fmla="*/ 16 h 1952"/>
                <a:gd name="T16" fmla="*/ 33 w 2110"/>
                <a:gd name="T17" fmla="*/ 15 h 1952"/>
                <a:gd name="T18" fmla="*/ 32 w 2110"/>
                <a:gd name="T19" fmla="*/ 14 h 1952"/>
                <a:gd name="T20" fmla="*/ 32 w 2110"/>
                <a:gd name="T21" fmla="*/ 14 h 1952"/>
                <a:gd name="T22" fmla="*/ 31 w 2110"/>
                <a:gd name="T23" fmla="*/ 13 h 1952"/>
                <a:gd name="T24" fmla="*/ 15 w 2110"/>
                <a:gd name="T25" fmla="*/ 1 h 1952"/>
                <a:gd name="T26" fmla="*/ 14 w 2110"/>
                <a:gd name="T27" fmla="*/ 0 h 1952"/>
                <a:gd name="T28" fmla="*/ 14 w 2110"/>
                <a:gd name="T29" fmla="*/ 0 h 1952"/>
                <a:gd name="T30" fmla="*/ 13 w 2110"/>
                <a:gd name="T31" fmla="*/ 0 h 1952"/>
                <a:gd name="T32" fmla="*/ 12 w 2110"/>
                <a:gd name="T33" fmla="*/ 0 h 1952"/>
                <a:gd name="T34" fmla="*/ 11 w 2110"/>
                <a:gd name="T35" fmla="*/ 0 h 1952"/>
                <a:gd name="T36" fmla="*/ 10 w 2110"/>
                <a:gd name="T37" fmla="*/ 0 h 1952"/>
                <a:gd name="T38" fmla="*/ 10 w 2110"/>
                <a:gd name="T39" fmla="*/ 1 h 1952"/>
                <a:gd name="T40" fmla="*/ 9 w 2110"/>
                <a:gd name="T41" fmla="*/ 1 h 1952"/>
                <a:gd name="T42" fmla="*/ 8 w 2110"/>
                <a:gd name="T43" fmla="*/ 2 h 1952"/>
                <a:gd name="T44" fmla="*/ 8 w 2110"/>
                <a:gd name="T45" fmla="*/ 2 h 1952"/>
                <a:gd name="T46" fmla="*/ 0 w 2110"/>
                <a:gd name="T47" fmla="*/ 12 h 1952"/>
                <a:gd name="T48" fmla="*/ 25 w 2110"/>
                <a:gd name="T49" fmla="*/ 31 h 19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110"/>
                <a:gd name="T76" fmla="*/ 0 h 1952"/>
                <a:gd name="T77" fmla="*/ 2110 w 2110"/>
                <a:gd name="T78" fmla="*/ 1952 h 19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110" h="1952">
                  <a:moveTo>
                    <a:pt x="1566" y="1952"/>
                  </a:moveTo>
                  <a:lnTo>
                    <a:pt x="2060" y="1291"/>
                  </a:lnTo>
                  <a:lnTo>
                    <a:pt x="2075" y="1271"/>
                  </a:lnTo>
                  <a:lnTo>
                    <a:pt x="2096" y="1219"/>
                  </a:lnTo>
                  <a:lnTo>
                    <a:pt x="2110" y="1169"/>
                  </a:lnTo>
                  <a:lnTo>
                    <a:pt x="2110" y="1116"/>
                  </a:lnTo>
                  <a:lnTo>
                    <a:pt x="2106" y="1064"/>
                  </a:lnTo>
                  <a:lnTo>
                    <a:pt x="2096" y="1006"/>
                  </a:lnTo>
                  <a:lnTo>
                    <a:pt x="2084" y="957"/>
                  </a:lnTo>
                  <a:lnTo>
                    <a:pt x="2060" y="909"/>
                  </a:lnTo>
                  <a:lnTo>
                    <a:pt x="2031" y="864"/>
                  </a:lnTo>
                  <a:lnTo>
                    <a:pt x="1988" y="828"/>
                  </a:lnTo>
                  <a:lnTo>
                    <a:pt x="963" y="52"/>
                  </a:lnTo>
                  <a:lnTo>
                    <a:pt x="914" y="24"/>
                  </a:lnTo>
                  <a:lnTo>
                    <a:pt x="868" y="4"/>
                  </a:lnTo>
                  <a:lnTo>
                    <a:pt x="816" y="4"/>
                  </a:lnTo>
                  <a:lnTo>
                    <a:pt x="763" y="0"/>
                  </a:lnTo>
                  <a:lnTo>
                    <a:pt x="707" y="8"/>
                  </a:lnTo>
                  <a:lnTo>
                    <a:pt x="657" y="13"/>
                  </a:lnTo>
                  <a:lnTo>
                    <a:pt x="608" y="32"/>
                  </a:lnTo>
                  <a:lnTo>
                    <a:pt x="564" y="61"/>
                  </a:lnTo>
                  <a:lnTo>
                    <a:pt x="517" y="100"/>
                  </a:lnTo>
                  <a:lnTo>
                    <a:pt x="493" y="111"/>
                  </a:lnTo>
                  <a:lnTo>
                    <a:pt x="0" y="777"/>
                  </a:lnTo>
                  <a:lnTo>
                    <a:pt x="1566" y="1952"/>
                  </a:lnTo>
                  <a:close/>
                </a:path>
              </a:pathLst>
            </a:custGeom>
            <a:solidFill>
              <a:srgbClr val="FF0000"/>
            </a:solidFill>
            <a:ln w="0">
              <a:solidFill>
                <a:srgbClr val="000000"/>
              </a:solidFill>
              <a:round/>
              <a:headEnd/>
              <a:tailEnd/>
            </a:ln>
          </p:spPr>
          <p:txBody>
            <a:bodyPr/>
            <a:lstStyle/>
            <a:p>
              <a:endParaRPr lang="pt-BR" sz="2400">
                <a:latin typeface="Lato" pitchFamily="34" charset="0"/>
              </a:endParaRPr>
            </a:p>
          </p:txBody>
        </p:sp>
        <p:sp>
          <p:nvSpPr>
            <p:cNvPr id="558" name="Freeform 410"/>
            <p:cNvSpPr>
              <a:spLocks/>
            </p:cNvSpPr>
            <p:nvPr/>
          </p:nvSpPr>
          <p:spPr bwMode="auto">
            <a:xfrm>
              <a:off x="1503" y="3028"/>
              <a:ext cx="95" cy="97"/>
            </a:xfrm>
            <a:custGeom>
              <a:avLst/>
              <a:gdLst>
                <a:gd name="T0" fmla="*/ 0 w 761"/>
                <a:gd name="T1" fmla="*/ 12 h 778"/>
                <a:gd name="T2" fmla="*/ 0 w 761"/>
                <a:gd name="T3" fmla="*/ 0 h 778"/>
                <a:gd name="T4" fmla="*/ 12 w 761"/>
                <a:gd name="T5" fmla="*/ 9 h 778"/>
                <a:gd name="T6" fmla="*/ 0 w 761"/>
                <a:gd name="T7" fmla="*/ 12 h 778"/>
                <a:gd name="T8" fmla="*/ 0 60000 65536"/>
                <a:gd name="T9" fmla="*/ 0 60000 65536"/>
                <a:gd name="T10" fmla="*/ 0 60000 65536"/>
                <a:gd name="T11" fmla="*/ 0 60000 65536"/>
                <a:gd name="T12" fmla="*/ 0 w 761"/>
                <a:gd name="T13" fmla="*/ 0 h 778"/>
                <a:gd name="T14" fmla="*/ 761 w 761"/>
                <a:gd name="T15" fmla="*/ 778 h 778"/>
              </a:gdLst>
              <a:ahLst/>
              <a:cxnLst>
                <a:cxn ang="T8">
                  <a:pos x="T0" y="T1"/>
                </a:cxn>
                <a:cxn ang="T9">
                  <a:pos x="T2" y="T3"/>
                </a:cxn>
                <a:cxn ang="T10">
                  <a:pos x="T4" y="T5"/>
                </a:cxn>
                <a:cxn ang="T11">
                  <a:pos x="T6" y="T7"/>
                </a:cxn>
              </a:cxnLst>
              <a:rect l="T12" t="T13" r="T14" b="T15"/>
              <a:pathLst>
                <a:path w="761" h="778">
                  <a:moveTo>
                    <a:pt x="17" y="778"/>
                  </a:moveTo>
                  <a:lnTo>
                    <a:pt x="0" y="0"/>
                  </a:lnTo>
                  <a:lnTo>
                    <a:pt x="761" y="575"/>
                  </a:lnTo>
                  <a:lnTo>
                    <a:pt x="17" y="778"/>
                  </a:lnTo>
                  <a:close/>
                </a:path>
              </a:pathLst>
            </a:custGeom>
            <a:solidFill>
              <a:srgbClr val="00EAFF"/>
            </a:solidFill>
            <a:ln w="0">
              <a:solidFill>
                <a:srgbClr val="000000"/>
              </a:solidFill>
              <a:round/>
              <a:headEnd/>
              <a:tailEnd/>
            </a:ln>
          </p:spPr>
          <p:txBody>
            <a:bodyPr/>
            <a:lstStyle/>
            <a:p>
              <a:endParaRPr lang="pt-BR" sz="2400">
                <a:latin typeface="Lato" pitchFamily="34" charset="0"/>
              </a:endParaRPr>
            </a:p>
          </p:txBody>
        </p:sp>
        <p:sp>
          <p:nvSpPr>
            <p:cNvPr id="559" name="Line 411"/>
            <p:cNvSpPr>
              <a:spLocks noChangeShapeType="1"/>
            </p:cNvSpPr>
            <p:nvPr/>
          </p:nvSpPr>
          <p:spPr bwMode="auto">
            <a:xfrm flipH="1">
              <a:off x="1552" y="2672"/>
              <a:ext cx="218" cy="290"/>
            </a:xfrm>
            <a:prstGeom prst="line">
              <a:avLst/>
            </a:prstGeom>
            <a:noFill/>
            <a:ln w="0">
              <a:solidFill>
                <a:srgbClr val="000000"/>
              </a:solidFill>
              <a:round/>
              <a:headEnd/>
              <a:tailEnd/>
            </a:ln>
          </p:spPr>
          <p:txBody>
            <a:bodyPr/>
            <a:lstStyle/>
            <a:p>
              <a:endParaRPr lang="pt-BR" sz="2400">
                <a:latin typeface="Lato" pitchFamily="34" charset="0"/>
              </a:endParaRPr>
            </a:p>
          </p:txBody>
        </p:sp>
        <p:sp>
          <p:nvSpPr>
            <p:cNvPr id="560" name="Line 412"/>
            <p:cNvSpPr>
              <a:spLocks noChangeShapeType="1"/>
            </p:cNvSpPr>
            <p:nvPr/>
          </p:nvSpPr>
          <p:spPr bwMode="auto">
            <a:xfrm flipH="1">
              <a:off x="1601" y="2709"/>
              <a:ext cx="218" cy="290"/>
            </a:xfrm>
            <a:prstGeom prst="line">
              <a:avLst/>
            </a:prstGeom>
            <a:noFill/>
            <a:ln w="0">
              <a:solidFill>
                <a:srgbClr val="000000"/>
              </a:solidFill>
              <a:round/>
              <a:headEnd/>
              <a:tailEnd/>
            </a:ln>
          </p:spPr>
          <p:txBody>
            <a:bodyPr/>
            <a:lstStyle/>
            <a:p>
              <a:endParaRPr lang="pt-BR" sz="2400">
                <a:latin typeface="Lato" pitchFamily="34" charset="0"/>
              </a:endParaRPr>
            </a:p>
          </p:txBody>
        </p:sp>
        <p:sp>
          <p:nvSpPr>
            <p:cNvPr id="561" name="Line 413"/>
            <p:cNvSpPr>
              <a:spLocks noChangeShapeType="1"/>
            </p:cNvSpPr>
            <p:nvPr/>
          </p:nvSpPr>
          <p:spPr bwMode="auto">
            <a:xfrm flipH="1">
              <a:off x="1649" y="2745"/>
              <a:ext cx="219" cy="292"/>
            </a:xfrm>
            <a:prstGeom prst="line">
              <a:avLst/>
            </a:prstGeom>
            <a:noFill/>
            <a:ln w="0">
              <a:solidFill>
                <a:srgbClr val="000000"/>
              </a:solidFill>
              <a:round/>
              <a:headEnd/>
              <a:tailEnd/>
            </a:ln>
          </p:spPr>
          <p:txBody>
            <a:bodyPr/>
            <a:lstStyle/>
            <a:p>
              <a:endParaRPr lang="pt-BR" sz="2400">
                <a:latin typeface="Lato" pitchFamily="34" charset="0"/>
              </a:endParaRPr>
            </a:p>
          </p:txBody>
        </p:sp>
        <p:sp>
          <p:nvSpPr>
            <p:cNvPr id="562" name="Line 414"/>
            <p:cNvSpPr>
              <a:spLocks noChangeShapeType="1"/>
            </p:cNvSpPr>
            <p:nvPr/>
          </p:nvSpPr>
          <p:spPr bwMode="auto">
            <a:xfrm>
              <a:off x="707" y="1951"/>
              <a:ext cx="1035"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63" name="Line 415"/>
            <p:cNvSpPr>
              <a:spLocks noChangeShapeType="1"/>
            </p:cNvSpPr>
            <p:nvPr/>
          </p:nvSpPr>
          <p:spPr bwMode="auto">
            <a:xfrm>
              <a:off x="707" y="2037"/>
              <a:ext cx="1035"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64" name="Line 416"/>
            <p:cNvSpPr>
              <a:spLocks noChangeShapeType="1"/>
            </p:cNvSpPr>
            <p:nvPr/>
          </p:nvSpPr>
          <p:spPr bwMode="auto">
            <a:xfrm>
              <a:off x="707" y="2125"/>
              <a:ext cx="1035"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65" name="Line 417"/>
            <p:cNvSpPr>
              <a:spLocks noChangeShapeType="1"/>
            </p:cNvSpPr>
            <p:nvPr/>
          </p:nvSpPr>
          <p:spPr bwMode="auto">
            <a:xfrm>
              <a:off x="707" y="2213"/>
              <a:ext cx="1035"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66" name="Line 418"/>
            <p:cNvSpPr>
              <a:spLocks noChangeShapeType="1"/>
            </p:cNvSpPr>
            <p:nvPr/>
          </p:nvSpPr>
          <p:spPr bwMode="auto">
            <a:xfrm>
              <a:off x="707" y="2300"/>
              <a:ext cx="1035"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67" name="Line 419"/>
            <p:cNvSpPr>
              <a:spLocks noChangeShapeType="1"/>
            </p:cNvSpPr>
            <p:nvPr/>
          </p:nvSpPr>
          <p:spPr bwMode="auto">
            <a:xfrm>
              <a:off x="707" y="2387"/>
              <a:ext cx="1035"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68" name="Line 420"/>
            <p:cNvSpPr>
              <a:spLocks noChangeShapeType="1"/>
            </p:cNvSpPr>
            <p:nvPr/>
          </p:nvSpPr>
          <p:spPr bwMode="auto">
            <a:xfrm>
              <a:off x="707" y="2475"/>
              <a:ext cx="1035"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69" name="Line 421"/>
            <p:cNvSpPr>
              <a:spLocks noChangeShapeType="1"/>
            </p:cNvSpPr>
            <p:nvPr/>
          </p:nvSpPr>
          <p:spPr bwMode="auto">
            <a:xfrm>
              <a:off x="707" y="2562"/>
              <a:ext cx="1035"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70" name="Line 422"/>
            <p:cNvSpPr>
              <a:spLocks noChangeShapeType="1"/>
            </p:cNvSpPr>
            <p:nvPr/>
          </p:nvSpPr>
          <p:spPr bwMode="auto">
            <a:xfrm>
              <a:off x="707" y="2649"/>
              <a:ext cx="997"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71" name="Line 423"/>
            <p:cNvSpPr>
              <a:spLocks noChangeShapeType="1"/>
            </p:cNvSpPr>
            <p:nvPr/>
          </p:nvSpPr>
          <p:spPr bwMode="auto">
            <a:xfrm>
              <a:off x="707" y="2737"/>
              <a:ext cx="933"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72" name="Line 424"/>
            <p:cNvSpPr>
              <a:spLocks noChangeShapeType="1"/>
            </p:cNvSpPr>
            <p:nvPr/>
          </p:nvSpPr>
          <p:spPr bwMode="auto">
            <a:xfrm>
              <a:off x="707" y="2824"/>
              <a:ext cx="869"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73" name="Line 425"/>
            <p:cNvSpPr>
              <a:spLocks noChangeShapeType="1"/>
            </p:cNvSpPr>
            <p:nvPr/>
          </p:nvSpPr>
          <p:spPr bwMode="auto">
            <a:xfrm>
              <a:off x="707" y="2911"/>
              <a:ext cx="806" cy="2"/>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74" name="Line 426"/>
            <p:cNvSpPr>
              <a:spLocks noChangeShapeType="1"/>
            </p:cNvSpPr>
            <p:nvPr/>
          </p:nvSpPr>
          <p:spPr bwMode="auto">
            <a:xfrm>
              <a:off x="707" y="2999"/>
              <a:ext cx="793"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75" name="Line 427"/>
            <p:cNvSpPr>
              <a:spLocks noChangeShapeType="1"/>
            </p:cNvSpPr>
            <p:nvPr/>
          </p:nvSpPr>
          <p:spPr bwMode="auto">
            <a:xfrm>
              <a:off x="707" y="3087"/>
              <a:ext cx="793"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76" name="Line 428"/>
            <p:cNvSpPr>
              <a:spLocks noChangeShapeType="1"/>
            </p:cNvSpPr>
            <p:nvPr/>
          </p:nvSpPr>
          <p:spPr bwMode="auto">
            <a:xfrm>
              <a:off x="1649" y="3087"/>
              <a:ext cx="93" cy="1"/>
            </a:xfrm>
            <a:prstGeom prst="line">
              <a:avLst/>
            </a:prstGeom>
            <a:noFill/>
            <a:ln w="0">
              <a:solidFill>
                <a:srgbClr val="00EAFF"/>
              </a:solidFill>
              <a:round/>
              <a:headEnd/>
              <a:tailEnd/>
            </a:ln>
          </p:spPr>
          <p:txBody>
            <a:bodyPr/>
            <a:lstStyle/>
            <a:p>
              <a:endParaRPr lang="pt-BR" sz="2400">
                <a:latin typeface="Lato" pitchFamily="34" charset="0"/>
              </a:endParaRPr>
            </a:p>
          </p:txBody>
        </p:sp>
        <p:sp>
          <p:nvSpPr>
            <p:cNvPr id="577" name="Line 429"/>
            <p:cNvSpPr>
              <a:spLocks noChangeShapeType="1"/>
            </p:cNvSpPr>
            <p:nvPr/>
          </p:nvSpPr>
          <p:spPr bwMode="auto">
            <a:xfrm>
              <a:off x="707" y="3174"/>
              <a:ext cx="1035" cy="1"/>
            </a:xfrm>
            <a:prstGeom prst="line">
              <a:avLst/>
            </a:prstGeom>
            <a:noFill/>
            <a:ln w="0">
              <a:solidFill>
                <a:srgbClr val="00EAFF"/>
              </a:solidFill>
              <a:round/>
              <a:headEnd/>
              <a:tailEnd/>
            </a:ln>
          </p:spPr>
          <p:txBody>
            <a:bodyPr/>
            <a:lstStyle/>
            <a:p>
              <a:endParaRPr lang="pt-BR" sz="2400">
                <a:latin typeface="Lato" pitchFamily="34" charset="0"/>
              </a:endParaRPr>
            </a:p>
          </p:txBody>
        </p:sp>
      </p:grpSp>
      <p:pic>
        <p:nvPicPr>
          <p:cNvPr id="618" name="Picture 318" descr="STATSYM5"/>
          <p:cNvPicPr>
            <a:picLocks noChangeAspect="1" noChangeArrowheads="1"/>
          </p:cNvPicPr>
          <p:nvPr/>
        </p:nvPicPr>
        <p:blipFill>
          <a:blip r:embed="rId7" cstate="print"/>
          <a:srcRect r="27083"/>
          <a:stretch>
            <a:fillRect/>
          </a:stretch>
        </p:blipFill>
        <p:spPr bwMode="auto">
          <a:xfrm>
            <a:off x="6192011" y="3621022"/>
            <a:ext cx="1072519" cy="980849"/>
          </a:xfrm>
          <a:prstGeom prst="rect">
            <a:avLst/>
          </a:prstGeom>
          <a:noFill/>
          <a:ln w="9525">
            <a:noFill/>
            <a:miter lim="800000"/>
            <a:headEnd/>
            <a:tailEnd/>
          </a:ln>
        </p:spPr>
      </p:pic>
      <p:grpSp>
        <p:nvGrpSpPr>
          <p:cNvPr id="619" name="Group 297"/>
          <p:cNvGrpSpPr>
            <a:grpSpLocks/>
          </p:cNvGrpSpPr>
          <p:nvPr/>
        </p:nvGrpSpPr>
        <p:grpSpPr bwMode="auto">
          <a:xfrm rot="5400000">
            <a:off x="6188887" y="1864288"/>
            <a:ext cx="874344" cy="1444161"/>
            <a:chOff x="2208" y="2208"/>
            <a:chExt cx="486" cy="1152"/>
          </a:xfrm>
          <a:solidFill>
            <a:srgbClr val="FF0000"/>
          </a:solidFill>
        </p:grpSpPr>
        <p:cxnSp>
          <p:nvCxnSpPr>
            <p:cNvPr id="620" name="AutoShape 298"/>
            <p:cNvCxnSpPr>
              <a:cxnSpLocks noChangeShapeType="1"/>
              <a:endCxn id="623" idx="1"/>
            </p:cNvCxnSpPr>
            <p:nvPr/>
          </p:nvCxnSpPr>
          <p:spPr bwMode="auto">
            <a:xfrm rot="16200000" flipH="1">
              <a:off x="1965" y="2547"/>
              <a:ext cx="592" cy="105"/>
            </a:xfrm>
            <a:prstGeom prst="bentConnector2">
              <a:avLst/>
            </a:prstGeom>
            <a:grpFill/>
            <a:ln w="9525">
              <a:solidFill>
                <a:srgbClr val="595959"/>
              </a:solidFill>
              <a:miter lim="800000"/>
              <a:headEnd/>
              <a:tailEnd/>
            </a:ln>
          </p:spPr>
        </p:cxnSp>
        <p:cxnSp>
          <p:nvCxnSpPr>
            <p:cNvPr id="621" name="AutoShape 299"/>
            <p:cNvCxnSpPr>
              <a:cxnSpLocks noChangeShapeType="1"/>
              <a:stCxn id="639" idx="1"/>
              <a:endCxn id="624" idx="1"/>
            </p:cNvCxnSpPr>
            <p:nvPr/>
          </p:nvCxnSpPr>
          <p:spPr bwMode="auto">
            <a:xfrm rot="16200000" flipH="1">
              <a:off x="1845" y="2619"/>
              <a:ext cx="832" cy="105"/>
            </a:xfrm>
            <a:prstGeom prst="bentConnector2">
              <a:avLst/>
            </a:prstGeom>
            <a:grpFill/>
            <a:ln w="9525">
              <a:solidFill>
                <a:srgbClr val="595959"/>
              </a:solidFill>
              <a:miter lim="800000"/>
              <a:headEnd/>
              <a:tailEnd/>
            </a:ln>
          </p:spPr>
        </p:cxnSp>
        <p:sp>
          <p:nvSpPr>
            <p:cNvPr id="622" name="Rectangle 300"/>
            <p:cNvSpPr>
              <a:spLocks noChangeArrowheads="1"/>
            </p:cNvSpPr>
            <p:nvPr/>
          </p:nvSpPr>
          <p:spPr bwMode="auto">
            <a:xfrm>
              <a:off x="2304" y="2208"/>
              <a:ext cx="101" cy="96"/>
            </a:xfrm>
            <a:prstGeom prst="rect">
              <a:avLst/>
            </a:prstGeom>
            <a:grpFill/>
            <a:ln w="9525">
              <a:solidFill>
                <a:srgbClr val="595959"/>
              </a:solidFill>
              <a:miter lim="800000"/>
              <a:headEnd/>
              <a:tailEnd/>
            </a:ln>
          </p:spPr>
          <p:txBody>
            <a:bodyPr wrap="none" anchor="ctr"/>
            <a:lstStyle/>
            <a:p>
              <a:endParaRPr lang="pt-BR" sz="2400">
                <a:latin typeface="Lato" pitchFamily="34" charset="0"/>
              </a:endParaRPr>
            </a:p>
          </p:txBody>
        </p:sp>
        <p:sp>
          <p:nvSpPr>
            <p:cNvPr id="623" name="Rectangle 301"/>
            <p:cNvSpPr>
              <a:spLocks noChangeArrowheads="1"/>
            </p:cNvSpPr>
            <p:nvPr/>
          </p:nvSpPr>
          <p:spPr bwMode="auto">
            <a:xfrm>
              <a:off x="2313" y="2848"/>
              <a:ext cx="101" cy="96"/>
            </a:xfrm>
            <a:prstGeom prst="rect">
              <a:avLst/>
            </a:prstGeom>
            <a:grpFill/>
            <a:ln w="9525">
              <a:solidFill>
                <a:srgbClr val="595959"/>
              </a:solidFill>
              <a:miter lim="800000"/>
              <a:headEnd/>
              <a:tailEnd/>
            </a:ln>
          </p:spPr>
          <p:txBody>
            <a:bodyPr wrap="none" anchor="ctr"/>
            <a:lstStyle/>
            <a:p>
              <a:endParaRPr lang="pt-BR" sz="2400">
                <a:latin typeface="Lato" pitchFamily="34" charset="0"/>
              </a:endParaRPr>
            </a:p>
          </p:txBody>
        </p:sp>
        <p:sp>
          <p:nvSpPr>
            <p:cNvPr id="624" name="Rectangle 302"/>
            <p:cNvSpPr>
              <a:spLocks noChangeArrowheads="1"/>
            </p:cNvSpPr>
            <p:nvPr/>
          </p:nvSpPr>
          <p:spPr bwMode="auto">
            <a:xfrm>
              <a:off x="2313" y="3040"/>
              <a:ext cx="101" cy="96"/>
            </a:xfrm>
            <a:prstGeom prst="rect">
              <a:avLst/>
            </a:prstGeom>
            <a:grpFill/>
            <a:ln w="9525">
              <a:solidFill>
                <a:srgbClr val="595959"/>
              </a:solidFill>
              <a:miter lim="800000"/>
              <a:headEnd/>
              <a:tailEnd/>
            </a:ln>
          </p:spPr>
          <p:txBody>
            <a:bodyPr wrap="none" anchor="ctr"/>
            <a:lstStyle/>
            <a:p>
              <a:endParaRPr lang="pt-BR" sz="2400">
                <a:latin typeface="Lato" pitchFamily="34" charset="0"/>
              </a:endParaRPr>
            </a:p>
          </p:txBody>
        </p:sp>
        <p:sp>
          <p:nvSpPr>
            <p:cNvPr id="625" name="Rectangle 303"/>
            <p:cNvSpPr>
              <a:spLocks noChangeArrowheads="1"/>
            </p:cNvSpPr>
            <p:nvPr/>
          </p:nvSpPr>
          <p:spPr bwMode="auto">
            <a:xfrm>
              <a:off x="2465" y="2368"/>
              <a:ext cx="102" cy="96"/>
            </a:xfrm>
            <a:prstGeom prst="rect">
              <a:avLst/>
            </a:prstGeom>
            <a:grpFill/>
            <a:ln w="9525">
              <a:solidFill>
                <a:srgbClr val="595959"/>
              </a:solidFill>
              <a:miter lim="800000"/>
              <a:headEnd/>
              <a:tailEnd/>
            </a:ln>
          </p:spPr>
          <p:txBody>
            <a:bodyPr wrap="none" anchor="ctr"/>
            <a:lstStyle/>
            <a:p>
              <a:endParaRPr lang="pt-BR" sz="2400">
                <a:latin typeface="Lato" pitchFamily="34" charset="0"/>
              </a:endParaRPr>
            </a:p>
          </p:txBody>
        </p:sp>
        <p:sp>
          <p:nvSpPr>
            <p:cNvPr id="626" name="Rectangle 304"/>
            <p:cNvSpPr>
              <a:spLocks noChangeArrowheads="1"/>
            </p:cNvSpPr>
            <p:nvPr/>
          </p:nvSpPr>
          <p:spPr bwMode="auto">
            <a:xfrm>
              <a:off x="2465" y="2496"/>
              <a:ext cx="102" cy="96"/>
            </a:xfrm>
            <a:prstGeom prst="rect">
              <a:avLst/>
            </a:prstGeom>
            <a:grpFill/>
            <a:ln w="9525">
              <a:solidFill>
                <a:srgbClr val="595959"/>
              </a:solidFill>
              <a:miter lim="800000"/>
              <a:headEnd/>
              <a:tailEnd/>
            </a:ln>
          </p:spPr>
          <p:txBody>
            <a:bodyPr wrap="none" anchor="ctr"/>
            <a:lstStyle/>
            <a:p>
              <a:endParaRPr lang="pt-BR" sz="2400">
                <a:latin typeface="Lato" pitchFamily="34" charset="0"/>
              </a:endParaRPr>
            </a:p>
          </p:txBody>
        </p:sp>
        <p:sp>
          <p:nvSpPr>
            <p:cNvPr id="627" name="Rectangle 305"/>
            <p:cNvSpPr>
              <a:spLocks noChangeArrowheads="1"/>
            </p:cNvSpPr>
            <p:nvPr/>
          </p:nvSpPr>
          <p:spPr bwMode="auto">
            <a:xfrm>
              <a:off x="2592" y="2592"/>
              <a:ext cx="102" cy="96"/>
            </a:xfrm>
            <a:prstGeom prst="rect">
              <a:avLst/>
            </a:prstGeom>
            <a:grpFill/>
            <a:ln w="9525">
              <a:solidFill>
                <a:srgbClr val="595959"/>
              </a:solidFill>
              <a:miter lim="800000"/>
              <a:headEnd/>
              <a:tailEnd/>
            </a:ln>
          </p:spPr>
          <p:txBody>
            <a:bodyPr wrap="none" anchor="ctr"/>
            <a:lstStyle/>
            <a:p>
              <a:endParaRPr lang="pt-BR" sz="2400">
                <a:latin typeface="Lato" pitchFamily="34" charset="0"/>
              </a:endParaRPr>
            </a:p>
          </p:txBody>
        </p:sp>
        <p:sp>
          <p:nvSpPr>
            <p:cNvPr id="628" name="Rectangle 306"/>
            <p:cNvSpPr>
              <a:spLocks noChangeArrowheads="1"/>
            </p:cNvSpPr>
            <p:nvPr/>
          </p:nvSpPr>
          <p:spPr bwMode="auto">
            <a:xfrm>
              <a:off x="2465" y="2688"/>
              <a:ext cx="102" cy="96"/>
            </a:xfrm>
            <a:prstGeom prst="rect">
              <a:avLst/>
            </a:prstGeom>
            <a:grpFill/>
            <a:ln w="9525">
              <a:solidFill>
                <a:srgbClr val="595959"/>
              </a:solidFill>
              <a:miter lim="800000"/>
              <a:headEnd/>
              <a:tailEnd/>
            </a:ln>
          </p:spPr>
          <p:txBody>
            <a:bodyPr wrap="none" anchor="ctr"/>
            <a:lstStyle/>
            <a:p>
              <a:endParaRPr lang="pt-BR" sz="2400">
                <a:latin typeface="Lato" pitchFamily="34" charset="0"/>
              </a:endParaRPr>
            </a:p>
          </p:txBody>
        </p:sp>
        <p:sp>
          <p:nvSpPr>
            <p:cNvPr id="629" name="Rectangle 307"/>
            <p:cNvSpPr>
              <a:spLocks noChangeArrowheads="1"/>
            </p:cNvSpPr>
            <p:nvPr/>
          </p:nvSpPr>
          <p:spPr bwMode="auto">
            <a:xfrm>
              <a:off x="2465" y="2944"/>
              <a:ext cx="102" cy="96"/>
            </a:xfrm>
            <a:prstGeom prst="rect">
              <a:avLst/>
            </a:prstGeom>
            <a:grpFill/>
            <a:ln w="9525">
              <a:solidFill>
                <a:srgbClr val="595959"/>
              </a:solidFill>
              <a:miter lim="800000"/>
              <a:headEnd/>
              <a:tailEnd/>
            </a:ln>
          </p:spPr>
          <p:txBody>
            <a:bodyPr wrap="none" anchor="ctr"/>
            <a:lstStyle/>
            <a:p>
              <a:endParaRPr lang="pt-BR" sz="2400">
                <a:latin typeface="Lato" pitchFamily="34" charset="0"/>
              </a:endParaRPr>
            </a:p>
          </p:txBody>
        </p:sp>
        <p:sp>
          <p:nvSpPr>
            <p:cNvPr id="630" name="Rectangle 308"/>
            <p:cNvSpPr>
              <a:spLocks noChangeArrowheads="1"/>
            </p:cNvSpPr>
            <p:nvPr/>
          </p:nvSpPr>
          <p:spPr bwMode="auto">
            <a:xfrm>
              <a:off x="2465" y="3136"/>
              <a:ext cx="102" cy="96"/>
            </a:xfrm>
            <a:prstGeom prst="rect">
              <a:avLst/>
            </a:prstGeom>
            <a:grpFill/>
            <a:ln w="9525">
              <a:solidFill>
                <a:srgbClr val="595959"/>
              </a:solidFill>
              <a:miter lim="800000"/>
              <a:headEnd/>
              <a:tailEnd/>
            </a:ln>
          </p:spPr>
          <p:txBody>
            <a:bodyPr wrap="none" anchor="ctr"/>
            <a:lstStyle/>
            <a:p>
              <a:endParaRPr lang="pt-BR" sz="2400">
                <a:latin typeface="Lato" pitchFamily="34" charset="0"/>
              </a:endParaRPr>
            </a:p>
          </p:txBody>
        </p:sp>
        <p:sp>
          <p:nvSpPr>
            <p:cNvPr id="631" name="Rectangle 309"/>
            <p:cNvSpPr>
              <a:spLocks noChangeArrowheads="1"/>
            </p:cNvSpPr>
            <p:nvPr/>
          </p:nvSpPr>
          <p:spPr bwMode="auto">
            <a:xfrm>
              <a:off x="2465" y="3264"/>
              <a:ext cx="102" cy="96"/>
            </a:xfrm>
            <a:prstGeom prst="rect">
              <a:avLst/>
            </a:prstGeom>
            <a:grpFill/>
            <a:ln w="9525">
              <a:solidFill>
                <a:srgbClr val="595959"/>
              </a:solidFill>
              <a:miter lim="800000"/>
              <a:headEnd/>
              <a:tailEnd/>
            </a:ln>
          </p:spPr>
          <p:txBody>
            <a:bodyPr wrap="none" anchor="ctr"/>
            <a:lstStyle/>
            <a:p>
              <a:endParaRPr lang="pt-BR" sz="2400">
                <a:latin typeface="Lato" pitchFamily="34" charset="0"/>
              </a:endParaRPr>
            </a:p>
          </p:txBody>
        </p:sp>
        <p:cxnSp>
          <p:nvCxnSpPr>
            <p:cNvPr id="632" name="AutoShape 310"/>
            <p:cNvCxnSpPr>
              <a:cxnSpLocks noChangeShapeType="1"/>
              <a:stCxn id="622" idx="2"/>
              <a:endCxn id="625" idx="1"/>
            </p:cNvCxnSpPr>
            <p:nvPr/>
          </p:nvCxnSpPr>
          <p:spPr bwMode="auto">
            <a:xfrm rot="16200000" flipH="1">
              <a:off x="2354" y="2305"/>
              <a:ext cx="112" cy="110"/>
            </a:xfrm>
            <a:prstGeom prst="bentConnector2">
              <a:avLst/>
            </a:prstGeom>
            <a:grpFill/>
            <a:ln w="9525">
              <a:solidFill>
                <a:srgbClr val="595959"/>
              </a:solidFill>
              <a:miter lim="800000"/>
              <a:headEnd/>
              <a:tailEnd/>
            </a:ln>
          </p:spPr>
        </p:cxnSp>
        <p:cxnSp>
          <p:nvCxnSpPr>
            <p:cNvPr id="633" name="AutoShape 311"/>
            <p:cNvCxnSpPr>
              <a:cxnSpLocks noChangeShapeType="1"/>
              <a:stCxn id="622" idx="2"/>
              <a:endCxn id="626" idx="1"/>
            </p:cNvCxnSpPr>
            <p:nvPr/>
          </p:nvCxnSpPr>
          <p:spPr bwMode="auto">
            <a:xfrm rot="16200000" flipH="1">
              <a:off x="2290" y="2369"/>
              <a:ext cx="240" cy="110"/>
            </a:xfrm>
            <a:prstGeom prst="bentConnector2">
              <a:avLst/>
            </a:prstGeom>
            <a:grpFill/>
            <a:ln w="9525">
              <a:solidFill>
                <a:srgbClr val="595959"/>
              </a:solidFill>
              <a:miter lim="800000"/>
              <a:headEnd/>
              <a:tailEnd/>
            </a:ln>
          </p:spPr>
        </p:cxnSp>
        <p:cxnSp>
          <p:nvCxnSpPr>
            <p:cNvPr id="634" name="AutoShape 312"/>
            <p:cNvCxnSpPr>
              <a:cxnSpLocks noChangeShapeType="1"/>
              <a:stCxn id="622" idx="2"/>
              <a:endCxn id="628" idx="1"/>
            </p:cNvCxnSpPr>
            <p:nvPr/>
          </p:nvCxnSpPr>
          <p:spPr bwMode="auto">
            <a:xfrm rot="16200000" flipH="1">
              <a:off x="2194" y="2465"/>
              <a:ext cx="432" cy="110"/>
            </a:xfrm>
            <a:prstGeom prst="bentConnector2">
              <a:avLst/>
            </a:prstGeom>
            <a:grpFill/>
            <a:ln w="9525">
              <a:solidFill>
                <a:srgbClr val="595959"/>
              </a:solidFill>
              <a:miter lim="800000"/>
              <a:headEnd/>
              <a:tailEnd/>
            </a:ln>
          </p:spPr>
        </p:cxnSp>
        <p:cxnSp>
          <p:nvCxnSpPr>
            <p:cNvPr id="635" name="AutoShape 313"/>
            <p:cNvCxnSpPr>
              <a:cxnSpLocks noChangeShapeType="1"/>
              <a:stCxn id="626" idx="2"/>
              <a:endCxn id="627" idx="1"/>
            </p:cNvCxnSpPr>
            <p:nvPr/>
          </p:nvCxnSpPr>
          <p:spPr bwMode="auto">
            <a:xfrm rot="16200000" flipH="1">
              <a:off x="2530" y="2578"/>
              <a:ext cx="48" cy="76"/>
            </a:xfrm>
            <a:prstGeom prst="bentConnector2">
              <a:avLst/>
            </a:prstGeom>
            <a:grpFill/>
            <a:ln w="9525">
              <a:solidFill>
                <a:srgbClr val="595959"/>
              </a:solidFill>
              <a:miter lim="800000"/>
              <a:headEnd/>
              <a:tailEnd/>
            </a:ln>
          </p:spPr>
        </p:cxnSp>
        <p:cxnSp>
          <p:nvCxnSpPr>
            <p:cNvPr id="636" name="AutoShape 314"/>
            <p:cNvCxnSpPr>
              <a:cxnSpLocks noChangeShapeType="1"/>
              <a:stCxn id="623" idx="2"/>
              <a:endCxn id="629" idx="1"/>
            </p:cNvCxnSpPr>
            <p:nvPr/>
          </p:nvCxnSpPr>
          <p:spPr bwMode="auto">
            <a:xfrm rot="16200000" flipH="1">
              <a:off x="2390" y="2917"/>
              <a:ext cx="48" cy="102"/>
            </a:xfrm>
            <a:prstGeom prst="bentConnector2">
              <a:avLst/>
            </a:prstGeom>
            <a:grpFill/>
            <a:ln w="9525">
              <a:solidFill>
                <a:srgbClr val="595959"/>
              </a:solidFill>
              <a:miter lim="800000"/>
              <a:headEnd/>
              <a:tailEnd/>
            </a:ln>
          </p:spPr>
        </p:cxnSp>
        <p:cxnSp>
          <p:nvCxnSpPr>
            <p:cNvPr id="637" name="AutoShape 315"/>
            <p:cNvCxnSpPr>
              <a:cxnSpLocks noChangeShapeType="1"/>
              <a:stCxn id="624" idx="2"/>
              <a:endCxn id="630" idx="1"/>
            </p:cNvCxnSpPr>
            <p:nvPr/>
          </p:nvCxnSpPr>
          <p:spPr bwMode="auto">
            <a:xfrm rot="16200000" flipH="1">
              <a:off x="2390" y="3109"/>
              <a:ext cx="48" cy="102"/>
            </a:xfrm>
            <a:prstGeom prst="bentConnector2">
              <a:avLst/>
            </a:prstGeom>
            <a:grpFill/>
            <a:ln w="9525">
              <a:solidFill>
                <a:srgbClr val="595959"/>
              </a:solidFill>
              <a:miter lim="800000"/>
              <a:headEnd/>
              <a:tailEnd/>
            </a:ln>
          </p:spPr>
        </p:cxnSp>
        <p:cxnSp>
          <p:nvCxnSpPr>
            <p:cNvPr id="638" name="AutoShape 316"/>
            <p:cNvCxnSpPr>
              <a:cxnSpLocks noChangeShapeType="1"/>
              <a:stCxn id="624" idx="2"/>
              <a:endCxn id="631" idx="1"/>
            </p:cNvCxnSpPr>
            <p:nvPr/>
          </p:nvCxnSpPr>
          <p:spPr bwMode="auto">
            <a:xfrm rot="16200000" flipH="1">
              <a:off x="2326" y="3173"/>
              <a:ext cx="176" cy="102"/>
            </a:xfrm>
            <a:prstGeom prst="bentConnector2">
              <a:avLst/>
            </a:prstGeom>
            <a:grpFill/>
            <a:ln w="9525">
              <a:solidFill>
                <a:srgbClr val="595959"/>
              </a:solidFill>
              <a:miter lim="800000"/>
              <a:headEnd/>
              <a:tailEnd/>
            </a:ln>
          </p:spPr>
        </p:cxnSp>
        <p:sp>
          <p:nvSpPr>
            <p:cNvPr id="639" name="Line 317"/>
            <p:cNvSpPr>
              <a:spLocks noChangeShapeType="1"/>
            </p:cNvSpPr>
            <p:nvPr/>
          </p:nvSpPr>
          <p:spPr bwMode="auto">
            <a:xfrm flipH="1">
              <a:off x="2208" y="2256"/>
              <a:ext cx="96" cy="0"/>
            </a:xfrm>
            <a:prstGeom prst="line">
              <a:avLst/>
            </a:prstGeom>
            <a:grpFill/>
            <a:ln w="9525">
              <a:solidFill>
                <a:srgbClr val="595959"/>
              </a:solidFill>
              <a:round/>
              <a:headEnd/>
              <a:tailEnd/>
            </a:ln>
          </p:spPr>
          <p:txBody>
            <a:bodyPr wrap="none" anchor="ctr"/>
            <a:lstStyle/>
            <a:p>
              <a:endParaRPr lang="pt-BR" sz="2400">
                <a:latin typeface="Lato" pitchFamily="34" charset="0"/>
              </a:endParaRPr>
            </a:p>
          </p:txBody>
        </p:sp>
      </p:grpSp>
      <p:grpSp>
        <p:nvGrpSpPr>
          <p:cNvPr id="640" name="Group 58"/>
          <p:cNvGrpSpPr>
            <a:grpSpLocks/>
          </p:cNvGrpSpPr>
          <p:nvPr/>
        </p:nvGrpSpPr>
        <p:grpSpPr bwMode="auto">
          <a:xfrm>
            <a:off x="4751851" y="1892830"/>
            <a:ext cx="680204" cy="768085"/>
            <a:chOff x="1114" y="1554"/>
            <a:chExt cx="468" cy="531"/>
          </a:xfrm>
        </p:grpSpPr>
        <p:grpSp>
          <p:nvGrpSpPr>
            <p:cNvPr id="641" name="Group 59"/>
            <p:cNvGrpSpPr>
              <a:grpSpLocks/>
            </p:cNvGrpSpPr>
            <p:nvPr/>
          </p:nvGrpSpPr>
          <p:grpSpPr bwMode="auto">
            <a:xfrm>
              <a:off x="1114" y="1554"/>
              <a:ext cx="401" cy="465"/>
              <a:chOff x="576" y="3552"/>
              <a:chExt cx="576" cy="672"/>
            </a:xfrm>
          </p:grpSpPr>
          <p:sp>
            <p:nvSpPr>
              <p:cNvPr id="652" name="AutoShape 60"/>
              <p:cNvSpPr>
                <a:spLocks noChangeArrowheads="1"/>
              </p:cNvSpPr>
              <p:nvPr/>
            </p:nvSpPr>
            <p:spPr bwMode="auto">
              <a:xfrm>
                <a:off x="576" y="3552"/>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653" name="AutoShape 61"/>
              <p:cNvSpPr>
                <a:spLocks noChangeArrowheads="1"/>
              </p:cNvSpPr>
              <p:nvPr/>
            </p:nvSpPr>
            <p:spPr bwMode="auto">
              <a:xfrm>
                <a:off x="67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654" name="AutoShape 62"/>
              <p:cNvSpPr>
                <a:spLocks noChangeArrowheads="1"/>
              </p:cNvSpPr>
              <p:nvPr/>
            </p:nvSpPr>
            <p:spPr bwMode="auto">
              <a:xfrm>
                <a:off x="91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655" name="AutoShape 63"/>
              <p:cNvSpPr>
                <a:spLocks noChangeArrowheads="1"/>
              </p:cNvSpPr>
              <p:nvPr/>
            </p:nvSpPr>
            <p:spPr bwMode="auto">
              <a:xfrm>
                <a:off x="912" y="3792"/>
                <a:ext cx="144" cy="96"/>
              </a:xfrm>
              <a:prstGeom prst="flowChartDecision">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656" name="AutoShape 64"/>
              <p:cNvSpPr>
                <a:spLocks noChangeArrowheads="1"/>
              </p:cNvSpPr>
              <p:nvPr/>
            </p:nvSpPr>
            <p:spPr bwMode="auto">
              <a:xfrm>
                <a:off x="912" y="3936"/>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657" name="AutoShape 65"/>
              <p:cNvCxnSpPr>
                <a:cxnSpLocks noChangeShapeType="1"/>
                <a:stCxn id="653" idx="3"/>
                <a:endCxn id="654" idx="1"/>
              </p:cNvCxnSpPr>
              <p:nvPr/>
            </p:nvCxnSpPr>
            <p:spPr bwMode="auto">
              <a:xfrm>
                <a:off x="816" y="3696"/>
                <a:ext cx="96" cy="0"/>
              </a:xfrm>
              <a:prstGeom prst="straightConnector1">
                <a:avLst/>
              </a:prstGeom>
              <a:noFill/>
              <a:ln w="9525">
                <a:solidFill>
                  <a:srgbClr val="000000"/>
                </a:solidFill>
                <a:round/>
                <a:headEnd/>
                <a:tailEnd/>
              </a:ln>
            </p:spPr>
          </p:cxnSp>
          <p:cxnSp>
            <p:nvCxnSpPr>
              <p:cNvPr id="658" name="AutoShape 66"/>
              <p:cNvCxnSpPr>
                <a:cxnSpLocks noChangeShapeType="1"/>
                <a:stCxn id="654" idx="2"/>
                <a:endCxn id="655" idx="0"/>
              </p:cNvCxnSpPr>
              <p:nvPr/>
            </p:nvCxnSpPr>
            <p:spPr bwMode="auto">
              <a:xfrm rot="5400000">
                <a:off x="960" y="3768"/>
                <a:ext cx="48" cy="0"/>
              </a:xfrm>
              <a:prstGeom prst="straightConnector1">
                <a:avLst/>
              </a:prstGeom>
              <a:noFill/>
              <a:ln w="9525">
                <a:solidFill>
                  <a:srgbClr val="000000"/>
                </a:solidFill>
                <a:round/>
                <a:headEnd/>
                <a:tailEnd/>
              </a:ln>
            </p:spPr>
          </p:cxnSp>
          <p:cxnSp>
            <p:nvCxnSpPr>
              <p:cNvPr id="659" name="AutoShape 67"/>
              <p:cNvCxnSpPr>
                <a:cxnSpLocks noChangeShapeType="1"/>
                <a:stCxn id="655" idx="2"/>
                <a:endCxn id="656" idx="0"/>
              </p:cNvCxnSpPr>
              <p:nvPr/>
            </p:nvCxnSpPr>
            <p:spPr bwMode="auto">
              <a:xfrm>
                <a:off x="984" y="3888"/>
                <a:ext cx="0" cy="48"/>
              </a:xfrm>
              <a:prstGeom prst="straightConnector1">
                <a:avLst/>
              </a:prstGeom>
              <a:noFill/>
              <a:ln w="9525">
                <a:solidFill>
                  <a:srgbClr val="000000"/>
                </a:solidFill>
                <a:round/>
                <a:headEnd/>
                <a:tailEnd/>
              </a:ln>
            </p:spPr>
          </p:cxnSp>
        </p:grpSp>
        <p:grpSp>
          <p:nvGrpSpPr>
            <p:cNvPr id="642" name="Group 68"/>
            <p:cNvGrpSpPr>
              <a:grpSpLocks/>
            </p:cNvGrpSpPr>
            <p:nvPr/>
          </p:nvGrpSpPr>
          <p:grpSpPr bwMode="auto">
            <a:xfrm>
              <a:off x="1147" y="1587"/>
              <a:ext cx="402" cy="465"/>
              <a:chOff x="576" y="3552"/>
              <a:chExt cx="576" cy="672"/>
            </a:xfrm>
          </p:grpSpPr>
          <p:sp>
            <p:nvSpPr>
              <p:cNvPr id="644" name="AutoShape 69"/>
              <p:cNvSpPr>
                <a:spLocks noChangeArrowheads="1"/>
              </p:cNvSpPr>
              <p:nvPr/>
            </p:nvSpPr>
            <p:spPr bwMode="auto">
              <a:xfrm>
                <a:off x="576" y="3552"/>
                <a:ext cx="576" cy="672"/>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sp>
            <p:nvSpPr>
              <p:cNvPr id="645" name="AutoShape 70"/>
              <p:cNvSpPr>
                <a:spLocks noChangeArrowheads="1"/>
              </p:cNvSpPr>
              <p:nvPr/>
            </p:nvSpPr>
            <p:spPr bwMode="auto">
              <a:xfrm>
                <a:off x="67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646" name="AutoShape 71"/>
              <p:cNvSpPr>
                <a:spLocks noChangeArrowheads="1"/>
              </p:cNvSpPr>
              <p:nvPr/>
            </p:nvSpPr>
            <p:spPr bwMode="auto">
              <a:xfrm>
                <a:off x="912" y="3648"/>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647" name="AutoShape 72"/>
              <p:cNvSpPr>
                <a:spLocks noChangeArrowheads="1"/>
              </p:cNvSpPr>
              <p:nvPr/>
            </p:nvSpPr>
            <p:spPr bwMode="auto">
              <a:xfrm>
                <a:off x="912" y="3792"/>
                <a:ext cx="144" cy="96"/>
              </a:xfrm>
              <a:prstGeom prst="flowChartDecision">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sp>
            <p:nvSpPr>
              <p:cNvPr id="648" name="AutoShape 73"/>
              <p:cNvSpPr>
                <a:spLocks noChangeArrowheads="1"/>
              </p:cNvSpPr>
              <p:nvPr/>
            </p:nvSpPr>
            <p:spPr bwMode="auto">
              <a:xfrm>
                <a:off x="912" y="3936"/>
                <a:ext cx="144" cy="96"/>
              </a:xfrm>
              <a:prstGeom prst="flowChartAlternateProcess">
                <a:avLst/>
              </a:prstGeom>
              <a:solidFill>
                <a:schemeClr val="bg1"/>
              </a:solidFill>
              <a:ln w="9525">
                <a:solidFill>
                  <a:srgbClr val="000000"/>
                </a:solidFill>
                <a:miter lim="800000"/>
                <a:headEnd/>
                <a:tailEnd/>
              </a:ln>
            </p:spPr>
            <p:txBody>
              <a:bodyPr wrap="none" anchor="ctr"/>
              <a:lstStyle/>
              <a:p>
                <a:endParaRPr lang="pt-BR" sz="2400">
                  <a:latin typeface="Lato" pitchFamily="34" charset="0"/>
                </a:endParaRPr>
              </a:p>
            </p:txBody>
          </p:sp>
          <p:cxnSp>
            <p:nvCxnSpPr>
              <p:cNvPr id="649" name="AutoShape 74"/>
              <p:cNvCxnSpPr>
                <a:cxnSpLocks noChangeShapeType="1"/>
                <a:stCxn id="645" idx="3"/>
                <a:endCxn id="646" idx="1"/>
              </p:cNvCxnSpPr>
              <p:nvPr/>
            </p:nvCxnSpPr>
            <p:spPr bwMode="auto">
              <a:xfrm>
                <a:off x="816" y="3696"/>
                <a:ext cx="96" cy="0"/>
              </a:xfrm>
              <a:prstGeom prst="straightConnector1">
                <a:avLst/>
              </a:prstGeom>
              <a:noFill/>
              <a:ln w="9525">
                <a:solidFill>
                  <a:srgbClr val="000000"/>
                </a:solidFill>
                <a:round/>
                <a:headEnd/>
                <a:tailEnd/>
              </a:ln>
            </p:spPr>
          </p:cxnSp>
          <p:cxnSp>
            <p:nvCxnSpPr>
              <p:cNvPr id="650" name="AutoShape 75"/>
              <p:cNvCxnSpPr>
                <a:cxnSpLocks noChangeShapeType="1"/>
                <a:stCxn id="646" idx="2"/>
                <a:endCxn id="647" idx="0"/>
              </p:cNvCxnSpPr>
              <p:nvPr/>
            </p:nvCxnSpPr>
            <p:spPr bwMode="auto">
              <a:xfrm rot="5400000">
                <a:off x="960" y="3768"/>
                <a:ext cx="48" cy="0"/>
              </a:xfrm>
              <a:prstGeom prst="straightConnector1">
                <a:avLst/>
              </a:prstGeom>
              <a:noFill/>
              <a:ln w="9525">
                <a:solidFill>
                  <a:srgbClr val="000000"/>
                </a:solidFill>
                <a:round/>
                <a:headEnd/>
                <a:tailEnd/>
              </a:ln>
            </p:spPr>
          </p:cxnSp>
          <p:cxnSp>
            <p:nvCxnSpPr>
              <p:cNvPr id="651" name="AutoShape 76"/>
              <p:cNvCxnSpPr>
                <a:cxnSpLocks noChangeShapeType="1"/>
                <a:stCxn id="647" idx="2"/>
                <a:endCxn id="648" idx="0"/>
              </p:cNvCxnSpPr>
              <p:nvPr/>
            </p:nvCxnSpPr>
            <p:spPr bwMode="auto">
              <a:xfrm>
                <a:off x="984" y="3888"/>
                <a:ext cx="0" cy="48"/>
              </a:xfrm>
              <a:prstGeom prst="straightConnector1">
                <a:avLst/>
              </a:prstGeom>
              <a:noFill/>
              <a:ln w="9525">
                <a:solidFill>
                  <a:srgbClr val="000000"/>
                </a:solidFill>
                <a:round/>
                <a:headEnd/>
                <a:tailEnd/>
              </a:ln>
            </p:spPr>
          </p:cxnSp>
        </p:grpSp>
        <p:sp>
          <p:nvSpPr>
            <p:cNvPr id="643" name="AutoShape 77"/>
            <p:cNvSpPr>
              <a:spLocks noChangeArrowheads="1"/>
            </p:cNvSpPr>
            <p:nvPr/>
          </p:nvSpPr>
          <p:spPr bwMode="auto">
            <a:xfrm>
              <a:off x="1181" y="1620"/>
              <a:ext cx="401" cy="465"/>
            </a:xfrm>
            <a:prstGeom prst="foldedCorner">
              <a:avLst>
                <a:gd name="adj" fmla="val 18227"/>
              </a:avLst>
            </a:prstGeom>
            <a:solidFill>
              <a:schemeClr val="bg1"/>
            </a:solidFill>
            <a:ln w="9525">
              <a:solidFill>
                <a:srgbClr val="000000"/>
              </a:solidFill>
              <a:round/>
              <a:headEnd/>
              <a:tailEnd/>
            </a:ln>
          </p:spPr>
          <p:txBody>
            <a:bodyPr wrap="none" anchor="ctr"/>
            <a:lstStyle/>
            <a:p>
              <a:endParaRPr lang="pt-BR" sz="2400">
                <a:latin typeface="Lato" pitchFamily="34" charset="0"/>
              </a:endParaRPr>
            </a:p>
          </p:txBody>
        </p:sp>
      </p:grpSp>
    </p:spTree>
    <p:extLst>
      <p:ext uri="{BB962C8B-B14F-4D97-AF65-F5344CB8AC3E}">
        <p14:creationId xmlns:p14="http://schemas.microsoft.com/office/powerpoint/2010/main" val="3494733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431371" y="2792929"/>
            <a:ext cx="11329259" cy="1077218"/>
          </a:xfrm>
          <a:prstGeom prst="rect">
            <a:avLst/>
          </a:prstGeom>
        </p:spPr>
        <p:txBody>
          <a:bodyPr wrap="square">
            <a:spAutoFit/>
          </a:bodyPr>
          <a:lstStyle/>
          <a:p>
            <a:r>
              <a:rPr lang="pt-BR" sz="3200" dirty="0">
                <a:solidFill>
                  <a:srgbClr val="595959"/>
                </a:solidFill>
                <a:latin typeface="Lato" pitchFamily="34" charset="0"/>
              </a:rPr>
              <a:t>Conhecimentos adicionais sobre desenvolvimento de produtos não estruturados em modelos de referência</a:t>
            </a:r>
          </a:p>
        </p:txBody>
      </p:sp>
      <p:sp>
        <p:nvSpPr>
          <p:cNvPr id="14" name="CaixaDeTexto 13"/>
          <p:cNvSpPr txBox="1"/>
          <p:nvPr/>
        </p:nvSpPr>
        <p:spPr>
          <a:xfrm>
            <a:off x="3956891" y="328495"/>
            <a:ext cx="7803739" cy="584775"/>
          </a:xfrm>
          <a:prstGeom prst="rect">
            <a:avLst/>
          </a:prstGeom>
          <a:noFill/>
        </p:spPr>
        <p:txBody>
          <a:bodyPr wrap="none" rtlCol="0">
            <a:spAutoFit/>
          </a:bodyPr>
          <a:lstStyle/>
          <a:p>
            <a:pPr algn="r"/>
            <a:r>
              <a:rPr lang="pt-BR" sz="3200" u="sng" dirty="0">
                <a:ln w="11430"/>
                <a:solidFill>
                  <a:srgbClr val="002060"/>
                </a:solidFill>
                <a:latin typeface="Lato" pitchFamily="34" charset="0"/>
              </a:rPr>
              <a:t>EXEMPLOS DE PRÁTICAS DE GESTÃO</a:t>
            </a:r>
            <a:endParaRPr lang="pt-BR" sz="3200" u="sng" dirty="0">
              <a:solidFill>
                <a:srgbClr val="002060"/>
              </a:solidFill>
              <a:latin typeface="Lato" pitchFamily="34" charset="0"/>
            </a:endParaRPr>
          </a:p>
        </p:txBody>
      </p:sp>
      <p:sp>
        <p:nvSpPr>
          <p:cNvPr id="15" name="CaixaDeTexto 14"/>
          <p:cNvSpPr txBox="1"/>
          <p:nvPr/>
        </p:nvSpPr>
        <p:spPr>
          <a:xfrm>
            <a:off x="5396436" y="1028734"/>
            <a:ext cx="2986715" cy="584775"/>
          </a:xfrm>
          <a:prstGeom prst="rect">
            <a:avLst/>
          </a:prstGeom>
          <a:noFill/>
        </p:spPr>
        <p:txBody>
          <a:bodyPr wrap="none" rtlCol="0">
            <a:spAutoFit/>
          </a:bodyPr>
          <a:lstStyle/>
          <a:p>
            <a:pPr algn="ctr"/>
            <a:r>
              <a:rPr lang="pt-BR" sz="3200" dirty="0">
                <a:ln w="11430"/>
                <a:solidFill>
                  <a:srgbClr val="FF3300"/>
                </a:solidFill>
                <a:latin typeface="Lato" pitchFamily="34" charset="0"/>
              </a:rPr>
              <a:t>Design </a:t>
            </a:r>
            <a:r>
              <a:rPr lang="pt-BR" sz="3200" dirty="0" err="1">
                <a:ln w="11430"/>
                <a:solidFill>
                  <a:srgbClr val="FF3300"/>
                </a:solidFill>
                <a:latin typeface="Lato" pitchFamily="34" charset="0"/>
              </a:rPr>
              <a:t>thinking</a:t>
            </a:r>
            <a:endParaRPr lang="pt-BR" sz="3200" dirty="0">
              <a:ln w="11430"/>
              <a:solidFill>
                <a:srgbClr val="FF3300"/>
              </a:solidFill>
              <a:latin typeface="Lato" pitchFamily="34" charset="0"/>
            </a:endParaRPr>
          </a:p>
        </p:txBody>
      </p:sp>
      <p:sp>
        <p:nvSpPr>
          <p:cNvPr id="16" name="CaixaDeTexto 15"/>
          <p:cNvSpPr txBox="1"/>
          <p:nvPr/>
        </p:nvSpPr>
        <p:spPr>
          <a:xfrm>
            <a:off x="783017" y="1700809"/>
            <a:ext cx="4738797" cy="584775"/>
          </a:xfrm>
          <a:prstGeom prst="rect">
            <a:avLst/>
          </a:prstGeom>
          <a:noFill/>
        </p:spPr>
        <p:txBody>
          <a:bodyPr wrap="none" rtlCol="0">
            <a:spAutoFit/>
          </a:bodyPr>
          <a:lstStyle/>
          <a:p>
            <a:pPr algn="ctr"/>
            <a:r>
              <a:rPr lang="pt-BR" sz="3200" dirty="0">
                <a:ln w="11430"/>
                <a:solidFill>
                  <a:srgbClr val="FF3300"/>
                </a:solidFill>
                <a:latin typeface="Lato" pitchFamily="34" charset="0"/>
              </a:rPr>
              <a:t>Gestão do conhecimento</a:t>
            </a:r>
          </a:p>
        </p:txBody>
      </p:sp>
      <p:sp>
        <p:nvSpPr>
          <p:cNvPr id="17" name="CaixaDeTexto 16"/>
          <p:cNvSpPr txBox="1"/>
          <p:nvPr/>
        </p:nvSpPr>
        <p:spPr>
          <a:xfrm>
            <a:off x="7913873" y="1892830"/>
            <a:ext cx="2416046" cy="584775"/>
          </a:xfrm>
          <a:prstGeom prst="rect">
            <a:avLst/>
          </a:prstGeom>
          <a:noFill/>
        </p:spPr>
        <p:txBody>
          <a:bodyPr wrap="none" rtlCol="0">
            <a:spAutoFit/>
          </a:bodyPr>
          <a:lstStyle/>
          <a:p>
            <a:pPr algn="ctr"/>
            <a:r>
              <a:rPr lang="pt-BR" sz="3200" dirty="0" err="1">
                <a:ln w="11430"/>
                <a:solidFill>
                  <a:srgbClr val="FF3300"/>
                </a:solidFill>
                <a:latin typeface="Lato" pitchFamily="34" charset="0"/>
              </a:rPr>
              <a:t>Lean</a:t>
            </a:r>
            <a:r>
              <a:rPr lang="pt-BR" sz="3200" dirty="0">
                <a:ln w="11430"/>
                <a:solidFill>
                  <a:srgbClr val="FF3300"/>
                </a:solidFill>
                <a:latin typeface="Lato" pitchFamily="34" charset="0"/>
              </a:rPr>
              <a:t> design</a:t>
            </a:r>
          </a:p>
        </p:txBody>
      </p:sp>
      <p:sp>
        <p:nvSpPr>
          <p:cNvPr id="18" name="CaixaDeTexto 17"/>
          <p:cNvSpPr txBox="1"/>
          <p:nvPr/>
        </p:nvSpPr>
        <p:spPr>
          <a:xfrm>
            <a:off x="380031" y="4197086"/>
            <a:ext cx="5352747" cy="584775"/>
          </a:xfrm>
          <a:prstGeom prst="rect">
            <a:avLst/>
          </a:prstGeom>
          <a:noFill/>
        </p:spPr>
        <p:txBody>
          <a:bodyPr wrap="none" rtlCol="0">
            <a:spAutoFit/>
          </a:bodyPr>
          <a:lstStyle/>
          <a:p>
            <a:pPr algn="ctr"/>
            <a:r>
              <a:rPr lang="pt-BR" sz="3200" dirty="0">
                <a:ln w="11430"/>
                <a:solidFill>
                  <a:srgbClr val="FF3300"/>
                </a:solidFill>
                <a:latin typeface="Lato" pitchFamily="34" charset="0"/>
              </a:rPr>
              <a:t>Indicadores de desempenho</a:t>
            </a:r>
          </a:p>
        </p:txBody>
      </p:sp>
      <p:sp>
        <p:nvSpPr>
          <p:cNvPr id="19" name="CaixaDeTexto 18"/>
          <p:cNvSpPr txBox="1"/>
          <p:nvPr/>
        </p:nvSpPr>
        <p:spPr>
          <a:xfrm>
            <a:off x="6831336" y="4773150"/>
            <a:ext cx="4602542" cy="584775"/>
          </a:xfrm>
          <a:prstGeom prst="rect">
            <a:avLst/>
          </a:prstGeom>
          <a:noFill/>
        </p:spPr>
        <p:txBody>
          <a:bodyPr wrap="none" rtlCol="0">
            <a:spAutoFit/>
          </a:bodyPr>
          <a:lstStyle/>
          <a:p>
            <a:pPr algn="ctr"/>
            <a:r>
              <a:rPr lang="pt-BR" sz="3200" dirty="0">
                <a:ln w="11430"/>
                <a:solidFill>
                  <a:srgbClr val="FF3300"/>
                </a:solidFill>
                <a:latin typeface="Lato" pitchFamily="34" charset="0"/>
              </a:rPr>
              <a:t>Estrutura organizacional</a:t>
            </a:r>
          </a:p>
        </p:txBody>
      </p:sp>
      <p:sp>
        <p:nvSpPr>
          <p:cNvPr id="20" name="CaixaDeTexto 19"/>
          <p:cNvSpPr txBox="1"/>
          <p:nvPr/>
        </p:nvSpPr>
        <p:spPr>
          <a:xfrm>
            <a:off x="2046214" y="5349214"/>
            <a:ext cx="3214341" cy="584775"/>
          </a:xfrm>
          <a:prstGeom prst="rect">
            <a:avLst/>
          </a:prstGeom>
          <a:noFill/>
        </p:spPr>
        <p:txBody>
          <a:bodyPr wrap="none" rtlCol="0">
            <a:spAutoFit/>
          </a:bodyPr>
          <a:lstStyle/>
          <a:p>
            <a:pPr algn="ctr"/>
            <a:r>
              <a:rPr lang="pt-BR" sz="3200" dirty="0">
                <a:ln w="11430"/>
                <a:solidFill>
                  <a:srgbClr val="FF3300"/>
                </a:solidFill>
                <a:latin typeface="Lato" pitchFamily="34" charset="0"/>
              </a:rPr>
              <a:t>Sustentabilidade</a:t>
            </a:r>
          </a:p>
        </p:txBody>
      </p:sp>
      <p:sp>
        <p:nvSpPr>
          <p:cNvPr id="21" name="CaixaDeTexto 20"/>
          <p:cNvSpPr txBox="1"/>
          <p:nvPr/>
        </p:nvSpPr>
        <p:spPr>
          <a:xfrm>
            <a:off x="6302743" y="5829267"/>
            <a:ext cx="4580100" cy="584775"/>
          </a:xfrm>
          <a:prstGeom prst="rect">
            <a:avLst/>
          </a:prstGeom>
          <a:noFill/>
        </p:spPr>
        <p:txBody>
          <a:bodyPr wrap="none" rtlCol="0">
            <a:spAutoFit/>
          </a:bodyPr>
          <a:lstStyle/>
          <a:p>
            <a:pPr algn="ctr"/>
            <a:r>
              <a:rPr lang="pt-BR" sz="3200" dirty="0">
                <a:ln w="11430"/>
                <a:solidFill>
                  <a:srgbClr val="FF3300"/>
                </a:solidFill>
                <a:latin typeface="Lato" pitchFamily="34" charset="0"/>
              </a:rPr>
              <a:t>Sistemas de informação</a:t>
            </a:r>
          </a:p>
        </p:txBody>
      </p:sp>
    </p:spTree>
    <p:extLst>
      <p:ext uri="{BB962C8B-B14F-4D97-AF65-F5344CB8AC3E}">
        <p14:creationId xmlns:p14="http://schemas.microsoft.com/office/powerpoint/2010/main" val="19195524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3" cstate="print"/>
          <a:srcRect/>
          <a:stretch>
            <a:fillRect/>
          </a:stretch>
        </p:blipFill>
        <p:spPr bwMode="auto">
          <a:xfrm>
            <a:off x="6652935" y="4115856"/>
            <a:ext cx="4243600" cy="2193465"/>
          </a:xfrm>
          <a:prstGeom prst="rect">
            <a:avLst/>
          </a:prstGeom>
          <a:noFill/>
          <a:ln w="19050" algn="ctr">
            <a:noFill/>
            <a:miter lim="800000"/>
            <a:headEnd/>
            <a:tailEnd/>
          </a:ln>
        </p:spPr>
      </p:pic>
      <p:pic>
        <p:nvPicPr>
          <p:cNvPr id="5" name="Picture 9" descr="Gestão de Desenvolvimento de Produtos"/>
          <p:cNvPicPr>
            <a:picLocks noChangeAspect="1" noChangeArrowheads="1"/>
          </p:cNvPicPr>
          <p:nvPr/>
        </p:nvPicPr>
        <p:blipFill>
          <a:blip r:embed="rId4" cstate="print"/>
          <a:srcRect/>
          <a:stretch>
            <a:fillRect/>
          </a:stretch>
        </p:blipFill>
        <p:spPr bwMode="auto">
          <a:xfrm>
            <a:off x="1295467" y="164637"/>
            <a:ext cx="4244440" cy="6144683"/>
          </a:xfrm>
          <a:prstGeom prst="rect">
            <a:avLst/>
          </a:prstGeom>
          <a:noFill/>
          <a:ln w="9525">
            <a:noFill/>
            <a:miter lim="800000"/>
            <a:headEnd/>
            <a:tailEnd/>
          </a:ln>
        </p:spPr>
      </p:pic>
      <p:sp>
        <p:nvSpPr>
          <p:cNvPr id="6" name="Text Box 10"/>
          <p:cNvSpPr txBox="1">
            <a:spLocks noChangeArrowheads="1"/>
          </p:cNvSpPr>
          <p:nvPr/>
        </p:nvSpPr>
        <p:spPr bwMode="auto">
          <a:xfrm>
            <a:off x="6713658" y="1044567"/>
            <a:ext cx="4350037" cy="2965364"/>
          </a:xfrm>
          <a:prstGeom prst="rect">
            <a:avLst/>
          </a:prstGeom>
          <a:noFill/>
          <a:ln w="9525">
            <a:noFill/>
            <a:miter lim="800000"/>
            <a:headEnd/>
            <a:tailEnd/>
          </a:ln>
        </p:spPr>
        <p:txBody>
          <a:bodyPr wrap="none">
            <a:spAutoFit/>
          </a:bodyPr>
          <a:lstStyle/>
          <a:p>
            <a:r>
              <a:rPr lang="pt-BR" sz="2667" dirty="0">
                <a:solidFill>
                  <a:srgbClr val="FF3300"/>
                </a:solidFill>
                <a:latin typeface="Lato regular" panose="020F0502020204030203" pitchFamily="34" charset="0"/>
              </a:rPr>
              <a:t>Henrique </a:t>
            </a:r>
            <a:r>
              <a:rPr lang="pt-BR" sz="2667" dirty="0" err="1">
                <a:solidFill>
                  <a:srgbClr val="FF3300"/>
                </a:solidFill>
                <a:latin typeface="Lato regular" panose="020F0502020204030203" pitchFamily="34" charset="0"/>
              </a:rPr>
              <a:t>Rozenfeld</a:t>
            </a:r>
            <a:endParaRPr lang="pt-BR" sz="2667" dirty="0">
              <a:solidFill>
                <a:srgbClr val="FF3300"/>
              </a:solidFill>
              <a:latin typeface="Lato regular" panose="020F0502020204030203" pitchFamily="34" charset="0"/>
            </a:endParaRPr>
          </a:p>
          <a:p>
            <a:r>
              <a:rPr lang="pt-BR" sz="2667" dirty="0">
                <a:solidFill>
                  <a:srgbClr val="FF3300"/>
                </a:solidFill>
                <a:latin typeface="Lato regular" panose="020F0502020204030203" pitchFamily="34" charset="0"/>
              </a:rPr>
              <a:t>Fernando Antônio </a:t>
            </a:r>
            <a:r>
              <a:rPr lang="pt-BR" sz="2667" dirty="0" err="1">
                <a:solidFill>
                  <a:srgbClr val="FF3300"/>
                </a:solidFill>
                <a:latin typeface="Lato regular" panose="020F0502020204030203" pitchFamily="34" charset="0"/>
              </a:rPr>
              <a:t>Forcellini</a:t>
            </a:r>
            <a:endParaRPr lang="pt-BR" sz="2667" dirty="0">
              <a:solidFill>
                <a:srgbClr val="FF3300"/>
              </a:solidFill>
              <a:latin typeface="Lato regular" panose="020F0502020204030203" pitchFamily="34" charset="0"/>
            </a:endParaRPr>
          </a:p>
          <a:p>
            <a:r>
              <a:rPr lang="pt-BR" sz="2667" dirty="0">
                <a:solidFill>
                  <a:srgbClr val="FF3300"/>
                </a:solidFill>
                <a:latin typeface="Lato regular" panose="020F0502020204030203" pitchFamily="34" charset="0"/>
              </a:rPr>
              <a:t>Daniel </a:t>
            </a:r>
            <a:r>
              <a:rPr lang="pt-BR" sz="2667" dirty="0" err="1">
                <a:solidFill>
                  <a:srgbClr val="FF3300"/>
                </a:solidFill>
                <a:latin typeface="Lato regular" panose="020F0502020204030203" pitchFamily="34" charset="0"/>
              </a:rPr>
              <a:t>Capaldo</a:t>
            </a:r>
            <a:r>
              <a:rPr lang="pt-BR" sz="2667" dirty="0">
                <a:solidFill>
                  <a:srgbClr val="FF3300"/>
                </a:solidFill>
                <a:latin typeface="Lato regular" panose="020F0502020204030203" pitchFamily="34" charset="0"/>
              </a:rPr>
              <a:t> Amaral</a:t>
            </a:r>
          </a:p>
          <a:p>
            <a:r>
              <a:rPr lang="pt-BR" sz="2667" dirty="0">
                <a:solidFill>
                  <a:srgbClr val="FF3300"/>
                </a:solidFill>
                <a:latin typeface="Lato regular" panose="020F0502020204030203" pitchFamily="34" charset="0"/>
              </a:rPr>
              <a:t>José Carlos Toledo</a:t>
            </a:r>
          </a:p>
          <a:p>
            <a:r>
              <a:rPr lang="pt-BR" sz="2667" dirty="0">
                <a:solidFill>
                  <a:srgbClr val="FF3300"/>
                </a:solidFill>
                <a:latin typeface="Lato regular" panose="020F0502020204030203" pitchFamily="34" charset="0"/>
              </a:rPr>
              <a:t>Sergio </a:t>
            </a:r>
            <a:r>
              <a:rPr lang="pt-BR" sz="2667" dirty="0" err="1">
                <a:solidFill>
                  <a:srgbClr val="FF3300"/>
                </a:solidFill>
                <a:latin typeface="Lato regular" panose="020F0502020204030203" pitchFamily="34" charset="0"/>
              </a:rPr>
              <a:t>Luis</a:t>
            </a:r>
            <a:r>
              <a:rPr lang="pt-BR" sz="2667" dirty="0">
                <a:solidFill>
                  <a:srgbClr val="FF3300"/>
                </a:solidFill>
                <a:latin typeface="Lato regular" panose="020F0502020204030203" pitchFamily="34" charset="0"/>
              </a:rPr>
              <a:t> da Silva</a:t>
            </a:r>
          </a:p>
          <a:p>
            <a:r>
              <a:rPr lang="pt-BR" sz="2667" dirty="0">
                <a:solidFill>
                  <a:srgbClr val="FF3300"/>
                </a:solidFill>
                <a:latin typeface="Lato regular" panose="020F0502020204030203" pitchFamily="34" charset="0"/>
              </a:rPr>
              <a:t>Dário Henrique </a:t>
            </a:r>
            <a:r>
              <a:rPr lang="pt-BR" sz="2667" dirty="0" err="1">
                <a:solidFill>
                  <a:srgbClr val="FF3300"/>
                </a:solidFill>
                <a:latin typeface="Lato regular" panose="020F0502020204030203" pitchFamily="34" charset="0"/>
              </a:rPr>
              <a:t>Alliprandini</a:t>
            </a:r>
            <a:endParaRPr lang="pt-BR" sz="2667" dirty="0">
              <a:solidFill>
                <a:srgbClr val="FF3300"/>
              </a:solidFill>
              <a:latin typeface="Lato regular" panose="020F0502020204030203" pitchFamily="34" charset="0"/>
            </a:endParaRPr>
          </a:p>
          <a:p>
            <a:r>
              <a:rPr lang="pt-BR" sz="2667" dirty="0">
                <a:solidFill>
                  <a:srgbClr val="FF3300"/>
                </a:solidFill>
                <a:latin typeface="Lato regular" panose="020F0502020204030203" pitchFamily="34" charset="0"/>
              </a:rPr>
              <a:t>Régis </a:t>
            </a:r>
            <a:r>
              <a:rPr lang="pt-BR" sz="2667" dirty="0" err="1">
                <a:solidFill>
                  <a:srgbClr val="FF3300"/>
                </a:solidFill>
                <a:latin typeface="Lato regular" panose="020F0502020204030203" pitchFamily="34" charset="0"/>
              </a:rPr>
              <a:t>Kovacs</a:t>
            </a:r>
            <a:r>
              <a:rPr lang="pt-BR" sz="2667" dirty="0">
                <a:solidFill>
                  <a:srgbClr val="FF3300"/>
                </a:solidFill>
                <a:latin typeface="Lato regular" panose="020F0502020204030203" pitchFamily="34" charset="0"/>
              </a:rPr>
              <a:t> </a:t>
            </a:r>
            <a:r>
              <a:rPr lang="pt-BR" sz="2667" dirty="0" err="1">
                <a:solidFill>
                  <a:srgbClr val="FF3300"/>
                </a:solidFill>
                <a:latin typeface="Lato regular" panose="020F0502020204030203" pitchFamily="34" charset="0"/>
              </a:rPr>
              <a:t>Scalice</a:t>
            </a:r>
            <a:endParaRPr lang="pt-BR" sz="2667" dirty="0">
              <a:solidFill>
                <a:srgbClr val="FF3300"/>
              </a:solidFill>
              <a:latin typeface="Lato regular" panose="020F0502020204030203" pitchFamily="34" charset="0"/>
            </a:endParaRPr>
          </a:p>
        </p:txBody>
      </p:sp>
      <p:sp>
        <p:nvSpPr>
          <p:cNvPr id="7" name="Text Box 11"/>
          <p:cNvSpPr txBox="1">
            <a:spLocks noChangeArrowheads="1"/>
          </p:cNvSpPr>
          <p:nvPr/>
        </p:nvSpPr>
        <p:spPr bwMode="auto">
          <a:xfrm>
            <a:off x="6713657" y="164638"/>
            <a:ext cx="5526616" cy="913199"/>
          </a:xfrm>
          <a:prstGeom prst="rect">
            <a:avLst/>
          </a:prstGeom>
          <a:noFill/>
          <a:ln w="9525" algn="ctr">
            <a:noFill/>
            <a:miter lim="800000"/>
            <a:headEnd/>
            <a:tailEnd/>
          </a:ln>
        </p:spPr>
        <p:txBody>
          <a:bodyPr>
            <a:spAutoFit/>
          </a:bodyPr>
          <a:lstStyle/>
          <a:p>
            <a:r>
              <a:rPr lang="pt-BR" sz="2667" dirty="0">
                <a:solidFill>
                  <a:srgbClr val="595959"/>
                </a:solidFill>
                <a:latin typeface="Lato regular" panose="020F0502020204030203" pitchFamily="34" charset="0"/>
              </a:rPr>
              <a:t>O livro apresenta um </a:t>
            </a:r>
            <a:br>
              <a:rPr lang="pt-BR" sz="2667" dirty="0">
                <a:solidFill>
                  <a:srgbClr val="595959"/>
                </a:solidFill>
                <a:latin typeface="Lato regular" panose="020F0502020204030203" pitchFamily="34" charset="0"/>
              </a:rPr>
            </a:br>
            <a:r>
              <a:rPr lang="pt-BR" sz="2667" dirty="0">
                <a:solidFill>
                  <a:srgbClr val="595959"/>
                </a:solidFill>
                <a:latin typeface="Lato regular" panose="020F0502020204030203" pitchFamily="34" charset="0"/>
              </a:rPr>
              <a:t>modelo de referência</a:t>
            </a:r>
          </a:p>
        </p:txBody>
      </p:sp>
    </p:spTree>
    <p:extLst>
      <p:ext uri="{BB962C8B-B14F-4D97-AF65-F5344CB8AC3E}">
        <p14:creationId xmlns:p14="http://schemas.microsoft.com/office/powerpoint/2010/main" val="143511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2" presetClass="entr" presetSubtype="2"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normAutofit fontScale="90000"/>
          </a:bodyPr>
          <a:lstStyle/>
          <a:p>
            <a:br>
              <a:rPr lang="pt-BR" dirty="0"/>
            </a:br>
            <a:r>
              <a:rPr lang="pt-BR" dirty="0"/>
              <a:t>Complemento do livro na internet (</a:t>
            </a:r>
            <a:r>
              <a:rPr lang="pt-BR" dirty="0" err="1"/>
              <a:t>PDPNet</a:t>
            </a:r>
            <a:r>
              <a:rPr lang="pt-BR" dirty="0"/>
              <a:t>)</a:t>
            </a:r>
            <a:br>
              <a:rPr lang="en-US" dirty="0"/>
            </a:br>
            <a:endParaRPr lang="pt-BR" dirty="0"/>
          </a:p>
        </p:txBody>
      </p:sp>
      <p:sp>
        <p:nvSpPr>
          <p:cNvPr id="5" name="Text Box 6"/>
          <p:cNvSpPr txBox="1">
            <a:spLocks noChangeArrowheads="1"/>
          </p:cNvSpPr>
          <p:nvPr/>
        </p:nvSpPr>
        <p:spPr bwMode="auto">
          <a:xfrm>
            <a:off x="431371" y="4485117"/>
            <a:ext cx="4320480" cy="584775"/>
          </a:xfrm>
          <a:prstGeom prst="rect">
            <a:avLst/>
          </a:prstGeom>
          <a:noFill/>
          <a:ln w="9525">
            <a:noFill/>
            <a:miter lim="800000"/>
            <a:headEnd/>
            <a:tailEnd/>
          </a:ln>
        </p:spPr>
        <p:txBody>
          <a:bodyPr wrap="square">
            <a:spAutoFit/>
          </a:bodyPr>
          <a:lstStyle/>
          <a:p>
            <a:r>
              <a:rPr lang="pt-BR" sz="3200" dirty="0">
                <a:solidFill>
                  <a:srgbClr val="595959"/>
                </a:solidFill>
                <a:latin typeface="Lato" pitchFamily="34" charset="0"/>
              </a:rPr>
              <a:t>http://www.pdp.org.br</a:t>
            </a:r>
            <a:endParaRPr lang="en-US" sz="3200" dirty="0">
              <a:solidFill>
                <a:srgbClr val="595959"/>
              </a:solidFill>
              <a:latin typeface="Lato" pitchFamily="34" charset="0"/>
            </a:endParaRPr>
          </a:p>
        </p:txBody>
      </p:sp>
      <p:pic>
        <p:nvPicPr>
          <p:cNvPr id="6" name="Picture 8" descr="PDPNet_paginaprincipal"/>
          <p:cNvPicPr>
            <a:picLocks noChangeAspect="1" noChangeArrowheads="1"/>
          </p:cNvPicPr>
          <p:nvPr/>
        </p:nvPicPr>
        <p:blipFill>
          <a:blip r:embed="rId3" cstate="print"/>
          <a:srcRect/>
          <a:stretch>
            <a:fillRect/>
          </a:stretch>
        </p:blipFill>
        <p:spPr bwMode="auto">
          <a:xfrm>
            <a:off x="431371" y="644692"/>
            <a:ext cx="4310464" cy="3851905"/>
          </a:xfrm>
          <a:prstGeom prst="rect">
            <a:avLst/>
          </a:prstGeom>
          <a:noFill/>
          <a:ln w="9525">
            <a:noFill/>
            <a:miter lim="800000"/>
            <a:headEnd/>
            <a:tailEnd/>
          </a:ln>
        </p:spPr>
      </p:pic>
      <p:sp>
        <p:nvSpPr>
          <p:cNvPr id="8" name="Text Box 70"/>
          <p:cNvSpPr txBox="1">
            <a:spLocks noChangeArrowheads="1"/>
          </p:cNvSpPr>
          <p:nvPr/>
        </p:nvSpPr>
        <p:spPr bwMode="auto">
          <a:xfrm>
            <a:off x="4367809" y="6219099"/>
            <a:ext cx="7898871" cy="584775"/>
          </a:xfrm>
          <a:prstGeom prst="rect">
            <a:avLst/>
          </a:prstGeom>
          <a:noFill/>
          <a:ln w="28575" algn="ctr">
            <a:noFill/>
            <a:miter lim="800000"/>
            <a:headEnd/>
            <a:tailEnd/>
          </a:ln>
        </p:spPr>
        <p:txBody>
          <a:bodyPr wrap="square">
            <a:spAutoFit/>
          </a:bodyPr>
          <a:lstStyle/>
          <a:p>
            <a:pPr>
              <a:defRPr/>
            </a:pPr>
            <a:r>
              <a:rPr lang="en-US" sz="3200" dirty="0">
                <a:solidFill>
                  <a:srgbClr val="595959"/>
                </a:solidFill>
                <a:latin typeface="Lato" pitchFamily="34" charset="0"/>
              </a:rPr>
              <a:t>http://www.portaldeconhecimentos.org.br</a:t>
            </a:r>
          </a:p>
        </p:txBody>
      </p:sp>
      <p:sp>
        <p:nvSpPr>
          <p:cNvPr id="9" name="Seta dobrada para cima 8"/>
          <p:cNvSpPr/>
          <p:nvPr/>
        </p:nvSpPr>
        <p:spPr bwMode="auto">
          <a:xfrm rot="5400000">
            <a:off x="3167675" y="4341102"/>
            <a:ext cx="1056117" cy="2496277"/>
          </a:xfrm>
          <a:prstGeom prst="bentUpArrow">
            <a:avLst/>
          </a:prstGeom>
          <a:solidFill>
            <a:srgbClr val="FF3300"/>
          </a:solidFill>
          <a:ln w="9525" cap="flat" cmpd="sng" algn="ctr">
            <a:noFill/>
            <a:prstDash val="solid"/>
            <a:round/>
            <a:headEnd type="none" w="med" len="med"/>
            <a:tailEnd type="none" w="med" len="med"/>
          </a:ln>
          <a:effectLst/>
        </p:spPr>
        <p:txBody>
          <a:bodyPr wrap="none" anchor="ctr"/>
          <a:lstStyle/>
          <a:p>
            <a:pPr algn="ctr">
              <a:defRPr/>
            </a:pPr>
            <a:endParaRPr lang="pt-BR" sz="2400"/>
          </a:p>
        </p:txBody>
      </p:sp>
      <p:pic>
        <p:nvPicPr>
          <p:cNvPr id="10" name="Imagem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8592" y="1604798"/>
            <a:ext cx="6077305" cy="4593164"/>
          </a:xfrm>
          <a:prstGeom prst="rect">
            <a:avLst/>
          </a:prstGeom>
        </p:spPr>
      </p:pic>
    </p:spTree>
    <p:extLst>
      <p:ext uri="{BB962C8B-B14F-4D97-AF65-F5344CB8AC3E}">
        <p14:creationId xmlns:p14="http://schemas.microsoft.com/office/powerpoint/2010/main" val="4292080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a:xfrm>
            <a:off x="4473810" y="88106"/>
            <a:ext cx="7388225" cy="70643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3200" b="1" dirty="0">
                <a:solidFill>
                  <a:srgbClr val="002060"/>
                </a:solidFill>
              </a:rPr>
              <a:t>Modelo </a:t>
            </a:r>
            <a:r>
              <a:rPr lang="pt-BR" altLang="pt-BR" sz="3200" b="1">
                <a:solidFill>
                  <a:srgbClr val="002060"/>
                </a:solidFill>
              </a:rPr>
              <a:t>de referência</a:t>
            </a:r>
            <a:endParaRPr lang="pt-BR" altLang="pt-BR" sz="3200" b="1" dirty="0">
              <a:solidFill>
                <a:srgbClr val="002060"/>
              </a:solidFill>
            </a:endParaRPr>
          </a:p>
        </p:txBody>
      </p:sp>
      <p:sp>
        <p:nvSpPr>
          <p:cNvPr id="10" name="Oval 82"/>
          <p:cNvSpPr>
            <a:spLocks noChangeArrowheads="1"/>
          </p:cNvSpPr>
          <p:nvPr/>
        </p:nvSpPr>
        <p:spPr bwMode="auto">
          <a:xfrm>
            <a:off x="3013024" y="719528"/>
            <a:ext cx="6572536" cy="5116332"/>
          </a:xfrm>
          <a:prstGeom prst="ellipse">
            <a:avLst/>
          </a:prstGeom>
          <a:solidFill>
            <a:srgbClr val="FFFF99">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r>
              <a:rPr lang="pt-BR" altLang="pt-BR" sz="2800" dirty="0">
                <a:solidFill>
                  <a:srgbClr val="000000"/>
                </a:solidFill>
              </a:rPr>
              <a:t>Modelo</a:t>
            </a:r>
          </a:p>
          <a:p>
            <a:r>
              <a:rPr lang="pt-BR" altLang="pt-BR" sz="2800" dirty="0">
                <a:solidFill>
                  <a:srgbClr val="000000"/>
                </a:solidFill>
              </a:rPr>
              <a:t>de</a:t>
            </a:r>
          </a:p>
          <a:p>
            <a:r>
              <a:rPr lang="pt-BR" altLang="pt-BR" sz="2800" dirty="0">
                <a:solidFill>
                  <a:srgbClr val="000000"/>
                </a:solidFill>
              </a:rPr>
              <a:t>Referência</a:t>
            </a:r>
          </a:p>
        </p:txBody>
      </p:sp>
      <p:sp>
        <p:nvSpPr>
          <p:cNvPr id="11" name="Rectangle 83"/>
          <p:cNvSpPr>
            <a:spLocks noChangeArrowheads="1"/>
          </p:cNvSpPr>
          <p:nvPr/>
        </p:nvSpPr>
        <p:spPr bwMode="auto">
          <a:xfrm>
            <a:off x="1161963" y="5857850"/>
            <a:ext cx="10190503" cy="890588"/>
          </a:xfrm>
          <a:prstGeom prst="rect">
            <a:avLst/>
          </a:prstGeom>
          <a:solidFill>
            <a:schemeClr val="bg2"/>
          </a:solidFill>
          <a:ln w="9525">
            <a:solidFill>
              <a:schemeClr val="tx1"/>
            </a:solidFill>
            <a:miter lim="800000"/>
            <a:headEnd/>
            <a:tailEnd/>
          </a:ln>
        </p:spPr>
        <p:txBody>
          <a:bodyPr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eaLnBrk="1" hangingPunct="1"/>
            <a:r>
              <a:rPr lang="pt-BR" altLang="pt-BR" sz="2000">
                <a:solidFill>
                  <a:srgbClr val="0000CC"/>
                </a:solidFill>
              </a:rPr>
              <a:t>Modelos de Referência descrevem o processo de negócio e servem de referência para toda organização sobre o seu funcionamento.  </a:t>
            </a:r>
          </a:p>
        </p:txBody>
      </p:sp>
      <p:grpSp>
        <p:nvGrpSpPr>
          <p:cNvPr id="12" name="Group 3"/>
          <p:cNvGrpSpPr>
            <a:grpSpLocks/>
          </p:cNvGrpSpPr>
          <p:nvPr/>
        </p:nvGrpSpPr>
        <p:grpSpPr bwMode="auto">
          <a:xfrm>
            <a:off x="1586149" y="968812"/>
            <a:ext cx="8912847" cy="4692780"/>
            <a:chOff x="63" y="768"/>
            <a:chExt cx="5585" cy="3201"/>
          </a:xfrm>
        </p:grpSpPr>
        <p:grpSp>
          <p:nvGrpSpPr>
            <p:cNvPr id="13" name="Group 4"/>
            <p:cNvGrpSpPr>
              <a:grpSpLocks/>
            </p:cNvGrpSpPr>
            <p:nvPr/>
          </p:nvGrpSpPr>
          <p:grpSpPr bwMode="auto">
            <a:xfrm>
              <a:off x="1551" y="1248"/>
              <a:ext cx="2544" cy="1584"/>
              <a:chOff x="1632" y="787"/>
              <a:chExt cx="2544" cy="1584"/>
            </a:xfrm>
          </p:grpSpPr>
          <p:grpSp>
            <p:nvGrpSpPr>
              <p:cNvPr id="40" name="Group 5"/>
              <p:cNvGrpSpPr>
                <a:grpSpLocks/>
              </p:cNvGrpSpPr>
              <p:nvPr/>
            </p:nvGrpSpPr>
            <p:grpSpPr bwMode="auto">
              <a:xfrm>
                <a:off x="1632" y="787"/>
                <a:ext cx="2544" cy="1584"/>
                <a:chOff x="1632" y="787"/>
                <a:chExt cx="2544" cy="1584"/>
              </a:xfrm>
            </p:grpSpPr>
            <p:grpSp>
              <p:nvGrpSpPr>
                <p:cNvPr id="69" name="Group 6"/>
                <p:cNvGrpSpPr>
                  <a:grpSpLocks/>
                </p:cNvGrpSpPr>
                <p:nvPr/>
              </p:nvGrpSpPr>
              <p:grpSpPr bwMode="auto">
                <a:xfrm>
                  <a:off x="1632" y="787"/>
                  <a:ext cx="2544" cy="1584"/>
                  <a:chOff x="1632" y="787"/>
                  <a:chExt cx="2544" cy="1584"/>
                </a:xfrm>
              </p:grpSpPr>
              <p:grpSp>
                <p:nvGrpSpPr>
                  <p:cNvPr id="76" name="Group 7"/>
                  <p:cNvGrpSpPr>
                    <a:grpSpLocks/>
                  </p:cNvGrpSpPr>
                  <p:nvPr/>
                </p:nvGrpSpPr>
                <p:grpSpPr bwMode="auto">
                  <a:xfrm>
                    <a:off x="1632" y="787"/>
                    <a:ext cx="2544" cy="1584"/>
                    <a:chOff x="1632" y="787"/>
                    <a:chExt cx="2544" cy="1584"/>
                  </a:xfrm>
                </p:grpSpPr>
                <p:sp>
                  <p:nvSpPr>
                    <p:cNvPr id="78" name="Rectangle 8"/>
                    <p:cNvSpPr>
                      <a:spLocks noChangeArrowheads="1"/>
                    </p:cNvSpPr>
                    <p:nvPr/>
                  </p:nvSpPr>
                  <p:spPr bwMode="auto">
                    <a:xfrm>
                      <a:off x="1632" y="787"/>
                      <a:ext cx="2544" cy="1584"/>
                    </a:xfrm>
                    <a:prstGeom prst="rect">
                      <a:avLst/>
                    </a:prstGeom>
                    <a:solidFill>
                      <a:srgbClr val="FFC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grpSp>
                  <p:nvGrpSpPr>
                    <p:cNvPr id="79" name="Group 9"/>
                    <p:cNvGrpSpPr>
                      <a:grpSpLocks/>
                    </p:cNvGrpSpPr>
                    <p:nvPr/>
                  </p:nvGrpSpPr>
                  <p:grpSpPr bwMode="auto">
                    <a:xfrm>
                      <a:off x="1936" y="1182"/>
                      <a:ext cx="1911" cy="1030"/>
                      <a:chOff x="1936" y="1182"/>
                      <a:chExt cx="1911" cy="1030"/>
                    </a:xfrm>
                  </p:grpSpPr>
                  <p:grpSp>
                    <p:nvGrpSpPr>
                      <p:cNvPr id="80" name="Group 10"/>
                      <p:cNvGrpSpPr>
                        <a:grpSpLocks/>
                      </p:cNvGrpSpPr>
                      <p:nvPr/>
                    </p:nvGrpSpPr>
                    <p:grpSpPr bwMode="auto">
                      <a:xfrm>
                        <a:off x="1936" y="1516"/>
                        <a:ext cx="1540" cy="696"/>
                        <a:chOff x="1936" y="1516"/>
                        <a:chExt cx="1540" cy="696"/>
                      </a:xfrm>
                    </p:grpSpPr>
                    <p:sp>
                      <p:nvSpPr>
                        <p:cNvPr id="82" name="Freeform 11"/>
                        <p:cNvSpPr>
                          <a:spLocks/>
                        </p:cNvSpPr>
                        <p:nvPr/>
                      </p:nvSpPr>
                      <p:spPr bwMode="auto">
                        <a:xfrm>
                          <a:off x="2079" y="1836"/>
                          <a:ext cx="1397" cy="376"/>
                        </a:xfrm>
                        <a:custGeom>
                          <a:avLst/>
                          <a:gdLst>
                            <a:gd name="T0" fmla="*/ 0 w 1397"/>
                            <a:gd name="T1" fmla="*/ 282 h 376"/>
                            <a:gd name="T2" fmla="*/ 46 w 1397"/>
                            <a:gd name="T3" fmla="*/ 268 h 376"/>
                            <a:gd name="T4" fmla="*/ 81 w 1397"/>
                            <a:gd name="T5" fmla="*/ 242 h 376"/>
                            <a:gd name="T6" fmla="*/ 139 w 1397"/>
                            <a:gd name="T7" fmla="*/ 228 h 376"/>
                            <a:gd name="T8" fmla="*/ 185 w 1397"/>
                            <a:gd name="T9" fmla="*/ 223 h 376"/>
                            <a:gd name="T10" fmla="*/ 242 w 1397"/>
                            <a:gd name="T11" fmla="*/ 223 h 376"/>
                            <a:gd name="T12" fmla="*/ 304 w 1397"/>
                            <a:gd name="T13" fmla="*/ 231 h 376"/>
                            <a:gd name="T14" fmla="*/ 377 w 1397"/>
                            <a:gd name="T15" fmla="*/ 231 h 376"/>
                            <a:gd name="T16" fmla="*/ 476 w 1397"/>
                            <a:gd name="T17" fmla="*/ 237 h 376"/>
                            <a:gd name="T18" fmla="*/ 555 w 1397"/>
                            <a:gd name="T19" fmla="*/ 234 h 376"/>
                            <a:gd name="T20" fmla="*/ 650 w 1397"/>
                            <a:gd name="T21" fmla="*/ 217 h 376"/>
                            <a:gd name="T22" fmla="*/ 751 w 1397"/>
                            <a:gd name="T23" fmla="*/ 192 h 376"/>
                            <a:gd name="T24" fmla="*/ 863 w 1397"/>
                            <a:gd name="T25" fmla="*/ 155 h 376"/>
                            <a:gd name="T26" fmla="*/ 984 w 1397"/>
                            <a:gd name="T27" fmla="*/ 116 h 376"/>
                            <a:gd name="T28" fmla="*/ 1119 w 1397"/>
                            <a:gd name="T29" fmla="*/ 73 h 376"/>
                            <a:gd name="T30" fmla="*/ 1231 w 1397"/>
                            <a:gd name="T31" fmla="*/ 40 h 376"/>
                            <a:gd name="T32" fmla="*/ 1341 w 1397"/>
                            <a:gd name="T33" fmla="*/ 14 h 376"/>
                            <a:gd name="T34" fmla="*/ 1396 w 1397"/>
                            <a:gd name="T35" fmla="*/ 0 h 376"/>
                            <a:gd name="T36" fmla="*/ 1361 w 1397"/>
                            <a:gd name="T37" fmla="*/ 17 h 376"/>
                            <a:gd name="T38" fmla="*/ 1352 w 1397"/>
                            <a:gd name="T39" fmla="*/ 32 h 376"/>
                            <a:gd name="T40" fmla="*/ 1356 w 1397"/>
                            <a:gd name="T41" fmla="*/ 43 h 376"/>
                            <a:gd name="T42" fmla="*/ 1310 w 1397"/>
                            <a:gd name="T43" fmla="*/ 62 h 376"/>
                            <a:gd name="T44" fmla="*/ 1284 w 1397"/>
                            <a:gd name="T45" fmla="*/ 71 h 376"/>
                            <a:gd name="T46" fmla="*/ 1231 w 1397"/>
                            <a:gd name="T47" fmla="*/ 82 h 376"/>
                            <a:gd name="T48" fmla="*/ 1171 w 1397"/>
                            <a:gd name="T49" fmla="*/ 95 h 376"/>
                            <a:gd name="T50" fmla="*/ 1132 w 1397"/>
                            <a:gd name="T51" fmla="*/ 113 h 376"/>
                            <a:gd name="T52" fmla="*/ 1123 w 1397"/>
                            <a:gd name="T53" fmla="*/ 122 h 376"/>
                            <a:gd name="T54" fmla="*/ 1123 w 1397"/>
                            <a:gd name="T55" fmla="*/ 133 h 376"/>
                            <a:gd name="T56" fmla="*/ 1136 w 1397"/>
                            <a:gd name="T57" fmla="*/ 141 h 376"/>
                            <a:gd name="T58" fmla="*/ 1127 w 1397"/>
                            <a:gd name="T59" fmla="*/ 149 h 376"/>
                            <a:gd name="T60" fmla="*/ 1101 w 1397"/>
                            <a:gd name="T61" fmla="*/ 152 h 376"/>
                            <a:gd name="T62" fmla="*/ 1055 w 1397"/>
                            <a:gd name="T63" fmla="*/ 158 h 376"/>
                            <a:gd name="T64" fmla="*/ 984 w 1397"/>
                            <a:gd name="T65" fmla="*/ 169 h 376"/>
                            <a:gd name="T66" fmla="*/ 907 w 1397"/>
                            <a:gd name="T67" fmla="*/ 190 h 376"/>
                            <a:gd name="T68" fmla="*/ 801 w 1397"/>
                            <a:gd name="T69" fmla="*/ 217 h 376"/>
                            <a:gd name="T70" fmla="*/ 724 w 1397"/>
                            <a:gd name="T71" fmla="*/ 231 h 376"/>
                            <a:gd name="T72" fmla="*/ 650 w 1397"/>
                            <a:gd name="T73" fmla="*/ 242 h 376"/>
                            <a:gd name="T74" fmla="*/ 595 w 1397"/>
                            <a:gd name="T75" fmla="*/ 256 h 376"/>
                            <a:gd name="T76" fmla="*/ 564 w 1397"/>
                            <a:gd name="T77" fmla="*/ 266 h 376"/>
                            <a:gd name="T78" fmla="*/ 451 w 1397"/>
                            <a:gd name="T79" fmla="*/ 266 h 376"/>
                            <a:gd name="T80" fmla="*/ 399 w 1397"/>
                            <a:gd name="T81" fmla="*/ 266 h 376"/>
                            <a:gd name="T82" fmla="*/ 350 w 1397"/>
                            <a:gd name="T83" fmla="*/ 268 h 376"/>
                            <a:gd name="T84" fmla="*/ 308 w 1397"/>
                            <a:gd name="T85" fmla="*/ 282 h 376"/>
                            <a:gd name="T86" fmla="*/ 251 w 1397"/>
                            <a:gd name="T87" fmla="*/ 304 h 376"/>
                            <a:gd name="T88" fmla="*/ 211 w 1397"/>
                            <a:gd name="T89" fmla="*/ 329 h 376"/>
                            <a:gd name="T90" fmla="*/ 183 w 1397"/>
                            <a:gd name="T91" fmla="*/ 347 h 376"/>
                            <a:gd name="T92" fmla="*/ 143 w 1397"/>
                            <a:gd name="T93" fmla="*/ 375 h 376"/>
                            <a:gd name="T94" fmla="*/ 165 w 1397"/>
                            <a:gd name="T95" fmla="*/ 343 h 376"/>
                            <a:gd name="T96" fmla="*/ 183 w 1397"/>
                            <a:gd name="T97" fmla="*/ 327 h 376"/>
                            <a:gd name="T98" fmla="*/ 189 w 1397"/>
                            <a:gd name="T99" fmla="*/ 307 h 376"/>
                            <a:gd name="T100" fmla="*/ 189 w 1397"/>
                            <a:gd name="T101" fmla="*/ 291 h 376"/>
                            <a:gd name="T102" fmla="*/ 178 w 1397"/>
                            <a:gd name="T103" fmla="*/ 277 h 376"/>
                            <a:gd name="T104" fmla="*/ 143 w 1397"/>
                            <a:gd name="T105" fmla="*/ 268 h 376"/>
                            <a:gd name="T106" fmla="*/ 103 w 1397"/>
                            <a:gd name="T107" fmla="*/ 263 h 376"/>
                            <a:gd name="T108" fmla="*/ 77 w 1397"/>
                            <a:gd name="T109" fmla="*/ 266 h 376"/>
                            <a:gd name="T110" fmla="*/ 55 w 1397"/>
                            <a:gd name="T111" fmla="*/ 274 h 376"/>
                            <a:gd name="T112" fmla="*/ 0 w 1397"/>
                            <a:gd name="T113" fmla="*/ 282 h 37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397"/>
                            <a:gd name="T172" fmla="*/ 0 h 376"/>
                            <a:gd name="T173" fmla="*/ 1397 w 1397"/>
                            <a:gd name="T174" fmla="*/ 376 h 37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397" h="376">
                              <a:moveTo>
                                <a:pt x="0" y="282"/>
                              </a:moveTo>
                              <a:lnTo>
                                <a:pt x="46" y="268"/>
                              </a:lnTo>
                              <a:lnTo>
                                <a:pt x="81" y="242"/>
                              </a:lnTo>
                              <a:lnTo>
                                <a:pt x="139" y="228"/>
                              </a:lnTo>
                              <a:lnTo>
                                <a:pt x="185" y="223"/>
                              </a:lnTo>
                              <a:lnTo>
                                <a:pt x="242" y="223"/>
                              </a:lnTo>
                              <a:lnTo>
                                <a:pt x="304" y="231"/>
                              </a:lnTo>
                              <a:lnTo>
                                <a:pt x="377" y="231"/>
                              </a:lnTo>
                              <a:lnTo>
                                <a:pt x="476" y="237"/>
                              </a:lnTo>
                              <a:lnTo>
                                <a:pt x="555" y="234"/>
                              </a:lnTo>
                              <a:lnTo>
                                <a:pt x="650" y="217"/>
                              </a:lnTo>
                              <a:lnTo>
                                <a:pt x="751" y="192"/>
                              </a:lnTo>
                              <a:lnTo>
                                <a:pt x="863" y="155"/>
                              </a:lnTo>
                              <a:lnTo>
                                <a:pt x="984" y="116"/>
                              </a:lnTo>
                              <a:lnTo>
                                <a:pt x="1119" y="73"/>
                              </a:lnTo>
                              <a:lnTo>
                                <a:pt x="1231" y="40"/>
                              </a:lnTo>
                              <a:lnTo>
                                <a:pt x="1341" y="14"/>
                              </a:lnTo>
                              <a:lnTo>
                                <a:pt x="1396" y="0"/>
                              </a:lnTo>
                              <a:lnTo>
                                <a:pt x="1361" y="17"/>
                              </a:lnTo>
                              <a:lnTo>
                                <a:pt x="1352" y="32"/>
                              </a:lnTo>
                              <a:lnTo>
                                <a:pt x="1356" y="43"/>
                              </a:lnTo>
                              <a:lnTo>
                                <a:pt x="1310" y="62"/>
                              </a:lnTo>
                              <a:lnTo>
                                <a:pt x="1284" y="71"/>
                              </a:lnTo>
                              <a:lnTo>
                                <a:pt x="1231" y="82"/>
                              </a:lnTo>
                              <a:lnTo>
                                <a:pt x="1171" y="95"/>
                              </a:lnTo>
                              <a:lnTo>
                                <a:pt x="1132" y="113"/>
                              </a:lnTo>
                              <a:lnTo>
                                <a:pt x="1123" y="122"/>
                              </a:lnTo>
                              <a:lnTo>
                                <a:pt x="1123" y="133"/>
                              </a:lnTo>
                              <a:lnTo>
                                <a:pt x="1136" y="141"/>
                              </a:lnTo>
                              <a:lnTo>
                                <a:pt x="1127" y="149"/>
                              </a:lnTo>
                              <a:lnTo>
                                <a:pt x="1101" y="152"/>
                              </a:lnTo>
                              <a:lnTo>
                                <a:pt x="1055" y="158"/>
                              </a:lnTo>
                              <a:lnTo>
                                <a:pt x="984" y="169"/>
                              </a:lnTo>
                              <a:lnTo>
                                <a:pt x="907" y="190"/>
                              </a:lnTo>
                              <a:lnTo>
                                <a:pt x="801" y="217"/>
                              </a:lnTo>
                              <a:lnTo>
                                <a:pt x="724" y="231"/>
                              </a:lnTo>
                              <a:lnTo>
                                <a:pt x="650" y="242"/>
                              </a:lnTo>
                              <a:lnTo>
                                <a:pt x="595" y="256"/>
                              </a:lnTo>
                              <a:lnTo>
                                <a:pt x="564" y="266"/>
                              </a:lnTo>
                              <a:lnTo>
                                <a:pt x="451" y="266"/>
                              </a:lnTo>
                              <a:lnTo>
                                <a:pt x="399" y="266"/>
                              </a:lnTo>
                              <a:lnTo>
                                <a:pt x="350" y="268"/>
                              </a:lnTo>
                              <a:lnTo>
                                <a:pt x="308" y="282"/>
                              </a:lnTo>
                              <a:lnTo>
                                <a:pt x="251" y="304"/>
                              </a:lnTo>
                              <a:lnTo>
                                <a:pt x="211" y="329"/>
                              </a:lnTo>
                              <a:lnTo>
                                <a:pt x="183" y="347"/>
                              </a:lnTo>
                              <a:lnTo>
                                <a:pt x="143" y="375"/>
                              </a:lnTo>
                              <a:lnTo>
                                <a:pt x="165" y="343"/>
                              </a:lnTo>
                              <a:lnTo>
                                <a:pt x="183" y="327"/>
                              </a:lnTo>
                              <a:lnTo>
                                <a:pt x="189" y="307"/>
                              </a:lnTo>
                              <a:lnTo>
                                <a:pt x="189" y="291"/>
                              </a:lnTo>
                              <a:lnTo>
                                <a:pt x="178" y="277"/>
                              </a:lnTo>
                              <a:lnTo>
                                <a:pt x="143" y="268"/>
                              </a:lnTo>
                              <a:lnTo>
                                <a:pt x="103" y="263"/>
                              </a:lnTo>
                              <a:lnTo>
                                <a:pt x="77" y="266"/>
                              </a:lnTo>
                              <a:lnTo>
                                <a:pt x="55" y="274"/>
                              </a:lnTo>
                              <a:lnTo>
                                <a:pt x="0" y="282"/>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83" name="Freeform 12"/>
                        <p:cNvSpPr>
                          <a:spLocks/>
                        </p:cNvSpPr>
                        <p:nvPr/>
                      </p:nvSpPr>
                      <p:spPr bwMode="auto">
                        <a:xfrm>
                          <a:off x="2324" y="1855"/>
                          <a:ext cx="445" cy="66"/>
                        </a:xfrm>
                        <a:custGeom>
                          <a:avLst/>
                          <a:gdLst>
                            <a:gd name="T0" fmla="*/ 13 w 445"/>
                            <a:gd name="T1" fmla="*/ 0 h 66"/>
                            <a:gd name="T2" fmla="*/ 34 w 445"/>
                            <a:gd name="T3" fmla="*/ 2 h 66"/>
                            <a:gd name="T4" fmla="*/ 60 w 445"/>
                            <a:gd name="T5" fmla="*/ 11 h 66"/>
                            <a:gd name="T6" fmla="*/ 88 w 445"/>
                            <a:gd name="T7" fmla="*/ 21 h 66"/>
                            <a:gd name="T8" fmla="*/ 122 w 445"/>
                            <a:gd name="T9" fmla="*/ 31 h 66"/>
                            <a:gd name="T10" fmla="*/ 157 w 445"/>
                            <a:gd name="T11" fmla="*/ 36 h 66"/>
                            <a:gd name="T12" fmla="*/ 191 w 445"/>
                            <a:gd name="T13" fmla="*/ 40 h 66"/>
                            <a:gd name="T14" fmla="*/ 225 w 445"/>
                            <a:gd name="T15" fmla="*/ 40 h 66"/>
                            <a:gd name="T16" fmla="*/ 266 w 445"/>
                            <a:gd name="T17" fmla="*/ 36 h 66"/>
                            <a:gd name="T18" fmla="*/ 313 w 445"/>
                            <a:gd name="T19" fmla="*/ 31 h 66"/>
                            <a:gd name="T20" fmla="*/ 347 w 445"/>
                            <a:gd name="T21" fmla="*/ 26 h 66"/>
                            <a:gd name="T22" fmla="*/ 384 w 445"/>
                            <a:gd name="T23" fmla="*/ 23 h 66"/>
                            <a:gd name="T24" fmla="*/ 444 w 445"/>
                            <a:gd name="T25" fmla="*/ 18 h 66"/>
                            <a:gd name="T26" fmla="*/ 423 w 445"/>
                            <a:gd name="T27" fmla="*/ 28 h 66"/>
                            <a:gd name="T28" fmla="*/ 401 w 445"/>
                            <a:gd name="T29" fmla="*/ 38 h 66"/>
                            <a:gd name="T30" fmla="*/ 401 w 445"/>
                            <a:gd name="T31" fmla="*/ 48 h 66"/>
                            <a:gd name="T32" fmla="*/ 405 w 445"/>
                            <a:gd name="T33" fmla="*/ 63 h 66"/>
                            <a:gd name="T34" fmla="*/ 418 w 445"/>
                            <a:gd name="T35" fmla="*/ 65 h 66"/>
                            <a:gd name="T36" fmla="*/ 401 w 445"/>
                            <a:gd name="T37" fmla="*/ 63 h 66"/>
                            <a:gd name="T38" fmla="*/ 375 w 445"/>
                            <a:gd name="T39" fmla="*/ 58 h 66"/>
                            <a:gd name="T40" fmla="*/ 365 w 445"/>
                            <a:gd name="T41" fmla="*/ 55 h 66"/>
                            <a:gd name="T42" fmla="*/ 339 w 445"/>
                            <a:gd name="T43" fmla="*/ 55 h 66"/>
                            <a:gd name="T44" fmla="*/ 305 w 445"/>
                            <a:gd name="T45" fmla="*/ 55 h 66"/>
                            <a:gd name="T46" fmla="*/ 262 w 445"/>
                            <a:gd name="T47" fmla="*/ 55 h 66"/>
                            <a:gd name="T48" fmla="*/ 221 w 445"/>
                            <a:gd name="T49" fmla="*/ 55 h 66"/>
                            <a:gd name="T50" fmla="*/ 191 w 445"/>
                            <a:gd name="T51" fmla="*/ 55 h 66"/>
                            <a:gd name="T52" fmla="*/ 157 w 445"/>
                            <a:gd name="T53" fmla="*/ 53 h 66"/>
                            <a:gd name="T54" fmla="*/ 127 w 445"/>
                            <a:gd name="T55" fmla="*/ 50 h 66"/>
                            <a:gd name="T56" fmla="*/ 92 w 445"/>
                            <a:gd name="T57" fmla="*/ 45 h 66"/>
                            <a:gd name="T58" fmla="*/ 69 w 445"/>
                            <a:gd name="T59" fmla="*/ 38 h 66"/>
                            <a:gd name="T60" fmla="*/ 39 w 445"/>
                            <a:gd name="T61" fmla="*/ 31 h 66"/>
                            <a:gd name="T62" fmla="*/ 17 w 445"/>
                            <a:gd name="T63" fmla="*/ 21 h 66"/>
                            <a:gd name="T64" fmla="*/ 0 w 445"/>
                            <a:gd name="T65" fmla="*/ 16 h 66"/>
                            <a:gd name="T66" fmla="*/ 13 w 445"/>
                            <a:gd name="T67" fmla="*/ 0 h 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45"/>
                            <a:gd name="T103" fmla="*/ 0 h 66"/>
                            <a:gd name="T104" fmla="*/ 445 w 445"/>
                            <a:gd name="T105" fmla="*/ 66 h 6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45" h="66">
                              <a:moveTo>
                                <a:pt x="13" y="0"/>
                              </a:moveTo>
                              <a:lnTo>
                                <a:pt x="34" y="2"/>
                              </a:lnTo>
                              <a:lnTo>
                                <a:pt x="60" y="11"/>
                              </a:lnTo>
                              <a:lnTo>
                                <a:pt x="88" y="21"/>
                              </a:lnTo>
                              <a:lnTo>
                                <a:pt x="122" y="31"/>
                              </a:lnTo>
                              <a:lnTo>
                                <a:pt x="157" y="36"/>
                              </a:lnTo>
                              <a:lnTo>
                                <a:pt x="191" y="40"/>
                              </a:lnTo>
                              <a:lnTo>
                                <a:pt x="225" y="40"/>
                              </a:lnTo>
                              <a:lnTo>
                                <a:pt x="266" y="36"/>
                              </a:lnTo>
                              <a:lnTo>
                                <a:pt x="313" y="31"/>
                              </a:lnTo>
                              <a:lnTo>
                                <a:pt x="347" y="26"/>
                              </a:lnTo>
                              <a:lnTo>
                                <a:pt x="384" y="23"/>
                              </a:lnTo>
                              <a:lnTo>
                                <a:pt x="444" y="18"/>
                              </a:lnTo>
                              <a:lnTo>
                                <a:pt x="423" y="28"/>
                              </a:lnTo>
                              <a:lnTo>
                                <a:pt x="401" y="38"/>
                              </a:lnTo>
                              <a:lnTo>
                                <a:pt x="401" y="48"/>
                              </a:lnTo>
                              <a:lnTo>
                                <a:pt x="405" y="63"/>
                              </a:lnTo>
                              <a:lnTo>
                                <a:pt x="418" y="65"/>
                              </a:lnTo>
                              <a:lnTo>
                                <a:pt x="401" y="63"/>
                              </a:lnTo>
                              <a:lnTo>
                                <a:pt x="375" y="58"/>
                              </a:lnTo>
                              <a:lnTo>
                                <a:pt x="365" y="55"/>
                              </a:lnTo>
                              <a:lnTo>
                                <a:pt x="339" y="55"/>
                              </a:lnTo>
                              <a:lnTo>
                                <a:pt x="305" y="55"/>
                              </a:lnTo>
                              <a:lnTo>
                                <a:pt x="262" y="55"/>
                              </a:lnTo>
                              <a:lnTo>
                                <a:pt x="221" y="55"/>
                              </a:lnTo>
                              <a:lnTo>
                                <a:pt x="191" y="55"/>
                              </a:lnTo>
                              <a:lnTo>
                                <a:pt x="157" y="53"/>
                              </a:lnTo>
                              <a:lnTo>
                                <a:pt x="127" y="50"/>
                              </a:lnTo>
                              <a:lnTo>
                                <a:pt x="92" y="45"/>
                              </a:lnTo>
                              <a:lnTo>
                                <a:pt x="69" y="38"/>
                              </a:lnTo>
                              <a:lnTo>
                                <a:pt x="39" y="31"/>
                              </a:lnTo>
                              <a:lnTo>
                                <a:pt x="17" y="21"/>
                              </a:lnTo>
                              <a:lnTo>
                                <a:pt x="0" y="16"/>
                              </a:lnTo>
                              <a:lnTo>
                                <a:pt x="13" y="0"/>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84" name="Freeform 13"/>
                        <p:cNvSpPr>
                          <a:spLocks/>
                        </p:cNvSpPr>
                        <p:nvPr/>
                      </p:nvSpPr>
                      <p:spPr bwMode="auto">
                        <a:xfrm>
                          <a:off x="2384" y="1720"/>
                          <a:ext cx="880" cy="133"/>
                        </a:xfrm>
                        <a:custGeom>
                          <a:avLst/>
                          <a:gdLst>
                            <a:gd name="T0" fmla="*/ 17 w 880"/>
                            <a:gd name="T1" fmla="*/ 73 h 133"/>
                            <a:gd name="T2" fmla="*/ 31 w 880"/>
                            <a:gd name="T3" fmla="*/ 67 h 133"/>
                            <a:gd name="T4" fmla="*/ 22 w 880"/>
                            <a:gd name="T5" fmla="*/ 81 h 133"/>
                            <a:gd name="T6" fmla="*/ 31 w 880"/>
                            <a:gd name="T7" fmla="*/ 88 h 133"/>
                            <a:gd name="T8" fmla="*/ 81 w 880"/>
                            <a:gd name="T9" fmla="*/ 99 h 133"/>
                            <a:gd name="T10" fmla="*/ 160 w 880"/>
                            <a:gd name="T11" fmla="*/ 107 h 133"/>
                            <a:gd name="T12" fmla="*/ 236 w 880"/>
                            <a:gd name="T13" fmla="*/ 115 h 133"/>
                            <a:gd name="T14" fmla="*/ 326 w 880"/>
                            <a:gd name="T15" fmla="*/ 112 h 133"/>
                            <a:gd name="T16" fmla="*/ 435 w 880"/>
                            <a:gd name="T17" fmla="*/ 102 h 133"/>
                            <a:gd name="T18" fmla="*/ 547 w 880"/>
                            <a:gd name="T19" fmla="*/ 91 h 133"/>
                            <a:gd name="T20" fmla="*/ 645 w 880"/>
                            <a:gd name="T21" fmla="*/ 78 h 133"/>
                            <a:gd name="T22" fmla="*/ 684 w 880"/>
                            <a:gd name="T23" fmla="*/ 73 h 133"/>
                            <a:gd name="T24" fmla="*/ 737 w 880"/>
                            <a:gd name="T25" fmla="*/ 59 h 133"/>
                            <a:gd name="T26" fmla="*/ 787 w 880"/>
                            <a:gd name="T27" fmla="*/ 42 h 133"/>
                            <a:gd name="T28" fmla="*/ 835 w 880"/>
                            <a:gd name="T29" fmla="*/ 24 h 133"/>
                            <a:gd name="T30" fmla="*/ 879 w 880"/>
                            <a:gd name="T31" fmla="*/ 0 h 133"/>
                            <a:gd name="T32" fmla="*/ 866 w 880"/>
                            <a:gd name="T33" fmla="*/ 29 h 133"/>
                            <a:gd name="T34" fmla="*/ 831 w 880"/>
                            <a:gd name="T35" fmla="*/ 48 h 133"/>
                            <a:gd name="T36" fmla="*/ 770 w 880"/>
                            <a:gd name="T37" fmla="*/ 65 h 133"/>
                            <a:gd name="T38" fmla="*/ 706 w 880"/>
                            <a:gd name="T39" fmla="*/ 86 h 133"/>
                            <a:gd name="T40" fmla="*/ 632 w 880"/>
                            <a:gd name="T41" fmla="*/ 96 h 133"/>
                            <a:gd name="T42" fmla="*/ 547 w 880"/>
                            <a:gd name="T43" fmla="*/ 110 h 133"/>
                            <a:gd name="T44" fmla="*/ 464 w 880"/>
                            <a:gd name="T45" fmla="*/ 120 h 133"/>
                            <a:gd name="T46" fmla="*/ 405 w 880"/>
                            <a:gd name="T47" fmla="*/ 128 h 133"/>
                            <a:gd name="T48" fmla="*/ 348 w 880"/>
                            <a:gd name="T49" fmla="*/ 131 h 133"/>
                            <a:gd name="T50" fmla="*/ 276 w 880"/>
                            <a:gd name="T51" fmla="*/ 132 h 133"/>
                            <a:gd name="T52" fmla="*/ 188 w 880"/>
                            <a:gd name="T53" fmla="*/ 131 h 133"/>
                            <a:gd name="T54" fmla="*/ 112 w 880"/>
                            <a:gd name="T55" fmla="*/ 123 h 133"/>
                            <a:gd name="T56" fmla="*/ 55 w 880"/>
                            <a:gd name="T57" fmla="*/ 112 h 133"/>
                            <a:gd name="T58" fmla="*/ 13 w 880"/>
                            <a:gd name="T59" fmla="*/ 99 h 133"/>
                            <a:gd name="T60" fmla="*/ 0 w 880"/>
                            <a:gd name="T61" fmla="*/ 88 h 133"/>
                            <a:gd name="T62" fmla="*/ 17 w 880"/>
                            <a:gd name="T63" fmla="*/ 73 h 13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80"/>
                            <a:gd name="T97" fmla="*/ 0 h 133"/>
                            <a:gd name="T98" fmla="*/ 880 w 880"/>
                            <a:gd name="T99" fmla="*/ 133 h 13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80" h="133">
                              <a:moveTo>
                                <a:pt x="17" y="73"/>
                              </a:moveTo>
                              <a:lnTo>
                                <a:pt x="31" y="67"/>
                              </a:lnTo>
                              <a:lnTo>
                                <a:pt x="22" y="81"/>
                              </a:lnTo>
                              <a:lnTo>
                                <a:pt x="31" y="88"/>
                              </a:lnTo>
                              <a:lnTo>
                                <a:pt x="81" y="99"/>
                              </a:lnTo>
                              <a:lnTo>
                                <a:pt x="160" y="107"/>
                              </a:lnTo>
                              <a:lnTo>
                                <a:pt x="236" y="115"/>
                              </a:lnTo>
                              <a:lnTo>
                                <a:pt x="326" y="112"/>
                              </a:lnTo>
                              <a:lnTo>
                                <a:pt x="435" y="102"/>
                              </a:lnTo>
                              <a:lnTo>
                                <a:pt x="547" y="91"/>
                              </a:lnTo>
                              <a:lnTo>
                                <a:pt x="645" y="78"/>
                              </a:lnTo>
                              <a:lnTo>
                                <a:pt x="684" y="73"/>
                              </a:lnTo>
                              <a:lnTo>
                                <a:pt x="737" y="59"/>
                              </a:lnTo>
                              <a:lnTo>
                                <a:pt x="787" y="42"/>
                              </a:lnTo>
                              <a:lnTo>
                                <a:pt x="835" y="24"/>
                              </a:lnTo>
                              <a:lnTo>
                                <a:pt x="879" y="0"/>
                              </a:lnTo>
                              <a:lnTo>
                                <a:pt x="866" y="29"/>
                              </a:lnTo>
                              <a:lnTo>
                                <a:pt x="831" y="48"/>
                              </a:lnTo>
                              <a:lnTo>
                                <a:pt x="770" y="65"/>
                              </a:lnTo>
                              <a:lnTo>
                                <a:pt x="706" y="86"/>
                              </a:lnTo>
                              <a:lnTo>
                                <a:pt x="632" y="96"/>
                              </a:lnTo>
                              <a:lnTo>
                                <a:pt x="547" y="110"/>
                              </a:lnTo>
                              <a:lnTo>
                                <a:pt x="464" y="120"/>
                              </a:lnTo>
                              <a:lnTo>
                                <a:pt x="405" y="128"/>
                              </a:lnTo>
                              <a:lnTo>
                                <a:pt x="348" y="131"/>
                              </a:lnTo>
                              <a:lnTo>
                                <a:pt x="276" y="132"/>
                              </a:lnTo>
                              <a:lnTo>
                                <a:pt x="188" y="131"/>
                              </a:lnTo>
                              <a:lnTo>
                                <a:pt x="112" y="123"/>
                              </a:lnTo>
                              <a:lnTo>
                                <a:pt x="55" y="112"/>
                              </a:lnTo>
                              <a:lnTo>
                                <a:pt x="13" y="99"/>
                              </a:lnTo>
                              <a:lnTo>
                                <a:pt x="0" y="88"/>
                              </a:lnTo>
                              <a:lnTo>
                                <a:pt x="17" y="73"/>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nvGrpSpPr>
                        <p:cNvPr id="85" name="Group 14"/>
                        <p:cNvGrpSpPr>
                          <a:grpSpLocks/>
                        </p:cNvGrpSpPr>
                        <p:nvPr/>
                      </p:nvGrpSpPr>
                      <p:grpSpPr bwMode="auto">
                        <a:xfrm>
                          <a:off x="1936" y="1516"/>
                          <a:ext cx="292" cy="278"/>
                          <a:chOff x="1936" y="1516"/>
                          <a:chExt cx="292" cy="278"/>
                        </a:xfrm>
                      </p:grpSpPr>
                      <p:sp>
                        <p:nvSpPr>
                          <p:cNvPr id="86" name="Freeform 15"/>
                          <p:cNvSpPr>
                            <a:spLocks/>
                          </p:cNvSpPr>
                          <p:nvPr/>
                        </p:nvSpPr>
                        <p:spPr bwMode="auto">
                          <a:xfrm>
                            <a:off x="1936" y="1770"/>
                            <a:ext cx="135" cy="24"/>
                          </a:xfrm>
                          <a:custGeom>
                            <a:avLst/>
                            <a:gdLst>
                              <a:gd name="T0" fmla="*/ 134 w 135"/>
                              <a:gd name="T1" fmla="*/ 2 h 24"/>
                              <a:gd name="T2" fmla="*/ 134 w 135"/>
                              <a:gd name="T3" fmla="*/ 4 h 24"/>
                              <a:gd name="T4" fmla="*/ 130 w 135"/>
                              <a:gd name="T5" fmla="*/ 4 h 24"/>
                              <a:gd name="T6" fmla="*/ 130 w 135"/>
                              <a:gd name="T7" fmla="*/ 6 h 24"/>
                              <a:gd name="T8" fmla="*/ 130 w 135"/>
                              <a:gd name="T9" fmla="*/ 8 h 24"/>
                              <a:gd name="T10" fmla="*/ 107 w 135"/>
                              <a:gd name="T11" fmla="*/ 14 h 24"/>
                              <a:gd name="T12" fmla="*/ 16 w 135"/>
                              <a:gd name="T13" fmla="*/ 23 h 24"/>
                              <a:gd name="T14" fmla="*/ 0 w 135"/>
                              <a:gd name="T15" fmla="*/ 21 h 24"/>
                              <a:gd name="T16" fmla="*/ 19 w 135"/>
                              <a:gd name="T17" fmla="*/ 17 h 24"/>
                              <a:gd name="T18" fmla="*/ 45 w 135"/>
                              <a:gd name="T19" fmla="*/ 10 h 24"/>
                              <a:gd name="T20" fmla="*/ 72 w 135"/>
                              <a:gd name="T21" fmla="*/ 2 h 24"/>
                              <a:gd name="T22" fmla="*/ 99 w 135"/>
                              <a:gd name="T23" fmla="*/ 0 h 24"/>
                              <a:gd name="T24" fmla="*/ 134 w 135"/>
                              <a:gd name="T25" fmla="*/ 2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5"/>
                              <a:gd name="T40" fmla="*/ 0 h 24"/>
                              <a:gd name="T41" fmla="*/ 135 w 13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5" h="24">
                                <a:moveTo>
                                  <a:pt x="134" y="2"/>
                                </a:moveTo>
                                <a:lnTo>
                                  <a:pt x="134" y="4"/>
                                </a:lnTo>
                                <a:lnTo>
                                  <a:pt x="130" y="4"/>
                                </a:lnTo>
                                <a:lnTo>
                                  <a:pt x="130" y="6"/>
                                </a:lnTo>
                                <a:lnTo>
                                  <a:pt x="130" y="8"/>
                                </a:lnTo>
                                <a:lnTo>
                                  <a:pt x="107" y="14"/>
                                </a:lnTo>
                                <a:lnTo>
                                  <a:pt x="16" y="23"/>
                                </a:lnTo>
                                <a:lnTo>
                                  <a:pt x="0" y="21"/>
                                </a:lnTo>
                                <a:lnTo>
                                  <a:pt x="19" y="17"/>
                                </a:lnTo>
                                <a:lnTo>
                                  <a:pt x="45" y="10"/>
                                </a:lnTo>
                                <a:lnTo>
                                  <a:pt x="72" y="2"/>
                                </a:lnTo>
                                <a:lnTo>
                                  <a:pt x="99" y="0"/>
                                </a:lnTo>
                                <a:lnTo>
                                  <a:pt x="134" y="2"/>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87" name="Freeform 16"/>
                          <p:cNvSpPr>
                            <a:spLocks/>
                          </p:cNvSpPr>
                          <p:nvPr/>
                        </p:nvSpPr>
                        <p:spPr bwMode="auto">
                          <a:xfrm>
                            <a:off x="1967" y="1710"/>
                            <a:ext cx="143" cy="31"/>
                          </a:xfrm>
                          <a:custGeom>
                            <a:avLst/>
                            <a:gdLst>
                              <a:gd name="T0" fmla="*/ 0 w 143"/>
                              <a:gd name="T1" fmla="*/ 30 h 31"/>
                              <a:gd name="T2" fmla="*/ 53 w 143"/>
                              <a:gd name="T3" fmla="*/ 19 h 31"/>
                              <a:gd name="T4" fmla="*/ 120 w 143"/>
                              <a:gd name="T5" fmla="*/ 26 h 31"/>
                              <a:gd name="T6" fmla="*/ 142 w 143"/>
                              <a:gd name="T7" fmla="*/ 4 h 31"/>
                              <a:gd name="T8" fmla="*/ 136 w 143"/>
                              <a:gd name="T9" fmla="*/ 0 h 31"/>
                              <a:gd name="T10" fmla="*/ 101 w 143"/>
                              <a:gd name="T11" fmla="*/ 2 h 31"/>
                              <a:gd name="T12" fmla="*/ 61 w 143"/>
                              <a:gd name="T13" fmla="*/ 2 h 31"/>
                              <a:gd name="T14" fmla="*/ 18 w 143"/>
                              <a:gd name="T15" fmla="*/ 9 h 31"/>
                              <a:gd name="T16" fmla="*/ 0 w 143"/>
                              <a:gd name="T17" fmla="*/ 3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3"/>
                              <a:gd name="T28" fmla="*/ 0 h 31"/>
                              <a:gd name="T29" fmla="*/ 143 w 14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3" h="31">
                                <a:moveTo>
                                  <a:pt x="0" y="30"/>
                                </a:moveTo>
                                <a:lnTo>
                                  <a:pt x="53" y="19"/>
                                </a:lnTo>
                                <a:lnTo>
                                  <a:pt x="120" y="26"/>
                                </a:lnTo>
                                <a:lnTo>
                                  <a:pt x="142" y="4"/>
                                </a:lnTo>
                                <a:lnTo>
                                  <a:pt x="136" y="0"/>
                                </a:lnTo>
                                <a:lnTo>
                                  <a:pt x="101" y="2"/>
                                </a:lnTo>
                                <a:lnTo>
                                  <a:pt x="61" y="2"/>
                                </a:lnTo>
                                <a:lnTo>
                                  <a:pt x="18" y="9"/>
                                </a:lnTo>
                                <a:lnTo>
                                  <a:pt x="0" y="30"/>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88" name="Freeform 17"/>
                          <p:cNvSpPr>
                            <a:spLocks/>
                          </p:cNvSpPr>
                          <p:nvPr/>
                        </p:nvSpPr>
                        <p:spPr bwMode="auto">
                          <a:xfrm>
                            <a:off x="2014" y="1624"/>
                            <a:ext cx="141" cy="45"/>
                          </a:xfrm>
                          <a:custGeom>
                            <a:avLst/>
                            <a:gdLst>
                              <a:gd name="T0" fmla="*/ 140 w 141"/>
                              <a:gd name="T1" fmla="*/ 25 h 45"/>
                              <a:gd name="T2" fmla="*/ 124 w 141"/>
                              <a:gd name="T3" fmla="*/ 44 h 45"/>
                              <a:gd name="T4" fmla="*/ 12 w 141"/>
                              <a:gd name="T5" fmla="*/ 25 h 45"/>
                              <a:gd name="T6" fmla="*/ 0 w 141"/>
                              <a:gd name="T7" fmla="*/ 16 h 45"/>
                              <a:gd name="T8" fmla="*/ 8 w 141"/>
                              <a:gd name="T9" fmla="*/ 0 h 45"/>
                              <a:gd name="T10" fmla="*/ 16 w 141"/>
                              <a:gd name="T11" fmla="*/ 9 h 45"/>
                              <a:gd name="T12" fmla="*/ 51 w 141"/>
                              <a:gd name="T13" fmla="*/ 12 h 45"/>
                              <a:gd name="T14" fmla="*/ 112 w 141"/>
                              <a:gd name="T15" fmla="*/ 23 h 45"/>
                              <a:gd name="T16" fmla="*/ 140 w 141"/>
                              <a:gd name="T17" fmla="*/ 25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45"/>
                              <a:gd name="T29" fmla="*/ 141 w 141"/>
                              <a:gd name="T30" fmla="*/ 45 h 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45">
                                <a:moveTo>
                                  <a:pt x="140" y="25"/>
                                </a:moveTo>
                                <a:lnTo>
                                  <a:pt x="124" y="44"/>
                                </a:lnTo>
                                <a:lnTo>
                                  <a:pt x="12" y="25"/>
                                </a:lnTo>
                                <a:lnTo>
                                  <a:pt x="0" y="16"/>
                                </a:lnTo>
                                <a:lnTo>
                                  <a:pt x="8" y="0"/>
                                </a:lnTo>
                                <a:lnTo>
                                  <a:pt x="16" y="9"/>
                                </a:lnTo>
                                <a:lnTo>
                                  <a:pt x="51" y="12"/>
                                </a:lnTo>
                                <a:lnTo>
                                  <a:pt x="112" y="23"/>
                                </a:lnTo>
                                <a:lnTo>
                                  <a:pt x="140" y="25"/>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89" name="Freeform 18"/>
                          <p:cNvSpPr>
                            <a:spLocks/>
                          </p:cNvSpPr>
                          <p:nvPr/>
                        </p:nvSpPr>
                        <p:spPr bwMode="auto">
                          <a:xfrm>
                            <a:off x="2057" y="1576"/>
                            <a:ext cx="159" cy="29"/>
                          </a:xfrm>
                          <a:custGeom>
                            <a:avLst/>
                            <a:gdLst>
                              <a:gd name="T0" fmla="*/ 8 w 159"/>
                              <a:gd name="T1" fmla="*/ 0 h 29"/>
                              <a:gd name="T2" fmla="*/ 106 w 159"/>
                              <a:gd name="T3" fmla="*/ 12 h 29"/>
                              <a:gd name="T4" fmla="*/ 130 w 159"/>
                              <a:gd name="T5" fmla="*/ 12 h 29"/>
                              <a:gd name="T6" fmla="*/ 158 w 159"/>
                              <a:gd name="T7" fmla="*/ 12 h 29"/>
                              <a:gd name="T8" fmla="*/ 134 w 159"/>
                              <a:gd name="T9" fmla="*/ 25 h 29"/>
                              <a:gd name="T10" fmla="*/ 86 w 159"/>
                              <a:gd name="T11" fmla="*/ 28 h 29"/>
                              <a:gd name="T12" fmla="*/ 28 w 159"/>
                              <a:gd name="T13" fmla="*/ 21 h 29"/>
                              <a:gd name="T14" fmla="*/ 0 w 159"/>
                              <a:gd name="T15" fmla="*/ 14 h 29"/>
                              <a:gd name="T16" fmla="*/ 8 w 159"/>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9"/>
                              <a:gd name="T29" fmla="*/ 159 w 159"/>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9">
                                <a:moveTo>
                                  <a:pt x="8" y="0"/>
                                </a:moveTo>
                                <a:lnTo>
                                  <a:pt x="106" y="12"/>
                                </a:lnTo>
                                <a:lnTo>
                                  <a:pt x="130" y="12"/>
                                </a:lnTo>
                                <a:lnTo>
                                  <a:pt x="158" y="12"/>
                                </a:lnTo>
                                <a:lnTo>
                                  <a:pt x="134" y="25"/>
                                </a:lnTo>
                                <a:lnTo>
                                  <a:pt x="86" y="28"/>
                                </a:lnTo>
                                <a:lnTo>
                                  <a:pt x="28" y="21"/>
                                </a:lnTo>
                                <a:lnTo>
                                  <a:pt x="0" y="14"/>
                                </a:lnTo>
                                <a:lnTo>
                                  <a:pt x="8" y="0"/>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90" name="Freeform 19"/>
                          <p:cNvSpPr>
                            <a:spLocks/>
                          </p:cNvSpPr>
                          <p:nvPr/>
                        </p:nvSpPr>
                        <p:spPr bwMode="auto">
                          <a:xfrm>
                            <a:off x="2095" y="1516"/>
                            <a:ext cx="133" cy="27"/>
                          </a:xfrm>
                          <a:custGeom>
                            <a:avLst/>
                            <a:gdLst>
                              <a:gd name="T0" fmla="*/ 4 w 133"/>
                              <a:gd name="T1" fmla="*/ 16 h 27"/>
                              <a:gd name="T2" fmla="*/ 0 w 133"/>
                              <a:gd name="T3" fmla="*/ 26 h 27"/>
                              <a:gd name="T4" fmla="*/ 78 w 133"/>
                              <a:gd name="T5" fmla="*/ 26 h 27"/>
                              <a:gd name="T6" fmla="*/ 132 w 133"/>
                              <a:gd name="T7" fmla="*/ 14 h 27"/>
                              <a:gd name="T8" fmla="*/ 132 w 133"/>
                              <a:gd name="T9" fmla="*/ 0 h 27"/>
                              <a:gd name="T10" fmla="*/ 105 w 133"/>
                              <a:gd name="T11" fmla="*/ 8 h 27"/>
                              <a:gd name="T12" fmla="*/ 48 w 133"/>
                              <a:gd name="T13" fmla="*/ 16 h 27"/>
                              <a:gd name="T14" fmla="*/ 4 w 133"/>
                              <a:gd name="T15" fmla="*/ 16 h 27"/>
                              <a:gd name="T16" fmla="*/ 0 60000 65536"/>
                              <a:gd name="T17" fmla="*/ 0 60000 65536"/>
                              <a:gd name="T18" fmla="*/ 0 60000 65536"/>
                              <a:gd name="T19" fmla="*/ 0 60000 65536"/>
                              <a:gd name="T20" fmla="*/ 0 60000 65536"/>
                              <a:gd name="T21" fmla="*/ 0 60000 65536"/>
                              <a:gd name="T22" fmla="*/ 0 60000 65536"/>
                              <a:gd name="T23" fmla="*/ 0 60000 65536"/>
                              <a:gd name="T24" fmla="*/ 0 w 133"/>
                              <a:gd name="T25" fmla="*/ 0 h 27"/>
                              <a:gd name="T26" fmla="*/ 133 w 133"/>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 h="27">
                                <a:moveTo>
                                  <a:pt x="4" y="16"/>
                                </a:moveTo>
                                <a:lnTo>
                                  <a:pt x="0" y="26"/>
                                </a:lnTo>
                                <a:lnTo>
                                  <a:pt x="78" y="26"/>
                                </a:lnTo>
                                <a:lnTo>
                                  <a:pt x="132" y="14"/>
                                </a:lnTo>
                                <a:lnTo>
                                  <a:pt x="132" y="0"/>
                                </a:lnTo>
                                <a:lnTo>
                                  <a:pt x="105" y="8"/>
                                </a:lnTo>
                                <a:lnTo>
                                  <a:pt x="48" y="16"/>
                                </a:lnTo>
                                <a:lnTo>
                                  <a:pt x="4" y="16"/>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sp>
                    <p:nvSpPr>
                      <p:cNvPr id="81" name="Freeform 20"/>
                      <p:cNvSpPr>
                        <a:spLocks/>
                      </p:cNvSpPr>
                      <p:nvPr/>
                    </p:nvSpPr>
                    <p:spPr bwMode="auto">
                      <a:xfrm>
                        <a:off x="2120" y="1182"/>
                        <a:ext cx="1727" cy="651"/>
                      </a:xfrm>
                      <a:custGeom>
                        <a:avLst/>
                        <a:gdLst>
                          <a:gd name="T0" fmla="*/ 0 w 1727"/>
                          <a:gd name="T1" fmla="*/ 322 h 651"/>
                          <a:gd name="T2" fmla="*/ 77 w 1727"/>
                          <a:gd name="T3" fmla="*/ 228 h 651"/>
                          <a:gd name="T4" fmla="*/ 216 w 1727"/>
                          <a:gd name="T5" fmla="*/ 137 h 651"/>
                          <a:gd name="T6" fmla="*/ 430 w 1727"/>
                          <a:gd name="T7" fmla="*/ 55 h 651"/>
                          <a:gd name="T8" fmla="*/ 616 w 1727"/>
                          <a:gd name="T9" fmla="*/ 14 h 651"/>
                          <a:gd name="T10" fmla="*/ 795 w 1727"/>
                          <a:gd name="T11" fmla="*/ 0 h 651"/>
                          <a:gd name="T12" fmla="*/ 1018 w 1727"/>
                          <a:gd name="T13" fmla="*/ 3 h 651"/>
                          <a:gd name="T14" fmla="*/ 1216 w 1727"/>
                          <a:gd name="T15" fmla="*/ 52 h 651"/>
                          <a:gd name="T16" fmla="*/ 1368 w 1727"/>
                          <a:gd name="T17" fmla="*/ 118 h 651"/>
                          <a:gd name="T18" fmla="*/ 1455 w 1727"/>
                          <a:gd name="T19" fmla="*/ 185 h 651"/>
                          <a:gd name="T20" fmla="*/ 1459 w 1727"/>
                          <a:gd name="T21" fmla="*/ 256 h 651"/>
                          <a:gd name="T22" fmla="*/ 1556 w 1727"/>
                          <a:gd name="T23" fmla="*/ 265 h 651"/>
                          <a:gd name="T24" fmla="*/ 1538 w 1727"/>
                          <a:gd name="T25" fmla="*/ 308 h 651"/>
                          <a:gd name="T26" fmla="*/ 1578 w 1727"/>
                          <a:gd name="T27" fmla="*/ 352 h 651"/>
                          <a:gd name="T28" fmla="*/ 1682 w 1727"/>
                          <a:gd name="T29" fmla="*/ 385 h 651"/>
                          <a:gd name="T30" fmla="*/ 1682 w 1727"/>
                          <a:gd name="T31" fmla="*/ 434 h 651"/>
                          <a:gd name="T32" fmla="*/ 1647 w 1727"/>
                          <a:gd name="T33" fmla="*/ 490 h 651"/>
                          <a:gd name="T34" fmla="*/ 1624 w 1727"/>
                          <a:gd name="T35" fmla="*/ 559 h 651"/>
                          <a:gd name="T36" fmla="*/ 1591 w 1727"/>
                          <a:gd name="T37" fmla="*/ 605 h 651"/>
                          <a:gd name="T38" fmla="*/ 1503 w 1727"/>
                          <a:gd name="T39" fmla="*/ 639 h 651"/>
                          <a:gd name="T40" fmla="*/ 1538 w 1727"/>
                          <a:gd name="T41" fmla="*/ 591 h 651"/>
                          <a:gd name="T42" fmla="*/ 1552 w 1727"/>
                          <a:gd name="T43" fmla="*/ 528 h 651"/>
                          <a:gd name="T44" fmla="*/ 1547 w 1727"/>
                          <a:gd name="T45" fmla="*/ 499 h 651"/>
                          <a:gd name="T46" fmla="*/ 1503 w 1727"/>
                          <a:gd name="T47" fmla="*/ 488 h 651"/>
                          <a:gd name="T48" fmla="*/ 1368 w 1727"/>
                          <a:gd name="T49" fmla="*/ 499 h 651"/>
                          <a:gd name="T50" fmla="*/ 1278 w 1727"/>
                          <a:gd name="T51" fmla="*/ 506 h 651"/>
                          <a:gd name="T52" fmla="*/ 1190 w 1727"/>
                          <a:gd name="T53" fmla="*/ 499 h 651"/>
                          <a:gd name="T54" fmla="*/ 1108 w 1727"/>
                          <a:gd name="T55" fmla="*/ 479 h 651"/>
                          <a:gd name="T56" fmla="*/ 1269 w 1727"/>
                          <a:gd name="T57" fmla="*/ 410 h 651"/>
                          <a:gd name="T58" fmla="*/ 1329 w 1727"/>
                          <a:gd name="T59" fmla="*/ 380 h 651"/>
                          <a:gd name="T60" fmla="*/ 1296 w 1727"/>
                          <a:gd name="T61" fmla="*/ 349 h 651"/>
                          <a:gd name="T62" fmla="*/ 1157 w 1727"/>
                          <a:gd name="T63" fmla="*/ 283 h 651"/>
                          <a:gd name="T64" fmla="*/ 1068 w 1727"/>
                          <a:gd name="T65" fmla="*/ 251 h 651"/>
                          <a:gd name="T66" fmla="*/ 1064 w 1727"/>
                          <a:gd name="T67" fmla="*/ 206 h 651"/>
                          <a:gd name="T68" fmla="*/ 995 w 1727"/>
                          <a:gd name="T69" fmla="*/ 163 h 651"/>
                          <a:gd name="T70" fmla="*/ 907 w 1727"/>
                          <a:gd name="T71" fmla="*/ 132 h 651"/>
                          <a:gd name="T72" fmla="*/ 821 w 1727"/>
                          <a:gd name="T73" fmla="*/ 123 h 651"/>
                          <a:gd name="T74" fmla="*/ 750 w 1727"/>
                          <a:gd name="T75" fmla="*/ 143 h 651"/>
                          <a:gd name="T76" fmla="*/ 673 w 1727"/>
                          <a:gd name="T77" fmla="*/ 157 h 651"/>
                          <a:gd name="T78" fmla="*/ 700 w 1727"/>
                          <a:gd name="T79" fmla="*/ 168 h 651"/>
                          <a:gd name="T80" fmla="*/ 625 w 1727"/>
                          <a:gd name="T81" fmla="*/ 189 h 651"/>
                          <a:gd name="T82" fmla="*/ 534 w 1727"/>
                          <a:gd name="T83" fmla="*/ 203 h 651"/>
                          <a:gd name="T84" fmla="*/ 417 w 1727"/>
                          <a:gd name="T85" fmla="*/ 240 h 651"/>
                          <a:gd name="T86" fmla="*/ 324 w 1727"/>
                          <a:gd name="T87" fmla="*/ 280 h 651"/>
                          <a:gd name="T88" fmla="*/ 298 w 1727"/>
                          <a:gd name="T89" fmla="*/ 319 h 651"/>
                          <a:gd name="T90" fmla="*/ 287 w 1727"/>
                          <a:gd name="T91" fmla="*/ 374 h 651"/>
                          <a:gd name="T92" fmla="*/ 287 w 1727"/>
                          <a:gd name="T93" fmla="*/ 410 h 651"/>
                          <a:gd name="T94" fmla="*/ 216 w 1727"/>
                          <a:gd name="T95" fmla="*/ 525 h 651"/>
                          <a:gd name="T96" fmla="*/ 130 w 1727"/>
                          <a:gd name="T97" fmla="*/ 553 h 651"/>
                          <a:gd name="T98" fmla="*/ 24 w 1727"/>
                          <a:gd name="T99" fmla="*/ 565 h 651"/>
                          <a:gd name="T100" fmla="*/ 77 w 1727"/>
                          <a:gd name="T101" fmla="*/ 506 h 651"/>
                          <a:gd name="T102" fmla="*/ 117 w 1727"/>
                          <a:gd name="T103" fmla="*/ 445 h 651"/>
                          <a:gd name="T104" fmla="*/ 139 w 1727"/>
                          <a:gd name="T105" fmla="*/ 382 h 651"/>
                          <a:gd name="T106" fmla="*/ 168 w 1727"/>
                          <a:gd name="T107" fmla="*/ 336 h 651"/>
                          <a:gd name="T108" fmla="*/ 185 w 1727"/>
                          <a:gd name="T109" fmla="*/ 269 h 65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727"/>
                          <a:gd name="T166" fmla="*/ 0 h 651"/>
                          <a:gd name="T167" fmla="*/ 1727 w 1727"/>
                          <a:gd name="T168" fmla="*/ 651 h 65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727" h="651">
                            <a:moveTo>
                              <a:pt x="185" y="269"/>
                            </a:moveTo>
                            <a:lnTo>
                              <a:pt x="0" y="322"/>
                            </a:lnTo>
                            <a:lnTo>
                              <a:pt x="29" y="283"/>
                            </a:lnTo>
                            <a:lnTo>
                              <a:pt x="77" y="228"/>
                            </a:lnTo>
                            <a:lnTo>
                              <a:pt x="130" y="182"/>
                            </a:lnTo>
                            <a:lnTo>
                              <a:pt x="216" y="137"/>
                            </a:lnTo>
                            <a:lnTo>
                              <a:pt x="342" y="88"/>
                            </a:lnTo>
                            <a:lnTo>
                              <a:pt x="430" y="55"/>
                            </a:lnTo>
                            <a:lnTo>
                              <a:pt x="521" y="29"/>
                            </a:lnTo>
                            <a:lnTo>
                              <a:pt x="616" y="14"/>
                            </a:lnTo>
                            <a:lnTo>
                              <a:pt x="708" y="3"/>
                            </a:lnTo>
                            <a:lnTo>
                              <a:pt x="795" y="0"/>
                            </a:lnTo>
                            <a:lnTo>
                              <a:pt x="912" y="0"/>
                            </a:lnTo>
                            <a:lnTo>
                              <a:pt x="1018" y="3"/>
                            </a:lnTo>
                            <a:lnTo>
                              <a:pt x="1112" y="14"/>
                            </a:lnTo>
                            <a:lnTo>
                              <a:pt x="1216" y="52"/>
                            </a:lnTo>
                            <a:lnTo>
                              <a:pt x="1282" y="80"/>
                            </a:lnTo>
                            <a:lnTo>
                              <a:pt x="1368" y="118"/>
                            </a:lnTo>
                            <a:lnTo>
                              <a:pt x="1435" y="160"/>
                            </a:lnTo>
                            <a:lnTo>
                              <a:pt x="1455" y="185"/>
                            </a:lnTo>
                            <a:lnTo>
                              <a:pt x="1459" y="226"/>
                            </a:lnTo>
                            <a:lnTo>
                              <a:pt x="1459" y="256"/>
                            </a:lnTo>
                            <a:lnTo>
                              <a:pt x="1569" y="254"/>
                            </a:lnTo>
                            <a:lnTo>
                              <a:pt x="1556" y="265"/>
                            </a:lnTo>
                            <a:lnTo>
                              <a:pt x="1543" y="283"/>
                            </a:lnTo>
                            <a:lnTo>
                              <a:pt x="1538" y="308"/>
                            </a:lnTo>
                            <a:lnTo>
                              <a:pt x="1552" y="336"/>
                            </a:lnTo>
                            <a:lnTo>
                              <a:pt x="1578" y="352"/>
                            </a:lnTo>
                            <a:lnTo>
                              <a:pt x="1611" y="371"/>
                            </a:lnTo>
                            <a:lnTo>
                              <a:pt x="1682" y="385"/>
                            </a:lnTo>
                            <a:lnTo>
                              <a:pt x="1726" y="391"/>
                            </a:lnTo>
                            <a:lnTo>
                              <a:pt x="1682" y="434"/>
                            </a:lnTo>
                            <a:lnTo>
                              <a:pt x="1664" y="465"/>
                            </a:lnTo>
                            <a:lnTo>
                              <a:pt x="1647" y="490"/>
                            </a:lnTo>
                            <a:lnTo>
                              <a:pt x="1633" y="528"/>
                            </a:lnTo>
                            <a:lnTo>
                              <a:pt x="1624" y="559"/>
                            </a:lnTo>
                            <a:lnTo>
                              <a:pt x="1624" y="579"/>
                            </a:lnTo>
                            <a:lnTo>
                              <a:pt x="1591" y="605"/>
                            </a:lnTo>
                            <a:lnTo>
                              <a:pt x="1516" y="650"/>
                            </a:lnTo>
                            <a:lnTo>
                              <a:pt x="1503" y="639"/>
                            </a:lnTo>
                            <a:lnTo>
                              <a:pt x="1525" y="616"/>
                            </a:lnTo>
                            <a:lnTo>
                              <a:pt x="1538" y="591"/>
                            </a:lnTo>
                            <a:lnTo>
                              <a:pt x="1547" y="565"/>
                            </a:lnTo>
                            <a:lnTo>
                              <a:pt x="1552" y="528"/>
                            </a:lnTo>
                            <a:lnTo>
                              <a:pt x="1560" y="509"/>
                            </a:lnTo>
                            <a:lnTo>
                              <a:pt x="1547" y="499"/>
                            </a:lnTo>
                            <a:lnTo>
                              <a:pt x="1538" y="488"/>
                            </a:lnTo>
                            <a:lnTo>
                              <a:pt x="1503" y="488"/>
                            </a:lnTo>
                            <a:lnTo>
                              <a:pt x="1435" y="493"/>
                            </a:lnTo>
                            <a:lnTo>
                              <a:pt x="1368" y="499"/>
                            </a:lnTo>
                            <a:lnTo>
                              <a:pt x="1315" y="504"/>
                            </a:lnTo>
                            <a:lnTo>
                              <a:pt x="1278" y="506"/>
                            </a:lnTo>
                            <a:lnTo>
                              <a:pt x="1216" y="502"/>
                            </a:lnTo>
                            <a:lnTo>
                              <a:pt x="1190" y="499"/>
                            </a:lnTo>
                            <a:lnTo>
                              <a:pt x="1134" y="488"/>
                            </a:lnTo>
                            <a:lnTo>
                              <a:pt x="1108" y="479"/>
                            </a:lnTo>
                            <a:lnTo>
                              <a:pt x="1221" y="422"/>
                            </a:lnTo>
                            <a:lnTo>
                              <a:pt x="1269" y="410"/>
                            </a:lnTo>
                            <a:lnTo>
                              <a:pt x="1311" y="396"/>
                            </a:lnTo>
                            <a:lnTo>
                              <a:pt x="1329" y="380"/>
                            </a:lnTo>
                            <a:lnTo>
                              <a:pt x="1329" y="371"/>
                            </a:lnTo>
                            <a:lnTo>
                              <a:pt x="1296" y="349"/>
                            </a:lnTo>
                            <a:lnTo>
                              <a:pt x="1238" y="322"/>
                            </a:lnTo>
                            <a:lnTo>
                              <a:pt x="1157" y="283"/>
                            </a:lnTo>
                            <a:lnTo>
                              <a:pt x="1082" y="256"/>
                            </a:lnTo>
                            <a:lnTo>
                              <a:pt x="1068" y="251"/>
                            </a:lnTo>
                            <a:lnTo>
                              <a:pt x="1073" y="228"/>
                            </a:lnTo>
                            <a:lnTo>
                              <a:pt x="1064" y="206"/>
                            </a:lnTo>
                            <a:lnTo>
                              <a:pt x="1020" y="185"/>
                            </a:lnTo>
                            <a:lnTo>
                              <a:pt x="995" y="163"/>
                            </a:lnTo>
                            <a:lnTo>
                              <a:pt x="951" y="146"/>
                            </a:lnTo>
                            <a:lnTo>
                              <a:pt x="907" y="132"/>
                            </a:lnTo>
                            <a:lnTo>
                              <a:pt x="865" y="123"/>
                            </a:lnTo>
                            <a:lnTo>
                              <a:pt x="821" y="123"/>
                            </a:lnTo>
                            <a:lnTo>
                              <a:pt x="786" y="132"/>
                            </a:lnTo>
                            <a:lnTo>
                              <a:pt x="750" y="143"/>
                            </a:lnTo>
                            <a:lnTo>
                              <a:pt x="726" y="143"/>
                            </a:lnTo>
                            <a:lnTo>
                              <a:pt x="673" y="157"/>
                            </a:lnTo>
                            <a:lnTo>
                              <a:pt x="647" y="168"/>
                            </a:lnTo>
                            <a:lnTo>
                              <a:pt x="700" y="168"/>
                            </a:lnTo>
                            <a:lnTo>
                              <a:pt x="669" y="179"/>
                            </a:lnTo>
                            <a:lnTo>
                              <a:pt x="625" y="189"/>
                            </a:lnTo>
                            <a:lnTo>
                              <a:pt x="585" y="195"/>
                            </a:lnTo>
                            <a:lnTo>
                              <a:pt x="534" y="203"/>
                            </a:lnTo>
                            <a:lnTo>
                              <a:pt x="486" y="214"/>
                            </a:lnTo>
                            <a:lnTo>
                              <a:pt x="417" y="240"/>
                            </a:lnTo>
                            <a:lnTo>
                              <a:pt x="373" y="265"/>
                            </a:lnTo>
                            <a:lnTo>
                              <a:pt x="324" y="280"/>
                            </a:lnTo>
                            <a:lnTo>
                              <a:pt x="307" y="294"/>
                            </a:lnTo>
                            <a:lnTo>
                              <a:pt x="298" y="319"/>
                            </a:lnTo>
                            <a:lnTo>
                              <a:pt x="287" y="349"/>
                            </a:lnTo>
                            <a:lnTo>
                              <a:pt x="287" y="374"/>
                            </a:lnTo>
                            <a:lnTo>
                              <a:pt x="307" y="382"/>
                            </a:lnTo>
                            <a:lnTo>
                              <a:pt x="287" y="410"/>
                            </a:lnTo>
                            <a:lnTo>
                              <a:pt x="260" y="468"/>
                            </a:lnTo>
                            <a:lnTo>
                              <a:pt x="216" y="525"/>
                            </a:lnTo>
                            <a:lnTo>
                              <a:pt x="181" y="551"/>
                            </a:lnTo>
                            <a:lnTo>
                              <a:pt x="130" y="553"/>
                            </a:lnTo>
                            <a:lnTo>
                              <a:pt x="73" y="559"/>
                            </a:lnTo>
                            <a:lnTo>
                              <a:pt x="24" y="565"/>
                            </a:lnTo>
                            <a:lnTo>
                              <a:pt x="55" y="534"/>
                            </a:lnTo>
                            <a:lnTo>
                              <a:pt x="77" y="506"/>
                            </a:lnTo>
                            <a:lnTo>
                              <a:pt x="99" y="485"/>
                            </a:lnTo>
                            <a:lnTo>
                              <a:pt x="117" y="445"/>
                            </a:lnTo>
                            <a:lnTo>
                              <a:pt x="130" y="416"/>
                            </a:lnTo>
                            <a:lnTo>
                              <a:pt x="139" y="382"/>
                            </a:lnTo>
                            <a:lnTo>
                              <a:pt x="150" y="357"/>
                            </a:lnTo>
                            <a:lnTo>
                              <a:pt x="168" y="336"/>
                            </a:lnTo>
                            <a:lnTo>
                              <a:pt x="181" y="308"/>
                            </a:lnTo>
                            <a:lnTo>
                              <a:pt x="185" y="269"/>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sp>
                <p:nvSpPr>
                  <p:cNvPr id="77" name="Freeform 21"/>
                  <p:cNvSpPr>
                    <a:spLocks/>
                  </p:cNvSpPr>
                  <p:nvPr/>
                </p:nvSpPr>
                <p:spPr bwMode="auto">
                  <a:xfrm>
                    <a:off x="1728" y="990"/>
                    <a:ext cx="2309" cy="818"/>
                  </a:xfrm>
                  <a:custGeom>
                    <a:avLst/>
                    <a:gdLst>
                      <a:gd name="T0" fmla="*/ 179 w 2309"/>
                      <a:gd name="T1" fmla="*/ 786 h 818"/>
                      <a:gd name="T2" fmla="*/ 4 w 2309"/>
                      <a:gd name="T3" fmla="*/ 817 h 818"/>
                      <a:gd name="T4" fmla="*/ 13 w 2309"/>
                      <a:gd name="T5" fmla="*/ 665 h 818"/>
                      <a:gd name="T6" fmla="*/ 126 w 2309"/>
                      <a:gd name="T7" fmla="*/ 537 h 818"/>
                      <a:gd name="T8" fmla="*/ 161 w 2309"/>
                      <a:gd name="T9" fmla="*/ 432 h 818"/>
                      <a:gd name="T10" fmla="*/ 252 w 2309"/>
                      <a:gd name="T11" fmla="*/ 316 h 818"/>
                      <a:gd name="T12" fmla="*/ 305 w 2309"/>
                      <a:gd name="T13" fmla="*/ 258 h 818"/>
                      <a:gd name="T14" fmla="*/ 396 w 2309"/>
                      <a:gd name="T15" fmla="*/ 211 h 818"/>
                      <a:gd name="T16" fmla="*/ 422 w 2309"/>
                      <a:gd name="T17" fmla="*/ 224 h 818"/>
                      <a:gd name="T18" fmla="*/ 497 w 2309"/>
                      <a:gd name="T19" fmla="*/ 131 h 818"/>
                      <a:gd name="T20" fmla="*/ 575 w 2309"/>
                      <a:gd name="T21" fmla="*/ 172 h 818"/>
                      <a:gd name="T22" fmla="*/ 749 w 2309"/>
                      <a:gd name="T23" fmla="*/ 92 h 818"/>
                      <a:gd name="T24" fmla="*/ 807 w 2309"/>
                      <a:gd name="T25" fmla="*/ 100 h 818"/>
                      <a:gd name="T26" fmla="*/ 875 w 2309"/>
                      <a:gd name="T27" fmla="*/ 77 h 818"/>
                      <a:gd name="T28" fmla="*/ 942 w 2309"/>
                      <a:gd name="T29" fmla="*/ 69 h 818"/>
                      <a:gd name="T30" fmla="*/ 979 w 2309"/>
                      <a:gd name="T31" fmla="*/ 77 h 818"/>
                      <a:gd name="T32" fmla="*/ 1103 w 2309"/>
                      <a:gd name="T33" fmla="*/ 6 h 818"/>
                      <a:gd name="T34" fmla="*/ 1046 w 2309"/>
                      <a:gd name="T35" fmla="*/ 61 h 818"/>
                      <a:gd name="T36" fmla="*/ 1108 w 2309"/>
                      <a:gd name="T37" fmla="*/ 51 h 818"/>
                      <a:gd name="T38" fmla="*/ 1211 w 2309"/>
                      <a:gd name="T39" fmla="*/ 3 h 818"/>
                      <a:gd name="T40" fmla="*/ 1141 w 2309"/>
                      <a:gd name="T41" fmla="*/ 48 h 818"/>
                      <a:gd name="T42" fmla="*/ 1229 w 2309"/>
                      <a:gd name="T43" fmla="*/ 31 h 818"/>
                      <a:gd name="T44" fmla="*/ 1256 w 2309"/>
                      <a:gd name="T45" fmla="*/ 37 h 818"/>
                      <a:gd name="T46" fmla="*/ 1364 w 2309"/>
                      <a:gd name="T47" fmla="*/ 25 h 818"/>
                      <a:gd name="T48" fmla="*/ 1548 w 2309"/>
                      <a:gd name="T49" fmla="*/ 28 h 818"/>
                      <a:gd name="T50" fmla="*/ 1616 w 2309"/>
                      <a:gd name="T51" fmla="*/ 42 h 818"/>
                      <a:gd name="T52" fmla="*/ 1764 w 2309"/>
                      <a:gd name="T53" fmla="*/ 37 h 818"/>
                      <a:gd name="T54" fmla="*/ 1881 w 2309"/>
                      <a:gd name="T55" fmla="*/ 77 h 818"/>
                      <a:gd name="T56" fmla="*/ 1956 w 2309"/>
                      <a:gd name="T57" fmla="*/ 58 h 818"/>
                      <a:gd name="T58" fmla="*/ 1939 w 2309"/>
                      <a:gd name="T59" fmla="*/ 108 h 818"/>
                      <a:gd name="T60" fmla="*/ 2003 w 2309"/>
                      <a:gd name="T61" fmla="*/ 128 h 818"/>
                      <a:gd name="T62" fmla="*/ 2131 w 2309"/>
                      <a:gd name="T63" fmla="*/ 55 h 818"/>
                      <a:gd name="T64" fmla="*/ 2127 w 2309"/>
                      <a:gd name="T65" fmla="*/ 94 h 818"/>
                      <a:gd name="T66" fmla="*/ 2096 w 2309"/>
                      <a:gd name="T67" fmla="*/ 244 h 818"/>
                      <a:gd name="T68" fmla="*/ 2186 w 2309"/>
                      <a:gd name="T69" fmla="*/ 218 h 818"/>
                      <a:gd name="T70" fmla="*/ 2136 w 2309"/>
                      <a:gd name="T71" fmla="*/ 283 h 818"/>
                      <a:gd name="T72" fmla="*/ 2308 w 2309"/>
                      <a:gd name="T73" fmla="*/ 269 h 818"/>
                      <a:gd name="T74" fmla="*/ 1983 w 2309"/>
                      <a:gd name="T75" fmla="*/ 556 h 818"/>
                      <a:gd name="T76" fmla="*/ 1930 w 2309"/>
                      <a:gd name="T77" fmla="*/ 459 h 818"/>
                      <a:gd name="T78" fmla="*/ 1839 w 2309"/>
                      <a:gd name="T79" fmla="*/ 444 h 818"/>
                      <a:gd name="T80" fmla="*/ 1711 w 2309"/>
                      <a:gd name="T81" fmla="*/ 294 h 818"/>
                      <a:gd name="T82" fmla="*/ 1494 w 2309"/>
                      <a:gd name="T83" fmla="*/ 206 h 818"/>
                      <a:gd name="T84" fmla="*/ 1150 w 2309"/>
                      <a:gd name="T85" fmla="*/ 197 h 818"/>
                      <a:gd name="T86" fmla="*/ 849 w 2309"/>
                      <a:gd name="T87" fmla="*/ 238 h 818"/>
                      <a:gd name="T88" fmla="*/ 584 w 2309"/>
                      <a:gd name="T89" fmla="*/ 349 h 818"/>
                      <a:gd name="T90" fmla="*/ 440 w 2309"/>
                      <a:gd name="T91" fmla="*/ 462 h 818"/>
                      <a:gd name="T92" fmla="*/ 385 w 2309"/>
                      <a:gd name="T93" fmla="*/ 540 h 818"/>
                      <a:gd name="T94" fmla="*/ 367 w 2309"/>
                      <a:gd name="T95" fmla="*/ 556 h 818"/>
                      <a:gd name="T96" fmla="*/ 336 w 2309"/>
                      <a:gd name="T97" fmla="*/ 579 h 818"/>
                      <a:gd name="T98" fmla="*/ 332 w 2309"/>
                      <a:gd name="T99" fmla="*/ 623 h 818"/>
                      <a:gd name="T100" fmla="*/ 292 w 2309"/>
                      <a:gd name="T101" fmla="*/ 656 h 818"/>
                      <a:gd name="T102" fmla="*/ 292 w 2309"/>
                      <a:gd name="T103" fmla="*/ 711 h 818"/>
                      <a:gd name="T104" fmla="*/ 241 w 2309"/>
                      <a:gd name="T105" fmla="*/ 748 h 818"/>
                      <a:gd name="T106" fmla="*/ 228 w 2309"/>
                      <a:gd name="T107" fmla="*/ 771 h 81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09"/>
                      <a:gd name="T163" fmla="*/ 0 h 818"/>
                      <a:gd name="T164" fmla="*/ 2309 w 2309"/>
                      <a:gd name="T165" fmla="*/ 818 h 81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09" h="818">
                        <a:moveTo>
                          <a:pt x="228" y="771"/>
                        </a:moveTo>
                        <a:lnTo>
                          <a:pt x="179" y="786"/>
                        </a:lnTo>
                        <a:lnTo>
                          <a:pt x="130" y="800"/>
                        </a:lnTo>
                        <a:lnTo>
                          <a:pt x="4" y="817"/>
                        </a:lnTo>
                        <a:lnTo>
                          <a:pt x="0" y="756"/>
                        </a:lnTo>
                        <a:lnTo>
                          <a:pt x="13" y="665"/>
                        </a:lnTo>
                        <a:lnTo>
                          <a:pt x="84" y="599"/>
                        </a:lnTo>
                        <a:lnTo>
                          <a:pt x="126" y="537"/>
                        </a:lnTo>
                        <a:lnTo>
                          <a:pt x="157" y="507"/>
                        </a:lnTo>
                        <a:lnTo>
                          <a:pt x="161" y="432"/>
                        </a:lnTo>
                        <a:lnTo>
                          <a:pt x="183" y="401"/>
                        </a:lnTo>
                        <a:lnTo>
                          <a:pt x="252" y="316"/>
                        </a:lnTo>
                        <a:lnTo>
                          <a:pt x="292" y="275"/>
                        </a:lnTo>
                        <a:lnTo>
                          <a:pt x="305" y="258"/>
                        </a:lnTo>
                        <a:lnTo>
                          <a:pt x="367" y="258"/>
                        </a:lnTo>
                        <a:lnTo>
                          <a:pt x="396" y="211"/>
                        </a:lnTo>
                        <a:lnTo>
                          <a:pt x="405" y="227"/>
                        </a:lnTo>
                        <a:lnTo>
                          <a:pt x="422" y="224"/>
                        </a:lnTo>
                        <a:lnTo>
                          <a:pt x="453" y="161"/>
                        </a:lnTo>
                        <a:lnTo>
                          <a:pt x="497" y="131"/>
                        </a:lnTo>
                        <a:lnTo>
                          <a:pt x="489" y="203"/>
                        </a:lnTo>
                        <a:lnTo>
                          <a:pt x="575" y="172"/>
                        </a:lnTo>
                        <a:lnTo>
                          <a:pt x="676" y="131"/>
                        </a:lnTo>
                        <a:lnTo>
                          <a:pt x="749" y="92"/>
                        </a:lnTo>
                        <a:lnTo>
                          <a:pt x="758" y="117"/>
                        </a:lnTo>
                        <a:lnTo>
                          <a:pt x="807" y="100"/>
                        </a:lnTo>
                        <a:lnTo>
                          <a:pt x="849" y="72"/>
                        </a:lnTo>
                        <a:lnTo>
                          <a:pt x="875" y="77"/>
                        </a:lnTo>
                        <a:lnTo>
                          <a:pt x="906" y="97"/>
                        </a:lnTo>
                        <a:lnTo>
                          <a:pt x="942" y="69"/>
                        </a:lnTo>
                        <a:lnTo>
                          <a:pt x="1010" y="34"/>
                        </a:lnTo>
                        <a:lnTo>
                          <a:pt x="979" y="77"/>
                        </a:lnTo>
                        <a:lnTo>
                          <a:pt x="1006" y="61"/>
                        </a:lnTo>
                        <a:lnTo>
                          <a:pt x="1103" y="6"/>
                        </a:lnTo>
                        <a:lnTo>
                          <a:pt x="1050" y="39"/>
                        </a:lnTo>
                        <a:lnTo>
                          <a:pt x="1046" y="61"/>
                        </a:lnTo>
                        <a:lnTo>
                          <a:pt x="1081" y="52"/>
                        </a:lnTo>
                        <a:lnTo>
                          <a:pt x="1108" y="51"/>
                        </a:lnTo>
                        <a:lnTo>
                          <a:pt x="1154" y="28"/>
                        </a:lnTo>
                        <a:lnTo>
                          <a:pt x="1211" y="3"/>
                        </a:lnTo>
                        <a:lnTo>
                          <a:pt x="1150" y="37"/>
                        </a:lnTo>
                        <a:lnTo>
                          <a:pt x="1141" y="48"/>
                        </a:lnTo>
                        <a:lnTo>
                          <a:pt x="1158" y="48"/>
                        </a:lnTo>
                        <a:lnTo>
                          <a:pt x="1229" y="31"/>
                        </a:lnTo>
                        <a:lnTo>
                          <a:pt x="1289" y="0"/>
                        </a:lnTo>
                        <a:lnTo>
                          <a:pt x="1256" y="37"/>
                        </a:lnTo>
                        <a:lnTo>
                          <a:pt x="1298" y="31"/>
                        </a:lnTo>
                        <a:lnTo>
                          <a:pt x="1364" y="25"/>
                        </a:lnTo>
                        <a:lnTo>
                          <a:pt x="1499" y="25"/>
                        </a:lnTo>
                        <a:lnTo>
                          <a:pt x="1548" y="28"/>
                        </a:lnTo>
                        <a:lnTo>
                          <a:pt x="1581" y="34"/>
                        </a:lnTo>
                        <a:lnTo>
                          <a:pt x="1616" y="42"/>
                        </a:lnTo>
                        <a:lnTo>
                          <a:pt x="1651" y="51"/>
                        </a:lnTo>
                        <a:lnTo>
                          <a:pt x="1764" y="37"/>
                        </a:lnTo>
                        <a:lnTo>
                          <a:pt x="1835" y="55"/>
                        </a:lnTo>
                        <a:lnTo>
                          <a:pt x="1881" y="77"/>
                        </a:lnTo>
                        <a:lnTo>
                          <a:pt x="1908" y="77"/>
                        </a:lnTo>
                        <a:lnTo>
                          <a:pt x="1956" y="58"/>
                        </a:lnTo>
                        <a:lnTo>
                          <a:pt x="1974" y="86"/>
                        </a:lnTo>
                        <a:lnTo>
                          <a:pt x="1939" y="108"/>
                        </a:lnTo>
                        <a:lnTo>
                          <a:pt x="1983" y="131"/>
                        </a:lnTo>
                        <a:lnTo>
                          <a:pt x="2003" y="128"/>
                        </a:lnTo>
                        <a:lnTo>
                          <a:pt x="2091" y="92"/>
                        </a:lnTo>
                        <a:lnTo>
                          <a:pt x="2131" y="55"/>
                        </a:lnTo>
                        <a:lnTo>
                          <a:pt x="2164" y="6"/>
                        </a:lnTo>
                        <a:lnTo>
                          <a:pt x="2127" y="94"/>
                        </a:lnTo>
                        <a:lnTo>
                          <a:pt x="2021" y="172"/>
                        </a:lnTo>
                        <a:lnTo>
                          <a:pt x="2096" y="244"/>
                        </a:lnTo>
                        <a:lnTo>
                          <a:pt x="2105" y="230"/>
                        </a:lnTo>
                        <a:lnTo>
                          <a:pt x="2186" y="218"/>
                        </a:lnTo>
                        <a:lnTo>
                          <a:pt x="2204" y="230"/>
                        </a:lnTo>
                        <a:lnTo>
                          <a:pt x="2136" y="283"/>
                        </a:lnTo>
                        <a:lnTo>
                          <a:pt x="2182" y="301"/>
                        </a:lnTo>
                        <a:lnTo>
                          <a:pt x="2308" y="269"/>
                        </a:lnTo>
                        <a:lnTo>
                          <a:pt x="2034" y="568"/>
                        </a:lnTo>
                        <a:lnTo>
                          <a:pt x="1983" y="556"/>
                        </a:lnTo>
                        <a:lnTo>
                          <a:pt x="1930" y="527"/>
                        </a:lnTo>
                        <a:lnTo>
                          <a:pt x="1930" y="459"/>
                        </a:lnTo>
                        <a:lnTo>
                          <a:pt x="1961" y="447"/>
                        </a:lnTo>
                        <a:lnTo>
                          <a:pt x="1839" y="444"/>
                        </a:lnTo>
                        <a:lnTo>
                          <a:pt x="1839" y="366"/>
                        </a:lnTo>
                        <a:lnTo>
                          <a:pt x="1711" y="294"/>
                        </a:lnTo>
                        <a:lnTo>
                          <a:pt x="1603" y="241"/>
                        </a:lnTo>
                        <a:lnTo>
                          <a:pt x="1494" y="206"/>
                        </a:lnTo>
                        <a:lnTo>
                          <a:pt x="1302" y="197"/>
                        </a:lnTo>
                        <a:lnTo>
                          <a:pt x="1150" y="197"/>
                        </a:lnTo>
                        <a:lnTo>
                          <a:pt x="993" y="211"/>
                        </a:lnTo>
                        <a:lnTo>
                          <a:pt x="849" y="238"/>
                        </a:lnTo>
                        <a:lnTo>
                          <a:pt x="710" y="286"/>
                        </a:lnTo>
                        <a:lnTo>
                          <a:pt x="584" y="349"/>
                        </a:lnTo>
                        <a:lnTo>
                          <a:pt x="520" y="379"/>
                        </a:lnTo>
                        <a:lnTo>
                          <a:pt x="440" y="462"/>
                        </a:lnTo>
                        <a:lnTo>
                          <a:pt x="418" y="504"/>
                        </a:lnTo>
                        <a:lnTo>
                          <a:pt x="385" y="540"/>
                        </a:lnTo>
                        <a:lnTo>
                          <a:pt x="367" y="540"/>
                        </a:lnTo>
                        <a:lnTo>
                          <a:pt x="367" y="556"/>
                        </a:lnTo>
                        <a:lnTo>
                          <a:pt x="345" y="579"/>
                        </a:lnTo>
                        <a:lnTo>
                          <a:pt x="336" y="579"/>
                        </a:lnTo>
                        <a:lnTo>
                          <a:pt x="336" y="601"/>
                        </a:lnTo>
                        <a:lnTo>
                          <a:pt x="332" y="623"/>
                        </a:lnTo>
                        <a:lnTo>
                          <a:pt x="310" y="637"/>
                        </a:lnTo>
                        <a:lnTo>
                          <a:pt x="292" y="656"/>
                        </a:lnTo>
                        <a:lnTo>
                          <a:pt x="248" y="696"/>
                        </a:lnTo>
                        <a:lnTo>
                          <a:pt x="292" y="711"/>
                        </a:lnTo>
                        <a:lnTo>
                          <a:pt x="261" y="717"/>
                        </a:lnTo>
                        <a:lnTo>
                          <a:pt x="241" y="748"/>
                        </a:lnTo>
                        <a:lnTo>
                          <a:pt x="261" y="742"/>
                        </a:lnTo>
                        <a:lnTo>
                          <a:pt x="228" y="771"/>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nvGrpSpPr>
                <p:cNvPr id="70" name="Group 22"/>
                <p:cNvGrpSpPr>
                  <a:grpSpLocks/>
                </p:cNvGrpSpPr>
                <p:nvPr/>
              </p:nvGrpSpPr>
              <p:grpSpPr bwMode="auto">
                <a:xfrm>
                  <a:off x="2410" y="1322"/>
                  <a:ext cx="794" cy="234"/>
                  <a:chOff x="2410" y="1322"/>
                  <a:chExt cx="794" cy="234"/>
                </a:xfrm>
              </p:grpSpPr>
              <p:sp>
                <p:nvSpPr>
                  <p:cNvPr id="74" name="Freeform 23"/>
                  <p:cNvSpPr>
                    <a:spLocks/>
                  </p:cNvSpPr>
                  <p:nvPr/>
                </p:nvSpPr>
                <p:spPr bwMode="auto">
                  <a:xfrm>
                    <a:off x="2410" y="1322"/>
                    <a:ext cx="794" cy="230"/>
                  </a:xfrm>
                  <a:custGeom>
                    <a:avLst/>
                    <a:gdLst>
                      <a:gd name="T0" fmla="*/ 0 w 794"/>
                      <a:gd name="T1" fmla="*/ 171 h 230"/>
                      <a:gd name="T2" fmla="*/ 15 w 794"/>
                      <a:gd name="T3" fmla="*/ 144 h 230"/>
                      <a:gd name="T4" fmla="*/ 63 w 794"/>
                      <a:gd name="T5" fmla="*/ 118 h 230"/>
                      <a:gd name="T6" fmla="*/ 124 w 794"/>
                      <a:gd name="T7" fmla="*/ 91 h 230"/>
                      <a:gd name="T8" fmla="*/ 166 w 794"/>
                      <a:gd name="T9" fmla="*/ 75 h 230"/>
                      <a:gd name="T10" fmla="*/ 214 w 794"/>
                      <a:gd name="T11" fmla="*/ 61 h 230"/>
                      <a:gd name="T12" fmla="*/ 275 w 794"/>
                      <a:gd name="T13" fmla="*/ 46 h 230"/>
                      <a:gd name="T14" fmla="*/ 346 w 794"/>
                      <a:gd name="T15" fmla="*/ 35 h 230"/>
                      <a:gd name="T16" fmla="*/ 412 w 794"/>
                      <a:gd name="T17" fmla="*/ 24 h 230"/>
                      <a:gd name="T18" fmla="*/ 453 w 794"/>
                      <a:gd name="T19" fmla="*/ 16 h 230"/>
                      <a:gd name="T20" fmla="*/ 514 w 794"/>
                      <a:gd name="T21" fmla="*/ 5 h 230"/>
                      <a:gd name="T22" fmla="*/ 558 w 794"/>
                      <a:gd name="T23" fmla="*/ 0 h 230"/>
                      <a:gd name="T24" fmla="*/ 608 w 794"/>
                      <a:gd name="T25" fmla="*/ 0 h 230"/>
                      <a:gd name="T26" fmla="*/ 647 w 794"/>
                      <a:gd name="T27" fmla="*/ 16 h 230"/>
                      <a:gd name="T28" fmla="*/ 686 w 794"/>
                      <a:gd name="T29" fmla="*/ 35 h 230"/>
                      <a:gd name="T30" fmla="*/ 721 w 794"/>
                      <a:gd name="T31" fmla="*/ 58 h 230"/>
                      <a:gd name="T32" fmla="*/ 767 w 794"/>
                      <a:gd name="T33" fmla="*/ 77 h 230"/>
                      <a:gd name="T34" fmla="*/ 793 w 794"/>
                      <a:gd name="T35" fmla="*/ 88 h 230"/>
                      <a:gd name="T36" fmla="*/ 771 w 794"/>
                      <a:gd name="T37" fmla="*/ 110 h 230"/>
                      <a:gd name="T38" fmla="*/ 721 w 794"/>
                      <a:gd name="T39" fmla="*/ 93 h 230"/>
                      <a:gd name="T40" fmla="*/ 660 w 794"/>
                      <a:gd name="T41" fmla="*/ 75 h 230"/>
                      <a:gd name="T42" fmla="*/ 617 w 794"/>
                      <a:gd name="T43" fmla="*/ 64 h 230"/>
                      <a:gd name="T44" fmla="*/ 562 w 794"/>
                      <a:gd name="T45" fmla="*/ 50 h 230"/>
                      <a:gd name="T46" fmla="*/ 523 w 794"/>
                      <a:gd name="T47" fmla="*/ 47 h 230"/>
                      <a:gd name="T48" fmla="*/ 484 w 794"/>
                      <a:gd name="T49" fmla="*/ 50 h 230"/>
                      <a:gd name="T50" fmla="*/ 453 w 794"/>
                      <a:gd name="T51" fmla="*/ 58 h 230"/>
                      <a:gd name="T52" fmla="*/ 412 w 794"/>
                      <a:gd name="T53" fmla="*/ 75 h 230"/>
                      <a:gd name="T54" fmla="*/ 355 w 794"/>
                      <a:gd name="T55" fmla="*/ 91 h 230"/>
                      <a:gd name="T56" fmla="*/ 312 w 794"/>
                      <a:gd name="T57" fmla="*/ 107 h 230"/>
                      <a:gd name="T58" fmla="*/ 266 w 794"/>
                      <a:gd name="T59" fmla="*/ 123 h 230"/>
                      <a:gd name="T60" fmla="*/ 218 w 794"/>
                      <a:gd name="T61" fmla="*/ 141 h 230"/>
                      <a:gd name="T62" fmla="*/ 187 w 794"/>
                      <a:gd name="T63" fmla="*/ 157 h 230"/>
                      <a:gd name="T64" fmla="*/ 148 w 794"/>
                      <a:gd name="T65" fmla="*/ 173 h 230"/>
                      <a:gd name="T66" fmla="*/ 102 w 794"/>
                      <a:gd name="T67" fmla="*/ 192 h 230"/>
                      <a:gd name="T68" fmla="*/ 54 w 794"/>
                      <a:gd name="T69" fmla="*/ 213 h 230"/>
                      <a:gd name="T70" fmla="*/ 11 w 794"/>
                      <a:gd name="T71" fmla="*/ 229 h 230"/>
                      <a:gd name="T72" fmla="*/ 0 w 794"/>
                      <a:gd name="T73" fmla="*/ 224 h 230"/>
                      <a:gd name="T74" fmla="*/ 0 w 794"/>
                      <a:gd name="T75" fmla="*/ 201 h 230"/>
                      <a:gd name="T76" fmla="*/ 0 w 794"/>
                      <a:gd name="T77" fmla="*/ 171 h 23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794"/>
                      <a:gd name="T118" fmla="*/ 0 h 230"/>
                      <a:gd name="T119" fmla="*/ 794 w 794"/>
                      <a:gd name="T120" fmla="*/ 230 h 23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794" h="230">
                        <a:moveTo>
                          <a:pt x="0" y="171"/>
                        </a:moveTo>
                        <a:lnTo>
                          <a:pt x="15" y="144"/>
                        </a:lnTo>
                        <a:lnTo>
                          <a:pt x="63" y="118"/>
                        </a:lnTo>
                        <a:lnTo>
                          <a:pt x="124" y="91"/>
                        </a:lnTo>
                        <a:lnTo>
                          <a:pt x="166" y="75"/>
                        </a:lnTo>
                        <a:lnTo>
                          <a:pt x="214" y="61"/>
                        </a:lnTo>
                        <a:lnTo>
                          <a:pt x="275" y="46"/>
                        </a:lnTo>
                        <a:lnTo>
                          <a:pt x="346" y="35"/>
                        </a:lnTo>
                        <a:lnTo>
                          <a:pt x="412" y="24"/>
                        </a:lnTo>
                        <a:lnTo>
                          <a:pt x="453" y="16"/>
                        </a:lnTo>
                        <a:lnTo>
                          <a:pt x="514" y="5"/>
                        </a:lnTo>
                        <a:lnTo>
                          <a:pt x="558" y="0"/>
                        </a:lnTo>
                        <a:lnTo>
                          <a:pt x="608" y="0"/>
                        </a:lnTo>
                        <a:lnTo>
                          <a:pt x="647" y="16"/>
                        </a:lnTo>
                        <a:lnTo>
                          <a:pt x="686" y="35"/>
                        </a:lnTo>
                        <a:lnTo>
                          <a:pt x="721" y="58"/>
                        </a:lnTo>
                        <a:lnTo>
                          <a:pt x="767" y="77"/>
                        </a:lnTo>
                        <a:lnTo>
                          <a:pt x="793" y="88"/>
                        </a:lnTo>
                        <a:lnTo>
                          <a:pt x="771" y="110"/>
                        </a:lnTo>
                        <a:lnTo>
                          <a:pt x="721" y="93"/>
                        </a:lnTo>
                        <a:lnTo>
                          <a:pt x="660" y="75"/>
                        </a:lnTo>
                        <a:lnTo>
                          <a:pt x="617" y="64"/>
                        </a:lnTo>
                        <a:lnTo>
                          <a:pt x="562" y="50"/>
                        </a:lnTo>
                        <a:lnTo>
                          <a:pt x="523" y="47"/>
                        </a:lnTo>
                        <a:lnTo>
                          <a:pt x="484" y="50"/>
                        </a:lnTo>
                        <a:lnTo>
                          <a:pt x="453" y="58"/>
                        </a:lnTo>
                        <a:lnTo>
                          <a:pt x="412" y="75"/>
                        </a:lnTo>
                        <a:lnTo>
                          <a:pt x="355" y="91"/>
                        </a:lnTo>
                        <a:lnTo>
                          <a:pt x="312" y="107"/>
                        </a:lnTo>
                        <a:lnTo>
                          <a:pt x="266" y="123"/>
                        </a:lnTo>
                        <a:lnTo>
                          <a:pt x="218" y="141"/>
                        </a:lnTo>
                        <a:lnTo>
                          <a:pt x="187" y="157"/>
                        </a:lnTo>
                        <a:lnTo>
                          <a:pt x="148" y="173"/>
                        </a:lnTo>
                        <a:lnTo>
                          <a:pt x="102" y="192"/>
                        </a:lnTo>
                        <a:lnTo>
                          <a:pt x="54" y="213"/>
                        </a:lnTo>
                        <a:lnTo>
                          <a:pt x="11" y="229"/>
                        </a:lnTo>
                        <a:lnTo>
                          <a:pt x="0" y="224"/>
                        </a:lnTo>
                        <a:lnTo>
                          <a:pt x="0" y="201"/>
                        </a:lnTo>
                        <a:lnTo>
                          <a:pt x="0" y="171"/>
                        </a:lnTo>
                      </a:path>
                    </a:pathLst>
                  </a:custGeom>
                  <a:solidFill>
                    <a:srgbClr val="C06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75" name="Freeform 24"/>
                  <p:cNvSpPr>
                    <a:spLocks/>
                  </p:cNvSpPr>
                  <p:nvPr/>
                </p:nvSpPr>
                <p:spPr bwMode="auto">
                  <a:xfrm>
                    <a:off x="2410" y="1380"/>
                    <a:ext cx="342" cy="176"/>
                  </a:xfrm>
                  <a:custGeom>
                    <a:avLst/>
                    <a:gdLst>
                      <a:gd name="T0" fmla="*/ 341 w 342"/>
                      <a:gd name="T1" fmla="*/ 0 h 176"/>
                      <a:gd name="T2" fmla="*/ 311 w 342"/>
                      <a:gd name="T3" fmla="*/ 19 h 176"/>
                      <a:gd name="T4" fmla="*/ 275 w 342"/>
                      <a:gd name="T5" fmla="*/ 32 h 176"/>
                      <a:gd name="T6" fmla="*/ 229 w 342"/>
                      <a:gd name="T7" fmla="*/ 46 h 176"/>
                      <a:gd name="T8" fmla="*/ 174 w 342"/>
                      <a:gd name="T9" fmla="*/ 67 h 176"/>
                      <a:gd name="T10" fmla="*/ 142 w 342"/>
                      <a:gd name="T11" fmla="*/ 79 h 176"/>
                      <a:gd name="T12" fmla="*/ 116 w 342"/>
                      <a:gd name="T13" fmla="*/ 93 h 176"/>
                      <a:gd name="T14" fmla="*/ 104 w 342"/>
                      <a:gd name="T15" fmla="*/ 104 h 176"/>
                      <a:gd name="T16" fmla="*/ 104 w 342"/>
                      <a:gd name="T17" fmla="*/ 109 h 176"/>
                      <a:gd name="T18" fmla="*/ 116 w 342"/>
                      <a:gd name="T19" fmla="*/ 112 h 176"/>
                      <a:gd name="T20" fmla="*/ 129 w 342"/>
                      <a:gd name="T21" fmla="*/ 112 h 176"/>
                      <a:gd name="T22" fmla="*/ 144 w 342"/>
                      <a:gd name="T23" fmla="*/ 109 h 176"/>
                      <a:gd name="T24" fmla="*/ 161 w 342"/>
                      <a:gd name="T25" fmla="*/ 106 h 176"/>
                      <a:gd name="T26" fmla="*/ 182 w 342"/>
                      <a:gd name="T27" fmla="*/ 101 h 176"/>
                      <a:gd name="T28" fmla="*/ 174 w 342"/>
                      <a:gd name="T29" fmla="*/ 106 h 176"/>
                      <a:gd name="T30" fmla="*/ 152 w 342"/>
                      <a:gd name="T31" fmla="*/ 120 h 176"/>
                      <a:gd name="T32" fmla="*/ 138 w 342"/>
                      <a:gd name="T33" fmla="*/ 131 h 176"/>
                      <a:gd name="T34" fmla="*/ 112 w 342"/>
                      <a:gd name="T35" fmla="*/ 141 h 176"/>
                      <a:gd name="T36" fmla="*/ 91 w 342"/>
                      <a:gd name="T37" fmla="*/ 151 h 176"/>
                      <a:gd name="T38" fmla="*/ 61 w 342"/>
                      <a:gd name="T39" fmla="*/ 162 h 176"/>
                      <a:gd name="T40" fmla="*/ 36 w 342"/>
                      <a:gd name="T41" fmla="*/ 170 h 176"/>
                      <a:gd name="T42" fmla="*/ 15 w 342"/>
                      <a:gd name="T43" fmla="*/ 175 h 176"/>
                      <a:gd name="T44" fmla="*/ 0 w 342"/>
                      <a:gd name="T45" fmla="*/ 175 h 176"/>
                      <a:gd name="T46" fmla="*/ 0 w 342"/>
                      <a:gd name="T47" fmla="*/ 159 h 176"/>
                      <a:gd name="T48" fmla="*/ 4 w 342"/>
                      <a:gd name="T49" fmla="*/ 144 h 176"/>
                      <a:gd name="T50" fmla="*/ 11 w 342"/>
                      <a:gd name="T51" fmla="*/ 120 h 176"/>
                      <a:gd name="T52" fmla="*/ 23 w 342"/>
                      <a:gd name="T53" fmla="*/ 104 h 176"/>
                      <a:gd name="T54" fmla="*/ 32 w 342"/>
                      <a:gd name="T55" fmla="*/ 93 h 176"/>
                      <a:gd name="T56" fmla="*/ 53 w 342"/>
                      <a:gd name="T57" fmla="*/ 79 h 176"/>
                      <a:gd name="T58" fmla="*/ 78 w 342"/>
                      <a:gd name="T59" fmla="*/ 69 h 176"/>
                      <a:gd name="T60" fmla="*/ 112 w 342"/>
                      <a:gd name="T61" fmla="*/ 57 h 176"/>
                      <a:gd name="T62" fmla="*/ 142 w 342"/>
                      <a:gd name="T63" fmla="*/ 46 h 176"/>
                      <a:gd name="T64" fmla="*/ 169 w 342"/>
                      <a:gd name="T65" fmla="*/ 35 h 176"/>
                      <a:gd name="T66" fmla="*/ 199 w 342"/>
                      <a:gd name="T67" fmla="*/ 24 h 176"/>
                      <a:gd name="T68" fmla="*/ 225 w 342"/>
                      <a:gd name="T69" fmla="*/ 16 h 176"/>
                      <a:gd name="T70" fmla="*/ 246 w 342"/>
                      <a:gd name="T71" fmla="*/ 8 h 176"/>
                      <a:gd name="T72" fmla="*/ 258 w 342"/>
                      <a:gd name="T73" fmla="*/ 5 h 176"/>
                      <a:gd name="T74" fmla="*/ 275 w 342"/>
                      <a:gd name="T75" fmla="*/ 3 h 176"/>
                      <a:gd name="T76" fmla="*/ 294 w 342"/>
                      <a:gd name="T77" fmla="*/ 0 h 176"/>
                      <a:gd name="T78" fmla="*/ 316 w 342"/>
                      <a:gd name="T79" fmla="*/ 0 h 176"/>
                      <a:gd name="T80" fmla="*/ 341 w 342"/>
                      <a:gd name="T81" fmla="*/ 0 h 17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42"/>
                      <a:gd name="T124" fmla="*/ 0 h 176"/>
                      <a:gd name="T125" fmla="*/ 342 w 342"/>
                      <a:gd name="T126" fmla="*/ 176 h 17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42" h="176">
                        <a:moveTo>
                          <a:pt x="341" y="0"/>
                        </a:moveTo>
                        <a:lnTo>
                          <a:pt x="311" y="19"/>
                        </a:lnTo>
                        <a:lnTo>
                          <a:pt x="275" y="32"/>
                        </a:lnTo>
                        <a:lnTo>
                          <a:pt x="229" y="46"/>
                        </a:lnTo>
                        <a:lnTo>
                          <a:pt x="174" y="67"/>
                        </a:lnTo>
                        <a:lnTo>
                          <a:pt x="142" y="79"/>
                        </a:lnTo>
                        <a:lnTo>
                          <a:pt x="116" y="93"/>
                        </a:lnTo>
                        <a:lnTo>
                          <a:pt x="104" y="104"/>
                        </a:lnTo>
                        <a:lnTo>
                          <a:pt x="104" y="109"/>
                        </a:lnTo>
                        <a:lnTo>
                          <a:pt x="116" y="112"/>
                        </a:lnTo>
                        <a:lnTo>
                          <a:pt x="129" y="112"/>
                        </a:lnTo>
                        <a:lnTo>
                          <a:pt x="144" y="109"/>
                        </a:lnTo>
                        <a:lnTo>
                          <a:pt x="161" y="106"/>
                        </a:lnTo>
                        <a:lnTo>
                          <a:pt x="182" y="101"/>
                        </a:lnTo>
                        <a:lnTo>
                          <a:pt x="174" y="106"/>
                        </a:lnTo>
                        <a:lnTo>
                          <a:pt x="152" y="120"/>
                        </a:lnTo>
                        <a:lnTo>
                          <a:pt x="138" y="131"/>
                        </a:lnTo>
                        <a:lnTo>
                          <a:pt x="112" y="141"/>
                        </a:lnTo>
                        <a:lnTo>
                          <a:pt x="91" y="151"/>
                        </a:lnTo>
                        <a:lnTo>
                          <a:pt x="61" y="162"/>
                        </a:lnTo>
                        <a:lnTo>
                          <a:pt x="36" y="170"/>
                        </a:lnTo>
                        <a:lnTo>
                          <a:pt x="15" y="175"/>
                        </a:lnTo>
                        <a:lnTo>
                          <a:pt x="0" y="175"/>
                        </a:lnTo>
                        <a:lnTo>
                          <a:pt x="0" y="159"/>
                        </a:lnTo>
                        <a:lnTo>
                          <a:pt x="4" y="144"/>
                        </a:lnTo>
                        <a:lnTo>
                          <a:pt x="11" y="120"/>
                        </a:lnTo>
                        <a:lnTo>
                          <a:pt x="23" y="104"/>
                        </a:lnTo>
                        <a:lnTo>
                          <a:pt x="32" y="93"/>
                        </a:lnTo>
                        <a:lnTo>
                          <a:pt x="53" y="79"/>
                        </a:lnTo>
                        <a:lnTo>
                          <a:pt x="78" y="69"/>
                        </a:lnTo>
                        <a:lnTo>
                          <a:pt x="112" y="57"/>
                        </a:lnTo>
                        <a:lnTo>
                          <a:pt x="142" y="46"/>
                        </a:lnTo>
                        <a:lnTo>
                          <a:pt x="169" y="35"/>
                        </a:lnTo>
                        <a:lnTo>
                          <a:pt x="199" y="24"/>
                        </a:lnTo>
                        <a:lnTo>
                          <a:pt x="225" y="16"/>
                        </a:lnTo>
                        <a:lnTo>
                          <a:pt x="246" y="8"/>
                        </a:lnTo>
                        <a:lnTo>
                          <a:pt x="258" y="5"/>
                        </a:lnTo>
                        <a:lnTo>
                          <a:pt x="275" y="3"/>
                        </a:lnTo>
                        <a:lnTo>
                          <a:pt x="294" y="0"/>
                        </a:lnTo>
                        <a:lnTo>
                          <a:pt x="316" y="0"/>
                        </a:lnTo>
                        <a:lnTo>
                          <a:pt x="341" y="0"/>
                        </a:lnTo>
                      </a:path>
                    </a:pathLst>
                  </a:custGeom>
                  <a:solidFill>
                    <a:srgbClr val="603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nvGrpSpPr>
                <p:cNvPr id="71" name="Group 25"/>
                <p:cNvGrpSpPr>
                  <a:grpSpLocks/>
                </p:cNvGrpSpPr>
                <p:nvPr/>
              </p:nvGrpSpPr>
              <p:grpSpPr bwMode="auto">
                <a:xfrm>
                  <a:off x="1821" y="1225"/>
                  <a:ext cx="1636" cy="696"/>
                  <a:chOff x="1821" y="1225"/>
                  <a:chExt cx="1636" cy="696"/>
                </a:xfrm>
              </p:grpSpPr>
              <p:sp>
                <p:nvSpPr>
                  <p:cNvPr id="72" name="Freeform 26"/>
                  <p:cNvSpPr>
                    <a:spLocks/>
                  </p:cNvSpPr>
                  <p:nvPr/>
                </p:nvSpPr>
                <p:spPr bwMode="auto">
                  <a:xfrm>
                    <a:off x="1821" y="1225"/>
                    <a:ext cx="1455" cy="696"/>
                  </a:xfrm>
                  <a:custGeom>
                    <a:avLst/>
                    <a:gdLst>
                      <a:gd name="T0" fmla="*/ 20 w 1455"/>
                      <a:gd name="T1" fmla="*/ 695 h 696"/>
                      <a:gd name="T2" fmla="*/ 99 w 1455"/>
                      <a:gd name="T3" fmla="*/ 689 h 696"/>
                      <a:gd name="T4" fmla="*/ 180 w 1455"/>
                      <a:gd name="T5" fmla="*/ 650 h 696"/>
                      <a:gd name="T6" fmla="*/ 242 w 1455"/>
                      <a:gd name="T7" fmla="*/ 601 h 696"/>
                      <a:gd name="T8" fmla="*/ 310 w 1455"/>
                      <a:gd name="T9" fmla="*/ 546 h 696"/>
                      <a:gd name="T10" fmla="*/ 354 w 1455"/>
                      <a:gd name="T11" fmla="*/ 488 h 696"/>
                      <a:gd name="T12" fmla="*/ 407 w 1455"/>
                      <a:gd name="T13" fmla="*/ 422 h 696"/>
                      <a:gd name="T14" fmla="*/ 433 w 1455"/>
                      <a:gd name="T15" fmla="*/ 376 h 696"/>
                      <a:gd name="T16" fmla="*/ 493 w 1455"/>
                      <a:gd name="T17" fmla="*/ 331 h 696"/>
                      <a:gd name="T18" fmla="*/ 537 w 1455"/>
                      <a:gd name="T19" fmla="*/ 290 h 696"/>
                      <a:gd name="T20" fmla="*/ 572 w 1455"/>
                      <a:gd name="T21" fmla="*/ 242 h 696"/>
                      <a:gd name="T22" fmla="*/ 618 w 1455"/>
                      <a:gd name="T23" fmla="*/ 199 h 696"/>
                      <a:gd name="T24" fmla="*/ 715 w 1455"/>
                      <a:gd name="T25" fmla="*/ 149 h 696"/>
                      <a:gd name="T26" fmla="*/ 814 w 1455"/>
                      <a:gd name="T27" fmla="*/ 105 h 696"/>
                      <a:gd name="T28" fmla="*/ 926 w 1455"/>
                      <a:gd name="T29" fmla="*/ 74 h 696"/>
                      <a:gd name="T30" fmla="*/ 1043 w 1455"/>
                      <a:gd name="T31" fmla="*/ 53 h 696"/>
                      <a:gd name="T32" fmla="*/ 1139 w 1455"/>
                      <a:gd name="T33" fmla="*/ 50 h 696"/>
                      <a:gd name="T34" fmla="*/ 1234 w 1455"/>
                      <a:gd name="T35" fmla="*/ 64 h 696"/>
                      <a:gd name="T36" fmla="*/ 1329 w 1455"/>
                      <a:gd name="T37" fmla="*/ 88 h 696"/>
                      <a:gd name="T38" fmla="*/ 1403 w 1455"/>
                      <a:gd name="T39" fmla="*/ 108 h 696"/>
                      <a:gd name="T40" fmla="*/ 1454 w 1455"/>
                      <a:gd name="T41" fmla="*/ 136 h 696"/>
                      <a:gd name="T42" fmla="*/ 1454 w 1455"/>
                      <a:gd name="T43" fmla="*/ 113 h 696"/>
                      <a:gd name="T44" fmla="*/ 1412 w 1455"/>
                      <a:gd name="T45" fmla="*/ 88 h 696"/>
                      <a:gd name="T46" fmla="*/ 1282 w 1455"/>
                      <a:gd name="T47" fmla="*/ 53 h 696"/>
                      <a:gd name="T48" fmla="*/ 1221 w 1455"/>
                      <a:gd name="T49" fmla="*/ 31 h 696"/>
                      <a:gd name="T50" fmla="*/ 1238 w 1455"/>
                      <a:gd name="T51" fmla="*/ 25 h 696"/>
                      <a:gd name="T52" fmla="*/ 1320 w 1455"/>
                      <a:gd name="T53" fmla="*/ 31 h 696"/>
                      <a:gd name="T54" fmla="*/ 1386 w 1455"/>
                      <a:gd name="T55" fmla="*/ 28 h 696"/>
                      <a:gd name="T56" fmla="*/ 1417 w 1455"/>
                      <a:gd name="T57" fmla="*/ 39 h 696"/>
                      <a:gd name="T58" fmla="*/ 1425 w 1455"/>
                      <a:gd name="T59" fmla="*/ 53 h 696"/>
                      <a:gd name="T60" fmla="*/ 1408 w 1455"/>
                      <a:gd name="T61" fmla="*/ 25 h 696"/>
                      <a:gd name="T62" fmla="*/ 1355 w 1455"/>
                      <a:gd name="T63" fmla="*/ 11 h 696"/>
                      <a:gd name="T64" fmla="*/ 1282 w 1455"/>
                      <a:gd name="T65" fmla="*/ 3 h 696"/>
                      <a:gd name="T66" fmla="*/ 1216 w 1455"/>
                      <a:gd name="T67" fmla="*/ 0 h 696"/>
                      <a:gd name="T68" fmla="*/ 1148 w 1455"/>
                      <a:gd name="T69" fmla="*/ 17 h 696"/>
                      <a:gd name="T70" fmla="*/ 1078 w 1455"/>
                      <a:gd name="T71" fmla="*/ 34 h 696"/>
                      <a:gd name="T72" fmla="*/ 1001 w 1455"/>
                      <a:gd name="T73" fmla="*/ 45 h 696"/>
                      <a:gd name="T74" fmla="*/ 895 w 1455"/>
                      <a:gd name="T75" fmla="*/ 64 h 696"/>
                      <a:gd name="T76" fmla="*/ 836 w 1455"/>
                      <a:gd name="T77" fmla="*/ 77 h 696"/>
                      <a:gd name="T78" fmla="*/ 752 w 1455"/>
                      <a:gd name="T79" fmla="*/ 97 h 696"/>
                      <a:gd name="T80" fmla="*/ 697 w 1455"/>
                      <a:gd name="T81" fmla="*/ 133 h 696"/>
                      <a:gd name="T82" fmla="*/ 614 w 1455"/>
                      <a:gd name="T83" fmla="*/ 177 h 696"/>
                      <a:gd name="T84" fmla="*/ 550 w 1455"/>
                      <a:gd name="T85" fmla="*/ 224 h 696"/>
                      <a:gd name="T86" fmla="*/ 488 w 1455"/>
                      <a:gd name="T87" fmla="*/ 273 h 696"/>
                      <a:gd name="T88" fmla="*/ 429 w 1455"/>
                      <a:gd name="T89" fmla="*/ 333 h 696"/>
                      <a:gd name="T90" fmla="*/ 385 w 1455"/>
                      <a:gd name="T91" fmla="*/ 378 h 696"/>
                      <a:gd name="T92" fmla="*/ 350 w 1455"/>
                      <a:gd name="T93" fmla="*/ 425 h 696"/>
                      <a:gd name="T94" fmla="*/ 301 w 1455"/>
                      <a:gd name="T95" fmla="*/ 482 h 696"/>
                      <a:gd name="T96" fmla="*/ 273 w 1455"/>
                      <a:gd name="T97" fmla="*/ 527 h 696"/>
                      <a:gd name="T98" fmla="*/ 242 w 1455"/>
                      <a:gd name="T99" fmla="*/ 565 h 696"/>
                      <a:gd name="T100" fmla="*/ 185 w 1455"/>
                      <a:gd name="T101" fmla="*/ 587 h 696"/>
                      <a:gd name="T102" fmla="*/ 134 w 1455"/>
                      <a:gd name="T103" fmla="*/ 631 h 696"/>
                      <a:gd name="T104" fmla="*/ 73 w 1455"/>
                      <a:gd name="T105" fmla="*/ 653 h 69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455"/>
                      <a:gd name="T160" fmla="*/ 0 h 696"/>
                      <a:gd name="T161" fmla="*/ 1455 w 1455"/>
                      <a:gd name="T162" fmla="*/ 696 h 69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455" h="696">
                        <a:moveTo>
                          <a:pt x="0" y="689"/>
                        </a:moveTo>
                        <a:lnTo>
                          <a:pt x="20" y="695"/>
                        </a:lnTo>
                        <a:lnTo>
                          <a:pt x="59" y="695"/>
                        </a:lnTo>
                        <a:lnTo>
                          <a:pt x="99" y="689"/>
                        </a:lnTo>
                        <a:lnTo>
                          <a:pt x="143" y="667"/>
                        </a:lnTo>
                        <a:lnTo>
                          <a:pt x="180" y="650"/>
                        </a:lnTo>
                        <a:lnTo>
                          <a:pt x="211" y="626"/>
                        </a:lnTo>
                        <a:lnTo>
                          <a:pt x="242" y="601"/>
                        </a:lnTo>
                        <a:lnTo>
                          <a:pt x="273" y="576"/>
                        </a:lnTo>
                        <a:lnTo>
                          <a:pt x="310" y="546"/>
                        </a:lnTo>
                        <a:lnTo>
                          <a:pt x="337" y="521"/>
                        </a:lnTo>
                        <a:lnTo>
                          <a:pt x="354" y="488"/>
                        </a:lnTo>
                        <a:lnTo>
                          <a:pt x="385" y="450"/>
                        </a:lnTo>
                        <a:lnTo>
                          <a:pt x="407" y="422"/>
                        </a:lnTo>
                        <a:lnTo>
                          <a:pt x="420" y="394"/>
                        </a:lnTo>
                        <a:lnTo>
                          <a:pt x="433" y="376"/>
                        </a:lnTo>
                        <a:lnTo>
                          <a:pt x="466" y="356"/>
                        </a:lnTo>
                        <a:lnTo>
                          <a:pt x="493" y="331"/>
                        </a:lnTo>
                        <a:lnTo>
                          <a:pt x="515" y="311"/>
                        </a:lnTo>
                        <a:lnTo>
                          <a:pt x="537" y="290"/>
                        </a:lnTo>
                        <a:lnTo>
                          <a:pt x="554" y="268"/>
                        </a:lnTo>
                        <a:lnTo>
                          <a:pt x="572" y="242"/>
                        </a:lnTo>
                        <a:lnTo>
                          <a:pt x="592" y="219"/>
                        </a:lnTo>
                        <a:lnTo>
                          <a:pt x="618" y="199"/>
                        </a:lnTo>
                        <a:lnTo>
                          <a:pt x="662" y="174"/>
                        </a:lnTo>
                        <a:lnTo>
                          <a:pt x="715" y="149"/>
                        </a:lnTo>
                        <a:lnTo>
                          <a:pt x="761" y="125"/>
                        </a:lnTo>
                        <a:lnTo>
                          <a:pt x="814" y="105"/>
                        </a:lnTo>
                        <a:lnTo>
                          <a:pt x="858" y="88"/>
                        </a:lnTo>
                        <a:lnTo>
                          <a:pt x="926" y="74"/>
                        </a:lnTo>
                        <a:lnTo>
                          <a:pt x="996" y="62"/>
                        </a:lnTo>
                        <a:lnTo>
                          <a:pt x="1043" y="53"/>
                        </a:lnTo>
                        <a:lnTo>
                          <a:pt x="1087" y="50"/>
                        </a:lnTo>
                        <a:lnTo>
                          <a:pt x="1139" y="50"/>
                        </a:lnTo>
                        <a:lnTo>
                          <a:pt x="1186" y="53"/>
                        </a:lnTo>
                        <a:lnTo>
                          <a:pt x="1234" y="64"/>
                        </a:lnTo>
                        <a:lnTo>
                          <a:pt x="1282" y="74"/>
                        </a:lnTo>
                        <a:lnTo>
                          <a:pt x="1329" y="88"/>
                        </a:lnTo>
                        <a:lnTo>
                          <a:pt x="1364" y="99"/>
                        </a:lnTo>
                        <a:lnTo>
                          <a:pt x="1403" y="108"/>
                        </a:lnTo>
                        <a:lnTo>
                          <a:pt x="1430" y="119"/>
                        </a:lnTo>
                        <a:lnTo>
                          <a:pt x="1454" y="136"/>
                        </a:lnTo>
                        <a:lnTo>
                          <a:pt x="1454" y="122"/>
                        </a:lnTo>
                        <a:lnTo>
                          <a:pt x="1454" y="113"/>
                        </a:lnTo>
                        <a:lnTo>
                          <a:pt x="1454" y="105"/>
                        </a:lnTo>
                        <a:lnTo>
                          <a:pt x="1412" y="88"/>
                        </a:lnTo>
                        <a:lnTo>
                          <a:pt x="1333" y="66"/>
                        </a:lnTo>
                        <a:lnTo>
                          <a:pt x="1282" y="53"/>
                        </a:lnTo>
                        <a:lnTo>
                          <a:pt x="1243" y="39"/>
                        </a:lnTo>
                        <a:lnTo>
                          <a:pt x="1221" y="31"/>
                        </a:lnTo>
                        <a:lnTo>
                          <a:pt x="1208" y="25"/>
                        </a:lnTo>
                        <a:lnTo>
                          <a:pt x="1238" y="25"/>
                        </a:lnTo>
                        <a:lnTo>
                          <a:pt x="1274" y="28"/>
                        </a:lnTo>
                        <a:lnTo>
                          <a:pt x="1320" y="31"/>
                        </a:lnTo>
                        <a:lnTo>
                          <a:pt x="1346" y="31"/>
                        </a:lnTo>
                        <a:lnTo>
                          <a:pt x="1386" y="28"/>
                        </a:lnTo>
                        <a:lnTo>
                          <a:pt x="1399" y="28"/>
                        </a:lnTo>
                        <a:lnTo>
                          <a:pt x="1417" y="39"/>
                        </a:lnTo>
                        <a:lnTo>
                          <a:pt x="1421" y="42"/>
                        </a:lnTo>
                        <a:lnTo>
                          <a:pt x="1425" y="53"/>
                        </a:lnTo>
                        <a:lnTo>
                          <a:pt x="1430" y="39"/>
                        </a:lnTo>
                        <a:lnTo>
                          <a:pt x="1408" y="25"/>
                        </a:lnTo>
                        <a:lnTo>
                          <a:pt x="1381" y="17"/>
                        </a:lnTo>
                        <a:lnTo>
                          <a:pt x="1355" y="11"/>
                        </a:lnTo>
                        <a:lnTo>
                          <a:pt x="1320" y="6"/>
                        </a:lnTo>
                        <a:lnTo>
                          <a:pt x="1282" y="3"/>
                        </a:lnTo>
                        <a:lnTo>
                          <a:pt x="1252" y="0"/>
                        </a:lnTo>
                        <a:lnTo>
                          <a:pt x="1216" y="0"/>
                        </a:lnTo>
                        <a:lnTo>
                          <a:pt x="1181" y="6"/>
                        </a:lnTo>
                        <a:lnTo>
                          <a:pt x="1148" y="17"/>
                        </a:lnTo>
                        <a:lnTo>
                          <a:pt x="1117" y="25"/>
                        </a:lnTo>
                        <a:lnTo>
                          <a:pt x="1078" y="34"/>
                        </a:lnTo>
                        <a:lnTo>
                          <a:pt x="1043" y="39"/>
                        </a:lnTo>
                        <a:lnTo>
                          <a:pt x="1001" y="45"/>
                        </a:lnTo>
                        <a:lnTo>
                          <a:pt x="957" y="53"/>
                        </a:lnTo>
                        <a:lnTo>
                          <a:pt x="895" y="64"/>
                        </a:lnTo>
                        <a:lnTo>
                          <a:pt x="862" y="71"/>
                        </a:lnTo>
                        <a:lnTo>
                          <a:pt x="836" y="77"/>
                        </a:lnTo>
                        <a:lnTo>
                          <a:pt x="792" y="88"/>
                        </a:lnTo>
                        <a:lnTo>
                          <a:pt x="752" y="97"/>
                        </a:lnTo>
                        <a:lnTo>
                          <a:pt x="724" y="116"/>
                        </a:lnTo>
                        <a:lnTo>
                          <a:pt x="697" y="133"/>
                        </a:lnTo>
                        <a:lnTo>
                          <a:pt x="653" y="151"/>
                        </a:lnTo>
                        <a:lnTo>
                          <a:pt x="614" y="177"/>
                        </a:lnTo>
                        <a:lnTo>
                          <a:pt x="572" y="202"/>
                        </a:lnTo>
                        <a:lnTo>
                          <a:pt x="550" y="224"/>
                        </a:lnTo>
                        <a:lnTo>
                          <a:pt x="515" y="251"/>
                        </a:lnTo>
                        <a:lnTo>
                          <a:pt x="488" y="273"/>
                        </a:lnTo>
                        <a:lnTo>
                          <a:pt x="458" y="301"/>
                        </a:lnTo>
                        <a:lnTo>
                          <a:pt x="429" y="333"/>
                        </a:lnTo>
                        <a:lnTo>
                          <a:pt x="407" y="359"/>
                        </a:lnTo>
                        <a:lnTo>
                          <a:pt x="385" y="378"/>
                        </a:lnTo>
                        <a:lnTo>
                          <a:pt x="363" y="405"/>
                        </a:lnTo>
                        <a:lnTo>
                          <a:pt x="350" y="425"/>
                        </a:lnTo>
                        <a:lnTo>
                          <a:pt x="328" y="455"/>
                        </a:lnTo>
                        <a:lnTo>
                          <a:pt x="301" y="482"/>
                        </a:lnTo>
                        <a:lnTo>
                          <a:pt x="286" y="510"/>
                        </a:lnTo>
                        <a:lnTo>
                          <a:pt x="273" y="527"/>
                        </a:lnTo>
                        <a:lnTo>
                          <a:pt x="260" y="546"/>
                        </a:lnTo>
                        <a:lnTo>
                          <a:pt x="242" y="565"/>
                        </a:lnTo>
                        <a:lnTo>
                          <a:pt x="216" y="576"/>
                        </a:lnTo>
                        <a:lnTo>
                          <a:pt x="185" y="587"/>
                        </a:lnTo>
                        <a:lnTo>
                          <a:pt x="154" y="612"/>
                        </a:lnTo>
                        <a:lnTo>
                          <a:pt x="134" y="631"/>
                        </a:lnTo>
                        <a:lnTo>
                          <a:pt x="108" y="639"/>
                        </a:lnTo>
                        <a:lnTo>
                          <a:pt x="73" y="653"/>
                        </a:lnTo>
                        <a:lnTo>
                          <a:pt x="0" y="689"/>
                        </a:lnTo>
                      </a:path>
                    </a:pathLst>
                  </a:custGeom>
                  <a:solidFill>
                    <a:srgbClr val="201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73" name="Freeform 27"/>
                  <p:cNvSpPr>
                    <a:spLocks/>
                  </p:cNvSpPr>
                  <p:nvPr/>
                </p:nvSpPr>
                <p:spPr bwMode="auto">
                  <a:xfrm>
                    <a:off x="2755" y="1303"/>
                    <a:ext cx="702" cy="182"/>
                  </a:xfrm>
                  <a:custGeom>
                    <a:avLst/>
                    <a:gdLst>
                      <a:gd name="T0" fmla="*/ 449 w 702"/>
                      <a:gd name="T1" fmla="*/ 108 h 182"/>
                      <a:gd name="T2" fmla="*/ 573 w 702"/>
                      <a:gd name="T3" fmla="*/ 146 h 182"/>
                      <a:gd name="T4" fmla="*/ 612 w 702"/>
                      <a:gd name="T5" fmla="*/ 168 h 182"/>
                      <a:gd name="T6" fmla="*/ 664 w 702"/>
                      <a:gd name="T7" fmla="*/ 181 h 182"/>
                      <a:gd name="T8" fmla="*/ 701 w 702"/>
                      <a:gd name="T9" fmla="*/ 181 h 182"/>
                      <a:gd name="T10" fmla="*/ 638 w 702"/>
                      <a:gd name="T11" fmla="*/ 162 h 182"/>
                      <a:gd name="T12" fmla="*/ 506 w 702"/>
                      <a:gd name="T13" fmla="*/ 113 h 182"/>
                      <a:gd name="T14" fmla="*/ 462 w 702"/>
                      <a:gd name="T15" fmla="*/ 94 h 182"/>
                      <a:gd name="T16" fmla="*/ 419 w 702"/>
                      <a:gd name="T17" fmla="*/ 79 h 182"/>
                      <a:gd name="T18" fmla="*/ 388 w 702"/>
                      <a:gd name="T19" fmla="*/ 61 h 182"/>
                      <a:gd name="T20" fmla="*/ 365 w 702"/>
                      <a:gd name="T21" fmla="*/ 45 h 182"/>
                      <a:gd name="T22" fmla="*/ 330 w 702"/>
                      <a:gd name="T23" fmla="*/ 27 h 182"/>
                      <a:gd name="T24" fmla="*/ 313 w 702"/>
                      <a:gd name="T25" fmla="*/ 21 h 182"/>
                      <a:gd name="T26" fmla="*/ 269 w 702"/>
                      <a:gd name="T27" fmla="*/ 5 h 182"/>
                      <a:gd name="T28" fmla="*/ 228 w 702"/>
                      <a:gd name="T29" fmla="*/ 0 h 182"/>
                      <a:gd name="T30" fmla="*/ 180 w 702"/>
                      <a:gd name="T31" fmla="*/ 0 h 182"/>
                      <a:gd name="T32" fmla="*/ 124 w 702"/>
                      <a:gd name="T33" fmla="*/ 13 h 182"/>
                      <a:gd name="T34" fmla="*/ 98 w 702"/>
                      <a:gd name="T35" fmla="*/ 16 h 182"/>
                      <a:gd name="T36" fmla="*/ 52 w 702"/>
                      <a:gd name="T37" fmla="*/ 29 h 182"/>
                      <a:gd name="T38" fmla="*/ 0 w 702"/>
                      <a:gd name="T39" fmla="*/ 53 h 182"/>
                      <a:gd name="T40" fmla="*/ 35 w 702"/>
                      <a:gd name="T41" fmla="*/ 53 h 182"/>
                      <a:gd name="T42" fmla="*/ 95 w 702"/>
                      <a:gd name="T43" fmla="*/ 45 h 182"/>
                      <a:gd name="T44" fmla="*/ 154 w 702"/>
                      <a:gd name="T45" fmla="*/ 35 h 182"/>
                      <a:gd name="T46" fmla="*/ 189 w 702"/>
                      <a:gd name="T47" fmla="*/ 27 h 182"/>
                      <a:gd name="T48" fmla="*/ 224 w 702"/>
                      <a:gd name="T49" fmla="*/ 21 h 182"/>
                      <a:gd name="T50" fmla="*/ 273 w 702"/>
                      <a:gd name="T51" fmla="*/ 27 h 182"/>
                      <a:gd name="T52" fmla="*/ 339 w 702"/>
                      <a:gd name="T53" fmla="*/ 56 h 182"/>
                      <a:gd name="T54" fmla="*/ 410 w 702"/>
                      <a:gd name="T55" fmla="*/ 94 h 182"/>
                      <a:gd name="T56" fmla="*/ 449 w 702"/>
                      <a:gd name="T57" fmla="*/ 108 h 18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02"/>
                      <a:gd name="T88" fmla="*/ 0 h 182"/>
                      <a:gd name="T89" fmla="*/ 702 w 702"/>
                      <a:gd name="T90" fmla="*/ 182 h 18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02" h="182">
                        <a:moveTo>
                          <a:pt x="449" y="108"/>
                        </a:moveTo>
                        <a:lnTo>
                          <a:pt x="573" y="146"/>
                        </a:lnTo>
                        <a:lnTo>
                          <a:pt x="612" y="168"/>
                        </a:lnTo>
                        <a:lnTo>
                          <a:pt x="664" y="181"/>
                        </a:lnTo>
                        <a:lnTo>
                          <a:pt x="701" y="181"/>
                        </a:lnTo>
                        <a:lnTo>
                          <a:pt x="638" y="162"/>
                        </a:lnTo>
                        <a:lnTo>
                          <a:pt x="506" y="113"/>
                        </a:lnTo>
                        <a:lnTo>
                          <a:pt x="462" y="94"/>
                        </a:lnTo>
                        <a:lnTo>
                          <a:pt x="419" y="79"/>
                        </a:lnTo>
                        <a:lnTo>
                          <a:pt x="388" y="61"/>
                        </a:lnTo>
                        <a:lnTo>
                          <a:pt x="365" y="45"/>
                        </a:lnTo>
                        <a:lnTo>
                          <a:pt x="330" y="27"/>
                        </a:lnTo>
                        <a:lnTo>
                          <a:pt x="313" y="21"/>
                        </a:lnTo>
                        <a:lnTo>
                          <a:pt x="269" y="5"/>
                        </a:lnTo>
                        <a:lnTo>
                          <a:pt x="228" y="0"/>
                        </a:lnTo>
                        <a:lnTo>
                          <a:pt x="180" y="0"/>
                        </a:lnTo>
                        <a:lnTo>
                          <a:pt x="124" y="13"/>
                        </a:lnTo>
                        <a:lnTo>
                          <a:pt x="98" y="16"/>
                        </a:lnTo>
                        <a:lnTo>
                          <a:pt x="52" y="29"/>
                        </a:lnTo>
                        <a:lnTo>
                          <a:pt x="0" y="53"/>
                        </a:lnTo>
                        <a:lnTo>
                          <a:pt x="35" y="53"/>
                        </a:lnTo>
                        <a:lnTo>
                          <a:pt x="95" y="45"/>
                        </a:lnTo>
                        <a:lnTo>
                          <a:pt x="154" y="35"/>
                        </a:lnTo>
                        <a:lnTo>
                          <a:pt x="189" y="27"/>
                        </a:lnTo>
                        <a:lnTo>
                          <a:pt x="224" y="21"/>
                        </a:lnTo>
                        <a:lnTo>
                          <a:pt x="273" y="27"/>
                        </a:lnTo>
                        <a:lnTo>
                          <a:pt x="339" y="56"/>
                        </a:lnTo>
                        <a:lnTo>
                          <a:pt x="410" y="94"/>
                        </a:lnTo>
                        <a:lnTo>
                          <a:pt x="449" y="108"/>
                        </a:lnTo>
                      </a:path>
                    </a:pathLst>
                  </a:custGeom>
                  <a:solidFill>
                    <a:srgbClr val="231105"/>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grpSp>
            <p:nvGrpSpPr>
              <p:cNvPr id="41" name="Group 28"/>
              <p:cNvGrpSpPr>
                <a:grpSpLocks/>
              </p:cNvGrpSpPr>
              <p:nvPr/>
            </p:nvGrpSpPr>
            <p:grpSpPr bwMode="auto">
              <a:xfrm>
                <a:off x="1801" y="1372"/>
                <a:ext cx="1662" cy="765"/>
                <a:chOff x="1801" y="1372"/>
                <a:chExt cx="1662" cy="765"/>
              </a:xfrm>
            </p:grpSpPr>
            <p:grpSp>
              <p:nvGrpSpPr>
                <p:cNvPr id="42" name="Group 29"/>
                <p:cNvGrpSpPr>
                  <a:grpSpLocks/>
                </p:cNvGrpSpPr>
                <p:nvPr/>
              </p:nvGrpSpPr>
              <p:grpSpPr bwMode="auto">
                <a:xfrm>
                  <a:off x="1801" y="1372"/>
                  <a:ext cx="1662" cy="765"/>
                  <a:chOff x="1801" y="1372"/>
                  <a:chExt cx="1662" cy="765"/>
                </a:xfrm>
              </p:grpSpPr>
              <p:sp>
                <p:nvSpPr>
                  <p:cNvPr id="48" name="Freeform 30"/>
                  <p:cNvSpPr>
                    <a:spLocks/>
                  </p:cNvSpPr>
                  <p:nvPr/>
                </p:nvSpPr>
                <p:spPr bwMode="auto">
                  <a:xfrm>
                    <a:off x="1801" y="1372"/>
                    <a:ext cx="1662" cy="765"/>
                  </a:xfrm>
                  <a:custGeom>
                    <a:avLst/>
                    <a:gdLst>
                      <a:gd name="T0" fmla="*/ 9 w 1662"/>
                      <a:gd name="T1" fmla="*/ 709 h 765"/>
                      <a:gd name="T2" fmla="*/ 0 w 1662"/>
                      <a:gd name="T3" fmla="*/ 739 h 765"/>
                      <a:gd name="T4" fmla="*/ 26 w 1662"/>
                      <a:gd name="T5" fmla="*/ 758 h 765"/>
                      <a:gd name="T6" fmla="*/ 73 w 1662"/>
                      <a:gd name="T7" fmla="*/ 764 h 765"/>
                      <a:gd name="T8" fmla="*/ 121 w 1662"/>
                      <a:gd name="T9" fmla="*/ 739 h 765"/>
                      <a:gd name="T10" fmla="*/ 220 w 1662"/>
                      <a:gd name="T11" fmla="*/ 676 h 765"/>
                      <a:gd name="T12" fmla="*/ 324 w 1662"/>
                      <a:gd name="T13" fmla="*/ 587 h 765"/>
                      <a:gd name="T14" fmla="*/ 408 w 1662"/>
                      <a:gd name="T15" fmla="*/ 524 h 765"/>
                      <a:gd name="T16" fmla="*/ 447 w 1662"/>
                      <a:gd name="T17" fmla="*/ 496 h 765"/>
                      <a:gd name="T18" fmla="*/ 498 w 1662"/>
                      <a:gd name="T19" fmla="*/ 493 h 765"/>
                      <a:gd name="T20" fmla="*/ 538 w 1662"/>
                      <a:gd name="T21" fmla="*/ 501 h 765"/>
                      <a:gd name="T22" fmla="*/ 546 w 1662"/>
                      <a:gd name="T23" fmla="*/ 478 h 765"/>
                      <a:gd name="T24" fmla="*/ 555 w 1662"/>
                      <a:gd name="T25" fmla="*/ 458 h 765"/>
                      <a:gd name="T26" fmla="*/ 586 w 1662"/>
                      <a:gd name="T27" fmla="*/ 438 h 765"/>
                      <a:gd name="T28" fmla="*/ 615 w 1662"/>
                      <a:gd name="T29" fmla="*/ 424 h 765"/>
                      <a:gd name="T30" fmla="*/ 623 w 1662"/>
                      <a:gd name="T31" fmla="*/ 410 h 765"/>
                      <a:gd name="T32" fmla="*/ 641 w 1662"/>
                      <a:gd name="T33" fmla="*/ 407 h 765"/>
                      <a:gd name="T34" fmla="*/ 672 w 1662"/>
                      <a:gd name="T35" fmla="*/ 421 h 765"/>
                      <a:gd name="T36" fmla="*/ 729 w 1662"/>
                      <a:gd name="T37" fmla="*/ 433 h 765"/>
                      <a:gd name="T38" fmla="*/ 789 w 1662"/>
                      <a:gd name="T39" fmla="*/ 433 h 765"/>
                      <a:gd name="T40" fmla="*/ 872 w 1662"/>
                      <a:gd name="T41" fmla="*/ 433 h 765"/>
                      <a:gd name="T42" fmla="*/ 949 w 1662"/>
                      <a:gd name="T43" fmla="*/ 424 h 765"/>
                      <a:gd name="T44" fmla="*/ 1042 w 1662"/>
                      <a:gd name="T45" fmla="*/ 410 h 765"/>
                      <a:gd name="T46" fmla="*/ 1119 w 1662"/>
                      <a:gd name="T47" fmla="*/ 403 h 765"/>
                      <a:gd name="T48" fmla="*/ 1196 w 1662"/>
                      <a:gd name="T49" fmla="*/ 395 h 765"/>
                      <a:gd name="T50" fmla="*/ 1253 w 1662"/>
                      <a:gd name="T51" fmla="*/ 381 h 765"/>
                      <a:gd name="T52" fmla="*/ 1320 w 1662"/>
                      <a:gd name="T53" fmla="*/ 361 h 765"/>
                      <a:gd name="T54" fmla="*/ 1388 w 1662"/>
                      <a:gd name="T55" fmla="*/ 333 h 765"/>
                      <a:gd name="T56" fmla="*/ 1454 w 1662"/>
                      <a:gd name="T57" fmla="*/ 301 h 765"/>
                      <a:gd name="T58" fmla="*/ 1522 w 1662"/>
                      <a:gd name="T59" fmla="*/ 267 h 765"/>
                      <a:gd name="T60" fmla="*/ 1588 w 1662"/>
                      <a:gd name="T61" fmla="*/ 223 h 765"/>
                      <a:gd name="T62" fmla="*/ 1610 w 1662"/>
                      <a:gd name="T63" fmla="*/ 198 h 765"/>
                      <a:gd name="T64" fmla="*/ 1661 w 1662"/>
                      <a:gd name="T65" fmla="*/ 198 h 765"/>
                      <a:gd name="T66" fmla="*/ 1624 w 1662"/>
                      <a:gd name="T67" fmla="*/ 162 h 765"/>
                      <a:gd name="T68" fmla="*/ 1544 w 1662"/>
                      <a:gd name="T69" fmla="*/ 124 h 765"/>
                      <a:gd name="T70" fmla="*/ 1467 w 1662"/>
                      <a:gd name="T71" fmla="*/ 84 h 765"/>
                      <a:gd name="T72" fmla="*/ 1370 w 1662"/>
                      <a:gd name="T73" fmla="*/ 58 h 765"/>
                      <a:gd name="T74" fmla="*/ 1289 w 1662"/>
                      <a:gd name="T75" fmla="*/ 29 h 765"/>
                      <a:gd name="T76" fmla="*/ 1218 w 1662"/>
                      <a:gd name="T77" fmla="*/ 10 h 765"/>
                      <a:gd name="T78" fmla="*/ 1137 w 1662"/>
                      <a:gd name="T79" fmla="*/ 0 h 765"/>
                      <a:gd name="T80" fmla="*/ 1066 w 1662"/>
                      <a:gd name="T81" fmla="*/ 7 h 765"/>
                      <a:gd name="T82" fmla="*/ 1011 w 1662"/>
                      <a:gd name="T83" fmla="*/ 29 h 765"/>
                      <a:gd name="T84" fmla="*/ 949 w 1662"/>
                      <a:gd name="T85" fmla="*/ 52 h 765"/>
                      <a:gd name="T86" fmla="*/ 881 w 1662"/>
                      <a:gd name="T87" fmla="*/ 72 h 765"/>
                      <a:gd name="T88" fmla="*/ 824 w 1662"/>
                      <a:gd name="T89" fmla="*/ 98 h 765"/>
                      <a:gd name="T90" fmla="*/ 762 w 1662"/>
                      <a:gd name="T91" fmla="*/ 129 h 765"/>
                      <a:gd name="T92" fmla="*/ 712 w 1662"/>
                      <a:gd name="T93" fmla="*/ 154 h 765"/>
                      <a:gd name="T94" fmla="*/ 663 w 1662"/>
                      <a:gd name="T95" fmla="*/ 176 h 765"/>
                      <a:gd name="T96" fmla="*/ 623 w 1662"/>
                      <a:gd name="T97" fmla="*/ 187 h 765"/>
                      <a:gd name="T98" fmla="*/ 595 w 1662"/>
                      <a:gd name="T99" fmla="*/ 232 h 765"/>
                      <a:gd name="T100" fmla="*/ 560 w 1662"/>
                      <a:gd name="T101" fmla="*/ 292 h 765"/>
                      <a:gd name="T102" fmla="*/ 511 w 1662"/>
                      <a:gd name="T103" fmla="*/ 347 h 765"/>
                      <a:gd name="T104" fmla="*/ 460 w 1662"/>
                      <a:gd name="T105" fmla="*/ 395 h 765"/>
                      <a:gd name="T106" fmla="*/ 394 w 1662"/>
                      <a:gd name="T107" fmla="*/ 444 h 765"/>
                      <a:gd name="T108" fmla="*/ 333 w 1662"/>
                      <a:gd name="T109" fmla="*/ 496 h 765"/>
                      <a:gd name="T110" fmla="*/ 304 w 1662"/>
                      <a:gd name="T111" fmla="*/ 535 h 765"/>
                      <a:gd name="T112" fmla="*/ 264 w 1662"/>
                      <a:gd name="T113" fmla="*/ 570 h 765"/>
                      <a:gd name="T114" fmla="*/ 185 w 1662"/>
                      <a:gd name="T115" fmla="*/ 618 h 765"/>
                      <a:gd name="T116" fmla="*/ 26 w 1662"/>
                      <a:gd name="T117" fmla="*/ 684 h 76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662"/>
                      <a:gd name="T178" fmla="*/ 0 h 765"/>
                      <a:gd name="T179" fmla="*/ 1662 w 1662"/>
                      <a:gd name="T180" fmla="*/ 765 h 76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662" h="765">
                        <a:moveTo>
                          <a:pt x="26" y="684"/>
                        </a:moveTo>
                        <a:lnTo>
                          <a:pt x="9" y="709"/>
                        </a:lnTo>
                        <a:lnTo>
                          <a:pt x="4" y="723"/>
                        </a:lnTo>
                        <a:lnTo>
                          <a:pt x="0" y="739"/>
                        </a:lnTo>
                        <a:lnTo>
                          <a:pt x="13" y="753"/>
                        </a:lnTo>
                        <a:lnTo>
                          <a:pt x="26" y="758"/>
                        </a:lnTo>
                        <a:lnTo>
                          <a:pt x="46" y="764"/>
                        </a:lnTo>
                        <a:lnTo>
                          <a:pt x="73" y="764"/>
                        </a:lnTo>
                        <a:lnTo>
                          <a:pt x="99" y="753"/>
                        </a:lnTo>
                        <a:lnTo>
                          <a:pt x="121" y="739"/>
                        </a:lnTo>
                        <a:lnTo>
                          <a:pt x="170" y="712"/>
                        </a:lnTo>
                        <a:lnTo>
                          <a:pt x="220" y="676"/>
                        </a:lnTo>
                        <a:lnTo>
                          <a:pt x="282" y="629"/>
                        </a:lnTo>
                        <a:lnTo>
                          <a:pt x="324" y="587"/>
                        </a:lnTo>
                        <a:lnTo>
                          <a:pt x="372" y="552"/>
                        </a:lnTo>
                        <a:lnTo>
                          <a:pt x="408" y="524"/>
                        </a:lnTo>
                        <a:lnTo>
                          <a:pt x="434" y="507"/>
                        </a:lnTo>
                        <a:lnTo>
                          <a:pt x="447" y="496"/>
                        </a:lnTo>
                        <a:lnTo>
                          <a:pt x="463" y="490"/>
                        </a:lnTo>
                        <a:lnTo>
                          <a:pt x="498" y="493"/>
                        </a:lnTo>
                        <a:lnTo>
                          <a:pt x="511" y="496"/>
                        </a:lnTo>
                        <a:lnTo>
                          <a:pt x="538" y="501"/>
                        </a:lnTo>
                        <a:lnTo>
                          <a:pt x="546" y="496"/>
                        </a:lnTo>
                        <a:lnTo>
                          <a:pt x="546" y="478"/>
                        </a:lnTo>
                        <a:lnTo>
                          <a:pt x="546" y="466"/>
                        </a:lnTo>
                        <a:lnTo>
                          <a:pt x="555" y="458"/>
                        </a:lnTo>
                        <a:lnTo>
                          <a:pt x="568" y="447"/>
                        </a:lnTo>
                        <a:lnTo>
                          <a:pt x="586" y="438"/>
                        </a:lnTo>
                        <a:lnTo>
                          <a:pt x="604" y="433"/>
                        </a:lnTo>
                        <a:lnTo>
                          <a:pt x="615" y="424"/>
                        </a:lnTo>
                        <a:lnTo>
                          <a:pt x="619" y="421"/>
                        </a:lnTo>
                        <a:lnTo>
                          <a:pt x="623" y="410"/>
                        </a:lnTo>
                        <a:lnTo>
                          <a:pt x="628" y="407"/>
                        </a:lnTo>
                        <a:lnTo>
                          <a:pt x="641" y="407"/>
                        </a:lnTo>
                        <a:lnTo>
                          <a:pt x="650" y="416"/>
                        </a:lnTo>
                        <a:lnTo>
                          <a:pt x="672" y="421"/>
                        </a:lnTo>
                        <a:lnTo>
                          <a:pt x="694" y="427"/>
                        </a:lnTo>
                        <a:lnTo>
                          <a:pt x="729" y="433"/>
                        </a:lnTo>
                        <a:lnTo>
                          <a:pt x="747" y="433"/>
                        </a:lnTo>
                        <a:lnTo>
                          <a:pt x="789" y="433"/>
                        </a:lnTo>
                        <a:lnTo>
                          <a:pt x="833" y="433"/>
                        </a:lnTo>
                        <a:lnTo>
                          <a:pt x="872" y="433"/>
                        </a:lnTo>
                        <a:lnTo>
                          <a:pt x="905" y="430"/>
                        </a:lnTo>
                        <a:lnTo>
                          <a:pt x="949" y="424"/>
                        </a:lnTo>
                        <a:lnTo>
                          <a:pt x="994" y="421"/>
                        </a:lnTo>
                        <a:lnTo>
                          <a:pt x="1042" y="410"/>
                        </a:lnTo>
                        <a:lnTo>
                          <a:pt x="1084" y="407"/>
                        </a:lnTo>
                        <a:lnTo>
                          <a:pt x="1119" y="403"/>
                        </a:lnTo>
                        <a:lnTo>
                          <a:pt x="1159" y="397"/>
                        </a:lnTo>
                        <a:lnTo>
                          <a:pt x="1196" y="395"/>
                        </a:lnTo>
                        <a:lnTo>
                          <a:pt x="1227" y="386"/>
                        </a:lnTo>
                        <a:lnTo>
                          <a:pt x="1253" y="381"/>
                        </a:lnTo>
                        <a:lnTo>
                          <a:pt x="1293" y="369"/>
                        </a:lnTo>
                        <a:lnTo>
                          <a:pt x="1320" y="361"/>
                        </a:lnTo>
                        <a:lnTo>
                          <a:pt x="1339" y="353"/>
                        </a:lnTo>
                        <a:lnTo>
                          <a:pt x="1388" y="333"/>
                        </a:lnTo>
                        <a:lnTo>
                          <a:pt x="1419" y="320"/>
                        </a:lnTo>
                        <a:lnTo>
                          <a:pt x="1454" y="301"/>
                        </a:lnTo>
                        <a:lnTo>
                          <a:pt x="1491" y="284"/>
                        </a:lnTo>
                        <a:lnTo>
                          <a:pt x="1522" y="267"/>
                        </a:lnTo>
                        <a:lnTo>
                          <a:pt x="1553" y="247"/>
                        </a:lnTo>
                        <a:lnTo>
                          <a:pt x="1588" y="223"/>
                        </a:lnTo>
                        <a:lnTo>
                          <a:pt x="1593" y="206"/>
                        </a:lnTo>
                        <a:lnTo>
                          <a:pt x="1610" y="198"/>
                        </a:lnTo>
                        <a:lnTo>
                          <a:pt x="1643" y="198"/>
                        </a:lnTo>
                        <a:lnTo>
                          <a:pt x="1661" y="198"/>
                        </a:lnTo>
                        <a:lnTo>
                          <a:pt x="1648" y="176"/>
                        </a:lnTo>
                        <a:lnTo>
                          <a:pt x="1624" y="162"/>
                        </a:lnTo>
                        <a:lnTo>
                          <a:pt x="1579" y="140"/>
                        </a:lnTo>
                        <a:lnTo>
                          <a:pt x="1544" y="124"/>
                        </a:lnTo>
                        <a:lnTo>
                          <a:pt x="1505" y="104"/>
                        </a:lnTo>
                        <a:lnTo>
                          <a:pt x="1467" y="84"/>
                        </a:lnTo>
                        <a:lnTo>
                          <a:pt x="1423" y="72"/>
                        </a:lnTo>
                        <a:lnTo>
                          <a:pt x="1370" y="58"/>
                        </a:lnTo>
                        <a:lnTo>
                          <a:pt x="1324" y="41"/>
                        </a:lnTo>
                        <a:lnTo>
                          <a:pt x="1289" y="29"/>
                        </a:lnTo>
                        <a:lnTo>
                          <a:pt x="1253" y="18"/>
                        </a:lnTo>
                        <a:lnTo>
                          <a:pt x="1218" y="10"/>
                        </a:lnTo>
                        <a:lnTo>
                          <a:pt x="1190" y="4"/>
                        </a:lnTo>
                        <a:lnTo>
                          <a:pt x="1137" y="0"/>
                        </a:lnTo>
                        <a:lnTo>
                          <a:pt x="1110" y="1"/>
                        </a:lnTo>
                        <a:lnTo>
                          <a:pt x="1066" y="7"/>
                        </a:lnTo>
                        <a:lnTo>
                          <a:pt x="1042" y="18"/>
                        </a:lnTo>
                        <a:lnTo>
                          <a:pt x="1011" y="29"/>
                        </a:lnTo>
                        <a:lnTo>
                          <a:pt x="976" y="44"/>
                        </a:lnTo>
                        <a:lnTo>
                          <a:pt x="949" y="52"/>
                        </a:lnTo>
                        <a:lnTo>
                          <a:pt x="910" y="63"/>
                        </a:lnTo>
                        <a:lnTo>
                          <a:pt x="881" y="72"/>
                        </a:lnTo>
                        <a:lnTo>
                          <a:pt x="850" y="84"/>
                        </a:lnTo>
                        <a:lnTo>
                          <a:pt x="824" y="98"/>
                        </a:lnTo>
                        <a:lnTo>
                          <a:pt x="789" y="115"/>
                        </a:lnTo>
                        <a:lnTo>
                          <a:pt x="762" y="129"/>
                        </a:lnTo>
                        <a:lnTo>
                          <a:pt x="734" y="146"/>
                        </a:lnTo>
                        <a:lnTo>
                          <a:pt x="712" y="154"/>
                        </a:lnTo>
                        <a:lnTo>
                          <a:pt x="685" y="164"/>
                        </a:lnTo>
                        <a:lnTo>
                          <a:pt x="663" y="176"/>
                        </a:lnTo>
                        <a:lnTo>
                          <a:pt x="645" y="181"/>
                        </a:lnTo>
                        <a:lnTo>
                          <a:pt x="623" y="187"/>
                        </a:lnTo>
                        <a:lnTo>
                          <a:pt x="608" y="209"/>
                        </a:lnTo>
                        <a:lnTo>
                          <a:pt x="595" y="232"/>
                        </a:lnTo>
                        <a:lnTo>
                          <a:pt x="577" y="264"/>
                        </a:lnTo>
                        <a:lnTo>
                          <a:pt x="560" y="292"/>
                        </a:lnTo>
                        <a:lnTo>
                          <a:pt x="546" y="315"/>
                        </a:lnTo>
                        <a:lnTo>
                          <a:pt x="511" y="347"/>
                        </a:lnTo>
                        <a:lnTo>
                          <a:pt x="485" y="372"/>
                        </a:lnTo>
                        <a:lnTo>
                          <a:pt x="460" y="395"/>
                        </a:lnTo>
                        <a:lnTo>
                          <a:pt x="425" y="419"/>
                        </a:lnTo>
                        <a:lnTo>
                          <a:pt x="394" y="444"/>
                        </a:lnTo>
                        <a:lnTo>
                          <a:pt x="363" y="469"/>
                        </a:lnTo>
                        <a:lnTo>
                          <a:pt x="333" y="496"/>
                        </a:lnTo>
                        <a:lnTo>
                          <a:pt x="317" y="521"/>
                        </a:lnTo>
                        <a:lnTo>
                          <a:pt x="304" y="535"/>
                        </a:lnTo>
                        <a:lnTo>
                          <a:pt x="286" y="555"/>
                        </a:lnTo>
                        <a:lnTo>
                          <a:pt x="264" y="570"/>
                        </a:lnTo>
                        <a:lnTo>
                          <a:pt x="234" y="590"/>
                        </a:lnTo>
                        <a:lnTo>
                          <a:pt x="185" y="618"/>
                        </a:lnTo>
                        <a:lnTo>
                          <a:pt x="121" y="645"/>
                        </a:lnTo>
                        <a:lnTo>
                          <a:pt x="26" y="684"/>
                        </a:lnTo>
                      </a:path>
                    </a:pathLst>
                  </a:custGeom>
                  <a:solidFill>
                    <a:srgbClr val="201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nvGrpSpPr>
                  <p:cNvPr id="49" name="Group 31"/>
                  <p:cNvGrpSpPr>
                    <a:grpSpLocks/>
                  </p:cNvGrpSpPr>
                  <p:nvPr/>
                </p:nvGrpSpPr>
                <p:grpSpPr bwMode="auto">
                  <a:xfrm>
                    <a:off x="2426" y="1407"/>
                    <a:ext cx="1019" cy="367"/>
                    <a:chOff x="2426" y="1407"/>
                    <a:chExt cx="1019" cy="367"/>
                  </a:xfrm>
                </p:grpSpPr>
                <p:grpSp>
                  <p:nvGrpSpPr>
                    <p:cNvPr id="50" name="Group 32"/>
                    <p:cNvGrpSpPr>
                      <a:grpSpLocks/>
                    </p:cNvGrpSpPr>
                    <p:nvPr/>
                  </p:nvGrpSpPr>
                  <p:grpSpPr bwMode="auto">
                    <a:xfrm>
                      <a:off x="2426" y="1417"/>
                      <a:ext cx="1019" cy="354"/>
                      <a:chOff x="2426" y="1417"/>
                      <a:chExt cx="1019" cy="354"/>
                    </a:xfrm>
                  </p:grpSpPr>
                  <p:sp>
                    <p:nvSpPr>
                      <p:cNvPr id="66" name="Freeform 33"/>
                      <p:cNvSpPr>
                        <a:spLocks/>
                      </p:cNvSpPr>
                      <p:nvPr/>
                    </p:nvSpPr>
                    <p:spPr bwMode="auto">
                      <a:xfrm>
                        <a:off x="2426" y="1417"/>
                        <a:ext cx="962" cy="354"/>
                      </a:xfrm>
                      <a:custGeom>
                        <a:avLst/>
                        <a:gdLst>
                          <a:gd name="T0" fmla="*/ 0 w 962"/>
                          <a:gd name="T1" fmla="*/ 303 h 354"/>
                          <a:gd name="T2" fmla="*/ 22 w 962"/>
                          <a:gd name="T3" fmla="*/ 252 h 354"/>
                          <a:gd name="T4" fmla="*/ 57 w 962"/>
                          <a:gd name="T5" fmla="*/ 196 h 354"/>
                          <a:gd name="T6" fmla="*/ 114 w 962"/>
                          <a:gd name="T7" fmla="*/ 153 h 354"/>
                          <a:gd name="T8" fmla="*/ 164 w 962"/>
                          <a:gd name="T9" fmla="*/ 117 h 354"/>
                          <a:gd name="T10" fmla="*/ 234 w 962"/>
                          <a:gd name="T11" fmla="*/ 76 h 354"/>
                          <a:gd name="T12" fmla="*/ 328 w 962"/>
                          <a:gd name="T13" fmla="*/ 38 h 354"/>
                          <a:gd name="T14" fmla="*/ 415 w 962"/>
                          <a:gd name="T15" fmla="*/ 11 h 354"/>
                          <a:gd name="T16" fmla="*/ 465 w 962"/>
                          <a:gd name="T17" fmla="*/ 6 h 354"/>
                          <a:gd name="T18" fmla="*/ 522 w 962"/>
                          <a:gd name="T19" fmla="*/ 0 h 354"/>
                          <a:gd name="T20" fmla="*/ 590 w 962"/>
                          <a:gd name="T21" fmla="*/ 8 h 354"/>
                          <a:gd name="T22" fmla="*/ 651 w 962"/>
                          <a:gd name="T23" fmla="*/ 19 h 354"/>
                          <a:gd name="T24" fmla="*/ 719 w 962"/>
                          <a:gd name="T25" fmla="*/ 40 h 354"/>
                          <a:gd name="T26" fmla="*/ 780 w 962"/>
                          <a:gd name="T27" fmla="*/ 63 h 354"/>
                          <a:gd name="T28" fmla="*/ 845 w 962"/>
                          <a:gd name="T29" fmla="*/ 93 h 354"/>
                          <a:gd name="T30" fmla="*/ 900 w 962"/>
                          <a:gd name="T31" fmla="*/ 117 h 354"/>
                          <a:gd name="T32" fmla="*/ 944 w 962"/>
                          <a:gd name="T33" fmla="*/ 133 h 354"/>
                          <a:gd name="T34" fmla="*/ 961 w 962"/>
                          <a:gd name="T35" fmla="*/ 150 h 354"/>
                          <a:gd name="T36" fmla="*/ 930 w 962"/>
                          <a:gd name="T37" fmla="*/ 175 h 354"/>
                          <a:gd name="T38" fmla="*/ 900 w 962"/>
                          <a:gd name="T39" fmla="*/ 193 h 354"/>
                          <a:gd name="T40" fmla="*/ 856 w 962"/>
                          <a:gd name="T41" fmla="*/ 213 h 354"/>
                          <a:gd name="T42" fmla="*/ 823 w 962"/>
                          <a:gd name="T43" fmla="*/ 235 h 354"/>
                          <a:gd name="T44" fmla="*/ 775 w 962"/>
                          <a:gd name="T45" fmla="*/ 254 h 354"/>
                          <a:gd name="T46" fmla="*/ 740 w 962"/>
                          <a:gd name="T47" fmla="*/ 268 h 354"/>
                          <a:gd name="T48" fmla="*/ 708 w 962"/>
                          <a:gd name="T49" fmla="*/ 278 h 354"/>
                          <a:gd name="T50" fmla="*/ 664 w 962"/>
                          <a:gd name="T51" fmla="*/ 292 h 354"/>
                          <a:gd name="T52" fmla="*/ 616 w 962"/>
                          <a:gd name="T53" fmla="*/ 309 h 354"/>
                          <a:gd name="T54" fmla="*/ 581 w 962"/>
                          <a:gd name="T55" fmla="*/ 314 h 354"/>
                          <a:gd name="T56" fmla="*/ 539 w 962"/>
                          <a:gd name="T57" fmla="*/ 322 h 354"/>
                          <a:gd name="T58" fmla="*/ 487 w 962"/>
                          <a:gd name="T59" fmla="*/ 331 h 354"/>
                          <a:gd name="T60" fmla="*/ 422 w 962"/>
                          <a:gd name="T61" fmla="*/ 339 h 354"/>
                          <a:gd name="T62" fmla="*/ 384 w 962"/>
                          <a:gd name="T63" fmla="*/ 342 h 354"/>
                          <a:gd name="T64" fmla="*/ 341 w 962"/>
                          <a:gd name="T65" fmla="*/ 350 h 354"/>
                          <a:gd name="T66" fmla="*/ 284 w 962"/>
                          <a:gd name="T67" fmla="*/ 350 h 354"/>
                          <a:gd name="T68" fmla="*/ 229 w 962"/>
                          <a:gd name="T69" fmla="*/ 353 h 354"/>
                          <a:gd name="T70" fmla="*/ 159 w 962"/>
                          <a:gd name="T71" fmla="*/ 350 h 354"/>
                          <a:gd name="T72" fmla="*/ 100 w 962"/>
                          <a:gd name="T73" fmla="*/ 345 h 354"/>
                          <a:gd name="T74" fmla="*/ 44 w 962"/>
                          <a:gd name="T75" fmla="*/ 339 h 354"/>
                          <a:gd name="T76" fmla="*/ 9 w 962"/>
                          <a:gd name="T77" fmla="*/ 331 h 354"/>
                          <a:gd name="T78" fmla="*/ 0 w 962"/>
                          <a:gd name="T79" fmla="*/ 303 h 3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962"/>
                          <a:gd name="T121" fmla="*/ 0 h 354"/>
                          <a:gd name="T122" fmla="*/ 962 w 962"/>
                          <a:gd name="T123" fmla="*/ 354 h 35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962" h="354">
                            <a:moveTo>
                              <a:pt x="0" y="303"/>
                            </a:moveTo>
                            <a:lnTo>
                              <a:pt x="22" y="252"/>
                            </a:lnTo>
                            <a:lnTo>
                              <a:pt x="57" y="196"/>
                            </a:lnTo>
                            <a:lnTo>
                              <a:pt x="114" y="153"/>
                            </a:lnTo>
                            <a:lnTo>
                              <a:pt x="164" y="117"/>
                            </a:lnTo>
                            <a:lnTo>
                              <a:pt x="234" y="76"/>
                            </a:lnTo>
                            <a:lnTo>
                              <a:pt x="328" y="38"/>
                            </a:lnTo>
                            <a:lnTo>
                              <a:pt x="415" y="11"/>
                            </a:lnTo>
                            <a:lnTo>
                              <a:pt x="465" y="6"/>
                            </a:lnTo>
                            <a:lnTo>
                              <a:pt x="522" y="0"/>
                            </a:lnTo>
                            <a:lnTo>
                              <a:pt x="590" y="8"/>
                            </a:lnTo>
                            <a:lnTo>
                              <a:pt x="651" y="19"/>
                            </a:lnTo>
                            <a:lnTo>
                              <a:pt x="719" y="40"/>
                            </a:lnTo>
                            <a:lnTo>
                              <a:pt x="780" y="63"/>
                            </a:lnTo>
                            <a:lnTo>
                              <a:pt x="845" y="93"/>
                            </a:lnTo>
                            <a:lnTo>
                              <a:pt x="900" y="117"/>
                            </a:lnTo>
                            <a:lnTo>
                              <a:pt x="944" y="133"/>
                            </a:lnTo>
                            <a:lnTo>
                              <a:pt x="961" y="150"/>
                            </a:lnTo>
                            <a:lnTo>
                              <a:pt x="930" y="175"/>
                            </a:lnTo>
                            <a:lnTo>
                              <a:pt x="900" y="193"/>
                            </a:lnTo>
                            <a:lnTo>
                              <a:pt x="856" y="213"/>
                            </a:lnTo>
                            <a:lnTo>
                              <a:pt x="823" y="235"/>
                            </a:lnTo>
                            <a:lnTo>
                              <a:pt x="775" y="254"/>
                            </a:lnTo>
                            <a:lnTo>
                              <a:pt x="740" y="268"/>
                            </a:lnTo>
                            <a:lnTo>
                              <a:pt x="708" y="278"/>
                            </a:lnTo>
                            <a:lnTo>
                              <a:pt x="664" y="292"/>
                            </a:lnTo>
                            <a:lnTo>
                              <a:pt x="616" y="309"/>
                            </a:lnTo>
                            <a:lnTo>
                              <a:pt x="581" y="314"/>
                            </a:lnTo>
                            <a:lnTo>
                              <a:pt x="539" y="322"/>
                            </a:lnTo>
                            <a:lnTo>
                              <a:pt x="487" y="331"/>
                            </a:lnTo>
                            <a:lnTo>
                              <a:pt x="422" y="339"/>
                            </a:lnTo>
                            <a:lnTo>
                              <a:pt x="384" y="342"/>
                            </a:lnTo>
                            <a:lnTo>
                              <a:pt x="341" y="350"/>
                            </a:lnTo>
                            <a:lnTo>
                              <a:pt x="284" y="350"/>
                            </a:lnTo>
                            <a:lnTo>
                              <a:pt x="229" y="353"/>
                            </a:lnTo>
                            <a:lnTo>
                              <a:pt x="159" y="350"/>
                            </a:lnTo>
                            <a:lnTo>
                              <a:pt x="100" y="345"/>
                            </a:lnTo>
                            <a:lnTo>
                              <a:pt x="44" y="339"/>
                            </a:lnTo>
                            <a:lnTo>
                              <a:pt x="9" y="331"/>
                            </a:lnTo>
                            <a:lnTo>
                              <a:pt x="0" y="303"/>
                            </a:lnTo>
                          </a:path>
                        </a:pathLst>
                      </a:custGeom>
                      <a:solidFill>
                        <a:srgbClr val="A0A0A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67" name="Freeform 34"/>
                      <p:cNvSpPr>
                        <a:spLocks/>
                      </p:cNvSpPr>
                      <p:nvPr/>
                    </p:nvSpPr>
                    <p:spPr bwMode="auto">
                      <a:xfrm>
                        <a:off x="3311" y="1544"/>
                        <a:ext cx="101" cy="68"/>
                      </a:xfrm>
                      <a:custGeom>
                        <a:avLst/>
                        <a:gdLst>
                          <a:gd name="T0" fmla="*/ 12 w 101"/>
                          <a:gd name="T1" fmla="*/ 0 h 68"/>
                          <a:gd name="T2" fmla="*/ 31 w 101"/>
                          <a:gd name="T3" fmla="*/ 7 h 68"/>
                          <a:gd name="T4" fmla="*/ 42 w 101"/>
                          <a:gd name="T5" fmla="*/ 10 h 68"/>
                          <a:gd name="T6" fmla="*/ 65 w 101"/>
                          <a:gd name="T7" fmla="*/ 17 h 68"/>
                          <a:gd name="T8" fmla="*/ 88 w 101"/>
                          <a:gd name="T9" fmla="*/ 24 h 68"/>
                          <a:gd name="T10" fmla="*/ 100 w 101"/>
                          <a:gd name="T11" fmla="*/ 29 h 68"/>
                          <a:gd name="T12" fmla="*/ 73 w 101"/>
                          <a:gd name="T13" fmla="*/ 37 h 68"/>
                          <a:gd name="T14" fmla="*/ 50 w 101"/>
                          <a:gd name="T15" fmla="*/ 44 h 68"/>
                          <a:gd name="T16" fmla="*/ 35 w 101"/>
                          <a:gd name="T17" fmla="*/ 54 h 68"/>
                          <a:gd name="T18" fmla="*/ 15 w 101"/>
                          <a:gd name="T19" fmla="*/ 61 h 68"/>
                          <a:gd name="T20" fmla="*/ 0 w 101"/>
                          <a:gd name="T21" fmla="*/ 67 h 68"/>
                          <a:gd name="T22" fmla="*/ 8 w 101"/>
                          <a:gd name="T23" fmla="*/ 61 h 68"/>
                          <a:gd name="T24" fmla="*/ 12 w 101"/>
                          <a:gd name="T25" fmla="*/ 56 h 68"/>
                          <a:gd name="T26" fmla="*/ 15 w 101"/>
                          <a:gd name="T27" fmla="*/ 49 h 68"/>
                          <a:gd name="T28" fmla="*/ 19 w 101"/>
                          <a:gd name="T29" fmla="*/ 34 h 68"/>
                          <a:gd name="T30" fmla="*/ 19 w 101"/>
                          <a:gd name="T31" fmla="*/ 24 h 68"/>
                          <a:gd name="T32" fmla="*/ 15 w 101"/>
                          <a:gd name="T33" fmla="*/ 10 h 68"/>
                          <a:gd name="T34" fmla="*/ 12 w 101"/>
                          <a:gd name="T35" fmla="*/ 0 h 6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68"/>
                          <a:gd name="T56" fmla="*/ 101 w 101"/>
                          <a:gd name="T57" fmla="*/ 68 h 6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68">
                            <a:moveTo>
                              <a:pt x="12" y="0"/>
                            </a:moveTo>
                            <a:lnTo>
                              <a:pt x="31" y="7"/>
                            </a:lnTo>
                            <a:lnTo>
                              <a:pt x="42" y="10"/>
                            </a:lnTo>
                            <a:lnTo>
                              <a:pt x="65" y="17"/>
                            </a:lnTo>
                            <a:lnTo>
                              <a:pt x="88" y="24"/>
                            </a:lnTo>
                            <a:lnTo>
                              <a:pt x="100" y="29"/>
                            </a:lnTo>
                            <a:lnTo>
                              <a:pt x="73" y="37"/>
                            </a:lnTo>
                            <a:lnTo>
                              <a:pt x="50" y="44"/>
                            </a:lnTo>
                            <a:lnTo>
                              <a:pt x="35" y="54"/>
                            </a:lnTo>
                            <a:lnTo>
                              <a:pt x="15" y="61"/>
                            </a:lnTo>
                            <a:lnTo>
                              <a:pt x="0" y="67"/>
                            </a:lnTo>
                            <a:lnTo>
                              <a:pt x="8" y="61"/>
                            </a:lnTo>
                            <a:lnTo>
                              <a:pt x="12" y="56"/>
                            </a:lnTo>
                            <a:lnTo>
                              <a:pt x="15" y="49"/>
                            </a:lnTo>
                            <a:lnTo>
                              <a:pt x="19" y="34"/>
                            </a:lnTo>
                            <a:lnTo>
                              <a:pt x="19" y="24"/>
                            </a:lnTo>
                            <a:lnTo>
                              <a:pt x="15" y="10"/>
                            </a:lnTo>
                            <a:lnTo>
                              <a:pt x="12" y="0"/>
                            </a:lnTo>
                          </a:path>
                        </a:pathLst>
                      </a:custGeom>
                      <a:solidFill>
                        <a:srgbClr val="A0A0A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68" name="Freeform 35"/>
                      <p:cNvSpPr>
                        <a:spLocks/>
                      </p:cNvSpPr>
                      <p:nvPr/>
                    </p:nvSpPr>
                    <p:spPr bwMode="auto">
                      <a:xfrm>
                        <a:off x="3342" y="1555"/>
                        <a:ext cx="103" cy="45"/>
                      </a:xfrm>
                      <a:custGeom>
                        <a:avLst/>
                        <a:gdLst>
                          <a:gd name="T0" fmla="*/ 15 w 103"/>
                          <a:gd name="T1" fmla="*/ 7 h 45"/>
                          <a:gd name="T2" fmla="*/ 23 w 103"/>
                          <a:gd name="T3" fmla="*/ 2 h 45"/>
                          <a:gd name="T4" fmla="*/ 31 w 103"/>
                          <a:gd name="T5" fmla="*/ 0 h 45"/>
                          <a:gd name="T6" fmla="*/ 46 w 103"/>
                          <a:gd name="T7" fmla="*/ 0 h 45"/>
                          <a:gd name="T8" fmla="*/ 58 w 103"/>
                          <a:gd name="T9" fmla="*/ 2 h 45"/>
                          <a:gd name="T10" fmla="*/ 65 w 103"/>
                          <a:gd name="T11" fmla="*/ 5 h 45"/>
                          <a:gd name="T12" fmla="*/ 77 w 103"/>
                          <a:gd name="T13" fmla="*/ 5 h 45"/>
                          <a:gd name="T14" fmla="*/ 81 w 103"/>
                          <a:gd name="T15" fmla="*/ 5 h 45"/>
                          <a:gd name="T16" fmla="*/ 85 w 103"/>
                          <a:gd name="T17" fmla="*/ 5 h 45"/>
                          <a:gd name="T18" fmla="*/ 94 w 103"/>
                          <a:gd name="T19" fmla="*/ 9 h 45"/>
                          <a:gd name="T20" fmla="*/ 102 w 103"/>
                          <a:gd name="T21" fmla="*/ 14 h 45"/>
                          <a:gd name="T22" fmla="*/ 94 w 103"/>
                          <a:gd name="T23" fmla="*/ 19 h 45"/>
                          <a:gd name="T24" fmla="*/ 85 w 103"/>
                          <a:gd name="T25" fmla="*/ 23 h 45"/>
                          <a:gd name="T26" fmla="*/ 69 w 103"/>
                          <a:gd name="T27" fmla="*/ 23 h 45"/>
                          <a:gd name="T28" fmla="*/ 58 w 103"/>
                          <a:gd name="T29" fmla="*/ 28 h 45"/>
                          <a:gd name="T30" fmla="*/ 46 w 103"/>
                          <a:gd name="T31" fmla="*/ 32 h 45"/>
                          <a:gd name="T32" fmla="*/ 31 w 103"/>
                          <a:gd name="T33" fmla="*/ 35 h 45"/>
                          <a:gd name="T34" fmla="*/ 19 w 103"/>
                          <a:gd name="T35" fmla="*/ 39 h 45"/>
                          <a:gd name="T36" fmla="*/ 8 w 103"/>
                          <a:gd name="T37" fmla="*/ 42 h 45"/>
                          <a:gd name="T38" fmla="*/ 0 w 103"/>
                          <a:gd name="T39" fmla="*/ 44 h 45"/>
                          <a:gd name="T40" fmla="*/ 0 w 103"/>
                          <a:gd name="T41" fmla="*/ 39 h 45"/>
                          <a:gd name="T42" fmla="*/ 12 w 103"/>
                          <a:gd name="T43" fmla="*/ 32 h 45"/>
                          <a:gd name="T44" fmla="*/ 15 w 103"/>
                          <a:gd name="T45" fmla="*/ 25 h 45"/>
                          <a:gd name="T46" fmla="*/ 19 w 103"/>
                          <a:gd name="T47" fmla="*/ 21 h 45"/>
                          <a:gd name="T48" fmla="*/ 15 w 103"/>
                          <a:gd name="T49" fmla="*/ 7 h 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45"/>
                          <a:gd name="T77" fmla="*/ 103 w 103"/>
                          <a:gd name="T78" fmla="*/ 45 h 4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45">
                            <a:moveTo>
                              <a:pt x="15" y="7"/>
                            </a:moveTo>
                            <a:lnTo>
                              <a:pt x="23" y="2"/>
                            </a:lnTo>
                            <a:lnTo>
                              <a:pt x="31" y="0"/>
                            </a:lnTo>
                            <a:lnTo>
                              <a:pt x="46" y="0"/>
                            </a:lnTo>
                            <a:lnTo>
                              <a:pt x="58" y="2"/>
                            </a:lnTo>
                            <a:lnTo>
                              <a:pt x="65" y="5"/>
                            </a:lnTo>
                            <a:lnTo>
                              <a:pt x="77" y="5"/>
                            </a:lnTo>
                            <a:lnTo>
                              <a:pt x="81" y="5"/>
                            </a:lnTo>
                            <a:lnTo>
                              <a:pt x="85" y="5"/>
                            </a:lnTo>
                            <a:lnTo>
                              <a:pt x="94" y="9"/>
                            </a:lnTo>
                            <a:lnTo>
                              <a:pt x="102" y="14"/>
                            </a:lnTo>
                            <a:lnTo>
                              <a:pt x="94" y="19"/>
                            </a:lnTo>
                            <a:lnTo>
                              <a:pt x="85" y="23"/>
                            </a:lnTo>
                            <a:lnTo>
                              <a:pt x="69" y="23"/>
                            </a:lnTo>
                            <a:lnTo>
                              <a:pt x="58" y="28"/>
                            </a:lnTo>
                            <a:lnTo>
                              <a:pt x="46" y="32"/>
                            </a:lnTo>
                            <a:lnTo>
                              <a:pt x="31" y="35"/>
                            </a:lnTo>
                            <a:lnTo>
                              <a:pt x="19" y="39"/>
                            </a:lnTo>
                            <a:lnTo>
                              <a:pt x="8" y="42"/>
                            </a:lnTo>
                            <a:lnTo>
                              <a:pt x="0" y="44"/>
                            </a:lnTo>
                            <a:lnTo>
                              <a:pt x="0" y="39"/>
                            </a:lnTo>
                            <a:lnTo>
                              <a:pt x="12" y="32"/>
                            </a:lnTo>
                            <a:lnTo>
                              <a:pt x="15" y="25"/>
                            </a:lnTo>
                            <a:lnTo>
                              <a:pt x="19" y="21"/>
                            </a:lnTo>
                            <a:lnTo>
                              <a:pt x="15" y="7"/>
                            </a:lnTo>
                          </a:path>
                        </a:pathLst>
                      </a:custGeom>
                      <a:solidFill>
                        <a:srgbClr val="A0A0A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nvGrpSpPr>
                    <p:cNvPr id="51" name="Group 36"/>
                    <p:cNvGrpSpPr>
                      <a:grpSpLocks/>
                    </p:cNvGrpSpPr>
                    <p:nvPr/>
                  </p:nvGrpSpPr>
                  <p:grpSpPr bwMode="auto">
                    <a:xfrm>
                      <a:off x="2544" y="1427"/>
                      <a:ext cx="724" cy="347"/>
                      <a:chOff x="2544" y="1427"/>
                      <a:chExt cx="724" cy="347"/>
                    </a:xfrm>
                  </p:grpSpPr>
                  <p:grpSp>
                    <p:nvGrpSpPr>
                      <p:cNvPr id="58" name="Group 37"/>
                      <p:cNvGrpSpPr>
                        <a:grpSpLocks/>
                      </p:cNvGrpSpPr>
                      <p:nvPr/>
                    </p:nvGrpSpPr>
                    <p:grpSpPr bwMode="auto">
                      <a:xfrm>
                        <a:off x="2544" y="1470"/>
                        <a:ext cx="484" cy="304"/>
                        <a:chOff x="2544" y="1470"/>
                        <a:chExt cx="484" cy="304"/>
                      </a:xfrm>
                    </p:grpSpPr>
                    <p:sp>
                      <p:nvSpPr>
                        <p:cNvPr id="63" name="Freeform 38"/>
                        <p:cNvSpPr>
                          <a:spLocks/>
                        </p:cNvSpPr>
                        <p:nvPr/>
                      </p:nvSpPr>
                      <p:spPr bwMode="auto">
                        <a:xfrm>
                          <a:off x="2544" y="1490"/>
                          <a:ext cx="426" cy="284"/>
                        </a:xfrm>
                        <a:custGeom>
                          <a:avLst/>
                          <a:gdLst>
                            <a:gd name="T0" fmla="*/ 15 w 426"/>
                            <a:gd name="T1" fmla="*/ 67 h 284"/>
                            <a:gd name="T2" fmla="*/ 4 w 426"/>
                            <a:gd name="T3" fmla="*/ 81 h 284"/>
                            <a:gd name="T4" fmla="*/ 0 w 426"/>
                            <a:gd name="T5" fmla="*/ 100 h 284"/>
                            <a:gd name="T6" fmla="*/ 0 w 426"/>
                            <a:gd name="T7" fmla="*/ 120 h 284"/>
                            <a:gd name="T8" fmla="*/ 0 w 426"/>
                            <a:gd name="T9" fmla="*/ 140 h 284"/>
                            <a:gd name="T10" fmla="*/ 9 w 426"/>
                            <a:gd name="T11" fmla="*/ 162 h 284"/>
                            <a:gd name="T12" fmla="*/ 19 w 426"/>
                            <a:gd name="T13" fmla="*/ 184 h 284"/>
                            <a:gd name="T14" fmla="*/ 32 w 426"/>
                            <a:gd name="T15" fmla="*/ 199 h 284"/>
                            <a:gd name="T16" fmla="*/ 58 w 426"/>
                            <a:gd name="T17" fmla="*/ 218 h 284"/>
                            <a:gd name="T18" fmla="*/ 79 w 426"/>
                            <a:gd name="T19" fmla="*/ 235 h 284"/>
                            <a:gd name="T20" fmla="*/ 105 w 426"/>
                            <a:gd name="T21" fmla="*/ 251 h 284"/>
                            <a:gd name="T22" fmla="*/ 130 w 426"/>
                            <a:gd name="T23" fmla="*/ 260 h 284"/>
                            <a:gd name="T24" fmla="*/ 156 w 426"/>
                            <a:gd name="T25" fmla="*/ 271 h 284"/>
                            <a:gd name="T26" fmla="*/ 192 w 426"/>
                            <a:gd name="T27" fmla="*/ 279 h 284"/>
                            <a:gd name="T28" fmla="*/ 222 w 426"/>
                            <a:gd name="T29" fmla="*/ 283 h 284"/>
                            <a:gd name="T30" fmla="*/ 252 w 426"/>
                            <a:gd name="T31" fmla="*/ 283 h 284"/>
                            <a:gd name="T32" fmla="*/ 278 w 426"/>
                            <a:gd name="T33" fmla="*/ 283 h 284"/>
                            <a:gd name="T34" fmla="*/ 305 w 426"/>
                            <a:gd name="T35" fmla="*/ 283 h 284"/>
                            <a:gd name="T36" fmla="*/ 331 w 426"/>
                            <a:gd name="T37" fmla="*/ 280 h 284"/>
                            <a:gd name="T38" fmla="*/ 425 w 426"/>
                            <a:gd name="T39" fmla="*/ 268 h 284"/>
                            <a:gd name="T40" fmla="*/ 357 w 426"/>
                            <a:gd name="T41" fmla="*/ 246 h 284"/>
                            <a:gd name="T42" fmla="*/ 273 w 426"/>
                            <a:gd name="T43" fmla="*/ 207 h 284"/>
                            <a:gd name="T44" fmla="*/ 214 w 426"/>
                            <a:gd name="T45" fmla="*/ 162 h 284"/>
                            <a:gd name="T46" fmla="*/ 147 w 426"/>
                            <a:gd name="T47" fmla="*/ 89 h 284"/>
                            <a:gd name="T48" fmla="*/ 130 w 426"/>
                            <a:gd name="T49" fmla="*/ 41 h 284"/>
                            <a:gd name="T50" fmla="*/ 126 w 426"/>
                            <a:gd name="T51" fmla="*/ 0 h 284"/>
                            <a:gd name="T52" fmla="*/ 15 w 426"/>
                            <a:gd name="T53" fmla="*/ 67 h 2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26"/>
                            <a:gd name="T82" fmla="*/ 0 h 284"/>
                            <a:gd name="T83" fmla="*/ 426 w 426"/>
                            <a:gd name="T84" fmla="*/ 284 h 2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26" h="284">
                              <a:moveTo>
                                <a:pt x="15" y="67"/>
                              </a:moveTo>
                              <a:lnTo>
                                <a:pt x="4" y="81"/>
                              </a:lnTo>
                              <a:lnTo>
                                <a:pt x="0" y="100"/>
                              </a:lnTo>
                              <a:lnTo>
                                <a:pt x="0" y="120"/>
                              </a:lnTo>
                              <a:lnTo>
                                <a:pt x="0" y="140"/>
                              </a:lnTo>
                              <a:lnTo>
                                <a:pt x="9" y="162"/>
                              </a:lnTo>
                              <a:lnTo>
                                <a:pt x="19" y="184"/>
                              </a:lnTo>
                              <a:lnTo>
                                <a:pt x="32" y="199"/>
                              </a:lnTo>
                              <a:lnTo>
                                <a:pt x="58" y="218"/>
                              </a:lnTo>
                              <a:lnTo>
                                <a:pt x="79" y="235"/>
                              </a:lnTo>
                              <a:lnTo>
                                <a:pt x="105" y="251"/>
                              </a:lnTo>
                              <a:lnTo>
                                <a:pt x="130" y="260"/>
                              </a:lnTo>
                              <a:lnTo>
                                <a:pt x="156" y="271"/>
                              </a:lnTo>
                              <a:lnTo>
                                <a:pt x="192" y="279"/>
                              </a:lnTo>
                              <a:lnTo>
                                <a:pt x="222" y="283"/>
                              </a:lnTo>
                              <a:lnTo>
                                <a:pt x="252" y="283"/>
                              </a:lnTo>
                              <a:lnTo>
                                <a:pt x="278" y="283"/>
                              </a:lnTo>
                              <a:lnTo>
                                <a:pt x="305" y="283"/>
                              </a:lnTo>
                              <a:lnTo>
                                <a:pt x="331" y="280"/>
                              </a:lnTo>
                              <a:lnTo>
                                <a:pt x="425" y="268"/>
                              </a:lnTo>
                              <a:lnTo>
                                <a:pt x="357" y="246"/>
                              </a:lnTo>
                              <a:lnTo>
                                <a:pt x="273" y="207"/>
                              </a:lnTo>
                              <a:lnTo>
                                <a:pt x="214" y="162"/>
                              </a:lnTo>
                              <a:lnTo>
                                <a:pt x="147" y="89"/>
                              </a:lnTo>
                              <a:lnTo>
                                <a:pt x="130" y="41"/>
                              </a:lnTo>
                              <a:lnTo>
                                <a:pt x="126" y="0"/>
                              </a:lnTo>
                              <a:lnTo>
                                <a:pt x="15" y="67"/>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64" name="Freeform 39"/>
                        <p:cNvSpPr>
                          <a:spLocks/>
                        </p:cNvSpPr>
                        <p:nvPr/>
                      </p:nvSpPr>
                      <p:spPr bwMode="auto">
                        <a:xfrm>
                          <a:off x="2564" y="1481"/>
                          <a:ext cx="433" cy="285"/>
                        </a:xfrm>
                        <a:custGeom>
                          <a:avLst/>
                          <a:gdLst>
                            <a:gd name="T0" fmla="*/ 21 w 433"/>
                            <a:gd name="T1" fmla="*/ 64 h 285"/>
                            <a:gd name="T2" fmla="*/ 9 w 433"/>
                            <a:gd name="T3" fmla="*/ 78 h 285"/>
                            <a:gd name="T4" fmla="*/ 0 w 433"/>
                            <a:gd name="T5" fmla="*/ 97 h 285"/>
                            <a:gd name="T6" fmla="*/ 0 w 433"/>
                            <a:gd name="T7" fmla="*/ 117 h 285"/>
                            <a:gd name="T8" fmla="*/ 4 w 433"/>
                            <a:gd name="T9" fmla="*/ 140 h 285"/>
                            <a:gd name="T10" fmla="*/ 13 w 433"/>
                            <a:gd name="T11" fmla="*/ 162 h 285"/>
                            <a:gd name="T12" fmla="*/ 26 w 433"/>
                            <a:gd name="T13" fmla="*/ 181 h 285"/>
                            <a:gd name="T14" fmla="*/ 39 w 433"/>
                            <a:gd name="T15" fmla="*/ 198 h 285"/>
                            <a:gd name="T16" fmla="*/ 60 w 433"/>
                            <a:gd name="T17" fmla="*/ 218 h 285"/>
                            <a:gd name="T18" fmla="*/ 86 w 433"/>
                            <a:gd name="T19" fmla="*/ 235 h 285"/>
                            <a:gd name="T20" fmla="*/ 112 w 433"/>
                            <a:gd name="T21" fmla="*/ 248 h 285"/>
                            <a:gd name="T22" fmla="*/ 133 w 433"/>
                            <a:gd name="T23" fmla="*/ 259 h 285"/>
                            <a:gd name="T24" fmla="*/ 161 w 433"/>
                            <a:gd name="T25" fmla="*/ 268 h 285"/>
                            <a:gd name="T26" fmla="*/ 196 w 433"/>
                            <a:gd name="T27" fmla="*/ 276 h 285"/>
                            <a:gd name="T28" fmla="*/ 230 w 433"/>
                            <a:gd name="T29" fmla="*/ 281 h 285"/>
                            <a:gd name="T30" fmla="*/ 256 w 433"/>
                            <a:gd name="T31" fmla="*/ 284 h 285"/>
                            <a:gd name="T32" fmla="*/ 284 w 433"/>
                            <a:gd name="T33" fmla="*/ 284 h 285"/>
                            <a:gd name="T34" fmla="*/ 309 w 433"/>
                            <a:gd name="T35" fmla="*/ 284 h 285"/>
                            <a:gd name="T36" fmla="*/ 335 w 433"/>
                            <a:gd name="T37" fmla="*/ 281 h 285"/>
                            <a:gd name="T38" fmla="*/ 432 w 433"/>
                            <a:gd name="T39" fmla="*/ 268 h 285"/>
                            <a:gd name="T40" fmla="*/ 365 w 433"/>
                            <a:gd name="T41" fmla="*/ 243 h 285"/>
                            <a:gd name="T42" fmla="*/ 279 w 433"/>
                            <a:gd name="T43" fmla="*/ 207 h 285"/>
                            <a:gd name="T44" fmla="*/ 221 w 433"/>
                            <a:gd name="T45" fmla="*/ 159 h 285"/>
                            <a:gd name="T46" fmla="*/ 153 w 433"/>
                            <a:gd name="T47" fmla="*/ 89 h 285"/>
                            <a:gd name="T48" fmla="*/ 133 w 433"/>
                            <a:gd name="T49" fmla="*/ 38 h 285"/>
                            <a:gd name="T50" fmla="*/ 133 w 433"/>
                            <a:gd name="T51" fmla="*/ 0 h 285"/>
                            <a:gd name="T52" fmla="*/ 21 w 433"/>
                            <a:gd name="T53" fmla="*/ 64 h 28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33"/>
                            <a:gd name="T82" fmla="*/ 0 h 285"/>
                            <a:gd name="T83" fmla="*/ 433 w 433"/>
                            <a:gd name="T84" fmla="*/ 285 h 28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33" h="285">
                              <a:moveTo>
                                <a:pt x="21" y="64"/>
                              </a:moveTo>
                              <a:lnTo>
                                <a:pt x="9" y="78"/>
                              </a:lnTo>
                              <a:lnTo>
                                <a:pt x="0" y="97"/>
                              </a:lnTo>
                              <a:lnTo>
                                <a:pt x="0" y="117"/>
                              </a:lnTo>
                              <a:lnTo>
                                <a:pt x="4" y="140"/>
                              </a:lnTo>
                              <a:lnTo>
                                <a:pt x="13" y="162"/>
                              </a:lnTo>
                              <a:lnTo>
                                <a:pt x="26" y="181"/>
                              </a:lnTo>
                              <a:lnTo>
                                <a:pt x="39" y="198"/>
                              </a:lnTo>
                              <a:lnTo>
                                <a:pt x="60" y="218"/>
                              </a:lnTo>
                              <a:lnTo>
                                <a:pt x="86" y="235"/>
                              </a:lnTo>
                              <a:lnTo>
                                <a:pt x="112" y="248"/>
                              </a:lnTo>
                              <a:lnTo>
                                <a:pt x="133" y="259"/>
                              </a:lnTo>
                              <a:lnTo>
                                <a:pt x="161" y="268"/>
                              </a:lnTo>
                              <a:lnTo>
                                <a:pt x="196" y="276"/>
                              </a:lnTo>
                              <a:lnTo>
                                <a:pt x="230" y="281"/>
                              </a:lnTo>
                              <a:lnTo>
                                <a:pt x="256" y="284"/>
                              </a:lnTo>
                              <a:lnTo>
                                <a:pt x="284" y="284"/>
                              </a:lnTo>
                              <a:lnTo>
                                <a:pt x="309" y="284"/>
                              </a:lnTo>
                              <a:lnTo>
                                <a:pt x="335" y="281"/>
                              </a:lnTo>
                              <a:lnTo>
                                <a:pt x="432" y="268"/>
                              </a:lnTo>
                              <a:lnTo>
                                <a:pt x="365" y="243"/>
                              </a:lnTo>
                              <a:lnTo>
                                <a:pt x="279" y="207"/>
                              </a:lnTo>
                              <a:lnTo>
                                <a:pt x="221" y="159"/>
                              </a:lnTo>
                              <a:lnTo>
                                <a:pt x="153" y="89"/>
                              </a:lnTo>
                              <a:lnTo>
                                <a:pt x="133" y="38"/>
                              </a:lnTo>
                              <a:lnTo>
                                <a:pt x="133" y="0"/>
                              </a:lnTo>
                              <a:lnTo>
                                <a:pt x="21" y="64"/>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65" name="Freeform 40"/>
                        <p:cNvSpPr>
                          <a:spLocks/>
                        </p:cNvSpPr>
                        <p:nvPr/>
                      </p:nvSpPr>
                      <p:spPr bwMode="auto">
                        <a:xfrm>
                          <a:off x="2596" y="1470"/>
                          <a:ext cx="432" cy="286"/>
                        </a:xfrm>
                        <a:custGeom>
                          <a:avLst/>
                          <a:gdLst>
                            <a:gd name="T0" fmla="*/ 21 w 432"/>
                            <a:gd name="T1" fmla="*/ 65 h 286"/>
                            <a:gd name="T2" fmla="*/ 9 w 432"/>
                            <a:gd name="T3" fmla="*/ 81 h 286"/>
                            <a:gd name="T4" fmla="*/ 0 w 432"/>
                            <a:gd name="T5" fmla="*/ 101 h 286"/>
                            <a:gd name="T6" fmla="*/ 0 w 432"/>
                            <a:gd name="T7" fmla="*/ 117 h 286"/>
                            <a:gd name="T8" fmla="*/ 4 w 432"/>
                            <a:gd name="T9" fmla="*/ 140 h 286"/>
                            <a:gd name="T10" fmla="*/ 13 w 432"/>
                            <a:gd name="T11" fmla="*/ 162 h 286"/>
                            <a:gd name="T12" fmla="*/ 26 w 432"/>
                            <a:gd name="T13" fmla="*/ 182 h 286"/>
                            <a:gd name="T14" fmla="*/ 39 w 432"/>
                            <a:gd name="T15" fmla="*/ 198 h 286"/>
                            <a:gd name="T16" fmla="*/ 60 w 432"/>
                            <a:gd name="T17" fmla="*/ 219 h 286"/>
                            <a:gd name="T18" fmla="*/ 86 w 432"/>
                            <a:gd name="T19" fmla="*/ 235 h 286"/>
                            <a:gd name="T20" fmla="*/ 109 w 432"/>
                            <a:gd name="T21" fmla="*/ 252 h 286"/>
                            <a:gd name="T22" fmla="*/ 135 w 432"/>
                            <a:gd name="T23" fmla="*/ 260 h 286"/>
                            <a:gd name="T24" fmla="*/ 161 w 432"/>
                            <a:gd name="T25" fmla="*/ 268 h 286"/>
                            <a:gd name="T26" fmla="*/ 195 w 432"/>
                            <a:gd name="T27" fmla="*/ 277 h 286"/>
                            <a:gd name="T28" fmla="*/ 229 w 432"/>
                            <a:gd name="T29" fmla="*/ 282 h 286"/>
                            <a:gd name="T30" fmla="*/ 257 w 432"/>
                            <a:gd name="T31" fmla="*/ 285 h 286"/>
                            <a:gd name="T32" fmla="*/ 283 w 432"/>
                            <a:gd name="T33" fmla="*/ 285 h 286"/>
                            <a:gd name="T34" fmla="*/ 309 w 432"/>
                            <a:gd name="T35" fmla="*/ 285 h 286"/>
                            <a:gd name="T36" fmla="*/ 339 w 432"/>
                            <a:gd name="T37" fmla="*/ 282 h 286"/>
                            <a:gd name="T38" fmla="*/ 431 w 432"/>
                            <a:gd name="T39" fmla="*/ 268 h 286"/>
                            <a:gd name="T40" fmla="*/ 365 w 432"/>
                            <a:gd name="T41" fmla="*/ 244 h 286"/>
                            <a:gd name="T42" fmla="*/ 279 w 432"/>
                            <a:gd name="T43" fmla="*/ 209 h 286"/>
                            <a:gd name="T44" fmla="*/ 221 w 432"/>
                            <a:gd name="T45" fmla="*/ 160 h 286"/>
                            <a:gd name="T46" fmla="*/ 152 w 432"/>
                            <a:gd name="T47" fmla="*/ 89 h 286"/>
                            <a:gd name="T48" fmla="*/ 135 w 432"/>
                            <a:gd name="T49" fmla="*/ 39 h 286"/>
                            <a:gd name="T50" fmla="*/ 131 w 432"/>
                            <a:gd name="T51" fmla="*/ 0 h 286"/>
                            <a:gd name="T52" fmla="*/ 21 w 432"/>
                            <a:gd name="T53" fmla="*/ 65 h 28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32"/>
                            <a:gd name="T82" fmla="*/ 0 h 286"/>
                            <a:gd name="T83" fmla="*/ 432 w 432"/>
                            <a:gd name="T84" fmla="*/ 286 h 28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32" h="286">
                              <a:moveTo>
                                <a:pt x="21" y="65"/>
                              </a:moveTo>
                              <a:lnTo>
                                <a:pt x="9" y="81"/>
                              </a:lnTo>
                              <a:lnTo>
                                <a:pt x="0" y="101"/>
                              </a:lnTo>
                              <a:lnTo>
                                <a:pt x="0" y="117"/>
                              </a:lnTo>
                              <a:lnTo>
                                <a:pt x="4" y="140"/>
                              </a:lnTo>
                              <a:lnTo>
                                <a:pt x="13" y="162"/>
                              </a:lnTo>
                              <a:lnTo>
                                <a:pt x="26" y="182"/>
                              </a:lnTo>
                              <a:lnTo>
                                <a:pt x="39" y="198"/>
                              </a:lnTo>
                              <a:lnTo>
                                <a:pt x="60" y="219"/>
                              </a:lnTo>
                              <a:lnTo>
                                <a:pt x="86" y="235"/>
                              </a:lnTo>
                              <a:lnTo>
                                <a:pt x="109" y="252"/>
                              </a:lnTo>
                              <a:lnTo>
                                <a:pt x="135" y="260"/>
                              </a:lnTo>
                              <a:lnTo>
                                <a:pt x="161" y="268"/>
                              </a:lnTo>
                              <a:lnTo>
                                <a:pt x="195" y="277"/>
                              </a:lnTo>
                              <a:lnTo>
                                <a:pt x="229" y="282"/>
                              </a:lnTo>
                              <a:lnTo>
                                <a:pt x="257" y="285"/>
                              </a:lnTo>
                              <a:lnTo>
                                <a:pt x="283" y="285"/>
                              </a:lnTo>
                              <a:lnTo>
                                <a:pt x="309" y="285"/>
                              </a:lnTo>
                              <a:lnTo>
                                <a:pt x="339" y="282"/>
                              </a:lnTo>
                              <a:lnTo>
                                <a:pt x="431" y="268"/>
                              </a:lnTo>
                              <a:lnTo>
                                <a:pt x="365" y="244"/>
                              </a:lnTo>
                              <a:lnTo>
                                <a:pt x="279" y="209"/>
                              </a:lnTo>
                              <a:lnTo>
                                <a:pt x="221" y="160"/>
                              </a:lnTo>
                              <a:lnTo>
                                <a:pt x="152" y="89"/>
                              </a:lnTo>
                              <a:lnTo>
                                <a:pt x="135" y="39"/>
                              </a:lnTo>
                              <a:lnTo>
                                <a:pt x="131" y="0"/>
                              </a:lnTo>
                              <a:lnTo>
                                <a:pt x="21" y="65"/>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nvGrpSpPr>
                      <p:cNvPr id="59" name="Group 41"/>
                      <p:cNvGrpSpPr>
                        <a:grpSpLocks/>
                      </p:cNvGrpSpPr>
                      <p:nvPr/>
                    </p:nvGrpSpPr>
                    <p:grpSpPr bwMode="auto">
                      <a:xfrm>
                        <a:off x="3009" y="1427"/>
                        <a:ext cx="259" cy="322"/>
                        <a:chOff x="3009" y="1427"/>
                        <a:chExt cx="259" cy="322"/>
                      </a:xfrm>
                    </p:grpSpPr>
                    <p:sp>
                      <p:nvSpPr>
                        <p:cNvPr id="60" name="Freeform 42"/>
                        <p:cNvSpPr>
                          <a:spLocks/>
                        </p:cNvSpPr>
                        <p:nvPr/>
                      </p:nvSpPr>
                      <p:spPr bwMode="auto">
                        <a:xfrm>
                          <a:off x="3071" y="1427"/>
                          <a:ext cx="197" cy="321"/>
                        </a:xfrm>
                        <a:custGeom>
                          <a:avLst/>
                          <a:gdLst>
                            <a:gd name="T0" fmla="*/ 69 w 197"/>
                            <a:gd name="T1" fmla="*/ 17 h 321"/>
                            <a:gd name="T2" fmla="*/ 115 w 197"/>
                            <a:gd name="T3" fmla="*/ 37 h 321"/>
                            <a:gd name="T4" fmla="*/ 148 w 197"/>
                            <a:gd name="T5" fmla="*/ 54 h 321"/>
                            <a:gd name="T6" fmla="*/ 164 w 197"/>
                            <a:gd name="T7" fmla="*/ 70 h 321"/>
                            <a:gd name="T8" fmla="*/ 172 w 197"/>
                            <a:gd name="T9" fmla="*/ 84 h 321"/>
                            <a:gd name="T10" fmla="*/ 184 w 197"/>
                            <a:gd name="T11" fmla="*/ 98 h 321"/>
                            <a:gd name="T12" fmla="*/ 188 w 197"/>
                            <a:gd name="T13" fmla="*/ 110 h 321"/>
                            <a:gd name="T14" fmla="*/ 196 w 197"/>
                            <a:gd name="T15" fmla="*/ 124 h 321"/>
                            <a:gd name="T16" fmla="*/ 196 w 197"/>
                            <a:gd name="T17" fmla="*/ 143 h 321"/>
                            <a:gd name="T18" fmla="*/ 196 w 197"/>
                            <a:gd name="T19" fmla="*/ 160 h 321"/>
                            <a:gd name="T20" fmla="*/ 196 w 197"/>
                            <a:gd name="T21" fmla="*/ 179 h 321"/>
                            <a:gd name="T22" fmla="*/ 192 w 197"/>
                            <a:gd name="T23" fmla="*/ 194 h 321"/>
                            <a:gd name="T24" fmla="*/ 180 w 197"/>
                            <a:gd name="T25" fmla="*/ 214 h 321"/>
                            <a:gd name="T26" fmla="*/ 172 w 197"/>
                            <a:gd name="T27" fmla="*/ 230 h 321"/>
                            <a:gd name="T28" fmla="*/ 156 w 197"/>
                            <a:gd name="T29" fmla="*/ 244 h 321"/>
                            <a:gd name="T30" fmla="*/ 139 w 197"/>
                            <a:gd name="T31" fmla="*/ 261 h 321"/>
                            <a:gd name="T32" fmla="*/ 103 w 197"/>
                            <a:gd name="T33" fmla="*/ 281 h 321"/>
                            <a:gd name="T34" fmla="*/ 4 w 197"/>
                            <a:gd name="T35" fmla="*/ 320 h 321"/>
                            <a:gd name="T36" fmla="*/ 28 w 197"/>
                            <a:gd name="T37" fmla="*/ 287 h 321"/>
                            <a:gd name="T38" fmla="*/ 65 w 197"/>
                            <a:gd name="T39" fmla="*/ 228 h 321"/>
                            <a:gd name="T40" fmla="*/ 87 w 197"/>
                            <a:gd name="T41" fmla="*/ 132 h 321"/>
                            <a:gd name="T42" fmla="*/ 71 w 197"/>
                            <a:gd name="T43" fmla="*/ 70 h 321"/>
                            <a:gd name="T44" fmla="*/ 8 w 197"/>
                            <a:gd name="T45" fmla="*/ 14 h 321"/>
                            <a:gd name="T46" fmla="*/ 0 w 197"/>
                            <a:gd name="T47" fmla="*/ 0 h 321"/>
                            <a:gd name="T48" fmla="*/ 69 w 197"/>
                            <a:gd name="T49" fmla="*/ 17 h 32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7"/>
                            <a:gd name="T76" fmla="*/ 0 h 321"/>
                            <a:gd name="T77" fmla="*/ 197 w 197"/>
                            <a:gd name="T78" fmla="*/ 321 h 32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7" h="321">
                              <a:moveTo>
                                <a:pt x="69" y="17"/>
                              </a:moveTo>
                              <a:lnTo>
                                <a:pt x="115" y="37"/>
                              </a:lnTo>
                              <a:lnTo>
                                <a:pt x="148" y="54"/>
                              </a:lnTo>
                              <a:lnTo>
                                <a:pt x="164" y="70"/>
                              </a:lnTo>
                              <a:lnTo>
                                <a:pt x="172" y="84"/>
                              </a:lnTo>
                              <a:lnTo>
                                <a:pt x="184" y="98"/>
                              </a:lnTo>
                              <a:lnTo>
                                <a:pt x="188" y="110"/>
                              </a:lnTo>
                              <a:lnTo>
                                <a:pt x="196" y="124"/>
                              </a:lnTo>
                              <a:lnTo>
                                <a:pt x="196" y="143"/>
                              </a:lnTo>
                              <a:lnTo>
                                <a:pt x="196" y="160"/>
                              </a:lnTo>
                              <a:lnTo>
                                <a:pt x="196" y="179"/>
                              </a:lnTo>
                              <a:lnTo>
                                <a:pt x="192" y="194"/>
                              </a:lnTo>
                              <a:lnTo>
                                <a:pt x="180" y="214"/>
                              </a:lnTo>
                              <a:lnTo>
                                <a:pt x="172" y="230"/>
                              </a:lnTo>
                              <a:lnTo>
                                <a:pt x="156" y="244"/>
                              </a:lnTo>
                              <a:lnTo>
                                <a:pt x="139" y="261"/>
                              </a:lnTo>
                              <a:lnTo>
                                <a:pt x="103" y="281"/>
                              </a:lnTo>
                              <a:lnTo>
                                <a:pt x="4" y="320"/>
                              </a:lnTo>
                              <a:lnTo>
                                <a:pt x="28" y="287"/>
                              </a:lnTo>
                              <a:lnTo>
                                <a:pt x="65" y="228"/>
                              </a:lnTo>
                              <a:lnTo>
                                <a:pt x="87" y="132"/>
                              </a:lnTo>
                              <a:lnTo>
                                <a:pt x="71" y="70"/>
                              </a:lnTo>
                              <a:lnTo>
                                <a:pt x="8" y="14"/>
                              </a:lnTo>
                              <a:lnTo>
                                <a:pt x="0" y="0"/>
                              </a:lnTo>
                              <a:lnTo>
                                <a:pt x="69" y="17"/>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61" name="Freeform 43"/>
                        <p:cNvSpPr>
                          <a:spLocks/>
                        </p:cNvSpPr>
                        <p:nvPr/>
                      </p:nvSpPr>
                      <p:spPr bwMode="auto">
                        <a:xfrm>
                          <a:off x="3040" y="1429"/>
                          <a:ext cx="205" cy="320"/>
                        </a:xfrm>
                        <a:custGeom>
                          <a:avLst/>
                          <a:gdLst>
                            <a:gd name="T0" fmla="*/ 70 w 205"/>
                            <a:gd name="T1" fmla="*/ 17 h 320"/>
                            <a:gd name="T2" fmla="*/ 122 w 205"/>
                            <a:gd name="T3" fmla="*/ 37 h 320"/>
                            <a:gd name="T4" fmla="*/ 150 w 205"/>
                            <a:gd name="T5" fmla="*/ 54 h 320"/>
                            <a:gd name="T6" fmla="*/ 167 w 205"/>
                            <a:gd name="T7" fmla="*/ 70 h 320"/>
                            <a:gd name="T8" fmla="*/ 175 w 205"/>
                            <a:gd name="T9" fmla="*/ 84 h 320"/>
                            <a:gd name="T10" fmla="*/ 188 w 205"/>
                            <a:gd name="T11" fmla="*/ 95 h 320"/>
                            <a:gd name="T12" fmla="*/ 196 w 205"/>
                            <a:gd name="T13" fmla="*/ 110 h 320"/>
                            <a:gd name="T14" fmla="*/ 200 w 205"/>
                            <a:gd name="T15" fmla="*/ 124 h 320"/>
                            <a:gd name="T16" fmla="*/ 204 w 205"/>
                            <a:gd name="T17" fmla="*/ 143 h 320"/>
                            <a:gd name="T18" fmla="*/ 204 w 205"/>
                            <a:gd name="T19" fmla="*/ 160 h 320"/>
                            <a:gd name="T20" fmla="*/ 200 w 205"/>
                            <a:gd name="T21" fmla="*/ 179 h 320"/>
                            <a:gd name="T22" fmla="*/ 196 w 205"/>
                            <a:gd name="T23" fmla="*/ 194 h 320"/>
                            <a:gd name="T24" fmla="*/ 183 w 205"/>
                            <a:gd name="T25" fmla="*/ 213 h 320"/>
                            <a:gd name="T26" fmla="*/ 175 w 205"/>
                            <a:gd name="T27" fmla="*/ 230 h 320"/>
                            <a:gd name="T28" fmla="*/ 163 w 205"/>
                            <a:gd name="T29" fmla="*/ 243 h 320"/>
                            <a:gd name="T30" fmla="*/ 146 w 205"/>
                            <a:gd name="T31" fmla="*/ 259 h 320"/>
                            <a:gd name="T32" fmla="*/ 105 w 205"/>
                            <a:gd name="T33" fmla="*/ 278 h 320"/>
                            <a:gd name="T34" fmla="*/ 4 w 205"/>
                            <a:gd name="T35" fmla="*/ 319 h 320"/>
                            <a:gd name="T36" fmla="*/ 33 w 205"/>
                            <a:gd name="T37" fmla="*/ 286 h 320"/>
                            <a:gd name="T38" fmla="*/ 70 w 205"/>
                            <a:gd name="T39" fmla="*/ 227 h 320"/>
                            <a:gd name="T40" fmla="*/ 91 w 205"/>
                            <a:gd name="T41" fmla="*/ 132 h 320"/>
                            <a:gd name="T42" fmla="*/ 74 w 205"/>
                            <a:gd name="T43" fmla="*/ 70 h 320"/>
                            <a:gd name="T44" fmla="*/ 12 w 205"/>
                            <a:gd name="T45" fmla="*/ 14 h 320"/>
                            <a:gd name="T46" fmla="*/ 0 w 205"/>
                            <a:gd name="T47" fmla="*/ 0 h 320"/>
                            <a:gd name="T48" fmla="*/ 70 w 205"/>
                            <a:gd name="T49" fmla="*/ 17 h 3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5"/>
                            <a:gd name="T76" fmla="*/ 0 h 320"/>
                            <a:gd name="T77" fmla="*/ 205 w 205"/>
                            <a:gd name="T78" fmla="*/ 320 h 3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5" h="320">
                              <a:moveTo>
                                <a:pt x="70" y="17"/>
                              </a:moveTo>
                              <a:lnTo>
                                <a:pt x="122" y="37"/>
                              </a:lnTo>
                              <a:lnTo>
                                <a:pt x="150" y="54"/>
                              </a:lnTo>
                              <a:lnTo>
                                <a:pt x="167" y="70"/>
                              </a:lnTo>
                              <a:lnTo>
                                <a:pt x="175" y="84"/>
                              </a:lnTo>
                              <a:lnTo>
                                <a:pt x="188" y="95"/>
                              </a:lnTo>
                              <a:lnTo>
                                <a:pt x="196" y="110"/>
                              </a:lnTo>
                              <a:lnTo>
                                <a:pt x="200" y="124"/>
                              </a:lnTo>
                              <a:lnTo>
                                <a:pt x="204" y="143"/>
                              </a:lnTo>
                              <a:lnTo>
                                <a:pt x="204" y="160"/>
                              </a:lnTo>
                              <a:lnTo>
                                <a:pt x="200" y="179"/>
                              </a:lnTo>
                              <a:lnTo>
                                <a:pt x="196" y="194"/>
                              </a:lnTo>
                              <a:lnTo>
                                <a:pt x="183" y="213"/>
                              </a:lnTo>
                              <a:lnTo>
                                <a:pt x="175" y="230"/>
                              </a:lnTo>
                              <a:lnTo>
                                <a:pt x="163" y="243"/>
                              </a:lnTo>
                              <a:lnTo>
                                <a:pt x="146" y="259"/>
                              </a:lnTo>
                              <a:lnTo>
                                <a:pt x="105" y="278"/>
                              </a:lnTo>
                              <a:lnTo>
                                <a:pt x="4" y="319"/>
                              </a:lnTo>
                              <a:lnTo>
                                <a:pt x="33" y="286"/>
                              </a:lnTo>
                              <a:lnTo>
                                <a:pt x="70" y="227"/>
                              </a:lnTo>
                              <a:lnTo>
                                <a:pt x="91" y="132"/>
                              </a:lnTo>
                              <a:lnTo>
                                <a:pt x="74" y="70"/>
                              </a:lnTo>
                              <a:lnTo>
                                <a:pt x="12" y="14"/>
                              </a:lnTo>
                              <a:lnTo>
                                <a:pt x="0" y="0"/>
                              </a:lnTo>
                              <a:lnTo>
                                <a:pt x="70" y="17"/>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62" name="Freeform 44"/>
                        <p:cNvSpPr>
                          <a:spLocks/>
                        </p:cNvSpPr>
                        <p:nvPr/>
                      </p:nvSpPr>
                      <p:spPr bwMode="auto">
                        <a:xfrm>
                          <a:off x="3009" y="1427"/>
                          <a:ext cx="204" cy="321"/>
                        </a:xfrm>
                        <a:custGeom>
                          <a:avLst/>
                          <a:gdLst>
                            <a:gd name="T0" fmla="*/ 70 w 204"/>
                            <a:gd name="T1" fmla="*/ 19 h 321"/>
                            <a:gd name="T2" fmla="*/ 119 w 204"/>
                            <a:gd name="T3" fmla="*/ 40 h 321"/>
                            <a:gd name="T4" fmla="*/ 150 w 204"/>
                            <a:gd name="T5" fmla="*/ 54 h 321"/>
                            <a:gd name="T6" fmla="*/ 162 w 204"/>
                            <a:gd name="T7" fmla="*/ 70 h 321"/>
                            <a:gd name="T8" fmla="*/ 174 w 204"/>
                            <a:gd name="T9" fmla="*/ 84 h 321"/>
                            <a:gd name="T10" fmla="*/ 182 w 204"/>
                            <a:gd name="T11" fmla="*/ 98 h 321"/>
                            <a:gd name="T12" fmla="*/ 191 w 204"/>
                            <a:gd name="T13" fmla="*/ 110 h 321"/>
                            <a:gd name="T14" fmla="*/ 199 w 204"/>
                            <a:gd name="T15" fmla="*/ 124 h 321"/>
                            <a:gd name="T16" fmla="*/ 203 w 204"/>
                            <a:gd name="T17" fmla="*/ 146 h 321"/>
                            <a:gd name="T18" fmla="*/ 203 w 204"/>
                            <a:gd name="T19" fmla="*/ 163 h 321"/>
                            <a:gd name="T20" fmla="*/ 199 w 204"/>
                            <a:gd name="T21" fmla="*/ 182 h 321"/>
                            <a:gd name="T22" fmla="*/ 195 w 204"/>
                            <a:gd name="T23" fmla="*/ 194 h 321"/>
                            <a:gd name="T24" fmla="*/ 182 w 204"/>
                            <a:gd name="T25" fmla="*/ 217 h 321"/>
                            <a:gd name="T26" fmla="*/ 174 w 204"/>
                            <a:gd name="T27" fmla="*/ 230 h 321"/>
                            <a:gd name="T28" fmla="*/ 158 w 204"/>
                            <a:gd name="T29" fmla="*/ 247 h 321"/>
                            <a:gd name="T30" fmla="*/ 141 w 204"/>
                            <a:gd name="T31" fmla="*/ 262 h 321"/>
                            <a:gd name="T32" fmla="*/ 107 w 204"/>
                            <a:gd name="T33" fmla="*/ 281 h 321"/>
                            <a:gd name="T34" fmla="*/ 4 w 204"/>
                            <a:gd name="T35" fmla="*/ 320 h 321"/>
                            <a:gd name="T36" fmla="*/ 29 w 204"/>
                            <a:gd name="T37" fmla="*/ 287 h 321"/>
                            <a:gd name="T38" fmla="*/ 66 w 204"/>
                            <a:gd name="T39" fmla="*/ 228 h 321"/>
                            <a:gd name="T40" fmla="*/ 90 w 204"/>
                            <a:gd name="T41" fmla="*/ 132 h 321"/>
                            <a:gd name="T42" fmla="*/ 74 w 204"/>
                            <a:gd name="T43" fmla="*/ 70 h 321"/>
                            <a:gd name="T44" fmla="*/ 8 w 204"/>
                            <a:gd name="T45" fmla="*/ 14 h 321"/>
                            <a:gd name="T46" fmla="*/ 0 w 204"/>
                            <a:gd name="T47" fmla="*/ 0 h 321"/>
                            <a:gd name="T48" fmla="*/ 70 w 204"/>
                            <a:gd name="T49" fmla="*/ 19 h 32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4"/>
                            <a:gd name="T76" fmla="*/ 0 h 321"/>
                            <a:gd name="T77" fmla="*/ 204 w 204"/>
                            <a:gd name="T78" fmla="*/ 321 h 32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4" h="321">
                              <a:moveTo>
                                <a:pt x="70" y="19"/>
                              </a:moveTo>
                              <a:lnTo>
                                <a:pt x="119" y="40"/>
                              </a:lnTo>
                              <a:lnTo>
                                <a:pt x="150" y="54"/>
                              </a:lnTo>
                              <a:lnTo>
                                <a:pt x="162" y="70"/>
                              </a:lnTo>
                              <a:lnTo>
                                <a:pt x="174" y="84"/>
                              </a:lnTo>
                              <a:lnTo>
                                <a:pt x="182" y="98"/>
                              </a:lnTo>
                              <a:lnTo>
                                <a:pt x="191" y="110"/>
                              </a:lnTo>
                              <a:lnTo>
                                <a:pt x="199" y="124"/>
                              </a:lnTo>
                              <a:lnTo>
                                <a:pt x="203" y="146"/>
                              </a:lnTo>
                              <a:lnTo>
                                <a:pt x="203" y="163"/>
                              </a:lnTo>
                              <a:lnTo>
                                <a:pt x="199" y="182"/>
                              </a:lnTo>
                              <a:lnTo>
                                <a:pt x="195" y="194"/>
                              </a:lnTo>
                              <a:lnTo>
                                <a:pt x="182" y="217"/>
                              </a:lnTo>
                              <a:lnTo>
                                <a:pt x="174" y="230"/>
                              </a:lnTo>
                              <a:lnTo>
                                <a:pt x="158" y="247"/>
                              </a:lnTo>
                              <a:lnTo>
                                <a:pt x="141" y="262"/>
                              </a:lnTo>
                              <a:lnTo>
                                <a:pt x="107" y="281"/>
                              </a:lnTo>
                              <a:lnTo>
                                <a:pt x="4" y="320"/>
                              </a:lnTo>
                              <a:lnTo>
                                <a:pt x="29" y="287"/>
                              </a:lnTo>
                              <a:lnTo>
                                <a:pt x="66" y="228"/>
                              </a:lnTo>
                              <a:lnTo>
                                <a:pt x="90" y="132"/>
                              </a:lnTo>
                              <a:lnTo>
                                <a:pt x="74" y="70"/>
                              </a:lnTo>
                              <a:lnTo>
                                <a:pt x="8" y="14"/>
                              </a:lnTo>
                              <a:lnTo>
                                <a:pt x="0" y="0"/>
                              </a:lnTo>
                              <a:lnTo>
                                <a:pt x="70" y="19"/>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sp>
                  <p:nvSpPr>
                    <p:cNvPr id="52" name="Freeform 45"/>
                    <p:cNvSpPr>
                      <a:spLocks/>
                    </p:cNvSpPr>
                    <p:nvPr/>
                  </p:nvSpPr>
                  <p:spPr bwMode="auto">
                    <a:xfrm>
                      <a:off x="2426" y="1417"/>
                      <a:ext cx="917" cy="308"/>
                    </a:xfrm>
                    <a:custGeom>
                      <a:avLst/>
                      <a:gdLst>
                        <a:gd name="T0" fmla="*/ 0 w 917"/>
                        <a:gd name="T1" fmla="*/ 307 h 308"/>
                        <a:gd name="T2" fmla="*/ 44 w 917"/>
                        <a:gd name="T3" fmla="*/ 285 h 308"/>
                        <a:gd name="T4" fmla="*/ 87 w 917"/>
                        <a:gd name="T5" fmla="*/ 264 h 308"/>
                        <a:gd name="T6" fmla="*/ 133 w 917"/>
                        <a:gd name="T7" fmla="*/ 245 h 308"/>
                        <a:gd name="T8" fmla="*/ 172 w 917"/>
                        <a:gd name="T9" fmla="*/ 228 h 308"/>
                        <a:gd name="T10" fmla="*/ 220 w 917"/>
                        <a:gd name="T11" fmla="*/ 212 h 308"/>
                        <a:gd name="T12" fmla="*/ 264 w 917"/>
                        <a:gd name="T13" fmla="*/ 195 h 308"/>
                        <a:gd name="T14" fmla="*/ 349 w 917"/>
                        <a:gd name="T15" fmla="*/ 177 h 308"/>
                        <a:gd name="T16" fmla="*/ 447 w 917"/>
                        <a:gd name="T17" fmla="*/ 155 h 308"/>
                        <a:gd name="T18" fmla="*/ 556 w 917"/>
                        <a:gd name="T19" fmla="*/ 136 h 308"/>
                        <a:gd name="T20" fmla="*/ 624 w 917"/>
                        <a:gd name="T21" fmla="*/ 124 h 308"/>
                        <a:gd name="T22" fmla="*/ 685 w 917"/>
                        <a:gd name="T23" fmla="*/ 113 h 308"/>
                        <a:gd name="T24" fmla="*/ 739 w 917"/>
                        <a:gd name="T25" fmla="*/ 106 h 308"/>
                        <a:gd name="T26" fmla="*/ 770 w 917"/>
                        <a:gd name="T27" fmla="*/ 109 h 308"/>
                        <a:gd name="T28" fmla="*/ 827 w 917"/>
                        <a:gd name="T29" fmla="*/ 116 h 308"/>
                        <a:gd name="T30" fmla="*/ 855 w 917"/>
                        <a:gd name="T31" fmla="*/ 119 h 308"/>
                        <a:gd name="T32" fmla="*/ 881 w 917"/>
                        <a:gd name="T33" fmla="*/ 124 h 308"/>
                        <a:gd name="T34" fmla="*/ 916 w 917"/>
                        <a:gd name="T35" fmla="*/ 130 h 308"/>
                        <a:gd name="T36" fmla="*/ 844 w 917"/>
                        <a:gd name="T37" fmla="*/ 98 h 308"/>
                        <a:gd name="T38" fmla="*/ 800 w 917"/>
                        <a:gd name="T39" fmla="*/ 76 h 308"/>
                        <a:gd name="T40" fmla="*/ 718 w 917"/>
                        <a:gd name="T41" fmla="*/ 48 h 308"/>
                        <a:gd name="T42" fmla="*/ 663 w 917"/>
                        <a:gd name="T43" fmla="*/ 30 h 308"/>
                        <a:gd name="T44" fmla="*/ 602 w 917"/>
                        <a:gd name="T45" fmla="*/ 17 h 308"/>
                        <a:gd name="T46" fmla="*/ 561 w 917"/>
                        <a:gd name="T47" fmla="*/ 3 h 308"/>
                        <a:gd name="T48" fmla="*/ 508 w 917"/>
                        <a:gd name="T49" fmla="*/ 0 h 308"/>
                        <a:gd name="T50" fmla="*/ 443 w 917"/>
                        <a:gd name="T51" fmla="*/ 6 h 308"/>
                        <a:gd name="T52" fmla="*/ 358 w 917"/>
                        <a:gd name="T53" fmla="*/ 28 h 308"/>
                        <a:gd name="T54" fmla="*/ 292 w 917"/>
                        <a:gd name="T55" fmla="*/ 51 h 308"/>
                        <a:gd name="T56" fmla="*/ 203 w 917"/>
                        <a:gd name="T57" fmla="*/ 93 h 308"/>
                        <a:gd name="T58" fmla="*/ 155 w 917"/>
                        <a:gd name="T59" fmla="*/ 116 h 308"/>
                        <a:gd name="T60" fmla="*/ 96 w 917"/>
                        <a:gd name="T61" fmla="*/ 160 h 308"/>
                        <a:gd name="T62" fmla="*/ 52 w 917"/>
                        <a:gd name="T63" fmla="*/ 198 h 308"/>
                        <a:gd name="T64" fmla="*/ 26 w 917"/>
                        <a:gd name="T65" fmla="*/ 228 h 308"/>
                        <a:gd name="T66" fmla="*/ 17 w 917"/>
                        <a:gd name="T67" fmla="*/ 259 h 308"/>
                        <a:gd name="T68" fmla="*/ 4 w 917"/>
                        <a:gd name="T69" fmla="*/ 285 h 308"/>
                        <a:gd name="T70" fmla="*/ 0 w 917"/>
                        <a:gd name="T71" fmla="*/ 307 h 30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17"/>
                        <a:gd name="T109" fmla="*/ 0 h 308"/>
                        <a:gd name="T110" fmla="*/ 917 w 917"/>
                        <a:gd name="T111" fmla="*/ 308 h 30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17" h="308">
                          <a:moveTo>
                            <a:pt x="0" y="307"/>
                          </a:moveTo>
                          <a:lnTo>
                            <a:pt x="44" y="285"/>
                          </a:lnTo>
                          <a:lnTo>
                            <a:pt x="87" y="264"/>
                          </a:lnTo>
                          <a:lnTo>
                            <a:pt x="133" y="245"/>
                          </a:lnTo>
                          <a:lnTo>
                            <a:pt x="172" y="228"/>
                          </a:lnTo>
                          <a:lnTo>
                            <a:pt x="220" y="212"/>
                          </a:lnTo>
                          <a:lnTo>
                            <a:pt x="264" y="195"/>
                          </a:lnTo>
                          <a:lnTo>
                            <a:pt x="349" y="177"/>
                          </a:lnTo>
                          <a:lnTo>
                            <a:pt x="447" y="155"/>
                          </a:lnTo>
                          <a:lnTo>
                            <a:pt x="556" y="136"/>
                          </a:lnTo>
                          <a:lnTo>
                            <a:pt x="624" y="124"/>
                          </a:lnTo>
                          <a:lnTo>
                            <a:pt x="685" y="113"/>
                          </a:lnTo>
                          <a:lnTo>
                            <a:pt x="739" y="106"/>
                          </a:lnTo>
                          <a:lnTo>
                            <a:pt x="770" y="109"/>
                          </a:lnTo>
                          <a:lnTo>
                            <a:pt x="827" y="116"/>
                          </a:lnTo>
                          <a:lnTo>
                            <a:pt x="855" y="119"/>
                          </a:lnTo>
                          <a:lnTo>
                            <a:pt x="881" y="124"/>
                          </a:lnTo>
                          <a:lnTo>
                            <a:pt x="916" y="130"/>
                          </a:lnTo>
                          <a:lnTo>
                            <a:pt x="844" y="98"/>
                          </a:lnTo>
                          <a:lnTo>
                            <a:pt x="800" y="76"/>
                          </a:lnTo>
                          <a:lnTo>
                            <a:pt x="718" y="48"/>
                          </a:lnTo>
                          <a:lnTo>
                            <a:pt x="663" y="30"/>
                          </a:lnTo>
                          <a:lnTo>
                            <a:pt x="602" y="17"/>
                          </a:lnTo>
                          <a:lnTo>
                            <a:pt x="561" y="3"/>
                          </a:lnTo>
                          <a:lnTo>
                            <a:pt x="508" y="0"/>
                          </a:lnTo>
                          <a:lnTo>
                            <a:pt x="443" y="6"/>
                          </a:lnTo>
                          <a:lnTo>
                            <a:pt x="358" y="28"/>
                          </a:lnTo>
                          <a:lnTo>
                            <a:pt x="292" y="51"/>
                          </a:lnTo>
                          <a:lnTo>
                            <a:pt x="203" y="93"/>
                          </a:lnTo>
                          <a:lnTo>
                            <a:pt x="155" y="116"/>
                          </a:lnTo>
                          <a:lnTo>
                            <a:pt x="96" y="160"/>
                          </a:lnTo>
                          <a:lnTo>
                            <a:pt x="52" y="198"/>
                          </a:lnTo>
                          <a:lnTo>
                            <a:pt x="26" y="228"/>
                          </a:lnTo>
                          <a:lnTo>
                            <a:pt x="17" y="259"/>
                          </a:lnTo>
                          <a:lnTo>
                            <a:pt x="4" y="285"/>
                          </a:lnTo>
                          <a:lnTo>
                            <a:pt x="0" y="307"/>
                          </a:lnTo>
                        </a:path>
                      </a:pathLst>
                    </a:custGeom>
                    <a:solidFill>
                      <a:srgbClr val="A0A0A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nvGrpSpPr>
                    <p:cNvPr id="53" name="Group 46"/>
                    <p:cNvGrpSpPr>
                      <a:grpSpLocks/>
                    </p:cNvGrpSpPr>
                    <p:nvPr/>
                  </p:nvGrpSpPr>
                  <p:grpSpPr bwMode="auto">
                    <a:xfrm>
                      <a:off x="2628" y="1407"/>
                      <a:ext cx="562" cy="348"/>
                      <a:chOff x="2628" y="1407"/>
                      <a:chExt cx="562" cy="348"/>
                    </a:xfrm>
                  </p:grpSpPr>
                  <p:sp>
                    <p:nvSpPr>
                      <p:cNvPr id="54" name="Oval 47"/>
                      <p:cNvSpPr>
                        <a:spLocks noChangeArrowheads="1"/>
                      </p:cNvSpPr>
                      <p:nvPr/>
                    </p:nvSpPr>
                    <p:spPr bwMode="auto">
                      <a:xfrm>
                        <a:off x="2628" y="1407"/>
                        <a:ext cx="562" cy="348"/>
                      </a:xfrm>
                      <a:prstGeom prst="ellipse">
                        <a:avLst/>
                      </a:prstGeom>
                      <a:solidFill>
                        <a:srgbClr val="804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55" name="Freeform 48"/>
                      <p:cNvSpPr>
                        <a:spLocks/>
                      </p:cNvSpPr>
                      <p:nvPr/>
                    </p:nvSpPr>
                    <p:spPr bwMode="auto">
                      <a:xfrm>
                        <a:off x="2628" y="1413"/>
                        <a:ext cx="545" cy="212"/>
                      </a:xfrm>
                      <a:custGeom>
                        <a:avLst/>
                        <a:gdLst>
                          <a:gd name="T0" fmla="*/ 17 w 545"/>
                          <a:gd name="T1" fmla="*/ 211 h 212"/>
                          <a:gd name="T2" fmla="*/ 52 w 545"/>
                          <a:gd name="T3" fmla="*/ 200 h 212"/>
                          <a:gd name="T4" fmla="*/ 101 w 545"/>
                          <a:gd name="T5" fmla="*/ 188 h 212"/>
                          <a:gd name="T6" fmla="*/ 158 w 545"/>
                          <a:gd name="T7" fmla="*/ 177 h 212"/>
                          <a:gd name="T8" fmla="*/ 229 w 545"/>
                          <a:gd name="T9" fmla="*/ 161 h 212"/>
                          <a:gd name="T10" fmla="*/ 302 w 545"/>
                          <a:gd name="T11" fmla="*/ 147 h 212"/>
                          <a:gd name="T12" fmla="*/ 373 w 545"/>
                          <a:gd name="T13" fmla="*/ 136 h 212"/>
                          <a:gd name="T14" fmla="*/ 447 w 545"/>
                          <a:gd name="T15" fmla="*/ 125 h 212"/>
                          <a:gd name="T16" fmla="*/ 499 w 545"/>
                          <a:gd name="T17" fmla="*/ 117 h 212"/>
                          <a:gd name="T18" fmla="*/ 544 w 545"/>
                          <a:gd name="T19" fmla="*/ 108 h 212"/>
                          <a:gd name="T20" fmla="*/ 527 w 545"/>
                          <a:gd name="T21" fmla="*/ 86 h 212"/>
                          <a:gd name="T22" fmla="*/ 514 w 545"/>
                          <a:gd name="T23" fmla="*/ 67 h 212"/>
                          <a:gd name="T24" fmla="*/ 494 w 545"/>
                          <a:gd name="T25" fmla="*/ 50 h 212"/>
                          <a:gd name="T26" fmla="*/ 451 w 545"/>
                          <a:gd name="T27" fmla="*/ 30 h 212"/>
                          <a:gd name="T28" fmla="*/ 408 w 545"/>
                          <a:gd name="T29" fmla="*/ 14 h 212"/>
                          <a:gd name="T30" fmla="*/ 369 w 545"/>
                          <a:gd name="T31" fmla="*/ 5 h 212"/>
                          <a:gd name="T32" fmla="*/ 328 w 545"/>
                          <a:gd name="T33" fmla="*/ 0 h 212"/>
                          <a:gd name="T34" fmla="*/ 268 w 545"/>
                          <a:gd name="T35" fmla="*/ 3 h 212"/>
                          <a:gd name="T36" fmla="*/ 188 w 545"/>
                          <a:gd name="T37" fmla="*/ 25 h 212"/>
                          <a:gd name="T38" fmla="*/ 114 w 545"/>
                          <a:gd name="T39" fmla="*/ 50 h 212"/>
                          <a:gd name="T40" fmla="*/ 39 w 545"/>
                          <a:gd name="T41" fmla="*/ 86 h 212"/>
                          <a:gd name="T42" fmla="*/ 22 w 545"/>
                          <a:gd name="T43" fmla="*/ 94 h 212"/>
                          <a:gd name="T44" fmla="*/ 4 w 545"/>
                          <a:gd name="T45" fmla="*/ 110 h 212"/>
                          <a:gd name="T46" fmla="*/ 0 w 545"/>
                          <a:gd name="T47" fmla="*/ 128 h 212"/>
                          <a:gd name="T48" fmla="*/ 0 w 545"/>
                          <a:gd name="T49" fmla="*/ 155 h 212"/>
                          <a:gd name="T50" fmla="*/ 4 w 545"/>
                          <a:gd name="T51" fmla="*/ 185 h 212"/>
                          <a:gd name="T52" fmla="*/ 17 w 545"/>
                          <a:gd name="T53" fmla="*/ 211 h 21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45"/>
                          <a:gd name="T82" fmla="*/ 0 h 212"/>
                          <a:gd name="T83" fmla="*/ 545 w 545"/>
                          <a:gd name="T84" fmla="*/ 212 h 21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45" h="212">
                            <a:moveTo>
                              <a:pt x="17" y="211"/>
                            </a:moveTo>
                            <a:lnTo>
                              <a:pt x="52" y="200"/>
                            </a:lnTo>
                            <a:lnTo>
                              <a:pt x="101" y="188"/>
                            </a:lnTo>
                            <a:lnTo>
                              <a:pt x="158" y="177"/>
                            </a:lnTo>
                            <a:lnTo>
                              <a:pt x="229" y="161"/>
                            </a:lnTo>
                            <a:lnTo>
                              <a:pt x="302" y="147"/>
                            </a:lnTo>
                            <a:lnTo>
                              <a:pt x="373" y="136"/>
                            </a:lnTo>
                            <a:lnTo>
                              <a:pt x="447" y="125"/>
                            </a:lnTo>
                            <a:lnTo>
                              <a:pt x="499" y="117"/>
                            </a:lnTo>
                            <a:lnTo>
                              <a:pt x="544" y="108"/>
                            </a:lnTo>
                            <a:lnTo>
                              <a:pt x="527" y="86"/>
                            </a:lnTo>
                            <a:lnTo>
                              <a:pt x="514" y="67"/>
                            </a:lnTo>
                            <a:lnTo>
                              <a:pt x="494" y="50"/>
                            </a:lnTo>
                            <a:lnTo>
                              <a:pt x="451" y="30"/>
                            </a:lnTo>
                            <a:lnTo>
                              <a:pt x="408" y="14"/>
                            </a:lnTo>
                            <a:lnTo>
                              <a:pt x="369" y="5"/>
                            </a:lnTo>
                            <a:lnTo>
                              <a:pt x="328" y="0"/>
                            </a:lnTo>
                            <a:lnTo>
                              <a:pt x="268" y="3"/>
                            </a:lnTo>
                            <a:lnTo>
                              <a:pt x="188" y="25"/>
                            </a:lnTo>
                            <a:lnTo>
                              <a:pt x="114" y="50"/>
                            </a:lnTo>
                            <a:lnTo>
                              <a:pt x="39" y="86"/>
                            </a:lnTo>
                            <a:lnTo>
                              <a:pt x="22" y="94"/>
                            </a:lnTo>
                            <a:lnTo>
                              <a:pt x="4" y="110"/>
                            </a:lnTo>
                            <a:lnTo>
                              <a:pt x="0" y="128"/>
                            </a:lnTo>
                            <a:lnTo>
                              <a:pt x="0" y="155"/>
                            </a:lnTo>
                            <a:lnTo>
                              <a:pt x="4" y="185"/>
                            </a:lnTo>
                            <a:lnTo>
                              <a:pt x="17" y="211"/>
                            </a:lnTo>
                          </a:path>
                        </a:pathLst>
                      </a:custGeom>
                      <a:solidFill>
                        <a:srgbClr val="201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56" name="Oval 49"/>
                      <p:cNvSpPr>
                        <a:spLocks noChangeArrowheads="1"/>
                      </p:cNvSpPr>
                      <p:nvPr/>
                    </p:nvSpPr>
                    <p:spPr bwMode="auto">
                      <a:xfrm>
                        <a:off x="2790" y="1505"/>
                        <a:ext cx="245" cy="15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57" name="Oval 50"/>
                      <p:cNvSpPr>
                        <a:spLocks noChangeArrowheads="1"/>
                      </p:cNvSpPr>
                      <p:nvPr/>
                    </p:nvSpPr>
                    <p:spPr bwMode="auto">
                      <a:xfrm>
                        <a:off x="2781" y="1502"/>
                        <a:ext cx="98" cy="56"/>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grpSp>
              </p:grpSp>
            </p:grpSp>
            <p:grpSp>
              <p:nvGrpSpPr>
                <p:cNvPr id="43" name="Group 51"/>
                <p:cNvGrpSpPr>
                  <a:grpSpLocks/>
                </p:cNvGrpSpPr>
                <p:nvPr/>
              </p:nvGrpSpPr>
              <p:grpSpPr bwMode="auto">
                <a:xfrm>
                  <a:off x="2416" y="1403"/>
                  <a:ext cx="1022" cy="396"/>
                  <a:chOff x="2416" y="1403"/>
                  <a:chExt cx="1022" cy="396"/>
                </a:xfrm>
              </p:grpSpPr>
              <p:sp>
                <p:nvSpPr>
                  <p:cNvPr id="44" name="Freeform 52"/>
                  <p:cNvSpPr>
                    <a:spLocks/>
                  </p:cNvSpPr>
                  <p:nvPr/>
                </p:nvSpPr>
                <p:spPr bwMode="auto">
                  <a:xfrm>
                    <a:off x="3373" y="1557"/>
                    <a:ext cx="65" cy="35"/>
                  </a:xfrm>
                  <a:custGeom>
                    <a:avLst/>
                    <a:gdLst>
                      <a:gd name="T0" fmla="*/ 7 w 65"/>
                      <a:gd name="T1" fmla="*/ 2 h 35"/>
                      <a:gd name="T2" fmla="*/ 17 w 65"/>
                      <a:gd name="T3" fmla="*/ 2 h 35"/>
                      <a:gd name="T4" fmla="*/ 48 w 65"/>
                      <a:gd name="T5" fmla="*/ 0 h 35"/>
                      <a:gd name="T6" fmla="*/ 57 w 65"/>
                      <a:gd name="T7" fmla="*/ 2 h 35"/>
                      <a:gd name="T8" fmla="*/ 64 w 65"/>
                      <a:gd name="T9" fmla="*/ 6 h 35"/>
                      <a:gd name="T10" fmla="*/ 64 w 65"/>
                      <a:gd name="T11" fmla="*/ 11 h 35"/>
                      <a:gd name="T12" fmla="*/ 57 w 65"/>
                      <a:gd name="T13" fmla="*/ 19 h 35"/>
                      <a:gd name="T14" fmla="*/ 45 w 65"/>
                      <a:gd name="T15" fmla="*/ 26 h 35"/>
                      <a:gd name="T16" fmla="*/ 31 w 65"/>
                      <a:gd name="T17" fmla="*/ 30 h 35"/>
                      <a:gd name="T18" fmla="*/ 10 w 65"/>
                      <a:gd name="T19" fmla="*/ 34 h 35"/>
                      <a:gd name="T20" fmla="*/ 0 w 65"/>
                      <a:gd name="T21" fmla="*/ 34 h 35"/>
                      <a:gd name="T22" fmla="*/ 10 w 65"/>
                      <a:gd name="T23" fmla="*/ 28 h 35"/>
                      <a:gd name="T24" fmla="*/ 14 w 65"/>
                      <a:gd name="T25" fmla="*/ 23 h 35"/>
                      <a:gd name="T26" fmla="*/ 21 w 65"/>
                      <a:gd name="T27" fmla="*/ 17 h 35"/>
                      <a:gd name="T28" fmla="*/ 21 w 65"/>
                      <a:gd name="T29" fmla="*/ 13 h 35"/>
                      <a:gd name="T30" fmla="*/ 7 w 65"/>
                      <a:gd name="T31" fmla="*/ 2 h 3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5"/>
                      <a:gd name="T49" fmla="*/ 0 h 35"/>
                      <a:gd name="T50" fmla="*/ 65 w 65"/>
                      <a:gd name="T51" fmla="*/ 35 h 3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5" h="35">
                        <a:moveTo>
                          <a:pt x="7" y="2"/>
                        </a:moveTo>
                        <a:lnTo>
                          <a:pt x="17" y="2"/>
                        </a:lnTo>
                        <a:lnTo>
                          <a:pt x="48" y="0"/>
                        </a:lnTo>
                        <a:lnTo>
                          <a:pt x="57" y="2"/>
                        </a:lnTo>
                        <a:lnTo>
                          <a:pt x="64" y="6"/>
                        </a:lnTo>
                        <a:lnTo>
                          <a:pt x="64" y="11"/>
                        </a:lnTo>
                        <a:lnTo>
                          <a:pt x="57" y="19"/>
                        </a:lnTo>
                        <a:lnTo>
                          <a:pt x="45" y="26"/>
                        </a:lnTo>
                        <a:lnTo>
                          <a:pt x="31" y="30"/>
                        </a:lnTo>
                        <a:lnTo>
                          <a:pt x="10" y="34"/>
                        </a:lnTo>
                        <a:lnTo>
                          <a:pt x="0" y="34"/>
                        </a:lnTo>
                        <a:lnTo>
                          <a:pt x="10" y="28"/>
                        </a:lnTo>
                        <a:lnTo>
                          <a:pt x="14" y="23"/>
                        </a:lnTo>
                        <a:lnTo>
                          <a:pt x="21" y="17"/>
                        </a:lnTo>
                        <a:lnTo>
                          <a:pt x="21" y="13"/>
                        </a:lnTo>
                        <a:lnTo>
                          <a:pt x="7" y="2"/>
                        </a:lnTo>
                      </a:path>
                    </a:pathLst>
                  </a:custGeom>
                  <a:solidFill>
                    <a:srgbClr val="600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nvGrpSpPr>
                  <p:cNvPr id="45" name="Group 53"/>
                  <p:cNvGrpSpPr>
                    <a:grpSpLocks/>
                  </p:cNvGrpSpPr>
                  <p:nvPr/>
                </p:nvGrpSpPr>
                <p:grpSpPr bwMode="auto">
                  <a:xfrm>
                    <a:off x="2416" y="1403"/>
                    <a:ext cx="996" cy="396"/>
                    <a:chOff x="2416" y="1403"/>
                    <a:chExt cx="996" cy="396"/>
                  </a:xfrm>
                </p:grpSpPr>
                <p:sp>
                  <p:nvSpPr>
                    <p:cNvPr id="46" name="Freeform 54"/>
                    <p:cNvSpPr>
                      <a:spLocks/>
                    </p:cNvSpPr>
                    <p:nvPr/>
                  </p:nvSpPr>
                  <p:spPr bwMode="auto">
                    <a:xfrm>
                      <a:off x="2416" y="1582"/>
                      <a:ext cx="977" cy="217"/>
                    </a:xfrm>
                    <a:custGeom>
                      <a:avLst/>
                      <a:gdLst>
                        <a:gd name="T0" fmla="*/ 9 w 977"/>
                        <a:gd name="T1" fmla="*/ 152 h 217"/>
                        <a:gd name="T2" fmla="*/ 48 w 977"/>
                        <a:gd name="T3" fmla="*/ 168 h 217"/>
                        <a:gd name="T4" fmla="*/ 92 w 977"/>
                        <a:gd name="T5" fmla="*/ 177 h 217"/>
                        <a:gd name="T6" fmla="*/ 142 w 977"/>
                        <a:gd name="T7" fmla="*/ 182 h 217"/>
                        <a:gd name="T8" fmla="*/ 225 w 977"/>
                        <a:gd name="T9" fmla="*/ 187 h 217"/>
                        <a:gd name="T10" fmla="*/ 282 w 977"/>
                        <a:gd name="T11" fmla="*/ 187 h 217"/>
                        <a:gd name="T12" fmla="*/ 337 w 977"/>
                        <a:gd name="T13" fmla="*/ 185 h 217"/>
                        <a:gd name="T14" fmla="*/ 407 w 977"/>
                        <a:gd name="T15" fmla="*/ 179 h 217"/>
                        <a:gd name="T16" fmla="*/ 484 w 977"/>
                        <a:gd name="T17" fmla="*/ 171 h 217"/>
                        <a:gd name="T18" fmla="*/ 545 w 977"/>
                        <a:gd name="T19" fmla="*/ 163 h 217"/>
                        <a:gd name="T20" fmla="*/ 604 w 977"/>
                        <a:gd name="T21" fmla="*/ 152 h 217"/>
                        <a:gd name="T22" fmla="*/ 670 w 977"/>
                        <a:gd name="T23" fmla="*/ 130 h 217"/>
                        <a:gd name="T24" fmla="*/ 724 w 977"/>
                        <a:gd name="T25" fmla="*/ 114 h 217"/>
                        <a:gd name="T26" fmla="*/ 777 w 977"/>
                        <a:gd name="T27" fmla="*/ 96 h 217"/>
                        <a:gd name="T28" fmla="*/ 825 w 977"/>
                        <a:gd name="T29" fmla="*/ 77 h 217"/>
                        <a:gd name="T30" fmla="*/ 867 w 977"/>
                        <a:gd name="T31" fmla="*/ 56 h 217"/>
                        <a:gd name="T32" fmla="*/ 893 w 977"/>
                        <a:gd name="T33" fmla="*/ 39 h 217"/>
                        <a:gd name="T34" fmla="*/ 919 w 977"/>
                        <a:gd name="T35" fmla="*/ 27 h 217"/>
                        <a:gd name="T36" fmla="*/ 976 w 977"/>
                        <a:gd name="T37" fmla="*/ 0 h 217"/>
                        <a:gd name="T38" fmla="*/ 976 w 977"/>
                        <a:gd name="T39" fmla="*/ 11 h 217"/>
                        <a:gd name="T40" fmla="*/ 958 w 977"/>
                        <a:gd name="T41" fmla="*/ 31 h 217"/>
                        <a:gd name="T42" fmla="*/ 915 w 977"/>
                        <a:gd name="T43" fmla="*/ 58 h 217"/>
                        <a:gd name="T44" fmla="*/ 862 w 977"/>
                        <a:gd name="T45" fmla="*/ 80 h 217"/>
                        <a:gd name="T46" fmla="*/ 838 w 977"/>
                        <a:gd name="T47" fmla="*/ 94 h 217"/>
                        <a:gd name="T48" fmla="*/ 803 w 977"/>
                        <a:gd name="T49" fmla="*/ 111 h 217"/>
                        <a:gd name="T50" fmla="*/ 772 w 977"/>
                        <a:gd name="T51" fmla="*/ 125 h 217"/>
                        <a:gd name="T52" fmla="*/ 737 w 977"/>
                        <a:gd name="T53" fmla="*/ 141 h 217"/>
                        <a:gd name="T54" fmla="*/ 696 w 977"/>
                        <a:gd name="T55" fmla="*/ 152 h 217"/>
                        <a:gd name="T56" fmla="*/ 652 w 977"/>
                        <a:gd name="T57" fmla="*/ 166 h 217"/>
                        <a:gd name="T58" fmla="*/ 591 w 977"/>
                        <a:gd name="T59" fmla="*/ 179 h 217"/>
                        <a:gd name="T60" fmla="*/ 523 w 977"/>
                        <a:gd name="T61" fmla="*/ 189 h 217"/>
                        <a:gd name="T62" fmla="*/ 466 w 977"/>
                        <a:gd name="T63" fmla="*/ 194 h 217"/>
                        <a:gd name="T64" fmla="*/ 429 w 977"/>
                        <a:gd name="T65" fmla="*/ 200 h 217"/>
                        <a:gd name="T66" fmla="*/ 390 w 977"/>
                        <a:gd name="T67" fmla="*/ 205 h 217"/>
                        <a:gd name="T68" fmla="*/ 341 w 977"/>
                        <a:gd name="T69" fmla="*/ 208 h 217"/>
                        <a:gd name="T70" fmla="*/ 293 w 977"/>
                        <a:gd name="T71" fmla="*/ 213 h 217"/>
                        <a:gd name="T72" fmla="*/ 247 w 977"/>
                        <a:gd name="T73" fmla="*/ 216 h 217"/>
                        <a:gd name="T74" fmla="*/ 204 w 977"/>
                        <a:gd name="T75" fmla="*/ 216 h 217"/>
                        <a:gd name="T76" fmla="*/ 147 w 977"/>
                        <a:gd name="T77" fmla="*/ 216 h 217"/>
                        <a:gd name="T78" fmla="*/ 92 w 977"/>
                        <a:gd name="T79" fmla="*/ 211 h 217"/>
                        <a:gd name="T80" fmla="*/ 57 w 977"/>
                        <a:gd name="T81" fmla="*/ 205 h 217"/>
                        <a:gd name="T82" fmla="*/ 26 w 977"/>
                        <a:gd name="T83" fmla="*/ 192 h 217"/>
                        <a:gd name="T84" fmla="*/ 0 w 977"/>
                        <a:gd name="T85" fmla="*/ 200 h 217"/>
                        <a:gd name="T86" fmla="*/ 0 w 977"/>
                        <a:gd name="T87" fmla="*/ 185 h 217"/>
                        <a:gd name="T88" fmla="*/ 9 w 977"/>
                        <a:gd name="T89" fmla="*/ 152 h 21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977"/>
                        <a:gd name="T136" fmla="*/ 0 h 217"/>
                        <a:gd name="T137" fmla="*/ 977 w 977"/>
                        <a:gd name="T138" fmla="*/ 217 h 21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977" h="217">
                          <a:moveTo>
                            <a:pt x="9" y="152"/>
                          </a:moveTo>
                          <a:lnTo>
                            <a:pt x="48" y="168"/>
                          </a:lnTo>
                          <a:lnTo>
                            <a:pt x="92" y="177"/>
                          </a:lnTo>
                          <a:lnTo>
                            <a:pt x="142" y="182"/>
                          </a:lnTo>
                          <a:lnTo>
                            <a:pt x="225" y="187"/>
                          </a:lnTo>
                          <a:lnTo>
                            <a:pt x="282" y="187"/>
                          </a:lnTo>
                          <a:lnTo>
                            <a:pt x="337" y="185"/>
                          </a:lnTo>
                          <a:lnTo>
                            <a:pt x="407" y="179"/>
                          </a:lnTo>
                          <a:lnTo>
                            <a:pt x="484" y="171"/>
                          </a:lnTo>
                          <a:lnTo>
                            <a:pt x="545" y="163"/>
                          </a:lnTo>
                          <a:lnTo>
                            <a:pt x="604" y="152"/>
                          </a:lnTo>
                          <a:lnTo>
                            <a:pt x="670" y="130"/>
                          </a:lnTo>
                          <a:lnTo>
                            <a:pt x="724" y="114"/>
                          </a:lnTo>
                          <a:lnTo>
                            <a:pt x="777" y="96"/>
                          </a:lnTo>
                          <a:lnTo>
                            <a:pt x="825" y="77"/>
                          </a:lnTo>
                          <a:lnTo>
                            <a:pt x="867" y="56"/>
                          </a:lnTo>
                          <a:lnTo>
                            <a:pt x="893" y="39"/>
                          </a:lnTo>
                          <a:lnTo>
                            <a:pt x="919" y="27"/>
                          </a:lnTo>
                          <a:lnTo>
                            <a:pt x="976" y="0"/>
                          </a:lnTo>
                          <a:lnTo>
                            <a:pt x="976" y="11"/>
                          </a:lnTo>
                          <a:lnTo>
                            <a:pt x="958" y="31"/>
                          </a:lnTo>
                          <a:lnTo>
                            <a:pt x="915" y="58"/>
                          </a:lnTo>
                          <a:lnTo>
                            <a:pt x="862" y="80"/>
                          </a:lnTo>
                          <a:lnTo>
                            <a:pt x="838" y="94"/>
                          </a:lnTo>
                          <a:lnTo>
                            <a:pt x="803" y="111"/>
                          </a:lnTo>
                          <a:lnTo>
                            <a:pt x="772" y="125"/>
                          </a:lnTo>
                          <a:lnTo>
                            <a:pt x="737" y="141"/>
                          </a:lnTo>
                          <a:lnTo>
                            <a:pt x="696" y="152"/>
                          </a:lnTo>
                          <a:lnTo>
                            <a:pt x="652" y="166"/>
                          </a:lnTo>
                          <a:lnTo>
                            <a:pt x="591" y="179"/>
                          </a:lnTo>
                          <a:lnTo>
                            <a:pt x="523" y="189"/>
                          </a:lnTo>
                          <a:lnTo>
                            <a:pt x="466" y="194"/>
                          </a:lnTo>
                          <a:lnTo>
                            <a:pt x="429" y="200"/>
                          </a:lnTo>
                          <a:lnTo>
                            <a:pt x="390" y="205"/>
                          </a:lnTo>
                          <a:lnTo>
                            <a:pt x="341" y="208"/>
                          </a:lnTo>
                          <a:lnTo>
                            <a:pt x="293" y="213"/>
                          </a:lnTo>
                          <a:lnTo>
                            <a:pt x="247" y="216"/>
                          </a:lnTo>
                          <a:lnTo>
                            <a:pt x="204" y="216"/>
                          </a:lnTo>
                          <a:lnTo>
                            <a:pt x="147" y="216"/>
                          </a:lnTo>
                          <a:lnTo>
                            <a:pt x="92" y="211"/>
                          </a:lnTo>
                          <a:lnTo>
                            <a:pt x="57" y="205"/>
                          </a:lnTo>
                          <a:lnTo>
                            <a:pt x="26" y="192"/>
                          </a:lnTo>
                          <a:lnTo>
                            <a:pt x="0" y="200"/>
                          </a:lnTo>
                          <a:lnTo>
                            <a:pt x="0" y="185"/>
                          </a:lnTo>
                          <a:lnTo>
                            <a:pt x="9" y="152"/>
                          </a:lnTo>
                        </a:path>
                      </a:pathLst>
                    </a:custGeom>
                    <a:solidFill>
                      <a:srgbClr val="201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47" name="Freeform 55"/>
                    <p:cNvSpPr>
                      <a:spLocks/>
                    </p:cNvSpPr>
                    <p:nvPr/>
                  </p:nvSpPr>
                  <p:spPr bwMode="auto">
                    <a:xfrm>
                      <a:off x="2416" y="1403"/>
                      <a:ext cx="996" cy="318"/>
                    </a:xfrm>
                    <a:custGeom>
                      <a:avLst/>
                      <a:gdLst>
                        <a:gd name="T0" fmla="*/ 26 w 996"/>
                        <a:gd name="T1" fmla="*/ 289 h 318"/>
                        <a:gd name="T2" fmla="*/ 48 w 996"/>
                        <a:gd name="T3" fmla="*/ 247 h 318"/>
                        <a:gd name="T4" fmla="*/ 75 w 996"/>
                        <a:gd name="T5" fmla="*/ 216 h 318"/>
                        <a:gd name="T6" fmla="*/ 118 w 996"/>
                        <a:gd name="T7" fmla="*/ 190 h 318"/>
                        <a:gd name="T8" fmla="*/ 142 w 996"/>
                        <a:gd name="T9" fmla="*/ 163 h 318"/>
                        <a:gd name="T10" fmla="*/ 182 w 996"/>
                        <a:gd name="T11" fmla="*/ 132 h 318"/>
                        <a:gd name="T12" fmla="*/ 235 w 996"/>
                        <a:gd name="T13" fmla="*/ 114 h 318"/>
                        <a:gd name="T14" fmla="*/ 307 w 996"/>
                        <a:gd name="T15" fmla="*/ 81 h 318"/>
                        <a:gd name="T16" fmla="*/ 377 w 996"/>
                        <a:gd name="T17" fmla="*/ 57 h 318"/>
                        <a:gd name="T18" fmla="*/ 454 w 996"/>
                        <a:gd name="T19" fmla="*/ 33 h 318"/>
                        <a:gd name="T20" fmla="*/ 515 w 996"/>
                        <a:gd name="T21" fmla="*/ 22 h 318"/>
                        <a:gd name="T22" fmla="*/ 576 w 996"/>
                        <a:gd name="T23" fmla="*/ 28 h 318"/>
                        <a:gd name="T24" fmla="*/ 675 w 996"/>
                        <a:gd name="T25" fmla="*/ 48 h 318"/>
                        <a:gd name="T26" fmla="*/ 760 w 996"/>
                        <a:gd name="T27" fmla="*/ 81 h 318"/>
                        <a:gd name="T28" fmla="*/ 835 w 996"/>
                        <a:gd name="T29" fmla="*/ 106 h 318"/>
                        <a:gd name="T30" fmla="*/ 881 w 996"/>
                        <a:gd name="T31" fmla="*/ 132 h 318"/>
                        <a:gd name="T32" fmla="*/ 929 w 996"/>
                        <a:gd name="T33" fmla="*/ 149 h 318"/>
                        <a:gd name="T34" fmla="*/ 973 w 996"/>
                        <a:gd name="T35" fmla="*/ 152 h 318"/>
                        <a:gd name="T36" fmla="*/ 956 w 996"/>
                        <a:gd name="T37" fmla="*/ 132 h 318"/>
                        <a:gd name="T38" fmla="*/ 890 w 996"/>
                        <a:gd name="T39" fmla="*/ 98 h 318"/>
                        <a:gd name="T40" fmla="*/ 822 w 996"/>
                        <a:gd name="T41" fmla="*/ 68 h 318"/>
                        <a:gd name="T42" fmla="*/ 774 w 996"/>
                        <a:gd name="T43" fmla="*/ 48 h 318"/>
                        <a:gd name="T44" fmla="*/ 684 w 996"/>
                        <a:gd name="T45" fmla="*/ 28 h 318"/>
                        <a:gd name="T46" fmla="*/ 596 w 996"/>
                        <a:gd name="T47" fmla="*/ 8 h 318"/>
                        <a:gd name="T48" fmla="*/ 511 w 996"/>
                        <a:gd name="T49" fmla="*/ 0 h 318"/>
                        <a:gd name="T50" fmla="*/ 441 w 996"/>
                        <a:gd name="T51" fmla="*/ 6 h 318"/>
                        <a:gd name="T52" fmla="*/ 381 w 996"/>
                        <a:gd name="T53" fmla="*/ 17 h 318"/>
                        <a:gd name="T54" fmla="*/ 320 w 996"/>
                        <a:gd name="T55" fmla="*/ 36 h 318"/>
                        <a:gd name="T56" fmla="*/ 274 w 996"/>
                        <a:gd name="T57" fmla="*/ 59 h 318"/>
                        <a:gd name="T58" fmla="*/ 208 w 996"/>
                        <a:gd name="T59" fmla="*/ 92 h 318"/>
                        <a:gd name="T60" fmla="*/ 147 w 996"/>
                        <a:gd name="T61" fmla="*/ 132 h 318"/>
                        <a:gd name="T62" fmla="*/ 96 w 996"/>
                        <a:gd name="T63" fmla="*/ 168 h 318"/>
                        <a:gd name="T64" fmla="*/ 53 w 996"/>
                        <a:gd name="T65" fmla="*/ 205 h 318"/>
                        <a:gd name="T66" fmla="*/ 39 w 996"/>
                        <a:gd name="T67" fmla="*/ 233 h 318"/>
                        <a:gd name="T68" fmla="*/ 9 w 996"/>
                        <a:gd name="T69" fmla="*/ 283 h 3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96"/>
                        <a:gd name="T106" fmla="*/ 0 h 318"/>
                        <a:gd name="T107" fmla="*/ 996 w 996"/>
                        <a:gd name="T108" fmla="*/ 318 h 31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96" h="318">
                          <a:moveTo>
                            <a:pt x="0" y="317"/>
                          </a:moveTo>
                          <a:lnTo>
                            <a:pt x="26" y="289"/>
                          </a:lnTo>
                          <a:lnTo>
                            <a:pt x="44" y="274"/>
                          </a:lnTo>
                          <a:lnTo>
                            <a:pt x="48" y="247"/>
                          </a:lnTo>
                          <a:lnTo>
                            <a:pt x="57" y="230"/>
                          </a:lnTo>
                          <a:lnTo>
                            <a:pt x="75" y="216"/>
                          </a:lnTo>
                          <a:lnTo>
                            <a:pt x="96" y="204"/>
                          </a:lnTo>
                          <a:lnTo>
                            <a:pt x="118" y="190"/>
                          </a:lnTo>
                          <a:lnTo>
                            <a:pt x="131" y="176"/>
                          </a:lnTo>
                          <a:lnTo>
                            <a:pt x="142" y="163"/>
                          </a:lnTo>
                          <a:lnTo>
                            <a:pt x="164" y="146"/>
                          </a:lnTo>
                          <a:lnTo>
                            <a:pt x="182" y="132"/>
                          </a:lnTo>
                          <a:lnTo>
                            <a:pt x="204" y="125"/>
                          </a:lnTo>
                          <a:lnTo>
                            <a:pt x="235" y="114"/>
                          </a:lnTo>
                          <a:lnTo>
                            <a:pt x="270" y="98"/>
                          </a:lnTo>
                          <a:lnTo>
                            <a:pt x="307" y="81"/>
                          </a:lnTo>
                          <a:lnTo>
                            <a:pt x="338" y="70"/>
                          </a:lnTo>
                          <a:lnTo>
                            <a:pt x="377" y="57"/>
                          </a:lnTo>
                          <a:lnTo>
                            <a:pt x="412" y="47"/>
                          </a:lnTo>
                          <a:lnTo>
                            <a:pt x="454" y="33"/>
                          </a:lnTo>
                          <a:lnTo>
                            <a:pt x="489" y="22"/>
                          </a:lnTo>
                          <a:lnTo>
                            <a:pt x="515" y="22"/>
                          </a:lnTo>
                          <a:lnTo>
                            <a:pt x="541" y="22"/>
                          </a:lnTo>
                          <a:lnTo>
                            <a:pt x="576" y="28"/>
                          </a:lnTo>
                          <a:lnTo>
                            <a:pt x="614" y="36"/>
                          </a:lnTo>
                          <a:lnTo>
                            <a:pt x="675" y="48"/>
                          </a:lnTo>
                          <a:lnTo>
                            <a:pt x="719" y="68"/>
                          </a:lnTo>
                          <a:lnTo>
                            <a:pt x="760" y="81"/>
                          </a:lnTo>
                          <a:lnTo>
                            <a:pt x="804" y="98"/>
                          </a:lnTo>
                          <a:lnTo>
                            <a:pt x="835" y="106"/>
                          </a:lnTo>
                          <a:lnTo>
                            <a:pt x="857" y="117"/>
                          </a:lnTo>
                          <a:lnTo>
                            <a:pt x="881" y="132"/>
                          </a:lnTo>
                          <a:lnTo>
                            <a:pt x="912" y="143"/>
                          </a:lnTo>
                          <a:lnTo>
                            <a:pt x="929" y="149"/>
                          </a:lnTo>
                          <a:lnTo>
                            <a:pt x="956" y="152"/>
                          </a:lnTo>
                          <a:lnTo>
                            <a:pt x="973" y="152"/>
                          </a:lnTo>
                          <a:lnTo>
                            <a:pt x="995" y="152"/>
                          </a:lnTo>
                          <a:lnTo>
                            <a:pt x="956" y="132"/>
                          </a:lnTo>
                          <a:lnTo>
                            <a:pt x="920" y="112"/>
                          </a:lnTo>
                          <a:lnTo>
                            <a:pt x="890" y="98"/>
                          </a:lnTo>
                          <a:lnTo>
                            <a:pt x="861" y="84"/>
                          </a:lnTo>
                          <a:lnTo>
                            <a:pt x="822" y="68"/>
                          </a:lnTo>
                          <a:lnTo>
                            <a:pt x="800" y="57"/>
                          </a:lnTo>
                          <a:lnTo>
                            <a:pt x="774" y="48"/>
                          </a:lnTo>
                          <a:lnTo>
                            <a:pt x="721" y="39"/>
                          </a:lnTo>
                          <a:lnTo>
                            <a:pt x="684" y="28"/>
                          </a:lnTo>
                          <a:lnTo>
                            <a:pt x="640" y="17"/>
                          </a:lnTo>
                          <a:lnTo>
                            <a:pt x="596" y="8"/>
                          </a:lnTo>
                          <a:lnTo>
                            <a:pt x="546" y="0"/>
                          </a:lnTo>
                          <a:lnTo>
                            <a:pt x="511" y="0"/>
                          </a:lnTo>
                          <a:lnTo>
                            <a:pt x="476" y="3"/>
                          </a:lnTo>
                          <a:lnTo>
                            <a:pt x="441" y="6"/>
                          </a:lnTo>
                          <a:lnTo>
                            <a:pt x="412" y="8"/>
                          </a:lnTo>
                          <a:lnTo>
                            <a:pt x="381" y="17"/>
                          </a:lnTo>
                          <a:lnTo>
                            <a:pt x="351" y="25"/>
                          </a:lnTo>
                          <a:lnTo>
                            <a:pt x="320" y="36"/>
                          </a:lnTo>
                          <a:lnTo>
                            <a:pt x="294" y="47"/>
                          </a:lnTo>
                          <a:lnTo>
                            <a:pt x="274" y="59"/>
                          </a:lnTo>
                          <a:lnTo>
                            <a:pt x="243" y="76"/>
                          </a:lnTo>
                          <a:lnTo>
                            <a:pt x="208" y="92"/>
                          </a:lnTo>
                          <a:lnTo>
                            <a:pt x="173" y="112"/>
                          </a:lnTo>
                          <a:lnTo>
                            <a:pt x="147" y="132"/>
                          </a:lnTo>
                          <a:lnTo>
                            <a:pt x="123" y="146"/>
                          </a:lnTo>
                          <a:lnTo>
                            <a:pt x="96" y="168"/>
                          </a:lnTo>
                          <a:lnTo>
                            <a:pt x="75" y="187"/>
                          </a:lnTo>
                          <a:lnTo>
                            <a:pt x="53" y="205"/>
                          </a:lnTo>
                          <a:lnTo>
                            <a:pt x="39" y="222"/>
                          </a:lnTo>
                          <a:lnTo>
                            <a:pt x="39" y="233"/>
                          </a:lnTo>
                          <a:lnTo>
                            <a:pt x="22" y="252"/>
                          </a:lnTo>
                          <a:lnTo>
                            <a:pt x="9" y="283"/>
                          </a:lnTo>
                          <a:lnTo>
                            <a:pt x="0" y="317"/>
                          </a:lnTo>
                        </a:path>
                      </a:pathLst>
                    </a:custGeom>
                    <a:solidFill>
                      <a:srgbClr val="20202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grpSp>
        </p:grpSp>
        <p:grpSp>
          <p:nvGrpSpPr>
            <p:cNvPr id="14" name="Group 56"/>
            <p:cNvGrpSpPr>
              <a:grpSpLocks/>
            </p:cNvGrpSpPr>
            <p:nvPr/>
          </p:nvGrpSpPr>
          <p:grpSpPr bwMode="auto">
            <a:xfrm>
              <a:off x="63" y="2256"/>
              <a:ext cx="1769" cy="1484"/>
              <a:chOff x="63" y="2256"/>
              <a:chExt cx="1769" cy="1484"/>
            </a:xfrm>
          </p:grpSpPr>
          <p:sp>
            <p:nvSpPr>
              <p:cNvPr id="37" name="AutoShape 57"/>
              <p:cNvSpPr>
                <a:spLocks noChangeArrowheads="1"/>
              </p:cNvSpPr>
              <p:nvPr/>
            </p:nvSpPr>
            <p:spPr bwMode="auto">
              <a:xfrm>
                <a:off x="63" y="2495"/>
                <a:ext cx="1769" cy="1245"/>
              </a:xfrm>
              <a:prstGeom prst="roundRect">
                <a:avLst>
                  <a:gd name="adj" fmla="val 12167"/>
                </a:avLst>
              </a:prstGeom>
              <a:solidFill>
                <a:srgbClr val="FFFFFF"/>
              </a:solidFill>
              <a:ln w="25400">
                <a:solidFill>
                  <a:srgbClr val="000000"/>
                </a:solidFill>
                <a:round/>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38" name="Rectangle 58"/>
              <p:cNvSpPr>
                <a:spLocks noChangeArrowheads="1"/>
              </p:cNvSpPr>
              <p:nvPr/>
            </p:nvSpPr>
            <p:spPr bwMode="auto">
              <a:xfrm>
                <a:off x="167" y="2256"/>
                <a:ext cx="1560" cy="330"/>
              </a:xfrm>
              <a:prstGeom prst="rect">
                <a:avLst/>
              </a:prstGeom>
              <a:solidFill>
                <a:srgbClr val="FFFF00"/>
              </a:solidFill>
              <a:ln w="9525">
                <a:solidFill>
                  <a:srgbClr val="000000"/>
                </a:solidFill>
                <a:miter lim="800000"/>
                <a:headEnd/>
                <a:tailEnd/>
              </a:ln>
              <a:effectLst>
                <a:outerShdw dist="107763" dir="2700000" algn="ctr" rotWithShape="0">
                  <a:schemeClr val="bg2"/>
                </a:outerShdw>
              </a:effectLst>
            </p:spPr>
            <p:txBody>
              <a:bodyPr wrap="none" lIns="92075" tIns="46038" rIns="92075" bIns="46038" anchor="t">
                <a:spAutoFit/>
              </a:bodyPr>
              <a:lstStyle/>
              <a:p>
                <a:pPr algn="ctr" defTabSz="762000" eaLnBrk="0" hangingPunct="0">
                  <a:defRPr/>
                </a:pPr>
                <a:r>
                  <a:rPr lang="pt-BR" sz="2800" b="1">
                    <a:solidFill>
                      <a:srgbClr val="000000"/>
                    </a:solidFill>
                  </a:rPr>
                  <a:t>Organização</a:t>
                </a:r>
                <a:endParaRPr lang="pt-BR" sz="2800" b="1">
                  <a:solidFill>
                    <a:srgbClr val="000000"/>
                  </a:solidFill>
                  <a:latin typeface="Times New Roman" pitchFamily="18" charset="0"/>
                </a:endParaRPr>
              </a:p>
            </p:txBody>
          </p:sp>
          <p:sp>
            <p:nvSpPr>
              <p:cNvPr id="39" name="Rectangle 59"/>
              <p:cNvSpPr>
                <a:spLocks noChangeArrowheads="1"/>
              </p:cNvSpPr>
              <p:nvPr/>
            </p:nvSpPr>
            <p:spPr bwMode="auto">
              <a:xfrm>
                <a:off x="240" y="2688"/>
                <a:ext cx="1469"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t">
                <a:spAutoFit/>
              </a:bodyPr>
              <a:lstStyle>
                <a:lvl1pPr defTabSz="762000" eaLnBrk="0" hangingPunct="0">
                  <a:defRPr sz="2400">
                    <a:solidFill>
                      <a:schemeClr val="tx1"/>
                    </a:solidFill>
                    <a:latin typeface="Arial" charset="0"/>
                  </a:defRPr>
                </a:lvl1pPr>
                <a:lvl2pPr marL="742950" indent="-285750" defTabSz="762000" eaLnBrk="0" hangingPunct="0">
                  <a:defRPr sz="2400">
                    <a:solidFill>
                      <a:schemeClr val="tx1"/>
                    </a:solidFill>
                    <a:latin typeface="Arial" charset="0"/>
                  </a:defRPr>
                </a:lvl2pPr>
                <a:lvl3pPr marL="1143000" indent="-228600" defTabSz="762000" eaLnBrk="0" hangingPunct="0">
                  <a:defRPr sz="2400">
                    <a:solidFill>
                      <a:schemeClr val="tx1"/>
                    </a:solidFill>
                    <a:latin typeface="Arial" charset="0"/>
                  </a:defRPr>
                </a:lvl3pPr>
                <a:lvl4pPr marL="1600200" indent="-228600" defTabSz="762000" eaLnBrk="0" hangingPunct="0">
                  <a:defRPr sz="2400">
                    <a:solidFill>
                      <a:schemeClr val="tx1"/>
                    </a:solidFill>
                    <a:latin typeface="Arial" charset="0"/>
                  </a:defRPr>
                </a:lvl4pPr>
                <a:lvl5pPr marL="2057400" indent="-228600" defTabSz="762000" eaLnBrk="0" hangingPunct="0">
                  <a:defRPr sz="2400">
                    <a:solidFill>
                      <a:schemeClr val="tx1"/>
                    </a:solidFill>
                    <a:latin typeface="Arial" charset="0"/>
                  </a:defRPr>
                </a:lvl5pPr>
                <a:lvl6pPr marL="2514600" indent="-228600" algn="ctr" defTabSz="762000" eaLnBrk="0" fontAlgn="base" hangingPunct="0">
                  <a:spcBef>
                    <a:spcPct val="0"/>
                  </a:spcBef>
                  <a:spcAft>
                    <a:spcPct val="0"/>
                  </a:spcAft>
                  <a:defRPr sz="2400">
                    <a:solidFill>
                      <a:schemeClr val="tx1"/>
                    </a:solidFill>
                    <a:latin typeface="Arial" charset="0"/>
                  </a:defRPr>
                </a:lvl6pPr>
                <a:lvl7pPr marL="2971800" indent="-228600" algn="ctr" defTabSz="762000" eaLnBrk="0" fontAlgn="base" hangingPunct="0">
                  <a:spcBef>
                    <a:spcPct val="0"/>
                  </a:spcBef>
                  <a:spcAft>
                    <a:spcPct val="0"/>
                  </a:spcAft>
                  <a:defRPr sz="2400">
                    <a:solidFill>
                      <a:schemeClr val="tx1"/>
                    </a:solidFill>
                    <a:latin typeface="Arial" charset="0"/>
                  </a:defRPr>
                </a:lvl7pPr>
                <a:lvl8pPr marL="3429000" indent="-228600" algn="ctr" defTabSz="762000" eaLnBrk="0" fontAlgn="base" hangingPunct="0">
                  <a:spcBef>
                    <a:spcPct val="0"/>
                  </a:spcBef>
                  <a:spcAft>
                    <a:spcPct val="0"/>
                  </a:spcAft>
                  <a:defRPr sz="2400">
                    <a:solidFill>
                      <a:schemeClr val="tx1"/>
                    </a:solidFill>
                    <a:latin typeface="Arial" charset="0"/>
                  </a:defRPr>
                </a:lvl8pPr>
                <a:lvl9pPr marL="3886200" indent="-228600" algn="ctr" defTabSz="762000" eaLnBrk="0" fontAlgn="base" hangingPunct="0">
                  <a:spcBef>
                    <a:spcPct val="0"/>
                  </a:spcBef>
                  <a:spcAft>
                    <a:spcPct val="0"/>
                  </a:spcAft>
                  <a:defRPr sz="2400">
                    <a:solidFill>
                      <a:schemeClr val="tx1"/>
                    </a:solidFill>
                    <a:latin typeface="Arial" charset="0"/>
                  </a:defRPr>
                </a:lvl9pPr>
              </a:lstStyle>
              <a:p>
                <a:pPr algn="ctr">
                  <a:buFontTx/>
                  <a:buChar char="•"/>
                </a:pPr>
                <a:r>
                  <a:rPr lang="pt-BR" altLang="pt-BR">
                    <a:solidFill>
                      <a:srgbClr val="000000"/>
                    </a:solidFill>
                  </a:rPr>
                  <a:t> estrutura</a:t>
                </a:r>
              </a:p>
              <a:p>
                <a:pPr algn="ctr">
                  <a:buFontTx/>
                  <a:buChar char="•"/>
                </a:pPr>
                <a:r>
                  <a:rPr lang="pt-BR" altLang="pt-BR">
                    <a:solidFill>
                      <a:srgbClr val="000000"/>
                    </a:solidFill>
                  </a:rPr>
                  <a:t> cultura </a:t>
                </a:r>
              </a:p>
              <a:p>
                <a:pPr algn="ctr">
                  <a:buFontTx/>
                  <a:buChar char="•"/>
                </a:pPr>
                <a:r>
                  <a:rPr lang="pt-BR" altLang="pt-BR">
                    <a:solidFill>
                      <a:srgbClr val="000000"/>
                    </a:solidFill>
                  </a:rPr>
                  <a:t> aprendizagem</a:t>
                </a:r>
              </a:p>
              <a:p>
                <a:pPr algn="ctr">
                  <a:buFontTx/>
                  <a:buChar char="•"/>
                </a:pPr>
                <a:r>
                  <a:rPr lang="pt-BR" altLang="pt-BR">
                    <a:solidFill>
                      <a:srgbClr val="000000"/>
                    </a:solidFill>
                  </a:rPr>
                  <a:t> pessoas</a:t>
                </a:r>
                <a:endParaRPr lang="pt-BR" altLang="pt-BR" sz="2800">
                  <a:solidFill>
                    <a:srgbClr val="000000"/>
                  </a:solidFill>
                  <a:latin typeface="Times New Roman" charset="0"/>
                </a:endParaRPr>
              </a:p>
            </p:txBody>
          </p:sp>
        </p:grpSp>
        <p:grpSp>
          <p:nvGrpSpPr>
            <p:cNvPr id="15" name="Group 60"/>
            <p:cNvGrpSpPr>
              <a:grpSpLocks/>
            </p:cNvGrpSpPr>
            <p:nvPr/>
          </p:nvGrpSpPr>
          <p:grpSpPr bwMode="auto">
            <a:xfrm>
              <a:off x="3802" y="2256"/>
              <a:ext cx="1846" cy="1713"/>
              <a:chOff x="3802" y="2256"/>
              <a:chExt cx="1846" cy="1713"/>
            </a:xfrm>
          </p:grpSpPr>
          <p:sp>
            <p:nvSpPr>
              <p:cNvPr id="33" name="AutoShape 61"/>
              <p:cNvSpPr>
                <a:spLocks noChangeArrowheads="1"/>
              </p:cNvSpPr>
              <p:nvPr/>
            </p:nvSpPr>
            <p:spPr bwMode="auto">
              <a:xfrm>
                <a:off x="3802" y="2457"/>
                <a:ext cx="1846" cy="1512"/>
              </a:xfrm>
              <a:prstGeom prst="roundRect">
                <a:avLst>
                  <a:gd name="adj" fmla="val 12245"/>
                </a:avLst>
              </a:prstGeom>
              <a:solidFill>
                <a:srgbClr val="FFFFFF"/>
              </a:solidFill>
              <a:ln w="25400">
                <a:solidFill>
                  <a:srgbClr val="000000"/>
                </a:solidFill>
                <a:round/>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34" name="Rectangle 62"/>
              <p:cNvSpPr>
                <a:spLocks noChangeArrowheads="1"/>
              </p:cNvSpPr>
              <p:nvPr/>
            </p:nvSpPr>
            <p:spPr bwMode="auto">
              <a:xfrm>
                <a:off x="4181" y="2256"/>
                <a:ext cx="1090" cy="330"/>
              </a:xfrm>
              <a:prstGeom prst="rect">
                <a:avLst/>
              </a:prstGeom>
              <a:solidFill>
                <a:srgbClr val="FFFF00"/>
              </a:solidFill>
              <a:ln w="9525">
                <a:solidFill>
                  <a:srgbClr val="000000"/>
                </a:solidFill>
                <a:miter lim="800000"/>
                <a:headEnd/>
                <a:tailEnd/>
              </a:ln>
              <a:effectLst>
                <a:outerShdw dist="107763" dir="2700000" algn="ctr" rotWithShape="0">
                  <a:schemeClr val="bg2"/>
                </a:outerShdw>
              </a:effectLst>
            </p:spPr>
            <p:txBody>
              <a:bodyPr wrap="none" lIns="92075" tIns="46038" rIns="92075" bIns="46038" anchor="t">
                <a:spAutoFit/>
              </a:bodyPr>
              <a:lstStyle/>
              <a:p>
                <a:pPr algn="ctr" defTabSz="762000" eaLnBrk="0" hangingPunct="0">
                  <a:defRPr/>
                </a:pPr>
                <a:r>
                  <a:rPr lang="pt-BR" sz="2800" b="1">
                    <a:solidFill>
                      <a:srgbClr val="000000"/>
                    </a:solidFill>
                  </a:rPr>
                  <a:t>Recursos</a:t>
                </a:r>
                <a:endParaRPr lang="pt-BR" sz="2800" b="1">
                  <a:solidFill>
                    <a:srgbClr val="000000"/>
                  </a:solidFill>
                  <a:latin typeface="Times New Roman" pitchFamily="18" charset="0"/>
                </a:endParaRPr>
              </a:p>
            </p:txBody>
          </p:sp>
          <p:sp>
            <p:nvSpPr>
              <p:cNvPr id="35" name="Rectangle 63"/>
              <p:cNvSpPr>
                <a:spLocks noChangeArrowheads="1"/>
              </p:cNvSpPr>
              <p:nvPr/>
            </p:nvSpPr>
            <p:spPr bwMode="auto">
              <a:xfrm>
                <a:off x="4164" y="3091"/>
                <a:ext cx="112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36" name="Rectangle 64"/>
              <p:cNvSpPr>
                <a:spLocks noChangeArrowheads="1"/>
              </p:cNvSpPr>
              <p:nvPr/>
            </p:nvSpPr>
            <p:spPr bwMode="auto">
              <a:xfrm>
                <a:off x="3851" y="2640"/>
                <a:ext cx="174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t">
                <a:spAutoFit/>
              </a:bodyPr>
              <a:lstStyle>
                <a:lvl1pPr defTabSz="762000" eaLnBrk="0" hangingPunct="0">
                  <a:defRPr sz="2400">
                    <a:solidFill>
                      <a:schemeClr val="tx1"/>
                    </a:solidFill>
                    <a:latin typeface="Arial" charset="0"/>
                  </a:defRPr>
                </a:lvl1pPr>
                <a:lvl2pPr marL="742950" indent="-285750" defTabSz="762000" eaLnBrk="0" hangingPunct="0">
                  <a:defRPr sz="2400">
                    <a:solidFill>
                      <a:schemeClr val="tx1"/>
                    </a:solidFill>
                    <a:latin typeface="Arial" charset="0"/>
                  </a:defRPr>
                </a:lvl2pPr>
                <a:lvl3pPr marL="1143000" indent="-228600" defTabSz="762000" eaLnBrk="0" hangingPunct="0">
                  <a:defRPr sz="2400">
                    <a:solidFill>
                      <a:schemeClr val="tx1"/>
                    </a:solidFill>
                    <a:latin typeface="Arial" charset="0"/>
                  </a:defRPr>
                </a:lvl3pPr>
                <a:lvl4pPr marL="1600200" indent="-228600" defTabSz="762000" eaLnBrk="0" hangingPunct="0">
                  <a:defRPr sz="2400">
                    <a:solidFill>
                      <a:schemeClr val="tx1"/>
                    </a:solidFill>
                    <a:latin typeface="Arial" charset="0"/>
                  </a:defRPr>
                </a:lvl4pPr>
                <a:lvl5pPr marL="2057400" indent="-228600" defTabSz="762000" eaLnBrk="0" hangingPunct="0">
                  <a:defRPr sz="2400">
                    <a:solidFill>
                      <a:schemeClr val="tx1"/>
                    </a:solidFill>
                    <a:latin typeface="Arial" charset="0"/>
                  </a:defRPr>
                </a:lvl5pPr>
                <a:lvl6pPr marL="2514600" indent="-228600" algn="ctr" defTabSz="762000" eaLnBrk="0" fontAlgn="base" hangingPunct="0">
                  <a:spcBef>
                    <a:spcPct val="0"/>
                  </a:spcBef>
                  <a:spcAft>
                    <a:spcPct val="0"/>
                  </a:spcAft>
                  <a:defRPr sz="2400">
                    <a:solidFill>
                      <a:schemeClr val="tx1"/>
                    </a:solidFill>
                    <a:latin typeface="Arial" charset="0"/>
                  </a:defRPr>
                </a:lvl6pPr>
                <a:lvl7pPr marL="2971800" indent="-228600" algn="ctr" defTabSz="762000" eaLnBrk="0" fontAlgn="base" hangingPunct="0">
                  <a:spcBef>
                    <a:spcPct val="0"/>
                  </a:spcBef>
                  <a:spcAft>
                    <a:spcPct val="0"/>
                  </a:spcAft>
                  <a:defRPr sz="2400">
                    <a:solidFill>
                      <a:schemeClr val="tx1"/>
                    </a:solidFill>
                    <a:latin typeface="Arial" charset="0"/>
                  </a:defRPr>
                </a:lvl7pPr>
                <a:lvl8pPr marL="3429000" indent="-228600" algn="ctr" defTabSz="762000" eaLnBrk="0" fontAlgn="base" hangingPunct="0">
                  <a:spcBef>
                    <a:spcPct val="0"/>
                  </a:spcBef>
                  <a:spcAft>
                    <a:spcPct val="0"/>
                  </a:spcAft>
                  <a:defRPr sz="2400">
                    <a:solidFill>
                      <a:schemeClr val="tx1"/>
                    </a:solidFill>
                    <a:latin typeface="Arial" charset="0"/>
                  </a:defRPr>
                </a:lvl8pPr>
                <a:lvl9pPr marL="3886200" indent="-228600" algn="ctr" defTabSz="762000" eaLnBrk="0" fontAlgn="base" hangingPunct="0">
                  <a:spcBef>
                    <a:spcPct val="0"/>
                  </a:spcBef>
                  <a:spcAft>
                    <a:spcPct val="0"/>
                  </a:spcAft>
                  <a:defRPr sz="2400">
                    <a:solidFill>
                      <a:schemeClr val="tx1"/>
                    </a:solidFill>
                    <a:latin typeface="Arial" charset="0"/>
                  </a:defRPr>
                </a:lvl9pPr>
              </a:lstStyle>
              <a:p>
                <a:pPr algn="ctr">
                  <a:buFontTx/>
                  <a:buChar char="•"/>
                </a:pPr>
                <a:r>
                  <a:rPr lang="pt-BR" altLang="pt-BR">
                    <a:solidFill>
                      <a:srgbClr val="000000"/>
                    </a:solidFill>
                  </a:rPr>
                  <a:t> técnicas/métodos</a:t>
                </a:r>
              </a:p>
              <a:p>
                <a:pPr algn="ctr">
                  <a:buFontTx/>
                  <a:buChar char="•"/>
                </a:pPr>
                <a:r>
                  <a:rPr lang="pt-BR" altLang="pt-BR">
                    <a:solidFill>
                      <a:srgbClr val="000000"/>
                    </a:solidFill>
                  </a:rPr>
                  <a:t> equipamento</a:t>
                </a:r>
              </a:p>
              <a:p>
                <a:pPr algn="ctr">
                  <a:buFontTx/>
                  <a:buChar char="•"/>
                </a:pPr>
                <a:r>
                  <a:rPr lang="pt-BR" altLang="pt-BR">
                    <a:solidFill>
                      <a:srgbClr val="000000"/>
                    </a:solidFill>
                  </a:rPr>
                  <a:t> hardware</a:t>
                </a:r>
              </a:p>
              <a:p>
                <a:pPr algn="ctr">
                  <a:buFontTx/>
                  <a:buChar char="•"/>
                </a:pPr>
                <a:r>
                  <a:rPr lang="pt-BR" altLang="pt-BR">
                    <a:solidFill>
                      <a:srgbClr val="000000"/>
                    </a:solidFill>
                  </a:rPr>
                  <a:t> software</a:t>
                </a:r>
              </a:p>
              <a:p>
                <a:pPr algn="ctr">
                  <a:buFontTx/>
                  <a:buChar char="•"/>
                </a:pPr>
                <a:r>
                  <a:rPr lang="pt-BR" altLang="pt-BR">
                    <a:solidFill>
                      <a:srgbClr val="000000"/>
                    </a:solidFill>
                  </a:rPr>
                  <a:t> rec.financeiros</a:t>
                </a:r>
                <a:endParaRPr lang="pt-BR" altLang="pt-BR" sz="2800">
                  <a:latin typeface="Times New Roman" charset="0"/>
                </a:endParaRPr>
              </a:p>
            </p:txBody>
          </p:sp>
        </p:grpSp>
        <p:sp>
          <p:nvSpPr>
            <p:cNvPr id="16" name="AutoShape 65"/>
            <p:cNvSpPr>
              <a:spLocks noChangeArrowheads="1"/>
            </p:cNvSpPr>
            <p:nvPr/>
          </p:nvSpPr>
          <p:spPr bwMode="auto">
            <a:xfrm>
              <a:off x="3855" y="912"/>
              <a:ext cx="1673" cy="950"/>
            </a:xfrm>
            <a:prstGeom prst="roundRect">
              <a:avLst>
                <a:gd name="adj" fmla="val 12167"/>
              </a:avLst>
            </a:prstGeom>
            <a:solidFill>
              <a:srgbClr val="FFFFFF"/>
            </a:solidFill>
            <a:ln w="25400">
              <a:solidFill>
                <a:srgbClr val="000000"/>
              </a:solidFill>
              <a:round/>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grpSp>
          <p:nvGrpSpPr>
            <p:cNvPr id="17" name="Group 66"/>
            <p:cNvGrpSpPr>
              <a:grpSpLocks/>
            </p:cNvGrpSpPr>
            <p:nvPr/>
          </p:nvGrpSpPr>
          <p:grpSpPr bwMode="auto">
            <a:xfrm>
              <a:off x="4052" y="1143"/>
              <a:ext cx="1240" cy="516"/>
              <a:chOff x="4084" y="1026"/>
              <a:chExt cx="1240" cy="516"/>
            </a:xfrm>
          </p:grpSpPr>
          <p:sp>
            <p:nvSpPr>
              <p:cNvPr id="24" name="Rectangle 67"/>
              <p:cNvSpPr>
                <a:spLocks noChangeArrowheads="1"/>
              </p:cNvSpPr>
              <p:nvPr/>
            </p:nvSpPr>
            <p:spPr bwMode="auto">
              <a:xfrm>
                <a:off x="4084" y="1026"/>
                <a:ext cx="215" cy="166"/>
              </a:xfrm>
              <a:prstGeom prst="rect">
                <a:avLst/>
              </a:prstGeom>
              <a:solidFill>
                <a:srgbClr val="FAFD00"/>
              </a:solidFill>
              <a:ln w="12700">
                <a:solidFill>
                  <a:srgbClr val="000000"/>
                </a:solidFill>
                <a:miter lim="800000"/>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25" name="Rectangle 68"/>
              <p:cNvSpPr>
                <a:spLocks noChangeArrowheads="1"/>
              </p:cNvSpPr>
              <p:nvPr/>
            </p:nvSpPr>
            <p:spPr bwMode="auto">
              <a:xfrm>
                <a:off x="4604" y="1200"/>
                <a:ext cx="210" cy="168"/>
              </a:xfrm>
              <a:prstGeom prst="rect">
                <a:avLst/>
              </a:prstGeom>
              <a:solidFill>
                <a:srgbClr val="FAFD00"/>
              </a:solidFill>
              <a:ln w="12700">
                <a:solidFill>
                  <a:srgbClr val="000000"/>
                </a:solidFill>
                <a:miter lim="800000"/>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26" name="Rectangle 69"/>
              <p:cNvSpPr>
                <a:spLocks noChangeArrowheads="1"/>
              </p:cNvSpPr>
              <p:nvPr/>
            </p:nvSpPr>
            <p:spPr bwMode="auto">
              <a:xfrm>
                <a:off x="5111" y="1376"/>
                <a:ext cx="213" cy="166"/>
              </a:xfrm>
              <a:prstGeom prst="rect">
                <a:avLst/>
              </a:prstGeom>
              <a:solidFill>
                <a:srgbClr val="FAFD00"/>
              </a:solidFill>
              <a:ln w="12700">
                <a:solidFill>
                  <a:srgbClr val="000000"/>
                </a:solidFill>
                <a:miter lim="800000"/>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27" name="Line 70"/>
              <p:cNvSpPr>
                <a:spLocks noChangeShapeType="1"/>
              </p:cNvSpPr>
              <p:nvPr/>
            </p:nvSpPr>
            <p:spPr bwMode="auto">
              <a:xfrm>
                <a:off x="4303" y="1111"/>
                <a:ext cx="14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t"/>
              <a:lstStyle/>
              <a:p>
                <a:pPr algn="ctr"/>
                <a:endParaRPr lang="pt-BR"/>
              </a:p>
            </p:txBody>
          </p:sp>
          <p:sp>
            <p:nvSpPr>
              <p:cNvPr id="28" name="Line 71"/>
              <p:cNvSpPr>
                <a:spLocks noChangeShapeType="1"/>
              </p:cNvSpPr>
              <p:nvPr/>
            </p:nvSpPr>
            <p:spPr bwMode="auto">
              <a:xfrm>
                <a:off x="4448" y="1111"/>
                <a:ext cx="0" cy="17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t"/>
              <a:lstStyle/>
              <a:p>
                <a:pPr algn="ctr"/>
                <a:endParaRPr lang="pt-BR"/>
              </a:p>
            </p:txBody>
          </p:sp>
          <p:sp>
            <p:nvSpPr>
              <p:cNvPr id="29" name="Line 72"/>
              <p:cNvSpPr>
                <a:spLocks noChangeShapeType="1"/>
              </p:cNvSpPr>
              <p:nvPr/>
            </p:nvSpPr>
            <p:spPr bwMode="auto">
              <a:xfrm>
                <a:off x="4448" y="1284"/>
                <a:ext cx="152" cy="0"/>
              </a:xfrm>
              <a:prstGeom prst="line">
                <a:avLst/>
              </a:prstGeom>
              <a:noFill/>
              <a:ln w="12700">
                <a:solidFill>
                  <a:srgbClr val="000000"/>
                </a:solidFill>
                <a:round/>
                <a:headEnd type="none" w="sm" len="sm"/>
                <a:tailEnd type="stealth" w="med" len="lg"/>
              </a:ln>
              <a:extLst>
                <a:ext uri="{909E8E84-426E-40DD-AFC4-6F175D3DCCD1}">
                  <a14:hiddenFill xmlns:a14="http://schemas.microsoft.com/office/drawing/2010/main">
                    <a:noFill/>
                  </a14:hiddenFill>
                </a:ext>
              </a:extLst>
            </p:spPr>
            <p:txBody>
              <a:bodyPr wrap="none" anchor="t"/>
              <a:lstStyle/>
              <a:p>
                <a:pPr algn="ctr"/>
                <a:endParaRPr lang="pt-BR"/>
              </a:p>
            </p:txBody>
          </p:sp>
          <p:sp>
            <p:nvSpPr>
              <p:cNvPr id="30" name="Line 73"/>
              <p:cNvSpPr>
                <a:spLocks noChangeShapeType="1"/>
              </p:cNvSpPr>
              <p:nvPr/>
            </p:nvSpPr>
            <p:spPr bwMode="auto">
              <a:xfrm>
                <a:off x="4818" y="1284"/>
                <a:ext cx="14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t"/>
              <a:lstStyle/>
              <a:p>
                <a:pPr algn="ctr"/>
                <a:endParaRPr lang="pt-BR"/>
              </a:p>
            </p:txBody>
          </p:sp>
          <p:sp>
            <p:nvSpPr>
              <p:cNvPr id="31" name="Line 74"/>
              <p:cNvSpPr>
                <a:spLocks noChangeShapeType="1"/>
              </p:cNvSpPr>
              <p:nvPr/>
            </p:nvSpPr>
            <p:spPr bwMode="auto">
              <a:xfrm>
                <a:off x="4963" y="1284"/>
                <a:ext cx="0" cy="17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t"/>
              <a:lstStyle/>
              <a:p>
                <a:pPr algn="ctr"/>
                <a:endParaRPr lang="pt-BR"/>
              </a:p>
            </p:txBody>
          </p:sp>
          <p:sp>
            <p:nvSpPr>
              <p:cNvPr id="32" name="Line 75"/>
              <p:cNvSpPr>
                <a:spLocks noChangeShapeType="1"/>
              </p:cNvSpPr>
              <p:nvPr/>
            </p:nvSpPr>
            <p:spPr bwMode="auto">
              <a:xfrm>
                <a:off x="4963" y="1458"/>
                <a:ext cx="144" cy="0"/>
              </a:xfrm>
              <a:prstGeom prst="line">
                <a:avLst/>
              </a:prstGeom>
              <a:noFill/>
              <a:ln w="12700">
                <a:solidFill>
                  <a:srgbClr val="000000"/>
                </a:solidFill>
                <a:round/>
                <a:headEnd type="none" w="sm" len="sm"/>
                <a:tailEnd type="stealth" w="med" len="lg"/>
              </a:ln>
              <a:extLst>
                <a:ext uri="{909E8E84-426E-40DD-AFC4-6F175D3DCCD1}">
                  <a14:hiddenFill xmlns:a14="http://schemas.microsoft.com/office/drawing/2010/main">
                    <a:noFill/>
                  </a14:hiddenFill>
                </a:ext>
              </a:extLst>
            </p:spPr>
            <p:txBody>
              <a:bodyPr wrap="none" anchor="t"/>
              <a:lstStyle/>
              <a:p>
                <a:pPr algn="ctr"/>
                <a:endParaRPr lang="pt-BR"/>
              </a:p>
            </p:txBody>
          </p:sp>
        </p:grpSp>
        <p:sp>
          <p:nvSpPr>
            <p:cNvPr id="18" name="Rectangle 76"/>
            <p:cNvSpPr>
              <a:spLocks noChangeArrowheads="1"/>
            </p:cNvSpPr>
            <p:nvPr/>
          </p:nvSpPr>
          <p:spPr bwMode="auto">
            <a:xfrm>
              <a:off x="4041" y="768"/>
              <a:ext cx="1301" cy="333"/>
            </a:xfrm>
            <a:prstGeom prst="rect">
              <a:avLst/>
            </a:prstGeom>
            <a:solidFill>
              <a:srgbClr val="FFFF00"/>
            </a:solidFill>
            <a:ln w="9525">
              <a:solidFill>
                <a:srgbClr val="000000"/>
              </a:solidFill>
              <a:miter lim="800000"/>
              <a:headEnd/>
              <a:tailEnd/>
            </a:ln>
            <a:effectLst>
              <a:outerShdw dist="107763" dir="2700000" algn="ctr" rotWithShape="0">
                <a:schemeClr val="bg2"/>
              </a:outerShdw>
            </a:effectLst>
          </p:spPr>
          <p:txBody>
            <a:bodyPr lIns="92075" tIns="46038" rIns="92075" bIns="46038" anchor="t">
              <a:spAutoFit/>
            </a:bodyPr>
            <a:lstStyle/>
            <a:p>
              <a:pPr algn="ctr" defTabSz="762000" eaLnBrk="0" hangingPunct="0">
                <a:defRPr/>
              </a:pPr>
              <a:r>
                <a:rPr lang="pt-BR" sz="2800" b="1">
                  <a:solidFill>
                    <a:srgbClr val="000000"/>
                  </a:solidFill>
                </a:rPr>
                <a:t>Atividades</a:t>
              </a:r>
              <a:endParaRPr lang="pt-BR" sz="2800" b="1">
                <a:solidFill>
                  <a:srgbClr val="000000"/>
                </a:solidFill>
                <a:latin typeface="Times New Roman" pitchFamily="18" charset="0"/>
              </a:endParaRPr>
            </a:p>
          </p:txBody>
        </p:sp>
        <p:sp>
          <p:nvSpPr>
            <p:cNvPr id="19" name="Rectangle 77"/>
            <p:cNvSpPr>
              <a:spLocks noChangeArrowheads="1"/>
            </p:cNvSpPr>
            <p:nvPr/>
          </p:nvSpPr>
          <p:spPr bwMode="auto">
            <a:xfrm>
              <a:off x="3933" y="1728"/>
              <a:ext cx="1516" cy="333"/>
            </a:xfrm>
            <a:prstGeom prst="rect">
              <a:avLst/>
            </a:prstGeom>
            <a:solidFill>
              <a:srgbClr val="FFFF00"/>
            </a:solidFill>
            <a:ln w="9525">
              <a:solidFill>
                <a:srgbClr val="000000"/>
              </a:solidFill>
              <a:miter lim="800000"/>
              <a:headEnd/>
              <a:tailEnd/>
            </a:ln>
            <a:effectLst>
              <a:outerShdw dist="107763" dir="2700000" algn="ctr" rotWithShape="0">
                <a:schemeClr val="bg2"/>
              </a:outerShdw>
            </a:effectLst>
          </p:spPr>
          <p:txBody>
            <a:bodyPr lIns="92075" tIns="46038" rIns="92075" bIns="46038" anchor="t">
              <a:spAutoFit/>
            </a:bodyPr>
            <a:lstStyle/>
            <a:p>
              <a:pPr algn="ctr" defTabSz="762000" eaLnBrk="0" hangingPunct="0">
                <a:defRPr/>
              </a:pPr>
              <a:r>
                <a:rPr lang="pt-BR" sz="2800" b="1">
                  <a:solidFill>
                    <a:srgbClr val="000000"/>
                  </a:solidFill>
                </a:rPr>
                <a:t>Informações</a:t>
              </a:r>
              <a:endParaRPr lang="pt-BR" sz="2800" b="1">
                <a:solidFill>
                  <a:srgbClr val="000000"/>
                </a:solidFill>
                <a:latin typeface="Times New Roman" pitchFamily="18" charset="0"/>
              </a:endParaRPr>
            </a:p>
          </p:txBody>
        </p:sp>
        <p:grpSp>
          <p:nvGrpSpPr>
            <p:cNvPr id="20" name="Group 78"/>
            <p:cNvGrpSpPr>
              <a:grpSpLocks/>
            </p:cNvGrpSpPr>
            <p:nvPr/>
          </p:nvGrpSpPr>
          <p:grpSpPr bwMode="auto">
            <a:xfrm>
              <a:off x="63" y="768"/>
              <a:ext cx="1673" cy="1210"/>
              <a:chOff x="63" y="768"/>
              <a:chExt cx="1673" cy="1210"/>
            </a:xfrm>
          </p:grpSpPr>
          <p:sp>
            <p:nvSpPr>
              <p:cNvPr id="21" name="AutoShape 79"/>
              <p:cNvSpPr>
                <a:spLocks noChangeArrowheads="1"/>
              </p:cNvSpPr>
              <p:nvPr/>
            </p:nvSpPr>
            <p:spPr bwMode="auto">
              <a:xfrm>
                <a:off x="63" y="912"/>
                <a:ext cx="1673" cy="1066"/>
              </a:xfrm>
              <a:prstGeom prst="roundRect">
                <a:avLst>
                  <a:gd name="adj" fmla="val 12167"/>
                </a:avLst>
              </a:prstGeom>
              <a:solidFill>
                <a:srgbClr val="FFFFFF"/>
              </a:solidFill>
              <a:ln w="25400">
                <a:solidFill>
                  <a:srgbClr val="000000"/>
                </a:solidFill>
                <a:round/>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pic>
            <p:nvPicPr>
              <p:cNvPr id="22" name="Picture 8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 y="1104"/>
                <a:ext cx="938" cy="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81"/>
              <p:cNvSpPr>
                <a:spLocks noChangeArrowheads="1"/>
              </p:cNvSpPr>
              <p:nvPr/>
            </p:nvSpPr>
            <p:spPr bwMode="auto">
              <a:xfrm>
                <a:off x="197" y="768"/>
                <a:ext cx="1406" cy="333"/>
              </a:xfrm>
              <a:prstGeom prst="rect">
                <a:avLst/>
              </a:prstGeom>
              <a:solidFill>
                <a:srgbClr val="FFFF00"/>
              </a:solidFill>
              <a:ln w="9525">
                <a:solidFill>
                  <a:srgbClr val="000000"/>
                </a:solidFill>
                <a:miter lim="800000"/>
                <a:headEnd/>
                <a:tailEnd/>
              </a:ln>
              <a:effectLst>
                <a:outerShdw dist="107763" dir="2700000" algn="ctr" rotWithShape="0">
                  <a:schemeClr val="bg2"/>
                </a:outerShdw>
              </a:effectLst>
            </p:spPr>
            <p:txBody>
              <a:bodyPr lIns="92075" tIns="46038" rIns="92075" bIns="46038" anchor="t">
                <a:spAutoFit/>
              </a:bodyPr>
              <a:lstStyle/>
              <a:p>
                <a:pPr algn="ctr" defTabSz="762000" eaLnBrk="0" hangingPunct="0">
                  <a:defRPr/>
                </a:pPr>
                <a:r>
                  <a:rPr lang="pt-BR" sz="2800" b="1">
                    <a:solidFill>
                      <a:srgbClr val="000000"/>
                    </a:solidFill>
                  </a:rPr>
                  <a:t>Estratégias</a:t>
                </a:r>
                <a:endParaRPr lang="pt-BR" sz="2800" b="1">
                  <a:solidFill>
                    <a:srgbClr val="000000"/>
                  </a:solidFill>
                  <a:latin typeface="Times New Roman" pitchFamily="18" charset="0"/>
                </a:endParaRPr>
              </a:p>
            </p:txBody>
          </p:sp>
        </p:grpSp>
      </p:grpSp>
    </p:spTree>
    <p:extLst>
      <p:ext uri="{BB962C8B-B14F-4D97-AF65-F5344CB8AC3E}">
        <p14:creationId xmlns:p14="http://schemas.microsoft.com/office/powerpoint/2010/main" val="3734727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2/3*#ppt_w"/>
                                          </p:val>
                                        </p:tav>
                                        <p:tav tm="100000">
                                          <p:val>
                                            <p:strVal val="#ppt_w"/>
                                          </p:val>
                                        </p:tav>
                                      </p:tavLst>
                                    </p:anim>
                                    <p:anim calcmode="lin" valueType="num">
                                      <p:cBhvr>
                                        <p:cTn id="8" dur="500" fill="hold"/>
                                        <p:tgtEl>
                                          <p:spTgt spid="10"/>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76200" y="76200"/>
            <a:ext cx="11930921" cy="782638"/>
          </a:xfrm>
          <a:prstGeom prst="rect">
            <a:avLst/>
          </a:prstGeom>
          <a:solidFill>
            <a:schemeClr val="bg1"/>
          </a:solidFill>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2800"/>
              <a:t>modelo de referência de processo como mapa comum na empresa</a:t>
            </a:r>
          </a:p>
        </p:txBody>
      </p:sp>
      <p:grpSp>
        <p:nvGrpSpPr>
          <p:cNvPr id="3" name="Group 3"/>
          <p:cNvGrpSpPr>
            <a:grpSpLocks/>
          </p:cNvGrpSpPr>
          <p:nvPr/>
        </p:nvGrpSpPr>
        <p:grpSpPr bwMode="auto">
          <a:xfrm>
            <a:off x="120650" y="635000"/>
            <a:ext cx="8918575" cy="6194425"/>
            <a:chOff x="76" y="400"/>
            <a:chExt cx="5618" cy="3902"/>
          </a:xfrm>
        </p:grpSpPr>
        <p:sp>
          <p:nvSpPr>
            <p:cNvPr id="4" name="Freeform 4"/>
            <p:cNvSpPr>
              <a:spLocks/>
            </p:cNvSpPr>
            <p:nvPr/>
          </p:nvSpPr>
          <p:spPr bwMode="auto">
            <a:xfrm>
              <a:off x="3504" y="1485"/>
              <a:ext cx="2112" cy="2784"/>
            </a:xfrm>
            <a:custGeom>
              <a:avLst/>
              <a:gdLst>
                <a:gd name="T0" fmla="*/ 0 w 2112"/>
                <a:gd name="T1" fmla="*/ 0 h 2784"/>
                <a:gd name="T2" fmla="*/ 384 w 2112"/>
                <a:gd name="T3" fmla="*/ 96 h 2784"/>
                <a:gd name="T4" fmla="*/ 432 w 2112"/>
                <a:gd name="T5" fmla="*/ 1392 h 2784"/>
                <a:gd name="T6" fmla="*/ 2112 w 2112"/>
                <a:gd name="T7" fmla="*/ 2400 h 2784"/>
                <a:gd name="T8" fmla="*/ 672 w 2112"/>
                <a:gd name="T9" fmla="*/ 2784 h 2784"/>
                <a:gd name="T10" fmla="*/ 48 w 2112"/>
                <a:gd name="T11" fmla="*/ 1392 h 2784"/>
                <a:gd name="T12" fmla="*/ 0 w 2112"/>
                <a:gd name="T13" fmla="*/ 0 h 2784"/>
                <a:gd name="T14" fmla="*/ 0 60000 65536"/>
                <a:gd name="T15" fmla="*/ 0 60000 65536"/>
                <a:gd name="T16" fmla="*/ 0 60000 65536"/>
                <a:gd name="T17" fmla="*/ 0 60000 65536"/>
                <a:gd name="T18" fmla="*/ 0 60000 65536"/>
                <a:gd name="T19" fmla="*/ 0 60000 65536"/>
                <a:gd name="T20" fmla="*/ 0 60000 65536"/>
                <a:gd name="T21" fmla="*/ 0 w 2112"/>
                <a:gd name="T22" fmla="*/ 0 h 2784"/>
                <a:gd name="T23" fmla="*/ 2112 w 2112"/>
                <a:gd name="T24" fmla="*/ 2784 h 27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12" h="2784">
                  <a:moveTo>
                    <a:pt x="0" y="0"/>
                  </a:moveTo>
                  <a:lnTo>
                    <a:pt x="384" y="96"/>
                  </a:lnTo>
                  <a:lnTo>
                    <a:pt x="432" y="1392"/>
                  </a:lnTo>
                  <a:lnTo>
                    <a:pt x="2112" y="2400"/>
                  </a:lnTo>
                  <a:lnTo>
                    <a:pt x="672" y="2784"/>
                  </a:lnTo>
                  <a:lnTo>
                    <a:pt x="48" y="1392"/>
                  </a:lnTo>
                  <a:lnTo>
                    <a:pt x="0" y="0"/>
                  </a:lnTo>
                  <a:close/>
                </a:path>
              </a:pathLst>
            </a:custGeom>
            <a:gradFill rotWithShape="0">
              <a:gsLst>
                <a:gs pos="0">
                  <a:srgbClr val="FFCC00"/>
                </a:gs>
                <a:gs pos="100000">
                  <a:srgbClr val="FFFF99"/>
                </a:gs>
              </a:gsLst>
              <a:path path="rect">
                <a:fillToRect r="100000" b="10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grpSp>
          <p:nvGrpSpPr>
            <p:cNvPr id="5" name="Group 5"/>
            <p:cNvGrpSpPr>
              <a:grpSpLocks/>
            </p:cNvGrpSpPr>
            <p:nvPr/>
          </p:nvGrpSpPr>
          <p:grpSpPr bwMode="auto">
            <a:xfrm>
              <a:off x="4137" y="2795"/>
              <a:ext cx="1545" cy="1507"/>
              <a:chOff x="4137" y="2795"/>
              <a:chExt cx="1545" cy="1507"/>
            </a:xfrm>
          </p:grpSpPr>
          <p:sp>
            <p:nvSpPr>
              <p:cNvPr id="700" name="Freeform 6"/>
              <p:cNvSpPr>
                <a:spLocks/>
              </p:cNvSpPr>
              <p:nvPr/>
            </p:nvSpPr>
            <p:spPr bwMode="auto">
              <a:xfrm>
                <a:off x="4607" y="3075"/>
                <a:ext cx="975" cy="1225"/>
              </a:xfrm>
              <a:custGeom>
                <a:avLst/>
                <a:gdLst>
                  <a:gd name="T0" fmla="*/ 0 w 7795"/>
                  <a:gd name="T1" fmla="*/ 0 h 9801"/>
                  <a:gd name="T2" fmla="*/ 0 w 7795"/>
                  <a:gd name="T3" fmla="*/ 0 h 9801"/>
                  <a:gd name="T4" fmla="*/ 0 w 7795"/>
                  <a:gd name="T5" fmla="*/ 0 h 9801"/>
                  <a:gd name="T6" fmla="*/ 0 w 7795"/>
                  <a:gd name="T7" fmla="*/ 0 h 9801"/>
                  <a:gd name="T8" fmla="*/ 0 w 7795"/>
                  <a:gd name="T9" fmla="*/ 0 h 9801"/>
                  <a:gd name="T10" fmla="*/ 0 w 7795"/>
                  <a:gd name="T11" fmla="*/ 0 h 9801"/>
                  <a:gd name="T12" fmla="*/ 0 w 7795"/>
                  <a:gd name="T13" fmla="*/ 0 h 9801"/>
                  <a:gd name="T14" fmla="*/ 0 w 7795"/>
                  <a:gd name="T15" fmla="*/ 0 h 9801"/>
                  <a:gd name="T16" fmla="*/ 0 w 7795"/>
                  <a:gd name="T17" fmla="*/ 0 h 9801"/>
                  <a:gd name="T18" fmla="*/ 0 w 7795"/>
                  <a:gd name="T19" fmla="*/ 0 h 9801"/>
                  <a:gd name="T20" fmla="*/ 0 w 7795"/>
                  <a:gd name="T21" fmla="*/ 0 h 9801"/>
                  <a:gd name="T22" fmla="*/ 0 w 7795"/>
                  <a:gd name="T23" fmla="*/ 0 h 9801"/>
                  <a:gd name="T24" fmla="*/ 0 w 7795"/>
                  <a:gd name="T25" fmla="*/ 0 h 9801"/>
                  <a:gd name="T26" fmla="*/ 0 w 7795"/>
                  <a:gd name="T27" fmla="*/ 0 h 9801"/>
                  <a:gd name="T28" fmla="*/ 0 w 7795"/>
                  <a:gd name="T29" fmla="*/ 0 h 9801"/>
                  <a:gd name="T30" fmla="*/ 0 w 7795"/>
                  <a:gd name="T31" fmla="*/ 0 h 9801"/>
                  <a:gd name="T32" fmla="*/ 0 w 7795"/>
                  <a:gd name="T33" fmla="*/ 0 h 9801"/>
                  <a:gd name="T34" fmla="*/ 0 w 7795"/>
                  <a:gd name="T35" fmla="*/ 0 h 9801"/>
                  <a:gd name="T36" fmla="*/ 0 w 7795"/>
                  <a:gd name="T37" fmla="*/ 0 h 9801"/>
                  <a:gd name="T38" fmla="*/ 0 w 7795"/>
                  <a:gd name="T39" fmla="*/ 0 h 9801"/>
                  <a:gd name="T40" fmla="*/ 0 w 7795"/>
                  <a:gd name="T41" fmla="*/ 0 h 9801"/>
                  <a:gd name="T42" fmla="*/ 0 w 7795"/>
                  <a:gd name="T43" fmla="*/ 0 h 9801"/>
                  <a:gd name="T44" fmla="*/ 0 w 7795"/>
                  <a:gd name="T45" fmla="*/ 0 h 9801"/>
                  <a:gd name="T46" fmla="*/ 0 w 7795"/>
                  <a:gd name="T47" fmla="*/ 0 h 9801"/>
                  <a:gd name="T48" fmla="*/ 0 w 7795"/>
                  <a:gd name="T49" fmla="*/ 0 h 9801"/>
                  <a:gd name="T50" fmla="*/ 0 w 7795"/>
                  <a:gd name="T51" fmla="*/ 0 h 980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795"/>
                  <a:gd name="T79" fmla="*/ 0 h 9801"/>
                  <a:gd name="T80" fmla="*/ 7795 w 7795"/>
                  <a:gd name="T81" fmla="*/ 9801 h 980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795" h="9801">
                    <a:moveTo>
                      <a:pt x="0" y="3149"/>
                    </a:moveTo>
                    <a:lnTo>
                      <a:pt x="419" y="2490"/>
                    </a:lnTo>
                    <a:lnTo>
                      <a:pt x="853" y="1954"/>
                    </a:lnTo>
                    <a:lnTo>
                      <a:pt x="955" y="1704"/>
                    </a:lnTo>
                    <a:lnTo>
                      <a:pt x="1127" y="1262"/>
                    </a:lnTo>
                    <a:lnTo>
                      <a:pt x="1199" y="1233"/>
                    </a:lnTo>
                    <a:lnTo>
                      <a:pt x="1222" y="884"/>
                    </a:lnTo>
                    <a:lnTo>
                      <a:pt x="1321" y="664"/>
                    </a:lnTo>
                    <a:lnTo>
                      <a:pt x="1833" y="445"/>
                    </a:lnTo>
                    <a:lnTo>
                      <a:pt x="2276" y="350"/>
                    </a:lnTo>
                    <a:lnTo>
                      <a:pt x="2739" y="128"/>
                    </a:lnTo>
                    <a:lnTo>
                      <a:pt x="3887" y="0"/>
                    </a:lnTo>
                    <a:lnTo>
                      <a:pt x="4279" y="222"/>
                    </a:lnTo>
                    <a:lnTo>
                      <a:pt x="5350" y="445"/>
                    </a:lnTo>
                    <a:lnTo>
                      <a:pt x="6524" y="3055"/>
                    </a:lnTo>
                    <a:lnTo>
                      <a:pt x="6716" y="3149"/>
                    </a:lnTo>
                    <a:lnTo>
                      <a:pt x="6866" y="3466"/>
                    </a:lnTo>
                    <a:lnTo>
                      <a:pt x="7163" y="3624"/>
                    </a:lnTo>
                    <a:lnTo>
                      <a:pt x="7548" y="4030"/>
                    </a:lnTo>
                    <a:lnTo>
                      <a:pt x="7795" y="4540"/>
                    </a:lnTo>
                    <a:lnTo>
                      <a:pt x="6963" y="9801"/>
                    </a:lnTo>
                    <a:lnTo>
                      <a:pt x="2054" y="9801"/>
                    </a:lnTo>
                    <a:lnTo>
                      <a:pt x="1662" y="3180"/>
                    </a:lnTo>
                    <a:lnTo>
                      <a:pt x="1561" y="2840"/>
                    </a:lnTo>
                    <a:lnTo>
                      <a:pt x="1298" y="3149"/>
                    </a:lnTo>
                    <a:lnTo>
                      <a:pt x="0" y="3149"/>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1" name="Freeform 7"/>
              <p:cNvSpPr>
                <a:spLocks/>
              </p:cNvSpPr>
              <p:nvPr/>
            </p:nvSpPr>
            <p:spPr bwMode="auto">
              <a:xfrm>
                <a:off x="4216" y="3095"/>
                <a:ext cx="511" cy="883"/>
              </a:xfrm>
              <a:custGeom>
                <a:avLst/>
                <a:gdLst>
                  <a:gd name="T0" fmla="*/ 0 w 4085"/>
                  <a:gd name="T1" fmla="*/ 0 h 7064"/>
                  <a:gd name="T2" fmla="*/ 0 w 4085"/>
                  <a:gd name="T3" fmla="*/ 0 h 7064"/>
                  <a:gd name="T4" fmla="*/ 0 w 4085"/>
                  <a:gd name="T5" fmla="*/ 0 h 7064"/>
                  <a:gd name="T6" fmla="*/ 0 w 4085"/>
                  <a:gd name="T7" fmla="*/ 0 h 7064"/>
                  <a:gd name="T8" fmla="*/ 0 w 4085"/>
                  <a:gd name="T9" fmla="*/ 0 h 7064"/>
                  <a:gd name="T10" fmla="*/ 0 w 4085"/>
                  <a:gd name="T11" fmla="*/ 0 h 7064"/>
                  <a:gd name="T12" fmla="*/ 0 w 4085"/>
                  <a:gd name="T13" fmla="*/ 0 h 7064"/>
                  <a:gd name="T14" fmla="*/ 0 w 4085"/>
                  <a:gd name="T15" fmla="*/ 0 h 7064"/>
                  <a:gd name="T16" fmla="*/ 0 w 4085"/>
                  <a:gd name="T17" fmla="*/ 0 h 7064"/>
                  <a:gd name="T18" fmla="*/ 0 w 4085"/>
                  <a:gd name="T19" fmla="*/ 0 h 7064"/>
                  <a:gd name="T20" fmla="*/ 0 w 4085"/>
                  <a:gd name="T21" fmla="*/ 0 h 7064"/>
                  <a:gd name="T22" fmla="*/ 0 w 4085"/>
                  <a:gd name="T23" fmla="*/ 0 h 7064"/>
                  <a:gd name="T24" fmla="*/ 0 w 4085"/>
                  <a:gd name="T25" fmla="*/ 0 h 7064"/>
                  <a:gd name="T26" fmla="*/ 0 w 4085"/>
                  <a:gd name="T27" fmla="*/ 0 h 7064"/>
                  <a:gd name="T28" fmla="*/ 0 w 4085"/>
                  <a:gd name="T29" fmla="*/ 0 h 7064"/>
                  <a:gd name="T30" fmla="*/ 0 w 4085"/>
                  <a:gd name="T31" fmla="*/ 0 h 7064"/>
                  <a:gd name="T32" fmla="*/ 0 w 4085"/>
                  <a:gd name="T33" fmla="*/ 0 h 7064"/>
                  <a:gd name="T34" fmla="*/ 0 w 4085"/>
                  <a:gd name="T35" fmla="*/ 0 h 7064"/>
                  <a:gd name="T36" fmla="*/ 0 w 4085"/>
                  <a:gd name="T37" fmla="*/ 0 h 7064"/>
                  <a:gd name="T38" fmla="*/ 0 w 4085"/>
                  <a:gd name="T39" fmla="*/ 0 h 7064"/>
                  <a:gd name="T40" fmla="*/ 0 w 4085"/>
                  <a:gd name="T41" fmla="*/ 0 h 7064"/>
                  <a:gd name="T42" fmla="*/ 0 w 4085"/>
                  <a:gd name="T43" fmla="*/ 0 h 7064"/>
                  <a:gd name="T44" fmla="*/ 0 w 4085"/>
                  <a:gd name="T45" fmla="*/ 0 h 7064"/>
                  <a:gd name="T46" fmla="*/ 0 w 4085"/>
                  <a:gd name="T47" fmla="*/ 0 h 7064"/>
                  <a:gd name="T48" fmla="*/ 0 w 4085"/>
                  <a:gd name="T49" fmla="*/ 0 h 7064"/>
                  <a:gd name="T50" fmla="*/ 0 w 4085"/>
                  <a:gd name="T51" fmla="*/ 0 h 706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085"/>
                  <a:gd name="T79" fmla="*/ 0 h 7064"/>
                  <a:gd name="T80" fmla="*/ 4085 w 4085"/>
                  <a:gd name="T81" fmla="*/ 7064 h 706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085" h="7064">
                    <a:moveTo>
                      <a:pt x="1703" y="0"/>
                    </a:moveTo>
                    <a:lnTo>
                      <a:pt x="1628" y="0"/>
                    </a:lnTo>
                    <a:lnTo>
                      <a:pt x="1500" y="307"/>
                    </a:lnTo>
                    <a:lnTo>
                      <a:pt x="1500" y="399"/>
                    </a:lnTo>
                    <a:lnTo>
                      <a:pt x="841" y="685"/>
                    </a:lnTo>
                    <a:lnTo>
                      <a:pt x="329" y="729"/>
                    </a:lnTo>
                    <a:lnTo>
                      <a:pt x="90" y="874"/>
                    </a:lnTo>
                    <a:lnTo>
                      <a:pt x="13" y="2813"/>
                    </a:lnTo>
                    <a:lnTo>
                      <a:pt x="0" y="3025"/>
                    </a:lnTo>
                    <a:lnTo>
                      <a:pt x="103" y="3382"/>
                    </a:lnTo>
                    <a:lnTo>
                      <a:pt x="1044" y="3523"/>
                    </a:lnTo>
                    <a:lnTo>
                      <a:pt x="638" y="4562"/>
                    </a:lnTo>
                    <a:lnTo>
                      <a:pt x="546" y="5012"/>
                    </a:lnTo>
                    <a:lnTo>
                      <a:pt x="419" y="7064"/>
                    </a:lnTo>
                    <a:lnTo>
                      <a:pt x="967" y="6970"/>
                    </a:lnTo>
                    <a:lnTo>
                      <a:pt x="2819" y="6970"/>
                    </a:lnTo>
                    <a:lnTo>
                      <a:pt x="2819" y="2977"/>
                    </a:lnTo>
                    <a:lnTo>
                      <a:pt x="3865" y="1964"/>
                    </a:lnTo>
                    <a:lnTo>
                      <a:pt x="4085" y="1536"/>
                    </a:lnTo>
                    <a:lnTo>
                      <a:pt x="4085" y="920"/>
                    </a:lnTo>
                    <a:lnTo>
                      <a:pt x="3973" y="758"/>
                    </a:lnTo>
                    <a:lnTo>
                      <a:pt x="3773" y="664"/>
                    </a:lnTo>
                    <a:lnTo>
                      <a:pt x="3515" y="664"/>
                    </a:lnTo>
                    <a:lnTo>
                      <a:pt x="2674" y="452"/>
                    </a:lnTo>
                    <a:lnTo>
                      <a:pt x="2597" y="164"/>
                    </a:lnTo>
                    <a:lnTo>
                      <a:pt x="1703" y="0"/>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2" name="Freeform 8"/>
              <p:cNvSpPr>
                <a:spLocks/>
              </p:cNvSpPr>
              <p:nvPr/>
            </p:nvSpPr>
            <p:spPr bwMode="auto">
              <a:xfrm>
                <a:off x="5319" y="3831"/>
                <a:ext cx="353" cy="471"/>
              </a:xfrm>
              <a:custGeom>
                <a:avLst/>
                <a:gdLst>
                  <a:gd name="T0" fmla="*/ 0 w 2824"/>
                  <a:gd name="T1" fmla="*/ 0 h 3774"/>
                  <a:gd name="T2" fmla="*/ 0 w 2824"/>
                  <a:gd name="T3" fmla="*/ 0 h 3774"/>
                  <a:gd name="T4" fmla="*/ 0 w 2824"/>
                  <a:gd name="T5" fmla="*/ 0 h 3774"/>
                  <a:gd name="T6" fmla="*/ 0 w 2824"/>
                  <a:gd name="T7" fmla="*/ 0 h 3774"/>
                  <a:gd name="T8" fmla="*/ 0 w 2824"/>
                  <a:gd name="T9" fmla="*/ 0 h 3774"/>
                  <a:gd name="T10" fmla="*/ 0 w 2824"/>
                  <a:gd name="T11" fmla="*/ 0 h 3774"/>
                  <a:gd name="T12" fmla="*/ 0 w 2824"/>
                  <a:gd name="T13" fmla="*/ 0 h 3774"/>
                  <a:gd name="T14" fmla="*/ 0 w 2824"/>
                  <a:gd name="T15" fmla="*/ 0 h 3774"/>
                  <a:gd name="T16" fmla="*/ 0 w 2824"/>
                  <a:gd name="T17" fmla="*/ 0 h 3774"/>
                  <a:gd name="T18" fmla="*/ 0 w 2824"/>
                  <a:gd name="T19" fmla="*/ 0 h 3774"/>
                  <a:gd name="T20" fmla="*/ 0 w 2824"/>
                  <a:gd name="T21" fmla="*/ 0 h 3774"/>
                  <a:gd name="T22" fmla="*/ 0 w 2824"/>
                  <a:gd name="T23" fmla="*/ 0 h 3774"/>
                  <a:gd name="T24" fmla="*/ 0 w 2824"/>
                  <a:gd name="T25" fmla="*/ 0 h 3774"/>
                  <a:gd name="T26" fmla="*/ 0 w 2824"/>
                  <a:gd name="T27" fmla="*/ 0 h 3774"/>
                  <a:gd name="T28" fmla="*/ 0 w 2824"/>
                  <a:gd name="T29" fmla="*/ 0 h 3774"/>
                  <a:gd name="T30" fmla="*/ 0 w 2824"/>
                  <a:gd name="T31" fmla="*/ 0 h 3774"/>
                  <a:gd name="T32" fmla="*/ 0 w 2824"/>
                  <a:gd name="T33" fmla="*/ 0 h 3774"/>
                  <a:gd name="T34" fmla="*/ 0 w 2824"/>
                  <a:gd name="T35" fmla="*/ 0 h 3774"/>
                  <a:gd name="T36" fmla="*/ 0 w 2824"/>
                  <a:gd name="T37" fmla="*/ 0 h 3774"/>
                  <a:gd name="T38" fmla="*/ 0 w 2824"/>
                  <a:gd name="T39" fmla="*/ 0 h 3774"/>
                  <a:gd name="T40" fmla="*/ 0 w 2824"/>
                  <a:gd name="T41" fmla="*/ 0 h 3774"/>
                  <a:gd name="T42" fmla="*/ 0 w 2824"/>
                  <a:gd name="T43" fmla="*/ 0 h 3774"/>
                  <a:gd name="T44" fmla="*/ 0 w 2824"/>
                  <a:gd name="T45" fmla="*/ 0 h 3774"/>
                  <a:gd name="T46" fmla="*/ 0 w 2824"/>
                  <a:gd name="T47" fmla="*/ 0 h 3774"/>
                  <a:gd name="T48" fmla="*/ 0 w 2824"/>
                  <a:gd name="T49" fmla="*/ 0 h 37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824"/>
                  <a:gd name="T76" fmla="*/ 0 h 3774"/>
                  <a:gd name="T77" fmla="*/ 2824 w 2824"/>
                  <a:gd name="T78" fmla="*/ 3774 h 37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824" h="3774">
                    <a:moveTo>
                      <a:pt x="0" y="2697"/>
                    </a:moveTo>
                    <a:lnTo>
                      <a:pt x="13" y="2974"/>
                    </a:lnTo>
                    <a:lnTo>
                      <a:pt x="31" y="3421"/>
                    </a:lnTo>
                    <a:lnTo>
                      <a:pt x="73" y="3615"/>
                    </a:lnTo>
                    <a:lnTo>
                      <a:pt x="123" y="3774"/>
                    </a:lnTo>
                    <a:lnTo>
                      <a:pt x="2012" y="3774"/>
                    </a:lnTo>
                    <a:lnTo>
                      <a:pt x="2284" y="3615"/>
                    </a:lnTo>
                    <a:lnTo>
                      <a:pt x="2545" y="3354"/>
                    </a:lnTo>
                    <a:lnTo>
                      <a:pt x="2639" y="3193"/>
                    </a:lnTo>
                    <a:lnTo>
                      <a:pt x="2749" y="2697"/>
                    </a:lnTo>
                    <a:lnTo>
                      <a:pt x="2824" y="1966"/>
                    </a:lnTo>
                    <a:lnTo>
                      <a:pt x="2824" y="1141"/>
                    </a:lnTo>
                    <a:lnTo>
                      <a:pt x="2806" y="572"/>
                    </a:lnTo>
                    <a:lnTo>
                      <a:pt x="2736" y="231"/>
                    </a:lnTo>
                    <a:lnTo>
                      <a:pt x="2617" y="78"/>
                    </a:lnTo>
                    <a:lnTo>
                      <a:pt x="2411" y="0"/>
                    </a:lnTo>
                    <a:lnTo>
                      <a:pt x="2228" y="0"/>
                    </a:lnTo>
                    <a:lnTo>
                      <a:pt x="1903" y="0"/>
                    </a:lnTo>
                    <a:lnTo>
                      <a:pt x="1484" y="120"/>
                    </a:lnTo>
                    <a:lnTo>
                      <a:pt x="1013" y="344"/>
                    </a:lnTo>
                    <a:lnTo>
                      <a:pt x="613" y="684"/>
                    </a:lnTo>
                    <a:lnTo>
                      <a:pt x="345" y="1053"/>
                    </a:lnTo>
                    <a:lnTo>
                      <a:pt x="59" y="1874"/>
                    </a:lnTo>
                    <a:lnTo>
                      <a:pt x="13" y="2266"/>
                    </a:lnTo>
                    <a:lnTo>
                      <a:pt x="0" y="2697"/>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3" name="Freeform 9"/>
              <p:cNvSpPr>
                <a:spLocks/>
              </p:cNvSpPr>
              <p:nvPr/>
            </p:nvSpPr>
            <p:spPr bwMode="auto">
              <a:xfrm>
                <a:off x="5249" y="3428"/>
                <a:ext cx="182" cy="136"/>
              </a:xfrm>
              <a:custGeom>
                <a:avLst/>
                <a:gdLst>
                  <a:gd name="T0" fmla="*/ 0 w 1462"/>
                  <a:gd name="T1" fmla="*/ 0 h 1088"/>
                  <a:gd name="T2" fmla="*/ 0 w 1462"/>
                  <a:gd name="T3" fmla="*/ 0 h 1088"/>
                  <a:gd name="T4" fmla="*/ 0 w 1462"/>
                  <a:gd name="T5" fmla="*/ 0 h 1088"/>
                  <a:gd name="T6" fmla="*/ 0 w 1462"/>
                  <a:gd name="T7" fmla="*/ 0 h 1088"/>
                  <a:gd name="T8" fmla="*/ 0 w 1462"/>
                  <a:gd name="T9" fmla="*/ 0 h 1088"/>
                  <a:gd name="T10" fmla="*/ 0 w 1462"/>
                  <a:gd name="T11" fmla="*/ 0 h 1088"/>
                  <a:gd name="T12" fmla="*/ 0 w 1462"/>
                  <a:gd name="T13" fmla="*/ 0 h 1088"/>
                  <a:gd name="T14" fmla="*/ 0 w 1462"/>
                  <a:gd name="T15" fmla="*/ 0 h 1088"/>
                  <a:gd name="T16" fmla="*/ 0 w 1462"/>
                  <a:gd name="T17" fmla="*/ 0 h 1088"/>
                  <a:gd name="T18" fmla="*/ 0 w 1462"/>
                  <a:gd name="T19" fmla="*/ 0 h 1088"/>
                  <a:gd name="T20" fmla="*/ 0 w 1462"/>
                  <a:gd name="T21" fmla="*/ 0 h 1088"/>
                  <a:gd name="T22" fmla="*/ 0 w 1462"/>
                  <a:gd name="T23" fmla="*/ 0 h 1088"/>
                  <a:gd name="T24" fmla="*/ 0 w 1462"/>
                  <a:gd name="T25" fmla="*/ 0 h 10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62"/>
                  <a:gd name="T40" fmla="*/ 0 h 1088"/>
                  <a:gd name="T41" fmla="*/ 1462 w 1462"/>
                  <a:gd name="T42" fmla="*/ 1088 h 10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62" h="1088">
                    <a:moveTo>
                      <a:pt x="1337" y="0"/>
                    </a:moveTo>
                    <a:lnTo>
                      <a:pt x="1462" y="251"/>
                    </a:lnTo>
                    <a:lnTo>
                      <a:pt x="1121" y="251"/>
                    </a:lnTo>
                    <a:lnTo>
                      <a:pt x="883" y="334"/>
                    </a:lnTo>
                    <a:lnTo>
                      <a:pt x="544" y="530"/>
                    </a:lnTo>
                    <a:lnTo>
                      <a:pt x="343" y="719"/>
                    </a:lnTo>
                    <a:lnTo>
                      <a:pt x="0" y="1088"/>
                    </a:lnTo>
                    <a:lnTo>
                      <a:pt x="42" y="959"/>
                    </a:lnTo>
                    <a:lnTo>
                      <a:pt x="170" y="567"/>
                    </a:lnTo>
                    <a:lnTo>
                      <a:pt x="383" y="353"/>
                    </a:lnTo>
                    <a:lnTo>
                      <a:pt x="596" y="207"/>
                    </a:lnTo>
                    <a:lnTo>
                      <a:pt x="897" y="95"/>
                    </a:lnTo>
                    <a:lnTo>
                      <a:pt x="133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4" name="Freeform 10"/>
              <p:cNvSpPr>
                <a:spLocks/>
              </p:cNvSpPr>
              <p:nvPr/>
            </p:nvSpPr>
            <p:spPr bwMode="auto">
              <a:xfrm>
                <a:off x="4177" y="3856"/>
                <a:ext cx="941" cy="444"/>
              </a:xfrm>
              <a:custGeom>
                <a:avLst/>
                <a:gdLst>
                  <a:gd name="T0" fmla="*/ 0 w 7528"/>
                  <a:gd name="T1" fmla="*/ 0 h 3549"/>
                  <a:gd name="T2" fmla="*/ 0 w 7528"/>
                  <a:gd name="T3" fmla="*/ 0 h 3549"/>
                  <a:gd name="T4" fmla="*/ 0 w 7528"/>
                  <a:gd name="T5" fmla="*/ 0 h 3549"/>
                  <a:gd name="T6" fmla="*/ 0 w 7528"/>
                  <a:gd name="T7" fmla="*/ 0 h 3549"/>
                  <a:gd name="T8" fmla="*/ 0 w 7528"/>
                  <a:gd name="T9" fmla="*/ 0 h 3549"/>
                  <a:gd name="T10" fmla="*/ 0 w 7528"/>
                  <a:gd name="T11" fmla="*/ 0 h 3549"/>
                  <a:gd name="T12" fmla="*/ 0 w 7528"/>
                  <a:gd name="T13" fmla="*/ 0 h 3549"/>
                  <a:gd name="T14" fmla="*/ 0 w 7528"/>
                  <a:gd name="T15" fmla="*/ 0 h 3549"/>
                  <a:gd name="T16" fmla="*/ 0 w 7528"/>
                  <a:gd name="T17" fmla="*/ 0 h 3549"/>
                  <a:gd name="T18" fmla="*/ 0 w 7528"/>
                  <a:gd name="T19" fmla="*/ 0 h 3549"/>
                  <a:gd name="T20" fmla="*/ 0 w 7528"/>
                  <a:gd name="T21" fmla="*/ 0 h 3549"/>
                  <a:gd name="T22" fmla="*/ 0 w 7528"/>
                  <a:gd name="T23" fmla="*/ 0 h 3549"/>
                  <a:gd name="T24" fmla="*/ 0 w 7528"/>
                  <a:gd name="T25" fmla="*/ 0 h 3549"/>
                  <a:gd name="T26" fmla="*/ 0 w 7528"/>
                  <a:gd name="T27" fmla="*/ 0 h 3549"/>
                  <a:gd name="T28" fmla="*/ 0 w 7528"/>
                  <a:gd name="T29" fmla="*/ 0 h 3549"/>
                  <a:gd name="T30" fmla="*/ 0 w 7528"/>
                  <a:gd name="T31" fmla="*/ 0 h 3549"/>
                  <a:gd name="T32" fmla="*/ 0 w 7528"/>
                  <a:gd name="T33" fmla="*/ 0 h 35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528"/>
                  <a:gd name="T52" fmla="*/ 0 h 3549"/>
                  <a:gd name="T53" fmla="*/ 7528 w 7528"/>
                  <a:gd name="T54" fmla="*/ 3549 h 354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528" h="3549">
                    <a:moveTo>
                      <a:pt x="0" y="1125"/>
                    </a:moveTo>
                    <a:lnTo>
                      <a:pt x="6893" y="0"/>
                    </a:lnTo>
                    <a:lnTo>
                      <a:pt x="7198" y="24"/>
                    </a:lnTo>
                    <a:lnTo>
                      <a:pt x="7469" y="119"/>
                    </a:lnTo>
                    <a:lnTo>
                      <a:pt x="7433" y="330"/>
                    </a:lnTo>
                    <a:lnTo>
                      <a:pt x="7528" y="400"/>
                    </a:lnTo>
                    <a:lnTo>
                      <a:pt x="7091" y="1337"/>
                    </a:lnTo>
                    <a:lnTo>
                      <a:pt x="6799" y="1337"/>
                    </a:lnTo>
                    <a:lnTo>
                      <a:pt x="6688" y="1289"/>
                    </a:lnTo>
                    <a:lnTo>
                      <a:pt x="6328" y="1266"/>
                    </a:lnTo>
                    <a:lnTo>
                      <a:pt x="6168" y="1266"/>
                    </a:lnTo>
                    <a:lnTo>
                      <a:pt x="5964" y="1479"/>
                    </a:lnTo>
                    <a:lnTo>
                      <a:pt x="5874" y="1759"/>
                    </a:lnTo>
                    <a:lnTo>
                      <a:pt x="6654" y="2343"/>
                    </a:lnTo>
                    <a:lnTo>
                      <a:pt x="6204" y="3549"/>
                    </a:lnTo>
                    <a:lnTo>
                      <a:pt x="11" y="3549"/>
                    </a:lnTo>
                    <a:lnTo>
                      <a:pt x="0" y="1125"/>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5" name="Freeform 11"/>
              <p:cNvSpPr>
                <a:spLocks/>
              </p:cNvSpPr>
              <p:nvPr/>
            </p:nvSpPr>
            <p:spPr bwMode="auto">
              <a:xfrm>
                <a:off x="4338" y="3468"/>
                <a:ext cx="759" cy="593"/>
              </a:xfrm>
              <a:custGeom>
                <a:avLst/>
                <a:gdLst>
                  <a:gd name="T0" fmla="*/ 0 w 6072"/>
                  <a:gd name="T1" fmla="*/ 0 h 4744"/>
                  <a:gd name="T2" fmla="*/ 0 w 6072"/>
                  <a:gd name="T3" fmla="*/ 0 h 4744"/>
                  <a:gd name="T4" fmla="*/ 0 w 6072"/>
                  <a:gd name="T5" fmla="*/ 0 h 4744"/>
                  <a:gd name="T6" fmla="*/ 0 w 6072"/>
                  <a:gd name="T7" fmla="*/ 0 h 4744"/>
                  <a:gd name="T8" fmla="*/ 0 w 6072"/>
                  <a:gd name="T9" fmla="*/ 0 h 4744"/>
                  <a:gd name="T10" fmla="*/ 0 w 6072"/>
                  <a:gd name="T11" fmla="*/ 0 h 4744"/>
                  <a:gd name="T12" fmla="*/ 0 w 6072"/>
                  <a:gd name="T13" fmla="*/ 0 h 4744"/>
                  <a:gd name="T14" fmla="*/ 0 w 6072"/>
                  <a:gd name="T15" fmla="*/ 0 h 4744"/>
                  <a:gd name="T16" fmla="*/ 0 w 6072"/>
                  <a:gd name="T17" fmla="*/ 0 h 4744"/>
                  <a:gd name="T18" fmla="*/ 0 w 6072"/>
                  <a:gd name="T19" fmla="*/ 0 h 4744"/>
                  <a:gd name="T20" fmla="*/ 0 w 6072"/>
                  <a:gd name="T21" fmla="*/ 0 h 4744"/>
                  <a:gd name="T22" fmla="*/ 0 w 6072"/>
                  <a:gd name="T23" fmla="*/ 0 h 4744"/>
                  <a:gd name="T24" fmla="*/ 0 w 6072"/>
                  <a:gd name="T25" fmla="*/ 0 h 4744"/>
                  <a:gd name="T26" fmla="*/ 0 w 6072"/>
                  <a:gd name="T27" fmla="*/ 0 h 4744"/>
                  <a:gd name="T28" fmla="*/ 0 w 6072"/>
                  <a:gd name="T29" fmla="*/ 0 h 4744"/>
                  <a:gd name="T30" fmla="*/ 0 w 6072"/>
                  <a:gd name="T31" fmla="*/ 0 h 4744"/>
                  <a:gd name="T32" fmla="*/ 0 w 6072"/>
                  <a:gd name="T33" fmla="*/ 0 h 4744"/>
                  <a:gd name="T34" fmla="*/ 0 w 6072"/>
                  <a:gd name="T35" fmla="*/ 0 h 4744"/>
                  <a:gd name="T36" fmla="*/ 0 w 6072"/>
                  <a:gd name="T37" fmla="*/ 0 h 4744"/>
                  <a:gd name="T38" fmla="*/ 0 w 6072"/>
                  <a:gd name="T39" fmla="*/ 0 h 4744"/>
                  <a:gd name="T40" fmla="*/ 0 w 6072"/>
                  <a:gd name="T41" fmla="*/ 0 h 4744"/>
                  <a:gd name="T42" fmla="*/ 0 w 6072"/>
                  <a:gd name="T43" fmla="*/ 0 h 4744"/>
                  <a:gd name="T44" fmla="*/ 0 w 6072"/>
                  <a:gd name="T45" fmla="*/ 0 h 4744"/>
                  <a:gd name="T46" fmla="*/ 0 w 6072"/>
                  <a:gd name="T47" fmla="*/ 0 h 4744"/>
                  <a:gd name="T48" fmla="*/ 0 w 6072"/>
                  <a:gd name="T49" fmla="*/ 0 h 4744"/>
                  <a:gd name="T50" fmla="*/ 0 w 6072"/>
                  <a:gd name="T51" fmla="*/ 0 h 474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072"/>
                  <a:gd name="T79" fmla="*/ 0 h 4744"/>
                  <a:gd name="T80" fmla="*/ 6072 w 6072"/>
                  <a:gd name="T81" fmla="*/ 4744 h 474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072" h="4744">
                    <a:moveTo>
                      <a:pt x="682" y="580"/>
                    </a:moveTo>
                    <a:lnTo>
                      <a:pt x="1526" y="0"/>
                    </a:lnTo>
                    <a:lnTo>
                      <a:pt x="4725" y="0"/>
                    </a:lnTo>
                    <a:lnTo>
                      <a:pt x="4771" y="15"/>
                    </a:lnTo>
                    <a:lnTo>
                      <a:pt x="4783" y="71"/>
                    </a:lnTo>
                    <a:lnTo>
                      <a:pt x="4783" y="2817"/>
                    </a:lnTo>
                    <a:lnTo>
                      <a:pt x="4725" y="2890"/>
                    </a:lnTo>
                    <a:lnTo>
                      <a:pt x="4239" y="2943"/>
                    </a:lnTo>
                    <a:lnTo>
                      <a:pt x="5205" y="3013"/>
                    </a:lnTo>
                    <a:lnTo>
                      <a:pt x="5205" y="3782"/>
                    </a:lnTo>
                    <a:lnTo>
                      <a:pt x="5567" y="3744"/>
                    </a:lnTo>
                    <a:lnTo>
                      <a:pt x="6072" y="3889"/>
                    </a:lnTo>
                    <a:lnTo>
                      <a:pt x="5855" y="4359"/>
                    </a:lnTo>
                    <a:lnTo>
                      <a:pt x="5486" y="4410"/>
                    </a:lnTo>
                    <a:lnTo>
                      <a:pt x="4942" y="4380"/>
                    </a:lnTo>
                    <a:lnTo>
                      <a:pt x="4783" y="4447"/>
                    </a:lnTo>
                    <a:lnTo>
                      <a:pt x="4631" y="4603"/>
                    </a:lnTo>
                    <a:lnTo>
                      <a:pt x="3563" y="4744"/>
                    </a:lnTo>
                    <a:lnTo>
                      <a:pt x="2296" y="4447"/>
                    </a:lnTo>
                    <a:lnTo>
                      <a:pt x="2310" y="4324"/>
                    </a:lnTo>
                    <a:lnTo>
                      <a:pt x="2268" y="4324"/>
                    </a:lnTo>
                    <a:lnTo>
                      <a:pt x="0" y="4027"/>
                    </a:lnTo>
                    <a:lnTo>
                      <a:pt x="0" y="3133"/>
                    </a:lnTo>
                    <a:lnTo>
                      <a:pt x="1018" y="2992"/>
                    </a:lnTo>
                    <a:lnTo>
                      <a:pt x="682" y="2962"/>
                    </a:lnTo>
                    <a:lnTo>
                      <a:pt x="682" y="5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6" name="Freeform 12"/>
              <p:cNvSpPr>
                <a:spLocks/>
              </p:cNvSpPr>
              <p:nvPr/>
            </p:nvSpPr>
            <p:spPr bwMode="auto">
              <a:xfrm>
                <a:off x="4329" y="3289"/>
                <a:ext cx="228" cy="86"/>
              </a:xfrm>
              <a:custGeom>
                <a:avLst/>
                <a:gdLst>
                  <a:gd name="T0" fmla="*/ 0 w 1826"/>
                  <a:gd name="T1" fmla="*/ 0 h 695"/>
                  <a:gd name="T2" fmla="*/ 0 w 1826"/>
                  <a:gd name="T3" fmla="*/ 0 h 695"/>
                  <a:gd name="T4" fmla="*/ 0 w 1826"/>
                  <a:gd name="T5" fmla="*/ 0 h 695"/>
                  <a:gd name="T6" fmla="*/ 0 w 1826"/>
                  <a:gd name="T7" fmla="*/ 0 h 695"/>
                  <a:gd name="T8" fmla="*/ 0 w 1826"/>
                  <a:gd name="T9" fmla="*/ 0 h 695"/>
                  <a:gd name="T10" fmla="*/ 0 60000 65536"/>
                  <a:gd name="T11" fmla="*/ 0 60000 65536"/>
                  <a:gd name="T12" fmla="*/ 0 60000 65536"/>
                  <a:gd name="T13" fmla="*/ 0 60000 65536"/>
                  <a:gd name="T14" fmla="*/ 0 60000 65536"/>
                  <a:gd name="T15" fmla="*/ 0 w 1826"/>
                  <a:gd name="T16" fmla="*/ 0 h 695"/>
                  <a:gd name="T17" fmla="*/ 1826 w 1826"/>
                  <a:gd name="T18" fmla="*/ 695 h 695"/>
                </a:gdLst>
                <a:ahLst/>
                <a:cxnLst>
                  <a:cxn ang="T10">
                    <a:pos x="T0" y="T1"/>
                  </a:cxn>
                  <a:cxn ang="T11">
                    <a:pos x="T2" y="T3"/>
                  </a:cxn>
                  <a:cxn ang="T12">
                    <a:pos x="T4" y="T5"/>
                  </a:cxn>
                  <a:cxn ang="T13">
                    <a:pos x="T6" y="T7"/>
                  </a:cxn>
                  <a:cxn ang="T14">
                    <a:pos x="T8" y="T9"/>
                  </a:cxn>
                </a:cxnLst>
                <a:rect l="T15" t="T16" r="T17" b="T18"/>
                <a:pathLst>
                  <a:path w="1826" h="695">
                    <a:moveTo>
                      <a:pt x="0" y="593"/>
                    </a:moveTo>
                    <a:lnTo>
                      <a:pt x="1771" y="0"/>
                    </a:lnTo>
                    <a:lnTo>
                      <a:pt x="1826" y="130"/>
                    </a:lnTo>
                    <a:lnTo>
                      <a:pt x="35" y="695"/>
                    </a:lnTo>
                    <a:lnTo>
                      <a:pt x="0" y="59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7" name="Freeform 13"/>
              <p:cNvSpPr>
                <a:spLocks/>
              </p:cNvSpPr>
              <p:nvPr/>
            </p:nvSpPr>
            <p:spPr bwMode="auto">
              <a:xfrm>
                <a:off x="4162" y="3287"/>
                <a:ext cx="167" cy="126"/>
              </a:xfrm>
              <a:custGeom>
                <a:avLst/>
                <a:gdLst>
                  <a:gd name="T0" fmla="*/ 0 w 1339"/>
                  <a:gd name="T1" fmla="*/ 0 h 1006"/>
                  <a:gd name="T2" fmla="*/ 0 w 1339"/>
                  <a:gd name="T3" fmla="*/ 0 h 1006"/>
                  <a:gd name="T4" fmla="*/ 0 w 1339"/>
                  <a:gd name="T5" fmla="*/ 0 h 1006"/>
                  <a:gd name="T6" fmla="*/ 0 w 1339"/>
                  <a:gd name="T7" fmla="*/ 0 h 1006"/>
                  <a:gd name="T8" fmla="*/ 0 w 1339"/>
                  <a:gd name="T9" fmla="*/ 0 h 1006"/>
                  <a:gd name="T10" fmla="*/ 0 60000 65536"/>
                  <a:gd name="T11" fmla="*/ 0 60000 65536"/>
                  <a:gd name="T12" fmla="*/ 0 60000 65536"/>
                  <a:gd name="T13" fmla="*/ 0 60000 65536"/>
                  <a:gd name="T14" fmla="*/ 0 60000 65536"/>
                  <a:gd name="T15" fmla="*/ 0 w 1339"/>
                  <a:gd name="T16" fmla="*/ 0 h 1006"/>
                  <a:gd name="T17" fmla="*/ 1339 w 1339"/>
                  <a:gd name="T18" fmla="*/ 1006 h 1006"/>
                </a:gdLst>
                <a:ahLst/>
                <a:cxnLst>
                  <a:cxn ang="T10">
                    <a:pos x="T0" y="T1"/>
                  </a:cxn>
                  <a:cxn ang="T11">
                    <a:pos x="T2" y="T3"/>
                  </a:cxn>
                  <a:cxn ang="T12">
                    <a:pos x="T4" y="T5"/>
                  </a:cxn>
                  <a:cxn ang="T13">
                    <a:pos x="T6" y="T7"/>
                  </a:cxn>
                  <a:cxn ang="T14">
                    <a:pos x="T8" y="T9"/>
                  </a:cxn>
                </a:cxnLst>
                <a:rect l="T15" t="T16" r="T17" b="T18"/>
                <a:pathLst>
                  <a:path w="1339" h="1006">
                    <a:moveTo>
                      <a:pt x="0" y="196"/>
                    </a:moveTo>
                    <a:lnTo>
                      <a:pt x="154" y="0"/>
                    </a:lnTo>
                    <a:lnTo>
                      <a:pt x="1339" y="778"/>
                    </a:lnTo>
                    <a:lnTo>
                      <a:pt x="1196" y="1006"/>
                    </a:lnTo>
                    <a:lnTo>
                      <a:pt x="0" y="1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8" name="Freeform 14"/>
              <p:cNvSpPr>
                <a:spLocks/>
              </p:cNvSpPr>
              <p:nvPr/>
            </p:nvSpPr>
            <p:spPr bwMode="auto">
              <a:xfrm>
                <a:off x="4137" y="3295"/>
                <a:ext cx="482" cy="224"/>
              </a:xfrm>
              <a:custGeom>
                <a:avLst/>
                <a:gdLst>
                  <a:gd name="T0" fmla="*/ 0 w 3860"/>
                  <a:gd name="T1" fmla="*/ 0 h 1788"/>
                  <a:gd name="T2" fmla="*/ 0 w 3860"/>
                  <a:gd name="T3" fmla="*/ 0 h 1788"/>
                  <a:gd name="T4" fmla="*/ 0 w 3860"/>
                  <a:gd name="T5" fmla="*/ 0 h 1788"/>
                  <a:gd name="T6" fmla="*/ 0 w 3860"/>
                  <a:gd name="T7" fmla="*/ 0 h 1788"/>
                  <a:gd name="T8" fmla="*/ 0 w 3860"/>
                  <a:gd name="T9" fmla="*/ 0 h 1788"/>
                  <a:gd name="T10" fmla="*/ 0 w 3860"/>
                  <a:gd name="T11" fmla="*/ 0 h 1788"/>
                  <a:gd name="T12" fmla="*/ 0 w 3860"/>
                  <a:gd name="T13" fmla="*/ 0 h 1788"/>
                  <a:gd name="T14" fmla="*/ 0 w 3860"/>
                  <a:gd name="T15" fmla="*/ 0 h 1788"/>
                  <a:gd name="T16" fmla="*/ 0 w 3860"/>
                  <a:gd name="T17" fmla="*/ 0 h 17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60"/>
                  <a:gd name="T28" fmla="*/ 0 h 1788"/>
                  <a:gd name="T29" fmla="*/ 3860 w 3860"/>
                  <a:gd name="T30" fmla="*/ 1788 h 17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60" h="1788">
                    <a:moveTo>
                      <a:pt x="0" y="0"/>
                    </a:moveTo>
                    <a:lnTo>
                      <a:pt x="646" y="1163"/>
                    </a:lnTo>
                    <a:lnTo>
                      <a:pt x="1455" y="1788"/>
                    </a:lnTo>
                    <a:lnTo>
                      <a:pt x="1923" y="1626"/>
                    </a:lnTo>
                    <a:lnTo>
                      <a:pt x="3860" y="1077"/>
                    </a:lnTo>
                    <a:lnTo>
                      <a:pt x="3518" y="0"/>
                    </a:lnTo>
                    <a:lnTo>
                      <a:pt x="1589" y="628"/>
                    </a:lnTo>
                    <a:lnTo>
                      <a:pt x="1393" y="936"/>
                    </a:lnTo>
                    <a:lnTo>
                      <a:pt x="0"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9" name="Freeform 15"/>
              <p:cNvSpPr>
                <a:spLocks/>
              </p:cNvSpPr>
              <p:nvPr/>
            </p:nvSpPr>
            <p:spPr bwMode="auto">
              <a:xfrm>
                <a:off x="4942" y="3086"/>
                <a:ext cx="142" cy="264"/>
              </a:xfrm>
              <a:custGeom>
                <a:avLst/>
                <a:gdLst>
                  <a:gd name="T0" fmla="*/ 0 w 1135"/>
                  <a:gd name="T1" fmla="*/ 0 h 2112"/>
                  <a:gd name="T2" fmla="*/ 0 w 1135"/>
                  <a:gd name="T3" fmla="*/ 0 h 2112"/>
                  <a:gd name="T4" fmla="*/ 0 w 1135"/>
                  <a:gd name="T5" fmla="*/ 0 h 2112"/>
                  <a:gd name="T6" fmla="*/ 0 w 1135"/>
                  <a:gd name="T7" fmla="*/ 0 h 2112"/>
                  <a:gd name="T8" fmla="*/ 0 w 1135"/>
                  <a:gd name="T9" fmla="*/ 0 h 2112"/>
                  <a:gd name="T10" fmla="*/ 0 w 1135"/>
                  <a:gd name="T11" fmla="*/ 0 h 2112"/>
                  <a:gd name="T12" fmla="*/ 0 w 1135"/>
                  <a:gd name="T13" fmla="*/ 0 h 2112"/>
                  <a:gd name="T14" fmla="*/ 0 w 1135"/>
                  <a:gd name="T15" fmla="*/ 0 h 2112"/>
                  <a:gd name="T16" fmla="*/ 0 w 1135"/>
                  <a:gd name="T17" fmla="*/ 0 h 2112"/>
                  <a:gd name="T18" fmla="*/ 0 w 1135"/>
                  <a:gd name="T19" fmla="*/ 0 h 2112"/>
                  <a:gd name="T20" fmla="*/ 0 w 1135"/>
                  <a:gd name="T21" fmla="*/ 0 h 2112"/>
                  <a:gd name="T22" fmla="*/ 0 w 1135"/>
                  <a:gd name="T23" fmla="*/ 0 h 2112"/>
                  <a:gd name="T24" fmla="*/ 0 w 1135"/>
                  <a:gd name="T25" fmla="*/ 0 h 2112"/>
                  <a:gd name="T26" fmla="*/ 0 w 1135"/>
                  <a:gd name="T27" fmla="*/ 0 h 2112"/>
                  <a:gd name="T28" fmla="*/ 0 w 1135"/>
                  <a:gd name="T29" fmla="*/ 0 h 21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35"/>
                  <a:gd name="T46" fmla="*/ 0 h 2112"/>
                  <a:gd name="T47" fmla="*/ 1135 w 1135"/>
                  <a:gd name="T48" fmla="*/ 2112 h 21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35" h="2112">
                    <a:moveTo>
                      <a:pt x="74" y="0"/>
                    </a:moveTo>
                    <a:lnTo>
                      <a:pt x="0" y="103"/>
                    </a:lnTo>
                    <a:lnTo>
                      <a:pt x="0" y="398"/>
                    </a:lnTo>
                    <a:lnTo>
                      <a:pt x="109" y="943"/>
                    </a:lnTo>
                    <a:lnTo>
                      <a:pt x="109" y="1215"/>
                    </a:lnTo>
                    <a:lnTo>
                      <a:pt x="195" y="1365"/>
                    </a:lnTo>
                    <a:lnTo>
                      <a:pt x="365" y="1719"/>
                    </a:lnTo>
                    <a:lnTo>
                      <a:pt x="522" y="1932"/>
                    </a:lnTo>
                    <a:lnTo>
                      <a:pt x="637" y="2112"/>
                    </a:lnTo>
                    <a:lnTo>
                      <a:pt x="885" y="1429"/>
                    </a:lnTo>
                    <a:lnTo>
                      <a:pt x="999" y="956"/>
                    </a:lnTo>
                    <a:lnTo>
                      <a:pt x="1075" y="495"/>
                    </a:lnTo>
                    <a:lnTo>
                      <a:pt x="1135" y="136"/>
                    </a:lnTo>
                    <a:lnTo>
                      <a:pt x="1135" y="46"/>
                    </a:lnTo>
                    <a:lnTo>
                      <a:pt x="7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0" name="Freeform 16"/>
              <p:cNvSpPr>
                <a:spLocks/>
              </p:cNvSpPr>
              <p:nvPr/>
            </p:nvSpPr>
            <p:spPr bwMode="auto">
              <a:xfrm>
                <a:off x="4997" y="3163"/>
                <a:ext cx="54" cy="194"/>
              </a:xfrm>
              <a:custGeom>
                <a:avLst/>
                <a:gdLst>
                  <a:gd name="T0" fmla="*/ 0 w 437"/>
                  <a:gd name="T1" fmla="*/ 0 h 1553"/>
                  <a:gd name="T2" fmla="*/ 0 w 437"/>
                  <a:gd name="T3" fmla="*/ 0 h 1553"/>
                  <a:gd name="T4" fmla="*/ 0 w 437"/>
                  <a:gd name="T5" fmla="*/ 0 h 1553"/>
                  <a:gd name="T6" fmla="*/ 0 w 437"/>
                  <a:gd name="T7" fmla="*/ 0 h 1553"/>
                  <a:gd name="T8" fmla="*/ 0 w 437"/>
                  <a:gd name="T9" fmla="*/ 0 h 1553"/>
                  <a:gd name="T10" fmla="*/ 0 w 437"/>
                  <a:gd name="T11" fmla="*/ 0 h 1553"/>
                  <a:gd name="T12" fmla="*/ 0 w 437"/>
                  <a:gd name="T13" fmla="*/ 0 h 1553"/>
                  <a:gd name="T14" fmla="*/ 0 w 437"/>
                  <a:gd name="T15" fmla="*/ 0 h 1553"/>
                  <a:gd name="T16" fmla="*/ 0 w 437"/>
                  <a:gd name="T17" fmla="*/ 0 h 1553"/>
                  <a:gd name="T18" fmla="*/ 0 w 437"/>
                  <a:gd name="T19" fmla="*/ 0 h 1553"/>
                  <a:gd name="T20" fmla="*/ 0 w 437"/>
                  <a:gd name="T21" fmla="*/ 0 h 1553"/>
                  <a:gd name="T22" fmla="*/ 0 w 437"/>
                  <a:gd name="T23" fmla="*/ 0 h 1553"/>
                  <a:gd name="T24" fmla="*/ 0 w 437"/>
                  <a:gd name="T25" fmla="*/ 0 h 1553"/>
                  <a:gd name="T26" fmla="*/ 0 w 437"/>
                  <a:gd name="T27" fmla="*/ 0 h 1553"/>
                  <a:gd name="T28" fmla="*/ 0 w 437"/>
                  <a:gd name="T29" fmla="*/ 0 h 15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7"/>
                  <a:gd name="T46" fmla="*/ 0 h 1553"/>
                  <a:gd name="T47" fmla="*/ 437 w 437"/>
                  <a:gd name="T48" fmla="*/ 1553 h 15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7" h="1553">
                    <a:moveTo>
                      <a:pt x="347" y="90"/>
                    </a:moveTo>
                    <a:lnTo>
                      <a:pt x="310" y="241"/>
                    </a:lnTo>
                    <a:lnTo>
                      <a:pt x="251" y="369"/>
                    </a:lnTo>
                    <a:lnTo>
                      <a:pt x="360" y="564"/>
                    </a:lnTo>
                    <a:lnTo>
                      <a:pt x="437" y="864"/>
                    </a:lnTo>
                    <a:lnTo>
                      <a:pt x="279" y="1338"/>
                    </a:lnTo>
                    <a:lnTo>
                      <a:pt x="202" y="1553"/>
                    </a:lnTo>
                    <a:lnTo>
                      <a:pt x="97" y="1334"/>
                    </a:lnTo>
                    <a:lnTo>
                      <a:pt x="0" y="1221"/>
                    </a:lnTo>
                    <a:lnTo>
                      <a:pt x="35" y="564"/>
                    </a:lnTo>
                    <a:lnTo>
                      <a:pt x="108" y="329"/>
                    </a:lnTo>
                    <a:lnTo>
                      <a:pt x="39" y="24"/>
                    </a:lnTo>
                    <a:lnTo>
                      <a:pt x="165" y="0"/>
                    </a:lnTo>
                    <a:lnTo>
                      <a:pt x="290" y="37"/>
                    </a:lnTo>
                    <a:lnTo>
                      <a:pt x="347" y="9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1" name="Freeform 17"/>
              <p:cNvSpPr>
                <a:spLocks/>
              </p:cNvSpPr>
              <p:nvPr/>
            </p:nvSpPr>
            <p:spPr bwMode="auto">
              <a:xfrm>
                <a:off x="4995" y="3162"/>
                <a:ext cx="48" cy="166"/>
              </a:xfrm>
              <a:custGeom>
                <a:avLst/>
                <a:gdLst>
                  <a:gd name="T0" fmla="*/ 0 w 387"/>
                  <a:gd name="T1" fmla="*/ 0 h 1332"/>
                  <a:gd name="T2" fmla="*/ 0 w 387"/>
                  <a:gd name="T3" fmla="*/ 0 h 1332"/>
                  <a:gd name="T4" fmla="*/ 0 w 387"/>
                  <a:gd name="T5" fmla="*/ 0 h 1332"/>
                  <a:gd name="T6" fmla="*/ 0 w 387"/>
                  <a:gd name="T7" fmla="*/ 0 h 1332"/>
                  <a:gd name="T8" fmla="*/ 0 w 387"/>
                  <a:gd name="T9" fmla="*/ 0 h 1332"/>
                  <a:gd name="T10" fmla="*/ 0 w 387"/>
                  <a:gd name="T11" fmla="*/ 0 h 1332"/>
                  <a:gd name="T12" fmla="*/ 0 w 387"/>
                  <a:gd name="T13" fmla="*/ 0 h 1332"/>
                  <a:gd name="T14" fmla="*/ 0 w 387"/>
                  <a:gd name="T15" fmla="*/ 0 h 1332"/>
                  <a:gd name="T16" fmla="*/ 0 w 387"/>
                  <a:gd name="T17" fmla="*/ 0 h 1332"/>
                  <a:gd name="T18" fmla="*/ 0 w 387"/>
                  <a:gd name="T19" fmla="*/ 0 h 1332"/>
                  <a:gd name="T20" fmla="*/ 0 w 387"/>
                  <a:gd name="T21" fmla="*/ 0 h 1332"/>
                  <a:gd name="T22" fmla="*/ 0 w 387"/>
                  <a:gd name="T23" fmla="*/ 0 h 1332"/>
                  <a:gd name="T24" fmla="*/ 0 w 387"/>
                  <a:gd name="T25" fmla="*/ 0 h 1332"/>
                  <a:gd name="T26" fmla="*/ 0 w 387"/>
                  <a:gd name="T27" fmla="*/ 0 h 1332"/>
                  <a:gd name="T28" fmla="*/ 0 w 387"/>
                  <a:gd name="T29" fmla="*/ 0 h 1332"/>
                  <a:gd name="T30" fmla="*/ 0 w 387"/>
                  <a:gd name="T31" fmla="*/ 0 h 13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87"/>
                  <a:gd name="T49" fmla="*/ 0 h 1332"/>
                  <a:gd name="T50" fmla="*/ 387 w 387"/>
                  <a:gd name="T51" fmla="*/ 1332 h 13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87" h="1332">
                    <a:moveTo>
                      <a:pt x="233" y="33"/>
                    </a:moveTo>
                    <a:lnTo>
                      <a:pt x="212" y="312"/>
                    </a:lnTo>
                    <a:lnTo>
                      <a:pt x="387" y="646"/>
                    </a:lnTo>
                    <a:lnTo>
                      <a:pt x="280" y="506"/>
                    </a:lnTo>
                    <a:lnTo>
                      <a:pt x="318" y="646"/>
                    </a:lnTo>
                    <a:lnTo>
                      <a:pt x="159" y="793"/>
                    </a:lnTo>
                    <a:lnTo>
                      <a:pt x="122" y="637"/>
                    </a:lnTo>
                    <a:lnTo>
                      <a:pt x="87" y="1037"/>
                    </a:lnTo>
                    <a:lnTo>
                      <a:pt x="111" y="1332"/>
                    </a:lnTo>
                    <a:lnTo>
                      <a:pt x="9" y="1189"/>
                    </a:lnTo>
                    <a:lnTo>
                      <a:pt x="14" y="615"/>
                    </a:lnTo>
                    <a:lnTo>
                      <a:pt x="97" y="338"/>
                    </a:lnTo>
                    <a:lnTo>
                      <a:pt x="0" y="108"/>
                    </a:lnTo>
                    <a:lnTo>
                      <a:pt x="80" y="33"/>
                    </a:lnTo>
                    <a:lnTo>
                      <a:pt x="152" y="0"/>
                    </a:lnTo>
                    <a:lnTo>
                      <a:pt x="233" y="3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2" name="Freeform 18"/>
              <p:cNvSpPr>
                <a:spLocks/>
              </p:cNvSpPr>
              <p:nvPr/>
            </p:nvSpPr>
            <p:spPr bwMode="auto">
              <a:xfrm>
                <a:off x="4792" y="3906"/>
                <a:ext cx="175" cy="183"/>
              </a:xfrm>
              <a:custGeom>
                <a:avLst/>
                <a:gdLst>
                  <a:gd name="T0" fmla="*/ 0 w 1406"/>
                  <a:gd name="T1" fmla="*/ 0 h 1462"/>
                  <a:gd name="T2" fmla="*/ 0 w 1406"/>
                  <a:gd name="T3" fmla="*/ 0 h 1462"/>
                  <a:gd name="T4" fmla="*/ 0 w 1406"/>
                  <a:gd name="T5" fmla="*/ 0 h 1462"/>
                  <a:gd name="T6" fmla="*/ 0 w 1406"/>
                  <a:gd name="T7" fmla="*/ 0 h 1462"/>
                  <a:gd name="T8" fmla="*/ 0 w 1406"/>
                  <a:gd name="T9" fmla="*/ 0 h 1462"/>
                  <a:gd name="T10" fmla="*/ 0 w 1406"/>
                  <a:gd name="T11" fmla="*/ 0 h 1462"/>
                  <a:gd name="T12" fmla="*/ 0 w 1406"/>
                  <a:gd name="T13" fmla="*/ 0 h 1462"/>
                  <a:gd name="T14" fmla="*/ 0 w 1406"/>
                  <a:gd name="T15" fmla="*/ 0 h 1462"/>
                  <a:gd name="T16" fmla="*/ 0 w 1406"/>
                  <a:gd name="T17" fmla="*/ 0 h 1462"/>
                  <a:gd name="T18" fmla="*/ 0 w 1406"/>
                  <a:gd name="T19" fmla="*/ 0 h 1462"/>
                  <a:gd name="T20" fmla="*/ 0 w 1406"/>
                  <a:gd name="T21" fmla="*/ 0 h 1462"/>
                  <a:gd name="T22" fmla="*/ 0 w 1406"/>
                  <a:gd name="T23" fmla="*/ 0 h 1462"/>
                  <a:gd name="T24" fmla="*/ 0 w 1406"/>
                  <a:gd name="T25" fmla="*/ 0 h 1462"/>
                  <a:gd name="T26" fmla="*/ 0 w 1406"/>
                  <a:gd name="T27" fmla="*/ 0 h 1462"/>
                  <a:gd name="T28" fmla="*/ 0 w 1406"/>
                  <a:gd name="T29" fmla="*/ 0 h 1462"/>
                  <a:gd name="T30" fmla="*/ 0 w 1406"/>
                  <a:gd name="T31" fmla="*/ 0 h 1462"/>
                  <a:gd name="T32" fmla="*/ 0 w 1406"/>
                  <a:gd name="T33" fmla="*/ 0 h 1462"/>
                  <a:gd name="T34" fmla="*/ 0 w 1406"/>
                  <a:gd name="T35" fmla="*/ 0 h 1462"/>
                  <a:gd name="T36" fmla="*/ 0 w 1406"/>
                  <a:gd name="T37" fmla="*/ 0 h 1462"/>
                  <a:gd name="T38" fmla="*/ 0 w 1406"/>
                  <a:gd name="T39" fmla="*/ 0 h 1462"/>
                  <a:gd name="T40" fmla="*/ 0 w 1406"/>
                  <a:gd name="T41" fmla="*/ 0 h 1462"/>
                  <a:gd name="T42" fmla="*/ 0 w 1406"/>
                  <a:gd name="T43" fmla="*/ 0 h 1462"/>
                  <a:gd name="T44" fmla="*/ 0 w 1406"/>
                  <a:gd name="T45" fmla="*/ 0 h 1462"/>
                  <a:gd name="T46" fmla="*/ 0 w 1406"/>
                  <a:gd name="T47" fmla="*/ 0 h 1462"/>
                  <a:gd name="T48" fmla="*/ 0 w 1406"/>
                  <a:gd name="T49" fmla="*/ 0 h 1462"/>
                  <a:gd name="T50" fmla="*/ 0 w 1406"/>
                  <a:gd name="T51" fmla="*/ 0 h 1462"/>
                  <a:gd name="T52" fmla="*/ 0 w 1406"/>
                  <a:gd name="T53" fmla="*/ 0 h 1462"/>
                  <a:gd name="T54" fmla="*/ 0 w 1406"/>
                  <a:gd name="T55" fmla="*/ 0 h 1462"/>
                  <a:gd name="T56" fmla="*/ 0 w 1406"/>
                  <a:gd name="T57" fmla="*/ 0 h 146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406"/>
                  <a:gd name="T88" fmla="*/ 0 h 1462"/>
                  <a:gd name="T89" fmla="*/ 1406 w 1406"/>
                  <a:gd name="T90" fmla="*/ 1462 h 146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406" h="1462">
                    <a:moveTo>
                      <a:pt x="936" y="1452"/>
                    </a:moveTo>
                    <a:lnTo>
                      <a:pt x="1019" y="1100"/>
                    </a:lnTo>
                    <a:lnTo>
                      <a:pt x="1140" y="939"/>
                    </a:lnTo>
                    <a:lnTo>
                      <a:pt x="1298" y="858"/>
                    </a:lnTo>
                    <a:lnTo>
                      <a:pt x="1406" y="566"/>
                    </a:lnTo>
                    <a:lnTo>
                      <a:pt x="1298" y="282"/>
                    </a:lnTo>
                    <a:lnTo>
                      <a:pt x="1274" y="0"/>
                    </a:lnTo>
                    <a:lnTo>
                      <a:pt x="1221" y="0"/>
                    </a:lnTo>
                    <a:lnTo>
                      <a:pt x="1122" y="111"/>
                    </a:lnTo>
                    <a:lnTo>
                      <a:pt x="1107" y="364"/>
                    </a:lnTo>
                    <a:lnTo>
                      <a:pt x="892" y="148"/>
                    </a:lnTo>
                    <a:lnTo>
                      <a:pt x="692" y="180"/>
                    </a:lnTo>
                    <a:lnTo>
                      <a:pt x="465" y="122"/>
                    </a:lnTo>
                    <a:lnTo>
                      <a:pt x="400" y="129"/>
                    </a:lnTo>
                    <a:lnTo>
                      <a:pt x="345" y="233"/>
                    </a:lnTo>
                    <a:lnTo>
                      <a:pt x="276" y="217"/>
                    </a:lnTo>
                    <a:lnTo>
                      <a:pt x="173" y="270"/>
                    </a:lnTo>
                    <a:lnTo>
                      <a:pt x="163" y="325"/>
                    </a:lnTo>
                    <a:lnTo>
                      <a:pt x="83" y="328"/>
                    </a:lnTo>
                    <a:lnTo>
                      <a:pt x="22" y="369"/>
                    </a:lnTo>
                    <a:lnTo>
                      <a:pt x="0" y="447"/>
                    </a:lnTo>
                    <a:lnTo>
                      <a:pt x="22" y="566"/>
                    </a:lnTo>
                    <a:lnTo>
                      <a:pt x="186" y="713"/>
                    </a:lnTo>
                    <a:lnTo>
                      <a:pt x="267" y="858"/>
                    </a:lnTo>
                    <a:lnTo>
                      <a:pt x="382" y="1082"/>
                    </a:lnTo>
                    <a:lnTo>
                      <a:pt x="562" y="1291"/>
                    </a:lnTo>
                    <a:lnTo>
                      <a:pt x="742" y="1434"/>
                    </a:lnTo>
                    <a:lnTo>
                      <a:pt x="903" y="1462"/>
                    </a:lnTo>
                    <a:lnTo>
                      <a:pt x="936" y="1452"/>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3" name="Freeform 19"/>
              <p:cNvSpPr>
                <a:spLocks/>
              </p:cNvSpPr>
              <p:nvPr/>
            </p:nvSpPr>
            <p:spPr bwMode="auto">
              <a:xfrm>
                <a:off x="4905" y="3688"/>
                <a:ext cx="230" cy="185"/>
              </a:xfrm>
              <a:custGeom>
                <a:avLst/>
                <a:gdLst>
                  <a:gd name="T0" fmla="*/ 0 w 1842"/>
                  <a:gd name="T1" fmla="*/ 0 h 1478"/>
                  <a:gd name="T2" fmla="*/ 0 w 1842"/>
                  <a:gd name="T3" fmla="*/ 0 h 1478"/>
                  <a:gd name="T4" fmla="*/ 0 w 1842"/>
                  <a:gd name="T5" fmla="*/ 0 h 1478"/>
                  <a:gd name="T6" fmla="*/ 0 w 1842"/>
                  <a:gd name="T7" fmla="*/ 0 h 1478"/>
                  <a:gd name="T8" fmla="*/ 0 w 1842"/>
                  <a:gd name="T9" fmla="*/ 0 h 1478"/>
                  <a:gd name="T10" fmla="*/ 0 w 1842"/>
                  <a:gd name="T11" fmla="*/ 0 h 1478"/>
                  <a:gd name="T12" fmla="*/ 0 w 1842"/>
                  <a:gd name="T13" fmla="*/ 0 h 1478"/>
                  <a:gd name="T14" fmla="*/ 0 w 1842"/>
                  <a:gd name="T15" fmla="*/ 0 h 1478"/>
                  <a:gd name="T16" fmla="*/ 0 w 1842"/>
                  <a:gd name="T17" fmla="*/ 0 h 1478"/>
                  <a:gd name="T18" fmla="*/ 0 w 1842"/>
                  <a:gd name="T19" fmla="*/ 0 h 1478"/>
                  <a:gd name="T20" fmla="*/ 0 w 1842"/>
                  <a:gd name="T21" fmla="*/ 0 h 1478"/>
                  <a:gd name="T22" fmla="*/ 0 w 1842"/>
                  <a:gd name="T23" fmla="*/ 0 h 1478"/>
                  <a:gd name="T24" fmla="*/ 0 w 1842"/>
                  <a:gd name="T25" fmla="*/ 0 h 1478"/>
                  <a:gd name="T26" fmla="*/ 0 w 1842"/>
                  <a:gd name="T27" fmla="*/ 0 h 1478"/>
                  <a:gd name="T28" fmla="*/ 0 w 1842"/>
                  <a:gd name="T29" fmla="*/ 0 h 1478"/>
                  <a:gd name="T30" fmla="*/ 0 w 1842"/>
                  <a:gd name="T31" fmla="*/ 0 h 1478"/>
                  <a:gd name="T32" fmla="*/ 0 w 1842"/>
                  <a:gd name="T33" fmla="*/ 0 h 1478"/>
                  <a:gd name="T34" fmla="*/ 0 w 1842"/>
                  <a:gd name="T35" fmla="*/ 0 h 1478"/>
                  <a:gd name="T36" fmla="*/ 0 w 1842"/>
                  <a:gd name="T37" fmla="*/ 0 h 1478"/>
                  <a:gd name="T38" fmla="*/ 0 w 1842"/>
                  <a:gd name="T39" fmla="*/ 0 h 1478"/>
                  <a:gd name="T40" fmla="*/ 0 w 1842"/>
                  <a:gd name="T41" fmla="*/ 0 h 1478"/>
                  <a:gd name="T42" fmla="*/ 0 w 1842"/>
                  <a:gd name="T43" fmla="*/ 0 h 1478"/>
                  <a:gd name="T44" fmla="*/ 0 w 1842"/>
                  <a:gd name="T45" fmla="*/ 0 h 1478"/>
                  <a:gd name="T46" fmla="*/ 0 w 1842"/>
                  <a:gd name="T47" fmla="*/ 0 h 1478"/>
                  <a:gd name="T48" fmla="*/ 0 w 1842"/>
                  <a:gd name="T49" fmla="*/ 0 h 1478"/>
                  <a:gd name="T50" fmla="*/ 0 w 1842"/>
                  <a:gd name="T51" fmla="*/ 0 h 1478"/>
                  <a:gd name="T52" fmla="*/ 0 w 1842"/>
                  <a:gd name="T53" fmla="*/ 0 h 1478"/>
                  <a:gd name="T54" fmla="*/ 0 w 1842"/>
                  <a:gd name="T55" fmla="*/ 0 h 1478"/>
                  <a:gd name="T56" fmla="*/ 0 w 1842"/>
                  <a:gd name="T57" fmla="*/ 0 h 1478"/>
                  <a:gd name="T58" fmla="*/ 0 w 1842"/>
                  <a:gd name="T59" fmla="*/ 0 h 1478"/>
                  <a:gd name="T60" fmla="*/ 0 w 1842"/>
                  <a:gd name="T61" fmla="*/ 0 h 147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842"/>
                  <a:gd name="T94" fmla="*/ 0 h 1478"/>
                  <a:gd name="T95" fmla="*/ 1842 w 1842"/>
                  <a:gd name="T96" fmla="*/ 1478 h 147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842" h="1478">
                    <a:moveTo>
                      <a:pt x="1661" y="1478"/>
                    </a:moveTo>
                    <a:lnTo>
                      <a:pt x="1842" y="943"/>
                    </a:lnTo>
                    <a:lnTo>
                      <a:pt x="1525" y="722"/>
                    </a:lnTo>
                    <a:lnTo>
                      <a:pt x="1255" y="419"/>
                    </a:lnTo>
                    <a:lnTo>
                      <a:pt x="903" y="235"/>
                    </a:lnTo>
                    <a:lnTo>
                      <a:pt x="341" y="32"/>
                    </a:lnTo>
                    <a:lnTo>
                      <a:pt x="53" y="0"/>
                    </a:lnTo>
                    <a:lnTo>
                      <a:pt x="19" y="0"/>
                    </a:lnTo>
                    <a:lnTo>
                      <a:pt x="0" y="19"/>
                    </a:lnTo>
                    <a:lnTo>
                      <a:pt x="0" y="63"/>
                    </a:lnTo>
                    <a:lnTo>
                      <a:pt x="68" y="140"/>
                    </a:lnTo>
                    <a:lnTo>
                      <a:pt x="512" y="316"/>
                    </a:lnTo>
                    <a:lnTo>
                      <a:pt x="606" y="399"/>
                    </a:lnTo>
                    <a:lnTo>
                      <a:pt x="635" y="507"/>
                    </a:lnTo>
                    <a:lnTo>
                      <a:pt x="399" y="436"/>
                    </a:lnTo>
                    <a:lnTo>
                      <a:pt x="360" y="436"/>
                    </a:lnTo>
                    <a:lnTo>
                      <a:pt x="314" y="465"/>
                    </a:lnTo>
                    <a:lnTo>
                      <a:pt x="305" y="540"/>
                    </a:lnTo>
                    <a:lnTo>
                      <a:pt x="334" y="634"/>
                    </a:lnTo>
                    <a:lnTo>
                      <a:pt x="341" y="756"/>
                    </a:lnTo>
                    <a:lnTo>
                      <a:pt x="392" y="828"/>
                    </a:lnTo>
                    <a:lnTo>
                      <a:pt x="588" y="894"/>
                    </a:lnTo>
                    <a:lnTo>
                      <a:pt x="389" y="1001"/>
                    </a:lnTo>
                    <a:lnTo>
                      <a:pt x="417" y="1109"/>
                    </a:lnTo>
                    <a:lnTo>
                      <a:pt x="542" y="1109"/>
                    </a:lnTo>
                    <a:lnTo>
                      <a:pt x="867" y="1217"/>
                    </a:lnTo>
                    <a:lnTo>
                      <a:pt x="1083" y="1331"/>
                    </a:lnTo>
                    <a:lnTo>
                      <a:pt x="1248" y="1367"/>
                    </a:lnTo>
                    <a:lnTo>
                      <a:pt x="1377" y="1370"/>
                    </a:lnTo>
                    <a:lnTo>
                      <a:pt x="1428" y="1367"/>
                    </a:lnTo>
                    <a:lnTo>
                      <a:pt x="1661" y="147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4" name="Freeform 20"/>
              <p:cNvSpPr>
                <a:spLocks/>
              </p:cNvSpPr>
              <p:nvPr/>
            </p:nvSpPr>
            <p:spPr bwMode="auto">
              <a:xfrm>
                <a:off x="5141" y="3193"/>
                <a:ext cx="262" cy="323"/>
              </a:xfrm>
              <a:custGeom>
                <a:avLst/>
                <a:gdLst>
                  <a:gd name="T0" fmla="*/ 0 w 2096"/>
                  <a:gd name="T1" fmla="*/ 0 h 2582"/>
                  <a:gd name="T2" fmla="*/ 0 w 2096"/>
                  <a:gd name="T3" fmla="*/ 0 h 2582"/>
                  <a:gd name="T4" fmla="*/ 0 w 2096"/>
                  <a:gd name="T5" fmla="*/ 0 h 2582"/>
                  <a:gd name="T6" fmla="*/ 0 w 2096"/>
                  <a:gd name="T7" fmla="*/ 0 h 2582"/>
                  <a:gd name="T8" fmla="*/ 0 w 2096"/>
                  <a:gd name="T9" fmla="*/ 0 h 2582"/>
                  <a:gd name="T10" fmla="*/ 0 w 2096"/>
                  <a:gd name="T11" fmla="*/ 0 h 2582"/>
                  <a:gd name="T12" fmla="*/ 0 w 2096"/>
                  <a:gd name="T13" fmla="*/ 0 h 2582"/>
                  <a:gd name="T14" fmla="*/ 0 w 2096"/>
                  <a:gd name="T15" fmla="*/ 0 h 2582"/>
                  <a:gd name="T16" fmla="*/ 0 w 2096"/>
                  <a:gd name="T17" fmla="*/ 0 h 2582"/>
                  <a:gd name="T18" fmla="*/ 0 w 2096"/>
                  <a:gd name="T19" fmla="*/ 0 h 2582"/>
                  <a:gd name="T20" fmla="*/ 0 w 2096"/>
                  <a:gd name="T21" fmla="*/ 0 h 2582"/>
                  <a:gd name="T22" fmla="*/ 0 w 2096"/>
                  <a:gd name="T23" fmla="*/ 0 h 2582"/>
                  <a:gd name="T24" fmla="*/ 0 w 2096"/>
                  <a:gd name="T25" fmla="*/ 0 h 2582"/>
                  <a:gd name="T26" fmla="*/ 0 w 2096"/>
                  <a:gd name="T27" fmla="*/ 0 h 2582"/>
                  <a:gd name="T28" fmla="*/ 0 w 2096"/>
                  <a:gd name="T29" fmla="*/ 0 h 2582"/>
                  <a:gd name="T30" fmla="*/ 0 w 2096"/>
                  <a:gd name="T31" fmla="*/ 0 h 2582"/>
                  <a:gd name="T32" fmla="*/ 0 w 2096"/>
                  <a:gd name="T33" fmla="*/ 0 h 2582"/>
                  <a:gd name="T34" fmla="*/ 0 w 2096"/>
                  <a:gd name="T35" fmla="*/ 0 h 2582"/>
                  <a:gd name="T36" fmla="*/ 0 w 2096"/>
                  <a:gd name="T37" fmla="*/ 0 h 2582"/>
                  <a:gd name="T38" fmla="*/ 0 w 2096"/>
                  <a:gd name="T39" fmla="*/ 0 h 2582"/>
                  <a:gd name="T40" fmla="*/ 0 w 2096"/>
                  <a:gd name="T41" fmla="*/ 0 h 2582"/>
                  <a:gd name="T42" fmla="*/ 0 w 2096"/>
                  <a:gd name="T43" fmla="*/ 0 h 2582"/>
                  <a:gd name="T44" fmla="*/ 0 w 2096"/>
                  <a:gd name="T45" fmla="*/ 0 h 2582"/>
                  <a:gd name="T46" fmla="*/ 0 w 2096"/>
                  <a:gd name="T47" fmla="*/ 0 h 2582"/>
                  <a:gd name="T48" fmla="*/ 0 w 2096"/>
                  <a:gd name="T49" fmla="*/ 0 h 2582"/>
                  <a:gd name="T50" fmla="*/ 0 w 2096"/>
                  <a:gd name="T51" fmla="*/ 0 h 2582"/>
                  <a:gd name="T52" fmla="*/ 0 w 2096"/>
                  <a:gd name="T53" fmla="*/ 0 h 2582"/>
                  <a:gd name="T54" fmla="*/ 0 w 2096"/>
                  <a:gd name="T55" fmla="*/ 0 h 2582"/>
                  <a:gd name="T56" fmla="*/ 0 w 2096"/>
                  <a:gd name="T57" fmla="*/ 0 h 2582"/>
                  <a:gd name="T58" fmla="*/ 0 w 2096"/>
                  <a:gd name="T59" fmla="*/ 0 h 2582"/>
                  <a:gd name="T60" fmla="*/ 0 w 2096"/>
                  <a:gd name="T61" fmla="*/ 0 h 2582"/>
                  <a:gd name="T62" fmla="*/ 0 w 2096"/>
                  <a:gd name="T63" fmla="*/ 0 h 2582"/>
                  <a:gd name="T64" fmla="*/ 0 w 2096"/>
                  <a:gd name="T65" fmla="*/ 0 h 2582"/>
                  <a:gd name="T66" fmla="*/ 0 w 2096"/>
                  <a:gd name="T67" fmla="*/ 0 h 2582"/>
                  <a:gd name="T68" fmla="*/ 0 w 2096"/>
                  <a:gd name="T69" fmla="*/ 0 h 2582"/>
                  <a:gd name="T70" fmla="*/ 0 w 2096"/>
                  <a:gd name="T71" fmla="*/ 0 h 2582"/>
                  <a:gd name="T72" fmla="*/ 0 w 2096"/>
                  <a:gd name="T73" fmla="*/ 0 h 2582"/>
                  <a:gd name="T74" fmla="*/ 0 w 2096"/>
                  <a:gd name="T75" fmla="*/ 0 h 258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96"/>
                  <a:gd name="T115" fmla="*/ 0 h 2582"/>
                  <a:gd name="T116" fmla="*/ 2096 w 2096"/>
                  <a:gd name="T117" fmla="*/ 2582 h 258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96" h="2582">
                    <a:moveTo>
                      <a:pt x="533" y="0"/>
                    </a:moveTo>
                    <a:lnTo>
                      <a:pt x="441" y="77"/>
                    </a:lnTo>
                    <a:lnTo>
                      <a:pt x="376" y="240"/>
                    </a:lnTo>
                    <a:lnTo>
                      <a:pt x="314" y="450"/>
                    </a:lnTo>
                    <a:lnTo>
                      <a:pt x="307" y="517"/>
                    </a:lnTo>
                    <a:lnTo>
                      <a:pt x="254" y="622"/>
                    </a:lnTo>
                    <a:lnTo>
                      <a:pt x="254" y="675"/>
                    </a:lnTo>
                    <a:lnTo>
                      <a:pt x="281" y="756"/>
                    </a:lnTo>
                    <a:lnTo>
                      <a:pt x="281" y="816"/>
                    </a:lnTo>
                    <a:lnTo>
                      <a:pt x="173" y="941"/>
                    </a:lnTo>
                    <a:lnTo>
                      <a:pt x="92" y="1066"/>
                    </a:lnTo>
                    <a:lnTo>
                      <a:pt x="0" y="1255"/>
                    </a:lnTo>
                    <a:lnTo>
                      <a:pt x="15" y="1291"/>
                    </a:lnTo>
                    <a:lnTo>
                      <a:pt x="193" y="1345"/>
                    </a:lnTo>
                    <a:lnTo>
                      <a:pt x="238" y="1418"/>
                    </a:lnTo>
                    <a:lnTo>
                      <a:pt x="238" y="1448"/>
                    </a:lnTo>
                    <a:lnTo>
                      <a:pt x="193" y="1575"/>
                    </a:lnTo>
                    <a:lnTo>
                      <a:pt x="229" y="1609"/>
                    </a:lnTo>
                    <a:lnTo>
                      <a:pt x="217" y="1666"/>
                    </a:lnTo>
                    <a:lnTo>
                      <a:pt x="254" y="1732"/>
                    </a:lnTo>
                    <a:lnTo>
                      <a:pt x="289" y="1824"/>
                    </a:lnTo>
                    <a:lnTo>
                      <a:pt x="281" y="1870"/>
                    </a:lnTo>
                    <a:lnTo>
                      <a:pt x="254" y="1950"/>
                    </a:lnTo>
                    <a:lnTo>
                      <a:pt x="254" y="2006"/>
                    </a:lnTo>
                    <a:lnTo>
                      <a:pt x="298" y="2094"/>
                    </a:lnTo>
                    <a:lnTo>
                      <a:pt x="395" y="2165"/>
                    </a:lnTo>
                    <a:lnTo>
                      <a:pt x="604" y="2188"/>
                    </a:lnTo>
                    <a:lnTo>
                      <a:pt x="755" y="2229"/>
                    </a:lnTo>
                    <a:lnTo>
                      <a:pt x="844" y="2312"/>
                    </a:lnTo>
                    <a:lnTo>
                      <a:pt x="923" y="2446"/>
                    </a:lnTo>
                    <a:lnTo>
                      <a:pt x="955" y="2582"/>
                    </a:lnTo>
                    <a:lnTo>
                      <a:pt x="1043" y="2421"/>
                    </a:lnTo>
                    <a:lnTo>
                      <a:pt x="1237" y="2241"/>
                    </a:lnTo>
                    <a:lnTo>
                      <a:pt x="1457" y="2094"/>
                    </a:lnTo>
                    <a:lnTo>
                      <a:pt x="1714" y="1996"/>
                    </a:lnTo>
                    <a:lnTo>
                      <a:pt x="2096" y="1905"/>
                    </a:lnTo>
                    <a:lnTo>
                      <a:pt x="1176" y="240"/>
                    </a:lnTo>
                    <a:lnTo>
                      <a:pt x="533"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5" name="Freeform 21"/>
              <p:cNvSpPr>
                <a:spLocks/>
              </p:cNvSpPr>
              <p:nvPr/>
            </p:nvSpPr>
            <p:spPr bwMode="auto">
              <a:xfrm>
                <a:off x="5215" y="3118"/>
                <a:ext cx="185" cy="42"/>
              </a:xfrm>
              <a:custGeom>
                <a:avLst/>
                <a:gdLst>
                  <a:gd name="T0" fmla="*/ 0 w 1483"/>
                  <a:gd name="T1" fmla="*/ 0 h 339"/>
                  <a:gd name="T2" fmla="*/ 0 w 1483"/>
                  <a:gd name="T3" fmla="*/ 0 h 339"/>
                  <a:gd name="T4" fmla="*/ 0 w 1483"/>
                  <a:gd name="T5" fmla="*/ 0 h 339"/>
                  <a:gd name="T6" fmla="*/ 0 w 1483"/>
                  <a:gd name="T7" fmla="*/ 0 h 339"/>
                  <a:gd name="T8" fmla="*/ 0 w 1483"/>
                  <a:gd name="T9" fmla="*/ 0 h 339"/>
                  <a:gd name="T10" fmla="*/ 0 w 1483"/>
                  <a:gd name="T11" fmla="*/ 0 h 339"/>
                  <a:gd name="T12" fmla="*/ 0 w 1483"/>
                  <a:gd name="T13" fmla="*/ 0 h 339"/>
                  <a:gd name="T14" fmla="*/ 0 w 1483"/>
                  <a:gd name="T15" fmla="*/ 0 h 339"/>
                  <a:gd name="T16" fmla="*/ 0 w 1483"/>
                  <a:gd name="T17" fmla="*/ 0 h 339"/>
                  <a:gd name="T18" fmla="*/ 0 w 1483"/>
                  <a:gd name="T19" fmla="*/ 0 h 339"/>
                  <a:gd name="T20" fmla="*/ 0 w 1483"/>
                  <a:gd name="T21" fmla="*/ 0 h 339"/>
                  <a:gd name="T22" fmla="*/ 0 w 1483"/>
                  <a:gd name="T23" fmla="*/ 0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3"/>
                  <a:gd name="T37" fmla="*/ 0 h 339"/>
                  <a:gd name="T38" fmla="*/ 1483 w 1483"/>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3" h="339">
                    <a:moveTo>
                      <a:pt x="0" y="330"/>
                    </a:moveTo>
                    <a:lnTo>
                      <a:pt x="72" y="261"/>
                    </a:lnTo>
                    <a:lnTo>
                      <a:pt x="251" y="127"/>
                    </a:lnTo>
                    <a:lnTo>
                      <a:pt x="450" y="58"/>
                    </a:lnTo>
                    <a:lnTo>
                      <a:pt x="784" y="0"/>
                    </a:lnTo>
                    <a:lnTo>
                      <a:pt x="1022" y="0"/>
                    </a:lnTo>
                    <a:lnTo>
                      <a:pt x="1242" y="37"/>
                    </a:lnTo>
                    <a:lnTo>
                      <a:pt x="1400" y="81"/>
                    </a:lnTo>
                    <a:lnTo>
                      <a:pt x="1483" y="152"/>
                    </a:lnTo>
                    <a:lnTo>
                      <a:pt x="872" y="310"/>
                    </a:lnTo>
                    <a:lnTo>
                      <a:pt x="64" y="339"/>
                    </a:lnTo>
                    <a:lnTo>
                      <a:pt x="0" y="33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6" name="Freeform 22"/>
              <p:cNvSpPr>
                <a:spLocks/>
              </p:cNvSpPr>
              <p:nvPr/>
            </p:nvSpPr>
            <p:spPr bwMode="auto">
              <a:xfrm>
                <a:off x="4493" y="3401"/>
                <a:ext cx="180" cy="136"/>
              </a:xfrm>
              <a:custGeom>
                <a:avLst/>
                <a:gdLst>
                  <a:gd name="T0" fmla="*/ 0 w 1443"/>
                  <a:gd name="T1" fmla="*/ 0 h 1092"/>
                  <a:gd name="T2" fmla="*/ 0 w 1443"/>
                  <a:gd name="T3" fmla="*/ 0 h 1092"/>
                  <a:gd name="T4" fmla="*/ 0 w 1443"/>
                  <a:gd name="T5" fmla="*/ 0 h 1092"/>
                  <a:gd name="T6" fmla="*/ 0 w 1443"/>
                  <a:gd name="T7" fmla="*/ 0 h 1092"/>
                  <a:gd name="T8" fmla="*/ 0 w 1443"/>
                  <a:gd name="T9" fmla="*/ 0 h 1092"/>
                  <a:gd name="T10" fmla="*/ 0 w 1443"/>
                  <a:gd name="T11" fmla="*/ 0 h 1092"/>
                  <a:gd name="T12" fmla="*/ 0 w 1443"/>
                  <a:gd name="T13" fmla="*/ 0 h 1092"/>
                  <a:gd name="T14" fmla="*/ 0 w 1443"/>
                  <a:gd name="T15" fmla="*/ 0 h 1092"/>
                  <a:gd name="T16" fmla="*/ 0 w 1443"/>
                  <a:gd name="T17" fmla="*/ 0 h 1092"/>
                  <a:gd name="T18" fmla="*/ 0 w 1443"/>
                  <a:gd name="T19" fmla="*/ 0 h 1092"/>
                  <a:gd name="T20" fmla="*/ 0 w 1443"/>
                  <a:gd name="T21" fmla="*/ 0 h 1092"/>
                  <a:gd name="T22" fmla="*/ 0 w 1443"/>
                  <a:gd name="T23" fmla="*/ 0 h 1092"/>
                  <a:gd name="T24" fmla="*/ 0 w 1443"/>
                  <a:gd name="T25" fmla="*/ 0 h 1092"/>
                  <a:gd name="T26" fmla="*/ 0 w 1443"/>
                  <a:gd name="T27" fmla="*/ 0 h 1092"/>
                  <a:gd name="T28" fmla="*/ 0 w 1443"/>
                  <a:gd name="T29" fmla="*/ 0 h 1092"/>
                  <a:gd name="T30" fmla="*/ 0 w 1443"/>
                  <a:gd name="T31" fmla="*/ 0 h 1092"/>
                  <a:gd name="T32" fmla="*/ 0 w 1443"/>
                  <a:gd name="T33" fmla="*/ 0 h 1092"/>
                  <a:gd name="T34" fmla="*/ 0 w 1443"/>
                  <a:gd name="T35" fmla="*/ 0 h 1092"/>
                  <a:gd name="T36" fmla="*/ 0 w 1443"/>
                  <a:gd name="T37" fmla="*/ 0 h 1092"/>
                  <a:gd name="T38" fmla="*/ 0 w 1443"/>
                  <a:gd name="T39" fmla="*/ 0 h 1092"/>
                  <a:gd name="T40" fmla="*/ 0 w 1443"/>
                  <a:gd name="T41" fmla="*/ 0 h 1092"/>
                  <a:gd name="T42" fmla="*/ 0 w 1443"/>
                  <a:gd name="T43" fmla="*/ 0 h 1092"/>
                  <a:gd name="T44" fmla="*/ 0 w 1443"/>
                  <a:gd name="T45" fmla="*/ 0 h 1092"/>
                  <a:gd name="T46" fmla="*/ 0 w 1443"/>
                  <a:gd name="T47" fmla="*/ 0 h 1092"/>
                  <a:gd name="T48" fmla="*/ 0 w 1443"/>
                  <a:gd name="T49" fmla="*/ 0 h 1092"/>
                  <a:gd name="T50" fmla="*/ 0 w 1443"/>
                  <a:gd name="T51" fmla="*/ 0 h 1092"/>
                  <a:gd name="T52" fmla="*/ 0 w 1443"/>
                  <a:gd name="T53" fmla="*/ 0 h 1092"/>
                  <a:gd name="T54" fmla="*/ 0 w 1443"/>
                  <a:gd name="T55" fmla="*/ 0 h 1092"/>
                  <a:gd name="T56" fmla="*/ 0 w 1443"/>
                  <a:gd name="T57" fmla="*/ 0 h 1092"/>
                  <a:gd name="T58" fmla="*/ 0 w 1443"/>
                  <a:gd name="T59" fmla="*/ 0 h 1092"/>
                  <a:gd name="T60" fmla="*/ 0 w 1443"/>
                  <a:gd name="T61" fmla="*/ 0 h 1092"/>
                  <a:gd name="T62" fmla="*/ 0 w 1443"/>
                  <a:gd name="T63" fmla="*/ 0 h 109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3"/>
                  <a:gd name="T97" fmla="*/ 0 h 1092"/>
                  <a:gd name="T98" fmla="*/ 1443 w 1443"/>
                  <a:gd name="T99" fmla="*/ 1092 h 109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3" h="1092">
                    <a:moveTo>
                      <a:pt x="1259" y="584"/>
                    </a:moveTo>
                    <a:lnTo>
                      <a:pt x="1215" y="566"/>
                    </a:lnTo>
                    <a:lnTo>
                      <a:pt x="1153" y="527"/>
                    </a:lnTo>
                    <a:lnTo>
                      <a:pt x="716" y="527"/>
                    </a:lnTo>
                    <a:lnTo>
                      <a:pt x="689" y="657"/>
                    </a:lnTo>
                    <a:lnTo>
                      <a:pt x="659" y="771"/>
                    </a:lnTo>
                    <a:lnTo>
                      <a:pt x="582" y="888"/>
                    </a:lnTo>
                    <a:lnTo>
                      <a:pt x="518" y="905"/>
                    </a:lnTo>
                    <a:lnTo>
                      <a:pt x="518" y="999"/>
                    </a:lnTo>
                    <a:lnTo>
                      <a:pt x="461" y="1092"/>
                    </a:lnTo>
                    <a:lnTo>
                      <a:pt x="389" y="1057"/>
                    </a:lnTo>
                    <a:lnTo>
                      <a:pt x="375" y="1020"/>
                    </a:lnTo>
                    <a:lnTo>
                      <a:pt x="336" y="1037"/>
                    </a:lnTo>
                    <a:lnTo>
                      <a:pt x="259" y="1008"/>
                    </a:lnTo>
                    <a:lnTo>
                      <a:pt x="202" y="875"/>
                    </a:lnTo>
                    <a:lnTo>
                      <a:pt x="0" y="612"/>
                    </a:lnTo>
                    <a:lnTo>
                      <a:pt x="0" y="435"/>
                    </a:lnTo>
                    <a:lnTo>
                      <a:pt x="92" y="349"/>
                    </a:lnTo>
                    <a:lnTo>
                      <a:pt x="292" y="266"/>
                    </a:lnTo>
                    <a:lnTo>
                      <a:pt x="373" y="204"/>
                    </a:lnTo>
                    <a:lnTo>
                      <a:pt x="558" y="105"/>
                    </a:lnTo>
                    <a:lnTo>
                      <a:pt x="677" y="77"/>
                    </a:lnTo>
                    <a:lnTo>
                      <a:pt x="804" y="0"/>
                    </a:lnTo>
                    <a:lnTo>
                      <a:pt x="1044" y="0"/>
                    </a:lnTo>
                    <a:lnTo>
                      <a:pt x="1136" y="24"/>
                    </a:lnTo>
                    <a:lnTo>
                      <a:pt x="1252" y="103"/>
                    </a:lnTo>
                    <a:lnTo>
                      <a:pt x="1277" y="144"/>
                    </a:lnTo>
                    <a:lnTo>
                      <a:pt x="1428" y="236"/>
                    </a:lnTo>
                    <a:lnTo>
                      <a:pt x="1443" y="294"/>
                    </a:lnTo>
                    <a:lnTo>
                      <a:pt x="1395" y="402"/>
                    </a:lnTo>
                    <a:lnTo>
                      <a:pt x="1351" y="545"/>
                    </a:lnTo>
                    <a:lnTo>
                      <a:pt x="1259" y="58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7" name="Freeform 23"/>
              <p:cNvSpPr>
                <a:spLocks/>
              </p:cNvSpPr>
              <p:nvPr/>
            </p:nvSpPr>
            <p:spPr bwMode="auto">
              <a:xfrm>
                <a:off x="4916" y="2886"/>
                <a:ext cx="206" cy="277"/>
              </a:xfrm>
              <a:custGeom>
                <a:avLst/>
                <a:gdLst>
                  <a:gd name="T0" fmla="*/ 0 w 1648"/>
                  <a:gd name="T1" fmla="*/ 0 h 2211"/>
                  <a:gd name="T2" fmla="*/ 0 w 1648"/>
                  <a:gd name="T3" fmla="*/ 0 h 2211"/>
                  <a:gd name="T4" fmla="*/ 0 w 1648"/>
                  <a:gd name="T5" fmla="*/ 0 h 2211"/>
                  <a:gd name="T6" fmla="*/ 0 w 1648"/>
                  <a:gd name="T7" fmla="*/ 0 h 2211"/>
                  <a:gd name="T8" fmla="*/ 0 w 1648"/>
                  <a:gd name="T9" fmla="*/ 0 h 2211"/>
                  <a:gd name="T10" fmla="*/ 0 w 1648"/>
                  <a:gd name="T11" fmla="*/ 0 h 2211"/>
                  <a:gd name="T12" fmla="*/ 0 w 1648"/>
                  <a:gd name="T13" fmla="*/ 0 h 2211"/>
                  <a:gd name="T14" fmla="*/ 0 w 1648"/>
                  <a:gd name="T15" fmla="*/ 0 h 2211"/>
                  <a:gd name="T16" fmla="*/ 0 w 1648"/>
                  <a:gd name="T17" fmla="*/ 0 h 2211"/>
                  <a:gd name="T18" fmla="*/ 0 w 1648"/>
                  <a:gd name="T19" fmla="*/ 0 h 2211"/>
                  <a:gd name="T20" fmla="*/ 0 w 1648"/>
                  <a:gd name="T21" fmla="*/ 0 h 2211"/>
                  <a:gd name="T22" fmla="*/ 0 w 1648"/>
                  <a:gd name="T23" fmla="*/ 0 h 2211"/>
                  <a:gd name="T24" fmla="*/ 0 w 1648"/>
                  <a:gd name="T25" fmla="*/ 0 h 2211"/>
                  <a:gd name="T26" fmla="*/ 0 w 1648"/>
                  <a:gd name="T27" fmla="*/ 0 h 2211"/>
                  <a:gd name="T28" fmla="*/ 0 w 1648"/>
                  <a:gd name="T29" fmla="*/ 0 h 2211"/>
                  <a:gd name="T30" fmla="*/ 0 w 1648"/>
                  <a:gd name="T31" fmla="*/ 0 h 2211"/>
                  <a:gd name="T32" fmla="*/ 0 w 1648"/>
                  <a:gd name="T33" fmla="*/ 0 h 2211"/>
                  <a:gd name="T34" fmla="*/ 0 w 1648"/>
                  <a:gd name="T35" fmla="*/ 0 h 2211"/>
                  <a:gd name="T36" fmla="*/ 0 w 1648"/>
                  <a:gd name="T37" fmla="*/ 0 h 2211"/>
                  <a:gd name="T38" fmla="*/ 0 w 1648"/>
                  <a:gd name="T39" fmla="*/ 0 h 2211"/>
                  <a:gd name="T40" fmla="*/ 0 w 1648"/>
                  <a:gd name="T41" fmla="*/ 0 h 2211"/>
                  <a:gd name="T42" fmla="*/ 0 w 1648"/>
                  <a:gd name="T43" fmla="*/ 0 h 2211"/>
                  <a:gd name="T44" fmla="*/ 0 w 1648"/>
                  <a:gd name="T45" fmla="*/ 0 h 2211"/>
                  <a:gd name="T46" fmla="*/ 0 w 1648"/>
                  <a:gd name="T47" fmla="*/ 0 h 2211"/>
                  <a:gd name="T48" fmla="*/ 0 w 1648"/>
                  <a:gd name="T49" fmla="*/ 0 h 221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48"/>
                  <a:gd name="T76" fmla="*/ 0 h 2211"/>
                  <a:gd name="T77" fmla="*/ 1648 w 1648"/>
                  <a:gd name="T78" fmla="*/ 2211 h 221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48" h="2211">
                    <a:moveTo>
                      <a:pt x="30" y="608"/>
                    </a:moveTo>
                    <a:lnTo>
                      <a:pt x="0" y="648"/>
                    </a:lnTo>
                    <a:lnTo>
                      <a:pt x="0" y="734"/>
                    </a:lnTo>
                    <a:lnTo>
                      <a:pt x="37" y="972"/>
                    </a:lnTo>
                    <a:lnTo>
                      <a:pt x="96" y="1106"/>
                    </a:lnTo>
                    <a:lnTo>
                      <a:pt x="180" y="1134"/>
                    </a:lnTo>
                    <a:lnTo>
                      <a:pt x="302" y="1657"/>
                    </a:lnTo>
                    <a:lnTo>
                      <a:pt x="302" y="1784"/>
                    </a:lnTo>
                    <a:lnTo>
                      <a:pt x="390" y="1991"/>
                    </a:lnTo>
                    <a:lnTo>
                      <a:pt x="760" y="2211"/>
                    </a:lnTo>
                    <a:lnTo>
                      <a:pt x="1151" y="1966"/>
                    </a:lnTo>
                    <a:lnTo>
                      <a:pt x="1353" y="1639"/>
                    </a:lnTo>
                    <a:lnTo>
                      <a:pt x="1386" y="1583"/>
                    </a:lnTo>
                    <a:lnTo>
                      <a:pt x="1482" y="1097"/>
                    </a:lnTo>
                    <a:lnTo>
                      <a:pt x="1551" y="1039"/>
                    </a:lnTo>
                    <a:lnTo>
                      <a:pt x="1602" y="862"/>
                    </a:lnTo>
                    <a:lnTo>
                      <a:pt x="1648" y="742"/>
                    </a:lnTo>
                    <a:lnTo>
                      <a:pt x="1648" y="686"/>
                    </a:lnTo>
                    <a:lnTo>
                      <a:pt x="1630" y="657"/>
                    </a:lnTo>
                    <a:lnTo>
                      <a:pt x="1593" y="640"/>
                    </a:lnTo>
                    <a:lnTo>
                      <a:pt x="1498" y="270"/>
                    </a:lnTo>
                    <a:lnTo>
                      <a:pt x="1424" y="0"/>
                    </a:lnTo>
                    <a:lnTo>
                      <a:pt x="237" y="136"/>
                    </a:lnTo>
                    <a:lnTo>
                      <a:pt x="133" y="334"/>
                    </a:lnTo>
                    <a:lnTo>
                      <a:pt x="30" y="60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8" name="Freeform 24"/>
              <p:cNvSpPr>
                <a:spLocks/>
              </p:cNvSpPr>
              <p:nvPr/>
            </p:nvSpPr>
            <p:spPr bwMode="auto">
              <a:xfrm>
                <a:off x="4926" y="2821"/>
                <a:ext cx="198" cy="154"/>
              </a:xfrm>
              <a:custGeom>
                <a:avLst/>
                <a:gdLst>
                  <a:gd name="T0" fmla="*/ 0 w 1584"/>
                  <a:gd name="T1" fmla="*/ 0 h 1228"/>
                  <a:gd name="T2" fmla="*/ 0 w 1584"/>
                  <a:gd name="T3" fmla="*/ 0 h 1228"/>
                  <a:gd name="T4" fmla="*/ 0 w 1584"/>
                  <a:gd name="T5" fmla="*/ 0 h 1228"/>
                  <a:gd name="T6" fmla="*/ 0 w 1584"/>
                  <a:gd name="T7" fmla="*/ 0 h 1228"/>
                  <a:gd name="T8" fmla="*/ 0 w 1584"/>
                  <a:gd name="T9" fmla="*/ 0 h 1228"/>
                  <a:gd name="T10" fmla="*/ 0 w 1584"/>
                  <a:gd name="T11" fmla="*/ 0 h 1228"/>
                  <a:gd name="T12" fmla="*/ 0 w 1584"/>
                  <a:gd name="T13" fmla="*/ 0 h 1228"/>
                  <a:gd name="T14" fmla="*/ 0 w 1584"/>
                  <a:gd name="T15" fmla="*/ 0 h 1228"/>
                  <a:gd name="T16" fmla="*/ 0 w 1584"/>
                  <a:gd name="T17" fmla="*/ 0 h 1228"/>
                  <a:gd name="T18" fmla="*/ 0 w 1584"/>
                  <a:gd name="T19" fmla="*/ 0 h 1228"/>
                  <a:gd name="T20" fmla="*/ 0 w 1584"/>
                  <a:gd name="T21" fmla="*/ 0 h 1228"/>
                  <a:gd name="T22" fmla="*/ 0 w 1584"/>
                  <a:gd name="T23" fmla="*/ 0 h 1228"/>
                  <a:gd name="T24" fmla="*/ 0 w 1584"/>
                  <a:gd name="T25" fmla="*/ 0 h 1228"/>
                  <a:gd name="T26" fmla="*/ 0 w 1584"/>
                  <a:gd name="T27" fmla="*/ 0 h 1228"/>
                  <a:gd name="T28" fmla="*/ 0 w 1584"/>
                  <a:gd name="T29" fmla="*/ 0 h 1228"/>
                  <a:gd name="T30" fmla="*/ 0 w 1584"/>
                  <a:gd name="T31" fmla="*/ 0 h 1228"/>
                  <a:gd name="T32" fmla="*/ 0 w 1584"/>
                  <a:gd name="T33" fmla="*/ 0 h 1228"/>
                  <a:gd name="T34" fmla="*/ 0 w 1584"/>
                  <a:gd name="T35" fmla="*/ 0 h 1228"/>
                  <a:gd name="T36" fmla="*/ 0 w 1584"/>
                  <a:gd name="T37" fmla="*/ 0 h 1228"/>
                  <a:gd name="T38" fmla="*/ 0 w 1584"/>
                  <a:gd name="T39" fmla="*/ 0 h 1228"/>
                  <a:gd name="T40" fmla="*/ 0 w 1584"/>
                  <a:gd name="T41" fmla="*/ 0 h 1228"/>
                  <a:gd name="T42" fmla="*/ 0 w 1584"/>
                  <a:gd name="T43" fmla="*/ 0 h 1228"/>
                  <a:gd name="T44" fmla="*/ 0 w 1584"/>
                  <a:gd name="T45" fmla="*/ 0 h 1228"/>
                  <a:gd name="T46" fmla="*/ 0 w 1584"/>
                  <a:gd name="T47" fmla="*/ 0 h 12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1228"/>
                  <a:gd name="T74" fmla="*/ 1584 w 1584"/>
                  <a:gd name="T75" fmla="*/ 1228 h 12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1228">
                    <a:moveTo>
                      <a:pt x="152" y="714"/>
                    </a:moveTo>
                    <a:lnTo>
                      <a:pt x="226" y="677"/>
                    </a:lnTo>
                    <a:lnTo>
                      <a:pt x="444" y="772"/>
                    </a:lnTo>
                    <a:lnTo>
                      <a:pt x="551" y="772"/>
                    </a:lnTo>
                    <a:lnTo>
                      <a:pt x="745" y="677"/>
                    </a:lnTo>
                    <a:lnTo>
                      <a:pt x="802" y="684"/>
                    </a:lnTo>
                    <a:lnTo>
                      <a:pt x="897" y="783"/>
                    </a:lnTo>
                    <a:lnTo>
                      <a:pt x="1319" y="521"/>
                    </a:lnTo>
                    <a:lnTo>
                      <a:pt x="1354" y="598"/>
                    </a:lnTo>
                    <a:lnTo>
                      <a:pt x="1422" y="912"/>
                    </a:lnTo>
                    <a:lnTo>
                      <a:pt x="1406" y="1066"/>
                    </a:lnTo>
                    <a:lnTo>
                      <a:pt x="1446" y="1228"/>
                    </a:lnTo>
                    <a:lnTo>
                      <a:pt x="1584" y="868"/>
                    </a:lnTo>
                    <a:lnTo>
                      <a:pt x="1540" y="620"/>
                    </a:lnTo>
                    <a:lnTo>
                      <a:pt x="1413" y="435"/>
                    </a:lnTo>
                    <a:lnTo>
                      <a:pt x="1348" y="389"/>
                    </a:lnTo>
                    <a:lnTo>
                      <a:pt x="1222" y="161"/>
                    </a:lnTo>
                    <a:lnTo>
                      <a:pt x="943" y="0"/>
                    </a:lnTo>
                    <a:lnTo>
                      <a:pt x="827" y="0"/>
                    </a:lnTo>
                    <a:lnTo>
                      <a:pt x="541" y="69"/>
                    </a:lnTo>
                    <a:lnTo>
                      <a:pt x="205" y="267"/>
                    </a:lnTo>
                    <a:lnTo>
                      <a:pt x="0" y="811"/>
                    </a:lnTo>
                    <a:lnTo>
                      <a:pt x="80" y="846"/>
                    </a:lnTo>
                    <a:lnTo>
                      <a:pt x="152" y="714"/>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9" name="Freeform 25"/>
              <p:cNvSpPr>
                <a:spLocks/>
              </p:cNvSpPr>
              <p:nvPr/>
            </p:nvSpPr>
            <p:spPr bwMode="auto">
              <a:xfrm>
                <a:off x="4227" y="3397"/>
                <a:ext cx="176" cy="192"/>
              </a:xfrm>
              <a:custGeom>
                <a:avLst/>
                <a:gdLst>
                  <a:gd name="T0" fmla="*/ 0 w 1409"/>
                  <a:gd name="T1" fmla="*/ 0 h 1537"/>
                  <a:gd name="T2" fmla="*/ 0 w 1409"/>
                  <a:gd name="T3" fmla="*/ 0 h 1537"/>
                  <a:gd name="T4" fmla="*/ 0 w 1409"/>
                  <a:gd name="T5" fmla="*/ 0 h 1537"/>
                  <a:gd name="T6" fmla="*/ 0 w 1409"/>
                  <a:gd name="T7" fmla="*/ 0 h 1537"/>
                  <a:gd name="T8" fmla="*/ 0 w 1409"/>
                  <a:gd name="T9" fmla="*/ 0 h 1537"/>
                  <a:gd name="T10" fmla="*/ 0 w 1409"/>
                  <a:gd name="T11" fmla="*/ 0 h 1537"/>
                  <a:gd name="T12" fmla="*/ 0 w 1409"/>
                  <a:gd name="T13" fmla="*/ 0 h 1537"/>
                  <a:gd name="T14" fmla="*/ 0 w 1409"/>
                  <a:gd name="T15" fmla="*/ 0 h 1537"/>
                  <a:gd name="T16" fmla="*/ 0 w 1409"/>
                  <a:gd name="T17" fmla="*/ 0 h 1537"/>
                  <a:gd name="T18" fmla="*/ 0 w 1409"/>
                  <a:gd name="T19" fmla="*/ 0 h 1537"/>
                  <a:gd name="T20" fmla="*/ 0 w 1409"/>
                  <a:gd name="T21" fmla="*/ 0 h 1537"/>
                  <a:gd name="T22" fmla="*/ 0 w 1409"/>
                  <a:gd name="T23" fmla="*/ 0 h 1537"/>
                  <a:gd name="T24" fmla="*/ 0 w 1409"/>
                  <a:gd name="T25" fmla="*/ 0 h 1537"/>
                  <a:gd name="T26" fmla="*/ 0 w 1409"/>
                  <a:gd name="T27" fmla="*/ 0 h 1537"/>
                  <a:gd name="T28" fmla="*/ 0 w 1409"/>
                  <a:gd name="T29" fmla="*/ 0 h 1537"/>
                  <a:gd name="T30" fmla="*/ 0 w 1409"/>
                  <a:gd name="T31" fmla="*/ 0 h 1537"/>
                  <a:gd name="T32" fmla="*/ 0 w 1409"/>
                  <a:gd name="T33" fmla="*/ 0 h 1537"/>
                  <a:gd name="T34" fmla="*/ 0 w 1409"/>
                  <a:gd name="T35" fmla="*/ 0 h 1537"/>
                  <a:gd name="T36" fmla="*/ 0 w 1409"/>
                  <a:gd name="T37" fmla="*/ 0 h 1537"/>
                  <a:gd name="T38" fmla="*/ 0 w 1409"/>
                  <a:gd name="T39" fmla="*/ 0 h 1537"/>
                  <a:gd name="T40" fmla="*/ 0 w 1409"/>
                  <a:gd name="T41" fmla="*/ 0 h 1537"/>
                  <a:gd name="T42" fmla="*/ 0 w 1409"/>
                  <a:gd name="T43" fmla="*/ 0 h 1537"/>
                  <a:gd name="T44" fmla="*/ 0 w 1409"/>
                  <a:gd name="T45" fmla="*/ 0 h 1537"/>
                  <a:gd name="T46" fmla="*/ 0 w 1409"/>
                  <a:gd name="T47" fmla="*/ 0 h 1537"/>
                  <a:gd name="T48" fmla="*/ 0 w 1409"/>
                  <a:gd name="T49" fmla="*/ 0 h 1537"/>
                  <a:gd name="T50" fmla="*/ 0 w 1409"/>
                  <a:gd name="T51" fmla="*/ 0 h 1537"/>
                  <a:gd name="T52" fmla="*/ 0 w 1409"/>
                  <a:gd name="T53" fmla="*/ 0 h 1537"/>
                  <a:gd name="T54" fmla="*/ 0 w 1409"/>
                  <a:gd name="T55" fmla="*/ 0 h 1537"/>
                  <a:gd name="T56" fmla="*/ 0 w 1409"/>
                  <a:gd name="T57" fmla="*/ 0 h 1537"/>
                  <a:gd name="T58" fmla="*/ 0 w 1409"/>
                  <a:gd name="T59" fmla="*/ 0 h 1537"/>
                  <a:gd name="T60" fmla="*/ 0 w 1409"/>
                  <a:gd name="T61" fmla="*/ 0 h 1537"/>
                  <a:gd name="T62" fmla="*/ 0 w 1409"/>
                  <a:gd name="T63" fmla="*/ 0 h 1537"/>
                  <a:gd name="T64" fmla="*/ 0 w 1409"/>
                  <a:gd name="T65" fmla="*/ 0 h 1537"/>
                  <a:gd name="T66" fmla="*/ 0 w 1409"/>
                  <a:gd name="T67" fmla="*/ 0 h 1537"/>
                  <a:gd name="T68" fmla="*/ 0 w 1409"/>
                  <a:gd name="T69" fmla="*/ 0 h 15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09"/>
                  <a:gd name="T106" fmla="*/ 0 h 1537"/>
                  <a:gd name="T107" fmla="*/ 1409 w 1409"/>
                  <a:gd name="T108" fmla="*/ 1537 h 15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09" h="1537">
                    <a:moveTo>
                      <a:pt x="7" y="0"/>
                    </a:moveTo>
                    <a:lnTo>
                      <a:pt x="93" y="152"/>
                    </a:lnTo>
                    <a:lnTo>
                      <a:pt x="175" y="350"/>
                    </a:lnTo>
                    <a:lnTo>
                      <a:pt x="196" y="488"/>
                    </a:lnTo>
                    <a:lnTo>
                      <a:pt x="231" y="694"/>
                    </a:lnTo>
                    <a:lnTo>
                      <a:pt x="16" y="921"/>
                    </a:lnTo>
                    <a:lnTo>
                      <a:pt x="0" y="1062"/>
                    </a:lnTo>
                    <a:lnTo>
                      <a:pt x="55" y="1205"/>
                    </a:lnTo>
                    <a:lnTo>
                      <a:pt x="196" y="1360"/>
                    </a:lnTo>
                    <a:lnTo>
                      <a:pt x="332" y="1537"/>
                    </a:lnTo>
                    <a:lnTo>
                      <a:pt x="408" y="1537"/>
                    </a:lnTo>
                    <a:lnTo>
                      <a:pt x="521" y="1521"/>
                    </a:lnTo>
                    <a:lnTo>
                      <a:pt x="627" y="1373"/>
                    </a:lnTo>
                    <a:lnTo>
                      <a:pt x="708" y="1249"/>
                    </a:lnTo>
                    <a:lnTo>
                      <a:pt x="789" y="1120"/>
                    </a:lnTo>
                    <a:lnTo>
                      <a:pt x="1023" y="1097"/>
                    </a:lnTo>
                    <a:lnTo>
                      <a:pt x="1106" y="975"/>
                    </a:lnTo>
                    <a:lnTo>
                      <a:pt x="1277" y="672"/>
                    </a:lnTo>
                    <a:lnTo>
                      <a:pt x="1409" y="281"/>
                    </a:lnTo>
                    <a:lnTo>
                      <a:pt x="1341" y="294"/>
                    </a:lnTo>
                    <a:lnTo>
                      <a:pt x="1397" y="110"/>
                    </a:lnTo>
                    <a:lnTo>
                      <a:pt x="1275" y="170"/>
                    </a:lnTo>
                    <a:lnTo>
                      <a:pt x="1106" y="431"/>
                    </a:lnTo>
                    <a:lnTo>
                      <a:pt x="791" y="714"/>
                    </a:lnTo>
                    <a:lnTo>
                      <a:pt x="722" y="714"/>
                    </a:lnTo>
                    <a:lnTo>
                      <a:pt x="961" y="488"/>
                    </a:lnTo>
                    <a:lnTo>
                      <a:pt x="1060" y="152"/>
                    </a:lnTo>
                    <a:lnTo>
                      <a:pt x="985" y="195"/>
                    </a:lnTo>
                    <a:lnTo>
                      <a:pt x="858" y="431"/>
                    </a:lnTo>
                    <a:lnTo>
                      <a:pt x="570" y="518"/>
                    </a:lnTo>
                    <a:lnTo>
                      <a:pt x="484" y="505"/>
                    </a:lnTo>
                    <a:lnTo>
                      <a:pt x="376" y="380"/>
                    </a:lnTo>
                    <a:lnTo>
                      <a:pt x="231" y="152"/>
                    </a:lnTo>
                    <a:lnTo>
                      <a:pt x="93" y="33"/>
                    </a:lnTo>
                    <a:lnTo>
                      <a:pt x="7"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0" name="Freeform 26"/>
              <p:cNvSpPr>
                <a:spLocks/>
              </p:cNvSpPr>
              <p:nvPr/>
            </p:nvSpPr>
            <p:spPr bwMode="auto">
              <a:xfrm>
                <a:off x="4394" y="2897"/>
                <a:ext cx="190" cy="257"/>
              </a:xfrm>
              <a:custGeom>
                <a:avLst/>
                <a:gdLst>
                  <a:gd name="T0" fmla="*/ 0 w 1520"/>
                  <a:gd name="T1" fmla="*/ 0 h 2056"/>
                  <a:gd name="T2" fmla="*/ 0 w 1520"/>
                  <a:gd name="T3" fmla="*/ 0 h 2056"/>
                  <a:gd name="T4" fmla="*/ 0 w 1520"/>
                  <a:gd name="T5" fmla="*/ 0 h 2056"/>
                  <a:gd name="T6" fmla="*/ 0 w 1520"/>
                  <a:gd name="T7" fmla="*/ 0 h 2056"/>
                  <a:gd name="T8" fmla="*/ 0 w 1520"/>
                  <a:gd name="T9" fmla="*/ 0 h 2056"/>
                  <a:gd name="T10" fmla="*/ 0 w 1520"/>
                  <a:gd name="T11" fmla="*/ 0 h 2056"/>
                  <a:gd name="T12" fmla="*/ 0 w 1520"/>
                  <a:gd name="T13" fmla="*/ 0 h 2056"/>
                  <a:gd name="T14" fmla="*/ 0 w 1520"/>
                  <a:gd name="T15" fmla="*/ 0 h 2056"/>
                  <a:gd name="T16" fmla="*/ 0 w 1520"/>
                  <a:gd name="T17" fmla="*/ 0 h 2056"/>
                  <a:gd name="T18" fmla="*/ 0 w 1520"/>
                  <a:gd name="T19" fmla="*/ 0 h 2056"/>
                  <a:gd name="T20" fmla="*/ 0 w 1520"/>
                  <a:gd name="T21" fmla="*/ 0 h 2056"/>
                  <a:gd name="T22" fmla="*/ 0 w 1520"/>
                  <a:gd name="T23" fmla="*/ 0 h 2056"/>
                  <a:gd name="T24" fmla="*/ 0 w 1520"/>
                  <a:gd name="T25" fmla="*/ 0 h 2056"/>
                  <a:gd name="T26" fmla="*/ 0 w 1520"/>
                  <a:gd name="T27" fmla="*/ 0 h 2056"/>
                  <a:gd name="T28" fmla="*/ 0 w 1520"/>
                  <a:gd name="T29" fmla="*/ 0 h 2056"/>
                  <a:gd name="T30" fmla="*/ 0 w 1520"/>
                  <a:gd name="T31" fmla="*/ 0 h 2056"/>
                  <a:gd name="T32" fmla="*/ 0 w 1520"/>
                  <a:gd name="T33" fmla="*/ 0 h 2056"/>
                  <a:gd name="T34" fmla="*/ 0 w 1520"/>
                  <a:gd name="T35" fmla="*/ 0 h 2056"/>
                  <a:gd name="T36" fmla="*/ 0 w 1520"/>
                  <a:gd name="T37" fmla="*/ 0 h 2056"/>
                  <a:gd name="T38" fmla="*/ 0 w 1520"/>
                  <a:gd name="T39" fmla="*/ 0 h 2056"/>
                  <a:gd name="T40" fmla="*/ 0 w 1520"/>
                  <a:gd name="T41" fmla="*/ 0 h 2056"/>
                  <a:gd name="T42" fmla="*/ 0 w 1520"/>
                  <a:gd name="T43" fmla="*/ 0 h 2056"/>
                  <a:gd name="T44" fmla="*/ 0 w 1520"/>
                  <a:gd name="T45" fmla="*/ 0 h 2056"/>
                  <a:gd name="T46" fmla="*/ 0 w 1520"/>
                  <a:gd name="T47" fmla="*/ 0 h 205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20"/>
                  <a:gd name="T73" fmla="*/ 0 h 2056"/>
                  <a:gd name="T74" fmla="*/ 1520 w 1520"/>
                  <a:gd name="T75" fmla="*/ 2056 h 205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20" h="2056">
                    <a:moveTo>
                      <a:pt x="0" y="777"/>
                    </a:moveTo>
                    <a:lnTo>
                      <a:pt x="0" y="922"/>
                    </a:lnTo>
                    <a:lnTo>
                      <a:pt x="318" y="1361"/>
                    </a:lnTo>
                    <a:lnTo>
                      <a:pt x="237" y="1664"/>
                    </a:lnTo>
                    <a:lnTo>
                      <a:pt x="341" y="1816"/>
                    </a:lnTo>
                    <a:lnTo>
                      <a:pt x="523" y="1923"/>
                    </a:lnTo>
                    <a:lnTo>
                      <a:pt x="821" y="2056"/>
                    </a:lnTo>
                    <a:lnTo>
                      <a:pt x="1003" y="1964"/>
                    </a:lnTo>
                    <a:lnTo>
                      <a:pt x="1140" y="1803"/>
                    </a:lnTo>
                    <a:lnTo>
                      <a:pt x="1151" y="1602"/>
                    </a:lnTo>
                    <a:lnTo>
                      <a:pt x="1335" y="1554"/>
                    </a:lnTo>
                    <a:lnTo>
                      <a:pt x="1367" y="1440"/>
                    </a:lnTo>
                    <a:lnTo>
                      <a:pt x="1415" y="1203"/>
                    </a:lnTo>
                    <a:lnTo>
                      <a:pt x="1505" y="972"/>
                    </a:lnTo>
                    <a:lnTo>
                      <a:pt x="1520" y="864"/>
                    </a:lnTo>
                    <a:lnTo>
                      <a:pt x="1520" y="763"/>
                    </a:lnTo>
                    <a:lnTo>
                      <a:pt x="1496" y="666"/>
                    </a:lnTo>
                    <a:lnTo>
                      <a:pt x="1450" y="546"/>
                    </a:lnTo>
                    <a:lnTo>
                      <a:pt x="1450" y="410"/>
                    </a:lnTo>
                    <a:lnTo>
                      <a:pt x="1330" y="90"/>
                    </a:lnTo>
                    <a:lnTo>
                      <a:pt x="1222" y="42"/>
                    </a:lnTo>
                    <a:lnTo>
                      <a:pt x="670" y="0"/>
                    </a:lnTo>
                    <a:lnTo>
                      <a:pt x="62" y="647"/>
                    </a:lnTo>
                    <a:lnTo>
                      <a:pt x="0" y="77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1" name="Freeform 27"/>
              <p:cNvSpPr>
                <a:spLocks/>
              </p:cNvSpPr>
              <p:nvPr/>
            </p:nvSpPr>
            <p:spPr bwMode="auto">
              <a:xfrm>
                <a:off x="4401" y="2802"/>
                <a:ext cx="180" cy="108"/>
              </a:xfrm>
              <a:custGeom>
                <a:avLst/>
                <a:gdLst>
                  <a:gd name="T0" fmla="*/ 0 w 1441"/>
                  <a:gd name="T1" fmla="*/ 0 h 863"/>
                  <a:gd name="T2" fmla="*/ 0 w 1441"/>
                  <a:gd name="T3" fmla="*/ 0 h 863"/>
                  <a:gd name="T4" fmla="*/ 0 w 1441"/>
                  <a:gd name="T5" fmla="*/ 0 h 863"/>
                  <a:gd name="T6" fmla="*/ 0 w 1441"/>
                  <a:gd name="T7" fmla="*/ 0 h 863"/>
                  <a:gd name="T8" fmla="*/ 0 w 1441"/>
                  <a:gd name="T9" fmla="*/ 0 h 863"/>
                  <a:gd name="T10" fmla="*/ 0 w 1441"/>
                  <a:gd name="T11" fmla="*/ 0 h 863"/>
                  <a:gd name="T12" fmla="*/ 0 w 1441"/>
                  <a:gd name="T13" fmla="*/ 0 h 863"/>
                  <a:gd name="T14" fmla="*/ 0 w 1441"/>
                  <a:gd name="T15" fmla="*/ 0 h 863"/>
                  <a:gd name="T16" fmla="*/ 0 w 1441"/>
                  <a:gd name="T17" fmla="*/ 0 h 863"/>
                  <a:gd name="T18" fmla="*/ 0 w 1441"/>
                  <a:gd name="T19" fmla="*/ 0 h 863"/>
                  <a:gd name="T20" fmla="*/ 0 w 1441"/>
                  <a:gd name="T21" fmla="*/ 0 h 863"/>
                  <a:gd name="T22" fmla="*/ 0 w 1441"/>
                  <a:gd name="T23" fmla="*/ 0 h 863"/>
                  <a:gd name="T24" fmla="*/ 0 w 1441"/>
                  <a:gd name="T25" fmla="*/ 0 h 8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41"/>
                  <a:gd name="T40" fmla="*/ 0 h 863"/>
                  <a:gd name="T41" fmla="*/ 1441 w 1441"/>
                  <a:gd name="T42" fmla="*/ 863 h 86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41" h="863">
                    <a:moveTo>
                      <a:pt x="44" y="593"/>
                    </a:moveTo>
                    <a:lnTo>
                      <a:pt x="0" y="505"/>
                    </a:lnTo>
                    <a:lnTo>
                      <a:pt x="153" y="353"/>
                    </a:lnTo>
                    <a:lnTo>
                      <a:pt x="116" y="208"/>
                    </a:lnTo>
                    <a:lnTo>
                      <a:pt x="494" y="0"/>
                    </a:lnTo>
                    <a:lnTo>
                      <a:pt x="874" y="90"/>
                    </a:lnTo>
                    <a:lnTo>
                      <a:pt x="1441" y="613"/>
                    </a:lnTo>
                    <a:lnTo>
                      <a:pt x="1441" y="863"/>
                    </a:lnTo>
                    <a:lnTo>
                      <a:pt x="913" y="733"/>
                    </a:lnTo>
                    <a:lnTo>
                      <a:pt x="913" y="650"/>
                    </a:lnTo>
                    <a:lnTo>
                      <a:pt x="617" y="634"/>
                    </a:lnTo>
                    <a:lnTo>
                      <a:pt x="625" y="466"/>
                    </a:lnTo>
                    <a:lnTo>
                      <a:pt x="44" y="59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2" name="Freeform 28"/>
              <p:cNvSpPr>
                <a:spLocks/>
              </p:cNvSpPr>
              <p:nvPr/>
            </p:nvSpPr>
            <p:spPr bwMode="auto">
              <a:xfrm>
                <a:off x="4518" y="3044"/>
                <a:ext cx="47" cy="11"/>
              </a:xfrm>
              <a:custGeom>
                <a:avLst/>
                <a:gdLst>
                  <a:gd name="T0" fmla="*/ 0 w 380"/>
                  <a:gd name="T1" fmla="*/ 0 h 94"/>
                  <a:gd name="T2" fmla="*/ 0 w 380"/>
                  <a:gd name="T3" fmla="*/ 0 h 94"/>
                  <a:gd name="T4" fmla="*/ 0 w 380"/>
                  <a:gd name="T5" fmla="*/ 0 h 94"/>
                  <a:gd name="T6" fmla="*/ 0 w 380"/>
                  <a:gd name="T7" fmla="*/ 0 h 94"/>
                  <a:gd name="T8" fmla="*/ 0 w 380"/>
                  <a:gd name="T9" fmla="*/ 0 h 94"/>
                  <a:gd name="T10" fmla="*/ 0 w 380"/>
                  <a:gd name="T11" fmla="*/ 0 h 94"/>
                  <a:gd name="T12" fmla="*/ 0 w 380"/>
                  <a:gd name="T13" fmla="*/ 0 h 94"/>
                  <a:gd name="T14" fmla="*/ 0 w 380"/>
                  <a:gd name="T15" fmla="*/ 0 h 94"/>
                  <a:gd name="T16" fmla="*/ 0 w 380"/>
                  <a:gd name="T17" fmla="*/ 0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0"/>
                  <a:gd name="T28" fmla="*/ 0 h 94"/>
                  <a:gd name="T29" fmla="*/ 380 w 380"/>
                  <a:gd name="T30" fmla="*/ 94 h 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0" h="94">
                    <a:moveTo>
                      <a:pt x="380" y="0"/>
                    </a:moveTo>
                    <a:lnTo>
                      <a:pt x="342" y="55"/>
                    </a:lnTo>
                    <a:lnTo>
                      <a:pt x="263" y="94"/>
                    </a:lnTo>
                    <a:lnTo>
                      <a:pt x="136" y="94"/>
                    </a:lnTo>
                    <a:lnTo>
                      <a:pt x="61" y="55"/>
                    </a:lnTo>
                    <a:lnTo>
                      <a:pt x="0" y="18"/>
                    </a:lnTo>
                    <a:lnTo>
                      <a:pt x="158" y="40"/>
                    </a:lnTo>
                    <a:lnTo>
                      <a:pt x="288" y="40"/>
                    </a:lnTo>
                    <a:lnTo>
                      <a:pt x="38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3" name="Freeform 29"/>
              <p:cNvSpPr>
                <a:spLocks/>
              </p:cNvSpPr>
              <p:nvPr/>
            </p:nvSpPr>
            <p:spPr bwMode="auto">
              <a:xfrm>
                <a:off x="4518" y="3037"/>
                <a:ext cx="47" cy="11"/>
              </a:xfrm>
              <a:custGeom>
                <a:avLst/>
                <a:gdLst>
                  <a:gd name="T0" fmla="*/ 0 w 380"/>
                  <a:gd name="T1" fmla="*/ 0 h 88"/>
                  <a:gd name="T2" fmla="*/ 0 w 380"/>
                  <a:gd name="T3" fmla="*/ 0 h 88"/>
                  <a:gd name="T4" fmla="*/ 0 w 380"/>
                  <a:gd name="T5" fmla="*/ 0 h 88"/>
                  <a:gd name="T6" fmla="*/ 0 w 380"/>
                  <a:gd name="T7" fmla="*/ 0 h 88"/>
                  <a:gd name="T8" fmla="*/ 0 w 380"/>
                  <a:gd name="T9" fmla="*/ 0 h 88"/>
                  <a:gd name="T10" fmla="*/ 0 w 380"/>
                  <a:gd name="T11" fmla="*/ 0 h 88"/>
                  <a:gd name="T12" fmla="*/ 0 w 380"/>
                  <a:gd name="T13" fmla="*/ 0 h 88"/>
                  <a:gd name="T14" fmla="*/ 0 w 380"/>
                  <a:gd name="T15" fmla="*/ 0 h 88"/>
                  <a:gd name="T16" fmla="*/ 0 60000 65536"/>
                  <a:gd name="T17" fmla="*/ 0 60000 65536"/>
                  <a:gd name="T18" fmla="*/ 0 60000 65536"/>
                  <a:gd name="T19" fmla="*/ 0 60000 65536"/>
                  <a:gd name="T20" fmla="*/ 0 60000 65536"/>
                  <a:gd name="T21" fmla="*/ 0 60000 65536"/>
                  <a:gd name="T22" fmla="*/ 0 60000 65536"/>
                  <a:gd name="T23" fmla="*/ 0 60000 65536"/>
                  <a:gd name="T24" fmla="*/ 0 w 380"/>
                  <a:gd name="T25" fmla="*/ 0 h 88"/>
                  <a:gd name="T26" fmla="*/ 380 w 380"/>
                  <a:gd name="T27" fmla="*/ 88 h 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0" h="88">
                    <a:moveTo>
                      <a:pt x="0" y="66"/>
                    </a:moveTo>
                    <a:lnTo>
                      <a:pt x="147" y="88"/>
                    </a:lnTo>
                    <a:lnTo>
                      <a:pt x="288" y="88"/>
                    </a:lnTo>
                    <a:lnTo>
                      <a:pt x="380" y="57"/>
                    </a:lnTo>
                    <a:lnTo>
                      <a:pt x="380" y="26"/>
                    </a:lnTo>
                    <a:lnTo>
                      <a:pt x="337" y="0"/>
                    </a:lnTo>
                    <a:lnTo>
                      <a:pt x="173" y="0"/>
                    </a:lnTo>
                    <a:lnTo>
                      <a:pt x="0" y="6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4" name="Freeform 30"/>
              <p:cNvSpPr>
                <a:spLocks/>
              </p:cNvSpPr>
              <p:nvPr/>
            </p:nvSpPr>
            <p:spPr bwMode="auto">
              <a:xfrm>
                <a:off x="4498" y="2973"/>
                <a:ext cx="21" cy="9"/>
              </a:xfrm>
              <a:custGeom>
                <a:avLst/>
                <a:gdLst>
                  <a:gd name="T0" fmla="*/ 0 w 169"/>
                  <a:gd name="T1" fmla="*/ 0 h 69"/>
                  <a:gd name="T2" fmla="*/ 0 w 169"/>
                  <a:gd name="T3" fmla="*/ 0 h 69"/>
                  <a:gd name="T4" fmla="*/ 0 w 169"/>
                  <a:gd name="T5" fmla="*/ 0 h 69"/>
                  <a:gd name="T6" fmla="*/ 0 w 169"/>
                  <a:gd name="T7" fmla="*/ 0 h 69"/>
                  <a:gd name="T8" fmla="*/ 0 w 169"/>
                  <a:gd name="T9" fmla="*/ 0 h 69"/>
                  <a:gd name="T10" fmla="*/ 0 w 169"/>
                  <a:gd name="T11" fmla="*/ 0 h 69"/>
                  <a:gd name="T12" fmla="*/ 0 60000 65536"/>
                  <a:gd name="T13" fmla="*/ 0 60000 65536"/>
                  <a:gd name="T14" fmla="*/ 0 60000 65536"/>
                  <a:gd name="T15" fmla="*/ 0 60000 65536"/>
                  <a:gd name="T16" fmla="*/ 0 60000 65536"/>
                  <a:gd name="T17" fmla="*/ 0 60000 65536"/>
                  <a:gd name="T18" fmla="*/ 0 w 169"/>
                  <a:gd name="T19" fmla="*/ 0 h 69"/>
                  <a:gd name="T20" fmla="*/ 169 w 169"/>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69" h="69">
                    <a:moveTo>
                      <a:pt x="0" y="41"/>
                    </a:moveTo>
                    <a:lnTo>
                      <a:pt x="42" y="69"/>
                    </a:lnTo>
                    <a:lnTo>
                      <a:pt x="102" y="69"/>
                    </a:lnTo>
                    <a:lnTo>
                      <a:pt x="169" y="30"/>
                    </a:lnTo>
                    <a:lnTo>
                      <a:pt x="102" y="0"/>
                    </a:lnTo>
                    <a:lnTo>
                      <a:pt x="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5" name="Freeform 31"/>
              <p:cNvSpPr>
                <a:spLocks/>
              </p:cNvSpPr>
              <p:nvPr/>
            </p:nvSpPr>
            <p:spPr bwMode="auto">
              <a:xfrm>
                <a:off x="4554" y="2971"/>
                <a:ext cx="18" cy="7"/>
              </a:xfrm>
              <a:custGeom>
                <a:avLst/>
                <a:gdLst>
                  <a:gd name="T0" fmla="*/ 0 w 143"/>
                  <a:gd name="T1" fmla="*/ 0 h 53"/>
                  <a:gd name="T2" fmla="*/ 0 w 143"/>
                  <a:gd name="T3" fmla="*/ 0 h 53"/>
                  <a:gd name="T4" fmla="*/ 0 w 143"/>
                  <a:gd name="T5" fmla="*/ 0 h 53"/>
                  <a:gd name="T6" fmla="*/ 0 w 143"/>
                  <a:gd name="T7" fmla="*/ 0 h 53"/>
                  <a:gd name="T8" fmla="*/ 0 w 143"/>
                  <a:gd name="T9" fmla="*/ 0 h 53"/>
                  <a:gd name="T10" fmla="*/ 0 60000 65536"/>
                  <a:gd name="T11" fmla="*/ 0 60000 65536"/>
                  <a:gd name="T12" fmla="*/ 0 60000 65536"/>
                  <a:gd name="T13" fmla="*/ 0 60000 65536"/>
                  <a:gd name="T14" fmla="*/ 0 60000 65536"/>
                  <a:gd name="T15" fmla="*/ 0 w 143"/>
                  <a:gd name="T16" fmla="*/ 0 h 53"/>
                  <a:gd name="T17" fmla="*/ 143 w 143"/>
                  <a:gd name="T18" fmla="*/ 53 h 53"/>
                </a:gdLst>
                <a:ahLst/>
                <a:cxnLst>
                  <a:cxn ang="T10">
                    <a:pos x="T0" y="T1"/>
                  </a:cxn>
                  <a:cxn ang="T11">
                    <a:pos x="T2" y="T3"/>
                  </a:cxn>
                  <a:cxn ang="T12">
                    <a:pos x="T4" y="T5"/>
                  </a:cxn>
                  <a:cxn ang="T13">
                    <a:pos x="T6" y="T7"/>
                  </a:cxn>
                  <a:cxn ang="T14">
                    <a:pos x="T8" y="T9"/>
                  </a:cxn>
                </a:cxnLst>
                <a:rect l="T15" t="T16" r="T17" b="T18"/>
                <a:pathLst>
                  <a:path w="143" h="53">
                    <a:moveTo>
                      <a:pt x="0" y="33"/>
                    </a:moveTo>
                    <a:lnTo>
                      <a:pt x="98" y="53"/>
                    </a:lnTo>
                    <a:lnTo>
                      <a:pt x="143" y="0"/>
                    </a:lnTo>
                    <a:lnTo>
                      <a:pt x="54" y="0"/>
                    </a:lnTo>
                    <a:lnTo>
                      <a:pt x="0"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6" name="Freeform 32"/>
              <p:cNvSpPr>
                <a:spLocks/>
              </p:cNvSpPr>
              <p:nvPr/>
            </p:nvSpPr>
            <p:spPr bwMode="auto">
              <a:xfrm>
                <a:off x="4640" y="3480"/>
                <a:ext cx="284" cy="365"/>
              </a:xfrm>
              <a:custGeom>
                <a:avLst/>
                <a:gdLst>
                  <a:gd name="T0" fmla="*/ 0 w 2268"/>
                  <a:gd name="T1" fmla="*/ 0 h 2923"/>
                  <a:gd name="T2" fmla="*/ 0 w 2268"/>
                  <a:gd name="T3" fmla="*/ 0 h 2923"/>
                  <a:gd name="T4" fmla="*/ 0 w 2268"/>
                  <a:gd name="T5" fmla="*/ 0 h 2923"/>
                  <a:gd name="T6" fmla="*/ 0 w 2268"/>
                  <a:gd name="T7" fmla="*/ 0 h 2923"/>
                  <a:gd name="T8" fmla="*/ 0 w 2268"/>
                  <a:gd name="T9" fmla="*/ 0 h 2923"/>
                  <a:gd name="T10" fmla="*/ 0 w 2268"/>
                  <a:gd name="T11" fmla="*/ 0 h 2923"/>
                  <a:gd name="T12" fmla="*/ 0 w 2268"/>
                  <a:gd name="T13" fmla="*/ 0 h 2923"/>
                  <a:gd name="T14" fmla="*/ 0 w 2268"/>
                  <a:gd name="T15" fmla="*/ 0 h 2923"/>
                  <a:gd name="T16" fmla="*/ 0 w 2268"/>
                  <a:gd name="T17" fmla="*/ 0 h 2923"/>
                  <a:gd name="T18" fmla="*/ 0 w 2268"/>
                  <a:gd name="T19" fmla="*/ 0 h 2923"/>
                  <a:gd name="T20" fmla="*/ 0 w 2268"/>
                  <a:gd name="T21" fmla="*/ 0 h 2923"/>
                  <a:gd name="T22" fmla="*/ 0 w 2268"/>
                  <a:gd name="T23" fmla="*/ 0 h 2923"/>
                  <a:gd name="T24" fmla="*/ 0 w 2268"/>
                  <a:gd name="T25" fmla="*/ 0 h 292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68"/>
                  <a:gd name="T40" fmla="*/ 0 h 2923"/>
                  <a:gd name="T41" fmla="*/ 2268 w 2268"/>
                  <a:gd name="T42" fmla="*/ 2923 h 292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68" h="2923">
                    <a:moveTo>
                      <a:pt x="2254" y="1819"/>
                    </a:moveTo>
                    <a:lnTo>
                      <a:pt x="2169" y="1775"/>
                    </a:lnTo>
                    <a:lnTo>
                      <a:pt x="2127" y="1701"/>
                    </a:lnTo>
                    <a:lnTo>
                      <a:pt x="2127" y="1650"/>
                    </a:lnTo>
                    <a:lnTo>
                      <a:pt x="2254" y="1650"/>
                    </a:lnTo>
                    <a:lnTo>
                      <a:pt x="2268" y="1659"/>
                    </a:lnTo>
                    <a:lnTo>
                      <a:pt x="2268" y="0"/>
                    </a:lnTo>
                    <a:lnTo>
                      <a:pt x="0" y="0"/>
                    </a:lnTo>
                    <a:lnTo>
                      <a:pt x="0" y="2902"/>
                    </a:lnTo>
                    <a:lnTo>
                      <a:pt x="23" y="2923"/>
                    </a:lnTo>
                    <a:lnTo>
                      <a:pt x="2268" y="2685"/>
                    </a:lnTo>
                    <a:lnTo>
                      <a:pt x="2268" y="1844"/>
                    </a:lnTo>
                    <a:lnTo>
                      <a:pt x="2254" y="1819"/>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7" name="Freeform 33"/>
              <p:cNvSpPr>
                <a:spLocks/>
              </p:cNvSpPr>
              <p:nvPr/>
            </p:nvSpPr>
            <p:spPr bwMode="auto">
              <a:xfrm>
                <a:off x="4685" y="3501"/>
                <a:ext cx="209" cy="307"/>
              </a:xfrm>
              <a:custGeom>
                <a:avLst/>
                <a:gdLst>
                  <a:gd name="T0" fmla="*/ 0 w 1678"/>
                  <a:gd name="T1" fmla="*/ 0 h 2453"/>
                  <a:gd name="T2" fmla="*/ 0 w 1678"/>
                  <a:gd name="T3" fmla="*/ 0 h 2453"/>
                  <a:gd name="T4" fmla="*/ 0 w 1678"/>
                  <a:gd name="T5" fmla="*/ 0 h 2453"/>
                  <a:gd name="T6" fmla="*/ 0 w 1678"/>
                  <a:gd name="T7" fmla="*/ 0 h 2453"/>
                  <a:gd name="T8" fmla="*/ 0 w 1678"/>
                  <a:gd name="T9" fmla="*/ 0 h 2453"/>
                  <a:gd name="T10" fmla="*/ 0 w 1678"/>
                  <a:gd name="T11" fmla="*/ 0 h 2453"/>
                  <a:gd name="T12" fmla="*/ 0 w 1678"/>
                  <a:gd name="T13" fmla="*/ 0 h 2453"/>
                  <a:gd name="T14" fmla="*/ 0 w 1678"/>
                  <a:gd name="T15" fmla="*/ 0 h 2453"/>
                  <a:gd name="T16" fmla="*/ 0 w 1678"/>
                  <a:gd name="T17" fmla="*/ 0 h 2453"/>
                  <a:gd name="T18" fmla="*/ 0 w 1678"/>
                  <a:gd name="T19" fmla="*/ 0 h 2453"/>
                  <a:gd name="T20" fmla="*/ 0 w 1678"/>
                  <a:gd name="T21" fmla="*/ 0 h 2453"/>
                  <a:gd name="T22" fmla="*/ 0 w 1678"/>
                  <a:gd name="T23" fmla="*/ 0 h 2453"/>
                  <a:gd name="T24" fmla="*/ 0 w 1678"/>
                  <a:gd name="T25" fmla="*/ 0 h 2453"/>
                  <a:gd name="T26" fmla="*/ 0 w 1678"/>
                  <a:gd name="T27" fmla="*/ 0 h 2453"/>
                  <a:gd name="T28" fmla="*/ 0 w 1678"/>
                  <a:gd name="T29" fmla="*/ 0 h 2453"/>
                  <a:gd name="T30" fmla="*/ 0 w 1678"/>
                  <a:gd name="T31" fmla="*/ 0 h 2453"/>
                  <a:gd name="T32" fmla="*/ 0 w 1678"/>
                  <a:gd name="T33" fmla="*/ 0 h 2453"/>
                  <a:gd name="T34" fmla="*/ 0 w 1678"/>
                  <a:gd name="T35" fmla="*/ 0 h 2453"/>
                  <a:gd name="T36" fmla="*/ 0 w 1678"/>
                  <a:gd name="T37" fmla="*/ 0 h 2453"/>
                  <a:gd name="T38" fmla="*/ 0 w 1678"/>
                  <a:gd name="T39" fmla="*/ 0 h 2453"/>
                  <a:gd name="T40" fmla="*/ 0 w 1678"/>
                  <a:gd name="T41" fmla="*/ 0 h 2453"/>
                  <a:gd name="T42" fmla="*/ 0 w 1678"/>
                  <a:gd name="T43" fmla="*/ 0 h 2453"/>
                  <a:gd name="T44" fmla="*/ 0 w 1678"/>
                  <a:gd name="T45" fmla="*/ 0 h 2453"/>
                  <a:gd name="T46" fmla="*/ 0 w 1678"/>
                  <a:gd name="T47" fmla="*/ 0 h 2453"/>
                  <a:gd name="T48" fmla="*/ 0 w 1678"/>
                  <a:gd name="T49" fmla="*/ 0 h 2453"/>
                  <a:gd name="T50" fmla="*/ 0 w 1678"/>
                  <a:gd name="T51" fmla="*/ 0 h 2453"/>
                  <a:gd name="T52" fmla="*/ 0 w 1678"/>
                  <a:gd name="T53" fmla="*/ 0 h 2453"/>
                  <a:gd name="T54" fmla="*/ 0 w 1678"/>
                  <a:gd name="T55" fmla="*/ 0 h 2453"/>
                  <a:gd name="T56" fmla="*/ 0 w 1678"/>
                  <a:gd name="T57" fmla="*/ 0 h 2453"/>
                  <a:gd name="T58" fmla="*/ 0 w 1678"/>
                  <a:gd name="T59" fmla="*/ 0 h 2453"/>
                  <a:gd name="T60" fmla="*/ 0 w 1678"/>
                  <a:gd name="T61" fmla="*/ 0 h 2453"/>
                  <a:gd name="T62" fmla="*/ 0 w 1678"/>
                  <a:gd name="T63" fmla="*/ 0 h 2453"/>
                  <a:gd name="T64" fmla="*/ 0 w 1678"/>
                  <a:gd name="T65" fmla="*/ 0 h 2453"/>
                  <a:gd name="T66" fmla="*/ 0 w 1678"/>
                  <a:gd name="T67" fmla="*/ 0 h 2453"/>
                  <a:gd name="T68" fmla="*/ 0 w 1678"/>
                  <a:gd name="T69" fmla="*/ 0 h 2453"/>
                  <a:gd name="T70" fmla="*/ 0 w 1678"/>
                  <a:gd name="T71" fmla="*/ 0 h 2453"/>
                  <a:gd name="T72" fmla="*/ 0 w 1678"/>
                  <a:gd name="T73" fmla="*/ 0 h 2453"/>
                  <a:gd name="T74" fmla="*/ 0 w 1678"/>
                  <a:gd name="T75" fmla="*/ 0 h 2453"/>
                  <a:gd name="T76" fmla="*/ 0 w 1678"/>
                  <a:gd name="T77" fmla="*/ 0 h 2453"/>
                  <a:gd name="T78" fmla="*/ 0 w 1678"/>
                  <a:gd name="T79" fmla="*/ 0 h 2453"/>
                  <a:gd name="T80" fmla="*/ 0 w 1678"/>
                  <a:gd name="T81" fmla="*/ 0 h 2453"/>
                  <a:gd name="T82" fmla="*/ 0 w 1678"/>
                  <a:gd name="T83" fmla="*/ 0 h 2453"/>
                  <a:gd name="T84" fmla="*/ 0 w 1678"/>
                  <a:gd name="T85" fmla="*/ 0 h 2453"/>
                  <a:gd name="T86" fmla="*/ 0 w 1678"/>
                  <a:gd name="T87" fmla="*/ 0 h 2453"/>
                  <a:gd name="T88" fmla="*/ 0 w 1678"/>
                  <a:gd name="T89" fmla="*/ 0 h 245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78"/>
                  <a:gd name="T136" fmla="*/ 0 h 2453"/>
                  <a:gd name="T137" fmla="*/ 1678 w 1678"/>
                  <a:gd name="T138" fmla="*/ 2453 h 245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78" h="2453">
                    <a:moveTo>
                      <a:pt x="1678" y="1227"/>
                    </a:moveTo>
                    <a:lnTo>
                      <a:pt x="1673" y="1141"/>
                    </a:lnTo>
                    <a:lnTo>
                      <a:pt x="1667" y="1056"/>
                    </a:lnTo>
                    <a:lnTo>
                      <a:pt x="1658" y="973"/>
                    </a:lnTo>
                    <a:lnTo>
                      <a:pt x="1646" y="887"/>
                    </a:lnTo>
                    <a:lnTo>
                      <a:pt x="1623" y="805"/>
                    </a:lnTo>
                    <a:lnTo>
                      <a:pt x="1600" y="726"/>
                    </a:lnTo>
                    <a:lnTo>
                      <a:pt x="1577" y="650"/>
                    </a:lnTo>
                    <a:lnTo>
                      <a:pt x="1550" y="572"/>
                    </a:lnTo>
                    <a:lnTo>
                      <a:pt x="1515" y="502"/>
                    </a:lnTo>
                    <a:lnTo>
                      <a:pt x="1478" y="436"/>
                    </a:lnTo>
                    <a:lnTo>
                      <a:pt x="1440" y="371"/>
                    </a:lnTo>
                    <a:lnTo>
                      <a:pt x="1401" y="313"/>
                    </a:lnTo>
                    <a:lnTo>
                      <a:pt x="1354" y="258"/>
                    </a:lnTo>
                    <a:lnTo>
                      <a:pt x="1307" y="210"/>
                    </a:lnTo>
                    <a:lnTo>
                      <a:pt x="1251" y="164"/>
                    </a:lnTo>
                    <a:lnTo>
                      <a:pt x="1201" y="122"/>
                    </a:lnTo>
                    <a:lnTo>
                      <a:pt x="1148" y="87"/>
                    </a:lnTo>
                    <a:lnTo>
                      <a:pt x="1088" y="56"/>
                    </a:lnTo>
                    <a:lnTo>
                      <a:pt x="1031" y="39"/>
                    </a:lnTo>
                    <a:lnTo>
                      <a:pt x="978" y="21"/>
                    </a:lnTo>
                    <a:lnTo>
                      <a:pt x="917" y="9"/>
                    </a:lnTo>
                    <a:lnTo>
                      <a:pt x="858" y="0"/>
                    </a:lnTo>
                    <a:lnTo>
                      <a:pt x="805" y="5"/>
                    </a:lnTo>
                    <a:lnTo>
                      <a:pt x="742" y="12"/>
                    </a:lnTo>
                    <a:lnTo>
                      <a:pt x="687" y="25"/>
                    </a:lnTo>
                    <a:lnTo>
                      <a:pt x="625" y="41"/>
                    </a:lnTo>
                    <a:lnTo>
                      <a:pt x="567" y="65"/>
                    </a:lnTo>
                    <a:lnTo>
                      <a:pt x="514" y="97"/>
                    </a:lnTo>
                    <a:lnTo>
                      <a:pt x="460" y="133"/>
                    </a:lnTo>
                    <a:lnTo>
                      <a:pt x="408" y="177"/>
                    </a:lnTo>
                    <a:lnTo>
                      <a:pt x="359" y="221"/>
                    </a:lnTo>
                    <a:lnTo>
                      <a:pt x="311" y="276"/>
                    </a:lnTo>
                    <a:lnTo>
                      <a:pt x="267" y="329"/>
                    </a:lnTo>
                    <a:lnTo>
                      <a:pt x="225" y="390"/>
                    </a:lnTo>
                    <a:lnTo>
                      <a:pt x="187" y="456"/>
                    </a:lnTo>
                    <a:lnTo>
                      <a:pt x="152" y="524"/>
                    </a:lnTo>
                    <a:lnTo>
                      <a:pt x="122" y="597"/>
                    </a:lnTo>
                    <a:lnTo>
                      <a:pt x="90" y="671"/>
                    </a:lnTo>
                    <a:lnTo>
                      <a:pt x="64" y="752"/>
                    </a:lnTo>
                    <a:lnTo>
                      <a:pt x="44" y="830"/>
                    </a:lnTo>
                    <a:lnTo>
                      <a:pt x="30" y="913"/>
                    </a:lnTo>
                    <a:lnTo>
                      <a:pt x="16" y="996"/>
                    </a:lnTo>
                    <a:lnTo>
                      <a:pt x="7" y="1082"/>
                    </a:lnTo>
                    <a:lnTo>
                      <a:pt x="0" y="1166"/>
                    </a:lnTo>
                    <a:lnTo>
                      <a:pt x="0" y="1254"/>
                    </a:lnTo>
                    <a:lnTo>
                      <a:pt x="0" y="1342"/>
                    </a:lnTo>
                    <a:lnTo>
                      <a:pt x="7" y="1423"/>
                    </a:lnTo>
                    <a:lnTo>
                      <a:pt x="23" y="1508"/>
                    </a:lnTo>
                    <a:lnTo>
                      <a:pt x="39" y="1592"/>
                    </a:lnTo>
                    <a:lnTo>
                      <a:pt x="58" y="1676"/>
                    </a:lnTo>
                    <a:lnTo>
                      <a:pt x="80" y="1750"/>
                    </a:lnTo>
                    <a:lnTo>
                      <a:pt x="108" y="1830"/>
                    </a:lnTo>
                    <a:lnTo>
                      <a:pt x="141" y="1902"/>
                    </a:lnTo>
                    <a:lnTo>
                      <a:pt x="172" y="1970"/>
                    </a:lnTo>
                    <a:lnTo>
                      <a:pt x="210" y="2036"/>
                    </a:lnTo>
                    <a:lnTo>
                      <a:pt x="249" y="2100"/>
                    </a:lnTo>
                    <a:lnTo>
                      <a:pt x="295" y="2157"/>
                    </a:lnTo>
                    <a:lnTo>
                      <a:pt x="339" y="2209"/>
                    </a:lnTo>
                    <a:lnTo>
                      <a:pt x="387" y="2260"/>
                    </a:lnTo>
                    <a:lnTo>
                      <a:pt x="438" y="2303"/>
                    </a:lnTo>
                    <a:lnTo>
                      <a:pt x="493" y="2344"/>
                    </a:lnTo>
                    <a:lnTo>
                      <a:pt x="546" y="2379"/>
                    </a:lnTo>
                    <a:lnTo>
                      <a:pt x="602" y="2402"/>
                    </a:lnTo>
                    <a:lnTo>
                      <a:pt x="657" y="2423"/>
                    </a:lnTo>
                    <a:lnTo>
                      <a:pt x="717" y="2439"/>
                    </a:lnTo>
                    <a:lnTo>
                      <a:pt x="777" y="2446"/>
                    </a:lnTo>
                    <a:lnTo>
                      <a:pt x="834" y="2453"/>
                    </a:lnTo>
                    <a:lnTo>
                      <a:pt x="895" y="2446"/>
                    </a:lnTo>
                    <a:lnTo>
                      <a:pt x="954" y="2439"/>
                    </a:lnTo>
                    <a:lnTo>
                      <a:pt x="1012" y="2423"/>
                    </a:lnTo>
                    <a:lnTo>
                      <a:pt x="1067" y="2409"/>
                    </a:lnTo>
                    <a:lnTo>
                      <a:pt x="1123" y="2379"/>
                    </a:lnTo>
                    <a:lnTo>
                      <a:pt x="1178" y="2346"/>
                    </a:lnTo>
                    <a:lnTo>
                      <a:pt x="1231" y="2310"/>
                    </a:lnTo>
                    <a:lnTo>
                      <a:pt x="1282" y="2266"/>
                    </a:lnTo>
                    <a:lnTo>
                      <a:pt x="1332" y="2218"/>
                    </a:lnTo>
                    <a:lnTo>
                      <a:pt x="1379" y="2163"/>
                    </a:lnTo>
                    <a:lnTo>
                      <a:pt x="1420" y="2104"/>
                    </a:lnTo>
                    <a:lnTo>
                      <a:pt x="1464" y="2045"/>
                    </a:lnTo>
                    <a:lnTo>
                      <a:pt x="1499" y="1981"/>
                    </a:lnTo>
                    <a:lnTo>
                      <a:pt x="1535" y="1911"/>
                    </a:lnTo>
                    <a:lnTo>
                      <a:pt x="1568" y="1838"/>
                    </a:lnTo>
                    <a:lnTo>
                      <a:pt x="1589" y="1761"/>
                    </a:lnTo>
                    <a:lnTo>
                      <a:pt x="1614" y="1685"/>
                    </a:lnTo>
                    <a:lnTo>
                      <a:pt x="1636" y="1600"/>
                    </a:lnTo>
                    <a:lnTo>
                      <a:pt x="1651" y="1519"/>
                    </a:lnTo>
                    <a:lnTo>
                      <a:pt x="1660" y="1434"/>
                    </a:lnTo>
                    <a:lnTo>
                      <a:pt x="1671" y="1351"/>
                    </a:lnTo>
                    <a:lnTo>
                      <a:pt x="1678" y="1265"/>
                    </a:lnTo>
                    <a:lnTo>
                      <a:pt x="1678" y="1227"/>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8" name="Freeform 34"/>
              <p:cNvSpPr>
                <a:spLocks/>
              </p:cNvSpPr>
              <p:nvPr/>
            </p:nvSpPr>
            <p:spPr bwMode="auto">
              <a:xfrm>
                <a:off x="4789" y="3502"/>
                <a:ext cx="105" cy="257"/>
              </a:xfrm>
              <a:custGeom>
                <a:avLst/>
                <a:gdLst>
                  <a:gd name="T0" fmla="*/ 0 w 841"/>
                  <a:gd name="T1" fmla="*/ 0 h 2058"/>
                  <a:gd name="T2" fmla="*/ 0 w 841"/>
                  <a:gd name="T3" fmla="*/ 0 h 2058"/>
                  <a:gd name="T4" fmla="*/ 0 w 841"/>
                  <a:gd name="T5" fmla="*/ 0 h 2058"/>
                  <a:gd name="T6" fmla="*/ 0 w 841"/>
                  <a:gd name="T7" fmla="*/ 0 h 2058"/>
                  <a:gd name="T8" fmla="*/ 0 w 841"/>
                  <a:gd name="T9" fmla="*/ 0 h 2058"/>
                  <a:gd name="T10" fmla="*/ 0 w 841"/>
                  <a:gd name="T11" fmla="*/ 0 h 2058"/>
                  <a:gd name="T12" fmla="*/ 0 w 841"/>
                  <a:gd name="T13" fmla="*/ 0 h 2058"/>
                  <a:gd name="T14" fmla="*/ 0 w 841"/>
                  <a:gd name="T15" fmla="*/ 0 h 2058"/>
                  <a:gd name="T16" fmla="*/ 0 w 841"/>
                  <a:gd name="T17" fmla="*/ 0 h 2058"/>
                  <a:gd name="T18" fmla="*/ 0 w 841"/>
                  <a:gd name="T19" fmla="*/ 0 h 2058"/>
                  <a:gd name="T20" fmla="*/ 0 w 841"/>
                  <a:gd name="T21" fmla="*/ 0 h 2058"/>
                  <a:gd name="T22" fmla="*/ 0 w 841"/>
                  <a:gd name="T23" fmla="*/ 0 h 2058"/>
                  <a:gd name="T24" fmla="*/ 0 w 841"/>
                  <a:gd name="T25" fmla="*/ 0 h 2058"/>
                  <a:gd name="T26" fmla="*/ 0 w 841"/>
                  <a:gd name="T27" fmla="*/ 0 h 2058"/>
                  <a:gd name="T28" fmla="*/ 0 w 841"/>
                  <a:gd name="T29" fmla="*/ 0 h 2058"/>
                  <a:gd name="T30" fmla="*/ 0 w 841"/>
                  <a:gd name="T31" fmla="*/ 0 h 2058"/>
                  <a:gd name="T32" fmla="*/ 0 w 841"/>
                  <a:gd name="T33" fmla="*/ 0 h 2058"/>
                  <a:gd name="T34" fmla="*/ 0 w 841"/>
                  <a:gd name="T35" fmla="*/ 0 h 2058"/>
                  <a:gd name="T36" fmla="*/ 0 w 841"/>
                  <a:gd name="T37" fmla="*/ 0 h 2058"/>
                  <a:gd name="T38" fmla="*/ 0 w 841"/>
                  <a:gd name="T39" fmla="*/ 0 h 2058"/>
                  <a:gd name="T40" fmla="*/ 0 w 841"/>
                  <a:gd name="T41" fmla="*/ 0 h 2058"/>
                  <a:gd name="T42" fmla="*/ 0 w 841"/>
                  <a:gd name="T43" fmla="*/ 0 h 2058"/>
                  <a:gd name="T44" fmla="*/ 0 w 841"/>
                  <a:gd name="T45" fmla="*/ 0 h 2058"/>
                  <a:gd name="T46" fmla="*/ 0 w 841"/>
                  <a:gd name="T47" fmla="*/ 0 h 2058"/>
                  <a:gd name="T48" fmla="*/ 0 w 841"/>
                  <a:gd name="T49" fmla="*/ 0 h 2058"/>
                  <a:gd name="T50" fmla="*/ 0 w 841"/>
                  <a:gd name="T51" fmla="*/ 0 h 2058"/>
                  <a:gd name="T52" fmla="*/ 0 w 841"/>
                  <a:gd name="T53" fmla="*/ 0 h 2058"/>
                  <a:gd name="T54" fmla="*/ 0 w 841"/>
                  <a:gd name="T55" fmla="*/ 0 h 2058"/>
                  <a:gd name="T56" fmla="*/ 0 w 841"/>
                  <a:gd name="T57" fmla="*/ 0 h 2058"/>
                  <a:gd name="T58" fmla="*/ 0 w 841"/>
                  <a:gd name="T59" fmla="*/ 0 h 2058"/>
                  <a:gd name="T60" fmla="*/ 0 w 841"/>
                  <a:gd name="T61" fmla="*/ 0 h 2058"/>
                  <a:gd name="T62" fmla="*/ 0 w 841"/>
                  <a:gd name="T63" fmla="*/ 0 h 2058"/>
                  <a:gd name="T64" fmla="*/ 0 w 841"/>
                  <a:gd name="T65" fmla="*/ 0 h 2058"/>
                  <a:gd name="T66" fmla="*/ 0 w 841"/>
                  <a:gd name="T67" fmla="*/ 0 h 2058"/>
                  <a:gd name="T68" fmla="*/ 0 w 841"/>
                  <a:gd name="T69" fmla="*/ 0 h 2058"/>
                  <a:gd name="T70" fmla="*/ 0 w 841"/>
                  <a:gd name="T71" fmla="*/ 0 h 2058"/>
                  <a:gd name="T72" fmla="*/ 0 w 841"/>
                  <a:gd name="T73" fmla="*/ 0 h 205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41"/>
                  <a:gd name="T112" fmla="*/ 0 h 2058"/>
                  <a:gd name="T113" fmla="*/ 841 w 841"/>
                  <a:gd name="T114" fmla="*/ 2058 h 205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41" h="2058">
                    <a:moveTo>
                      <a:pt x="616" y="2058"/>
                    </a:moveTo>
                    <a:lnTo>
                      <a:pt x="654" y="1996"/>
                    </a:lnTo>
                    <a:lnTo>
                      <a:pt x="689" y="1927"/>
                    </a:lnTo>
                    <a:lnTo>
                      <a:pt x="722" y="1853"/>
                    </a:lnTo>
                    <a:lnTo>
                      <a:pt x="749" y="1776"/>
                    </a:lnTo>
                    <a:lnTo>
                      <a:pt x="772" y="1697"/>
                    </a:lnTo>
                    <a:lnTo>
                      <a:pt x="797" y="1618"/>
                    </a:lnTo>
                    <a:lnTo>
                      <a:pt x="809" y="1537"/>
                    </a:lnTo>
                    <a:lnTo>
                      <a:pt x="823" y="1452"/>
                    </a:lnTo>
                    <a:lnTo>
                      <a:pt x="834" y="1367"/>
                    </a:lnTo>
                    <a:lnTo>
                      <a:pt x="841" y="1284"/>
                    </a:lnTo>
                    <a:lnTo>
                      <a:pt x="841" y="1198"/>
                    </a:lnTo>
                    <a:lnTo>
                      <a:pt x="836" y="1110"/>
                    </a:lnTo>
                    <a:lnTo>
                      <a:pt x="830" y="1025"/>
                    </a:lnTo>
                    <a:lnTo>
                      <a:pt x="818" y="943"/>
                    </a:lnTo>
                    <a:lnTo>
                      <a:pt x="799" y="857"/>
                    </a:lnTo>
                    <a:lnTo>
                      <a:pt x="783" y="776"/>
                    </a:lnTo>
                    <a:lnTo>
                      <a:pt x="761" y="698"/>
                    </a:lnTo>
                    <a:lnTo>
                      <a:pt x="735" y="622"/>
                    </a:lnTo>
                    <a:lnTo>
                      <a:pt x="702" y="546"/>
                    </a:lnTo>
                    <a:lnTo>
                      <a:pt x="666" y="477"/>
                    </a:lnTo>
                    <a:lnTo>
                      <a:pt x="629" y="410"/>
                    </a:lnTo>
                    <a:lnTo>
                      <a:pt x="592" y="352"/>
                    </a:lnTo>
                    <a:lnTo>
                      <a:pt x="551" y="290"/>
                    </a:lnTo>
                    <a:lnTo>
                      <a:pt x="500" y="237"/>
                    </a:lnTo>
                    <a:lnTo>
                      <a:pt x="452" y="189"/>
                    </a:lnTo>
                    <a:lnTo>
                      <a:pt x="401" y="145"/>
                    </a:lnTo>
                    <a:lnTo>
                      <a:pt x="348" y="108"/>
                    </a:lnTo>
                    <a:lnTo>
                      <a:pt x="293" y="78"/>
                    </a:lnTo>
                    <a:lnTo>
                      <a:pt x="236" y="44"/>
                    </a:lnTo>
                    <a:lnTo>
                      <a:pt x="179" y="27"/>
                    </a:lnTo>
                    <a:lnTo>
                      <a:pt x="122" y="13"/>
                    </a:lnTo>
                    <a:lnTo>
                      <a:pt x="64" y="4"/>
                    </a:lnTo>
                    <a:lnTo>
                      <a:pt x="3" y="0"/>
                    </a:lnTo>
                    <a:lnTo>
                      <a:pt x="0" y="0"/>
                    </a:lnTo>
                    <a:lnTo>
                      <a:pt x="0" y="1226"/>
                    </a:lnTo>
                    <a:lnTo>
                      <a:pt x="616" y="205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9" name="Freeform 35"/>
              <p:cNvSpPr>
                <a:spLocks/>
              </p:cNvSpPr>
              <p:nvPr/>
            </p:nvSpPr>
            <p:spPr bwMode="auto">
              <a:xfrm>
                <a:off x="4757" y="3655"/>
                <a:ext cx="109" cy="152"/>
              </a:xfrm>
              <a:custGeom>
                <a:avLst/>
                <a:gdLst>
                  <a:gd name="T0" fmla="*/ 0 w 872"/>
                  <a:gd name="T1" fmla="*/ 0 h 1220"/>
                  <a:gd name="T2" fmla="*/ 0 w 872"/>
                  <a:gd name="T3" fmla="*/ 0 h 1220"/>
                  <a:gd name="T4" fmla="*/ 0 w 872"/>
                  <a:gd name="T5" fmla="*/ 0 h 1220"/>
                  <a:gd name="T6" fmla="*/ 0 w 872"/>
                  <a:gd name="T7" fmla="*/ 0 h 1220"/>
                  <a:gd name="T8" fmla="*/ 0 w 872"/>
                  <a:gd name="T9" fmla="*/ 0 h 1220"/>
                  <a:gd name="T10" fmla="*/ 0 w 872"/>
                  <a:gd name="T11" fmla="*/ 0 h 1220"/>
                  <a:gd name="T12" fmla="*/ 0 w 872"/>
                  <a:gd name="T13" fmla="*/ 0 h 1220"/>
                  <a:gd name="T14" fmla="*/ 0 w 872"/>
                  <a:gd name="T15" fmla="*/ 0 h 1220"/>
                  <a:gd name="T16" fmla="*/ 0 w 872"/>
                  <a:gd name="T17" fmla="*/ 0 h 1220"/>
                  <a:gd name="T18" fmla="*/ 0 w 872"/>
                  <a:gd name="T19" fmla="*/ 0 h 1220"/>
                  <a:gd name="T20" fmla="*/ 0 w 872"/>
                  <a:gd name="T21" fmla="*/ 0 h 1220"/>
                  <a:gd name="T22" fmla="*/ 0 w 872"/>
                  <a:gd name="T23" fmla="*/ 0 h 1220"/>
                  <a:gd name="T24" fmla="*/ 0 w 872"/>
                  <a:gd name="T25" fmla="*/ 0 h 1220"/>
                  <a:gd name="T26" fmla="*/ 0 w 872"/>
                  <a:gd name="T27" fmla="*/ 0 h 1220"/>
                  <a:gd name="T28" fmla="*/ 0 w 872"/>
                  <a:gd name="T29" fmla="*/ 0 h 1220"/>
                  <a:gd name="T30" fmla="*/ 0 w 872"/>
                  <a:gd name="T31" fmla="*/ 0 h 1220"/>
                  <a:gd name="T32" fmla="*/ 0 w 872"/>
                  <a:gd name="T33" fmla="*/ 0 h 1220"/>
                  <a:gd name="T34" fmla="*/ 0 w 872"/>
                  <a:gd name="T35" fmla="*/ 0 h 1220"/>
                  <a:gd name="T36" fmla="*/ 0 w 872"/>
                  <a:gd name="T37" fmla="*/ 0 h 12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2"/>
                  <a:gd name="T58" fmla="*/ 0 h 1220"/>
                  <a:gd name="T59" fmla="*/ 872 w 872"/>
                  <a:gd name="T60" fmla="*/ 1220 h 122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2" h="1220">
                    <a:moveTo>
                      <a:pt x="0" y="1165"/>
                    </a:moveTo>
                    <a:lnTo>
                      <a:pt x="59" y="1187"/>
                    </a:lnTo>
                    <a:lnTo>
                      <a:pt x="118" y="1205"/>
                    </a:lnTo>
                    <a:lnTo>
                      <a:pt x="178" y="1213"/>
                    </a:lnTo>
                    <a:lnTo>
                      <a:pt x="237" y="1220"/>
                    </a:lnTo>
                    <a:lnTo>
                      <a:pt x="299" y="1215"/>
                    </a:lnTo>
                    <a:lnTo>
                      <a:pt x="353" y="1211"/>
                    </a:lnTo>
                    <a:lnTo>
                      <a:pt x="411" y="1198"/>
                    </a:lnTo>
                    <a:lnTo>
                      <a:pt x="470" y="1178"/>
                    </a:lnTo>
                    <a:lnTo>
                      <a:pt x="528" y="1152"/>
                    </a:lnTo>
                    <a:lnTo>
                      <a:pt x="583" y="1125"/>
                    </a:lnTo>
                    <a:lnTo>
                      <a:pt x="634" y="1086"/>
                    </a:lnTo>
                    <a:lnTo>
                      <a:pt x="687" y="1044"/>
                    </a:lnTo>
                    <a:lnTo>
                      <a:pt x="738" y="994"/>
                    </a:lnTo>
                    <a:lnTo>
                      <a:pt x="786" y="943"/>
                    </a:lnTo>
                    <a:lnTo>
                      <a:pt x="835" y="890"/>
                    </a:lnTo>
                    <a:lnTo>
                      <a:pt x="872" y="832"/>
                    </a:lnTo>
                    <a:lnTo>
                      <a:pt x="256" y="0"/>
                    </a:lnTo>
                    <a:lnTo>
                      <a:pt x="0" y="1165"/>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0" name="Freeform 36"/>
              <p:cNvSpPr>
                <a:spLocks/>
              </p:cNvSpPr>
              <p:nvPr/>
            </p:nvSpPr>
            <p:spPr bwMode="auto">
              <a:xfrm>
                <a:off x="4713" y="3655"/>
                <a:ext cx="76" cy="146"/>
              </a:xfrm>
              <a:custGeom>
                <a:avLst/>
                <a:gdLst>
                  <a:gd name="T0" fmla="*/ 0 w 608"/>
                  <a:gd name="T1" fmla="*/ 0 h 1165"/>
                  <a:gd name="T2" fmla="*/ 0 w 608"/>
                  <a:gd name="T3" fmla="*/ 0 h 1165"/>
                  <a:gd name="T4" fmla="*/ 0 w 608"/>
                  <a:gd name="T5" fmla="*/ 0 h 1165"/>
                  <a:gd name="T6" fmla="*/ 0 w 608"/>
                  <a:gd name="T7" fmla="*/ 0 h 1165"/>
                  <a:gd name="T8" fmla="*/ 0 w 608"/>
                  <a:gd name="T9" fmla="*/ 0 h 1165"/>
                  <a:gd name="T10" fmla="*/ 0 w 608"/>
                  <a:gd name="T11" fmla="*/ 0 h 1165"/>
                  <a:gd name="T12" fmla="*/ 0 w 608"/>
                  <a:gd name="T13" fmla="*/ 0 h 1165"/>
                  <a:gd name="T14" fmla="*/ 0 w 608"/>
                  <a:gd name="T15" fmla="*/ 0 h 1165"/>
                  <a:gd name="T16" fmla="*/ 0 w 608"/>
                  <a:gd name="T17" fmla="*/ 0 h 1165"/>
                  <a:gd name="T18" fmla="*/ 0 w 608"/>
                  <a:gd name="T19" fmla="*/ 0 h 11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8"/>
                  <a:gd name="T31" fmla="*/ 0 h 1165"/>
                  <a:gd name="T32" fmla="*/ 608 w 608"/>
                  <a:gd name="T33" fmla="*/ 1165 h 11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8" h="1165">
                    <a:moveTo>
                      <a:pt x="0" y="840"/>
                    </a:moveTo>
                    <a:lnTo>
                      <a:pt x="42" y="899"/>
                    </a:lnTo>
                    <a:lnTo>
                      <a:pt x="91" y="957"/>
                    </a:lnTo>
                    <a:lnTo>
                      <a:pt x="143" y="1007"/>
                    </a:lnTo>
                    <a:lnTo>
                      <a:pt x="191" y="1053"/>
                    </a:lnTo>
                    <a:lnTo>
                      <a:pt x="244" y="1102"/>
                    </a:lnTo>
                    <a:lnTo>
                      <a:pt x="299" y="1134"/>
                    </a:lnTo>
                    <a:lnTo>
                      <a:pt x="352" y="1165"/>
                    </a:lnTo>
                    <a:lnTo>
                      <a:pt x="608" y="0"/>
                    </a:lnTo>
                    <a:lnTo>
                      <a:pt x="0" y="840"/>
                    </a:lnTo>
                    <a:close/>
                  </a:path>
                </a:pathLst>
              </a:custGeom>
              <a:solidFill>
                <a:srgbClr val="0CC1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1" name="Freeform 37"/>
              <p:cNvSpPr>
                <a:spLocks/>
              </p:cNvSpPr>
              <p:nvPr/>
            </p:nvSpPr>
            <p:spPr bwMode="auto">
              <a:xfrm>
                <a:off x="4685" y="3607"/>
                <a:ext cx="104" cy="153"/>
              </a:xfrm>
              <a:custGeom>
                <a:avLst/>
                <a:gdLst>
                  <a:gd name="T0" fmla="*/ 0 w 837"/>
                  <a:gd name="T1" fmla="*/ 0 h 1222"/>
                  <a:gd name="T2" fmla="*/ 0 w 837"/>
                  <a:gd name="T3" fmla="*/ 0 h 1222"/>
                  <a:gd name="T4" fmla="*/ 0 w 837"/>
                  <a:gd name="T5" fmla="*/ 0 h 1222"/>
                  <a:gd name="T6" fmla="*/ 0 w 837"/>
                  <a:gd name="T7" fmla="*/ 0 h 1222"/>
                  <a:gd name="T8" fmla="*/ 0 w 837"/>
                  <a:gd name="T9" fmla="*/ 0 h 1222"/>
                  <a:gd name="T10" fmla="*/ 0 w 837"/>
                  <a:gd name="T11" fmla="*/ 0 h 1222"/>
                  <a:gd name="T12" fmla="*/ 0 w 837"/>
                  <a:gd name="T13" fmla="*/ 0 h 1222"/>
                  <a:gd name="T14" fmla="*/ 0 w 837"/>
                  <a:gd name="T15" fmla="*/ 0 h 1222"/>
                  <a:gd name="T16" fmla="*/ 0 w 837"/>
                  <a:gd name="T17" fmla="*/ 0 h 1222"/>
                  <a:gd name="T18" fmla="*/ 0 w 837"/>
                  <a:gd name="T19" fmla="*/ 0 h 1222"/>
                  <a:gd name="T20" fmla="*/ 0 w 837"/>
                  <a:gd name="T21" fmla="*/ 0 h 1222"/>
                  <a:gd name="T22" fmla="*/ 0 w 837"/>
                  <a:gd name="T23" fmla="*/ 0 h 1222"/>
                  <a:gd name="T24" fmla="*/ 0 w 837"/>
                  <a:gd name="T25" fmla="*/ 0 h 1222"/>
                  <a:gd name="T26" fmla="*/ 0 w 837"/>
                  <a:gd name="T27" fmla="*/ 0 h 1222"/>
                  <a:gd name="T28" fmla="*/ 0 w 837"/>
                  <a:gd name="T29" fmla="*/ 0 h 1222"/>
                  <a:gd name="T30" fmla="*/ 0 w 837"/>
                  <a:gd name="T31" fmla="*/ 0 h 1222"/>
                  <a:gd name="T32" fmla="*/ 0 w 837"/>
                  <a:gd name="T33" fmla="*/ 0 h 1222"/>
                  <a:gd name="T34" fmla="*/ 0 w 837"/>
                  <a:gd name="T35" fmla="*/ 0 h 1222"/>
                  <a:gd name="T36" fmla="*/ 0 w 837"/>
                  <a:gd name="T37" fmla="*/ 0 h 12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7"/>
                  <a:gd name="T58" fmla="*/ 0 h 1222"/>
                  <a:gd name="T59" fmla="*/ 837 w 837"/>
                  <a:gd name="T60" fmla="*/ 1222 h 12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7" h="1222">
                    <a:moveTo>
                      <a:pt x="42" y="0"/>
                    </a:moveTo>
                    <a:lnTo>
                      <a:pt x="25" y="86"/>
                    </a:lnTo>
                    <a:lnTo>
                      <a:pt x="14" y="172"/>
                    </a:lnTo>
                    <a:lnTo>
                      <a:pt x="7" y="257"/>
                    </a:lnTo>
                    <a:lnTo>
                      <a:pt x="0" y="345"/>
                    </a:lnTo>
                    <a:lnTo>
                      <a:pt x="0" y="435"/>
                    </a:lnTo>
                    <a:lnTo>
                      <a:pt x="7" y="518"/>
                    </a:lnTo>
                    <a:lnTo>
                      <a:pt x="18" y="606"/>
                    </a:lnTo>
                    <a:lnTo>
                      <a:pt x="32" y="688"/>
                    </a:lnTo>
                    <a:lnTo>
                      <a:pt x="44" y="769"/>
                    </a:lnTo>
                    <a:lnTo>
                      <a:pt x="64" y="853"/>
                    </a:lnTo>
                    <a:lnTo>
                      <a:pt x="90" y="936"/>
                    </a:lnTo>
                    <a:lnTo>
                      <a:pt x="124" y="1009"/>
                    </a:lnTo>
                    <a:lnTo>
                      <a:pt x="157" y="1085"/>
                    </a:lnTo>
                    <a:lnTo>
                      <a:pt x="189" y="1154"/>
                    </a:lnTo>
                    <a:lnTo>
                      <a:pt x="225" y="1217"/>
                    </a:lnTo>
                    <a:lnTo>
                      <a:pt x="229" y="1222"/>
                    </a:lnTo>
                    <a:lnTo>
                      <a:pt x="837" y="382"/>
                    </a:lnTo>
                    <a:lnTo>
                      <a:pt x="42"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2" name="Freeform 38"/>
              <p:cNvSpPr>
                <a:spLocks/>
              </p:cNvSpPr>
              <p:nvPr/>
            </p:nvSpPr>
            <p:spPr bwMode="auto">
              <a:xfrm>
                <a:off x="4414" y="3020"/>
                <a:ext cx="15" cy="15"/>
              </a:xfrm>
              <a:custGeom>
                <a:avLst/>
                <a:gdLst>
                  <a:gd name="T0" fmla="*/ 0 w 122"/>
                  <a:gd name="T1" fmla="*/ 0 h 119"/>
                  <a:gd name="T2" fmla="*/ 0 w 122"/>
                  <a:gd name="T3" fmla="*/ 0 h 119"/>
                  <a:gd name="T4" fmla="*/ 0 w 122"/>
                  <a:gd name="T5" fmla="*/ 0 h 119"/>
                  <a:gd name="T6" fmla="*/ 0 w 122"/>
                  <a:gd name="T7" fmla="*/ 0 h 119"/>
                  <a:gd name="T8" fmla="*/ 0 w 122"/>
                  <a:gd name="T9" fmla="*/ 0 h 119"/>
                  <a:gd name="T10" fmla="*/ 0 w 122"/>
                  <a:gd name="T11" fmla="*/ 0 h 119"/>
                  <a:gd name="T12" fmla="*/ 0 w 122"/>
                  <a:gd name="T13" fmla="*/ 0 h 119"/>
                  <a:gd name="T14" fmla="*/ 0 w 122"/>
                  <a:gd name="T15" fmla="*/ 0 h 119"/>
                  <a:gd name="T16" fmla="*/ 0 w 122"/>
                  <a:gd name="T17" fmla="*/ 0 h 119"/>
                  <a:gd name="T18" fmla="*/ 0 w 122"/>
                  <a:gd name="T19" fmla="*/ 0 h 119"/>
                  <a:gd name="T20" fmla="*/ 0 w 122"/>
                  <a:gd name="T21" fmla="*/ 0 h 119"/>
                  <a:gd name="T22" fmla="*/ 0 w 122"/>
                  <a:gd name="T23" fmla="*/ 0 h 119"/>
                  <a:gd name="T24" fmla="*/ 0 w 122"/>
                  <a:gd name="T25" fmla="*/ 0 h 119"/>
                  <a:gd name="T26" fmla="*/ 0 w 122"/>
                  <a:gd name="T27" fmla="*/ 0 h 119"/>
                  <a:gd name="T28" fmla="*/ 0 w 122"/>
                  <a:gd name="T29" fmla="*/ 0 h 119"/>
                  <a:gd name="T30" fmla="*/ 0 w 122"/>
                  <a:gd name="T31" fmla="*/ 0 h 119"/>
                  <a:gd name="T32" fmla="*/ 0 w 122"/>
                  <a:gd name="T33" fmla="*/ 0 h 119"/>
                  <a:gd name="T34" fmla="*/ 0 w 122"/>
                  <a:gd name="T35" fmla="*/ 0 h 119"/>
                  <a:gd name="T36" fmla="*/ 0 w 122"/>
                  <a:gd name="T37" fmla="*/ 0 h 119"/>
                  <a:gd name="T38" fmla="*/ 0 w 122"/>
                  <a:gd name="T39" fmla="*/ 0 h 119"/>
                  <a:gd name="T40" fmla="*/ 0 w 122"/>
                  <a:gd name="T41" fmla="*/ 0 h 11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2"/>
                  <a:gd name="T64" fmla="*/ 0 h 119"/>
                  <a:gd name="T65" fmla="*/ 122 w 122"/>
                  <a:gd name="T66" fmla="*/ 119 h 11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2" h="119">
                    <a:moveTo>
                      <a:pt x="122" y="57"/>
                    </a:moveTo>
                    <a:lnTo>
                      <a:pt x="117" y="44"/>
                    </a:lnTo>
                    <a:lnTo>
                      <a:pt x="106" y="25"/>
                    </a:lnTo>
                    <a:lnTo>
                      <a:pt x="95" y="13"/>
                    </a:lnTo>
                    <a:lnTo>
                      <a:pt x="76" y="4"/>
                    </a:lnTo>
                    <a:lnTo>
                      <a:pt x="60" y="0"/>
                    </a:lnTo>
                    <a:lnTo>
                      <a:pt x="41" y="4"/>
                    </a:lnTo>
                    <a:lnTo>
                      <a:pt x="25" y="13"/>
                    </a:lnTo>
                    <a:lnTo>
                      <a:pt x="12" y="29"/>
                    </a:lnTo>
                    <a:lnTo>
                      <a:pt x="0" y="44"/>
                    </a:lnTo>
                    <a:lnTo>
                      <a:pt x="0" y="64"/>
                    </a:lnTo>
                    <a:lnTo>
                      <a:pt x="5" y="82"/>
                    </a:lnTo>
                    <a:lnTo>
                      <a:pt x="14" y="99"/>
                    </a:lnTo>
                    <a:lnTo>
                      <a:pt x="27" y="110"/>
                    </a:lnTo>
                    <a:lnTo>
                      <a:pt x="47" y="119"/>
                    </a:lnTo>
                    <a:lnTo>
                      <a:pt x="62" y="119"/>
                    </a:lnTo>
                    <a:lnTo>
                      <a:pt x="83" y="115"/>
                    </a:lnTo>
                    <a:lnTo>
                      <a:pt x="99" y="106"/>
                    </a:lnTo>
                    <a:lnTo>
                      <a:pt x="113" y="92"/>
                    </a:lnTo>
                    <a:lnTo>
                      <a:pt x="120" y="69"/>
                    </a:lnTo>
                    <a:lnTo>
                      <a:pt x="122" y="5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3" name="Freeform 39"/>
              <p:cNvSpPr>
                <a:spLocks/>
              </p:cNvSpPr>
              <p:nvPr/>
            </p:nvSpPr>
            <p:spPr bwMode="auto">
              <a:xfrm>
                <a:off x="5034" y="2980"/>
                <a:ext cx="57" cy="57"/>
              </a:xfrm>
              <a:custGeom>
                <a:avLst/>
                <a:gdLst>
                  <a:gd name="T0" fmla="*/ 0 w 457"/>
                  <a:gd name="T1" fmla="*/ 0 h 451"/>
                  <a:gd name="T2" fmla="*/ 0 w 457"/>
                  <a:gd name="T3" fmla="*/ 0 h 451"/>
                  <a:gd name="T4" fmla="*/ 0 w 457"/>
                  <a:gd name="T5" fmla="*/ 0 h 451"/>
                  <a:gd name="T6" fmla="*/ 0 w 457"/>
                  <a:gd name="T7" fmla="*/ 0 h 451"/>
                  <a:gd name="T8" fmla="*/ 0 w 457"/>
                  <a:gd name="T9" fmla="*/ 0 h 451"/>
                  <a:gd name="T10" fmla="*/ 0 w 457"/>
                  <a:gd name="T11" fmla="*/ 0 h 451"/>
                  <a:gd name="T12" fmla="*/ 0 w 457"/>
                  <a:gd name="T13" fmla="*/ 0 h 451"/>
                  <a:gd name="T14" fmla="*/ 0 w 457"/>
                  <a:gd name="T15" fmla="*/ 0 h 451"/>
                  <a:gd name="T16" fmla="*/ 0 w 457"/>
                  <a:gd name="T17" fmla="*/ 0 h 451"/>
                  <a:gd name="T18" fmla="*/ 0 w 457"/>
                  <a:gd name="T19" fmla="*/ 0 h 451"/>
                  <a:gd name="T20" fmla="*/ 0 w 457"/>
                  <a:gd name="T21" fmla="*/ 0 h 451"/>
                  <a:gd name="T22" fmla="*/ 0 w 457"/>
                  <a:gd name="T23" fmla="*/ 0 h 451"/>
                  <a:gd name="T24" fmla="*/ 0 w 457"/>
                  <a:gd name="T25" fmla="*/ 0 h 451"/>
                  <a:gd name="T26" fmla="*/ 0 w 457"/>
                  <a:gd name="T27" fmla="*/ 0 h 451"/>
                  <a:gd name="T28" fmla="*/ 0 w 457"/>
                  <a:gd name="T29" fmla="*/ 0 h 451"/>
                  <a:gd name="T30" fmla="*/ 0 w 457"/>
                  <a:gd name="T31" fmla="*/ 0 h 451"/>
                  <a:gd name="T32" fmla="*/ 0 w 457"/>
                  <a:gd name="T33" fmla="*/ 0 h 451"/>
                  <a:gd name="T34" fmla="*/ 0 w 457"/>
                  <a:gd name="T35" fmla="*/ 0 h 451"/>
                  <a:gd name="T36" fmla="*/ 0 w 457"/>
                  <a:gd name="T37" fmla="*/ 0 h 451"/>
                  <a:gd name="T38" fmla="*/ 0 w 457"/>
                  <a:gd name="T39" fmla="*/ 0 h 451"/>
                  <a:gd name="T40" fmla="*/ 0 w 457"/>
                  <a:gd name="T41" fmla="*/ 0 h 451"/>
                  <a:gd name="T42" fmla="*/ 0 w 457"/>
                  <a:gd name="T43" fmla="*/ 0 h 451"/>
                  <a:gd name="T44" fmla="*/ 0 w 457"/>
                  <a:gd name="T45" fmla="*/ 0 h 451"/>
                  <a:gd name="T46" fmla="*/ 0 w 457"/>
                  <a:gd name="T47" fmla="*/ 0 h 451"/>
                  <a:gd name="T48" fmla="*/ 0 w 457"/>
                  <a:gd name="T49" fmla="*/ 0 h 451"/>
                  <a:gd name="T50" fmla="*/ 0 w 457"/>
                  <a:gd name="T51" fmla="*/ 0 h 451"/>
                  <a:gd name="T52" fmla="*/ 0 w 457"/>
                  <a:gd name="T53" fmla="*/ 0 h 45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57"/>
                  <a:gd name="T82" fmla="*/ 0 h 451"/>
                  <a:gd name="T83" fmla="*/ 457 w 457"/>
                  <a:gd name="T84" fmla="*/ 451 h 45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57" h="451">
                    <a:moveTo>
                      <a:pt x="429" y="260"/>
                    </a:moveTo>
                    <a:lnTo>
                      <a:pt x="373" y="176"/>
                    </a:lnTo>
                    <a:lnTo>
                      <a:pt x="323" y="176"/>
                    </a:lnTo>
                    <a:lnTo>
                      <a:pt x="145" y="120"/>
                    </a:lnTo>
                    <a:lnTo>
                      <a:pt x="222" y="76"/>
                    </a:lnTo>
                    <a:lnTo>
                      <a:pt x="292" y="76"/>
                    </a:lnTo>
                    <a:lnTo>
                      <a:pt x="323" y="95"/>
                    </a:lnTo>
                    <a:lnTo>
                      <a:pt x="373" y="95"/>
                    </a:lnTo>
                    <a:lnTo>
                      <a:pt x="457" y="141"/>
                    </a:lnTo>
                    <a:lnTo>
                      <a:pt x="457" y="99"/>
                    </a:lnTo>
                    <a:lnTo>
                      <a:pt x="323" y="0"/>
                    </a:lnTo>
                    <a:lnTo>
                      <a:pt x="175" y="46"/>
                    </a:lnTo>
                    <a:lnTo>
                      <a:pt x="103" y="9"/>
                    </a:lnTo>
                    <a:lnTo>
                      <a:pt x="125" y="69"/>
                    </a:lnTo>
                    <a:lnTo>
                      <a:pt x="39" y="170"/>
                    </a:lnTo>
                    <a:lnTo>
                      <a:pt x="39" y="270"/>
                    </a:lnTo>
                    <a:lnTo>
                      <a:pt x="0" y="451"/>
                    </a:lnTo>
                    <a:lnTo>
                      <a:pt x="57" y="260"/>
                    </a:lnTo>
                    <a:lnTo>
                      <a:pt x="81" y="219"/>
                    </a:lnTo>
                    <a:lnTo>
                      <a:pt x="184" y="309"/>
                    </a:lnTo>
                    <a:lnTo>
                      <a:pt x="277" y="309"/>
                    </a:lnTo>
                    <a:lnTo>
                      <a:pt x="145" y="242"/>
                    </a:lnTo>
                    <a:lnTo>
                      <a:pt x="152" y="185"/>
                    </a:lnTo>
                    <a:lnTo>
                      <a:pt x="235" y="226"/>
                    </a:lnTo>
                    <a:lnTo>
                      <a:pt x="292" y="226"/>
                    </a:lnTo>
                    <a:lnTo>
                      <a:pt x="349" y="196"/>
                    </a:lnTo>
                    <a:lnTo>
                      <a:pt x="429" y="2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4" name="Freeform 40"/>
              <p:cNvSpPr>
                <a:spLocks/>
              </p:cNvSpPr>
              <p:nvPr/>
            </p:nvSpPr>
            <p:spPr bwMode="auto">
              <a:xfrm>
                <a:off x="4959" y="2977"/>
                <a:ext cx="57" cy="37"/>
              </a:xfrm>
              <a:custGeom>
                <a:avLst/>
                <a:gdLst>
                  <a:gd name="T0" fmla="*/ 0 w 455"/>
                  <a:gd name="T1" fmla="*/ 0 h 296"/>
                  <a:gd name="T2" fmla="*/ 0 w 455"/>
                  <a:gd name="T3" fmla="*/ 0 h 296"/>
                  <a:gd name="T4" fmla="*/ 0 w 455"/>
                  <a:gd name="T5" fmla="*/ 0 h 296"/>
                  <a:gd name="T6" fmla="*/ 0 w 455"/>
                  <a:gd name="T7" fmla="*/ 0 h 296"/>
                  <a:gd name="T8" fmla="*/ 0 w 455"/>
                  <a:gd name="T9" fmla="*/ 0 h 296"/>
                  <a:gd name="T10" fmla="*/ 0 w 455"/>
                  <a:gd name="T11" fmla="*/ 0 h 296"/>
                  <a:gd name="T12" fmla="*/ 0 w 455"/>
                  <a:gd name="T13" fmla="*/ 0 h 296"/>
                  <a:gd name="T14" fmla="*/ 0 w 455"/>
                  <a:gd name="T15" fmla="*/ 0 h 296"/>
                  <a:gd name="T16" fmla="*/ 0 w 455"/>
                  <a:gd name="T17" fmla="*/ 0 h 296"/>
                  <a:gd name="T18" fmla="*/ 0 w 455"/>
                  <a:gd name="T19" fmla="*/ 0 h 296"/>
                  <a:gd name="T20" fmla="*/ 0 w 455"/>
                  <a:gd name="T21" fmla="*/ 0 h 296"/>
                  <a:gd name="T22" fmla="*/ 0 w 455"/>
                  <a:gd name="T23" fmla="*/ 0 h 296"/>
                  <a:gd name="T24" fmla="*/ 0 w 455"/>
                  <a:gd name="T25" fmla="*/ 0 h 296"/>
                  <a:gd name="T26" fmla="*/ 0 w 455"/>
                  <a:gd name="T27" fmla="*/ 0 h 296"/>
                  <a:gd name="T28" fmla="*/ 0 w 455"/>
                  <a:gd name="T29" fmla="*/ 0 h 296"/>
                  <a:gd name="T30" fmla="*/ 0 w 455"/>
                  <a:gd name="T31" fmla="*/ 0 h 296"/>
                  <a:gd name="T32" fmla="*/ 0 w 455"/>
                  <a:gd name="T33" fmla="*/ 0 h 296"/>
                  <a:gd name="T34" fmla="*/ 0 w 455"/>
                  <a:gd name="T35" fmla="*/ 0 h 296"/>
                  <a:gd name="T36" fmla="*/ 0 w 455"/>
                  <a:gd name="T37" fmla="*/ 0 h 296"/>
                  <a:gd name="T38" fmla="*/ 0 w 455"/>
                  <a:gd name="T39" fmla="*/ 0 h 296"/>
                  <a:gd name="T40" fmla="*/ 0 w 455"/>
                  <a:gd name="T41" fmla="*/ 0 h 296"/>
                  <a:gd name="T42" fmla="*/ 0 w 455"/>
                  <a:gd name="T43" fmla="*/ 0 h 296"/>
                  <a:gd name="T44" fmla="*/ 0 w 455"/>
                  <a:gd name="T45" fmla="*/ 0 h 296"/>
                  <a:gd name="T46" fmla="*/ 0 w 455"/>
                  <a:gd name="T47" fmla="*/ 0 h 296"/>
                  <a:gd name="T48" fmla="*/ 0 w 455"/>
                  <a:gd name="T49" fmla="*/ 0 h 2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55"/>
                  <a:gd name="T76" fmla="*/ 0 h 296"/>
                  <a:gd name="T77" fmla="*/ 455 w 455"/>
                  <a:gd name="T78" fmla="*/ 296 h 29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55" h="296">
                    <a:moveTo>
                      <a:pt x="70" y="236"/>
                    </a:moveTo>
                    <a:lnTo>
                      <a:pt x="141" y="167"/>
                    </a:lnTo>
                    <a:lnTo>
                      <a:pt x="298" y="152"/>
                    </a:lnTo>
                    <a:lnTo>
                      <a:pt x="402" y="112"/>
                    </a:lnTo>
                    <a:lnTo>
                      <a:pt x="330" y="72"/>
                    </a:lnTo>
                    <a:lnTo>
                      <a:pt x="182" y="72"/>
                    </a:lnTo>
                    <a:lnTo>
                      <a:pt x="0" y="125"/>
                    </a:lnTo>
                    <a:lnTo>
                      <a:pt x="0" y="112"/>
                    </a:lnTo>
                    <a:lnTo>
                      <a:pt x="105" y="17"/>
                    </a:lnTo>
                    <a:lnTo>
                      <a:pt x="220" y="0"/>
                    </a:lnTo>
                    <a:lnTo>
                      <a:pt x="342" y="53"/>
                    </a:lnTo>
                    <a:lnTo>
                      <a:pt x="411" y="53"/>
                    </a:lnTo>
                    <a:lnTo>
                      <a:pt x="424" y="121"/>
                    </a:lnTo>
                    <a:lnTo>
                      <a:pt x="360" y="167"/>
                    </a:lnTo>
                    <a:lnTo>
                      <a:pt x="386" y="222"/>
                    </a:lnTo>
                    <a:lnTo>
                      <a:pt x="455" y="202"/>
                    </a:lnTo>
                    <a:lnTo>
                      <a:pt x="420" y="268"/>
                    </a:lnTo>
                    <a:lnTo>
                      <a:pt x="286" y="296"/>
                    </a:lnTo>
                    <a:lnTo>
                      <a:pt x="238" y="296"/>
                    </a:lnTo>
                    <a:lnTo>
                      <a:pt x="376" y="245"/>
                    </a:lnTo>
                    <a:lnTo>
                      <a:pt x="342" y="206"/>
                    </a:lnTo>
                    <a:lnTo>
                      <a:pt x="263" y="211"/>
                    </a:lnTo>
                    <a:lnTo>
                      <a:pt x="215" y="220"/>
                    </a:lnTo>
                    <a:lnTo>
                      <a:pt x="162" y="196"/>
                    </a:lnTo>
                    <a:lnTo>
                      <a:pt x="70" y="2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5" name="Freeform 41"/>
              <p:cNvSpPr>
                <a:spLocks/>
              </p:cNvSpPr>
              <p:nvPr/>
            </p:nvSpPr>
            <p:spPr bwMode="auto">
              <a:xfrm>
                <a:off x="4988" y="3050"/>
                <a:ext cx="80" cy="37"/>
              </a:xfrm>
              <a:custGeom>
                <a:avLst/>
                <a:gdLst>
                  <a:gd name="T0" fmla="*/ 0 w 634"/>
                  <a:gd name="T1" fmla="*/ 0 h 294"/>
                  <a:gd name="T2" fmla="*/ 0 w 634"/>
                  <a:gd name="T3" fmla="*/ 0 h 294"/>
                  <a:gd name="T4" fmla="*/ 0 w 634"/>
                  <a:gd name="T5" fmla="*/ 0 h 294"/>
                  <a:gd name="T6" fmla="*/ 0 w 634"/>
                  <a:gd name="T7" fmla="*/ 0 h 294"/>
                  <a:gd name="T8" fmla="*/ 0 w 634"/>
                  <a:gd name="T9" fmla="*/ 0 h 294"/>
                  <a:gd name="T10" fmla="*/ 0 w 634"/>
                  <a:gd name="T11" fmla="*/ 0 h 294"/>
                  <a:gd name="T12" fmla="*/ 0 w 634"/>
                  <a:gd name="T13" fmla="*/ 0 h 294"/>
                  <a:gd name="T14" fmla="*/ 0 w 634"/>
                  <a:gd name="T15" fmla="*/ 0 h 294"/>
                  <a:gd name="T16" fmla="*/ 0 w 634"/>
                  <a:gd name="T17" fmla="*/ 0 h 294"/>
                  <a:gd name="T18" fmla="*/ 0 w 634"/>
                  <a:gd name="T19" fmla="*/ 0 h 294"/>
                  <a:gd name="T20" fmla="*/ 0 w 634"/>
                  <a:gd name="T21" fmla="*/ 0 h 294"/>
                  <a:gd name="T22" fmla="*/ 0 w 634"/>
                  <a:gd name="T23" fmla="*/ 0 h 294"/>
                  <a:gd name="T24" fmla="*/ 0 w 634"/>
                  <a:gd name="T25" fmla="*/ 0 h 294"/>
                  <a:gd name="T26" fmla="*/ 0 w 634"/>
                  <a:gd name="T27" fmla="*/ 0 h 294"/>
                  <a:gd name="T28" fmla="*/ 0 w 634"/>
                  <a:gd name="T29" fmla="*/ 0 h 294"/>
                  <a:gd name="T30" fmla="*/ 0 w 634"/>
                  <a:gd name="T31" fmla="*/ 0 h 294"/>
                  <a:gd name="T32" fmla="*/ 0 w 634"/>
                  <a:gd name="T33" fmla="*/ 0 h 294"/>
                  <a:gd name="T34" fmla="*/ 0 w 634"/>
                  <a:gd name="T35" fmla="*/ 0 h 294"/>
                  <a:gd name="T36" fmla="*/ 0 w 634"/>
                  <a:gd name="T37" fmla="*/ 0 h 294"/>
                  <a:gd name="T38" fmla="*/ 0 w 634"/>
                  <a:gd name="T39" fmla="*/ 0 h 294"/>
                  <a:gd name="T40" fmla="*/ 0 w 634"/>
                  <a:gd name="T41" fmla="*/ 0 h 294"/>
                  <a:gd name="T42" fmla="*/ 0 w 634"/>
                  <a:gd name="T43" fmla="*/ 0 h 294"/>
                  <a:gd name="T44" fmla="*/ 0 w 634"/>
                  <a:gd name="T45" fmla="*/ 0 h 294"/>
                  <a:gd name="T46" fmla="*/ 0 w 634"/>
                  <a:gd name="T47" fmla="*/ 0 h 294"/>
                  <a:gd name="T48" fmla="*/ 0 w 634"/>
                  <a:gd name="T49" fmla="*/ 0 h 294"/>
                  <a:gd name="T50" fmla="*/ 0 w 634"/>
                  <a:gd name="T51" fmla="*/ 0 h 294"/>
                  <a:gd name="T52" fmla="*/ 0 w 634"/>
                  <a:gd name="T53" fmla="*/ 0 h 29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34"/>
                  <a:gd name="T82" fmla="*/ 0 h 294"/>
                  <a:gd name="T83" fmla="*/ 634 w 634"/>
                  <a:gd name="T84" fmla="*/ 294 h 29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34" h="294">
                    <a:moveTo>
                      <a:pt x="97" y="0"/>
                    </a:moveTo>
                    <a:lnTo>
                      <a:pt x="173" y="22"/>
                    </a:lnTo>
                    <a:lnTo>
                      <a:pt x="226" y="71"/>
                    </a:lnTo>
                    <a:lnTo>
                      <a:pt x="270" y="96"/>
                    </a:lnTo>
                    <a:lnTo>
                      <a:pt x="344" y="96"/>
                    </a:lnTo>
                    <a:lnTo>
                      <a:pt x="470" y="22"/>
                    </a:lnTo>
                    <a:lnTo>
                      <a:pt x="412" y="87"/>
                    </a:lnTo>
                    <a:lnTo>
                      <a:pt x="412" y="158"/>
                    </a:lnTo>
                    <a:lnTo>
                      <a:pt x="355" y="228"/>
                    </a:lnTo>
                    <a:lnTo>
                      <a:pt x="584" y="228"/>
                    </a:lnTo>
                    <a:lnTo>
                      <a:pt x="621" y="209"/>
                    </a:lnTo>
                    <a:lnTo>
                      <a:pt x="634" y="260"/>
                    </a:lnTo>
                    <a:lnTo>
                      <a:pt x="606" y="294"/>
                    </a:lnTo>
                    <a:lnTo>
                      <a:pt x="568" y="251"/>
                    </a:lnTo>
                    <a:lnTo>
                      <a:pt x="355" y="251"/>
                    </a:lnTo>
                    <a:lnTo>
                      <a:pt x="307" y="269"/>
                    </a:lnTo>
                    <a:lnTo>
                      <a:pt x="199" y="237"/>
                    </a:lnTo>
                    <a:lnTo>
                      <a:pt x="32" y="237"/>
                    </a:lnTo>
                    <a:lnTo>
                      <a:pt x="7" y="260"/>
                    </a:lnTo>
                    <a:lnTo>
                      <a:pt x="0" y="209"/>
                    </a:lnTo>
                    <a:lnTo>
                      <a:pt x="54" y="191"/>
                    </a:lnTo>
                    <a:lnTo>
                      <a:pt x="32" y="228"/>
                    </a:lnTo>
                    <a:lnTo>
                      <a:pt x="217" y="228"/>
                    </a:lnTo>
                    <a:lnTo>
                      <a:pt x="307" y="237"/>
                    </a:lnTo>
                    <a:lnTo>
                      <a:pt x="194" y="134"/>
                    </a:lnTo>
                    <a:lnTo>
                      <a:pt x="148" y="39"/>
                    </a:lnTo>
                    <a:lnTo>
                      <a:pt x="9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6" name="Freeform 42"/>
              <p:cNvSpPr>
                <a:spLocks/>
              </p:cNvSpPr>
              <p:nvPr/>
            </p:nvSpPr>
            <p:spPr bwMode="auto">
              <a:xfrm>
                <a:off x="5010" y="3091"/>
                <a:ext cx="40" cy="9"/>
              </a:xfrm>
              <a:custGeom>
                <a:avLst/>
                <a:gdLst>
                  <a:gd name="T0" fmla="*/ 0 w 323"/>
                  <a:gd name="T1" fmla="*/ 0 h 73"/>
                  <a:gd name="T2" fmla="*/ 0 w 323"/>
                  <a:gd name="T3" fmla="*/ 0 h 73"/>
                  <a:gd name="T4" fmla="*/ 0 w 323"/>
                  <a:gd name="T5" fmla="*/ 0 h 73"/>
                  <a:gd name="T6" fmla="*/ 0 w 323"/>
                  <a:gd name="T7" fmla="*/ 0 h 73"/>
                  <a:gd name="T8" fmla="*/ 0 w 323"/>
                  <a:gd name="T9" fmla="*/ 0 h 73"/>
                  <a:gd name="T10" fmla="*/ 0 w 323"/>
                  <a:gd name="T11" fmla="*/ 0 h 73"/>
                  <a:gd name="T12" fmla="*/ 0 w 323"/>
                  <a:gd name="T13" fmla="*/ 0 h 73"/>
                  <a:gd name="T14" fmla="*/ 0 60000 65536"/>
                  <a:gd name="T15" fmla="*/ 0 60000 65536"/>
                  <a:gd name="T16" fmla="*/ 0 60000 65536"/>
                  <a:gd name="T17" fmla="*/ 0 60000 65536"/>
                  <a:gd name="T18" fmla="*/ 0 60000 65536"/>
                  <a:gd name="T19" fmla="*/ 0 60000 65536"/>
                  <a:gd name="T20" fmla="*/ 0 60000 65536"/>
                  <a:gd name="T21" fmla="*/ 0 w 323"/>
                  <a:gd name="T22" fmla="*/ 0 h 73"/>
                  <a:gd name="T23" fmla="*/ 323 w 323"/>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 h="73">
                    <a:moveTo>
                      <a:pt x="0" y="0"/>
                    </a:moveTo>
                    <a:lnTo>
                      <a:pt x="97" y="46"/>
                    </a:lnTo>
                    <a:lnTo>
                      <a:pt x="208" y="46"/>
                    </a:lnTo>
                    <a:lnTo>
                      <a:pt x="323" y="0"/>
                    </a:lnTo>
                    <a:lnTo>
                      <a:pt x="230" y="73"/>
                    </a:lnTo>
                    <a:lnTo>
                      <a:pt x="90" y="7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7" name="Freeform 43"/>
              <p:cNvSpPr>
                <a:spLocks/>
              </p:cNvSpPr>
              <p:nvPr/>
            </p:nvSpPr>
            <p:spPr bwMode="auto">
              <a:xfrm>
                <a:off x="5055" y="3045"/>
                <a:ext cx="16" cy="26"/>
              </a:xfrm>
              <a:custGeom>
                <a:avLst/>
                <a:gdLst>
                  <a:gd name="T0" fmla="*/ 0 w 129"/>
                  <a:gd name="T1" fmla="*/ 0 h 211"/>
                  <a:gd name="T2" fmla="*/ 0 w 129"/>
                  <a:gd name="T3" fmla="*/ 0 h 211"/>
                  <a:gd name="T4" fmla="*/ 0 w 129"/>
                  <a:gd name="T5" fmla="*/ 0 h 211"/>
                  <a:gd name="T6" fmla="*/ 0 w 129"/>
                  <a:gd name="T7" fmla="*/ 0 h 211"/>
                  <a:gd name="T8" fmla="*/ 0 w 129"/>
                  <a:gd name="T9" fmla="*/ 0 h 211"/>
                  <a:gd name="T10" fmla="*/ 0 60000 65536"/>
                  <a:gd name="T11" fmla="*/ 0 60000 65536"/>
                  <a:gd name="T12" fmla="*/ 0 60000 65536"/>
                  <a:gd name="T13" fmla="*/ 0 60000 65536"/>
                  <a:gd name="T14" fmla="*/ 0 60000 65536"/>
                  <a:gd name="T15" fmla="*/ 0 w 129"/>
                  <a:gd name="T16" fmla="*/ 0 h 211"/>
                  <a:gd name="T17" fmla="*/ 129 w 129"/>
                  <a:gd name="T18" fmla="*/ 211 h 211"/>
                </a:gdLst>
                <a:ahLst/>
                <a:cxnLst>
                  <a:cxn ang="T10">
                    <a:pos x="T0" y="T1"/>
                  </a:cxn>
                  <a:cxn ang="T11">
                    <a:pos x="T2" y="T3"/>
                  </a:cxn>
                  <a:cxn ang="T12">
                    <a:pos x="T4" y="T5"/>
                  </a:cxn>
                  <a:cxn ang="T13">
                    <a:pos x="T6" y="T7"/>
                  </a:cxn>
                  <a:cxn ang="T14">
                    <a:pos x="T8" y="T9"/>
                  </a:cxn>
                </a:cxnLst>
                <a:rect l="T15" t="T16" r="T17" b="T18"/>
                <a:pathLst>
                  <a:path w="129" h="211">
                    <a:moveTo>
                      <a:pt x="0" y="0"/>
                    </a:moveTo>
                    <a:lnTo>
                      <a:pt x="51" y="103"/>
                    </a:lnTo>
                    <a:lnTo>
                      <a:pt x="129" y="211"/>
                    </a:lnTo>
                    <a:lnTo>
                      <a:pt x="20" y="10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8" name="Freeform 44"/>
              <p:cNvSpPr>
                <a:spLocks/>
              </p:cNvSpPr>
              <p:nvPr/>
            </p:nvSpPr>
            <p:spPr bwMode="auto">
              <a:xfrm>
                <a:off x="4978" y="3041"/>
                <a:ext cx="20" cy="31"/>
              </a:xfrm>
              <a:custGeom>
                <a:avLst/>
                <a:gdLst>
                  <a:gd name="T0" fmla="*/ 0 w 159"/>
                  <a:gd name="T1" fmla="*/ 0 h 242"/>
                  <a:gd name="T2" fmla="*/ 0 w 159"/>
                  <a:gd name="T3" fmla="*/ 0 h 242"/>
                  <a:gd name="T4" fmla="*/ 0 w 159"/>
                  <a:gd name="T5" fmla="*/ 0 h 242"/>
                  <a:gd name="T6" fmla="*/ 0 w 159"/>
                  <a:gd name="T7" fmla="*/ 0 h 242"/>
                  <a:gd name="T8" fmla="*/ 0 w 159"/>
                  <a:gd name="T9" fmla="*/ 0 h 242"/>
                  <a:gd name="T10" fmla="*/ 0 w 159"/>
                  <a:gd name="T11" fmla="*/ 0 h 242"/>
                  <a:gd name="T12" fmla="*/ 0 60000 65536"/>
                  <a:gd name="T13" fmla="*/ 0 60000 65536"/>
                  <a:gd name="T14" fmla="*/ 0 60000 65536"/>
                  <a:gd name="T15" fmla="*/ 0 60000 65536"/>
                  <a:gd name="T16" fmla="*/ 0 60000 65536"/>
                  <a:gd name="T17" fmla="*/ 0 60000 65536"/>
                  <a:gd name="T18" fmla="*/ 0 w 159"/>
                  <a:gd name="T19" fmla="*/ 0 h 242"/>
                  <a:gd name="T20" fmla="*/ 159 w 159"/>
                  <a:gd name="T21" fmla="*/ 242 h 242"/>
                </a:gdLst>
                <a:ahLst/>
                <a:cxnLst>
                  <a:cxn ang="T12">
                    <a:pos x="T0" y="T1"/>
                  </a:cxn>
                  <a:cxn ang="T13">
                    <a:pos x="T2" y="T3"/>
                  </a:cxn>
                  <a:cxn ang="T14">
                    <a:pos x="T4" y="T5"/>
                  </a:cxn>
                  <a:cxn ang="T15">
                    <a:pos x="T6" y="T7"/>
                  </a:cxn>
                  <a:cxn ang="T16">
                    <a:pos x="T8" y="T9"/>
                  </a:cxn>
                  <a:cxn ang="T17">
                    <a:pos x="T10" y="T11"/>
                  </a:cxn>
                </a:cxnLst>
                <a:rect l="T18" t="T19" r="T20" b="T21"/>
                <a:pathLst>
                  <a:path w="159" h="242">
                    <a:moveTo>
                      <a:pt x="159" y="0"/>
                    </a:moveTo>
                    <a:lnTo>
                      <a:pt x="74" y="103"/>
                    </a:lnTo>
                    <a:lnTo>
                      <a:pt x="0" y="143"/>
                    </a:lnTo>
                    <a:lnTo>
                      <a:pt x="0" y="242"/>
                    </a:lnTo>
                    <a:lnTo>
                      <a:pt x="102" y="83"/>
                    </a:lnTo>
                    <a:lnTo>
                      <a:pt x="15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9" name="Freeform 45"/>
              <p:cNvSpPr>
                <a:spLocks/>
              </p:cNvSpPr>
              <p:nvPr/>
            </p:nvSpPr>
            <p:spPr bwMode="auto">
              <a:xfrm>
                <a:off x="4916" y="2823"/>
                <a:ext cx="124" cy="337"/>
              </a:xfrm>
              <a:custGeom>
                <a:avLst/>
                <a:gdLst>
                  <a:gd name="T0" fmla="*/ 0 w 991"/>
                  <a:gd name="T1" fmla="*/ 0 h 2692"/>
                  <a:gd name="T2" fmla="*/ 0 w 991"/>
                  <a:gd name="T3" fmla="*/ 0 h 2692"/>
                  <a:gd name="T4" fmla="*/ 0 w 991"/>
                  <a:gd name="T5" fmla="*/ 0 h 2692"/>
                  <a:gd name="T6" fmla="*/ 0 w 991"/>
                  <a:gd name="T7" fmla="*/ 0 h 2692"/>
                  <a:gd name="T8" fmla="*/ 0 w 991"/>
                  <a:gd name="T9" fmla="*/ 0 h 2692"/>
                  <a:gd name="T10" fmla="*/ 0 w 991"/>
                  <a:gd name="T11" fmla="*/ 0 h 2692"/>
                  <a:gd name="T12" fmla="*/ 0 w 991"/>
                  <a:gd name="T13" fmla="*/ 0 h 2692"/>
                  <a:gd name="T14" fmla="*/ 0 w 991"/>
                  <a:gd name="T15" fmla="*/ 0 h 2692"/>
                  <a:gd name="T16" fmla="*/ 0 w 991"/>
                  <a:gd name="T17" fmla="*/ 0 h 2692"/>
                  <a:gd name="T18" fmla="*/ 0 w 991"/>
                  <a:gd name="T19" fmla="*/ 0 h 2692"/>
                  <a:gd name="T20" fmla="*/ 0 w 991"/>
                  <a:gd name="T21" fmla="*/ 0 h 2692"/>
                  <a:gd name="T22" fmla="*/ 0 w 991"/>
                  <a:gd name="T23" fmla="*/ 0 h 2692"/>
                  <a:gd name="T24" fmla="*/ 0 w 991"/>
                  <a:gd name="T25" fmla="*/ 0 h 2692"/>
                  <a:gd name="T26" fmla="*/ 0 w 991"/>
                  <a:gd name="T27" fmla="*/ 0 h 2692"/>
                  <a:gd name="T28" fmla="*/ 0 w 991"/>
                  <a:gd name="T29" fmla="*/ 0 h 2692"/>
                  <a:gd name="T30" fmla="*/ 0 w 991"/>
                  <a:gd name="T31" fmla="*/ 0 h 2692"/>
                  <a:gd name="T32" fmla="*/ 0 w 991"/>
                  <a:gd name="T33" fmla="*/ 0 h 2692"/>
                  <a:gd name="T34" fmla="*/ 0 w 991"/>
                  <a:gd name="T35" fmla="*/ 0 h 2692"/>
                  <a:gd name="T36" fmla="*/ 0 w 991"/>
                  <a:gd name="T37" fmla="*/ 0 h 2692"/>
                  <a:gd name="T38" fmla="*/ 0 w 991"/>
                  <a:gd name="T39" fmla="*/ 0 h 2692"/>
                  <a:gd name="T40" fmla="*/ 0 w 991"/>
                  <a:gd name="T41" fmla="*/ 0 h 2692"/>
                  <a:gd name="T42" fmla="*/ 0 w 991"/>
                  <a:gd name="T43" fmla="*/ 0 h 2692"/>
                  <a:gd name="T44" fmla="*/ 0 w 991"/>
                  <a:gd name="T45" fmla="*/ 0 h 2692"/>
                  <a:gd name="T46" fmla="*/ 0 w 991"/>
                  <a:gd name="T47" fmla="*/ 0 h 2692"/>
                  <a:gd name="T48" fmla="*/ 0 w 991"/>
                  <a:gd name="T49" fmla="*/ 0 h 2692"/>
                  <a:gd name="T50" fmla="*/ 0 w 991"/>
                  <a:gd name="T51" fmla="*/ 0 h 2692"/>
                  <a:gd name="T52" fmla="*/ 0 w 991"/>
                  <a:gd name="T53" fmla="*/ 0 h 2692"/>
                  <a:gd name="T54" fmla="*/ 0 w 991"/>
                  <a:gd name="T55" fmla="*/ 0 h 2692"/>
                  <a:gd name="T56" fmla="*/ 0 w 991"/>
                  <a:gd name="T57" fmla="*/ 0 h 2692"/>
                  <a:gd name="T58" fmla="*/ 0 w 991"/>
                  <a:gd name="T59" fmla="*/ 0 h 2692"/>
                  <a:gd name="T60" fmla="*/ 0 w 991"/>
                  <a:gd name="T61" fmla="*/ 0 h 2692"/>
                  <a:gd name="T62" fmla="*/ 0 w 991"/>
                  <a:gd name="T63" fmla="*/ 0 h 2692"/>
                  <a:gd name="T64" fmla="*/ 0 w 991"/>
                  <a:gd name="T65" fmla="*/ 0 h 2692"/>
                  <a:gd name="T66" fmla="*/ 0 w 991"/>
                  <a:gd name="T67" fmla="*/ 0 h 2692"/>
                  <a:gd name="T68" fmla="*/ 0 w 991"/>
                  <a:gd name="T69" fmla="*/ 0 h 2692"/>
                  <a:gd name="T70" fmla="*/ 0 w 991"/>
                  <a:gd name="T71" fmla="*/ 0 h 2692"/>
                  <a:gd name="T72" fmla="*/ 0 w 991"/>
                  <a:gd name="T73" fmla="*/ 0 h 2692"/>
                  <a:gd name="T74" fmla="*/ 0 w 991"/>
                  <a:gd name="T75" fmla="*/ 0 h 2692"/>
                  <a:gd name="T76" fmla="*/ 0 w 991"/>
                  <a:gd name="T77" fmla="*/ 0 h 2692"/>
                  <a:gd name="T78" fmla="*/ 0 w 991"/>
                  <a:gd name="T79" fmla="*/ 0 h 2692"/>
                  <a:gd name="T80" fmla="*/ 0 w 991"/>
                  <a:gd name="T81" fmla="*/ 0 h 2692"/>
                  <a:gd name="T82" fmla="*/ 0 w 991"/>
                  <a:gd name="T83" fmla="*/ 0 h 2692"/>
                  <a:gd name="T84" fmla="*/ 0 w 991"/>
                  <a:gd name="T85" fmla="*/ 0 h 2692"/>
                  <a:gd name="T86" fmla="*/ 0 w 991"/>
                  <a:gd name="T87" fmla="*/ 0 h 2692"/>
                  <a:gd name="T88" fmla="*/ 0 w 991"/>
                  <a:gd name="T89" fmla="*/ 0 h 2692"/>
                  <a:gd name="T90" fmla="*/ 0 w 991"/>
                  <a:gd name="T91" fmla="*/ 0 h 2692"/>
                  <a:gd name="T92" fmla="*/ 0 w 991"/>
                  <a:gd name="T93" fmla="*/ 0 h 2692"/>
                  <a:gd name="T94" fmla="*/ 0 w 991"/>
                  <a:gd name="T95" fmla="*/ 0 h 2692"/>
                  <a:gd name="T96" fmla="*/ 0 w 991"/>
                  <a:gd name="T97" fmla="*/ 0 h 2692"/>
                  <a:gd name="T98" fmla="*/ 0 w 991"/>
                  <a:gd name="T99" fmla="*/ 0 h 2692"/>
                  <a:gd name="T100" fmla="*/ 0 w 991"/>
                  <a:gd name="T101" fmla="*/ 0 h 2692"/>
                  <a:gd name="T102" fmla="*/ 0 w 991"/>
                  <a:gd name="T103" fmla="*/ 0 h 2692"/>
                  <a:gd name="T104" fmla="*/ 0 w 991"/>
                  <a:gd name="T105" fmla="*/ 0 h 2692"/>
                  <a:gd name="T106" fmla="*/ 0 w 991"/>
                  <a:gd name="T107" fmla="*/ 0 h 2692"/>
                  <a:gd name="T108" fmla="*/ 0 w 991"/>
                  <a:gd name="T109" fmla="*/ 0 h 2692"/>
                  <a:gd name="T110" fmla="*/ 0 w 991"/>
                  <a:gd name="T111" fmla="*/ 0 h 2692"/>
                  <a:gd name="T112" fmla="*/ 0 w 991"/>
                  <a:gd name="T113" fmla="*/ 0 h 2692"/>
                  <a:gd name="T114" fmla="*/ 0 w 991"/>
                  <a:gd name="T115" fmla="*/ 0 h 2692"/>
                  <a:gd name="T116" fmla="*/ 0 w 991"/>
                  <a:gd name="T117" fmla="*/ 0 h 2692"/>
                  <a:gd name="T118" fmla="*/ 0 w 991"/>
                  <a:gd name="T119" fmla="*/ 0 h 2692"/>
                  <a:gd name="T120" fmla="*/ 0 w 991"/>
                  <a:gd name="T121" fmla="*/ 0 h 2692"/>
                  <a:gd name="T122" fmla="*/ 0 w 991"/>
                  <a:gd name="T123" fmla="*/ 0 h 2692"/>
                  <a:gd name="T124" fmla="*/ 0 w 991"/>
                  <a:gd name="T125" fmla="*/ 0 h 26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91"/>
                  <a:gd name="T190" fmla="*/ 0 h 2692"/>
                  <a:gd name="T191" fmla="*/ 991 w 991"/>
                  <a:gd name="T192" fmla="*/ 2692 h 269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91" h="2692">
                    <a:moveTo>
                      <a:pt x="176" y="465"/>
                    </a:moveTo>
                    <a:lnTo>
                      <a:pt x="60" y="615"/>
                    </a:lnTo>
                    <a:lnTo>
                      <a:pt x="0" y="975"/>
                    </a:lnTo>
                    <a:lnTo>
                      <a:pt x="31" y="1102"/>
                    </a:lnTo>
                    <a:lnTo>
                      <a:pt x="5" y="1171"/>
                    </a:lnTo>
                    <a:lnTo>
                      <a:pt x="60" y="1151"/>
                    </a:lnTo>
                    <a:lnTo>
                      <a:pt x="125" y="1256"/>
                    </a:lnTo>
                    <a:lnTo>
                      <a:pt x="176" y="1630"/>
                    </a:lnTo>
                    <a:lnTo>
                      <a:pt x="251" y="2035"/>
                    </a:lnTo>
                    <a:lnTo>
                      <a:pt x="293" y="2111"/>
                    </a:lnTo>
                    <a:lnTo>
                      <a:pt x="293" y="2259"/>
                    </a:lnTo>
                    <a:lnTo>
                      <a:pt x="393" y="2513"/>
                    </a:lnTo>
                    <a:lnTo>
                      <a:pt x="727" y="2692"/>
                    </a:lnTo>
                    <a:lnTo>
                      <a:pt x="400" y="2480"/>
                    </a:lnTo>
                    <a:lnTo>
                      <a:pt x="330" y="2250"/>
                    </a:lnTo>
                    <a:lnTo>
                      <a:pt x="330" y="2158"/>
                    </a:lnTo>
                    <a:lnTo>
                      <a:pt x="535" y="2375"/>
                    </a:lnTo>
                    <a:lnTo>
                      <a:pt x="743" y="2485"/>
                    </a:lnTo>
                    <a:lnTo>
                      <a:pt x="899" y="2527"/>
                    </a:lnTo>
                    <a:lnTo>
                      <a:pt x="980" y="2485"/>
                    </a:lnTo>
                    <a:lnTo>
                      <a:pt x="811" y="2485"/>
                    </a:lnTo>
                    <a:lnTo>
                      <a:pt x="639" y="2413"/>
                    </a:lnTo>
                    <a:lnTo>
                      <a:pt x="519" y="2316"/>
                    </a:lnTo>
                    <a:lnTo>
                      <a:pt x="316" y="2086"/>
                    </a:lnTo>
                    <a:lnTo>
                      <a:pt x="307" y="1931"/>
                    </a:lnTo>
                    <a:lnTo>
                      <a:pt x="213" y="1650"/>
                    </a:lnTo>
                    <a:lnTo>
                      <a:pt x="220" y="1441"/>
                    </a:lnTo>
                    <a:lnTo>
                      <a:pt x="183" y="1283"/>
                    </a:lnTo>
                    <a:lnTo>
                      <a:pt x="251" y="1019"/>
                    </a:lnTo>
                    <a:lnTo>
                      <a:pt x="220" y="809"/>
                    </a:lnTo>
                    <a:lnTo>
                      <a:pt x="266" y="703"/>
                    </a:lnTo>
                    <a:lnTo>
                      <a:pt x="341" y="694"/>
                    </a:lnTo>
                    <a:lnTo>
                      <a:pt x="284" y="818"/>
                    </a:lnTo>
                    <a:lnTo>
                      <a:pt x="363" y="784"/>
                    </a:lnTo>
                    <a:lnTo>
                      <a:pt x="316" y="852"/>
                    </a:lnTo>
                    <a:lnTo>
                      <a:pt x="334" y="918"/>
                    </a:lnTo>
                    <a:lnTo>
                      <a:pt x="496" y="784"/>
                    </a:lnTo>
                    <a:lnTo>
                      <a:pt x="639" y="784"/>
                    </a:lnTo>
                    <a:lnTo>
                      <a:pt x="743" y="719"/>
                    </a:lnTo>
                    <a:lnTo>
                      <a:pt x="826" y="672"/>
                    </a:lnTo>
                    <a:lnTo>
                      <a:pt x="874" y="672"/>
                    </a:lnTo>
                    <a:lnTo>
                      <a:pt x="991" y="775"/>
                    </a:lnTo>
                    <a:lnTo>
                      <a:pt x="890" y="663"/>
                    </a:lnTo>
                    <a:lnTo>
                      <a:pt x="828" y="654"/>
                    </a:lnTo>
                    <a:lnTo>
                      <a:pt x="778" y="663"/>
                    </a:lnTo>
                    <a:lnTo>
                      <a:pt x="620" y="749"/>
                    </a:lnTo>
                    <a:lnTo>
                      <a:pt x="545" y="749"/>
                    </a:lnTo>
                    <a:lnTo>
                      <a:pt x="400" y="663"/>
                    </a:lnTo>
                    <a:lnTo>
                      <a:pt x="316" y="654"/>
                    </a:lnTo>
                    <a:lnTo>
                      <a:pt x="266" y="663"/>
                    </a:lnTo>
                    <a:lnTo>
                      <a:pt x="159" y="771"/>
                    </a:lnTo>
                    <a:lnTo>
                      <a:pt x="316" y="514"/>
                    </a:lnTo>
                    <a:lnTo>
                      <a:pt x="183" y="599"/>
                    </a:lnTo>
                    <a:lnTo>
                      <a:pt x="378" y="305"/>
                    </a:lnTo>
                    <a:lnTo>
                      <a:pt x="266" y="362"/>
                    </a:lnTo>
                    <a:lnTo>
                      <a:pt x="390" y="219"/>
                    </a:lnTo>
                    <a:lnTo>
                      <a:pt x="671" y="66"/>
                    </a:lnTo>
                    <a:lnTo>
                      <a:pt x="912" y="0"/>
                    </a:lnTo>
                    <a:lnTo>
                      <a:pt x="648" y="53"/>
                    </a:lnTo>
                    <a:lnTo>
                      <a:pt x="307" y="219"/>
                    </a:lnTo>
                    <a:lnTo>
                      <a:pt x="198" y="334"/>
                    </a:lnTo>
                    <a:lnTo>
                      <a:pt x="176" y="419"/>
                    </a:lnTo>
                    <a:lnTo>
                      <a:pt x="176" y="4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0" name="Freeform 46"/>
              <p:cNvSpPr>
                <a:spLocks/>
              </p:cNvSpPr>
              <p:nvPr/>
            </p:nvSpPr>
            <p:spPr bwMode="auto">
              <a:xfrm>
                <a:off x="5031" y="2823"/>
                <a:ext cx="67" cy="101"/>
              </a:xfrm>
              <a:custGeom>
                <a:avLst/>
                <a:gdLst>
                  <a:gd name="T0" fmla="*/ 0 w 530"/>
                  <a:gd name="T1" fmla="*/ 0 h 809"/>
                  <a:gd name="T2" fmla="*/ 0 w 530"/>
                  <a:gd name="T3" fmla="*/ 0 h 809"/>
                  <a:gd name="T4" fmla="*/ 0 w 530"/>
                  <a:gd name="T5" fmla="*/ 0 h 809"/>
                  <a:gd name="T6" fmla="*/ 0 w 530"/>
                  <a:gd name="T7" fmla="*/ 0 h 809"/>
                  <a:gd name="T8" fmla="*/ 0 w 530"/>
                  <a:gd name="T9" fmla="*/ 0 h 809"/>
                  <a:gd name="T10" fmla="*/ 0 w 530"/>
                  <a:gd name="T11" fmla="*/ 0 h 809"/>
                  <a:gd name="T12" fmla="*/ 0 w 530"/>
                  <a:gd name="T13" fmla="*/ 0 h 809"/>
                  <a:gd name="T14" fmla="*/ 0 w 530"/>
                  <a:gd name="T15" fmla="*/ 0 h 809"/>
                  <a:gd name="T16" fmla="*/ 0 w 530"/>
                  <a:gd name="T17" fmla="*/ 0 h 809"/>
                  <a:gd name="T18" fmla="*/ 0 w 530"/>
                  <a:gd name="T19" fmla="*/ 0 h 809"/>
                  <a:gd name="T20" fmla="*/ 0 w 530"/>
                  <a:gd name="T21" fmla="*/ 0 h 809"/>
                  <a:gd name="T22" fmla="*/ 0 w 530"/>
                  <a:gd name="T23" fmla="*/ 0 h 809"/>
                  <a:gd name="T24" fmla="*/ 0 w 530"/>
                  <a:gd name="T25" fmla="*/ 0 h 809"/>
                  <a:gd name="T26" fmla="*/ 0 w 530"/>
                  <a:gd name="T27" fmla="*/ 0 h 809"/>
                  <a:gd name="T28" fmla="*/ 0 w 530"/>
                  <a:gd name="T29" fmla="*/ 0 h 809"/>
                  <a:gd name="T30" fmla="*/ 0 w 530"/>
                  <a:gd name="T31" fmla="*/ 0 h 809"/>
                  <a:gd name="T32" fmla="*/ 0 w 530"/>
                  <a:gd name="T33" fmla="*/ 0 h 809"/>
                  <a:gd name="T34" fmla="*/ 0 w 530"/>
                  <a:gd name="T35" fmla="*/ 0 h 809"/>
                  <a:gd name="T36" fmla="*/ 0 w 530"/>
                  <a:gd name="T37" fmla="*/ 0 h 809"/>
                  <a:gd name="T38" fmla="*/ 0 w 530"/>
                  <a:gd name="T39" fmla="*/ 0 h 809"/>
                  <a:gd name="T40" fmla="*/ 0 w 530"/>
                  <a:gd name="T41" fmla="*/ 0 h 809"/>
                  <a:gd name="T42" fmla="*/ 0 w 530"/>
                  <a:gd name="T43" fmla="*/ 0 h 809"/>
                  <a:gd name="T44" fmla="*/ 0 w 530"/>
                  <a:gd name="T45" fmla="*/ 0 h 809"/>
                  <a:gd name="T46" fmla="*/ 0 w 530"/>
                  <a:gd name="T47" fmla="*/ 0 h 809"/>
                  <a:gd name="T48" fmla="*/ 0 w 530"/>
                  <a:gd name="T49" fmla="*/ 0 h 809"/>
                  <a:gd name="T50" fmla="*/ 0 w 530"/>
                  <a:gd name="T51" fmla="*/ 0 h 809"/>
                  <a:gd name="T52" fmla="*/ 0 w 530"/>
                  <a:gd name="T53" fmla="*/ 0 h 809"/>
                  <a:gd name="T54" fmla="*/ 0 w 530"/>
                  <a:gd name="T55" fmla="*/ 0 h 809"/>
                  <a:gd name="T56" fmla="*/ 0 w 530"/>
                  <a:gd name="T57" fmla="*/ 0 h 809"/>
                  <a:gd name="T58" fmla="*/ 0 w 530"/>
                  <a:gd name="T59" fmla="*/ 0 h 8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30"/>
                  <a:gd name="T91" fmla="*/ 0 h 809"/>
                  <a:gd name="T92" fmla="*/ 530 w 530"/>
                  <a:gd name="T93" fmla="*/ 809 h 8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30" h="809">
                    <a:moveTo>
                      <a:pt x="4" y="636"/>
                    </a:moveTo>
                    <a:lnTo>
                      <a:pt x="75" y="809"/>
                    </a:lnTo>
                    <a:lnTo>
                      <a:pt x="362" y="636"/>
                    </a:lnTo>
                    <a:lnTo>
                      <a:pt x="362" y="578"/>
                    </a:lnTo>
                    <a:lnTo>
                      <a:pt x="400" y="650"/>
                    </a:lnTo>
                    <a:lnTo>
                      <a:pt x="447" y="564"/>
                    </a:lnTo>
                    <a:lnTo>
                      <a:pt x="495" y="567"/>
                    </a:lnTo>
                    <a:lnTo>
                      <a:pt x="512" y="564"/>
                    </a:lnTo>
                    <a:lnTo>
                      <a:pt x="530" y="440"/>
                    </a:lnTo>
                    <a:lnTo>
                      <a:pt x="523" y="325"/>
                    </a:lnTo>
                    <a:lnTo>
                      <a:pt x="447" y="189"/>
                    </a:lnTo>
                    <a:lnTo>
                      <a:pt x="295" y="81"/>
                    </a:lnTo>
                    <a:lnTo>
                      <a:pt x="121" y="0"/>
                    </a:lnTo>
                    <a:lnTo>
                      <a:pt x="325" y="127"/>
                    </a:lnTo>
                    <a:lnTo>
                      <a:pt x="413" y="230"/>
                    </a:lnTo>
                    <a:lnTo>
                      <a:pt x="246" y="136"/>
                    </a:lnTo>
                    <a:lnTo>
                      <a:pt x="382" y="251"/>
                    </a:lnTo>
                    <a:lnTo>
                      <a:pt x="417" y="334"/>
                    </a:lnTo>
                    <a:lnTo>
                      <a:pt x="341" y="258"/>
                    </a:lnTo>
                    <a:lnTo>
                      <a:pt x="209" y="219"/>
                    </a:lnTo>
                    <a:lnTo>
                      <a:pt x="348" y="334"/>
                    </a:lnTo>
                    <a:lnTo>
                      <a:pt x="373" y="465"/>
                    </a:lnTo>
                    <a:lnTo>
                      <a:pt x="253" y="351"/>
                    </a:lnTo>
                    <a:lnTo>
                      <a:pt x="295" y="465"/>
                    </a:lnTo>
                    <a:lnTo>
                      <a:pt x="170" y="465"/>
                    </a:lnTo>
                    <a:lnTo>
                      <a:pt x="202" y="608"/>
                    </a:lnTo>
                    <a:lnTo>
                      <a:pt x="180" y="703"/>
                    </a:lnTo>
                    <a:lnTo>
                      <a:pt x="0" y="514"/>
                    </a:lnTo>
                    <a:lnTo>
                      <a:pt x="99" y="760"/>
                    </a:lnTo>
                    <a:lnTo>
                      <a:pt x="4" y="6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1" name="Freeform 47"/>
              <p:cNvSpPr>
                <a:spLocks/>
              </p:cNvSpPr>
              <p:nvPr/>
            </p:nvSpPr>
            <p:spPr bwMode="auto">
              <a:xfrm>
                <a:off x="5017" y="2877"/>
                <a:ext cx="111" cy="286"/>
              </a:xfrm>
              <a:custGeom>
                <a:avLst/>
                <a:gdLst>
                  <a:gd name="T0" fmla="*/ 0 w 887"/>
                  <a:gd name="T1" fmla="*/ 0 h 2288"/>
                  <a:gd name="T2" fmla="*/ 0 w 887"/>
                  <a:gd name="T3" fmla="*/ 0 h 2288"/>
                  <a:gd name="T4" fmla="*/ 0 w 887"/>
                  <a:gd name="T5" fmla="*/ 0 h 2288"/>
                  <a:gd name="T6" fmla="*/ 0 w 887"/>
                  <a:gd name="T7" fmla="*/ 0 h 2288"/>
                  <a:gd name="T8" fmla="*/ 0 w 887"/>
                  <a:gd name="T9" fmla="*/ 0 h 2288"/>
                  <a:gd name="T10" fmla="*/ 0 w 887"/>
                  <a:gd name="T11" fmla="*/ 0 h 2288"/>
                  <a:gd name="T12" fmla="*/ 0 w 887"/>
                  <a:gd name="T13" fmla="*/ 0 h 2288"/>
                  <a:gd name="T14" fmla="*/ 0 w 887"/>
                  <a:gd name="T15" fmla="*/ 0 h 2288"/>
                  <a:gd name="T16" fmla="*/ 0 w 887"/>
                  <a:gd name="T17" fmla="*/ 0 h 2288"/>
                  <a:gd name="T18" fmla="*/ 0 w 887"/>
                  <a:gd name="T19" fmla="*/ 0 h 2288"/>
                  <a:gd name="T20" fmla="*/ 0 w 887"/>
                  <a:gd name="T21" fmla="*/ 0 h 2288"/>
                  <a:gd name="T22" fmla="*/ 0 w 887"/>
                  <a:gd name="T23" fmla="*/ 0 h 2288"/>
                  <a:gd name="T24" fmla="*/ 0 w 887"/>
                  <a:gd name="T25" fmla="*/ 0 h 2288"/>
                  <a:gd name="T26" fmla="*/ 0 w 887"/>
                  <a:gd name="T27" fmla="*/ 0 h 2288"/>
                  <a:gd name="T28" fmla="*/ 0 w 887"/>
                  <a:gd name="T29" fmla="*/ 0 h 2288"/>
                  <a:gd name="T30" fmla="*/ 0 w 887"/>
                  <a:gd name="T31" fmla="*/ 0 h 2288"/>
                  <a:gd name="T32" fmla="*/ 0 w 887"/>
                  <a:gd name="T33" fmla="*/ 0 h 2288"/>
                  <a:gd name="T34" fmla="*/ 0 w 887"/>
                  <a:gd name="T35" fmla="*/ 0 h 2288"/>
                  <a:gd name="T36" fmla="*/ 0 w 887"/>
                  <a:gd name="T37" fmla="*/ 0 h 2288"/>
                  <a:gd name="T38" fmla="*/ 0 w 887"/>
                  <a:gd name="T39" fmla="*/ 0 h 2288"/>
                  <a:gd name="T40" fmla="*/ 0 w 887"/>
                  <a:gd name="T41" fmla="*/ 0 h 2288"/>
                  <a:gd name="T42" fmla="*/ 0 w 887"/>
                  <a:gd name="T43" fmla="*/ 0 h 2288"/>
                  <a:gd name="T44" fmla="*/ 0 w 887"/>
                  <a:gd name="T45" fmla="*/ 0 h 2288"/>
                  <a:gd name="T46" fmla="*/ 0 w 887"/>
                  <a:gd name="T47" fmla="*/ 0 h 2288"/>
                  <a:gd name="T48" fmla="*/ 0 w 887"/>
                  <a:gd name="T49" fmla="*/ 0 h 2288"/>
                  <a:gd name="T50" fmla="*/ 0 w 887"/>
                  <a:gd name="T51" fmla="*/ 0 h 2288"/>
                  <a:gd name="T52" fmla="*/ 0 w 887"/>
                  <a:gd name="T53" fmla="*/ 0 h 2288"/>
                  <a:gd name="T54" fmla="*/ 0 w 887"/>
                  <a:gd name="T55" fmla="*/ 0 h 2288"/>
                  <a:gd name="T56" fmla="*/ 0 w 887"/>
                  <a:gd name="T57" fmla="*/ 0 h 2288"/>
                  <a:gd name="T58" fmla="*/ 0 w 887"/>
                  <a:gd name="T59" fmla="*/ 0 h 2288"/>
                  <a:gd name="T60" fmla="*/ 0 w 887"/>
                  <a:gd name="T61" fmla="*/ 0 h 2288"/>
                  <a:gd name="T62" fmla="*/ 0 w 887"/>
                  <a:gd name="T63" fmla="*/ 0 h 2288"/>
                  <a:gd name="T64" fmla="*/ 0 w 887"/>
                  <a:gd name="T65" fmla="*/ 0 h 2288"/>
                  <a:gd name="T66" fmla="*/ 0 w 887"/>
                  <a:gd name="T67" fmla="*/ 0 h 2288"/>
                  <a:gd name="T68" fmla="*/ 0 w 887"/>
                  <a:gd name="T69" fmla="*/ 0 h 2288"/>
                  <a:gd name="T70" fmla="*/ 0 w 887"/>
                  <a:gd name="T71" fmla="*/ 0 h 228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87"/>
                  <a:gd name="T109" fmla="*/ 0 h 2288"/>
                  <a:gd name="T110" fmla="*/ 887 w 887"/>
                  <a:gd name="T111" fmla="*/ 2288 h 228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87" h="2288">
                    <a:moveTo>
                      <a:pt x="641" y="139"/>
                    </a:moveTo>
                    <a:lnTo>
                      <a:pt x="698" y="480"/>
                    </a:lnTo>
                    <a:lnTo>
                      <a:pt x="669" y="669"/>
                    </a:lnTo>
                    <a:lnTo>
                      <a:pt x="698" y="874"/>
                    </a:lnTo>
                    <a:lnTo>
                      <a:pt x="669" y="1250"/>
                    </a:lnTo>
                    <a:lnTo>
                      <a:pt x="588" y="1668"/>
                    </a:lnTo>
                    <a:lnTo>
                      <a:pt x="470" y="1806"/>
                    </a:lnTo>
                    <a:lnTo>
                      <a:pt x="239" y="2057"/>
                    </a:lnTo>
                    <a:lnTo>
                      <a:pt x="358" y="1993"/>
                    </a:lnTo>
                    <a:lnTo>
                      <a:pt x="342" y="2052"/>
                    </a:lnTo>
                    <a:lnTo>
                      <a:pt x="0" y="2288"/>
                    </a:lnTo>
                    <a:lnTo>
                      <a:pt x="385" y="2052"/>
                    </a:lnTo>
                    <a:lnTo>
                      <a:pt x="535" y="1815"/>
                    </a:lnTo>
                    <a:lnTo>
                      <a:pt x="565" y="1716"/>
                    </a:lnTo>
                    <a:lnTo>
                      <a:pt x="613" y="1658"/>
                    </a:lnTo>
                    <a:lnTo>
                      <a:pt x="705" y="1202"/>
                    </a:lnTo>
                    <a:lnTo>
                      <a:pt x="768" y="1137"/>
                    </a:lnTo>
                    <a:lnTo>
                      <a:pt x="786" y="1070"/>
                    </a:lnTo>
                    <a:lnTo>
                      <a:pt x="768" y="1119"/>
                    </a:lnTo>
                    <a:lnTo>
                      <a:pt x="705" y="1174"/>
                    </a:lnTo>
                    <a:lnTo>
                      <a:pt x="736" y="982"/>
                    </a:lnTo>
                    <a:lnTo>
                      <a:pt x="821" y="669"/>
                    </a:lnTo>
                    <a:lnTo>
                      <a:pt x="887" y="490"/>
                    </a:lnTo>
                    <a:lnTo>
                      <a:pt x="887" y="347"/>
                    </a:lnTo>
                    <a:lnTo>
                      <a:pt x="846" y="187"/>
                    </a:lnTo>
                    <a:lnTo>
                      <a:pt x="705" y="0"/>
                    </a:lnTo>
                    <a:lnTo>
                      <a:pt x="821" y="198"/>
                    </a:lnTo>
                    <a:lnTo>
                      <a:pt x="835" y="291"/>
                    </a:lnTo>
                    <a:lnTo>
                      <a:pt x="786" y="235"/>
                    </a:lnTo>
                    <a:lnTo>
                      <a:pt x="821" y="424"/>
                    </a:lnTo>
                    <a:lnTo>
                      <a:pt x="749" y="406"/>
                    </a:lnTo>
                    <a:lnTo>
                      <a:pt x="764" y="600"/>
                    </a:lnTo>
                    <a:lnTo>
                      <a:pt x="724" y="717"/>
                    </a:lnTo>
                    <a:lnTo>
                      <a:pt x="705" y="611"/>
                    </a:lnTo>
                    <a:lnTo>
                      <a:pt x="714" y="439"/>
                    </a:lnTo>
                    <a:lnTo>
                      <a:pt x="641" y="1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2" name="Freeform 48"/>
              <p:cNvSpPr>
                <a:spLocks/>
              </p:cNvSpPr>
              <p:nvPr/>
            </p:nvSpPr>
            <p:spPr bwMode="auto">
              <a:xfrm>
                <a:off x="5115" y="2970"/>
                <a:ext cx="10" cy="39"/>
              </a:xfrm>
              <a:custGeom>
                <a:avLst/>
                <a:gdLst>
                  <a:gd name="T0" fmla="*/ 0 w 81"/>
                  <a:gd name="T1" fmla="*/ 0 h 311"/>
                  <a:gd name="T2" fmla="*/ 0 w 81"/>
                  <a:gd name="T3" fmla="*/ 0 h 311"/>
                  <a:gd name="T4" fmla="*/ 0 w 81"/>
                  <a:gd name="T5" fmla="*/ 0 h 311"/>
                  <a:gd name="T6" fmla="*/ 0 w 81"/>
                  <a:gd name="T7" fmla="*/ 0 h 311"/>
                  <a:gd name="T8" fmla="*/ 0 w 81"/>
                  <a:gd name="T9" fmla="*/ 0 h 311"/>
                  <a:gd name="T10" fmla="*/ 0 w 81"/>
                  <a:gd name="T11" fmla="*/ 0 h 311"/>
                  <a:gd name="T12" fmla="*/ 0 w 81"/>
                  <a:gd name="T13" fmla="*/ 0 h 311"/>
                  <a:gd name="T14" fmla="*/ 0 w 81"/>
                  <a:gd name="T15" fmla="*/ 0 h 311"/>
                  <a:gd name="T16" fmla="*/ 0 w 81"/>
                  <a:gd name="T17" fmla="*/ 0 h 3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1"/>
                  <a:gd name="T28" fmla="*/ 0 h 311"/>
                  <a:gd name="T29" fmla="*/ 81 w 81"/>
                  <a:gd name="T30" fmla="*/ 311 h 3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1" h="311">
                    <a:moveTo>
                      <a:pt x="60" y="0"/>
                    </a:moveTo>
                    <a:lnTo>
                      <a:pt x="72" y="37"/>
                    </a:lnTo>
                    <a:lnTo>
                      <a:pt x="64" y="103"/>
                    </a:lnTo>
                    <a:lnTo>
                      <a:pt x="24" y="180"/>
                    </a:lnTo>
                    <a:lnTo>
                      <a:pt x="0" y="311"/>
                    </a:lnTo>
                    <a:lnTo>
                      <a:pt x="40" y="180"/>
                    </a:lnTo>
                    <a:lnTo>
                      <a:pt x="81" y="94"/>
                    </a:lnTo>
                    <a:lnTo>
                      <a:pt x="81" y="37"/>
                    </a:lnTo>
                    <a:lnTo>
                      <a:pt x="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3" name="Freeform 49"/>
              <p:cNvSpPr>
                <a:spLocks/>
              </p:cNvSpPr>
              <p:nvPr/>
            </p:nvSpPr>
            <p:spPr bwMode="auto">
              <a:xfrm>
                <a:off x="4917" y="2968"/>
                <a:ext cx="23" cy="64"/>
              </a:xfrm>
              <a:custGeom>
                <a:avLst/>
                <a:gdLst>
                  <a:gd name="T0" fmla="*/ 0 w 189"/>
                  <a:gd name="T1" fmla="*/ 0 h 509"/>
                  <a:gd name="T2" fmla="*/ 0 w 189"/>
                  <a:gd name="T3" fmla="*/ 0 h 509"/>
                  <a:gd name="T4" fmla="*/ 0 w 189"/>
                  <a:gd name="T5" fmla="*/ 0 h 509"/>
                  <a:gd name="T6" fmla="*/ 0 w 189"/>
                  <a:gd name="T7" fmla="*/ 0 h 509"/>
                  <a:gd name="T8" fmla="*/ 0 w 189"/>
                  <a:gd name="T9" fmla="*/ 0 h 509"/>
                  <a:gd name="T10" fmla="*/ 0 w 189"/>
                  <a:gd name="T11" fmla="*/ 0 h 509"/>
                  <a:gd name="T12" fmla="*/ 0 w 189"/>
                  <a:gd name="T13" fmla="*/ 0 h 509"/>
                  <a:gd name="T14" fmla="*/ 0 w 189"/>
                  <a:gd name="T15" fmla="*/ 0 h 509"/>
                  <a:gd name="T16" fmla="*/ 0 w 189"/>
                  <a:gd name="T17" fmla="*/ 0 h 509"/>
                  <a:gd name="T18" fmla="*/ 0 w 189"/>
                  <a:gd name="T19" fmla="*/ 0 h 509"/>
                  <a:gd name="T20" fmla="*/ 0 w 189"/>
                  <a:gd name="T21" fmla="*/ 0 h 509"/>
                  <a:gd name="T22" fmla="*/ 0 w 189"/>
                  <a:gd name="T23" fmla="*/ 0 h 5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9"/>
                  <a:gd name="T37" fmla="*/ 0 h 509"/>
                  <a:gd name="T38" fmla="*/ 189 w 189"/>
                  <a:gd name="T39" fmla="*/ 509 h 50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9" h="509">
                    <a:moveTo>
                      <a:pt x="0" y="0"/>
                    </a:moveTo>
                    <a:lnTo>
                      <a:pt x="7" y="151"/>
                    </a:lnTo>
                    <a:lnTo>
                      <a:pt x="41" y="315"/>
                    </a:lnTo>
                    <a:lnTo>
                      <a:pt x="67" y="424"/>
                    </a:lnTo>
                    <a:lnTo>
                      <a:pt x="136" y="490"/>
                    </a:lnTo>
                    <a:lnTo>
                      <a:pt x="189" y="509"/>
                    </a:lnTo>
                    <a:lnTo>
                      <a:pt x="178" y="461"/>
                    </a:lnTo>
                    <a:lnTo>
                      <a:pt x="111" y="442"/>
                    </a:lnTo>
                    <a:lnTo>
                      <a:pt x="74" y="387"/>
                    </a:lnTo>
                    <a:lnTo>
                      <a:pt x="30" y="216"/>
                    </a:lnTo>
                    <a:lnTo>
                      <a:pt x="7" y="7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4" name="Freeform 50"/>
              <p:cNvSpPr>
                <a:spLocks/>
              </p:cNvSpPr>
              <p:nvPr/>
            </p:nvSpPr>
            <p:spPr bwMode="auto">
              <a:xfrm>
                <a:off x="5171" y="3195"/>
                <a:ext cx="37" cy="127"/>
              </a:xfrm>
              <a:custGeom>
                <a:avLst/>
                <a:gdLst>
                  <a:gd name="T0" fmla="*/ 0 w 293"/>
                  <a:gd name="T1" fmla="*/ 0 h 1015"/>
                  <a:gd name="T2" fmla="*/ 0 w 293"/>
                  <a:gd name="T3" fmla="*/ 0 h 1015"/>
                  <a:gd name="T4" fmla="*/ 0 w 293"/>
                  <a:gd name="T5" fmla="*/ 0 h 1015"/>
                  <a:gd name="T6" fmla="*/ 0 w 293"/>
                  <a:gd name="T7" fmla="*/ 0 h 1015"/>
                  <a:gd name="T8" fmla="*/ 0 w 293"/>
                  <a:gd name="T9" fmla="*/ 0 h 1015"/>
                  <a:gd name="T10" fmla="*/ 0 w 293"/>
                  <a:gd name="T11" fmla="*/ 0 h 1015"/>
                  <a:gd name="T12" fmla="*/ 0 w 293"/>
                  <a:gd name="T13" fmla="*/ 0 h 1015"/>
                  <a:gd name="T14" fmla="*/ 0 w 293"/>
                  <a:gd name="T15" fmla="*/ 0 h 1015"/>
                  <a:gd name="T16" fmla="*/ 0 w 293"/>
                  <a:gd name="T17" fmla="*/ 0 h 1015"/>
                  <a:gd name="T18" fmla="*/ 0 w 293"/>
                  <a:gd name="T19" fmla="*/ 0 h 1015"/>
                  <a:gd name="T20" fmla="*/ 0 w 293"/>
                  <a:gd name="T21" fmla="*/ 0 h 1015"/>
                  <a:gd name="T22" fmla="*/ 0 w 293"/>
                  <a:gd name="T23" fmla="*/ 0 h 1015"/>
                  <a:gd name="T24" fmla="*/ 0 w 293"/>
                  <a:gd name="T25" fmla="*/ 0 h 1015"/>
                  <a:gd name="T26" fmla="*/ 0 w 293"/>
                  <a:gd name="T27" fmla="*/ 0 h 1015"/>
                  <a:gd name="T28" fmla="*/ 0 w 293"/>
                  <a:gd name="T29" fmla="*/ 0 h 1015"/>
                  <a:gd name="T30" fmla="*/ 0 w 293"/>
                  <a:gd name="T31" fmla="*/ 0 h 1015"/>
                  <a:gd name="T32" fmla="*/ 0 w 293"/>
                  <a:gd name="T33" fmla="*/ 0 h 1015"/>
                  <a:gd name="T34" fmla="*/ 0 w 293"/>
                  <a:gd name="T35" fmla="*/ 0 h 1015"/>
                  <a:gd name="T36" fmla="*/ 0 w 293"/>
                  <a:gd name="T37" fmla="*/ 0 h 1015"/>
                  <a:gd name="T38" fmla="*/ 0 w 293"/>
                  <a:gd name="T39" fmla="*/ 0 h 101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93"/>
                  <a:gd name="T61" fmla="*/ 0 h 1015"/>
                  <a:gd name="T62" fmla="*/ 293 w 293"/>
                  <a:gd name="T63" fmla="*/ 1015 h 101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93" h="1015">
                    <a:moveTo>
                      <a:pt x="293" y="0"/>
                    </a:moveTo>
                    <a:lnTo>
                      <a:pt x="212" y="63"/>
                    </a:lnTo>
                    <a:lnTo>
                      <a:pt x="152" y="167"/>
                    </a:lnTo>
                    <a:lnTo>
                      <a:pt x="82" y="420"/>
                    </a:lnTo>
                    <a:lnTo>
                      <a:pt x="78" y="499"/>
                    </a:lnTo>
                    <a:lnTo>
                      <a:pt x="0" y="609"/>
                    </a:lnTo>
                    <a:lnTo>
                      <a:pt x="0" y="683"/>
                    </a:lnTo>
                    <a:lnTo>
                      <a:pt x="82" y="784"/>
                    </a:lnTo>
                    <a:lnTo>
                      <a:pt x="82" y="1015"/>
                    </a:lnTo>
                    <a:lnTo>
                      <a:pt x="168" y="900"/>
                    </a:lnTo>
                    <a:lnTo>
                      <a:pt x="101" y="951"/>
                    </a:lnTo>
                    <a:lnTo>
                      <a:pt x="101" y="800"/>
                    </a:lnTo>
                    <a:lnTo>
                      <a:pt x="230" y="837"/>
                    </a:lnTo>
                    <a:lnTo>
                      <a:pt x="29" y="621"/>
                    </a:lnTo>
                    <a:lnTo>
                      <a:pt x="43" y="569"/>
                    </a:lnTo>
                    <a:lnTo>
                      <a:pt x="82" y="499"/>
                    </a:lnTo>
                    <a:lnTo>
                      <a:pt x="108" y="340"/>
                    </a:lnTo>
                    <a:lnTo>
                      <a:pt x="161" y="180"/>
                    </a:lnTo>
                    <a:lnTo>
                      <a:pt x="221" y="63"/>
                    </a:lnTo>
                    <a:lnTo>
                      <a:pt x="29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5" name="Freeform 51"/>
              <p:cNvSpPr>
                <a:spLocks/>
              </p:cNvSpPr>
              <p:nvPr/>
            </p:nvSpPr>
            <p:spPr bwMode="auto">
              <a:xfrm>
                <a:off x="5154" y="3276"/>
                <a:ext cx="28" cy="71"/>
              </a:xfrm>
              <a:custGeom>
                <a:avLst/>
                <a:gdLst>
                  <a:gd name="T0" fmla="*/ 0 w 220"/>
                  <a:gd name="T1" fmla="*/ 0 h 567"/>
                  <a:gd name="T2" fmla="*/ 0 w 220"/>
                  <a:gd name="T3" fmla="*/ 0 h 567"/>
                  <a:gd name="T4" fmla="*/ 0 w 220"/>
                  <a:gd name="T5" fmla="*/ 0 h 567"/>
                  <a:gd name="T6" fmla="*/ 0 w 220"/>
                  <a:gd name="T7" fmla="*/ 0 h 567"/>
                  <a:gd name="T8" fmla="*/ 0 w 220"/>
                  <a:gd name="T9" fmla="*/ 0 h 567"/>
                  <a:gd name="T10" fmla="*/ 0 w 220"/>
                  <a:gd name="T11" fmla="*/ 0 h 567"/>
                  <a:gd name="T12" fmla="*/ 0 w 220"/>
                  <a:gd name="T13" fmla="*/ 0 h 567"/>
                  <a:gd name="T14" fmla="*/ 0 w 220"/>
                  <a:gd name="T15" fmla="*/ 0 h 567"/>
                  <a:gd name="T16" fmla="*/ 0 w 220"/>
                  <a:gd name="T17" fmla="*/ 0 h 567"/>
                  <a:gd name="T18" fmla="*/ 0 w 220"/>
                  <a:gd name="T19" fmla="*/ 0 h 567"/>
                  <a:gd name="T20" fmla="*/ 0 w 220"/>
                  <a:gd name="T21" fmla="*/ 0 h 567"/>
                  <a:gd name="T22" fmla="*/ 0 w 220"/>
                  <a:gd name="T23" fmla="*/ 0 h 567"/>
                  <a:gd name="T24" fmla="*/ 0 w 220"/>
                  <a:gd name="T25" fmla="*/ 0 h 567"/>
                  <a:gd name="T26" fmla="*/ 0 w 220"/>
                  <a:gd name="T27" fmla="*/ 0 h 567"/>
                  <a:gd name="T28" fmla="*/ 0 w 220"/>
                  <a:gd name="T29" fmla="*/ 0 h 567"/>
                  <a:gd name="T30" fmla="*/ 0 w 220"/>
                  <a:gd name="T31" fmla="*/ 0 h 5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0"/>
                  <a:gd name="T49" fmla="*/ 0 h 567"/>
                  <a:gd name="T50" fmla="*/ 220 w 220"/>
                  <a:gd name="T51" fmla="*/ 567 h 5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0" h="567">
                    <a:moveTo>
                      <a:pt x="138" y="0"/>
                    </a:moveTo>
                    <a:lnTo>
                      <a:pt x="90" y="0"/>
                    </a:lnTo>
                    <a:lnTo>
                      <a:pt x="13" y="46"/>
                    </a:lnTo>
                    <a:lnTo>
                      <a:pt x="0" y="136"/>
                    </a:lnTo>
                    <a:lnTo>
                      <a:pt x="31" y="420"/>
                    </a:lnTo>
                    <a:lnTo>
                      <a:pt x="112" y="567"/>
                    </a:lnTo>
                    <a:lnTo>
                      <a:pt x="181" y="567"/>
                    </a:lnTo>
                    <a:lnTo>
                      <a:pt x="220" y="441"/>
                    </a:lnTo>
                    <a:lnTo>
                      <a:pt x="161" y="532"/>
                    </a:lnTo>
                    <a:lnTo>
                      <a:pt x="124" y="532"/>
                    </a:lnTo>
                    <a:lnTo>
                      <a:pt x="64" y="409"/>
                    </a:lnTo>
                    <a:lnTo>
                      <a:pt x="31" y="101"/>
                    </a:lnTo>
                    <a:lnTo>
                      <a:pt x="53" y="46"/>
                    </a:lnTo>
                    <a:lnTo>
                      <a:pt x="101" y="22"/>
                    </a:lnTo>
                    <a:lnTo>
                      <a:pt x="149" y="22"/>
                    </a:lnTo>
                    <a:lnTo>
                      <a:pt x="13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6" name="Freeform 52"/>
              <p:cNvSpPr>
                <a:spLocks/>
              </p:cNvSpPr>
              <p:nvPr/>
            </p:nvSpPr>
            <p:spPr bwMode="auto">
              <a:xfrm>
                <a:off x="5158" y="3277"/>
                <a:ext cx="166" cy="48"/>
              </a:xfrm>
              <a:custGeom>
                <a:avLst/>
                <a:gdLst>
                  <a:gd name="T0" fmla="*/ 0 w 1329"/>
                  <a:gd name="T1" fmla="*/ 0 h 384"/>
                  <a:gd name="T2" fmla="*/ 0 w 1329"/>
                  <a:gd name="T3" fmla="*/ 0 h 384"/>
                  <a:gd name="T4" fmla="*/ 0 w 1329"/>
                  <a:gd name="T5" fmla="*/ 0 h 384"/>
                  <a:gd name="T6" fmla="*/ 0 w 1329"/>
                  <a:gd name="T7" fmla="*/ 0 h 384"/>
                  <a:gd name="T8" fmla="*/ 0 w 1329"/>
                  <a:gd name="T9" fmla="*/ 0 h 384"/>
                  <a:gd name="T10" fmla="*/ 0 w 1329"/>
                  <a:gd name="T11" fmla="*/ 0 h 384"/>
                  <a:gd name="T12" fmla="*/ 0 w 1329"/>
                  <a:gd name="T13" fmla="*/ 0 h 384"/>
                  <a:gd name="T14" fmla="*/ 0 w 1329"/>
                  <a:gd name="T15" fmla="*/ 0 h 384"/>
                  <a:gd name="T16" fmla="*/ 0 w 1329"/>
                  <a:gd name="T17" fmla="*/ 0 h 384"/>
                  <a:gd name="T18" fmla="*/ 0 w 1329"/>
                  <a:gd name="T19" fmla="*/ 0 h 384"/>
                  <a:gd name="T20" fmla="*/ 0 w 1329"/>
                  <a:gd name="T21" fmla="*/ 0 h 384"/>
                  <a:gd name="T22" fmla="*/ 0 w 1329"/>
                  <a:gd name="T23" fmla="*/ 0 h 384"/>
                  <a:gd name="T24" fmla="*/ 0 w 1329"/>
                  <a:gd name="T25" fmla="*/ 0 h 384"/>
                  <a:gd name="T26" fmla="*/ 0 w 1329"/>
                  <a:gd name="T27" fmla="*/ 0 h 384"/>
                  <a:gd name="T28" fmla="*/ 0 w 1329"/>
                  <a:gd name="T29" fmla="*/ 0 h 38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29"/>
                  <a:gd name="T46" fmla="*/ 0 h 384"/>
                  <a:gd name="T47" fmla="*/ 1329 w 1329"/>
                  <a:gd name="T48" fmla="*/ 384 h 38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29" h="384">
                    <a:moveTo>
                      <a:pt x="13" y="114"/>
                    </a:moveTo>
                    <a:lnTo>
                      <a:pt x="1200" y="0"/>
                    </a:lnTo>
                    <a:lnTo>
                      <a:pt x="1285" y="54"/>
                    </a:lnTo>
                    <a:lnTo>
                      <a:pt x="1329" y="194"/>
                    </a:lnTo>
                    <a:lnTo>
                      <a:pt x="1248" y="114"/>
                    </a:lnTo>
                    <a:lnTo>
                      <a:pt x="1160" y="105"/>
                    </a:lnTo>
                    <a:lnTo>
                      <a:pt x="1114" y="105"/>
                    </a:lnTo>
                    <a:lnTo>
                      <a:pt x="1052" y="180"/>
                    </a:lnTo>
                    <a:lnTo>
                      <a:pt x="1026" y="286"/>
                    </a:lnTo>
                    <a:lnTo>
                      <a:pt x="1026" y="384"/>
                    </a:lnTo>
                    <a:lnTo>
                      <a:pt x="1015" y="268"/>
                    </a:lnTo>
                    <a:lnTo>
                      <a:pt x="1040" y="153"/>
                    </a:lnTo>
                    <a:lnTo>
                      <a:pt x="1114" y="68"/>
                    </a:lnTo>
                    <a:lnTo>
                      <a:pt x="0" y="171"/>
                    </a:lnTo>
                    <a:lnTo>
                      <a:pt x="13"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7" name="Freeform 53"/>
              <p:cNvSpPr>
                <a:spLocks/>
              </p:cNvSpPr>
              <p:nvPr/>
            </p:nvSpPr>
            <p:spPr bwMode="auto">
              <a:xfrm>
                <a:off x="5139" y="3295"/>
                <a:ext cx="38" cy="95"/>
              </a:xfrm>
              <a:custGeom>
                <a:avLst/>
                <a:gdLst>
                  <a:gd name="T0" fmla="*/ 0 w 297"/>
                  <a:gd name="T1" fmla="*/ 0 h 757"/>
                  <a:gd name="T2" fmla="*/ 0 w 297"/>
                  <a:gd name="T3" fmla="*/ 0 h 757"/>
                  <a:gd name="T4" fmla="*/ 0 w 297"/>
                  <a:gd name="T5" fmla="*/ 0 h 757"/>
                  <a:gd name="T6" fmla="*/ 0 w 297"/>
                  <a:gd name="T7" fmla="*/ 0 h 757"/>
                  <a:gd name="T8" fmla="*/ 0 w 297"/>
                  <a:gd name="T9" fmla="*/ 0 h 757"/>
                  <a:gd name="T10" fmla="*/ 0 w 297"/>
                  <a:gd name="T11" fmla="*/ 0 h 757"/>
                  <a:gd name="T12" fmla="*/ 0 w 297"/>
                  <a:gd name="T13" fmla="*/ 0 h 757"/>
                  <a:gd name="T14" fmla="*/ 0 w 297"/>
                  <a:gd name="T15" fmla="*/ 0 h 757"/>
                  <a:gd name="T16" fmla="*/ 0 w 297"/>
                  <a:gd name="T17" fmla="*/ 0 h 757"/>
                  <a:gd name="T18" fmla="*/ 0 w 297"/>
                  <a:gd name="T19" fmla="*/ 0 h 757"/>
                  <a:gd name="T20" fmla="*/ 0 w 297"/>
                  <a:gd name="T21" fmla="*/ 0 h 757"/>
                  <a:gd name="T22" fmla="*/ 0 w 297"/>
                  <a:gd name="T23" fmla="*/ 0 h 757"/>
                  <a:gd name="T24" fmla="*/ 0 w 297"/>
                  <a:gd name="T25" fmla="*/ 0 h 757"/>
                  <a:gd name="T26" fmla="*/ 0 w 297"/>
                  <a:gd name="T27" fmla="*/ 0 h 75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7"/>
                  <a:gd name="T43" fmla="*/ 0 h 757"/>
                  <a:gd name="T44" fmla="*/ 297 w 297"/>
                  <a:gd name="T45" fmla="*/ 757 h 75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7" h="757">
                    <a:moveTo>
                      <a:pt x="297" y="0"/>
                    </a:moveTo>
                    <a:lnTo>
                      <a:pt x="169" y="143"/>
                    </a:lnTo>
                    <a:lnTo>
                      <a:pt x="0" y="441"/>
                    </a:lnTo>
                    <a:lnTo>
                      <a:pt x="21" y="496"/>
                    </a:lnTo>
                    <a:lnTo>
                      <a:pt x="206" y="551"/>
                    </a:lnTo>
                    <a:lnTo>
                      <a:pt x="249" y="609"/>
                    </a:lnTo>
                    <a:lnTo>
                      <a:pt x="217" y="757"/>
                    </a:lnTo>
                    <a:lnTo>
                      <a:pt x="265" y="619"/>
                    </a:lnTo>
                    <a:lnTo>
                      <a:pt x="254" y="551"/>
                    </a:lnTo>
                    <a:lnTo>
                      <a:pt x="206" y="521"/>
                    </a:lnTo>
                    <a:lnTo>
                      <a:pt x="39" y="468"/>
                    </a:lnTo>
                    <a:lnTo>
                      <a:pt x="30" y="428"/>
                    </a:lnTo>
                    <a:lnTo>
                      <a:pt x="189" y="143"/>
                    </a:lnTo>
                    <a:lnTo>
                      <a:pt x="29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8" name="Freeform 54"/>
              <p:cNvSpPr>
                <a:spLocks/>
              </p:cNvSpPr>
              <p:nvPr/>
            </p:nvSpPr>
            <p:spPr bwMode="auto">
              <a:xfrm>
                <a:off x="5169" y="3393"/>
                <a:ext cx="25" cy="28"/>
              </a:xfrm>
              <a:custGeom>
                <a:avLst/>
                <a:gdLst>
                  <a:gd name="T0" fmla="*/ 0 w 195"/>
                  <a:gd name="T1" fmla="*/ 0 h 223"/>
                  <a:gd name="T2" fmla="*/ 0 w 195"/>
                  <a:gd name="T3" fmla="*/ 0 h 223"/>
                  <a:gd name="T4" fmla="*/ 0 w 195"/>
                  <a:gd name="T5" fmla="*/ 0 h 223"/>
                  <a:gd name="T6" fmla="*/ 0 w 195"/>
                  <a:gd name="T7" fmla="*/ 0 h 223"/>
                  <a:gd name="T8" fmla="*/ 0 w 195"/>
                  <a:gd name="T9" fmla="*/ 0 h 223"/>
                  <a:gd name="T10" fmla="*/ 0 w 195"/>
                  <a:gd name="T11" fmla="*/ 0 h 223"/>
                  <a:gd name="T12" fmla="*/ 0 w 195"/>
                  <a:gd name="T13" fmla="*/ 0 h 223"/>
                  <a:gd name="T14" fmla="*/ 0 60000 65536"/>
                  <a:gd name="T15" fmla="*/ 0 60000 65536"/>
                  <a:gd name="T16" fmla="*/ 0 60000 65536"/>
                  <a:gd name="T17" fmla="*/ 0 60000 65536"/>
                  <a:gd name="T18" fmla="*/ 0 60000 65536"/>
                  <a:gd name="T19" fmla="*/ 0 60000 65536"/>
                  <a:gd name="T20" fmla="*/ 0 60000 65536"/>
                  <a:gd name="T21" fmla="*/ 0 w 195"/>
                  <a:gd name="T22" fmla="*/ 0 h 223"/>
                  <a:gd name="T23" fmla="*/ 195 w 195"/>
                  <a:gd name="T24" fmla="*/ 223 h 2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5" h="223">
                    <a:moveTo>
                      <a:pt x="106" y="23"/>
                    </a:moveTo>
                    <a:lnTo>
                      <a:pt x="195" y="223"/>
                    </a:lnTo>
                    <a:lnTo>
                      <a:pt x="106" y="111"/>
                    </a:lnTo>
                    <a:lnTo>
                      <a:pt x="92" y="61"/>
                    </a:lnTo>
                    <a:lnTo>
                      <a:pt x="0" y="0"/>
                    </a:lnTo>
                    <a:lnTo>
                      <a:pt x="96" y="50"/>
                    </a:lnTo>
                    <a:lnTo>
                      <a:pt x="106"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9" name="Freeform 55"/>
              <p:cNvSpPr>
                <a:spLocks/>
              </p:cNvSpPr>
              <p:nvPr/>
            </p:nvSpPr>
            <p:spPr bwMode="auto">
              <a:xfrm>
                <a:off x="5171" y="3406"/>
                <a:ext cx="11" cy="30"/>
              </a:xfrm>
              <a:custGeom>
                <a:avLst/>
                <a:gdLst>
                  <a:gd name="T0" fmla="*/ 0 w 82"/>
                  <a:gd name="T1" fmla="*/ 0 h 239"/>
                  <a:gd name="T2" fmla="*/ 0 w 82"/>
                  <a:gd name="T3" fmla="*/ 0 h 239"/>
                  <a:gd name="T4" fmla="*/ 0 w 82"/>
                  <a:gd name="T5" fmla="*/ 0 h 239"/>
                  <a:gd name="T6" fmla="*/ 0 w 82"/>
                  <a:gd name="T7" fmla="*/ 0 h 239"/>
                  <a:gd name="T8" fmla="*/ 0 w 82"/>
                  <a:gd name="T9" fmla="*/ 0 h 239"/>
                  <a:gd name="T10" fmla="*/ 0 w 82"/>
                  <a:gd name="T11" fmla="*/ 0 h 239"/>
                  <a:gd name="T12" fmla="*/ 0 60000 65536"/>
                  <a:gd name="T13" fmla="*/ 0 60000 65536"/>
                  <a:gd name="T14" fmla="*/ 0 60000 65536"/>
                  <a:gd name="T15" fmla="*/ 0 60000 65536"/>
                  <a:gd name="T16" fmla="*/ 0 60000 65536"/>
                  <a:gd name="T17" fmla="*/ 0 60000 65536"/>
                  <a:gd name="T18" fmla="*/ 0 w 82"/>
                  <a:gd name="T19" fmla="*/ 0 h 239"/>
                  <a:gd name="T20" fmla="*/ 82 w 82"/>
                  <a:gd name="T21" fmla="*/ 239 h 239"/>
                </a:gdLst>
                <a:ahLst/>
                <a:cxnLst>
                  <a:cxn ang="T12">
                    <a:pos x="T0" y="T1"/>
                  </a:cxn>
                  <a:cxn ang="T13">
                    <a:pos x="T2" y="T3"/>
                  </a:cxn>
                  <a:cxn ang="T14">
                    <a:pos x="T4" y="T5"/>
                  </a:cxn>
                  <a:cxn ang="T15">
                    <a:pos x="T6" y="T7"/>
                  </a:cxn>
                  <a:cxn ang="T16">
                    <a:pos x="T8" y="T9"/>
                  </a:cxn>
                  <a:cxn ang="T17">
                    <a:pos x="T10" y="T11"/>
                  </a:cxn>
                </a:cxnLst>
                <a:rect l="T18" t="T19" r="T20" b="T21"/>
                <a:pathLst>
                  <a:path w="82" h="239">
                    <a:moveTo>
                      <a:pt x="0" y="0"/>
                    </a:moveTo>
                    <a:lnTo>
                      <a:pt x="82" y="103"/>
                    </a:lnTo>
                    <a:lnTo>
                      <a:pt x="23" y="239"/>
                    </a:lnTo>
                    <a:lnTo>
                      <a:pt x="51" y="124"/>
                    </a:lnTo>
                    <a:lnTo>
                      <a:pt x="0" y="3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0" name="Freeform 56"/>
              <p:cNvSpPr>
                <a:spLocks/>
              </p:cNvSpPr>
              <p:nvPr/>
            </p:nvSpPr>
            <p:spPr bwMode="auto">
              <a:xfrm>
                <a:off x="5174" y="3407"/>
                <a:ext cx="149" cy="146"/>
              </a:xfrm>
              <a:custGeom>
                <a:avLst/>
                <a:gdLst>
                  <a:gd name="T0" fmla="*/ 0 w 1191"/>
                  <a:gd name="T1" fmla="*/ 0 h 1166"/>
                  <a:gd name="T2" fmla="*/ 0 w 1191"/>
                  <a:gd name="T3" fmla="*/ 0 h 1166"/>
                  <a:gd name="T4" fmla="*/ 0 w 1191"/>
                  <a:gd name="T5" fmla="*/ 0 h 1166"/>
                  <a:gd name="T6" fmla="*/ 0 w 1191"/>
                  <a:gd name="T7" fmla="*/ 0 h 1166"/>
                  <a:gd name="T8" fmla="*/ 0 w 1191"/>
                  <a:gd name="T9" fmla="*/ 0 h 1166"/>
                  <a:gd name="T10" fmla="*/ 0 w 1191"/>
                  <a:gd name="T11" fmla="*/ 0 h 1166"/>
                  <a:gd name="T12" fmla="*/ 0 w 1191"/>
                  <a:gd name="T13" fmla="*/ 0 h 1166"/>
                  <a:gd name="T14" fmla="*/ 0 w 1191"/>
                  <a:gd name="T15" fmla="*/ 0 h 1166"/>
                  <a:gd name="T16" fmla="*/ 0 w 1191"/>
                  <a:gd name="T17" fmla="*/ 0 h 1166"/>
                  <a:gd name="T18" fmla="*/ 0 w 1191"/>
                  <a:gd name="T19" fmla="*/ 0 h 1166"/>
                  <a:gd name="T20" fmla="*/ 0 w 1191"/>
                  <a:gd name="T21" fmla="*/ 0 h 1166"/>
                  <a:gd name="T22" fmla="*/ 0 w 1191"/>
                  <a:gd name="T23" fmla="*/ 0 h 1166"/>
                  <a:gd name="T24" fmla="*/ 0 w 1191"/>
                  <a:gd name="T25" fmla="*/ 0 h 1166"/>
                  <a:gd name="T26" fmla="*/ 0 w 1191"/>
                  <a:gd name="T27" fmla="*/ 0 h 1166"/>
                  <a:gd name="T28" fmla="*/ 0 w 1191"/>
                  <a:gd name="T29" fmla="*/ 0 h 1166"/>
                  <a:gd name="T30" fmla="*/ 0 w 1191"/>
                  <a:gd name="T31" fmla="*/ 0 h 1166"/>
                  <a:gd name="T32" fmla="*/ 0 w 1191"/>
                  <a:gd name="T33" fmla="*/ 0 h 1166"/>
                  <a:gd name="T34" fmla="*/ 0 w 1191"/>
                  <a:gd name="T35" fmla="*/ 0 h 1166"/>
                  <a:gd name="T36" fmla="*/ 0 w 1191"/>
                  <a:gd name="T37" fmla="*/ 0 h 1166"/>
                  <a:gd name="T38" fmla="*/ 0 w 1191"/>
                  <a:gd name="T39" fmla="*/ 0 h 1166"/>
                  <a:gd name="T40" fmla="*/ 0 w 1191"/>
                  <a:gd name="T41" fmla="*/ 0 h 1166"/>
                  <a:gd name="T42" fmla="*/ 0 w 1191"/>
                  <a:gd name="T43" fmla="*/ 0 h 1166"/>
                  <a:gd name="T44" fmla="*/ 0 w 1191"/>
                  <a:gd name="T45" fmla="*/ 0 h 1166"/>
                  <a:gd name="T46" fmla="*/ 0 w 1191"/>
                  <a:gd name="T47" fmla="*/ 0 h 1166"/>
                  <a:gd name="T48" fmla="*/ 0 w 1191"/>
                  <a:gd name="T49" fmla="*/ 0 h 1166"/>
                  <a:gd name="T50" fmla="*/ 0 w 1191"/>
                  <a:gd name="T51" fmla="*/ 0 h 1166"/>
                  <a:gd name="T52" fmla="*/ 0 w 1191"/>
                  <a:gd name="T53" fmla="*/ 0 h 1166"/>
                  <a:gd name="T54" fmla="*/ 0 w 1191"/>
                  <a:gd name="T55" fmla="*/ 0 h 1166"/>
                  <a:gd name="T56" fmla="*/ 0 w 1191"/>
                  <a:gd name="T57" fmla="*/ 0 h 1166"/>
                  <a:gd name="T58" fmla="*/ 0 w 1191"/>
                  <a:gd name="T59" fmla="*/ 0 h 1166"/>
                  <a:gd name="T60" fmla="*/ 0 w 1191"/>
                  <a:gd name="T61" fmla="*/ 0 h 1166"/>
                  <a:gd name="T62" fmla="*/ 0 w 1191"/>
                  <a:gd name="T63" fmla="*/ 0 h 1166"/>
                  <a:gd name="T64" fmla="*/ 0 w 1191"/>
                  <a:gd name="T65" fmla="*/ 0 h 11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91"/>
                  <a:gd name="T100" fmla="*/ 0 h 1166"/>
                  <a:gd name="T101" fmla="*/ 1191 w 1191"/>
                  <a:gd name="T102" fmla="*/ 1166 h 11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91" h="1166">
                    <a:moveTo>
                      <a:pt x="0" y="280"/>
                    </a:moveTo>
                    <a:lnTo>
                      <a:pt x="0" y="357"/>
                    </a:lnTo>
                    <a:lnTo>
                      <a:pt x="41" y="447"/>
                    </a:lnTo>
                    <a:lnTo>
                      <a:pt x="118" y="508"/>
                    </a:lnTo>
                    <a:lnTo>
                      <a:pt x="224" y="532"/>
                    </a:lnTo>
                    <a:lnTo>
                      <a:pt x="396" y="559"/>
                    </a:lnTo>
                    <a:lnTo>
                      <a:pt x="491" y="618"/>
                    </a:lnTo>
                    <a:lnTo>
                      <a:pt x="582" y="735"/>
                    </a:lnTo>
                    <a:lnTo>
                      <a:pt x="670" y="1018"/>
                    </a:lnTo>
                    <a:lnTo>
                      <a:pt x="639" y="1166"/>
                    </a:lnTo>
                    <a:lnTo>
                      <a:pt x="775" y="776"/>
                    </a:lnTo>
                    <a:lnTo>
                      <a:pt x="951" y="571"/>
                    </a:lnTo>
                    <a:lnTo>
                      <a:pt x="1191" y="391"/>
                    </a:lnTo>
                    <a:lnTo>
                      <a:pt x="959" y="532"/>
                    </a:lnTo>
                    <a:lnTo>
                      <a:pt x="815" y="661"/>
                    </a:lnTo>
                    <a:lnTo>
                      <a:pt x="738" y="750"/>
                    </a:lnTo>
                    <a:lnTo>
                      <a:pt x="738" y="378"/>
                    </a:lnTo>
                    <a:lnTo>
                      <a:pt x="767" y="202"/>
                    </a:lnTo>
                    <a:lnTo>
                      <a:pt x="855" y="0"/>
                    </a:lnTo>
                    <a:lnTo>
                      <a:pt x="738" y="53"/>
                    </a:lnTo>
                    <a:lnTo>
                      <a:pt x="639" y="154"/>
                    </a:lnTo>
                    <a:lnTo>
                      <a:pt x="540" y="267"/>
                    </a:lnTo>
                    <a:lnTo>
                      <a:pt x="483" y="290"/>
                    </a:lnTo>
                    <a:lnTo>
                      <a:pt x="424" y="290"/>
                    </a:lnTo>
                    <a:lnTo>
                      <a:pt x="351" y="253"/>
                    </a:lnTo>
                    <a:lnTo>
                      <a:pt x="270" y="202"/>
                    </a:lnTo>
                    <a:lnTo>
                      <a:pt x="270" y="290"/>
                    </a:lnTo>
                    <a:lnTo>
                      <a:pt x="244" y="370"/>
                    </a:lnTo>
                    <a:lnTo>
                      <a:pt x="207" y="391"/>
                    </a:lnTo>
                    <a:lnTo>
                      <a:pt x="138" y="391"/>
                    </a:lnTo>
                    <a:lnTo>
                      <a:pt x="69" y="378"/>
                    </a:lnTo>
                    <a:lnTo>
                      <a:pt x="20" y="330"/>
                    </a:lnTo>
                    <a:lnTo>
                      <a:pt x="0" y="2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1" name="Freeform 57"/>
              <p:cNvSpPr>
                <a:spLocks/>
              </p:cNvSpPr>
              <p:nvPr/>
            </p:nvSpPr>
            <p:spPr bwMode="auto">
              <a:xfrm>
                <a:off x="5308" y="3304"/>
                <a:ext cx="12" cy="62"/>
              </a:xfrm>
              <a:custGeom>
                <a:avLst/>
                <a:gdLst>
                  <a:gd name="T0" fmla="*/ 0 w 99"/>
                  <a:gd name="T1" fmla="*/ 0 h 494"/>
                  <a:gd name="T2" fmla="*/ 0 w 99"/>
                  <a:gd name="T3" fmla="*/ 0 h 494"/>
                  <a:gd name="T4" fmla="*/ 0 w 99"/>
                  <a:gd name="T5" fmla="*/ 0 h 494"/>
                  <a:gd name="T6" fmla="*/ 0 w 99"/>
                  <a:gd name="T7" fmla="*/ 0 h 494"/>
                  <a:gd name="T8" fmla="*/ 0 w 99"/>
                  <a:gd name="T9" fmla="*/ 0 h 494"/>
                  <a:gd name="T10" fmla="*/ 0 w 99"/>
                  <a:gd name="T11" fmla="*/ 0 h 494"/>
                  <a:gd name="T12" fmla="*/ 0 w 99"/>
                  <a:gd name="T13" fmla="*/ 0 h 494"/>
                  <a:gd name="T14" fmla="*/ 0 w 99"/>
                  <a:gd name="T15" fmla="*/ 0 h 494"/>
                  <a:gd name="T16" fmla="*/ 0 w 99"/>
                  <a:gd name="T17" fmla="*/ 0 h 4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494"/>
                  <a:gd name="T29" fmla="*/ 99 w 99"/>
                  <a:gd name="T30" fmla="*/ 494 h 4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494">
                    <a:moveTo>
                      <a:pt x="0" y="0"/>
                    </a:moveTo>
                    <a:lnTo>
                      <a:pt x="77" y="117"/>
                    </a:lnTo>
                    <a:lnTo>
                      <a:pt x="99" y="240"/>
                    </a:lnTo>
                    <a:lnTo>
                      <a:pt x="85" y="341"/>
                    </a:lnTo>
                    <a:lnTo>
                      <a:pt x="20" y="494"/>
                    </a:lnTo>
                    <a:lnTo>
                      <a:pt x="68" y="332"/>
                    </a:lnTo>
                    <a:lnTo>
                      <a:pt x="68" y="231"/>
                    </a:lnTo>
                    <a:lnTo>
                      <a:pt x="59" y="1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2" name="Freeform 58"/>
              <p:cNvSpPr>
                <a:spLocks/>
              </p:cNvSpPr>
              <p:nvPr/>
            </p:nvSpPr>
            <p:spPr bwMode="auto">
              <a:xfrm>
                <a:off x="5206" y="3131"/>
                <a:ext cx="269" cy="313"/>
              </a:xfrm>
              <a:custGeom>
                <a:avLst/>
                <a:gdLst>
                  <a:gd name="T0" fmla="*/ 0 w 2158"/>
                  <a:gd name="T1" fmla="*/ 0 h 2496"/>
                  <a:gd name="T2" fmla="*/ 0 w 2158"/>
                  <a:gd name="T3" fmla="*/ 0 h 2496"/>
                  <a:gd name="T4" fmla="*/ 0 w 2158"/>
                  <a:gd name="T5" fmla="*/ 0 h 2496"/>
                  <a:gd name="T6" fmla="*/ 0 w 2158"/>
                  <a:gd name="T7" fmla="*/ 0 h 2496"/>
                  <a:gd name="T8" fmla="*/ 0 w 2158"/>
                  <a:gd name="T9" fmla="*/ 0 h 2496"/>
                  <a:gd name="T10" fmla="*/ 0 w 2158"/>
                  <a:gd name="T11" fmla="*/ 0 h 2496"/>
                  <a:gd name="T12" fmla="*/ 0 w 2158"/>
                  <a:gd name="T13" fmla="*/ 0 h 2496"/>
                  <a:gd name="T14" fmla="*/ 0 w 2158"/>
                  <a:gd name="T15" fmla="*/ 0 h 2496"/>
                  <a:gd name="T16" fmla="*/ 0 w 2158"/>
                  <a:gd name="T17" fmla="*/ 0 h 2496"/>
                  <a:gd name="T18" fmla="*/ 0 w 2158"/>
                  <a:gd name="T19" fmla="*/ 0 h 2496"/>
                  <a:gd name="T20" fmla="*/ 0 w 2158"/>
                  <a:gd name="T21" fmla="*/ 0 h 2496"/>
                  <a:gd name="T22" fmla="*/ 0 w 2158"/>
                  <a:gd name="T23" fmla="*/ 0 h 2496"/>
                  <a:gd name="T24" fmla="*/ 0 w 2158"/>
                  <a:gd name="T25" fmla="*/ 0 h 2496"/>
                  <a:gd name="T26" fmla="*/ 0 w 2158"/>
                  <a:gd name="T27" fmla="*/ 0 h 2496"/>
                  <a:gd name="T28" fmla="*/ 0 w 2158"/>
                  <a:gd name="T29" fmla="*/ 0 h 2496"/>
                  <a:gd name="T30" fmla="*/ 0 w 2158"/>
                  <a:gd name="T31" fmla="*/ 0 h 2496"/>
                  <a:gd name="T32" fmla="*/ 0 w 2158"/>
                  <a:gd name="T33" fmla="*/ 0 h 2496"/>
                  <a:gd name="T34" fmla="*/ 0 w 2158"/>
                  <a:gd name="T35" fmla="*/ 0 h 2496"/>
                  <a:gd name="T36" fmla="*/ 0 w 2158"/>
                  <a:gd name="T37" fmla="*/ 0 h 2496"/>
                  <a:gd name="T38" fmla="*/ 0 w 2158"/>
                  <a:gd name="T39" fmla="*/ 0 h 2496"/>
                  <a:gd name="T40" fmla="*/ 0 w 2158"/>
                  <a:gd name="T41" fmla="*/ 0 h 2496"/>
                  <a:gd name="T42" fmla="*/ 0 w 2158"/>
                  <a:gd name="T43" fmla="*/ 0 h 2496"/>
                  <a:gd name="T44" fmla="*/ 0 w 2158"/>
                  <a:gd name="T45" fmla="*/ 0 h 2496"/>
                  <a:gd name="T46" fmla="*/ 0 w 2158"/>
                  <a:gd name="T47" fmla="*/ 0 h 2496"/>
                  <a:gd name="T48" fmla="*/ 0 w 2158"/>
                  <a:gd name="T49" fmla="*/ 0 h 2496"/>
                  <a:gd name="T50" fmla="*/ 0 w 2158"/>
                  <a:gd name="T51" fmla="*/ 0 h 2496"/>
                  <a:gd name="T52" fmla="*/ 0 w 2158"/>
                  <a:gd name="T53" fmla="*/ 0 h 2496"/>
                  <a:gd name="T54" fmla="*/ 0 w 2158"/>
                  <a:gd name="T55" fmla="*/ 0 h 2496"/>
                  <a:gd name="T56" fmla="*/ 0 w 2158"/>
                  <a:gd name="T57" fmla="*/ 0 h 2496"/>
                  <a:gd name="T58" fmla="*/ 0 w 2158"/>
                  <a:gd name="T59" fmla="*/ 0 h 2496"/>
                  <a:gd name="T60" fmla="*/ 0 w 2158"/>
                  <a:gd name="T61" fmla="*/ 0 h 2496"/>
                  <a:gd name="T62" fmla="*/ 0 w 2158"/>
                  <a:gd name="T63" fmla="*/ 0 h 2496"/>
                  <a:gd name="T64" fmla="*/ 0 w 2158"/>
                  <a:gd name="T65" fmla="*/ 0 h 2496"/>
                  <a:gd name="T66" fmla="*/ 0 w 2158"/>
                  <a:gd name="T67" fmla="*/ 0 h 2496"/>
                  <a:gd name="T68" fmla="*/ 0 w 2158"/>
                  <a:gd name="T69" fmla="*/ 0 h 2496"/>
                  <a:gd name="T70" fmla="*/ 0 w 2158"/>
                  <a:gd name="T71" fmla="*/ 0 h 2496"/>
                  <a:gd name="T72" fmla="*/ 0 w 2158"/>
                  <a:gd name="T73" fmla="*/ 0 h 2496"/>
                  <a:gd name="T74" fmla="*/ 0 w 2158"/>
                  <a:gd name="T75" fmla="*/ 0 h 2496"/>
                  <a:gd name="T76" fmla="*/ 0 w 2158"/>
                  <a:gd name="T77" fmla="*/ 0 h 2496"/>
                  <a:gd name="T78" fmla="*/ 0 w 2158"/>
                  <a:gd name="T79" fmla="*/ 0 h 2496"/>
                  <a:gd name="T80" fmla="*/ 0 w 2158"/>
                  <a:gd name="T81" fmla="*/ 0 h 2496"/>
                  <a:gd name="T82" fmla="*/ 0 w 2158"/>
                  <a:gd name="T83" fmla="*/ 0 h 2496"/>
                  <a:gd name="T84" fmla="*/ 0 w 2158"/>
                  <a:gd name="T85" fmla="*/ 0 h 2496"/>
                  <a:gd name="T86" fmla="*/ 0 w 2158"/>
                  <a:gd name="T87" fmla="*/ 0 h 2496"/>
                  <a:gd name="T88" fmla="*/ 0 w 2158"/>
                  <a:gd name="T89" fmla="*/ 0 h 2496"/>
                  <a:gd name="T90" fmla="*/ 0 w 2158"/>
                  <a:gd name="T91" fmla="*/ 0 h 2496"/>
                  <a:gd name="T92" fmla="*/ 0 w 2158"/>
                  <a:gd name="T93" fmla="*/ 0 h 2496"/>
                  <a:gd name="T94" fmla="*/ 0 w 2158"/>
                  <a:gd name="T95" fmla="*/ 0 h 2496"/>
                  <a:gd name="T96" fmla="*/ 0 w 2158"/>
                  <a:gd name="T97" fmla="*/ 0 h 2496"/>
                  <a:gd name="T98" fmla="*/ 0 w 2158"/>
                  <a:gd name="T99" fmla="*/ 0 h 2496"/>
                  <a:gd name="T100" fmla="*/ 0 w 2158"/>
                  <a:gd name="T101" fmla="*/ 0 h 2496"/>
                  <a:gd name="T102" fmla="*/ 0 w 2158"/>
                  <a:gd name="T103" fmla="*/ 0 h 2496"/>
                  <a:gd name="T104" fmla="*/ 0 w 2158"/>
                  <a:gd name="T105" fmla="*/ 0 h 2496"/>
                  <a:gd name="T106" fmla="*/ 0 w 2158"/>
                  <a:gd name="T107" fmla="*/ 0 h 2496"/>
                  <a:gd name="T108" fmla="*/ 0 w 2158"/>
                  <a:gd name="T109" fmla="*/ 0 h 2496"/>
                  <a:gd name="T110" fmla="*/ 0 w 2158"/>
                  <a:gd name="T111" fmla="*/ 0 h 2496"/>
                  <a:gd name="T112" fmla="*/ 0 w 2158"/>
                  <a:gd name="T113" fmla="*/ 0 h 2496"/>
                  <a:gd name="T114" fmla="*/ 0 w 2158"/>
                  <a:gd name="T115" fmla="*/ 0 h 249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158"/>
                  <a:gd name="T175" fmla="*/ 0 h 2496"/>
                  <a:gd name="T176" fmla="*/ 2158 w 2158"/>
                  <a:gd name="T177" fmla="*/ 2496 h 249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158" h="2496">
                    <a:moveTo>
                      <a:pt x="975" y="1433"/>
                    </a:moveTo>
                    <a:lnTo>
                      <a:pt x="1006" y="1576"/>
                    </a:lnTo>
                    <a:lnTo>
                      <a:pt x="1006" y="1701"/>
                    </a:lnTo>
                    <a:lnTo>
                      <a:pt x="964" y="1818"/>
                    </a:lnTo>
                    <a:lnTo>
                      <a:pt x="865" y="1954"/>
                    </a:lnTo>
                    <a:lnTo>
                      <a:pt x="749" y="2053"/>
                    </a:lnTo>
                    <a:lnTo>
                      <a:pt x="706" y="2053"/>
                    </a:lnTo>
                    <a:lnTo>
                      <a:pt x="657" y="2053"/>
                    </a:lnTo>
                    <a:lnTo>
                      <a:pt x="632" y="2028"/>
                    </a:lnTo>
                    <a:lnTo>
                      <a:pt x="652" y="2081"/>
                    </a:lnTo>
                    <a:lnTo>
                      <a:pt x="731" y="2081"/>
                    </a:lnTo>
                    <a:lnTo>
                      <a:pt x="786" y="2053"/>
                    </a:lnTo>
                    <a:lnTo>
                      <a:pt x="894" y="2039"/>
                    </a:lnTo>
                    <a:lnTo>
                      <a:pt x="984" y="1954"/>
                    </a:lnTo>
                    <a:lnTo>
                      <a:pt x="1061" y="1829"/>
                    </a:lnTo>
                    <a:lnTo>
                      <a:pt x="1107" y="1675"/>
                    </a:lnTo>
                    <a:lnTo>
                      <a:pt x="1201" y="2018"/>
                    </a:lnTo>
                    <a:lnTo>
                      <a:pt x="1307" y="2156"/>
                    </a:lnTo>
                    <a:lnTo>
                      <a:pt x="1474" y="2288"/>
                    </a:lnTo>
                    <a:lnTo>
                      <a:pt x="1338" y="2270"/>
                    </a:lnTo>
                    <a:lnTo>
                      <a:pt x="1538" y="2397"/>
                    </a:lnTo>
                    <a:lnTo>
                      <a:pt x="1169" y="2496"/>
                    </a:lnTo>
                    <a:lnTo>
                      <a:pt x="1693" y="2387"/>
                    </a:lnTo>
                    <a:lnTo>
                      <a:pt x="1725" y="2433"/>
                    </a:lnTo>
                    <a:lnTo>
                      <a:pt x="1819" y="2206"/>
                    </a:lnTo>
                    <a:lnTo>
                      <a:pt x="2023" y="1839"/>
                    </a:lnTo>
                    <a:lnTo>
                      <a:pt x="2135" y="1459"/>
                    </a:lnTo>
                    <a:lnTo>
                      <a:pt x="2158" y="1147"/>
                    </a:lnTo>
                    <a:lnTo>
                      <a:pt x="2115" y="892"/>
                    </a:lnTo>
                    <a:lnTo>
                      <a:pt x="2065" y="714"/>
                    </a:lnTo>
                    <a:lnTo>
                      <a:pt x="1966" y="442"/>
                    </a:lnTo>
                    <a:lnTo>
                      <a:pt x="1792" y="202"/>
                    </a:lnTo>
                    <a:lnTo>
                      <a:pt x="1564" y="31"/>
                    </a:lnTo>
                    <a:lnTo>
                      <a:pt x="1326" y="0"/>
                    </a:lnTo>
                    <a:lnTo>
                      <a:pt x="1192" y="31"/>
                    </a:lnTo>
                    <a:lnTo>
                      <a:pt x="955" y="114"/>
                    </a:lnTo>
                    <a:lnTo>
                      <a:pt x="894" y="31"/>
                    </a:lnTo>
                    <a:lnTo>
                      <a:pt x="740" y="80"/>
                    </a:lnTo>
                    <a:lnTo>
                      <a:pt x="386" y="154"/>
                    </a:lnTo>
                    <a:lnTo>
                      <a:pt x="187" y="181"/>
                    </a:lnTo>
                    <a:lnTo>
                      <a:pt x="98" y="231"/>
                    </a:lnTo>
                    <a:lnTo>
                      <a:pt x="17" y="327"/>
                    </a:lnTo>
                    <a:lnTo>
                      <a:pt x="0" y="442"/>
                    </a:lnTo>
                    <a:lnTo>
                      <a:pt x="30" y="497"/>
                    </a:lnTo>
                    <a:lnTo>
                      <a:pt x="98" y="622"/>
                    </a:lnTo>
                    <a:lnTo>
                      <a:pt x="107" y="751"/>
                    </a:lnTo>
                    <a:lnTo>
                      <a:pt x="92" y="976"/>
                    </a:lnTo>
                    <a:lnTo>
                      <a:pt x="129" y="1106"/>
                    </a:lnTo>
                    <a:lnTo>
                      <a:pt x="279" y="1270"/>
                    </a:lnTo>
                    <a:lnTo>
                      <a:pt x="287" y="1477"/>
                    </a:lnTo>
                    <a:lnTo>
                      <a:pt x="395" y="1723"/>
                    </a:lnTo>
                    <a:lnTo>
                      <a:pt x="505" y="1661"/>
                    </a:lnTo>
                    <a:lnTo>
                      <a:pt x="505" y="1537"/>
                    </a:lnTo>
                    <a:lnTo>
                      <a:pt x="652" y="1382"/>
                    </a:lnTo>
                    <a:lnTo>
                      <a:pt x="731" y="1257"/>
                    </a:lnTo>
                    <a:lnTo>
                      <a:pt x="876" y="1270"/>
                    </a:lnTo>
                    <a:lnTo>
                      <a:pt x="946" y="1359"/>
                    </a:lnTo>
                    <a:lnTo>
                      <a:pt x="975" y="14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3" name="Freeform 59"/>
              <p:cNvSpPr>
                <a:spLocks/>
              </p:cNvSpPr>
              <p:nvPr/>
            </p:nvSpPr>
            <p:spPr bwMode="auto">
              <a:xfrm>
                <a:off x="5208" y="3116"/>
                <a:ext cx="212" cy="55"/>
              </a:xfrm>
              <a:custGeom>
                <a:avLst/>
                <a:gdLst>
                  <a:gd name="T0" fmla="*/ 0 w 1696"/>
                  <a:gd name="T1" fmla="*/ 0 h 446"/>
                  <a:gd name="T2" fmla="*/ 0 w 1696"/>
                  <a:gd name="T3" fmla="*/ 0 h 446"/>
                  <a:gd name="T4" fmla="*/ 0 w 1696"/>
                  <a:gd name="T5" fmla="*/ 0 h 446"/>
                  <a:gd name="T6" fmla="*/ 0 w 1696"/>
                  <a:gd name="T7" fmla="*/ 0 h 446"/>
                  <a:gd name="T8" fmla="*/ 0 w 1696"/>
                  <a:gd name="T9" fmla="*/ 0 h 446"/>
                  <a:gd name="T10" fmla="*/ 0 w 1696"/>
                  <a:gd name="T11" fmla="*/ 0 h 446"/>
                  <a:gd name="T12" fmla="*/ 0 w 1696"/>
                  <a:gd name="T13" fmla="*/ 0 h 446"/>
                  <a:gd name="T14" fmla="*/ 0 w 1696"/>
                  <a:gd name="T15" fmla="*/ 0 h 446"/>
                  <a:gd name="T16" fmla="*/ 0 w 1696"/>
                  <a:gd name="T17" fmla="*/ 0 h 446"/>
                  <a:gd name="T18" fmla="*/ 0 w 1696"/>
                  <a:gd name="T19" fmla="*/ 0 h 446"/>
                  <a:gd name="T20" fmla="*/ 0 w 1696"/>
                  <a:gd name="T21" fmla="*/ 0 h 446"/>
                  <a:gd name="T22" fmla="*/ 0 w 1696"/>
                  <a:gd name="T23" fmla="*/ 0 h 446"/>
                  <a:gd name="T24" fmla="*/ 0 w 1696"/>
                  <a:gd name="T25" fmla="*/ 0 h 446"/>
                  <a:gd name="T26" fmla="*/ 0 w 1696"/>
                  <a:gd name="T27" fmla="*/ 0 h 446"/>
                  <a:gd name="T28" fmla="*/ 0 w 1696"/>
                  <a:gd name="T29" fmla="*/ 0 h 446"/>
                  <a:gd name="T30" fmla="*/ 0 w 1696"/>
                  <a:gd name="T31" fmla="*/ 0 h 44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96"/>
                  <a:gd name="T49" fmla="*/ 0 h 446"/>
                  <a:gd name="T50" fmla="*/ 1696 w 1696"/>
                  <a:gd name="T51" fmla="*/ 446 h 44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96" h="446">
                    <a:moveTo>
                      <a:pt x="0" y="446"/>
                    </a:moveTo>
                    <a:lnTo>
                      <a:pt x="103" y="297"/>
                    </a:lnTo>
                    <a:lnTo>
                      <a:pt x="327" y="119"/>
                    </a:lnTo>
                    <a:lnTo>
                      <a:pt x="681" y="29"/>
                    </a:lnTo>
                    <a:lnTo>
                      <a:pt x="1009" y="0"/>
                    </a:lnTo>
                    <a:lnTo>
                      <a:pt x="1290" y="29"/>
                    </a:lnTo>
                    <a:lnTo>
                      <a:pt x="1547" y="142"/>
                    </a:lnTo>
                    <a:lnTo>
                      <a:pt x="1696" y="267"/>
                    </a:lnTo>
                    <a:lnTo>
                      <a:pt x="1422" y="105"/>
                    </a:lnTo>
                    <a:lnTo>
                      <a:pt x="1224" y="52"/>
                    </a:lnTo>
                    <a:lnTo>
                      <a:pt x="1009" y="41"/>
                    </a:lnTo>
                    <a:lnTo>
                      <a:pt x="740" y="52"/>
                    </a:lnTo>
                    <a:lnTo>
                      <a:pt x="468" y="105"/>
                    </a:lnTo>
                    <a:lnTo>
                      <a:pt x="292" y="167"/>
                    </a:lnTo>
                    <a:lnTo>
                      <a:pt x="112" y="308"/>
                    </a:lnTo>
                    <a:lnTo>
                      <a:pt x="0" y="4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4" name="Freeform 60"/>
              <p:cNvSpPr>
                <a:spLocks/>
              </p:cNvSpPr>
              <p:nvPr/>
            </p:nvSpPr>
            <p:spPr bwMode="auto">
              <a:xfrm>
                <a:off x="5296" y="3304"/>
                <a:ext cx="8" cy="34"/>
              </a:xfrm>
              <a:custGeom>
                <a:avLst/>
                <a:gdLst>
                  <a:gd name="T0" fmla="*/ 0 w 66"/>
                  <a:gd name="T1" fmla="*/ 0 h 268"/>
                  <a:gd name="T2" fmla="*/ 0 w 66"/>
                  <a:gd name="T3" fmla="*/ 0 h 268"/>
                  <a:gd name="T4" fmla="*/ 0 w 66"/>
                  <a:gd name="T5" fmla="*/ 0 h 268"/>
                  <a:gd name="T6" fmla="*/ 0 w 66"/>
                  <a:gd name="T7" fmla="*/ 0 h 268"/>
                  <a:gd name="T8" fmla="*/ 0 w 66"/>
                  <a:gd name="T9" fmla="*/ 0 h 268"/>
                  <a:gd name="T10" fmla="*/ 0 w 66"/>
                  <a:gd name="T11" fmla="*/ 0 h 268"/>
                  <a:gd name="T12" fmla="*/ 0 w 66"/>
                  <a:gd name="T13" fmla="*/ 0 h 268"/>
                  <a:gd name="T14" fmla="*/ 0 60000 65536"/>
                  <a:gd name="T15" fmla="*/ 0 60000 65536"/>
                  <a:gd name="T16" fmla="*/ 0 60000 65536"/>
                  <a:gd name="T17" fmla="*/ 0 60000 65536"/>
                  <a:gd name="T18" fmla="*/ 0 60000 65536"/>
                  <a:gd name="T19" fmla="*/ 0 60000 65536"/>
                  <a:gd name="T20" fmla="*/ 0 60000 65536"/>
                  <a:gd name="T21" fmla="*/ 0 w 66"/>
                  <a:gd name="T22" fmla="*/ 0 h 268"/>
                  <a:gd name="T23" fmla="*/ 66 w 66"/>
                  <a:gd name="T24" fmla="*/ 268 h 2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68">
                    <a:moveTo>
                      <a:pt x="57" y="0"/>
                    </a:moveTo>
                    <a:lnTo>
                      <a:pt x="0" y="26"/>
                    </a:lnTo>
                    <a:lnTo>
                      <a:pt x="0" y="128"/>
                    </a:lnTo>
                    <a:lnTo>
                      <a:pt x="66" y="268"/>
                    </a:lnTo>
                    <a:lnTo>
                      <a:pt x="29" y="128"/>
                    </a:lnTo>
                    <a:lnTo>
                      <a:pt x="29" y="40"/>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5" name="Freeform 61"/>
              <p:cNvSpPr>
                <a:spLocks/>
              </p:cNvSpPr>
              <p:nvPr/>
            </p:nvSpPr>
            <p:spPr bwMode="auto">
              <a:xfrm>
                <a:off x="5283" y="3337"/>
                <a:ext cx="26" cy="27"/>
              </a:xfrm>
              <a:custGeom>
                <a:avLst/>
                <a:gdLst>
                  <a:gd name="T0" fmla="*/ 0 w 207"/>
                  <a:gd name="T1" fmla="*/ 0 h 219"/>
                  <a:gd name="T2" fmla="*/ 0 w 207"/>
                  <a:gd name="T3" fmla="*/ 0 h 219"/>
                  <a:gd name="T4" fmla="*/ 0 w 207"/>
                  <a:gd name="T5" fmla="*/ 0 h 219"/>
                  <a:gd name="T6" fmla="*/ 0 w 207"/>
                  <a:gd name="T7" fmla="*/ 0 h 219"/>
                  <a:gd name="T8" fmla="*/ 0 w 207"/>
                  <a:gd name="T9" fmla="*/ 0 h 219"/>
                  <a:gd name="T10" fmla="*/ 0 w 207"/>
                  <a:gd name="T11" fmla="*/ 0 h 219"/>
                  <a:gd name="T12" fmla="*/ 0 w 207"/>
                  <a:gd name="T13" fmla="*/ 0 h 219"/>
                  <a:gd name="T14" fmla="*/ 0 w 207"/>
                  <a:gd name="T15" fmla="*/ 0 h 219"/>
                  <a:gd name="T16" fmla="*/ 0 w 207"/>
                  <a:gd name="T17" fmla="*/ 0 h 2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7"/>
                  <a:gd name="T28" fmla="*/ 0 h 219"/>
                  <a:gd name="T29" fmla="*/ 207 w 207"/>
                  <a:gd name="T30" fmla="*/ 219 h 2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7" h="219">
                    <a:moveTo>
                      <a:pt x="156" y="0"/>
                    </a:moveTo>
                    <a:lnTo>
                      <a:pt x="128" y="35"/>
                    </a:lnTo>
                    <a:lnTo>
                      <a:pt x="68" y="21"/>
                    </a:lnTo>
                    <a:lnTo>
                      <a:pt x="48" y="136"/>
                    </a:lnTo>
                    <a:lnTo>
                      <a:pt x="0" y="219"/>
                    </a:lnTo>
                    <a:lnTo>
                      <a:pt x="85" y="136"/>
                    </a:lnTo>
                    <a:lnTo>
                      <a:pt x="165" y="136"/>
                    </a:lnTo>
                    <a:lnTo>
                      <a:pt x="207" y="74"/>
                    </a:lnTo>
                    <a:lnTo>
                      <a:pt x="1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6" name="Freeform 62"/>
              <p:cNvSpPr>
                <a:spLocks/>
              </p:cNvSpPr>
              <p:nvPr/>
            </p:nvSpPr>
            <p:spPr bwMode="auto">
              <a:xfrm>
                <a:off x="4465" y="2952"/>
                <a:ext cx="70" cy="13"/>
              </a:xfrm>
              <a:custGeom>
                <a:avLst/>
                <a:gdLst>
                  <a:gd name="T0" fmla="*/ 0 w 558"/>
                  <a:gd name="T1" fmla="*/ 0 h 104"/>
                  <a:gd name="T2" fmla="*/ 0 w 558"/>
                  <a:gd name="T3" fmla="*/ 0 h 104"/>
                  <a:gd name="T4" fmla="*/ 0 w 558"/>
                  <a:gd name="T5" fmla="*/ 0 h 104"/>
                  <a:gd name="T6" fmla="*/ 0 w 558"/>
                  <a:gd name="T7" fmla="*/ 0 h 104"/>
                  <a:gd name="T8" fmla="*/ 0 w 558"/>
                  <a:gd name="T9" fmla="*/ 0 h 104"/>
                  <a:gd name="T10" fmla="*/ 0 w 558"/>
                  <a:gd name="T11" fmla="*/ 0 h 104"/>
                  <a:gd name="T12" fmla="*/ 0 w 558"/>
                  <a:gd name="T13" fmla="*/ 0 h 104"/>
                  <a:gd name="T14" fmla="*/ 0 w 558"/>
                  <a:gd name="T15" fmla="*/ 0 h 104"/>
                  <a:gd name="T16" fmla="*/ 0 w 558"/>
                  <a:gd name="T17" fmla="*/ 0 h 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8"/>
                  <a:gd name="T28" fmla="*/ 0 h 104"/>
                  <a:gd name="T29" fmla="*/ 558 w 558"/>
                  <a:gd name="T30" fmla="*/ 104 h 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8" h="104">
                    <a:moveTo>
                      <a:pt x="525" y="104"/>
                    </a:moveTo>
                    <a:lnTo>
                      <a:pt x="236" y="44"/>
                    </a:lnTo>
                    <a:lnTo>
                      <a:pt x="149" y="44"/>
                    </a:lnTo>
                    <a:lnTo>
                      <a:pt x="0" y="104"/>
                    </a:lnTo>
                    <a:lnTo>
                      <a:pt x="149" y="12"/>
                    </a:lnTo>
                    <a:lnTo>
                      <a:pt x="224" y="0"/>
                    </a:lnTo>
                    <a:lnTo>
                      <a:pt x="545" y="44"/>
                    </a:lnTo>
                    <a:lnTo>
                      <a:pt x="558" y="79"/>
                    </a:lnTo>
                    <a:lnTo>
                      <a:pt x="525" y="1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7" name="Freeform 63"/>
              <p:cNvSpPr>
                <a:spLocks/>
              </p:cNvSpPr>
              <p:nvPr/>
            </p:nvSpPr>
            <p:spPr bwMode="auto">
              <a:xfrm>
                <a:off x="4515" y="3034"/>
                <a:ext cx="52" cy="11"/>
              </a:xfrm>
              <a:custGeom>
                <a:avLst/>
                <a:gdLst>
                  <a:gd name="T0" fmla="*/ 0 w 420"/>
                  <a:gd name="T1" fmla="*/ 0 h 88"/>
                  <a:gd name="T2" fmla="*/ 0 w 420"/>
                  <a:gd name="T3" fmla="*/ 0 h 88"/>
                  <a:gd name="T4" fmla="*/ 0 w 420"/>
                  <a:gd name="T5" fmla="*/ 0 h 88"/>
                  <a:gd name="T6" fmla="*/ 0 w 420"/>
                  <a:gd name="T7" fmla="*/ 0 h 88"/>
                  <a:gd name="T8" fmla="*/ 0 w 420"/>
                  <a:gd name="T9" fmla="*/ 0 h 88"/>
                  <a:gd name="T10" fmla="*/ 0 w 420"/>
                  <a:gd name="T11" fmla="*/ 0 h 88"/>
                  <a:gd name="T12" fmla="*/ 0 w 420"/>
                  <a:gd name="T13" fmla="*/ 0 h 88"/>
                  <a:gd name="T14" fmla="*/ 0 60000 65536"/>
                  <a:gd name="T15" fmla="*/ 0 60000 65536"/>
                  <a:gd name="T16" fmla="*/ 0 60000 65536"/>
                  <a:gd name="T17" fmla="*/ 0 60000 65536"/>
                  <a:gd name="T18" fmla="*/ 0 60000 65536"/>
                  <a:gd name="T19" fmla="*/ 0 60000 65536"/>
                  <a:gd name="T20" fmla="*/ 0 60000 65536"/>
                  <a:gd name="T21" fmla="*/ 0 w 420"/>
                  <a:gd name="T22" fmla="*/ 0 h 88"/>
                  <a:gd name="T23" fmla="*/ 420 w 420"/>
                  <a:gd name="T24" fmla="*/ 88 h 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0" h="88">
                    <a:moveTo>
                      <a:pt x="0" y="88"/>
                    </a:moveTo>
                    <a:lnTo>
                      <a:pt x="240" y="0"/>
                    </a:lnTo>
                    <a:lnTo>
                      <a:pt x="362" y="0"/>
                    </a:lnTo>
                    <a:lnTo>
                      <a:pt x="420" y="58"/>
                    </a:lnTo>
                    <a:lnTo>
                      <a:pt x="362" y="23"/>
                    </a:lnTo>
                    <a:lnTo>
                      <a:pt x="231" y="23"/>
                    </a:lnTo>
                    <a:lnTo>
                      <a:pt x="0"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8" name="Freeform 64"/>
              <p:cNvSpPr>
                <a:spLocks/>
              </p:cNvSpPr>
              <p:nvPr/>
            </p:nvSpPr>
            <p:spPr bwMode="auto">
              <a:xfrm>
                <a:off x="4515" y="3044"/>
                <a:ext cx="51" cy="14"/>
              </a:xfrm>
              <a:custGeom>
                <a:avLst/>
                <a:gdLst>
                  <a:gd name="T0" fmla="*/ 0 w 411"/>
                  <a:gd name="T1" fmla="*/ 0 h 108"/>
                  <a:gd name="T2" fmla="*/ 0 w 411"/>
                  <a:gd name="T3" fmla="*/ 0 h 108"/>
                  <a:gd name="T4" fmla="*/ 0 w 411"/>
                  <a:gd name="T5" fmla="*/ 0 h 108"/>
                  <a:gd name="T6" fmla="*/ 0 w 411"/>
                  <a:gd name="T7" fmla="*/ 0 h 108"/>
                  <a:gd name="T8" fmla="*/ 0 w 411"/>
                  <a:gd name="T9" fmla="*/ 0 h 108"/>
                  <a:gd name="T10" fmla="*/ 0 w 411"/>
                  <a:gd name="T11" fmla="*/ 0 h 108"/>
                  <a:gd name="T12" fmla="*/ 0 w 411"/>
                  <a:gd name="T13" fmla="*/ 0 h 108"/>
                  <a:gd name="T14" fmla="*/ 0 w 411"/>
                  <a:gd name="T15" fmla="*/ 0 h 108"/>
                  <a:gd name="T16" fmla="*/ 0 w 411"/>
                  <a:gd name="T17" fmla="*/ 0 h 108"/>
                  <a:gd name="T18" fmla="*/ 0 w 411"/>
                  <a:gd name="T19" fmla="*/ 0 h 108"/>
                  <a:gd name="T20" fmla="*/ 0 w 411"/>
                  <a:gd name="T21" fmla="*/ 0 h 108"/>
                  <a:gd name="T22" fmla="*/ 0 w 411"/>
                  <a:gd name="T23" fmla="*/ 0 h 108"/>
                  <a:gd name="T24" fmla="*/ 0 w 411"/>
                  <a:gd name="T25" fmla="*/ 0 h 108"/>
                  <a:gd name="T26" fmla="*/ 0 w 411"/>
                  <a:gd name="T27" fmla="*/ 0 h 10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1"/>
                  <a:gd name="T43" fmla="*/ 0 h 108"/>
                  <a:gd name="T44" fmla="*/ 411 w 411"/>
                  <a:gd name="T45" fmla="*/ 108 h 10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1" h="108">
                    <a:moveTo>
                      <a:pt x="27" y="9"/>
                    </a:moveTo>
                    <a:lnTo>
                      <a:pt x="216" y="36"/>
                    </a:lnTo>
                    <a:lnTo>
                      <a:pt x="326" y="36"/>
                    </a:lnTo>
                    <a:lnTo>
                      <a:pt x="411" y="0"/>
                    </a:lnTo>
                    <a:lnTo>
                      <a:pt x="326" y="42"/>
                    </a:lnTo>
                    <a:lnTo>
                      <a:pt x="189" y="42"/>
                    </a:lnTo>
                    <a:lnTo>
                      <a:pt x="106" y="62"/>
                    </a:lnTo>
                    <a:lnTo>
                      <a:pt x="183" y="95"/>
                    </a:lnTo>
                    <a:lnTo>
                      <a:pt x="309" y="95"/>
                    </a:lnTo>
                    <a:lnTo>
                      <a:pt x="387" y="51"/>
                    </a:lnTo>
                    <a:lnTo>
                      <a:pt x="309" y="108"/>
                    </a:lnTo>
                    <a:lnTo>
                      <a:pt x="163" y="108"/>
                    </a:lnTo>
                    <a:lnTo>
                      <a:pt x="0" y="9"/>
                    </a:lnTo>
                    <a:lnTo>
                      <a:pt x="27"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9" name="Freeform 65"/>
              <p:cNvSpPr>
                <a:spLocks/>
              </p:cNvSpPr>
              <p:nvPr/>
            </p:nvSpPr>
            <p:spPr bwMode="auto">
              <a:xfrm>
                <a:off x="4557" y="2947"/>
                <a:ext cx="20" cy="18"/>
              </a:xfrm>
              <a:custGeom>
                <a:avLst/>
                <a:gdLst>
                  <a:gd name="T0" fmla="*/ 0 w 160"/>
                  <a:gd name="T1" fmla="*/ 0 h 145"/>
                  <a:gd name="T2" fmla="*/ 0 w 160"/>
                  <a:gd name="T3" fmla="*/ 0 h 145"/>
                  <a:gd name="T4" fmla="*/ 0 w 160"/>
                  <a:gd name="T5" fmla="*/ 0 h 145"/>
                  <a:gd name="T6" fmla="*/ 0 w 160"/>
                  <a:gd name="T7" fmla="*/ 0 h 145"/>
                  <a:gd name="T8" fmla="*/ 0 w 160"/>
                  <a:gd name="T9" fmla="*/ 0 h 145"/>
                  <a:gd name="T10" fmla="*/ 0 w 160"/>
                  <a:gd name="T11" fmla="*/ 0 h 145"/>
                  <a:gd name="T12" fmla="*/ 0 w 160"/>
                  <a:gd name="T13" fmla="*/ 0 h 145"/>
                  <a:gd name="T14" fmla="*/ 0 w 160"/>
                  <a:gd name="T15" fmla="*/ 0 h 145"/>
                  <a:gd name="T16" fmla="*/ 0 60000 65536"/>
                  <a:gd name="T17" fmla="*/ 0 60000 65536"/>
                  <a:gd name="T18" fmla="*/ 0 60000 65536"/>
                  <a:gd name="T19" fmla="*/ 0 60000 65536"/>
                  <a:gd name="T20" fmla="*/ 0 60000 65536"/>
                  <a:gd name="T21" fmla="*/ 0 60000 65536"/>
                  <a:gd name="T22" fmla="*/ 0 60000 65536"/>
                  <a:gd name="T23" fmla="*/ 0 60000 65536"/>
                  <a:gd name="T24" fmla="*/ 0 w 160"/>
                  <a:gd name="T25" fmla="*/ 0 h 145"/>
                  <a:gd name="T26" fmla="*/ 160 w 160"/>
                  <a:gd name="T27" fmla="*/ 145 h 1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 h="145">
                    <a:moveTo>
                      <a:pt x="20" y="145"/>
                    </a:moveTo>
                    <a:lnTo>
                      <a:pt x="0" y="111"/>
                    </a:lnTo>
                    <a:lnTo>
                      <a:pt x="34" y="53"/>
                    </a:lnTo>
                    <a:lnTo>
                      <a:pt x="142" y="0"/>
                    </a:lnTo>
                    <a:lnTo>
                      <a:pt x="160" y="9"/>
                    </a:lnTo>
                    <a:lnTo>
                      <a:pt x="68" y="85"/>
                    </a:lnTo>
                    <a:lnTo>
                      <a:pt x="43" y="134"/>
                    </a:lnTo>
                    <a:lnTo>
                      <a:pt x="20" y="1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60" name="Freeform 66"/>
              <p:cNvSpPr>
                <a:spLocks/>
              </p:cNvSpPr>
              <p:nvPr/>
            </p:nvSpPr>
            <p:spPr bwMode="auto">
              <a:xfrm>
                <a:off x="4555" y="2966"/>
                <a:ext cx="12" cy="50"/>
              </a:xfrm>
              <a:custGeom>
                <a:avLst/>
                <a:gdLst>
                  <a:gd name="T0" fmla="*/ 0 w 99"/>
                  <a:gd name="T1" fmla="*/ 0 h 399"/>
                  <a:gd name="T2" fmla="*/ 0 w 99"/>
                  <a:gd name="T3" fmla="*/ 0 h 399"/>
                  <a:gd name="T4" fmla="*/ 0 w 99"/>
                  <a:gd name="T5" fmla="*/ 0 h 399"/>
                  <a:gd name="T6" fmla="*/ 0 w 99"/>
                  <a:gd name="T7" fmla="*/ 0 h 399"/>
                  <a:gd name="T8" fmla="*/ 0 w 99"/>
                  <a:gd name="T9" fmla="*/ 0 h 399"/>
                  <a:gd name="T10" fmla="*/ 0 w 99"/>
                  <a:gd name="T11" fmla="*/ 0 h 399"/>
                  <a:gd name="T12" fmla="*/ 0 60000 65536"/>
                  <a:gd name="T13" fmla="*/ 0 60000 65536"/>
                  <a:gd name="T14" fmla="*/ 0 60000 65536"/>
                  <a:gd name="T15" fmla="*/ 0 60000 65536"/>
                  <a:gd name="T16" fmla="*/ 0 60000 65536"/>
                  <a:gd name="T17" fmla="*/ 0 60000 65536"/>
                  <a:gd name="T18" fmla="*/ 0 w 99"/>
                  <a:gd name="T19" fmla="*/ 0 h 399"/>
                  <a:gd name="T20" fmla="*/ 99 w 99"/>
                  <a:gd name="T21" fmla="*/ 399 h 399"/>
                </a:gdLst>
                <a:ahLst/>
                <a:cxnLst>
                  <a:cxn ang="T12">
                    <a:pos x="T0" y="T1"/>
                  </a:cxn>
                  <a:cxn ang="T13">
                    <a:pos x="T2" y="T3"/>
                  </a:cxn>
                  <a:cxn ang="T14">
                    <a:pos x="T4" y="T5"/>
                  </a:cxn>
                  <a:cxn ang="T15">
                    <a:pos x="T6" y="T7"/>
                  </a:cxn>
                  <a:cxn ang="T16">
                    <a:pos x="T8" y="T9"/>
                  </a:cxn>
                  <a:cxn ang="T17">
                    <a:pos x="T10" y="T11"/>
                  </a:cxn>
                </a:cxnLst>
                <a:rect l="T18" t="T19" r="T20" b="T21"/>
                <a:pathLst>
                  <a:path w="99" h="399">
                    <a:moveTo>
                      <a:pt x="14" y="0"/>
                    </a:moveTo>
                    <a:lnTo>
                      <a:pt x="0" y="81"/>
                    </a:lnTo>
                    <a:lnTo>
                      <a:pt x="0" y="114"/>
                    </a:lnTo>
                    <a:lnTo>
                      <a:pt x="99" y="344"/>
                    </a:lnTo>
                    <a:lnTo>
                      <a:pt x="90" y="378"/>
                    </a:lnTo>
                    <a:lnTo>
                      <a:pt x="41" y="399"/>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61" name="Freeform 67"/>
              <p:cNvSpPr>
                <a:spLocks/>
              </p:cNvSpPr>
              <p:nvPr/>
            </p:nvSpPr>
            <p:spPr bwMode="auto">
              <a:xfrm>
                <a:off x="4531" y="3014"/>
                <a:ext cx="29" cy="15"/>
              </a:xfrm>
              <a:custGeom>
                <a:avLst/>
                <a:gdLst>
                  <a:gd name="T0" fmla="*/ 0 w 232"/>
                  <a:gd name="T1" fmla="*/ 0 h 123"/>
                  <a:gd name="T2" fmla="*/ 0 w 232"/>
                  <a:gd name="T3" fmla="*/ 0 h 123"/>
                  <a:gd name="T4" fmla="*/ 0 w 232"/>
                  <a:gd name="T5" fmla="*/ 0 h 123"/>
                  <a:gd name="T6" fmla="*/ 0 w 232"/>
                  <a:gd name="T7" fmla="*/ 0 h 123"/>
                  <a:gd name="T8" fmla="*/ 0 w 232"/>
                  <a:gd name="T9" fmla="*/ 0 h 123"/>
                  <a:gd name="T10" fmla="*/ 0 w 232"/>
                  <a:gd name="T11" fmla="*/ 0 h 123"/>
                  <a:gd name="T12" fmla="*/ 0 w 232"/>
                  <a:gd name="T13" fmla="*/ 0 h 123"/>
                  <a:gd name="T14" fmla="*/ 0 w 232"/>
                  <a:gd name="T15" fmla="*/ 0 h 123"/>
                  <a:gd name="T16" fmla="*/ 0 w 232"/>
                  <a:gd name="T17" fmla="*/ 0 h 123"/>
                  <a:gd name="T18" fmla="*/ 0 w 232"/>
                  <a:gd name="T19" fmla="*/ 0 h 123"/>
                  <a:gd name="T20" fmla="*/ 0 w 232"/>
                  <a:gd name="T21" fmla="*/ 0 h 1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2"/>
                  <a:gd name="T34" fmla="*/ 0 h 123"/>
                  <a:gd name="T35" fmla="*/ 232 w 232"/>
                  <a:gd name="T36" fmla="*/ 123 h 1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2" h="123">
                    <a:moveTo>
                      <a:pt x="232" y="21"/>
                    </a:moveTo>
                    <a:lnTo>
                      <a:pt x="191" y="8"/>
                    </a:lnTo>
                    <a:lnTo>
                      <a:pt x="119" y="0"/>
                    </a:lnTo>
                    <a:lnTo>
                      <a:pt x="24" y="21"/>
                    </a:lnTo>
                    <a:lnTo>
                      <a:pt x="0" y="0"/>
                    </a:lnTo>
                    <a:lnTo>
                      <a:pt x="20" y="42"/>
                    </a:lnTo>
                    <a:lnTo>
                      <a:pt x="77" y="76"/>
                    </a:lnTo>
                    <a:lnTo>
                      <a:pt x="130" y="67"/>
                    </a:lnTo>
                    <a:lnTo>
                      <a:pt x="205" y="123"/>
                    </a:lnTo>
                    <a:lnTo>
                      <a:pt x="232" y="33"/>
                    </a:lnTo>
                    <a:lnTo>
                      <a:pt x="232"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62" name="Freeform 68"/>
              <p:cNvSpPr>
                <a:spLocks/>
              </p:cNvSpPr>
              <p:nvPr/>
            </p:nvSpPr>
            <p:spPr bwMode="auto">
              <a:xfrm>
                <a:off x="4555" y="2968"/>
                <a:ext cx="25" cy="13"/>
              </a:xfrm>
              <a:custGeom>
                <a:avLst/>
                <a:gdLst>
                  <a:gd name="T0" fmla="*/ 0 w 205"/>
                  <a:gd name="T1" fmla="*/ 0 h 102"/>
                  <a:gd name="T2" fmla="*/ 0 w 205"/>
                  <a:gd name="T3" fmla="*/ 0 h 102"/>
                  <a:gd name="T4" fmla="*/ 0 w 205"/>
                  <a:gd name="T5" fmla="*/ 0 h 102"/>
                  <a:gd name="T6" fmla="*/ 0 w 205"/>
                  <a:gd name="T7" fmla="*/ 0 h 102"/>
                  <a:gd name="T8" fmla="*/ 0 w 205"/>
                  <a:gd name="T9" fmla="*/ 0 h 102"/>
                  <a:gd name="T10" fmla="*/ 0 w 205"/>
                  <a:gd name="T11" fmla="*/ 0 h 102"/>
                  <a:gd name="T12" fmla="*/ 0 w 205"/>
                  <a:gd name="T13" fmla="*/ 0 h 102"/>
                  <a:gd name="T14" fmla="*/ 0 w 205"/>
                  <a:gd name="T15" fmla="*/ 0 h 102"/>
                  <a:gd name="T16" fmla="*/ 0 w 205"/>
                  <a:gd name="T17" fmla="*/ 0 h 102"/>
                  <a:gd name="T18" fmla="*/ 0 w 205"/>
                  <a:gd name="T19" fmla="*/ 0 h 102"/>
                  <a:gd name="T20" fmla="*/ 0 w 205"/>
                  <a:gd name="T21" fmla="*/ 0 h 102"/>
                  <a:gd name="T22" fmla="*/ 0 w 205"/>
                  <a:gd name="T23" fmla="*/ 0 h 1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5"/>
                  <a:gd name="T37" fmla="*/ 0 h 102"/>
                  <a:gd name="T38" fmla="*/ 205 w 205"/>
                  <a:gd name="T39" fmla="*/ 102 h 1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5" h="102">
                    <a:moveTo>
                      <a:pt x="0" y="78"/>
                    </a:moveTo>
                    <a:lnTo>
                      <a:pt x="48" y="34"/>
                    </a:lnTo>
                    <a:lnTo>
                      <a:pt x="90" y="69"/>
                    </a:lnTo>
                    <a:lnTo>
                      <a:pt x="48" y="78"/>
                    </a:lnTo>
                    <a:lnTo>
                      <a:pt x="119" y="102"/>
                    </a:lnTo>
                    <a:lnTo>
                      <a:pt x="156" y="55"/>
                    </a:lnTo>
                    <a:lnTo>
                      <a:pt x="205" y="55"/>
                    </a:lnTo>
                    <a:lnTo>
                      <a:pt x="170" y="34"/>
                    </a:lnTo>
                    <a:lnTo>
                      <a:pt x="183" y="0"/>
                    </a:lnTo>
                    <a:lnTo>
                      <a:pt x="135" y="23"/>
                    </a:lnTo>
                    <a:lnTo>
                      <a:pt x="48" y="23"/>
                    </a:lnTo>
                    <a:lnTo>
                      <a:pt x="0"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63" name="Freeform 69"/>
              <p:cNvSpPr>
                <a:spLocks/>
              </p:cNvSpPr>
              <p:nvPr/>
            </p:nvSpPr>
            <p:spPr bwMode="auto">
              <a:xfrm>
                <a:off x="4484" y="2971"/>
                <a:ext cx="42" cy="15"/>
              </a:xfrm>
              <a:custGeom>
                <a:avLst/>
                <a:gdLst>
                  <a:gd name="T0" fmla="*/ 0 w 334"/>
                  <a:gd name="T1" fmla="*/ 0 h 122"/>
                  <a:gd name="T2" fmla="*/ 0 w 334"/>
                  <a:gd name="T3" fmla="*/ 0 h 122"/>
                  <a:gd name="T4" fmla="*/ 0 w 334"/>
                  <a:gd name="T5" fmla="*/ 0 h 122"/>
                  <a:gd name="T6" fmla="*/ 0 w 334"/>
                  <a:gd name="T7" fmla="*/ 0 h 122"/>
                  <a:gd name="T8" fmla="*/ 0 w 334"/>
                  <a:gd name="T9" fmla="*/ 0 h 122"/>
                  <a:gd name="T10" fmla="*/ 0 w 334"/>
                  <a:gd name="T11" fmla="*/ 0 h 122"/>
                  <a:gd name="T12" fmla="*/ 0 w 334"/>
                  <a:gd name="T13" fmla="*/ 0 h 122"/>
                  <a:gd name="T14" fmla="*/ 0 w 334"/>
                  <a:gd name="T15" fmla="*/ 0 h 122"/>
                  <a:gd name="T16" fmla="*/ 0 w 334"/>
                  <a:gd name="T17" fmla="*/ 0 h 122"/>
                  <a:gd name="T18" fmla="*/ 0 w 334"/>
                  <a:gd name="T19" fmla="*/ 0 h 122"/>
                  <a:gd name="T20" fmla="*/ 0 w 334"/>
                  <a:gd name="T21" fmla="*/ 0 h 122"/>
                  <a:gd name="T22" fmla="*/ 0 w 334"/>
                  <a:gd name="T23" fmla="*/ 0 h 122"/>
                  <a:gd name="T24" fmla="*/ 0 w 334"/>
                  <a:gd name="T25" fmla="*/ 0 h 122"/>
                  <a:gd name="T26" fmla="*/ 0 w 334"/>
                  <a:gd name="T27" fmla="*/ 0 h 122"/>
                  <a:gd name="T28" fmla="*/ 0 w 334"/>
                  <a:gd name="T29" fmla="*/ 0 h 122"/>
                  <a:gd name="T30" fmla="*/ 0 w 334"/>
                  <a:gd name="T31" fmla="*/ 0 h 1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4"/>
                  <a:gd name="T49" fmla="*/ 0 h 122"/>
                  <a:gd name="T50" fmla="*/ 334 w 334"/>
                  <a:gd name="T51" fmla="*/ 122 h 1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4" h="122">
                    <a:moveTo>
                      <a:pt x="328" y="32"/>
                    </a:moveTo>
                    <a:lnTo>
                      <a:pt x="237" y="0"/>
                    </a:lnTo>
                    <a:lnTo>
                      <a:pt x="69" y="55"/>
                    </a:lnTo>
                    <a:lnTo>
                      <a:pt x="0" y="55"/>
                    </a:lnTo>
                    <a:lnTo>
                      <a:pt x="48" y="79"/>
                    </a:lnTo>
                    <a:lnTo>
                      <a:pt x="135" y="67"/>
                    </a:lnTo>
                    <a:lnTo>
                      <a:pt x="143" y="88"/>
                    </a:lnTo>
                    <a:lnTo>
                      <a:pt x="119" y="122"/>
                    </a:lnTo>
                    <a:lnTo>
                      <a:pt x="172" y="101"/>
                    </a:lnTo>
                    <a:lnTo>
                      <a:pt x="154" y="55"/>
                    </a:lnTo>
                    <a:lnTo>
                      <a:pt x="196" y="23"/>
                    </a:lnTo>
                    <a:lnTo>
                      <a:pt x="196" y="88"/>
                    </a:lnTo>
                    <a:lnTo>
                      <a:pt x="246" y="88"/>
                    </a:lnTo>
                    <a:lnTo>
                      <a:pt x="273" y="55"/>
                    </a:lnTo>
                    <a:lnTo>
                      <a:pt x="334" y="55"/>
                    </a:lnTo>
                    <a:lnTo>
                      <a:pt x="328"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64" name="Line 70"/>
              <p:cNvSpPr>
                <a:spLocks noChangeShapeType="1"/>
              </p:cNvSpPr>
              <p:nvPr/>
            </p:nvSpPr>
            <p:spPr bwMode="auto">
              <a:xfrm>
                <a:off x="4443" y="2989"/>
                <a:ext cx="8"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65" name="Line 71"/>
              <p:cNvSpPr>
                <a:spLocks noChangeShapeType="1"/>
              </p:cNvSpPr>
              <p:nvPr/>
            </p:nvSpPr>
            <p:spPr bwMode="auto">
              <a:xfrm>
                <a:off x="4450" y="2991"/>
                <a:ext cx="9" cy="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66" name="Line 72"/>
              <p:cNvSpPr>
                <a:spLocks noChangeShapeType="1"/>
              </p:cNvSpPr>
              <p:nvPr/>
            </p:nvSpPr>
            <p:spPr bwMode="auto">
              <a:xfrm>
                <a:off x="4459" y="3000"/>
                <a:ext cx="11" cy="2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67" name="Line 73"/>
              <p:cNvSpPr>
                <a:spLocks noChangeShapeType="1"/>
              </p:cNvSpPr>
              <p:nvPr/>
            </p:nvSpPr>
            <p:spPr bwMode="auto">
              <a:xfrm>
                <a:off x="4471" y="3014"/>
                <a:ext cx="6" cy="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68" name="Freeform 74"/>
              <p:cNvSpPr>
                <a:spLocks/>
              </p:cNvSpPr>
              <p:nvPr/>
            </p:nvSpPr>
            <p:spPr bwMode="auto">
              <a:xfrm>
                <a:off x="4436" y="3012"/>
                <a:ext cx="136" cy="142"/>
              </a:xfrm>
              <a:custGeom>
                <a:avLst/>
                <a:gdLst>
                  <a:gd name="T0" fmla="*/ 0 w 1088"/>
                  <a:gd name="T1" fmla="*/ 0 h 1136"/>
                  <a:gd name="T2" fmla="*/ 0 w 1088"/>
                  <a:gd name="T3" fmla="*/ 0 h 1136"/>
                  <a:gd name="T4" fmla="*/ 0 w 1088"/>
                  <a:gd name="T5" fmla="*/ 0 h 1136"/>
                  <a:gd name="T6" fmla="*/ 0 w 1088"/>
                  <a:gd name="T7" fmla="*/ 0 h 1136"/>
                  <a:gd name="T8" fmla="*/ 0 w 1088"/>
                  <a:gd name="T9" fmla="*/ 0 h 1136"/>
                  <a:gd name="T10" fmla="*/ 0 w 1088"/>
                  <a:gd name="T11" fmla="*/ 0 h 1136"/>
                  <a:gd name="T12" fmla="*/ 0 w 1088"/>
                  <a:gd name="T13" fmla="*/ 0 h 1136"/>
                  <a:gd name="T14" fmla="*/ 0 w 1088"/>
                  <a:gd name="T15" fmla="*/ 0 h 1136"/>
                  <a:gd name="T16" fmla="*/ 0 w 1088"/>
                  <a:gd name="T17" fmla="*/ 0 h 1136"/>
                  <a:gd name="T18" fmla="*/ 0 w 1088"/>
                  <a:gd name="T19" fmla="*/ 0 h 1136"/>
                  <a:gd name="T20" fmla="*/ 0 w 1088"/>
                  <a:gd name="T21" fmla="*/ 0 h 1136"/>
                  <a:gd name="T22" fmla="*/ 0 w 1088"/>
                  <a:gd name="T23" fmla="*/ 0 h 1136"/>
                  <a:gd name="T24" fmla="*/ 0 w 1088"/>
                  <a:gd name="T25" fmla="*/ 0 h 1136"/>
                  <a:gd name="T26" fmla="*/ 0 w 1088"/>
                  <a:gd name="T27" fmla="*/ 0 h 1136"/>
                  <a:gd name="T28" fmla="*/ 0 w 1088"/>
                  <a:gd name="T29" fmla="*/ 0 h 1136"/>
                  <a:gd name="T30" fmla="*/ 0 w 1088"/>
                  <a:gd name="T31" fmla="*/ 0 h 1136"/>
                  <a:gd name="T32" fmla="*/ 0 w 1088"/>
                  <a:gd name="T33" fmla="*/ 0 h 1136"/>
                  <a:gd name="T34" fmla="*/ 0 w 1088"/>
                  <a:gd name="T35" fmla="*/ 0 h 1136"/>
                  <a:gd name="T36" fmla="*/ 0 w 1088"/>
                  <a:gd name="T37" fmla="*/ 0 h 1136"/>
                  <a:gd name="T38" fmla="*/ 0 w 1088"/>
                  <a:gd name="T39" fmla="*/ 0 h 1136"/>
                  <a:gd name="T40" fmla="*/ 0 w 1088"/>
                  <a:gd name="T41" fmla="*/ 0 h 1136"/>
                  <a:gd name="T42" fmla="*/ 0 w 1088"/>
                  <a:gd name="T43" fmla="*/ 0 h 1136"/>
                  <a:gd name="T44" fmla="*/ 0 w 1088"/>
                  <a:gd name="T45" fmla="*/ 0 h 11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88"/>
                  <a:gd name="T70" fmla="*/ 0 h 1136"/>
                  <a:gd name="T71" fmla="*/ 1088 w 1088"/>
                  <a:gd name="T72" fmla="*/ 1136 h 11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88" h="1136">
                    <a:moveTo>
                      <a:pt x="0" y="0"/>
                    </a:moveTo>
                    <a:lnTo>
                      <a:pt x="189" y="450"/>
                    </a:lnTo>
                    <a:lnTo>
                      <a:pt x="248" y="487"/>
                    </a:lnTo>
                    <a:lnTo>
                      <a:pt x="747" y="637"/>
                    </a:lnTo>
                    <a:lnTo>
                      <a:pt x="839" y="637"/>
                    </a:lnTo>
                    <a:lnTo>
                      <a:pt x="994" y="637"/>
                    </a:lnTo>
                    <a:lnTo>
                      <a:pt x="1026" y="565"/>
                    </a:lnTo>
                    <a:lnTo>
                      <a:pt x="1088" y="290"/>
                    </a:lnTo>
                    <a:lnTo>
                      <a:pt x="1043" y="551"/>
                    </a:lnTo>
                    <a:lnTo>
                      <a:pt x="1010" y="659"/>
                    </a:lnTo>
                    <a:lnTo>
                      <a:pt x="848" y="714"/>
                    </a:lnTo>
                    <a:lnTo>
                      <a:pt x="821" y="938"/>
                    </a:lnTo>
                    <a:lnTo>
                      <a:pt x="701" y="1045"/>
                    </a:lnTo>
                    <a:lnTo>
                      <a:pt x="521" y="1136"/>
                    </a:lnTo>
                    <a:lnTo>
                      <a:pt x="768" y="903"/>
                    </a:lnTo>
                    <a:lnTo>
                      <a:pt x="804" y="714"/>
                    </a:lnTo>
                    <a:lnTo>
                      <a:pt x="667" y="669"/>
                    </a:lnTo>
                    <a:lnTo>
                      <a:pt x="441" y="1114"/>
                    </a:lnTo>
                    <a:lnTo>
                      <a:pt x="189" y="1001"/>
                    </a:lnTo>
                    <a:lnTo>
                      <a:pt x="378" y="1067"/>
                    </a:lnTo>
                    <a:lnTo>
                      <a:pt x="597" y="650"/>
                    </a:lnTo>
                    <a:lnTo>
                      <a:pt x="171" y="47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69" name="Freeform 75"/>
              <p:cNvSpPr>
                <a:spLocks/>
              </p:cNvSpPr>
              <p:nvPr/>
            </p:nvSpPr>
            <p:spPr bwMode="auto">
              <a:xfrm>
                <a:off x="4423" y="3027"/>
                <a:ext cx="28" cy="106"/>
              </a:xfrm>
              <a:custGeom>
                <a:avLst/>
                <a:gdLst>
                  <a:gd name="T0" fmla="*/ 0 w 226"/>
                  <a:gd name="T1" fmla="*/ 0 h 842"/>
                  <a:gd name="T2" fmla="*/ 0 w 226"/>
                  <a:gd name="T3" fmla="*/ 0 h 842"/>
                  <a:gd name="T4" fmla="*/ 0 w 226"/>
                  <a:gd name="T5" fmla="*/ 0 h 842"/>
                  <a:gd name="T6" fmla="*/ 0 w 226"/>
                  <a:gd name="T7" fmla="*/ 0 h 842"/>
                  <a:gd name="T8" fmla="*/ 0 w 226"/>
                  <a:gd name="T9" fmla="*/ 0 h 842"/>
                  <a:gd name="T10" fmla="*/ 0 w 226"/>
                  <a:gd name="T11" fmla="*/ 0 h 842"/>
                  <a:gd name="T12" fmla="*/ 0 w 226"/>
                  <a:gd name="T13" fmla="*/ 0 h 842"/>
                  <a:gd name="T14" fmla="*/ 0 w 226"/>
                  <a:gd name="T15" fmla="*/ 0 h 842"/>
                  <a:gd name="T16" fmla="*/ 0 w 226"/>
                  <a:gd name="T17" fmla="*/ 0 h 842"/>
                  <a:gd name="T18" fmla="*/ 0 w 226"/>
                  <a:gd name="T19" fmla="*/ 0 h 842"/>
                  <a:gd name="T20" fmla="*/ 0 w 226"/>
                  <a:gd name="T21" fmla="*/ 0 h 842"/>
                  <a:gd name="T22" fmla="*/ 0 w 226"/>
                  <a:gd name="T23" fmla="*/ 0 h 842"/>
                  <a:gd name="T24" fmla="*/ 0 w 226"/>
                  <a:gd name="T25" fmla="*/ 0 h 842"/>
                  <a:gd name="T26" fmla="*/ 0 w 226"/>
                  <a:gd name="T27" fmla="*/ 0 h 842"/>
                  <a:gd name="T28" fmla="*/ 0 w 226"/>
                  <a:gd name="T29" fmla="*/ 0 h 8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6"/>
                  <a:gd name="T46" fmla="*/ 0 h 842"/>
                  <a:gd name="T47" fmla="*/ 226 w 226"/>
                  <a:gd name="T48" fmla="*/ 842 h 8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6" h="842">
                    <a:moveTo>
                      <a:pt x="120" y="0"/>
                    </a:moveTo>
                    <a:lnTo>
                      <a:pt x="120" y="78"/>
                    </a:lnTo>
                    <a:lnTo>
                      <a:pt x="78" y="152"/>
                    </a:lnTo>
                    <a:lnTo>
                      <a:pt x="198" y="627"/>
                    </a:lnTo>
                    <a:lnTo>
                      <a:pt x="226" y="842"/>
                    </a:lnTo>
                    <a:lnTo>
                      <a:pt x="103" y="783"/>
                    </a:lnTo>
                    <a:lnTo>
                      <a:pt x="25" y="640"/>
                    </a:lnTo>
                    <a:lnTo>
                      <a:pt x="120" y="774"/>
                    </a:lnTo>
                    <a:lnTo>
                      <a:pt x="158" y="783"/>
                    </a:lnTo>
                    <a:lnTo>
                      <a:pt x="96" y="308"/>
                    </a:lnTo>
                    <a:lnTo>
                      <a:pt x="32" y="572"/>
                    </a:lnTo>
                    <a:lnTo>
                      <a:pt x="78" y="265"/>
                    </a:lnTo>
                    <a:lnTo>
                      <a:pt x="43" y="78"/>
                    </a:lnTo>
                    <a:lnTo>
                      <a:pt x="0" y="69"/>
                    </a:lnTo>
                    <a:lnTo>
                      <a:pt x="1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0" name="Freeform 76"/>
              <p:cNvSpPr>
                <a:spLocks/>
              </p:cNvSpPr>
              <p:nvPr/>
            </p:nvSpPr>
            <p:spPr bwMode="auto">
              <a:xfrm>
                <a:off x="4562" y="2910"/>
                <a:ext cx="23" cy="135"/>
              </a:xfrm>
              <a:custGeom>
                <a:avLst/>
                <a:gdLst>
                  <a:gd name="T0" fmla="*/ 0 w 187"/>
                  <a:gd name="T1" fmla="*/ 0 h 1081"/>
                  <a:gd name="T2" fmla="*/ 0 w 187"/>
                  <a:gd name="T3" fmla="*/ 0 h 1081"/>
                  <a:gd name="T4" fmla="*/ 0 w 187"/>
                  <a:gd name="T5" fmla="*/ 0 h 1081"/>
                  <a:gd name="T6" fmla="*/ 0 w 187"/>
                  <a:gd name="T7" fmla="*/ 0 h 1081"/>
                  <a:gd name="T8" fmla="*/ 0 w 187"/>
                  <a:gd name="T9" fmla="*/ 0 h 1081"/>
                  <a:gd name="T10" fmla="*/ 0 w 187"/>
                  <a:gd name="T11" fmla="*/ 0 h 1081"/>
                  <a:gd name="T12" fmla="*/ 0 w 187"/>
                  <a:gd name="T13" fmla="*/ 0 h 1081"/>
                  <a:gd name="T14" fmla="*/ 0 w 187"/>
                  <a:gd name="T15" fmla="*/ 0 h 1081"/>
                  <a:gd name="T16" fmla="*/ 0 w 187"/>
                  <a:gd name="T17" fmla="*/ 0 h 10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1081"/>
                  <a:gd name="T29" fmla="*/ 187 w 187"/>
                  <a:gd name="T30" fmla="*/ 1081 h 108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1081">
                    <a:moveTo>
                      <a:pt x="86" y="1081"/>
                    </a:moveTo>
                    <a:lnTo>
                      <a:pt x="170" y="871"/>
                    </a:lnTo>
                    <a:lnTo>
                      <a:pt x="187" y="760"/>
                    </a:lnTo>
                    <a:lnTo>
                      <a:pt x="187" y="675"/>
                    </a:lnTo>
                    <a:lnTo>
                      <a:pt x="170" y="587"/>
                    </a:lnTo>
                    <a:lnTo>
                      <a:pt x="117" y="451"/>
                    </a:lnTo>
                    <a:lnTo>
                      <a:pt x="117" y="338"/>
                    </a:lnTo>
                    <a:lnTo>
                      <a:pt x="113" y="297"/>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71" name="Freeform 77"/>
              <p:cNvSpPr>
                <a:spLocks/>
              </p:cNvSpPr>
              <p:nvPr/>
            </p:nvSpPr>
            <p:spPr bwMode="auto">
              <a:xfrm>
                <a:off x="4345" y="2795"/>
                <a:ext cx="249" cy="290"/>
              </a:xfrm>
              <a:custGeom>
                <a:avLst/>
                <a:gdLst>
                  <a:gd name="T0" fmla="*/ 0 w 1994"/>
                  <a:gd name="T1" fmla="*/ 0 h 2320"/>
                  <a:gd name="T2" fmla="*/ 0 w 1994"/>
                  <a:gd name="T3" fmla="*/ 0 h 2320"/>
                  <a:gd name="T4" fmla="*/ 0 w 1994"/>
                  <a:gd name="T5" fmla="*/ 0 h 2320"/>
                  <a:gd name="T6" fmla="*/ 0 w 1994"/>
                  <a:gd name="T7" fmla="*/ 0 h 2320"/>
                  <a:gd name="T8" fmla="*/ 0 w 1994"/>
                  <a:gd name="T9" fmla="*/ 0 h 2320"/>
                  <a:gd name="T10" fmla="*/ 0 w 1994"/>
                  <a:gd name="T11" fmla="*/ 0 h 2320"/>
                  <a:gd name="T12" fmla="*/ 0 w 1994"/>
                  <a:gd name="T13" fmla="*/ 0 h 2320"/>
                  <a:gd name="T14" fmla="*/ 0 w 1994"/>
                  <a:gd name="T15" fmla="*/ 0 h 2320"/>
                  <a:gd name="T16" fmla="*/ 0 w 1994"/>
                  <a:gd name="T17" fmla="*/ 0 h 2320"/>
                  <a:gd name="T18" fmla="*/ 0 w 1994"/>
                  <a:gd name="T19" fmla="*/ 0 h 2320"/>
                  <a:gd name="T20" fmla="*/ 0 w 1994"/>
                  <a:gd name="T21" fmla="*/ 0 h 2320"/>
                  <a:gd name="T22" fmla="*/ 0 w 1994"/>
                  <a:gd name="T23" fmla="*/ 0 h 2320"/>
                  <a:gd name="T24" fmla="*/ 0 w 1994"/>
                  <a:gd name="T25" fmla="*/ 0 h 2320"/>
                  <a:gd name="T26" fmla="*/ 0 w 1994"/>
                  <a:gd name="T27" fmla="*/ 0 h 2320"/>
                  <a:gd name="T28" fmla="*/ 0 w 1994"/>
                  <a:gd name="T29" fmla="*/ 0 h 2320"/>
                  <a:gd name="T30" fmla="*/ 0 w 1994"/>
                  <a:gd name="T31" fmla="*/ 0 h 2320"/>
                  <a:gd name="T32" fmla="*/ 0 w 1994"/>
                  <a:gd name="T33" fmla="*/ 0 h 2320"/>
                  <a:gd name="T34" fmla="*/ 0 w 1994"/>
                  <a:gd name="T35" fmla="*/ 0 h 2320"/>
                  <a:gd name="T36" fmla="*/ 0 w 1994"/>
                  <a:gd name="T37" fmla="*/ 0 h 2320"/>
                  <a:gd name="T38" fmla="*/ 0 w 1994"/>
                  <a:gd name="T39" fmla="*/ 0 h 2320"/>
                  <a:gd name="T40" fmla="*/ 0 w 1994"/>
                  <a:gd name="T41" fmla="*/ 0 h 2320"/>
                  <a:gd name="T42" fmla="*/ 0 w 1994"/>
                  <a:gd name="T43" fmla="*/ 0 h 2320"/>
                  <a:gd name="T44" fmla="*/ 0 w 1994"/>
                  <a:gd name="T45" fmla="*/ 0 h 2320"/>
                  <a:gd name="T46" fmla="*/ 0 w 1994"/>
                  <a:gd name="T47" fmla="*/ 0 h 2320"/>
                  <a:gd name="T48" fmla="*/ 0 w 1994"/>
                  <a:gd name="T49" fmla="*/ 0 h 2320"/>
                  <a:gd name="T50" fmla="*/ 0 w 1994"/>
                  <a:gd name="T51" fmla="*/ 0 h 2320"/>
                  <a:gd name="T52" fmla="*/ 0 w 1994"/>
                  <a:gd name="T53" fmla="*/ 0 h 2320"/>
                  <a:gd name="T54" fmla="*/ 0 w 1994"/>
                  <a:gd name="T55" fmla="*/ 0 h 2320"/>
                  <a:gd name="T56" fmla="*/ 0 w 1994"/>
                  <a:gd name="T57" fmla="*/ 0 h 2320"/>
                  <a:gd name="T58" fmla="*/ 0 w 1994"/>
                  <a:gd name="T59" fmla="*/ 0 h 2320"/>
                  <a:gd name="T60" fmla="*/ 0 w 1994"/>
                  <a:gd name="T61" fmla="*/ 0 h 2320"/>
                  <a:gd name="T62" fmla="*/ 0 w 1994"/>
                  <a:gd name="T63" fmla="*/ 0 h 2320"/>
                  <a:gd name="T64" fmla="*/ 0 w 1994"/>
                  <a:gd name="T65" fmla="*/ 0 h 2320"/>
                  <a:gd name="T66" fmla="*/ 0 w 1994"/>
                  <a:gd name="T67" fmla="*/ 0 h 2320"/>
                  <a:gd name="T68" fmla="*/ 0 w 1994"/>
                  <a:gd name="T69" fmla="*/ 0 h 2320"/>
                  <a:gd name="T70" fmla="*/ 0 w 1994"/>
                  <a:gd name="T71" fmla="*/ 0 h 2320"/>
                  <a:gd name="T72" fmla="*/ 0 w 1994"/>
                  <a:gd name="T73" fmla="*/ 0 h 2320"/>
                  <a:gd name="T74" fmla="*/ 0 w 1994"/>
                  <a:gd name="T75" fmla="*/ 0 h 2320"/>
                  <a:gd name="T76" fmla="*/ 0 w 1994"/>
                  <a:gd name="T77" fmla="*/ 0 h 232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994"/>
                  <a:gd name="T118" fmla="*/ 0 h 2320"/>
                  <a:gd name="T119" fmla="*/ 1994 w 1994"/>
                  <a:gd name="T120" fmla="*/ 2320 h 232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994" h="2320">
                    <a:moveTo>
                      <a:pt x="598" y="597"/>
                    </a:moveTo>
                    <a:lnTo>
                      <a:pt x="823" y="443"/>
                    </a:lnTo>
                    <a:lnTo>
                      <a:pt x="904" y="443"/>
                    </a:lnTo>
                    <a:lnTo>
                      <a:pt x="1031" y="318"/>
                    </a:lnTo>
                    <a:lnTo>
                      <a:pt x="1106" y="397"/>
                    </a:lnTo>
                    <a:lnTo>
                      <a:pt x="1201" y="369"/>
                    </a:lnTo>
                    <a:lnTo>
                      <a:pt x="1130" y="475"/>
                    </a:lnTo>
                    <a:lnTo>
                      <a:pt x="1277" y="487"/>
                    </a:lnTo>
                    <a:lnTo>
                      <a:pt x="1145" y="652"/>
                    </a:lnTo>
                    <a:lnTo>
                      <a:pt x="1378" y="575"/>
                    </a:lnTo>
                    <a:lnTo>
                      <a:pt x="1319" y="671"/>
                    </a:lnTo>
                    <a:lnTo>
                      <a:pt x="1490" y="671"/>
                    </a:lnTo>
                    <a:lnTo>
                      <a:pt x="1457" y="754"/>
                    </a:lnTo>
                    <a:lnTo>
                      <a:pt x="1543" y="795"/>
                    </a:lnTo>
                    <a:lnTo>
                      <a:pt x="1669" y="729"/>
                    </a:lnTo>
                    <a:lnTo>
                      <a:pt x="1895" y="839"/>
                    </a:lnTo>
                    <a:lnTo>
                      <a:pt x="1800" y="696"/>
                    </a:lnTo>
                    <a:lnTo>
                      <a:pt x="1627" y="696"/>
                    </a:lnTo>
                    <a:lnTo>
                      <a:pt x="1627" y="608"/>
                    </a:lnTo>
                    <a:lnTo>
                      <a:pt x="1514" y="586"/>
                    </a:lnTo>
                    <a:lnTo>
                      <a:pt x="1701" y="540"/>
                    </a:lnTo>
                    <a:lnTo>
                      <a:pt x="1490" y="521"/>
                    </a:lnTo>
                    <a:lnTo>
                      <a:pt x="1543" y="417"/>
                    </a:lnTo>
                    <a:lnTo>
                      <a:pt x="1360" y="461"/>
                    </a:lnTo>
                    <a:lnTo>
                      <a:pt x="1387" y="290"/>
                    </a:lnTo>
                    <a:lnTo>
                      <a:pt x="1240" y="338"/>
                    </a:lnTo>
                    <a:lnTo>
                      <a:pt x="1240" y="203"/>
                    </a:lnTo>
                    <a:lnTo>
                      <a:pt x="1145" y="305"/>
                    </a:lnTo>
                    <a:lnTo>
                      <a:pt x="1106" y="0"/>
                    </a:lnTo>
                    <a:lnTo>
                      <a:pt x="1339" y="81"/>
                    </a:lnTo>
                    <a:lnTo>
                      <a:pt x="1484" y="203"/>
                    </a:lnTo>
                    <a:lnTo>
                      <a:pt x="1653" y="247"/>
                    </a:lnTo>
                    <a:lnTo>
                      <a:pt x="1771" y="397"/>
                    </a:lnTo>
                    <a:lnTo>
                      <a:pt x="1875" y="461"/>
                    </a:lnTo>
                    <a:lnTo>
                      <a:pt x="1960" y="664"/>
                    </a:lnTo>
                    <a:lnTo>
                      <a:pt x="1994" y="839"/>
                    </a:lnTo>
                    <a:lnTo>
                      <a:pt x="1969" y="950"/>
                    </a:lnTo>
                    <a:lnTo>
                      <a:pt x="1886" y="1042"/>
                    </a:lnTo>
                    <a:lnTo>
                      <a:pt x="1789" y="1042"/>
                    </a:lnTo>
                    <a:lnTo>
                      <a:pt x="1729" y="918"/>
                    </a:lnTo>
                    <a:lnTo>
                      <a:pt x="1627" y="874"/>
                    </a:lnTo>
                    <a:lnTo>
                      <a:pt x="1532" y="874"/>
                    </a:lnTo>
                    <a:lnTo>
                      <a:pt x="1420" y="927"/>
                    </a:lnTo>
                    <a:lnTo>
                      <a:pt x="1325" y="918"/>
                    </a:lnTo>
                    <a:lnTo>
                      <a:pt x="1130" y="874"/>
                    </a:lnTo>
                    <a:lnTo>
                      <a:pt x="1077" y="885"/>
                    </a:lnTo>
                    <a:lnTo>
                      <a:pt x="994" y="997"/>
                    </a:lnTo>
                    <a:lnTo>
                      <a:pt x="842" y="1072"/>
                    </a:lnTo>
                    <a:lnTo>
                      <a:pt x="823" y="1224"/>
                    </a:lnTo>
                    <a:lnTo>
                      <a:pt x="728" y="1381"/>
                    </a:lnTo>
                    <a:lnTo>
                      <a:pt x="737" y="1566"/>
                    </a:lnTo>
                    <a:lnTo>
                      <a:pt x="712" y="1702"/>
                    </a:lnTo>
                    <a:lnTo>
                      <a:pt x="611" y="1593"/>
                    </a:lnTo>
                    <a:lnTo>
                      <a:pt x="411" y="1593"/>
                    </a:lnTo>
                    <a:lnTo>
                      <a:pt x="418" y="1692"/>
                    </a:lnTo>
                    <a:lnTo>
                      <a:pt x="497" y="1845"/>
                    </a:lnTo>
                    <a:lnTo>
                      <a:pt x="592" y="1925"/>
                    </a:lnTo>
                    <a:lnTo>
                      <a:pt x="650" y="1925"/>
                    </a:lnTo>
                    <a:lnTo>
                      <a:pt x="689" y="1969"/>
                    </a:lnTo>
                    <a:lnTo>
                      <a:pt x="712" y="2121"/>
                    </a:lnTo>
                    <a:lnTo>
                      <a:pt x="689" y="2278"/>
                    </a:lnTo>
                    <a:lnTo>
                      <a:pt x="576" y="2320"/>
                    </a:lnTo>
                    <a:lnTo>
                      <a:pt x="505" y="2128"/>
                    </a:lnTo>
                    <a:lnTo>
                      <a:pt x="352" y="2026"/>
                    </a:lnTo>
                    <a:lnTo>
                      <a:pt x="200" y="1747"/>
                    </a:lnTo>
                    <a:lnTo>
                      <a:pt x="86" y="1579"/>
                    </a:lnTo>
                    <a:lnTo>
                      <a:pt x="9" y="1291"/>
                    </a:lnTo>
                    <a:lnTo>
                      <a:pt x="0" y="1049"/>
                    </a:lnTo>
                    <a:lnTo>
                      <a:pt x="42" y="761"/>
                    </a:lnTo>
                    <a:lnTo>
                      <a:pt x="130" y="540"/>
                    </a:lnTo>
                    <a:lnTo>
                      <a:pt x="233" y="417"/>
                    </a:lnTo>
                    <a:lnTo>
                      <a:pt x="479" y="212"/>
                    </a:lnTo>
                    <a:lnTo>
                      <a:pt x="592" y="178"/>
                    </a:lnTo>
                    <a:lnTo>
                      <a:pt x="805" y="386"/>
                    </a:lnTo>
                    <a:lnTo>
                      <a:pt x="625" y="338"/>
                    </a:lnTo>
                    <a:lnTo>
                      <a:pt x="721" y="443"/>
                    </a:lnTo>
                    <a:lnTo>
                      <a:pt x="583" y="540"/>
                    </a:lnTo>
                    <a:lnTo>
                      <a:pt x="598" y="5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2" name="Freeform 78"/>
              <p:cNvSpPr>
                <a:spLocks/>
              </p:cNvSpPr>
              <p:nvPr/>
            </p:nvSpPr>
            <p:spPr bwMode="auto">
              <a:xfrm>
                <a:off x="4417" y="2795"/>
                <a:ext cx="70" cy="45"/>
              </a:xfrm>
              <a:custGeom>
                <a:avLst/>
                <a:gdLst>
                  <a:gd name="T0" fmla="*/ 0 w 563"/>
                  <a:gd name="T1" fmla="*/ 0 h 353"/>
                  <a:gd name="T2" fmla="*/ 0 w 563"/>
                  <a:gd name="T3" fmla="*/ 0 h 353"/>
                  <a:gd name="T4" fmla="*/ 0 w 563"/>
                  <a:gd name="T5" fmla="*/ 0 h 353"/>
                  <a:gd name="T6" fmla="*/ 0 w 563"/>
                  <a:gd name="T7" fmla="*/ 0 h 353"/>
                  <a:gd name="T8" fmla="*/ 0 w 563"/>
                  <a:gd name="T9" fmla="*/ 0 h 353"/>
                  <a:gd name="T10" fmla="*/ 0 w 563"/>
                  <a:gd name="T11" fmla="*/ 0 h 353"/>
                  <a:gd name="T12" fmla="*/ 0 w 563"/>
                  <a:gd name="T13" fmla="*/ 0 h 353"/>
                  <a:gd name="T14" fmla="*/ 0 w 563"/>
                  <a:gd name="T15" fmla="*/ 0 h 353"/>
                  <a:gd name="T16" fmla="*/ 0 w 563"/>
                  <a:gd name="T17" fmla="*/ 0 h 353"/>
                  <a:gd name="T18" fmla="*/ 0 w 563"/>
                  <a:gd name="T19" fmla="*/ 0 h 353"/>
                  <a:gd name="T20" fmla="*/ 0 w 563"/>
                  <a:gd name="T21" fmla="*/ 0 h 353"/>
                  <a:gd name="T22" fmla="*/ 0 w 563"/>
                  <a:gd name="T23" fmla="*/ 0 h 353"/>
                  <a:gd name="T24" fmla="*/ 0 w 563"/>
                  <a:gd name="T25" fmla="*/ 0 h 353"/>
                  <a:gd name="T26" fmla="*/ 0 w 563"/>
                  <a:gd name="T27" fmla="*/ 0 h 3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3"/>
                  <a:gd name="T43" fmla="*/ 0 h 353"/>
                  <a:gd name="T44" fmla="*/ 563 w 563"/>
                  <a:gd name="T45" fmla="*/ 353 h 3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3" h="353">
                    <a:moveTo>
                      <a:pt x="196" y="353"/>
                    </a:moveTo>
                    <a:lnTo>
                      <a:pt x="187" y="224"/>
                    </a:lnTo>
                    <a:lnTo>
                      <a:pt x="303" y="353"/>
                    </a:lnTo>
                    <a:lnTo>
                      <a:pt x="351" y="122"/>
                    </a:lnTo>
                    <a:lnTo>
                      <a:pt x="385" y="270"/>
                    </a:lnTo>
                    <a:lnTo>
                      <a:pt x="433" y="203"/>
                    </a:lnTo>
                    <a:lnTo>
                      <a:pt x="479" y="247"/>
                    </a:lnTo>
                    <a:lnTo>
                      <a:pt x="563" y="113"/>
                    </a:lnTo>
                    <a:lnTo>
                      <a:pt x="538" y="0"/>
                    </a:lnTo>
                    <a:lnTo>
                      <a:pt x="323" y="0"/>
                    </a:lnTo>
                    <a:lnTo>
                      <a:pt x="207" y="46"/>
                    </a:lnTo>
                    <a:lnTo>
                      <a:pt x="116" y="122"/>
                    </a:lnTo>
                    <a:lnTo>
                      <a:pt x="0" y="191"/>
                    </a:lnTo>
                    <a:lnTo>
                      <a:pt x="196" y="3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3" name="Freeform 79"/>
              <p:cNvSpPr>
                <a:spLocks/>
              </p:cNvSpPr>
              <p:nvPr/>
            </p:nvSpPr>
            <p:spPr bwMode="auto">
              <a:xfrm>
                <a:off x="4228" y="3398"/>
                <a:ext cx="177" cy="192"/>
              </a:xfrm>
              <a:custGeom>
                <a:avLst/>
                <a:gdLst>
                  <a:gd name="T0" fmla="*/ 0 w 1413"/>
                  <a:gd name="T1" fmla="*/ 0 h 1538"/>
                  <a:gd name="T2" fmla="*/ 0 w 1413"/>
                  <a:gd name="T3" fmla="*/ 0 h 1538"/>
                  <a:gd name="T4" fmla="*/ 0 w 1413"/>
                  <a:gd name="T5" fmla="*/ 0 h 1538"/>
                  <a:gd name="T6" fmla="*/ 0 w 1413"/>
                  <a:gd name="T7" fmla="*/ 0 h 1538"/>
                  <a:gd name="T8" fmla="*/ 0 w 1413"/>
                  <a:gd name="T9" fmla="*/ 0 h 1538"/>
                  <a:gd name="T10" fmla="*/ 0 w 1413"/>
                  <a:gd name="T11" fmla="*/ 0 h 1538"/>
                  <a:gd name="T12" fmla="*/ 0 w 1413"/>
                  <a:gd name="T13" fmla="*/ 0 h 1538"/>
                  <a:gd name="T14" fmla="*/ 0 w 1413"/>
                  <a:gd name="T15" fmla="*/ 0 h 1538"/>
                  <a:gd name="T16" fmla="*/ 0 w 1413"/>
                  <a:gd name="T17" fmla="*/ 0 h 1538"/>
                  <a:gd name="T18" fmla="*/ 0 w 1413"/>
                  <a:gd name="T19" fmla="*/ 0 h 1538"/>
                  <a:gd name="T20" fmla="*/ 0 w 1413"/>
                  <a:gd name="T21" fmla="*/ 0 h 1538"/>
                  <a:gd name="T22" fmla="*/ 0 w 1413"/>
                  <a:gd name="T23" fmla="*/ 0 h 1538"/>
                  <a:gd name="T24" fmla="*/ 0 w 1413"/>
                  <a:gd name="T25" fmla="*/ 0 h 1538"/>
                  <a:gd name="T26" fmla="*/ 0 w 1413"/>
                  <a:gd name="T27" fmla="*/ 0 h 1538"/>
                  <a:gd name="T28" fmla="*/ 0 w 1413"/>
                  <a:gd name="T29" fmla="*/ 0 h 1538"/>
                  <a:gd name="T30" fmla="*/ 0 w 1413"/>
                  <a:gd name="T31" fmla="*/ 0 h 1538"/>
                  <a:gd name="T32" fmla="*/ 0 w 1413"/>
                  <a:gd name="T33" fmla="*/ 0 h 1538"/>
                  <a:gd name="T34" fmla="*/ 0 w 1413"/>
                  <a:gd name="T35" fmla="*/ 0 h 1538"/>
                  <a:gd name="T36" fmla="*/ 0 w 1413"/>
                  <a:gd name="T37" fmla="*/ 0 h 1538"/>
                  <a:gd name="T38" fmla="*/ 0 w 1413"/>
                  <a:gd name="T39" fmla="*/ 0 h 1538"/>
                  <a:gd name="T40" fmla="*/ 0 w 1413"/>
                  <a:gd name="T41" fmla="*/ 0 h 1538"/>
                  <a:gd name="T42" fmla="*/ 0 w 1413"/>
                  <a:gd name="T43" fmla="*/ 0 h 1538"/>
                  <a:gd name="T44" fmla="*/ 0 w 1413"/>
                  <a:gd name="T45" fmla="*/ 0 h 1538"/>
                  <a:gd name="T46" fmla="*/ 0 w 1413"/>
                  <a:gd name="T47" fmla="*/ 0 h 1538"/>
                  <a:gd name="T48" fmla="*/ 0 w 1413"/>
                  <a:gd name="T49" fmla="*/ 0 h 1538"/>
                  <a:gd name="T50" fmla="*/ 0 w 1413"/>
                  <a:gd name="T51" fmla="*/ 0 h 1538"/>
                  <a:gd name="T52" fmla="*/ 0 w 1413"/>
                  <a:gd name="T53" fmla="*/ 0 h 1538"/>
                  <a:gd name="T54" fmla="*/ 0 w 1413"/>
                  <a:gd name="T55" fmla="*/ 0 h 1538"/>
                  <a:gd name="T56" fmla="*/ 0 w 1413"/>
                  <a:gd name="T57" fmla="*/ 0 h 1538"/>
                  <a:gd name="T58" fmla="*/ 0 w 1413"/>
                  <a:gd name="T59" fmla="*/ 0 h 1538"/>
                  <a:gd name="T60" fmla="*/ 0 w 1413"/>
                  <a:gd name="T61" fmla="*/ 0 h 1538"/>
                  <a:gd name="T62" fmla="*/ 0 w 1413"/>
                  <a:gd name="T63" fmla="*/ 0 h 1538"/>
                  <a:gd name="T64" fmla="*/ 0 w 1413"/>
                  <a:gd name="T65" fmla="*/ 0 h 1538"/>
                  <a:gd name="T66" fmla="*/ 0 w 1413"/>
                  <a:gd name="T67" fmla="*/ 0 h 15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413"/>
                  <a:gd name="T103" fmla="*/ 0 h 1538"/>
                  <a:gd name="T104" fmla="*/ 1413 w 1413"/>
                  <a:gd name="T105" fmla="*/ 1538 h 153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413" h="1538">
                    <a:moveTo>
                      <a:pt x="0" y="0"/>
                    </a:moveTo>
                    <a:lnTo>
                      <a:pt x="86" y="150"/>
                    </a:lnTo>
                    <a:lnTo>
                      <a:pt x="176" y="335"/>
                    </a:lnTo>
                    <a:lnTo>
                      <a:pt x="205" y="468"/>
                    </a:lnTo>
                    <a:lnTo>
                      <a:pt x="233" y="695"/>
                    </a:lnTo>
                    <a:lnTo>
                      <a:pt x="12" y="920"/>
                    </a:lnTo>
                    <a:lnTo>
                      <a:pt x="0" y="1070"/>
                    </a:lnTo>
                    <a:lnTo>
                      <a:pt x="58" y="1204"/>
                    </a:lnTo>
                    <a:lnTo>
                      <a:pt x="187" y="1352"/>
                    </a:lnTo>
                    <a:lnTo>
                      <a:pt x="277" y="1469"/>
                    </a:lnTo>
                    <a:lnTo>
                      <a:pt x="337" y="1538"/>
                    </a:lnTo>
                    <a:lnTo>
                      <a:pt x="394" y="1538"/>
                    </a:lnTo>
                    <a:lnTo>
                      <a:pt x="519" y="1522"/>
                    </a:lnTo>
                    <a:lnTo>
                      <a:pt x="671" y="1315"/>
                    </a:lnTo>
                    <a:lnTo>
                      <a:pt x="803" y="1106"/>
                    </a:lnTo>
                    <a:lnTo>
                      <a:pt x="1033" y="1091"/>
                    </a:lnTo>
                    <a:lnTo>
                      <a:pt x="1280" y="675"/>
                    </a:lnTo>
                    <a:lnTo>
                      <a:pt x="1413" y="279"/>
                    </a:lnTo>
                    <a:lnTo>
                      <a:pt x="1341" y="302"/>
                    </a:lnTo>
                    <a:lnTo>
                      <a:pt x="1400" y="113"/>
                    </a:lnTo>
                    <a:lnTo>
                      <a:pt x="1280" y="174"/>
                    </a:lnTo>
                    <a:lnTo>
                      <a:pt x="1110" y="434"/>
                    </a:lnTo>
                    <a:lnTo>
                      <a:pt x="803" y="713"/>
                    </a:lnTo>
                    <a:lnTo>
                      <a:pt x="731" y="713"/>
                    </a:lnTo>
                    <a:lnTo>
                      <a:pt x="963" y="489"/>
                    </a:lnTo>
                    <a:lnTo>
                      <a:pt x="1064" y="150"/>
                    </a:lnTo>
                    <a:lnTo>
                      <a:pt x="996" y="187"/>
                    </a:lnTo>
                    <a:lnTo>
                      <a:pt x="860" y="434"/>
                    </a:lnTo>
                    <a:lnTo>
                      <a:pt x="567" y="526"/>
                    </a:lnTo>
                    <a:lnTo>
                      <a:pt x="493" y="508"/>
                    </a:lnTo>
                    <a:lnTo>
                      <a:pt x="381" y="374"/>
                    </a:lnTo>
                    <a:lnTo>
                      <a:pt x="233" y="150"/>
                    </a:lnTo>
                    <a:lnTo>
                      <a:pt x="102" y="38"/>
                    </a:lnTo>
                    <a:lnTo>
                      <a:pt x="0" y="0"/>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74" name="Freeform 80"/>
              <p:cNvSpPr>
                <a:spLocks/>
              </p:cNvSpPr>
              <p:nvPr/>
            </p:nvSpPr>
            <p:spPr bwMode="auto">
              <a:xfrm>
                <a:off x="4293" y="3503"/>
                <a:ext cx="97" cy="54"/>
              </a:xfrm>
              <a:custGeom>
                <a:avLst/>
                <a:gdLst>
                  <a:gd name="T0" fmla="*/ 0 w 776"/>
                  <a:gd name="T1" fmla="*/ 0 h 431"/>
                  <a:gd name="T2" fmla="*/ 0 w 776"/>
                  <a:gd name="T3" fmla="*/ 0 h 431"/>
                  <a:gd name="T4" fmla="*/ 0 w 776"/>
                  <a:gd name="T5" fmla="*/ 0 h 431"/>
                  <a:gd name="T6" fmla="*/ 0 w 776"/>
                  <a:gd name="T7" fmla="*/ 0 h 431"/>
                  <a:gd name="T8" fmla="*/ 0 w 776"/>
                  <a:gd name="T9" fmla="*/ 0 h 431"/>
                  <a:gd name="T10" fmla="*/ 0 w 776"/>
                  <a:gd name="T11" fmla="*/ 0 h 431"/>
                  <a:gd name="T12" fmla="*/ 0 w 776"/>
                  <a:gd name="T13" fmla="*/ 0 h 431"/>
                  <a:gd name="T14" fmla="*/ 0 w 776"/>
                  <a:gd name="T15" fmla="*/ 0 h 431"/>
                  <a:gd name="T16" fmla="*/ 0 w 776"/>
                  <a:gd name="T17" fmla="*/ 0 h 431"/>
                  <a:gd name="T18" fmla="*/ 0 w 776"/>
                  <a:gd name="T19" fmla="*/ 0 h 4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76"/>
                  <a:gd name="T31" fmla="*/ 0 h 431"/>
                  <a:gd name="T32" fmla="*/ 776 w 776"/>
                  <a:gd name="T33" fmla="*/ 431 h 4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76" h="431">
                    <a:moveTo>
                      <a:pt x="0" y="260"/>
                    </a:moveTo>
                    <a:lnTo>
                      <a:pt x="297" y="260"/>
                    </a:lnTo>
                    <a:lnTo>
                      <a:pt x="505" y="245"/>
                    </a:lnTo>
                    <a:lnTo>
                      <a:pt x="578" y="152"/>
                    </a:lnTo>
                    <a:lnTo>
                      <a:pt x="636" y="224"/>
                    </a:lnTo>
                    <a:lnTo>
                      <a:pt x="776" y="0"/>
                    </a:lnTo>
                    <a:lnTo>
                      <a:pt x="648" y="317"/>
                    </a:lnTo>
                    <a:lnTo>
                      <a:pt x="330" y="431"/>
                    </a:lnTo>
                    <a:lnTo>
                      <a:pt x="330" y="286"/>
                    </a:lnTo>
                    <a:lnTo>
                      <a:pt x="0" y="2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5" name="Freeform 81"/>
              <p:cNvSpPr>
                <a:spLocks/>
              </p:cNvSpPr>
              <p:nvPr/>
            </p:nvSpPr>
            <p:spPr bwMode="auto">
              <a:xfrm>
                <a:off x="4215" y="3437"/>
                <a:ext cx="16" cy="94"/>
              </a:xfrm>
              <a:custGeom>
                <a:avLst/>
                <a:gdLst>
                  <a:gd name="T0" fmla="*/ 0 w 132"/>
                  <a:gd name="T1" fmla="*/ 0 h 751"/>
                  <a:gd name="T2" fmla="*/ 0 w 132"/>
                  <a:gd name="T3" fmla="*/ 0 h 751"/>
                  <a:gd name="T4" fmla="*/ 0 w 132"/>
                  <a:gd name="T5" fmla="*/ 0 h 751"/>
                  <a:gd name="T6" fmla="*/ 0 w 132"/>
                  <a:gd name="T7" fmla="*/ 0 h 751"/>
                  <a:gd name="T8" fmla="*/ 0 w 132"/>
                  <a:gd name="T9" fmla="*/ 0 h 751"/>
                  <a:gd name="T10" fmla="*/ 0 w 132"/>
                  <a:gd name="T11" fmla="*/ 0 h 751"/>
                  <a:gd name="T12" fmla="*/ 0 60000 65536"/>
                  <a:gd name="T13" fmla="*/ 0 60000 65536"/>
                  <a:gd name="T14" fmla="*/ 0 60000 65536"/>
                  <a:gd name="T15" fmla="*/ 0 60000 65536"/>
                  <a:gd name="T16" fmla="*/ 0 60000 65536"/>
                  <a:gd name="T17" fmla="*/ 0 60000 65536"/>
                  <a:gd name="T18" fmla="*/ 0 w 132"/>
                  <a:gd name="T19" fmla="*/ 0 h 751"/>
                  <a:gd name="T20" fmla="*/ 132 w 132"/>
                  <a:gd name="T21" fmla="*/ 751 h 751"/>
                </a:gdLst>
                <a:ahLst/>
                <a:cxnLst>
                  <a:cxn ang="T12">
                    <a:pos x="T0" y="T1"/>
                  </a:cxn>
                  <a:cxn ang="T13">
                    <a:pos x="T2" y="T3"/>
                  </a:cxn>
                  <a:cxn ang="T14">
                    <a:pos x="T4" y="T5"/>
                  </a:cxn>
                  <a:cxn ang="T15">
                    <a:pos x="T6" y="T7"/>
                  </a:cxn>
                  <a:cxn ang="T16">
                    <a:pos x="T8" y="T9"/>
                  </a:cxn>
                  <a:cxn ang="T17">
                    <a:pos x="T10" y="T11"/>
                  </a:cxn>
                </a:cxnLst>
                <a:rect l="T18" t="T19" r="T20" b="T21"/>
                <a:pathLst>
                  <a:path w="132" h="751">
                    <a:moveTo>
                      <a:pt x="132" y="583"/>
                    </a:moveTo>
                    <a:lnTo>
                      <a:pt x="31" y="223"/>
                    </a:lnTo>
                    <a:lnTo>
                      <a:pt x="31" y="0"/>
                    </a:lnTo>
                    <a:lnTo>
                      <a:pt x="0" y="262"/>
                    </a:lnTo>
                    <a:lnTo>
                      <a:pt x="105" y="751"/>
                    </a:lnTo>
                    <a:lnTo>
                      <a:pt x="132" y="5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6" name="Freeform 82"/>
              <p:cNvSpPr>
                <a:spLocks/>
              </p:cNvSpPr>
              <p:nvPr/>
            </p:nvSpPr>
            <p:spPr bwMode="auto">
              <a:xfrm>
                <a:off x="4138" y="3296"/>
                <a:ext cx="475" cy="172"/>
              </a:xfrm>
              <a:custGeom>
                <a:avLst/>
                <a:gdLst>
                  <a:gd name="T0" fmla="*/ 0 w 3797"/>
                  <a:gd name="T1" fmla="*/ 0 h 1374"/>
                  <a:gd name="T2" fmla="*/ 0 w 3797"/>
                  <a:gd name="T3" fmla="*/ 0 h 1374"/>
                  <a:gd name="T4" fmla="*/ 0 w 3797"/>
                  <a:gd name="T5" fmla="*/ 0 h 1374"/>
                  <a:gd name="T6" fmla="*/ 0 w 3797"/>
                  <a:gd name="T7" fmla="*/ 0 h 1374"/>
                  <a:gd name="T8" fmla="*/ 0 w 3797"/>
                  <a:gd name="T9" fmla="*/ 0 h 1374"/>
                  <a:gd name="T10" fmla="*/ 0 w 3797"/>
                  <a:gd name="T11" fmla="*/ 0 h 1374"/>
                  <a:gd name="T12" fmla="*/ 0 w 3797"/>
                  <a:gd name="T13" fmla="*/ 0 h 1374"/>
                  <a:gd name="T14" fmla="*/ 0 60000 65536"/>
                  <a:gd name="T15" fmla="*/ 0 60000 65536"/>
                  <a:gd name="T16" fmla="*/ 0 60000 65536"/>
                  <a:gd name="T17" fmla="*/ 0 60000 65536"/>
                  <a:gd name="T18" fmla="*/ 0 60000 65536"/>
                  <a:gd name="T19" fmla="*/ 0 60000 65536"/>
                  <a:gd name="T20" fmla="*/ 0 60000 65536"/>
                  <a:gd name="T21" fmla="*/ 0 w 3797"/>
                  <a:gd name="T22" fmla="*/ 0 h 1374"/>
                  <a:gd name="T23" fmla="*/ 3797 w 3797"/>
                  <a:gd name="T24" fmla="*/ 1374 h 13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97" h="1374">
                    <a:moveTo>
                      <a:pt x="921" y="1374"/>
                    </a:moveTo>
                    <a:lnTo>
                      <a:pt x="642" y="1146"/>
                    </a:lnTo>
                    <a:lnTo>
                      <a:pt x="0" y="0"/>
                    </a:lnTo>
                    <a:lnTo>
                      <a:pt x="1387" y="941"/>
                    </a:lnTo>
                    <a:lnTo>
                      <a:pt x="1591" y="620"/>
                    </a:lnTo>
                    <a:lnTo>
                      <a:pt x="3514" y="0"/>
                    </a:lnTo>
                    <a:lnTo>
                      <a:pt x="3797" y="82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77" name="Line 83"/>
              <p:cNvSpPr>
                <a:spLocks noChangeShapeType="1"/>
              </p:cNvSpPr>
              <p:nvPr/>
            </p:nvSpPr>
            <p:spPr bwMode="auto">
              <a:xfrm>
                <a:off x="4314" y="3414"/>
                <a:ext cx="16" cy="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8" name="Line 84"/>
              <p:cNvSpPr>
                <a:spLocks noChangeShapeType="1"/>
              </p:cNvSpPr>
              <p:nvPr/>
            </p:nvSpPr>
            <p:spPr bwMode="auto">
              <a:xfrm>
                <a:off x="4335" y="3376"/>
                <a:ext cx="18"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 name="Line 85"/>
              <p:cNvSpPr>
                <a:spLocks noChangeShapeType="1"/>
              </p:cNvSpPr>
              <p:nvPr/>
            </p:nvSpPr>
            <p:spPr bwMode="auto">
              <a:xfrm>
                <a:off x="4357" y="3433"/>
                <a:ext cx="6" cy="1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80" name="Line 86"/>
              <p:cNvSpPr>
                <a:spLocks noChangeShapeType="1"/>
              </p:cNvSpPr>
              <p:nvPr/>
            </p:nvSpPr>
            <p:spPr bwMode="auto">
              <a:xfrm flipV="1">
                <a:off x="4388" y="3468"/>
                <a:ext cx="100" cy="2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81" name="Freeform 87"/>
              <p:cNvSpPr>
                <a:spLocks/>
              </p:cNvSpPr>
              <p:nvPr/>
            </p:nvSpPr>
            <p:spPr bwMode="auto">
              <a:xfrm>
                <a:off x="4163" y="3287"/>
                <a:ext cx="165" cy="97"/>
              </a:xfrm>
              <a:custGeom>
                <a:avLst/>
                <a:gdLst>
                  <a:gd name="T0" fmla="*/ 0 w 1326"/>
                  <a:gd name="T1" fmla="*/ 0 h 772"/>
                  <a:gd name="T2" fmla="*/ 0 w 1326"/>
                  <a:gd name="T3" fmla="*/ 0 h 772"/>
                  <a:gd name="T4" fmla="*/ 0 w 1326"/>
                  <a:gd name="T5" fmla="*/ 0 h 772"/>
                  <a:gd name="T6" fmla="*/ 0 60000 65536"/>
                  <a:gd name="T7" fmla="*/ 0 60000 65536"/>
                  <a:gd name="T8" fmla="*/ 0 60000 65536"/>
                  <a:gd name="T9" fmla="*/ 0 w 1326"/>
                  <a:gd name="T10" fmla="*/ 0 h 772"/>
                  <a:gd name="T11" fmla="*/ 1326 w 1326"/>
                  <a:gd name="T12" fmla="*/ 772 h 772"/>
                </a:gdLst>
                <a:ahLst/>
                <a:cxnLst>
                  <a:cxn ang="T6">
                    <a:pos x="T0" y="T1"/>
                  </a:cxn>
                  <a:cxn ang="T7">
                    <a:pos x="T2" y="T3"/>
                  </a:cxn>
                  <a:cxn ang="T8">
                    <a:pos x="T4" y="T5"/>
                  </a:cxn>
                </a:cxnLst>
                <a:rect l="T9" t="T10" r="T11" b="T12"/>
                <a:pathLst>
                  <a:path w="1326" h="772">
                    <a:moveTo>
                      <a:pt x="0" y="187"/>
                    </a:moveTo>
                    <a:lnTo>
                      <a:pt x="157" y="0"/>
                    </a:lnTo>
                    <a:lnTo>
                      <a:pt x="1326" y="77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82" name="Freeform 88"/>
              <p:cNvSpPr>
                <a:spLocks/>
              </p:cNvSpPr>
              <p:nvPr/>
            </p:nvSpPr>
            <p:spPr bwMode="auto">
              <a:xfrm>
                <a:off x="4332" y="3290"/>
                <a:ext cx="225" cy="84"/>
              </a:xfrm>
              <a:custGeom>
                <a:avLst/>
                <a:gdLst>
                  <a:gd name="T0" fmla="*/ 0 w 1807"/>
                  <a:gd name="T1" fmla="*/ 0 h 674"/>
                  <a:gd name="T2" fmla="*/ 0 w 1807"/>
                  <a:gd name="T3" fmla="*/ 0 h 674"/>
                  <a:gd name="T4" fmla="*/ 0 w 1807"/>
                  <a:gd name="T5" fmla="*/ 0 h 674"/>
                  <a:gd name="T6" fmla="*/ 0 w 1807"/>
                  <a:gd name="T7" fmla="*/ 0 h 674"/>
                  <a:gd name="T8" fmla="*/ 0 60000 65536"/>
                  <a:gd name="T9" fmla="*/ 0 60000 65536"/>
                  <a:gd name="T10" fmla="*/ 0 60000 65536"/>
                  <a:gd name="T11" fmla="*/ 0 60000 65536"/>
                  <a:gd name="T12" fmla="*/ 0 w 1807"/>
                  <a:gd name="T13" fmla="*/ 0 h 674"/>
                  <a:gd name="T14" fmla="*/ 1807 w 1807"/>
                  <a:gd name="T15" fmla="*/ 674 h 674"/>
                </a:gdLst>
                <a:ahLst/>
                <a:cxnLst>
                  <a:cxn ang="T8">
                    <a:pos x="T0" y="T1"/>
                  </a:cxn>
                  <a:cxn ang="T9">
                    <a:pos x="T2" y="T3"/>
                  </a:cxn>
                  <a:cxn ang="T10">
                    <a:pos x="T4" y="T5"/>
                  </a:cxn>
                  <a:cxn ang="T11">
                    <a:pos x="T6" y="T7"/>
                  </a:cxn>
                </a:cxnLst>
                <a:rect l="T12" t="T13" r="T14" b="T15"/>
                <a:pathLst>
                  <a:path w="1807" h="674">
                    <a:moveTo>
                      <a:pt x="32" y="674"/>
                    </a:moveTo>
                    <a:lnTo>
                      <a:pt x="0" y="580"/>
                    </a:lnTo>
                    <a:lnTo>
                      <a:pt x="1768" y="0"/>
                    </a:lnTo>
                    <a:lnTo>
                      <a:pt x="1807" y="9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83" name="Freeform 89"/>
              <p:cNvSpPr>
                <a:spLocks/>
              </p:cNvSpPr>
              <p:nvPr/>
            </p:nvSpPr>
            <p:spPr bwMode="auto">
              <a:xfrm>
                <a:off x="4266" y="3099"/>
                <a:ext cx="248" cy="99"/>
              </a:xfrm>
              <a:custGeom>
                <a:avLst/>
                <a:gdLst>
                  <a:gd name="T0" fmla="*/ 0 w 1984"/>
                  <a:gd name="T1" fmla="*/ 0 h 791"/>
                  <a:gd name="T2" fmla="*/ 0 w 1984"/>
                  <a:gd name="T3" fmla="*/ 0 h 791"/>
                  <a:gd name="T4" fmla="*/ 0 w 1984"/>
                  <a:gd name="T5" fmla="*/ 0 h 791"/>
                  <a:gd name="T6" fmla="*/ 0 w 1984"/>
                  <a:gd name="T7" fmla="*/ 0 h 791"/>
                  <a:gd name="T8" fmla="*/ 0 w 1984"/>
                  <a:gd name="T9" fmla="*/ 0 h 791"/>
                  <a:gd name="T10" fmla="*/ 0 w 1984"/>
                  <a:gd name="T11" fmla="*/ 0 h 791"/>
                  <a:gd name="T12" fmla="*/ 0 w 1984"/>
                  <a:gd name="T13" fmla="*/ 0 h 791"/>
                  <a:gd name="T14" fmla="*/ 0 w 1984"/>
                  <a:gd name="T15" fmla="*/ 0 h 791"/>
                  <a:gd name="T16" fmla="*/ 0 w 1984"/>
                  <a:gd name="T17" fmla="*/ 0 h 791"/>
                  <a:gd name="T18" fmla="*/ 0 w 1984"/>
                  <a:gd name="T19" fmla="*/ 0 h 791"/>
                  <a:gd name="T20" fmla="*/ 0 w 1984"/>
                  <a:gd name="T21" fmla="*/ 0 h 791"/>
                  <a:gd name="T22" fmla="*/ 0 w 1984"/>
                  <a:gd name="T23" fmla="*/ 0 h 791"/>
                  <a:gd name="T24" fmla="*/ 0 w 1984"/>
                  <a:gd name="T25" fmla="*/ 0 h 791"/>
                  <a:gd name="T26" fmla="*/ 0 w 1984"/>
                  <a:gd name="T27" fmla="*/ 0 h 791"/>
                  <a:gd name="T28" fmla="*/ 0 w 1984"/>
                  <a:gd name="T29" fmla="*/ 0 h 791"/>
                  <a:gd name="T30" fmla="*/ 0 w 1984"/>
                  <a:gd name="T31" fmla="*/ 0 h 791"/>
                  <a:gd name="T32" fmla="*/ 0 w 1984"/>
                  <a:gd name="T33" fmla="*/ 0 h 791"/>
                  <a:gd name="T34" fmla="*/ 0 w 1984"/>
                  <a:gd name="T35" fmla="*/ 0 h 791"/>
                  <a:gd name="T36" fmla="*/ 0 w 1984"/>
                  <a:gd name="T37" fmla="*/ 0 h 7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84"/>
                  <a:gd name="T58" fmla="*/ 0 h 791"/>
                  <a:gd name="T59" fmla="*/ 1984 w 1984"/>
                  <a:gd name="T60" fmla="*/ 791 h 7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84" h="791">
                    <a:moveTo>
                      <a:pt x="1226" y="0"/>
                    </a:moveTo>
                    <a:lnTo>
                      <a:pt x="1077" y="323"/>
                    </a:lnTo>
                    <a:lnTo>
                      <a:pt x="333" y="657"/>
                    </a:lnTo>
                    <a:lnTo>
                      <a:pt x="0" y="701"/>
                    </a:lnTo>
                    <a:lnTo>
                      <a:pt x="522" y="679"/>
                    </a:lnTo>
                    <a:lnTo>
                      <a:pt x="1121" y="398"/>
                    </a:lnTo>
                    <a:lnTo>
                      <a:pt x="1400" y="679"/>
                    </a:lnTo>
                    <a:lnTo>
                      <a:pt x="1795" y="791"/>
                    </a:lnTo>
                    <a:lnTo>
                      <a:pt x="1863" y="774"/>
                    </a:lnTo>
                    <a:lnTo>
                      <a:pt x="1912" y="679"/>
                    </a:lnTo>
                    <a:lnTo>
                      <a:pt x="1984" y="657"/>
                    </a:lnTo>
                    <a:lnTo>
                      <a:pt x="1969" y="492"/>
                    </a:lnTo>
                    <a:lnTo>
                      <a:pt x="1898" y="492"/>
                    </a:lnTo>
                    <a:lnTo>
                      <a:pt x="1806" y="719"/>
                    </a:lnTo>
                    <a:lnTo>
                      <a:pt x="1604" y="701"/>
                    </a:lnTo>
                    <a:lnTo>
                      <a:pt x="1400" y="624"/>
                    </a:lnTo>
                    <a:lnTo>
                      <a:pt x="1121" y="341"/>
                    </a:lnTo>
                    <a:lnTo>
                      <a:pt x="1136" y="267"/>
                    </a:lnTo>
                    <a:lnTo>
                      <a:pt x="12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4" name="Freeform 90"/>
              <p:cNvSpPr>
                <a:spLocks/>
              </p:cNvSpPr>
              <p:nvPr/>
            </p:nvSpPr>
            <p:spPr bwMode="auto">
              <a:xfrm>
                <a:off x="4201" y="3189"/>
                <a:ext cx="136" cy="197"/>
              </a:xfrm>
              <a:custGeom>
                <a:avLst/>
                <a:gdLst>
                  <a:gd name="T0" fmla="*/ 0 w 1094"/>
                  <a:gd name="T1" fmla="*/ 0 h 1577"/>
                  <a:gd name="T2" fmla="*/ 0 w 1094"/>
                  <a:gd name="T3" fmla="*/ 0 h 1577"/>
                  <a:gd name="T4" fmla="*/ 0 w 1094"/>
                  <a:gd name="T5" fmla="*/ 0 h 1577"/>
                  <a:gd name="T6" fmla="*/ 0 w 1094"/>
                  <a:gd name="T7" fmla="*/ 0 h 1577"/>
                  <a:gd name="T8" fmla="*/ 0 w 1094"/>
                  <a:gd name="T9" fmla="*/ 0 h 1577"/>
                  <a:gd name="T10" fmla="*/ 0 w 1094"/>
                  <a:gd name="T11" fmla="*/ 0 h 1577"/>
                  <a:gd name="T12" fmla="*/ 0 w 1094"/>
                  <a:gd name="T13" fmla="*/ 0 h 1577"/>
                  <a:gd name="T14" fmla="*/ 0 w 1094"/>
                  <a:gd name="T15" fmla="*/ 0 h 1577"/>
                  <a:gd name="T16" fmla="*/ 0 w 1094"/>
                  <a:gd name="T17" fmla="*/ 0 h 1577"/>
                  <a:gd name="T18" fmla="*/ 0 w 1094"/>
                  <a:gd name="T19" fmla="*/ 0 h 1577"/>
                  <a:gd name="T20" fmla="*/ 0 w 1094"/>
                  <a:gd name="T21" fmla="*/ 0 h 1577"/>
                  <a:gd name="T22" fmla="*/ 0 w 1094"/>
                  <a:gd name="T23" fmla="*/ 0 h 1577"/>
                  <a:gd name="T24" fmla="*/ 0 w 1094"/>
                  <a:gd name="T25" fmla="*/ 0 h 1577"/>
                  <a:gd name="T26" fmla="*/ 0 w 1094"/>
                  <a:gd name="T27" fmla="*/ 0 h 1577"/>
                  <a:gd name="T28" fmla="*/ 0 w 1094"/>
                  <a:gd name="T29" fmla="*/ 0 h 1577"/>
                  <a:gd name="T30" fmla="*/ 0 w 1094"/>
                  <a:gd name="T31" fmla="*/ 0 h 1577"/>
                  <a:gd name="T32" fmla="*/ 0 w 1094"/>
                  <a:gd name="T33" fmla="*/ 0 h 1577"/>
                  <a:gd name="T34" fmla="*/ 0 w 1094"/>
                  <a:gd name="T35" fmla="*/ 0 h 1577"/>
                  <a:gd name="T36" fmla="*/ 0 w 1094"/>
                  <a:gd name="T37" fmla="*/ 0 h 1577"/>
                  <a:gd name="T38" fmla="*/ 0 w 1094"/>
                  <a:gd name="T39" fmla="*/ 0 h 1577"/>
                  <a:gd name="T40" fmla="*/ 0 w 1094"/>
                  <a:gd name="T41" fmla="*/ 0 h 1577"/>
                  <a:gd name="T42" fmla="*/ 0 w 1094"/>
                  <a:gd name="T43" fmla="*/ 0 h 1577"/>
                  <a:gd name="T44" fmla="*/ 0 w 1094"/>
                  <a:gd name="T45" fmla="*/ 0 h 1577"/>
                  <a:gd name="T46" fmla="*/ 0 w 1094"/>
                  <a:gd name="T47" fmla="*/ 0 h 1577"/>
                  <a:gd name="T48" fmla="*/ 0 w 1094"/>
                  <a:gd name="T49" fmla="*/ 0 h 1577"/>
                  <a:gd name="T50" fmla="*/ 0 w 1094"/>
                  <a:gd name="T51" fmla="*/ 0 h 157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94"/>
                  <a:gd name="T79" fmla="*/ 0 h 1577"/>
                  <a:gd name="T80" fmla="*/ 1094 w 1094"/>
                  <a:gd name="T81" fmla="*/ 1577 h 157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94" h="1577">
                    <a:moveTo>
                      <a:pt x="436" y="0"/>
                    </a:moveTo>
                    <a:lnTo>
                      <a:pt x="173" y="129"/>
                    </a:lnTo>
                    <a:lnTo>
                      <a:pt x="0" y="581"/>
                    </a:lnTo>
                    <a:lnTo>
                      <a:pt x="17" y="901"/>
                    </a:lnTo>
                    <a:lnTo>
                      <a:pt x="1035" y="1577"/>
                    </a:lnTo>
                    <a:lnTo>
                      <a:pt x="1094" y="1480"/>
                    </a:lnTo>
                    <a:lnTo>
                      <a:pt x="1035" y="1371"/>
                    </a:lnTo>
                    <a:lnTo>
                      <a:pt x="978" y="1238"/>
                    </a:lnTo>
                    <a:lnTo>
                      <a:pt x="950" y="975"/>
                    </a:lnTo>
                    <a:lnTo>
                      <a:pt x="932" y="707"/>
                    </a:lnTo>
                    <a:lnTo>
                      <a:pt x="842" y="562"/>
                    </a:lnTo>
                    <a:lnTo>
                      <a:pt x="768" y="788"/>
                    </a:lnTo>
                    <a:lnTo>
                      <a:pt x="768" y="1074"/>
                    </a:lnTo>
                    <a:lnTo>
                      <a:pt x="890" y="1351"/>
                    </a:lnTo>
                    <a:lnTo>
                      <a:pt x="858" y="1408"/>
                    </a:lnTo>
                    <a:lnTo>
                      <a:pt x="712" y="1296"/>
                    </a:lnTo>
                    <a:lnTo>
                      <a:pt x="657" y="1107"/>
                    </a:lnTo>
                    <a:lnTo>
                      <a:pt x="685" y="881"/>
                    </a:lnTo>
                    <a:lnTo>
                      <a:pt x="582" y="1107"/>
                    </a:lnTo>
                    <a:lnTo>
                      <a:pt x="538" y="975"/>
                    </a:lnTo>
                    <a:lnTo>
                      <a:pt x="567" y="823"/>
                    </a:lnTo>
                    <a:lnTo>
                      <a:pt x="600" y="450"/>
                    </a:lnTo>
                    <a:lnTo>
                      <a:pt x="538" y="244"/>
                    </a:lnTo>
                    <a:lnTo>
                      <a:pt x="436" y="145"/>
                    </a:lnTo>
                    <a:lnTo>
                      <a:pt x="277" y="129"/>
                    </a:lnTo>
                    <a:lnTo>
                      <a:pt x="4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5" name="Freeform 91"/>
              <p:cNvSpPr>
                <a:spLocks/>
              </p:cNvSpPr>
              <p:nvPr/>
            </p:nvSpPr>
            <p:spPr bwMode="auto">
              <a:xfrm>
                <a:off x="4321" y="3207"/>
                <a:ext cx="18" cy="144"/>
              </a:xfrm>
              <a:custGeom>
                <a:avLst/>
                <a:gdLst>
                  <a:gd name="T0" fmla="*/ 0 w 145"/>
                  <a:gd name="T1" fmla="*/ 0 h 1151"/>
                  <a:gd name="T2" fmla="*/ 0 w 145"/>
                  <a:gd name="T3" fmla="*/ 0 h 1151"/>
                  <a:gd name="T4" fmla="*/ 0 w 145"/>
                  <a:gd name="T5" fmla="*/ 0 h 1151"/>
                  <a:gd name="T6" fmla="*/ 0 w 145"/>
                  <a:gd name="T7" fmla="*/ 0 h 1151"/>
                  <a:gd name="T8" fmla="*/ 0 w 145"/>
                  <a:gd name="T9" fmla="*/ 0 h 1151"/>
                  <a:gd name="T10" fmla="*/ 0 w 145"/>
                  <a:gd name="T11" fmla="*/ 0 h 1151"/>
                  <a:gd name="T12" fmla="*/ 0 w 145"/>
                  <a:gd name="T13" fmla="*/ 0 h 1151"/>
                  <a:gd name="T14" fmla="*/ 0 w 145"/>
                  <a:gd name="T15" fmla="*/ 0 h 1151"/>
                  <a:gd name="T16" fmla="*/ 0 w 145"/>
                  <a:gd name="T17" fmla="*/ 0 h 11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5"/>
                  <a:gd name="T28" fmla="*/ 0 h 1151"/>
                  <a:gd name="T29" fmla="*/ 145 w 145"/>
                  <a:gd name="T30" fmla="*/ 1151 h 11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5" h="1151">
                    <a:moveTo>
                      <a:pt x="0" y="0"/>
                    </a:moveTo>
                    <a:lnTo>
                      <a:pt x="83" y="285"/>
                    </a:lnTo>
                    <a:lnTo>
                      <a:pt x="115" y="621"/>
                    </a:lnTo>
                    <a:lnTo>
                      <a:pt x="115" y="907"/>
                    </a:lnTo>
                    <a:lnTo>
                      <a:pt x="104" y="1151"/>
                    </a:lnTo>
                    <a:lnTo>
                      <a:pt x="145" y="830"/>
                    </a:lnTo>
                    <a:lnTo>
                      <a:pt x="130" y="494"/>
                    </a:lnTo>
                    <a:lnTo>
                      <a:pt x="83" y="22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6" name="Freeform 92"/>
              <p:cNvSpPr>
                <a:spLocks/>
              </p:cNvSpPr>
              <p:nvPr/>
            </p:nvSpPr>
            <p:spPr bwMode="auto">
              <a:xfrm>
                <a:off x="4516" y="3116"/>
                <a:ext cx="142" cy="73"/>
              </a:xfrm>
              <a:custGeom>
                <a:avLst/>
                <a:gdLst>
                  <a:gd name="T0" fmla="*/ 0 w 1136"/>
                  <a:gd name="T1" fmla="*/ 0 h 585"/>
                  <a:gd name="T2" fmla="*/ 0 w 1136"/>
                  <a:gd name="T3" fmla="*/ 0 h 585"/>
                  <a:gd name="T4" fmla="*/ 0 w 1136"/>
                  <a:gd name="T5" fmla="*/ 0 h 585"/>
                  <a:gd name="T6" fmla="*/ 0 w 1136"/>
                  <a:gd name="T7" fmla="*/ 0 h 585"/>
                  <a:gd name="T8" fmla="*/ 0 w 1136"/>
                  <a:gd name="T9" fmla="*/ 0 h 585"/>
                  <a:gd name="T10" fmla="*/ 0 w 1136"/>
                  <a:gd name="T11" fmla="*/ 0 h 585"/>
                  <a:gd name="T12" fmla="*/ 0 w 1136"/>
                  <a:gd name="T13" fmla="*/ 0 h 585"/>
                  <a:gd name="T14" fmla="*/ 0 w 1136"/>
                  <a:gd name="T15" fmla="*/ 0 h 585"/>
                  <a:gd name="T16" fmla="*/ 0 w 1136"/>
                  <a:gd name="T17" fmla="*/ 0 h 585"/>
                  <a:gd name="T18" fmla="*/ 0 w 1136"/>
                  <a:gd name="T19" fmla="*/ 0 h 585"/>
                  <a:gd name="T20" fmla="*/ 0 w 1136"/>
                  <a:gd name="T21" fmla="*/ 0 h 585"/>
                  <a:gd name="T22" fmla="*/ 0 w 1136"/>
                  <a:gd name="T23" fmla="*/ 0 h 585"/>
                  <a:gd name="T24" fmla="*/ 0 w 1136"/>
                  <a:gd name="T25" fmla="*/ 0 h 585"/>
                  <a:gd name="T26" fmla="*/ 0 w 1136"/>
                  <a:gd name="T27" fmla="*/ 0 h 585"/>
                  <a:gd name="T28" fmla="*/ 0 w 1136"/>
                  <a:gd name="T29" fmla="*/ 0 h 5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36"/>
                  <a:gd name="T46" fmla="*/ 0 h 585"/>
                  <a:gd name="T47" fmla="*/ 1136 w 1136"/>
                  <a:gd name="T48" fmla="*/ 585 h 5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36" h="585">
                    <a:moveTo>
                      <a:pt x="0" y="567"/>
                    </a:moveTo>
                    <a:lnTo>
                      <a:pt x="70" y="567"/>
                    </a:lnTo>
                    <a:lnTo>
                      <a:pt x="186" y="453"/>
                    </a:lnTo>
                    <a:lnTo>
                      <a:pt x="272" y="281"/>
                    </a:lnTo>
                    <a:lnTo>
                      <a:pt x="204" y="0"/>
                    </a:lnTo>
                    <a:lnTo>
                      <a:pt x="305" y="264"/>
                    </a:lnTo>
                    <a:lnTo>
                      <a:pt x="698" y="338"/>
                    </a:lnTo>
                    <a:lnTo>
                      <a:pt x="1136" y="505"/>
                    </a:lnTo>
                    <a:lnTo>
                      <a:pt x="857" y="453"/>
                    </a:lnTo>
                    <a:lnTo>
                      <a:pt x="740" y="585"/>
                    </a:lnTo>
                    <a:lnTo>
                      <a:pt x="540" y="453"/>
                    </a:lnTo>
                    <a:lnTo>
                      <a:pt x="272" y="585"/>
                    </a:lnTo>
                    <a:lnTo>
                      <a:pt x="248" y="472"/>
                    </a:lnTo>
                    <a:lnTo>
                      <a:pt x="85" y="585"/>
                    </a:lnTo>
                    <a:lnTo>
                      <a:pt x="0" y="5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7" name="Freeform 93"/>
              <p:cNvSpPr>
                <a:spLocks/>
              </p:cNvSpPr>
              <p:nvPr/>
            </p:nvSpPr>
            <p:spPr bwMode="auto">
              <a:xfrm>
                <a:off x="4561" y="3179"/>
                <a:ext cx="220" cy="237"/>
              </a:xfrm>
              <a:custGeom>
                <a:avLst/>
                <a:gdLst>
                  <a:gd name="T0" fmla="*/ 0 w 1754"/>
                  <a:gd name="T1" fmla="*/ 0 h 1901"/>
                  <a:gd name="T2" fmla="*/ 0 w 1754"/>
                  <a:gd name="T3" fmla="*/ 0 h 1901"/>
                  <a:gd name="T4" fmla="*/ 0 w 1754"/>
                  <a:gd name="T5" fmla="*/ 0 h 1901"/>
                  <a:gd name="T6" fmla="*/ 0 w 1754"/>
                  <a:gd name="T7" fmla="*/ 0 h 1901"/>
                  <a:gd name="T8" fmla="*/ 0 w 1754"/>
                  <a:gd name="T9" fmla="*/ 0 h 1901"/>
                  <a:gd name="T10" fmla="*/ 0 w 1754"/>
                  <a:gd name="T11" fmla="*/ 0 h 1901"/>
                  <a:gd name="T12" fmla="*/ 0 w 1754"/>
                  <a:gd name="T13" fmla="*/ 0 h 1901"/>
                  <a:gd name="T14" fmla="*/ 0 w 1754"/>
                  <a:gd name="T15" fmla="*/ 0 h 1901"/>
                  <a:gd name="T16" fmla="*/ 0 w 1754"/>
                  <a:gd name="T17" fmla="*/ 0 h 1901"/>
                  <a:gd name="T18" fmla="*/ 0 w 1754"/>
                  <a:gd name="T19" fmla="*/ 0 h 1901"/>
                  <a:gd name="T20" fmla="*/ 0 w 1754"/>
                  <a:gd name="T21" fmla="*/ 0 h 1901"/>
                  <a:gd name="T22" fmla="*/ 0 w 1754"/>
                  <a:gd name="T23" fmla="*/ 0 h 1901"/>
                  <a:gd name="T24" fmla="*/ 0 w 1754"/>
                  <a:gd name="T25" fmla="*/ 0 h 1901"/>
                  <a:gd name="T26" fmla="*/ 0 w 1754"/>
                  <a:gd name="T27" fmla="*/ 0 h 1901"/>
                  <a:gd name="T28" fmla="*/ 0 w 1754"/>
                  <a:gd name="T29" fmla="*/ 0 h 1901"/>
                  <a:gd name="T30" fmla="*/ 0 w 1754"/>
                  <a:gd name="T31" fmla="*/ 0 h 1901"/>
                  <a:gd name="T32" fmla="*/ 0 w 1754"/>
                  <a:gd name="T33" fmla="*/ 0 h 1901"/>
                  <a:gd name="T34" fmla="*/ 0 w 1754"/>
                  <a:gd name="T35" fmla="*/ 0 h 1901"/>
                  <a:gd name="T36" fmla="*/ 0 w 1754"/>
                  <a:gd name="T37" fmla="*/ 0 h 1901"/>
                  <a:gd name="T38" fmla="*/ 0 w 1754"/>
                  <a:gd name="T39" fmla="*/ 0 h 1901"/>
                  <a:gd name="T40" fmla="*/ 0 w 1754"/>
                  <a:gd name="T41" fmla="*/ 0 h 1901"/>
                  <a:gd name="T42" fmla="*/ 0 w 1754"/>
                  <a:gd name="T43" fmla="*/ 0 h 1901"/>
                  <a:gd name="T44" fmla="*/ 0 w 1754"/>
                  <a:gd name="T45" fmla="*/ 0 h 1901"/>
                  <a:gd name="T46" fmla="*/ 0 w 1754"/>
                  <a:gd name="T47" fmla="*/ 0 h 1901"/>
                  <a:gd name="T48" fmla="*/ 0 w 1754"/>
                  <a:gd name="T49" fmla="*/ 0 h 1901"/>
                  <a:gd name="T50" fmla="*/ 0 w 1754"/>
                  <a:gd name="T51" fmla="*/ 0 h 1901"/>
                  <a:gd name="T52" fmla="*/ 0 w 1754"/>
                  <a:gd name="T53" fmla="*/ 0 h 1901"/>
                  <a:gd name="T54" fmla="*/ 0 w 1754"/>
                  <a:gd name="T55" fmla="*/ 0 h 1901"/>
                  <a:gd name="T56" fmla="*/ 0 w 1754"/>
                  <a:gd name="T57" fmla="*/ 0 h 1901"/>
                  <a:gd name="T58" fmla="*/ 0 w 1754"/>
                  <a:gd name="T59" fmla="*/ 0 h 1901"/>
                  <a:gd name="T60" fmla="*/ 0 w 1754"/>
                  <a:gd name="T61" fmla="*/ 0 h 1901"/>
                  <a:gd name="T62" fmla="*/ 0 w 1754"/>
                  <a:gd name="T63" fmla="*/ 0 h 1901"/>
                  <a:gd name="T64" fmla="*/ 0 w 1754"/>
                  <a:gd name="T65" fmla="*/ 0 h 1901"/>
                  <a:gd name="T66" fmla="*/ 0 w 1754"/>
                  <a:gd name="T67" fmla="*/ 0 h 1901"/>
                  <a:gd name="T68" fmla="*/ 0 w 1754"/>
                  <a:gd name="T69" fmla="*/ 0 h 190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54"/>
                  <a:gd name="T106" fmla="*/ 0 h 1901"/>
                  <a:gd name="T107" fmla="*/ 1754 w 1754"/>
                  <a:gd name="T108" fmla="*/ 1901 h 190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54" h="1901">
                    <a:moveTo>
                      <a:pt x="1007" y="0"/>
                    </a:moveTo>
                    <a:lnTo>
                      <a:pt x="1255" y="80"/>
                    </a:lnTo>
                    <a:lnTo>
                      <a:pt x="1475" y="435"/>
                    </a:lnTo>
                    <a:lnTo>
                      <a:pt x="1431" y="697"/>
                    </a:lnTo>
                    <a:lnTo>
                      <a:pt x="1754" y="1094"/>
                    </a:lnTo>
                    <a:lnTo>
                      <a:pt x="1622" y="1037"/>
                    </a:lnTo>
                    <a:lnTo>
                      <a:pt x="1415" y="829"/>
                    </a:lnTo>
                    <a:lnTo>
                      <a:pt x="1312" y="981"/>
                    </a:lnTo>
                    <a:lnTo>
                      <a:pt x="1312" y="1094"/>
                    </a:lnTo>
                    <a:lnTo>
                      <a:pt x="1222" y="1187"/>
                    </a:lnTo>
                    <a:lnTo>
                      <a:pt x="1083" y="1358"/>
                    </a:lnTo>
                    <a:lnTo>
                      <a:pt x="1023" y="1525"/>
                    </a:lnTo>
                    <a:lnTo>
                      <a:pt x="714" y="1881"/>
                    </a:lnTo>
                    <a:lnTo>
                      <a:pt x="585" y="1811"/>
                    </a:lnTo>
                    <a:lnTo>
                      <a:pt x="468" y="1789"/>
                    </a:lnTo>
                    <a:lnTo>
                      <a:pt x="274" y="1789"/>
                    </a:lnTo>
                    <a:lnTo>
                      <a:pt x="103" y="1901"/>
                    </a:lnTo>
                    <a:lnTo>
                      <a:pt x="0" y="1901"/>
                    </a:lnTo>
                    <a:lnTo>
                      <a:pt x="90" y="1864"/>
                    </a:lnTo>
                    <a:lnTo>
                      <a:pt x="274" y="1751"/>
                    </a:lnTo>
                    <a:lnTo>
                      <a:pt x="394" y="1733"/>
                    </a:lnTo>
                    <a:lnTo>
                      <a:pt x="440" y="1413"/>
                    </a:lnTo>
                    <a:lnTo>
                      <a:pt x="541" y="1244"/>
                    </a:lnTo>
                    <a:lnTo>
                      <a:pt x="613" y="1358"/>
                    </a:lnTo>
                    <a:lnTo>
                      <a:pt x="714" y="1244"/>
                    </a:lnTo>
                    <a:lnTo>
                      <a:pt x="714" y="719"/>
                    </a:lnTo>
                    <a:lnTo>
                      <a:pt x="949" y="1389"/>
                    </a:lnTo>
                    <a:lnTo>
                      <a:pt x="1083" y="1264"/>
                    </a:lnTo>
                    <a:lnTo>
                      <a:pt x="820" y="530"/>
                    </a:lnTo>
                    <a:lnTo>
                      <a:pt x="1023" y="756"/>
                    </a:lnTo>
                    <a:lnTo>
                      <a:pt x="1198" y="1055"/>
                    </a:lnTo>
                    <a:lnTo>
                      <a:pt x="1299" y="620"/>
                    </a:lnTo>
                    <a:lnTo>
                      <a:pt x="1299" y="209"/>
                    </a:lnTo>
                    <a:lnTo>
                      <a:pt x="1222" y="99"/>
                    </a:lnTo>
                    <a:lnTo>
                      <a:pt x="100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8" name="Freeform 94"/>
              <p:cNvSpPr>
                <a:spLocks/>
              </p:cNvSpPr>
              <p:nvPr/>
            </p:nvSpPr>
            <p:spPr bwMode="auto">
              <a:xfrm>
                <a:off x="4640" y="3419"/>
                <a:ext cx="38" cy="56"/>
              </a:xfrm>
              <a:custGeom>
                <a:avLst/>
                <a:gdLst>
                  <a:gd name="T0" fmla="*/ 0 w 298"/>
                  <a:gd name="T1" fmla="*/ 0 h 450"/>
                  <a:gd name="T2" fmla="*/ 0 w 298"/>
                  <a:gd name="T3" fmla="*/ 0 h 450"/>
                  <a:gd name="T4" fmla="*/ 0 w 298"/>
                  <a:gd name="T5" fmla="*/ 0 h 450"/>
                  <a:gd name="T6" fmla="*/ 0 w 298"/>
                  <a:gd name="T7" fmla="*/ 0 h 450"/>
                  <a:gd name="T8" fmla="*/ 0 w 298"/>
                  <a:gd name="T9" fmla="*/ 0 h 450"/>
                  <a:gd name="T10" fmla="*/ 0 w 298"/>
                  <a:gd name="T11" fmla="*/ 0 h 450"/>
                  <a:gd name="T12" fmla="*/ 0 w 298"/>
                  <a:gd name="T13" fmla="*/ 0 h 450"/>
                  <a:gd name="T14" fmla="*/ 0 w 298"/>
                  <a:gd name="T15" fmla="*/ 0 h 450"/>
                  <a:gd name="T16" fmla="*/ 0 w 298"/>
                  <a:gd name="T17" fmla="*/ 0 h 450"/>
                  <a:gd name="T18" fmla="*/ 0 w 298"/>
                  <a:gd name="T19" fmla="*/ 0 h 450"/>
                  <a:gd name="T20" fmla="*/ 0 w 298"/>
                  <a:gd name="T21" fmla="*/ 0 h 450"/>
                  <a:gd name="T22" fmla="*/ 0 w 298"/>
                  <a:gd name="T23" fmla="*/ 0 h 450"/>
                  <a:gd name="T24" fmla="*/ 0 w 298"/>
                  <a:gd name="T25" fmla="*/ 0 h 450"/>
                  <a:gd name="T26" fmla="*/ 0 w 298"/>
                  <a:gd name="T27" fmla="*/ 0 h 4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8"/>
                  <a:gd name="T43" fmla="*/ 0 h 450"/>
                  <a:gd name="T44" fmla="*/ 298 w 298"/>
                  <a:gd name="T45" fmla="*/ 450 h 45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8" h="450">
                    <a:moveTo>
                      <a:pt x="0" y="0"/>
                    </a:moveTo>
                    <a:lnTo>
                      <a:pt x="114" y="8"/>
                    </a:lnTo>
                    <a:lnTo>
                      <a:pt x="275" y="90"/>
                    </a:lnTo>
                    <a:lnTo>
                      <a:pt x="298" y="151"/>
                    </a:lnTo>
                    <a:lnTo>
                      <a:pt x="233" y="259"/>
                    </a:lnTo>
                    <a:lnTo>
                      <a:pt x="194" y="413"/>
                    </a:lnTo>
                    <a:lnTo>
                      <a:pt x="83" y="450"/>
                    </a:lnTo>
                    <a:lnTo>
                      <a:pt x="171" y="393"/>
                    </a:lnTo>
                    <a:lnTo>
                      <a:pt x="210" y="305"/>
                    </a:lnTo>
                    <a:lnTo>
                      <a:pt x="210" y="217"/>
                    </a:lnTo>
                    <a:lnTo>
                      <a:pt x="261" y="129"/>
                    </a:lnTo>
                    <a:lnTo>
                      <a:pt x="210" y="79"/>
                    </a:lnTo>
                    <a:lnTo>
                      <a:pt x="95" y="1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9" name="Freeform 95"/>
              <p:cNvSpPr>
                <a:spLocks/>
              </p:cNvSpPr>
              <p:nvPr/>
            </p:nvSpPr>
            <p:spPr bwMode="auto">
              <a:xfrm>
                <a:off x="4633" y="3429"/>
                <a:ext cx="15" cy="44"/>
              </a:xfrm>
              <a:custGeom>
                <a:avLst/>
                <a:gdLst>
                  <a:gd name="T0" fmla="*/ 0 w 122"/>
                  <a:gd name="T1" fmla="*/ 0 h 353"/>
                  <a:gd name="T2" fmla="*/ 0 w 122"/>
                  <a:gd name="T3" fmla="*/ 0 h 353"/>
                  <a:gd name="T4" fmla="*/ 0 w 122"/>
                  <a:gd name="T5" fmla="*/ 0 h 353"/>
                  <a:gd name="T6" fmla="*/ 0 w 122"/>
                  <a:gd name="T7" fmla="*/ 0 h 353"/>
                  <a:gd name="T8" fmla="*/ 0 w 122"/>
                  <a:gd name="T9" fmla="*/ 0 h 353"/>
                  <a:gd name="T10" fmla="*/ 0 w 122"/>
                  <a:gd name="T11" fmla="*/ 0 h 353"/>
                  <a:gd name="T12" fmla="*/ 0 w 122"/>
                  <a:gd name="T13" fmla="*/ 0 h 353"/>
                  <a:gd name="T14" fmla="*/ 0 w 122"/>
                  <a:gd name="T15" fmla="*/ 0 h 353"/>
                  <a:gd name="T16" fmla="*/ 0 60000 65536"/>
                  <a:gd name="T17" fmla="*/ 0 60000 65536"/>
                  <a:gd name="T18" fmla="*/ 0 60000 65536"/>
                  <a:gd name="T19" fmla="*/ 0 60000 65536"/>
                  <a:gd name="T20" fmla="*/ 0 60000 65536"/>
                  <a:gd name="T21" fmla="*/ 0 60000 65536"/>
                  <a:gd name="T22" fmla="*/ 0 60000 65536"/>
                  <a:gd name="T23" fmla="*/ 0 60000 65536"/>
                  <a:gd name="T24" fmla="*/ 0 w 122"/>
                  <a:gd name="T25" fmla="*/ 0 h 353"/>
                  <a:gd name="T26" fmla="*/ 122 w 122"/>
                  <a:gd name="T27" fmla="*/ 353 h 35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2" h="353">
                    <a:moveTo>
                      <a:pt x="122" y="348"/>
                    </a:moveTo>
                    <a:lnTo>
                      <a:pt x="27" y="193"/>
                    </a:lnTo>
                    <a:lnTo>
                      <a:pt x="56" y="48"/>
                    </a:lnTo>
                    <a:lnTo>
                      <a:pt x="104" y="0"/>
                    </a:lnTo>
                    <a:lnTo>
                      <a:pt x="25" y="43"/>
                    </a:lnTo>
                    <a:lnTo>
                      <a:pt x="0" y="219"/>
                    </a:lnTo>
                    <a:lnTo>
                      <a:pt x="104" y="353"/>
                    </a:lnTo>
                    <a:lnTo>
                      <a:pt x="122" y="3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0" name="Freeform 96"/>
              <p:cNvSpPr>
                <a:spLocks/>
              </p:cNvSpPr>
              <p:nvPr/>
            </p:nvSpPr>
            <p:spPr bwMode="auto">
              <a:xfrm>
                <a:off x="4552" y="3447"/>
                <a:ext cx="81" cy="92"/>
              </a:xfrm>
              <a:custGeom>
                <a:avLst/>
                <a:gdLst>
                  <a:gd name="T0" fmla="*/ 0 w 653"/>
                  <a:gd name="T1" fmla="*/ 0 h 740"/>
                  <a:gd name="T2" fmla="*/ 0 w 653"/>
                  <a:gd name="T3" fmla="*/ 0 h 740"/>
                  <a:gd name="T4" fmla="*/ 0 w 653"/>
                  <a:gd name="T5" fmla="*/ 0 h 740"/>
                  <a:gd name="T6" fmla="*/ 0 w 653"/>
                  <a:gd name="T7" fmla="*/ 0 h 740"/>
                  <a:gd name="T8" fmla="*/ 0 w 653"/>
                  <a:gd name="T9" fmla="*/ 0 h 740"/>
                  <a:gd name="T10" fmla="*/ 0 w 653"/>
                  <a:gd name="T11" fmla="*/ 0 h 740"/>
                  <a:gd name="T12" fmla="*/ 0 w 653"/>
                  <a:gd name="T13" fmla="*/ 0 h 740"/>
                  <a:gd name="T14" fmla="*/ 0 w 653"/>
                  <a:gd name="T15" fmla="*/ 0 h 740"/>
                  <a:gd name="T16" fmla="*/ 0 w 653"/>
                  <a:gd name="T17" fmla="*/ 0 h 740"/>
                  <a:gd name="T18" fmla="*/ 0 w 653"/>
                  <a:gd name="T19" fmla="*/ 0 h 740"/>
                  <a:gd name="T20" fmla="*/ 0 w 653"/>
                  <a:gd name="T21" fmla="*/ 0 h 740"/>
                  <a:gd name="T22" fmla="*/ 0 w 653"/>
                  <a:gd name="T23" fmla="*/ 0 h 740"/>
                  <a:gd name="T24" fmla="*/ 0 w 653"/>
                  <a:gd name="T25" fmla="*/ 0 h 740"/>
                  <a:gd name="T26" fmla="*/ 0 w 653"/>
                  <a:gd name="T27" fmla="*/ 0 h 740"/>
                  <a:gd name="T28" fmla="*/ 0 w 653"/>
                  <a:gd name="T29" fmla="*/ 0 h 740"/>
                  <a:gd name="T30" fmla="*/ 0 w 653"/>
                  <a:gd name="T31" fmla="*/ 0 h 740"/>
                  <a:gd name="T32" fmla="*/ 0 w 653"/>
                  <a:gd name="T33" fmla="*/ 0 h 740"/>
                  <a:gd name="T34" fmla="*/ 0 w 653"/>
                  <a:gd name="T35" fmla="*/ 0 h 740"/>
                  <a:gd name="T36" fmla="*/ 0 w 653"/>
                  <a:gd name="T37" fmla="*/ 0 h 740"/>
                  <a:gd name="T38" fmla="*/ 0 w 653"/>
                  <a:gd name="T39" fmla="*/ 0 h 740"/>
                  <a:gd name="T40" fmla="*/ 0 w 653"/>
                  <a:gd name="T41" fmla="*/ 0 h 740"/>
                  <a:gd name="T42" fmla="*/ 0 w 653"/>
                  <a:gd name="T43" fmla="*/ 0 h 7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53"/>
                  <a:gd name="T67" fmla="*/ 0 h 740"/>
                  <a:gd name="T68" fmla="*/ 653 w 653"/>
                  <a:gd name="T69" fmla="*/ 740 h 74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53" h="740">
                    <a:moveTo>
                      <a:pt x="653" y="81"/>
                    </a:moveTo>
                    <a:lnTo>
                      <a:pt x="551" y="81"/>
                    </a:lnTo>
                    <a:lnTo>
                      <a:pt x="413" y="48"/>
                    </a:lnTo>
                    <a:lnTo>
                      <a:pt x="249" y="132"/>
                    </a:lnTo>
                    <a:lnTo>
                      <a:pt x="242" y="281"/>
                    </a:lnTo>
                    <a:lnTo>
                      <a:pt x="207" y="420"/>
                    </a:lnTo>
                    <a:lnTo>
                      <a:pt x="130" y="540"/>
                    </a:lnTo>
                    <a:lnTo>
                      <a:pt x="67" y="558"/>
                    </a:lnTo>
                    <a:lnTo>
                      <a:pt x="67" y="646"/>
                    </a:lnTo>
                    <a:lnTo>
                      <a:pt x="0" y="740"/>
                    </a:lnTo>
                    <a:lnTo>
                      <a:pt x="53" y="618"/>
                    </a:lnTo>
                    <a:lnTo>
                      <a:pt x="0" y="390"/>
                    </a:lnTo>
                    <a:lnTo>
                      <a:pt x="60" y="48"/>
                    </a:lnTo>
                    <a:lnTo>
                      <a:pt x="40" y="415"/>
                    </a:lnTo>
                    <a:lnTo>
                      <a:pt x="60" y="533"/>
                    </a:lnTo>
                    <a:lnTo>
                      <a:pt x="123" y="514"/>
                    </a:lnTo>
                    <a:lnTo>
                      <a:pt x="196" y="404"/>
                    </a:lnTo>
                    <a:lnTo>
                      <a:pt x="231" y="226"/>
                    </a:lnTo>
                    <a:lnTo>
                      <a:pt x="235" y="120"/>
                    </a:lnTo>
                    <a:lnTo>
                      <a:pt x="436" y="0"/>
                    </a:lnTo>
                    <a:lnTo>
                      <a:pt x="572" y="76"/>
                    </a:lnTo>
                    <a:lnTo>
                      <a:pt x="653"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1" name="Freeform 97"/>
              <p:cNvSpPr>
                <a:spLocks/>
              </p:cNvSpPr>
              <p:nvPr/>
            </p:nvSpPr>
            <p:spPr bwMode="auto">
              <a:xfrm>
                <a:off x="4561" y="3416"/>
                <a:ext cx="31" cy="29"/>
              </a:xfrm>
              <a:custGeom>
                <a:avLst/>
                <a:gdLst>
                  <a:gd name="T0" fmla="*/ 0 w 249"/>
                  <a:gd name="T1" fmla="*/ 0 h 228"/>
                  <a:gd name="T2" fmla="*/ 0 w 249"/>
                  <a:gd name="T3" fmla="*/ 0 h 228"/>
                  <a:gd name="T4" fmla="*/ 0 w 249"/>
                  <a:gd name="T5" fmla="*/ 0 h 228"/>
                  <a:gd name="T6" fmla="*/ 0 w 249"/>
                  <a:gd name="T7" fmla="*/ 0 h 228"/>
                  <a:gd name="T8" fmla="*/ 0 w 249"/>
                  <a:gd name="T9" fmla="*/ 0 h 228"/>
                  <a:gd name="T10" fmla="*/ 0 w 249"/>
                  <a:gd name="T11" fmla="*/ 0 h 228"/>
                  <a:gd name="T12" fmla="*/ 0 60000 65536"/>
                  <a:gd name="T13" fmla="*/ 0 60000 65536"/>
                  <a:gd name="T14" fmla="*/ 0 60000 65536"/>
                  <a:gd name="T15" fmla="*/ 0 60000 65536"/>
                  <a:gd name="T16" fmla="*/ 0 60000 65536"/>
                  <a:gd name="T17" fmla="*/ 0 60000 65536"/>
                  <a:gd name="T18" fmla="*/ 0 w 249"/>
                  <a:gd name="T19" fmla="*/ 0 h 228"/>
                  <a:gd name="T20" fmla="*/ 249 w 249"/>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249" h="228">
                    <a:moveTo>
                      <a:pt x="0" y="228"/>
                    </a:moveTo>
                    <a:lnTo>
                      <a:pt x="78" y="138"/>
                    </a:lnTo>
                    <a:lnTo>
                      <a:pt x="249" y="0"/>
                    </a:lnTo>
                    <a:lnTo>
                      <a:pt x="42" y="129"/>
                    </a:lnTo>
                    <a:lnTo>
                      <a:pt x="0" y="205"/>
                    </a:lnTo>
                    <a:lnTo>
                      <a:pt x="0" y="2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2" name="Freeform 98"/>
              <p:cNvSpPr>
                <a:spLocks/>
              </p:cNvSpPr>
              <p:nvPr/>
            </p:nvSpPr>
            <p:spPr bwMode="auto">
              <a:xfrm>
                <a:off x="4508" y="3416"/>
                <a:ext cx="55" cy="121"/>
              </a:xfrm>
              <a:custGeom>
                <a:avLst/>
                <a:gdLst>
                  <a:gd name="T0" fmla="*/ 0 w 440"/>
                  <a:gd name="T1" fmla="*/ 0 h 969"/>
                  <a:gd name="T2" fmla="*/ 0 w 440"/>
                  <a:gd name="T3" fmla="*/ 0 h 969"/>
                  <a:gd name="T4" fmla="*/ 0 w 440"/>
                  <a:gd name="T5" fmla="*/ 0 h 969"/>
                  <a:gd name="T6" fmla="*/ 0 w 440"/>
                  <a:gd name="T7" fmla="*/ 0 h 969"/>
                  <a:gd name="T8" fmla="*/ 0 w 440"/>
                  <a:gd name="T9" fmla="*/ 0 h 969"/>
                  <a:gd name="T10" fmla="*/ 0 w 440"/>
                  <a:gd name="T11" fmla="*/ 0 h 969"/>
                  <a:gd name="T12" fmla="*/ 0 w 440"/>
                  <a:gd name="T13" fmla="*/ 0 h 969"/>
                  <a:gd name="T14" fmla="*/ 0 w 440"/>
                  <a:gd name="T15" fmla="*/ 0 h 969"/>
                  <a:gd name="T16" fmla="*/ 0 w 440"/>
                  <a:gd name="T17" fmla="*/ 0 h 969"/>
                  <a:gd name="T18" fmla="*/ 0 w 440"/>
                  <a:gd name="T19" fmla="*/ 0 h 969"/>
                  <a:gd name="T20" fmla="*/ 0 w 440"/>
                  <a:gd name="T21" fmla="*/ 0 h 969"/>
                  <a:gd name="T22" fmla="*/ 0 w 440"/>
                  <a:gd name="T23" fmla="*/ 0 h 969"/>
                  <a:gd name="T24" fmla="*/ 0 w 440"/>
                  <a:gd name="T25" fmla="*/ 0 h 969"/>
                  <a:gd name="T26" fmla="*/ 0 w 440"/>
                  <a:gd name="T27" fmla="*/ 0 h 969"/>
                  <a:gd name="T28" fmla="*/ 0 w 440"/>
                  <a:gd name="T29" fmla="*/ 0 h 969"/>
                  <a:gd name="T30" fmla="*/ 0 w 440"/>
                  <a:gd name="T31" fmla="*/ 0 h 969"/>
                  <a:gd name="T32" fmla="*/ 0 w 440"/>
                  <a:gd name="T33" fmla="*/ 0 h 969"/>
                  <a:gd name="T34" fmla="*/ 0 w 440"/>
                  <a:gd name="T35" fmla="*/ 0 h 969"/>
                  <a:gd name="T36" fmla="*/ 0 w 440"/>
                  <a:gd name="T37" fmla="*/ 0 h 969"/>
                  <a:gd name="T38" fmla="*/ 0 w 440"/>
                  <a:gd name="T39" fmla="*/ 0 h 969"/>
                  <a:gd name="T40" fmla="*/ 0 w 440"/>
                  <a:gd name="T41" fmla="*/ 0 h 969"/>
                  <a:gd name="T42" fmla="*/ 0 w 440"/>
                  <a:gd name="T43" fmla="*/ 0 h 969"/>
                  <a:gd name="T44" fmla="*/ 0 w 440"/>
                  <a:gd name="T45" fmla="*/ 0 h 969"/>
                  <a:gd name="T46" fmla="*/ 0 w 440"/>
                  <a:gd name="T47" fmla="*/ 0 h 969"/>
                  <a:gd name="T48" fmla="*/ 0 w 440"/>
                  <a:gd name="T49" fmla="*/ 0 h 96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40"/>
                  <a:gd name="T76" fmla="*/ 0 h 969"/>
                  <a:gd name="T77" fmla="*/ 440 w 440"/>
                  <a:gd name="T78" fmla="*/ 969 h 96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40" h="969">
                    <a:moveTo>
                      <a:pt x="440" y="0"/>
                    </a:moveTo>
                    <a:lnTo>
                      <a:pt x="320" y="138"/>
                    </a:lnTo>
                    <a:lnTo>
                      <a:pt x="181" y="389"/>
                    </a:lnTo>
                    <a:lnTo>
                      <a:pt x="187" y="468"/>
                    </a:lnTo>
                    <a:lnTo>
                      <a:pt x="288" y="934"/>
                    </a:lnTo>
                    <a:lnTo>
                      <a:pt x="334" y="969"/>
                    </a:lnTo>
                    <a:lnTo>
                      <a:pt x="276" y="945"/>
                    </a:lnTo>
                    <a:lnTo>
                      <a:pt x="269" y="914"/>
                    </a:lnTo>
                    <a:lnTo>
                      <a:pt x="229" y="941"/>
                    </a:lnTo>
                    <a:lnTo>
                      <a:pt x="147" y="894"/>
                    </a:lnTo>
                    <a:lnTo>
                      <a:pt x="103" y="791"/>
                    </a:lnTo>
                    <a:lnTo>
                      <a:pt x="161" y="888"/>
                    </a:lnTo>
                    <a:lnTo>
                      <a:pt x="229" y="914"/>
                    </a:lnTo>
                    <a:lnTo>
                      <a:pt x="255" y="894"/>
                    </a:lnTo>
                    <a:lnTo>
                      <a:pt x="147" y="422"/>
                    </a:lnTo>
                    <a:lnTo>
                      <a:pt x="147" y="362"/>
                    </a:lnTo>
                    <a:lnTo>
                      <a:pt x="352" y="62"/>
                    </a:lnTo>
                    <a:lnTo>
                      <a:pt x="246" y="116"/>
                    </a:lnTo>
                    <a:lnTo>
                      <a:pt x="163" y="228"/>
                    </a:lnTo>
                    <a:lnTo>
                      <a:pt x="172" y="185"/>
                    </a:lnTo>
                    <a:lnTo>
                      <a:pt x="0" y="228"/>
                    </a:lnTo>
                    <a:lnTo>
                      <a:pt x="207" y="127"/>
                    </a:lnTo>
                    <a:lnTo>
                      <a:pt x="255" y="83"/>
                    </a:lnTo>
                    <a:lnTo>
                      <a:pt x="419" y="9"/>
                    </a:lnTo>
                    <a:lnTo>
                      <a:pt x="4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3" name="Freeform 99"/>
              <p:cNvSpPr>
                <a:spLocks/>
              </p:cNvSpPr>
              <p:nvPr/>
            </p:nvSpPr>
            <p:spPr bwMode="auto">
              <a:xfrm>
                <a:off x="4493" y="3447"/>
                <a:ext cx="32" cy="68"/>
              </a:xfrm>
              <a:custGeom>
                <a:avLst/>
                <a:gdLst>
                  <a:gd name="T0" fmla="*/ 0 w 253"/>
                  <a:gd name="T1" fmla="*/ 0 h 542"/>
                  <a:gd name="T2" fmla="*/ 0 w 253"/>
                  <a:gd name="T3" fmla="*/ 0 h 542"/>
                  <a:gd name="T4" fmla="*/ 0 w 253"/>
                  <a:gd name="T5" fmla="*/ 0 h 542"/>
                  <a:gd name="T6" fmla="*/ 0 w 253"/>
                  <a:gd name="T7" fmla="*/ 0 h 542"/>
                  <a:gd name="T8" fmla="*/ 0 w 253"/>
                  <a:gd name="T9" fmla="*/ 0 h 542"/>
                  <a:gd name="T10" fmla="*/ 0 w 253"/>
                  <a:gd name="T11" fmla="*/ 0 h 542"/>
                  <a:gd name="T12" fmla="*/ 0 w 253"/>
                  <a:gd name="T13" fmla="*/ 0 h 542"/>
                  <a:gd name="T14" fmla="*/ 0 w 253"/>
                  <a:gd name="T15" fmla="*/ 0 h 542"/>
                  <a:gd name="T16" fmla="*/ 0 w 253"/>
                  <a:gd name="T17" fmla="*/ 0 h 542"/>
                  <a:gd name="T18" fmla="*/ 0 w 253"/>
                  <a:gd name="T19" fmla="*/ 0 h 542"/>
                  <a:gd name="T20" fmla="*/ 0 w 253"/>
                  <a:gd name="T21" fmla="*/ 0 h 542"/>
                  <a:gd name="T22" fmla="*/ 0 w 253"/>
                  <a:gd name="T23" fmla="*/ 0 h 542"/>
                  <a:gd name="T24" fmla="*/ 0 w 253"/>
                  <a:gd name="T25" fmla="*/ 0 h 542"/>
                  <a:gd name="T26" fmla="*/ 0 w 253"/>
                  <a:gd name="T27" fmla="*/ 0 h 542"/>
                  <a:gd name="T28" fmla="*/ 0 w 253"/>
                  <a:gd name="T29" fmla="*/ 0 h 542"/>
                  <a:gd name="T30" fmla="*/ 0 w 253"/>
                  <a:gd name="T31" fmla="*/ 0 h 542"/>
                  <a:gd name="T32" fmla="*/ 0 w 253"/>
                  <a:gd name="T33" fmla="*/ 0 h 5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3"/>
                  <a:gd name="T52" fmla="*/ 0 h 542"/>
                  <a:gd name="T53" fmla="*/ 253 w 253"/>
                  <a:gd name="T54" fmla="*/ 542 h 5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3" h="542">
                    <a:moveTo>
                      <a:pt x="253" y="17"/>
                    </a:moveTo>
                    <a:lnTo>
                      <a:pt x="171" y="118"/>
                    </a:lnTo>
                    <a:lnTo>
                      <a:pt x="145" y="186"/>
                    </a:lnTo>
                    <a:lnTo>
                      <a:pt x="150" y="289"/>
                    </a:lnTo>
                    <a:lnTo>
                      <a:pt x="217" y="542"/>
                    </a:lnTo>
                    <a:lnTo>
                      <a:pt x="104" y="404"/>
                    </a:lnTo>
                    <a:lnTo>
                      <a:pt x="12" y="334"/>
                    </a:lnTo>
                    <a:lnTo>
                      <a:pt x="0" y="240"/>
                    </a:lnTo>
                    <a:lnTo>
                      <a:pt x="0" y="69"/>
                    </a:lnTo>
                    <a:lnTo>
                      <a:pt x="81" y="0"/>
                    </a:lnTo>
                    <a:lnTo>
                      <a:pt x="12" y="74"/>
                    </a:lnTo>
                    <a:lnTo>
                      <a:pt x="12" y="219"/>
                    </a:lnTo>
                    <a:lnTo>
                      <a:pt x="46" y="296"/>
                    </a:lnTo>
                    <a:lnTo>
                      <a:pt x="145" y="362"/>
                    </a:lnTo>
                    <a:lnTo>
                      <a:pt x="127" y="208"/>
                    </a:lnTo>
                    <a:lnTo>
                      <a:pt x="159" y="109"/>
                    </a:lnTo>
                    <a:lnTo>
                      <a:pt x="253"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4" name="Freeform 100"/>
              <p:cNvSpPr>
                <a:spLocks/>
              </p:cNvSpPr>
              <p:nvPr/>
            </p:nvSpPr>
            <p:spPr bwMode="auto">
              <a:xfrm>
                <a:off x="4652" y="3390"/>
                <a:ext cx="162" cy="77"/>
              </a:xfrm>
              <a:custGeom>
                <a:avLst/>
                <a:gdLst>
                  <a:gd name="T0" fmla="*/ 0 w 1296"/>
                  <a:gd name="T1" fmla="*/ 0 h 618"/>
                  <a:gd name="T2" fmla="*/ 0 w 1296"/>
                  <a:gd name="T3" fmla="*/ 0 h 618"/>
                  <a:gd name="T4" fmla="*/ 0 w 1296"/>
                  <a:gd name="T5" fmla="*/ 0 h 618"/>
                  <a:gd name="T6" fmla="*/ 0 w 1296"/>
                  <a:gd name="T7" fmla="*/ 0 h 618"/>
                  <a:gd name="T8" fmla="*/ 0 w 1296"/>
                  <a:gd name="T9" fmla="*/ 0 h 618"/>
                  <a:gd name="T10" fmla="*/ 0 w 1296"/>
                  <a:gd name="T11" fmla="*/ 0 h 618"/>
                  <a:gd name="T12" fmla="*/ 0 w 1296"/>
                  <a:gd name="T13" fmla="*/ 0 h 618"/>
                  <a:gd name="T14" fmla="*/ 0 w 1296"/>
                  <a:gd name="T15" fmla="*/ 0 h 618"/>
                  <a:gd name="T16" fmla="*/ 0 w 1296"/>
                  <a:gd name="T17" fmla="*/ 0 h 618"/>
                  <a:gd name="T18" fmla="*/ 0 w 1296"/>
                  <a:gd name="T19" fmla="*/ 0 h 618"/>
                  <a:gd name="T20" fmla="*/ 0 w 1296"/>
                  <a:gd name="T21" fmla="*/ 0 h 618"/>
                  <a:gd name="T22" fmla="*/ 0 w 1296"/>
                  <a:gd name="T23" fmla="*/ 0 h 618"/>
                  <a:gd name="T24" fmla="*/ 0 w 1296"/>
                  <a:gd name="T25" fmla="*/ 0 h 618"/>
                  <a:gd name="T26" fmla="*/ 0 w 1296"/>
                  <a:gd name="T27" fmla="*/ 0 h 618"/>
                  <a:gd name="T28" fmla="*/ 0 w 1296"/>
                  <a:gd name="T29" fmla="*/ 0 h 618"/>
                  <a:gd name="T30" fmla="*/ 0 w 1296"/>
                  <a:gd name="T31" fmla="*/ 0 h 61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96"/>
                  <a:gd name="T49" fmla="*/ 0 h 618"/>
                  <a:gd name="T50" fmla="*/ 1296 w 1296"/>
                  <a:gd name="T51" fmla="*/ 618 h 61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96" h="618">
                    <a:moveTo>
                      <a:pt x="493" y="618"/>
                    </a:moveTo>
                    <a:lnTo>
                      <a:pt x="311" y="332"/>
                    </a:lnTo>
                    <a:lnTo>
                      <a:pt x="340" y="311"/>
                    </a:lnTo>
                    <a:lnTo>
                      <a:pt x="924" y="572"/>
                    </a:lnTo>
                    <a:lnTo>
                      <a:pt x="940" y="511"/>
                    </a:lnTo>
                    <a:lnTo>
                      <a:pt x="581" y="286"/>
                    </a:lnTo>
                    <a:lnTo>
                      <a:pt x="0" y="177"/>
                    </a:lnTo>
                    <a:lnTo>
                      <a:pt x="617" y="247"/>
                    </a:lnTo>
                    <a:lnTo>
                      <a:pt x="786" y="352"/>
                    </a:lnTo>
                    <a:lnTo>
                      <a:pt x="995" y="177"/>
                    </a:lnTo>
                    <a:lnTo>
                      <a:pt x="1144" y="115"/>
                    </a:lnTo>
                    <a:lnTo>
                      <a:pt x="1212" y="0"/>
                    </a:lnTo>
                    <a:lnTo>
                      <a:pt x="1296" y="618"/>
                    </a:lnTo>
                    <a:lnTo>
                      <a:pt x="1212" y="399"/>
                    </a:lnTo>
                    <a:lnTo>
                      <a:pt x="995" y="618"/>
                    </a:lnTo>
                    <a:lnTo>
                      <a:pt x="493" y="6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5" name="Freeform 101"/>
              <p:cNvSpPr>
                <a:spLocks/>
              </p:cNvSpPr>
              <p:nvPr/>
            </p:nvSpPr>
            <p:spPr bwMode="auto">
              <a:xfrm>
                <a:off x="4744" y="3203"/>
                <a:ext cx="58" cy="192"/>
              </a:xfrm>
              <a:custGeom>
                <a:avLst/>
                <a:gdLst>
                  <a:gd name="T0" fmla="*/ 0 w 463"/>
                  <a:gd name="T1" fmla="*/ 0 h 1540"/>
                  <a:gd name="T2" fmla="*/ 0 w 463"/>
                  <a:gd name="T3" fmla="*/ 0 h 1540"/>
                  <a:gd name="T4" fmla="*/ 0 w 463"/>
                  <a:gd name="T5" fmla="*/ 0 h 1540"/>
                  <a:gd name="T6" fmla="*/ 0 w 463"/>
                  <a:gd name="T7" fmla="*/ 0 h 1540"/>
                  <a:gd name="T8" fmla="*/ 0 w 463"/>
                  <a:gd name="T9" fmla="*/ 0 h 1540"/>
                  <a:gd name="T10" fmla="*/ 0 w 463"/>
                  <a:gd name="T11" fmla="*/ 0 h 1540"/>
                  <a:gd name="T12" fmla="*/ 0 w 463"/>
                  <a:gd name="T13" fmla="*/ 0 h 1540"/>
                  <a:gd name="T14" fmla="*/ 0 w 463"/>
                  <a:gd name="T15" fmla="*/ 0 h 1540"/>
                  <a:gd name="T16" fmla="*/ 0 w 463"/>
                  <a:gd name="T17" fmla="*/ 0 h 1540"/>
                  <a:gd name="T18" fmla="*/ 0 w 463"/>
                  <a:gd name="T19" fmla="*/ 0 h 1540"/>
                  <a:gd name="T20" fmla="*/ 0 w 463"/>
                  <a:gd name="T21" fmla="*/ 0 h 1540"/>
                  <a:gd name="T22" fmla="*/ 0 w 463"/>
                  <a:gd name="T23" fmla="*/ 0 h 1540"/>
                  <a:gd name="T24" fmla="*/ 0 w 463"/>
                  <a:gd name="T25" fmla="*/ 0 h 15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3"/>
                  <a:gd name="T40" fmla="*/ 0 h 1540"/>
                  <a:gd name="T41" fmla="*/ 463 w 463"/>
                  <a:gd name="T42" fmla="*/ 1540 h 15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3" h="1540">
                    <a:moveTo>
                      <a:pt x="463" y="1494"/>
                    </a:moveTo>
                    <a:lnTo>
                      <a:pt x="193" y="1540"/>
                    </a:lnTo>
                    <a:lnTo>
                      <a:pt x="0" y="1427"/>
                    </a:lnTo>
                    <a:lnTo>
                      <a:pt x="174" y="1427"/>
                    </a:lnTo>
                    <a:lnTo>
                      <a:pt x="431" y="1258"/>
                    </a:lnTo>
                    <a:lnTo>
                      <a:pt x="313" y="1117"/>
                    </a:lnTo>
                    <a:lnTo>
                      <a:pt x="431" y="1185"/>
                    </a:lnTo>
                    <a:lnTo>
                      <a:pt x="431" y="860"/>
                    </a:lnTo>
                    <a:lnTo>
                      <a:pt x="413" y="357"/>
                    </a:lnTo>
                    <a:lnTo>
                      <a:pt x="361" y="0"/>
                    </a:lnTo>
                    <a:lnTo>
                      <a:pt x="431" y="308"/>
                    </a:lnTo>
                    <a:lnTo>
                      <a:pt x="463" y="1233"/>
                    </a:lnTo>
                    <a:lnTo>
                      <a:pt x="463" y="14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6" name="Freeform 102"/>
              <p:cNvSpPr>
                <a:spLocks/>
              </p:cNvSpPr>
              <p:nvPr/>
            </p:nvSpPr>
            <p:spPr bwMode="auto">
              <a:xfrm>
                <a:off x="4753" y="3157"/>
                <a:ext cx="24" cy="100"/>
              </a:xfrm>
              <a:custGeom>
                <a:avLst/>
                <a:gdLst>
                  <a:gd name="T0" fmla="*/ 0 w 189"/>
                  <a:gd name="T1" fmla="*/ 0 h 805"/>
                  <a:gd name="T2" fmla="*/ 0 w 189"/>
                  <a:gd name="T3" fmla="*/ 0 h 805"/>
                  <a:gd name="T4" fmla="*/ 0 w 189"/>
                  <a:gd name="T5" fmla="*/ 0 h 805"/>
                  <a:gd name="T6" fmla="*/ 0 w 189"/>
                  <a:gd name="T7" fmla="*/ 0 h 805"/>
                  <a:gd name="T8" fmla="*/ 0 w 189"/>
                  <a:gd name="T9" fmla="*/ 0 h 805"/>
                  <a:gd name="T10" fmla="*/ 0 w 189"/>
                  <a:gd name="T11" fmla="*/ 0 h 805"/>
                  <a:gd name="T12" fmla="*/ 0 w 189"/>
                  <a:gd name="T13" fmla="*/ 0 h 805"/>
                  <a:gd name="T14" fmla="*/ 0 w 189"/>
                  <a:gd name="T15" fmla="*/ 0 h 805"/>
                  <a:gd name="T16" fmla="*/ 0 w 189"/>
                  <a:gd name="T17" fmla="*/ 0 h 805"/>
                  <a:gd name="T18" fmla="*/ 0 w 189"/>
                  <a:gd name="T19" fmla="*/ 0 h 805"/>
                  <a:gd name="T20" fmla="*/ 0 w 189"/>
                  <a:gd name="T21" fmla="*/ 0 h 805"/>
                  <a:gd name="T22" fmla="*/ 0 w 189"/>
                  <a:gd name="T23" fmla="*/ 0 h 8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9"/>
                  <a:gd name="T37" fmla="*/ 0 h 805"/>
                  <a:gd name="T38" fmla="*/ 189 w 189"/>
                  <a:gd name="T39" fmla="*/ 805 h 80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9" h="805">
                    <a:moveTo>
                      <a:pt x="0" y="636"/>
                    </a:moveTo>
                    <a:lnTo>
                      <a:pt x="171" y="805"/>
                    </a:lnTo>
                    <a:lnTo>
                      <a:pt x="65" y="636"/>
                    </a:lnTo>
                    <a:lnTo>
                      <a:pt x="65" y="348"/>
                    </a:lnTo>
                    <a:lnTo>
                      <a:pt x="151" y="411"/>
                    </a:lnTo>
                    <a:lnTo>
                      <a:pt x="99" y="240"/>
                    </a:lnTo>
                    <a:lnTo>
                      <a:pt x="189" y="0"/>
                    </a:lnTo>
                    <a:lnTo>
                      <a:pt x="53" y="216"/>
                    </a:lnTo>
                    <a:lnTo>
                      <a:pt x="53" y="279"/>
                    </a:lnTo>
                    <a:lnTo>
                      <a:pt x="17" y="348"/>
                    </a:lnTo>
                    <a:lnTo>
                      <a:pt x="17" y="611"/>
                    </a:lnTo>
                    <a:lnTo>
                      <a:pt x="0" y="6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7" name="Freeform 103"/>
              <p:cNvSpPr>
                <a:spLocks/>
              </p:cNvSpPr>
              <p:nvPr/>
            </p:nvSpPr>
            <p:spPr bwMode="auto">
              <a:xfrm>
                <a:off x="4862" y="3217"/>
                <a:ext cx="59" cy="250"/>
              </a:xfrm>
              <a:custGeom>
                <a:avLst/>
                <a:gdLst>
                  <a:gd name="T0" fmla="*/ 0 w 475"/>
                  <a:gd name="T1" fmla="*/ 0 h 2002"/>
                  <a:gd name="T2" fmla="*/ 0 w 475"/>
                  <a:gd name="T3" fmla="*/ 0 h 2002"/>
                  <a:gd name="T4" fmla="*/ 0 w 475"/>
                  <a:gd name="T5" fmla="*/ 0 h 2002"/>
                  <a:gd name="T6" fmla="*/ 0 w 475"/>
                  <a:gd name="T7" fmla="*/ 0 h 2002"/>
                  <a:gd name="T8" fmla="*/ 0 w 475"/>
                  <a:gd name="T9" fmla="*/ 0 h 2002"/>
                  <a:gd name="T10" fmla="*/ 0 w 475"/>
                  <a:gd name="T11" fmla="*/ 0 h 2002"/>
                  <a:gd name="T12" fmla="*/ 0 60000 65536"/>
                  <a:gd name="T13" fmla="*/ 0 60000 65536"/>
                  <a:gd name="T14" fmla="*/ 0 60000 65536"/>
                  <a:gd name="T15" fmla="*/ 0 60000 65536"/>
                  <a:gd name="T16" fmla="*/ 0 60000 65536"/>
                  <a:gd name="T17" fmla="*/ 0 60000 65536"/>
                  <a:gd name="T18" fmla="*/ 0 w 475"/>
                  <a:gd name="T19" fmla="*/ 0 h 2002"/>
                  <a:gd name="T20" fmla="*/ 475 w 475"/>
                  <a:gd name="T21" fmla="*/ 2002 h 2002"/>
                </a:gdLst>
                <a:ahLst/>
                <a:cxnLst>
                  <a:cxn ang="T12">
                    <a:pos x="T0" y="T1"/>
                  </a:cxn>
                  <a:cxn ang="T13">
                    <a:pos x="T2" y="T3"/>
                  </a:cxn>
                  <a:cxn ang="T14">
                    <a:pos x="T4" y="T5"/>
                  </a:cxn>
                  <a:cxn ang="T15">
                    <a:pos x="T6" y="T7"/>
                  </a:cxn>
                  <a:cxn ang="T16">
                    <a:pos x="T8" y="T9"/>
                  </a:cxn>
                  <a:cxn ang="T17">
                    <a:pos x="T10" y="T11"/>
                  </a:cxn>
                </a:cxnLst>
                <a:rect l="T18" t="T19" r="T20" b="T21"/>
                <a:pathLst>
                  <a:path w="475" h="2002">
                    <a:moveTo>
                      <a:pt x="475" y="2002"/>
                    </a:moveTo>
                    <a:lnTo>
                      <a:pt x="81" y="572"/>
                    </a:lnTo>
                    <a:lnTo>
                      <a:pt x="0" y="0"/>
                    </a:lnTo>
                    <a:lnTo>
                      <a:pt x="48" y="552"/>
                    </a:lnTo>
                    <a:lnTo>
                      <a:pt x="408" y="2002"/>
                    </a:lnTo>
                    <a:lnTo>
                      <a:pt x="475" y="20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8" name="Freeform 104"/>
              <p:cNvSpPr>
                <a:spLocks/>
              </p:cNvSpPr>
              <p:nvPr/>
            </p:nvSpPr>
            <p:spPr bwMode="auto">
              <a:xfrm>
                <a:off x="4938" y="3516"/>
                <a:ext cx="21" cy="168"/>
              </a:xfrm>
              <a:custGeom>
                <a:avLst/>
                <a:gdLst>
                  <a:gd name="T0" fmla="*/ 0 w 171"/>
                  <a:gd name="T1" fmla="*/ 0 h 1340"/>
                  <a:gd name="T2" fmla="*/ 0 w 171"/>
                  <a:gd name="T3" fmla="*/ 0 h 1340"/>
                  <a:gd name="T4" fmla="*/ 0 w 171"/>
                  <a:gd name="T5" fmla="*/ 0 h 1340"/>
                  <a:gd name="T6" fmla="*/ 0 w 171"/>
                  <a:gd name="T7" fmla="*/ 0 h 1340"/>
                  <a:gd name="T8" fmla="*/ 0 w 171"/>
                  <a:gd name="T9" fmla="*/ 0 h 1340"/>
                  <a:gd name="T10" fmla="*/ 0 w 171"/>
                  <a:gd name="T11" fmla="*/ 0 h 1340"/>
                  <a:gd name="T12" fmla="*/ 0 60000 65536"/>
                  <a:gd name="T13" fmla="*/ 0 60000 65536"/>
                  <a:gd name="T14" fmla="*/ 0 60000 65536"/>
                  <a:gd name="T15" fmla="*/ 0 60000 65536"/>
                  <a:gd name="T16" fmla="*/ 0 60000 65536"/>
                  <a:gd name="T17" fmla="*/ 0 60000 65536"/>
                  <a:gd name="T18" fmla="*/ 0 w 171"/>
                  <a:gd name="T19" fmla="*/ 0 h 1340"/>
                  <a:gd name="T20" fmla="*/ 171 w 171"/>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171" h="1340">
                    <a:moveTo>
                      <a:pt x="18" y="42"/>
                    </a:moveTo>
                    <a:lnTo>
                      <a:pt x="171" y="528"/>
                    </a:lnTo>
                    <a:lnTo>
                      <a:pt x="171" y="725"/>
                    </a:lnTo>
                    <a:lnTo>
                      <a:pt x="0" y="1340"/>
                    </a:lnTo>
                    <a:lnTo>
                      <a:pt x="0" y="0"/>
                    </a:lnTo>
                    <a:lnTo>
                      <a:pt x="18"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9" name="Freeform 105"/>
              <p:cNvSpPr>
                <a:spLocks/>
              </p:cNvSpPr>
              <p:nvPr/>
            </p:nvSpPr>
            <p:spPr bwMode="auto">
              <a:xfrm>
                <a:off x="4942" y="3099"/>
                <a:ext cx="71" cy="355"/>
              </a:xfrm>
              <a:custGeom>
                <a:avLst/>
                <a:gdLst>
                  <a:gd name="T0" fmla="*/ 0 w 562"/>
                  <a:gd name="T1" fmla="*/ 0 h 2840"/>
                  <a:gd name="T2" fmla="*/ 0 w 562"/>
                  <a:gd name="T3" fmla="*/ 0 h 2840"/>
                  <a:gd name="T4" fmla="*/ 0 w 562"/>
                  <a:gd name="T5" fmla="*/ 0 h 2840"/>
                  <a:gd name="T6" fmla="*/ 0 w 562"/>
                  <a:gd name="T7" fmla="*/ 0 h 2840"/>
                  <a:gd name="T8" fmla="*/ 0 w 562"/>
                  <a:gd name="T9" fmla="*/ 0 h 2840"/>
                  <a:gd name="T10" fmla="*/ 0 w 562"/>
                  <a:gd name="T11" fmla="*/ 0 h 2840"/>
                  <a:gd name="T12" fmla="*/ 0 w 562"/>
                  <a:gd name="T13" fmla="*/ 0 h 2840"/>
                  <a:gd name="T14" fmla="*/ 0 w 562"/>
                  <a:gd name="T15" fmla="*/ 0 h 2840"/>
                  <a:gd name="T16" fmla="*/ 0 w 562"/>
                  <a:gd name="T17" fmla="*/ 0 h 2840"/>
                  <a:gd name="T18" fmla="*/ 0 w 562"/>
                  <a:gd name="T19" fmla="*/ 0 h 2840"/>
                  <a:gd name="T20" fmla="*/ 0 w 562"/>
                  <a:gd name="T21" fmla="*/ 0 h 2840"/>
                  <a:gd name="T22" fmla="*/ 0 w 562"/>
                  <a:gd name="T23" fmla="*/ 0 h 2840"/>
                  <a:gd name="T24" fmla="*/ 0 w 562"/>
                  <a:gd name="T25" fmla="*/ 0 h 2840"/>
                  <a:gd name="T26" fmla="*/ 0 w 562"/>
                  <a:gd name="T27" fmla="*/ 0 h 2840"/>
                  <a:gd name="T28" fmla="*/ 0 w 562"/>
                  <a:gd name="T29" fmla="*/ 0 h 28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2"/>
                  <a:gd name="T46" fmla="*/ 0 h 2840"/>
                  <a:gd name="T47" fmla="*/ 562 w 562"/>
                  <a:gd name="T48" fmla="*/ 2840 h 28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2" h="2840">
                    <a:moveTo>
                      <a:pt x="0" y="0"/>
                    </a:moveTo>
                    <a:lnTo>
                      <a:pt x="0" y="330"/>
                    </a:lnTo>
                    <a:lnTo>
                      <a:pt x="103" y="904"/>
                    </a:lnTo>
                    <a:lnTo>
                      <a:pt x="103" y="1451"/>
                    </a:lnTo>
                    <a:lnTo>
                      <a:pt x="73" y="1741"/>
                    </a:lnTo>
                    <a:lnTo>
                      <a:pt x="136" y="2154"/>
                    </a:lnTo>
                    <a:lnTo>
                      <a:pt x="136" y="2796"/>
                    </a:lnTo>
                    <a:lnTo>
                      <a:pt x="189" y="2576"/>
                    </a:lnTo>
                    <a:lnTo>
                      <a:pt x="562" y="2840"/>
                    </a:lnTo>
                    <a:lnTo>
                      <a:pt x="189" y="2329"/>
                    </a:lnTo>
                    <a:lnTo>
                      <a:pt x="119" y="1849"/>
                    </a:lnTo>
                    <a:lnTo>
                      <a:pt x="136" y="1385"/>
                    </a:lnTo>
                    <a:lnTo>
                      <a:pt x="119" y="835"/>
                    </a:lnTo>
                    <a:lnTo>
                      <a:pt x="20" y="33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0" name="Freeform 106"/>
              <p:cNvSpPr>
                <a:spLocks/>
              </p:cNvSpPr>
              <p:nvPr/>
            </p:nvSpPr>
            <p:spPr bwMode="auto">
              <a:xfrm>
                <a:off x="4913" y="3448"/>
                <a:ext cx="149" cy="294"/>
              </a:xfrm>
              <a:custGeom>
                <a:avLst/>
                <a:gdLst>
                  <a:gd name="T0" fmla="*/ 0 w 1192"/>
                  <a:gd name="T1" fmla="*/ 0 h 2349"/>
                  <a:gd name="T2" fmla="*/ 0 w 1192"/>
                  <a:gd name="T3" fmla="*/ 0 h 2349"/>
                  <a:gd name="T4" fmla="*/ 0 w 1192"/>
                  <a:gd name="T5" fmla="*/ 0 h 2349"/>
                  <a:gd name="T6" fmla="*/ 0 w 1192"/>
                  <a:gd name="T7" fmla="*/ 0 h 2349"/>
                  <a:gd name="T8" fmla="*/ 0 w 1192"/>
                  <a:gd name="T9" fmla="*/ 0 h 2349"/>
                  <a:gd name="T10" fmla="*/ 0 w 1192"/>
                  <a:gd name="T11" fmla="*/ 0 h 2349"/>
                  <a:gd name="T12" fmla="*/ 0 w 1192"/>
                  <a:gd name="T13" fmla="*/ 0 h 2349"/>
                  <a:gd name="T14" fmla="*/ 0 w 1192"/>
                  <a:gd name="T15" fmla="*/ 0 h 2349"/>
                  <a:gd name="T16" fmla="*/ 0 w 1192"/>
                  <a:gd name="T17" fmla="*/ 0 h 2349"/>
                  <a:gd name="T18" fmla="*/ 0 w 1192"/>
                  <a:gd name="T19" fmla="*/ 0 h 2349"/>
                  <a:gd name="T20" fmla="*/ 0 w 1192"/>
                  <a:gd name="T21" fmla="*/ 0 h 2349"/>
                  <a:gd name="T22" fmla="*/ 0 w 1192"/>
                  <a:gd name="T23" fmla="*/ 0 h 2349"/>
                  <a:gd name="T24" fmla="*/ 0 w 1192"/>
                  <a:gd name="T25" fmla="*/ 0 h 2349"/>
                  <a:gd name="T26" fmla="*/ 0 w 1192"/>
                  <a:gd name="T27" fmla="*/ 0 h 2349"/>
                  <a:gd name="T28" fmla="*/ 0 w 1192"/>
                  <a:gd name="T29" fmla="*/ 0 h 2349"/>
                  <a:gd name="T30" fmla="*/ 0 w 1192"/>
                  <a:gd name="T31" fmla="*/ 0 h 2349"/>
                  <a:gd name="T32" fmla="*/ 0 w 1192"/>
                  <a:gd name="T33" fmla="*/ 0 h 2349"/>
                  <a:gd name="T34" fmla="*/ 0 w 1192"/>
                  <a:gd name="T35" fmla="*/ 0 h 2349"/>
                  <a:gd name="T36" fmla="*/ 0 w 1192"/>
                  <a:gd name="T37" fmla="*/ 0 h 2349"/>
                  <a:gd name="T38" fmla="*/ 0 w 1192"/>
                  <a:gd name="T39" fmla="*/ 0 h 234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92"/>
                  <a:gd name="T61" fmla="*/ 0 h 2349"/>
                  <a:gd name="T62" fmla="*/ 1192 w 1192"/>
                  <a:gd name="T63" fmla="*/ 2349 h 234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92" h="2349">
                    <a:moveTo>
                      <a:pt x="374" y="130"/>
                    </a:moveTo>
                    <a:lnTo>
                      <a:pt x="357" y="1075"/>
                    </a:lnTo>
                    <a:lnTo>
                      <a:pt x="203" y="1931"/>
                    </a:lnTo>
                    <a:lnTo>
                      <a:pt x="0" y="1931"/>
                    </a:lnTo>
                    <a:lnTo>
                      <a:pt x="311" y="1975"/>
                    </a:lnTo>
                    <a:lnTo>
                      <a:pt x="853" y="2173"/>
                    </a:lnTo>
                    <a:lnTo>
                      <a:pt x="1192" y="2349"/>
                    </a:lnTo>
                    <a:lnTo>
                      <a:pt x="1143" y="2020"/>
                    </a:lnTo>
                    <a:lnTo>
                      <a:pt x="1007" y="1778"/>
                    </a:lnTo>
                    <a:lnTo>
                      <a:pt x="987" y="1494"/>
                    </a:lnTo>
                    <a:lnTo>
                      <a:pt x="682" y="1165"/>
                    </a:lnTo>
                    <a:lnTo>
                      <a:pt x="1040" y="1101"/>
                    </a:lnTo>
                    <a:lnTo>
                      <a:pt x="698" y="874"/>
                    </a:lnTo>
                    <a:lnTo>
                      <a:pt x="546" y="679"/>
                    </a:lnTo>
                    <a:lnTo>
                      <a:pt x="579" y="566"/>
                    </a:lnTo>
                    <a:lnTo>
                      <a:pt x="1007" y="787"/>
                    </a:lnTo>
                    <a:lnTo>
                      <a:pt x="800" y="547"/>
                    </a:lnTo>
                    <a:lnTo>
                      <a:pt x="460" y="215"/>
                    </a:lnTo>
                    <a:lnTo>
                      <a:pt x="374" y="0"/>
                    </a:lnTo>
                    <a:lnTo>
                      <a:pt x="374" y="1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1" name="Freeform 107"/>
              <p:cNvSpPr>
                <a:spLocks/>
              </p:cNvSpPr>
              <p:nvPr/>
            </p:nvSpPr>
            <p:spPr bwMode="auto">
              <a:xfrm>
                <a:off x="5062" y="3692"/>
                <a:ext cx="79" cy="116"/>
              </a:xfrm>
              <a:custGeom>
                <a:avLst/>
                <a:gdLst>
                  <a:gd name="T0" fmla="*/ 0 w 633"/>
                  <a:gd name="T1" fmla="*/ 0 h 925"/>
                  <a:gd name="T2" fmla="*/ 0 w 633"/>
                  <a:gd name="T3" fmla="*/ 0 h 925"/>
                  <a:gd name="T4" fmla="*/ 0 w 633"/>
                  <a:gd name="T5" fmla="*/ 0 h 925"/>
                  <a:gd name="T6" fmla="*/ 0 w 633"/>
                  <a:gd name="T7" fmla="*/ 0 h 925"/>
                  <a:gd name="T8" fmla="*/ 0 w 633"/>
                  <a:gd name="T9" fmla="*/ 0 h 925"/>
                  <a:gd name="T10" fmla="*/ 0 w 633"/>
                  <a:gd name="T11" fmla="*/ 0 h 925"/>
                  <a:gd name="T12" fmla="*/ 0 w 633"/>
                  <a:gd name="T13" fmla="*/ 0 h 925"/>
                  <a:gd name="T14" fmla="*/ 0 w 633"/>
                  <a:gd name="T15" fmla="*/ 0 h 925"/>
                  <a:gd name="T16" fmla="*/ 0 w 633"/>
                  <a:gd name="T17" fmla="*/ 0 h 9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3"/>
                  <a:gd name="T28" fmla="*/ 0 h 925"/>
                  <a:gd name="T29" fmla="*/ 633 w 633"/>
                  <a:gd name="T30" fmla="*/ 925 h 9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3" h="925">
                    <a:moveTo>
                      <a:pt x="613" y="925"/>
                    </a:moveTo>
                    <a:lnTo>
                      <a:pt x="292" y="681"/>
                    </a:lnTo>
                    <a:lnTo>
                      <a:pt x="205" y="526"/>
                    </a:lnTo>
                    <a:lnTo>
                      <a:pt x="327" y="113"/>
                    </a:lnTo>
                    <a:lnTo>
                      <a:pt x="633" y="176"/>
                    </a:lnTo>
                    <a:lnTo>
                      <a:pt x="219" y="0"/>
                    </a:lnTo>
                    <a:lnTo>
                      <a:pt x="0" y="376"/>
                    </a:lnTo>
                    <a:lnTo>
                      <a:pt x="274" y="724"/>
                    </a:lnTo>
                    <a:lnTo>
                      <a:pt x="613" y="9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2" name="Freeform 108"/>
              <p:cNvSpPr>
                <a:spLocks/>
              </p:cNvSpPr>
              <p:nvPr/>
            </p:nvSpPr>
            <p:spPr bwMode="auto">
              <a:xfrm>
                <a:off x="4866" y="3176"/>
                <a:ext cx="35" cy="21"/>
              </a:xfrm>
              <a:custGeom>
                <a:avLst/>
                <a:gdLst>
                  <a:gd name="T0" fmla="*/ 0 w 277"/>
                  <a:gd name="T1" fmla="*/ 0 h 162"/>
                  <a:gd name="T2" fmla="*/ 0 w 277"/>
                  <a:gd name="T3" fmla="*/ 0 h 162"/>
                  <a:gd name="T4" fmla="*/ 0 w 277"/>
                  <a:gd name="T5" fmla="*/ 0 h 162"/>
                  <a:gd name="T6" fmla="*/ 0 w 277"/>
                  <a:gd name="T7" fmla="*/ 0 h 162"/>
                  <a:gd name="T8" fmla="*/ 0 60000 65536"/>
                  <a:gd name="T9" fmla="*/ 0 60000 65536"/>
                  <a:gd name="T10" fmla="*/ 0 60000 65536"/>
                  <a:gd name="T11" fmla="*/ 0 60000 65536"/>
                  <a:gd name="T12" fmla="*/ 0 w 277"/>
                  <a:gd name="T13" fmla="*/ 0 h 162"/>
                  <a:gd name="T14" fmla="*/ 277 w 277"/>
                  <a:gd name="T15" fmla="*/ 162 h 162"/>
                </a:gdLst>
                <a:ahLst/>
                <a:cxnLst>
                  <a:cxn ang="T8">
                    <a:pos x="T0" y="T1"/>
                  </a:cxn>
                  <a:cxn ang="T9">
                    <a:pos x="T2" y="T3"/>
                  </a:cxn>
                  <a:cxn ang="T10">
                    <a:pos x="T4" y="T5"/>
                  </a:cxn>
                  <a:cxn ang="T11">
                    <a:pos x="T6" y="T7"/>
                  </a:cxn>
                </a:cxnLst>
                <a:rect l="T12" t="T13" r="T14" b="T15"/>
                <a:pathLst>
                  <a:path w="277" h="162">
                    <a:moveTo>
                      <a:pt x="242" y="162"/>
                    </a:moveTo>
                    <a:lnTo>
                      <a:pt x="277" y="138"/>
                    </a:lnTo>
                    <a:lnTo>
                      <a:pt x="0" y="0"/>
                    </a:lnTo>
                    <a:lnTo>
                      <a:pt x="242" y="1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3" name="Freeform 109"/>
              <p:cNvSpPr>
                <a:spLocks/>
              </p:cNvSpPr>
              <p:nvPr/>
            </p:nvSpPr>
            <p:spPr bwMode="auto">
              <a:xfrm>
                <a:off x="4789" y="3097"/>
                <a:ext cx="149" cy="61"/>
              </a:xfrm>
              <a:custGeom>
                <a:avLst/>
                <a:gdLst>
                  <a:gd name="T0" fmla="*/ 0 w 1195"/>
                  <a:gd name="T1" fmla="*/ 0 h 484"/>
                  <a:gd name="T2" fmla="*/ 0 w 1195"/>
                  <a:gd name="T3" fmla="*/ 0 h 484"/>
                  <a:gd name="T4" fmla="*/ 0 w 1195"/>
                  <a:gd name="T5" fmla="*/ 0 h 484"/>
                  <a:gd name="T6" fmla="*/ 0 w 1195"/>
                  <a:gd name="T7" fmla="*/ 0 h 484"/>
                  <a:gd name="T8" fmla="*/ 0 w 1195"/>
                  <a:gd name="T9" fmla="*/ 0 h 484"/>
                  <a:gd name="T10" fmla="*/ 0 w 1195"/>
                  <a:gd name="T11" fmla="*/ 0 h 484"/>
                  <a:gd name="T12" fmla="*/ 0 w 1195"/>
                  <a:gd name="T13" fmla="*/ 0 h 484"/>
                  <a:gd name="T14" fmla="*/ 0 w 1195"/>
                  <a:gd name="T15" fmla="*/ 0 h 484"/>
                  <a:gd name="T16" fmla="*/ 0 w 1195"/>
                  <a:gd name="T17" fmla="*/ 0 h 484"/>
                  <a:gd name="T18" fmla="*/ 0 w 1195"/>
                  <a:gd name="T19" fmla="*/ 0 h 4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5"/>
                  <a:gd name="T31" fmla="*/ 0 h 484"/>
                  <a:gd name="T32" fmla="*/ 1195 w 1195"/>
                  <a:gd name="T33" fmla="*/ 484 h 48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5" h="484">
                    <a:moveTo>
                      <a:pt x="0" y="484"/>
                    </a:moveTo>
                    <a:lnTo>
                      <a:pt x="173" y="348"/>
                    </a:lnTo>
                    <a:lnTo>
                      <a:pt x="386" y="247"/>
                    </a:lnTo>
                    <a:lnTo>
                      <a:pt x="812" y="175"/>
                    </a:lnTo>
                    <a:lnTo>
                      <a:pt x="1195" y="0"/>
                    </a:lnTo>
                    <a:lnTo>
                      <a:pt x="826" y="187"/>
                    </a:lnTo>
                    <a:lnTo>
                      <a:pt x="674" y="223"/>
                    </a:lnTo>
                    <a:lnTo>
                      <a:pt x="386" y="288"/>
                    </a:lnTo>
                    <a:lnTo>
                      <a:pt x="164" y="383"/>
                    </a:lnTo>
                    <a:lnTo>
                      <a:pt x="0" y="4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4" name="Freeform 110"/>
              <p:cNvSpPr>
                <a:spLocks/>
              </p:cNvSpPr>
              <p:nvPr/>
            </p:nvSpPr>
            <p:spPr bwMode="auto">
              <a:xfrm>
                <a:off x="5094" y="3077"/>
                <a:ext cx="159" cy="47"/>
              </a:xfrm>
              <a:custGeom>
                <a:avLst/>
                <a:gdLst>
                  <a:gd name="T0" fmla="*/ 0 w 1275"/>
                  <a:gd name="T1" fmla="*/ 0 h 369"/>
                  <a:gd name="T2" fmla="*/ 0 w 1275"/>
                  <a:gd name="T3" fmla="*/ 0 h 369"/>
                  <a:gd name="T4" fmla="*/ 0 w 1275"/>
                  <a:gd name="T5" fmla="*/ 0 h 369"/>
                  <a:gd name="T6" fmla="*/ 0 w 1275"/>
                  <a:gd name="T7" fmla="*/ 0 h 369"/>
                  <a:gd name="T8" fmla="*/ 0 w 1275"/>
                  <a:gd name="T9" fmla="*/ 0 h 369"/>
                  <a:gd name="T10" fmla="*/ 0 w 1275"/>
                  <a:gd name="T11" fmla="*/ 0 h 369"/>
                  <a:gd name="T12" fmla="*/ 0 w 1275"/>
                  <a:gd name="T13" fmla="*/ 0 h 369"/>
                  <a:gd name="T14" fmla="*/ 0 w 1275"/>
                  <a:gd name="T15" fmla="*/ 0 h 369"/>
                  <a:gd name="T16" fmla="*/ 0 w 1275"/>
                  <a:gd name="T17" fmla="*/ 0 h 369"/>
                  <a:gd name="T18" fmla="*/ 0 w 1275"/>
                  <a:gd name="T19" fmla="*/ 0 h 3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75"/>
                  <a:gd name="T31" fmla="*/ 0 h 369"/>
                  <a:gd name="T32" fmla="*/ 1275 w 1275"/>
                  <a:gd name="T33" fmla="*/ 369 h 3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75" h="369">
                    <a:moveTo>
                      <a:pt x="13" y="0"/>
                    </a:moveTo>
                    <a:lnTo>
                      <a:pt x="413" y="197"/>
                    </a:lnTo>
                    <a:lnTo>
                      <a:pt x="802" y="283"/>
                    </a:lnTo>
                    <a:lnTo>
                      <a:pt x="1086" y="318"/>
                    </a:lnTo>
                    <a:lnTo>
                      <a:pt x="1275" y="369"/>
                    </a:lnTo>
                    <a:lnTo>
                      <a:pt x="1081" y="334"/>
                    </a:lnTo>
                    <a:lnTo>
                      <a:pt x="740" y="293"/>
                    </a:lnTo>
                    <a:lnTo>
                      <a:pt x="384" y="208"/>
                    </a:lnTo>
                    <a:lnTo>
                      <a:pt x="0" y="21"/>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5" name="Freeform 111"/>
              <p:cNvSpPr>
                <a:spLocks/>
              </p:cNvSpPr>
              <p:nvPr/>
            </p:nvSpPr>
            <p:spPr bwMode="auto">
              <a:xfrm>
                <a:off x="5132" y="3147"/>
                <a:ext cx="25" cy="23"/>
              </a:xfrm>
              <a:custGeom>
                <a:avLst/>
                <a:gdLst>
                  <a:gd name="T0" fmla="*/ 0 w 203"/>
                  <a:gd name="T1" fmla="*/ 0 h 187"/>
                  <a:gd name="T2" fmla="*/ 0 w 203"/>
                  <a:gd name="T3" fmla="*/ 0 h 187"/>
                  <a:gd name="T4" fmla="*/ 0 w 203"/>
                  <a:gd name="T5" fmla="*/ 0 h 187"/>
                  <a:gd name="T6" fmla="*/ 0 w 203"/>
                  <a:gd name="T7" fmla="*/ 0 h 187"/>
                  <a:gd name="T8" fmla="*/ 0 60000 65536"/>
                  <a:gd name="T9" fmla="*/ 0 60000 65536"/>
                  <a:gd name="T10" fmla="*/ 0 60000 65536"/>
                  <a:gd name="T11" fmla="*/ 0 60000 65536"/>
                  <a:gd name="T12" fmla="*/ 0 w 203"/>
                  <a:gd name="T13" fmla="*/ 0 h 187"/>
                  <a:gd name="T14" fmla="*/ 203 w 203"/>
                  <a:gd name="T15" fmla="*/ 187 h 187"/>
                </a:gdLst>
                <a:ahLst/>
                <a:cxnLst>
                  <a:cxn ang="T8">
                    <a:pos x="T0" y="T1"/>
                  </a:cxn>
                  <a:cxn ang="T9">
                    <a:pos x="T2" y="T3"/>
                  </a:cxn>
                  <a:cxn ang="T10">
                    <a:pos x="T4" y="T5"/>
                  </a:cxn>
                  <a:cxn ang="T11">
                    <a:pos x="T6" y="T7"/>
                  </a:cxn>
                </a:cxnLst>
                <a:rect l="T12" t="T13" r="T14" b="T15"/>
                <a:pathLst>
                  <a:path w="203" h="187">
                    <a:moveTo>
                      <a:pt x="203" y="0"/>
                    </a:moveTo>
                    <a:lnTo>
                      <a:pt x="0" y="176"/>
                    </a:lnTo>
                    <a:lnTo>
                      <a:pt x="49" y="187"/>
                    </a:lnTo>
                    <a:lnTo>
                      <a:pt x="2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6" name="Freeform 112"/>
              <p:cNvSpPr>
                <a:spLocks/>
              </p:cNvSpPr>
              <p:nvPr/>
            </p:nvSpPr>
            <p:spPr bwMode="auto">
              <a:xfrm>
                <a:off x="4959" y="3101"/>
                <a:ext cx="127" cy="253"/>
              </a:xfrm>
              <a:custGeom>
                <a:avLst/>
                <a:gdLst>
                  <a:gd name="T0" fmla="*/ 0 w 1015"/>
                  <a:gd name="T1" fmla="*/ 0 h 2024"/>
                  <a:gd name="T2" fmla="*/ 0 w 1015"/>
                  <a:gd name="T3" fmla="*/ 0 h 2024"/>
                  <a:gd name="T4" fmla="*/ 0 w 1015"/>
                  <a:gd name="T5" fmla="*/ 0 h 2024"/>
                  <a:gd name="T6" fmla="*/ 0 w 1015"/>
                  <a:gd name="T7" fmla="*/ 0 h 2024"/>
                  <a:gd name="T8" fmla="*/ 0 w 1015"/>
                  <a:gd name="T9" fmla="*/ 0 h 2024"/>
                  <a:gd name="T10" fmla="*/ 0 w 1015"/>
                  <a:gd name="T11" fmla="*/ 0 h 2024"/>
                  <a:gd name="T12" fmla="*/ 0 w 1015"/>
                  <a:gd name="T13" fmla="*/ 0 h 2024"/>
                  <a:gd name="T14" fmla="*/ 0 w 1015"/>
                  <a:gd name="T15" fmla="*/ 0 h 2024"/>
                  <a:gd name="T16" fmla="*/ 0 w 1015"/>
                  <a:gd name="T17" fmla="*/ 0 h 2024"/>
                  <a:gd name="T18" fmla="*/ 0 w 1015"/>
                  <a:gd name="T19" fmla="*/ 0 h 2024"/>
                  <a:gd name="T20" fmla="*/ 0 w 1015"/>
                  <a:gd name="T21" fmla="*/ 0 h 2024"/>
                  <a:gd name="T22" fmla="*/ 0 w 1015"/>
                  <a:gd name="T23" fmla="*/ 0 h 2024"/>
                  <a:gd name="T24" fmla="*/ 0 w 1015"/>
                  <a:gd name="T25" fmla="*/ 0 h 2024"/>
                  <a:gd name="T26" fmla="*/ 0 w 1015"/>
                  <a:gd name="T27" fmla="*/ 0 h 2024"/>
                  <a:gd name="T28" fmla="*/ 0 w 1015"/>
                  <a:gd name="T29" fmla="*/ 0 h 2024"/>
                  <a:gd name="T30" fmla="*/ 0 w 1015"/>
                  <a:gd name="T31" fmla="*/ 0 h 2024"/>
                  <a:gd name="T32" fmla="*/ 0 w 1015"/>
                  <a:gd name="T33" fmla="*/ 0 h 2024"/>
                  <a:gd name="T34" fmla="*/ 0 w 1015"/>
                  <a:gd name="T35" fmla="*/ 0 h 2024"/>
                  <a:gd name="T36" fmla="*/ 0 w 1015"/>
                  <a:gd name="T37" fmla="*/ 0 h 2024"/>
                  <a:gd name="T38" fmla="*/ 0 w 1015"/>
                  <a:gd name="T39" fmla="*/ 0 h 2024"/>
                  <a:gd name="T40" fmla="*/ 0 w 1015"/>
                  <a:gd name="T41" fmla="*/ 0 h 2024"/>
                  <a:gd name="T42" fmla="*/ 0 w 1015"/>
                  <a:gd name="T43" fmla="*/ 0 h 2024"/>
                  <a:gd name="T44" fmla="*/ 0 w 1015"/>
                  <a:gd name="T45" fmla="*/ 0 h 2024"/>
                  <a:gd name="T46" fmla="*/ 0 w 1015"/>
                  <a:gd name="T47" fmla="*/ 0 h 2024"/>
                  <a:gd name="T48" fmla="*/ 0 w 1015"/>
                  <a:gd name="T49" fmla="*/ 0 h 2024"/>
                  <a:gd name="T50" fmla="*/ 0 w 1015"/>
                  <a:gd name="T51" fmla="*/ 0 h 2024"/>
                  <a:gd name="T52" fmla="*/ 0 w 1015"/>
                  <a:gd name="T53" fmla="*/ 0 h 2024"/>
                  <a:gd name="T54" fmla="*/ 0 w 1015"/>
                  <a:gd name="T55" fmla="*/ 0 h 2024"/>
                  <a:gd name="T56" fmla="*/ 0 w 1015"/>
                  <a:gd name="T57" fmla="*/ 0 h 2024"/>
                  <a:gd name="T58" fmla="*/ 0 w 1015"/>
                  <a:gd name="T59" fmla="*/ 0 h 2024"/>
                  <a:gd name="T60" fmla="*/ 0 w 1015"/>
                  <a:gd name="T61" fmla="*/ 0 h 2024"/>
                  <a:gd name="T62" fmla="*/ 0 w 1015"/>
                  <a:gd name="T63" fmla="*/ 0 h 2024"/>
                  <a:gd name="T64" fmla="*/ 0 w 1015"/>
                  <a:gd name="T65" fmla="*/ 0 h 2024"/>
                  <a:gd name="T66" fmla="*/ 0 w 1015"/>
                  <a:gd name="T67" fmla="*/ 0 h 2024"/>
                  <a:gd name="T68" fmla="*/ 0 w 1015"/>
                  <a:gd name="T69" fmla="*/ 0 h 2024"/>
                  <a:gd name="T70" fmla="*/ 0 w 1015"/>
                  <a:gd name="T71" fmla="*/ 0 h 2024"/>
                  <a:gd name="T72" fmla="*/ 0 w 1015"/>
                  <a:gd name="T73" fmla="*/ 0 h 2024"/>
                  <a:gd name="T74" fmla="*/ 0 w 1015"/>
                  <a:gd name="T75" fmla="*/ 0 h 2024"/>
                  <a:gd name="T76" fmla="*/ 0 w 1015"/>
                  <a:gd name="T77" fmla="*/ 0 h 2024"/>
                  <a:gd name="T78" fmla="*/ 0 w 1015"/>
                  <a:gd name="T79" fmla="*/ 0 h 2024"/>
                  <a:gd name="T80" fmla="*/ 0 w 1015"/>
                  <a:gd name="T81" fmla="*/ 0 h 2024"/>
                  <a:gd name="T82" fmla="*/ 0 w 1015"/>
                  <a:gd name="T83" fmla="*/ 0 h 2024"/>
                  <a:gd name="T84" fmla="*/ 0 w 1015"/>
                  <a:gd name="T85" fmla="*/ 0 h 2024"/>
                  <a:gd name="T86" fmla="*/ 0 w 1015"/>
                  <a:gd name="T87" fmla="*/ 0 h 2024"/>
                  <a:gd name="T88" fmla="*/ 0 w 1015"/>
                  <a:gd name="T89" fmla="*/ 0 h 2024"/>
                  <a:gd name="T90" fmla="*/ 0 w 1015"/>
                  <a:gd name="T91" fmla="*/ 0 h 2024"/>
                  <a:gd name="T92" fmla="*/ 0 w 1015"/>
                  <a:gd name="T93" fmla="*/ 0 h 2024"/>
                  <a:gd name="T94" fmla="*/ 0 w 1015"/>
                  <a:gd name="T95" fmla="*/ 0 h 2024"/>
                  <a:gd name="T96" fmla="*/ 0 w 1015"/>
                  <a:gd name="T97" fmla="*/ 0 h 2024"/>
                  <a:gd name="T98" fmla="*/ 0 w 1015"/>
                  <a:gd name="T99" fmla="*/ 0 h 2024"/>
                  <a:gd name="T100" fmla="*/ 0 w 1015"/>
                  <a:gd name="T101" fmla="*/ 0 h 2024"/>
                  <a:gd name="T102" fmla="*/ 0 w 1015"/>
                  <a:gd name="T103" fmla="*/ 0 h 2024"/>
                  <a:gd name="T104" fmla="*/ 0 w 1015"/>
                  <a:gd name="T105" fmla="*/ 0 h 2024"/>
                  <a:gd name="T106" fmla="*/ 0 w 1015"/>
                  <a:gd name="T107" fmla="*/ 0 h 2024"/>
                  <a:gd name="T108" fmla="*/ 0 w 1015"/>
                  <a:gd name="T109" fmla="*/ 0 h 202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15"/>
                  <a:gd name="T166" fmla="*/ 0 h 2024"/>
                  <a:gd name="T167" fmla="*/ 1015 w 1015"/>
                  <a:gd name="T168" fmla="*/ 2024 h 202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15" h="2024">
                    <a:moveTo>
                      <a:pt x="441" y="499"/>
                    </a:moveTo>
                    <a:lnTo>
                      <a:pt x="335" y="533"/>
                    </a:lnTo>
                    <a:lnTo>
                      <a:pt x="263" y="607"/>
                    </a:lnTo>
                    <a:lnTo>
                      <a:pt x="182" y="720"/>
                    </a:lnTo>
                    <a:lnTo>
                      <a:pt x="145" y="870"/>
                    </a:lnTo>
                    <a:lnTo>
                      <a:pt x="37" y="1193"/>
                    </a:lnTo>
                    <a:lnTo>
                      <a:pt x="0" y="1130"/>
                    </a:lnTo>
                    <a:lnTo>
                      <a:pt x="88" y="1365"/>
                    </a:lnTo>
                    <a:lnTo>
                      <a:pt x="204" y="1591"/>
                    </a:lnTo>
                    <a:lnTo>
                      <a:pt x="356" y="1780"/>
                    </a:lnTo>
                    <a:lnTo>
                      <a:pt x="483" y="1971"/>
                    </a:lnTo>
                    <a:lnTo>
                      <a:pt x="514" y="2024"/>
                    </a:lnTo>
                    <a:lnTo>
                      <a:pt x="406" y="1813"/>
                    </a:lnTo>
                    <a:lnTo>
                      <a:pt x="279" y="1639"/>
                    </a:lnTo>
                    <a:lnTo>
                      <a:pt x="204" y="1516"/>
                    </a:lnTo>
                    <a:lnTo>
                      <a:pt x="59" y="1206"/>
                    </a:lnTo>
                    <a:lnTo>
                      <a:pt x="211" y="729"/>
                    </a:lnTo>
                    <a:lnTo>
                      <a:pt x="250" y="692"/>
                    </a:lnTo>
                    <a:lnTo>
                      <a:pt x="376" y="833"/>
                    </a:lnTo>
                    <a:lnTo>
                      <a:pt x="307" y="1105"/>
                    </a:lnTo>
                    <a:lnTo>
                      <a:pt x="307" y="1554"/>
                    </a:lnTo>
                    <a:lnTo>
                      <a:pt x="330" y="1118"/>
                    </a:lnTo>
                    <a:lnTo>
                      <a:pt x="415" y="859"/>
                    </a:lnTo>
                    <a:lnTo>
                      <a:pt x="487" y="1105"/>
                    </a:lnTo>
                    <a:lnTo>
                      <a:pt x="558" y="1079"/>
                    </a:lnTo>
                    <a:lnTo>
                      <a:pt x="514" y="833"/>
                    </a:lnTo>
                    <a:lnTo>
                      <a:pt x="672" y="1105"/>
                    </a:lnTo>
                    <a:lnTo>
                      <a:pt x="734" y="1354"/>
                    </a:lnTo>
                    <a:lnTo>
                      <a:pt x="549" y="1971"/>
                    </a:lnTo>
                    <a:lnTo>
                      <a:pt x="780" y="1365"/>
                    </a:lnTo>
                    <a:lnTo>
                      <a:pt x="897" y="859"/>
                    </a:lnTo>
                    <a:lnTo>
                      <a:pt x="1015" y="0"/>
                    </a:lnTo>
                    <a:lnTo>
                      <a:pt x="877" y="756"/>
                    </a:lnTo>
                    <a:lnTo>
                      <a:pt x="828" y="892"/>
                    </a:lnTo>
                    <a:lnTo>
                      <a:pt x="771" y="778"/>
                    </a:lnTo>
                    <a:lnTo>
                      <a:pt x="734" y="595"/>
                    </a:lnTo>
                    <a:lnTo>
                      <a:pt x="655" y="547"/>
                    </a:lnTo>
                    <a:lnTo>
                      <a:pt x="521" y="510"/>
                    </a:lnTo>
                    <a:lnTo>
                      <a:pt x="639" y="595"/>
                    </a:lnTo>
                    <a:lnTo>
                      <a:pt x="626" y="720"/>
                    </a:lnTo>
                    <a:lnTo>
                      <a:pt x="600" y="819"/>
                    </a:lnTo>
                    <a:lnTo>
                      <a:pt x="692" y="607"/>
                    </a:lnTo>
                    <a:lnTo>
                      <a:pt x="720" y="657"/>
                    </a:lnTo>
                    <a:lnTo>
                      <a:pt x="762" y="819"/>
                    </a:lnTo>
                    <a:lnTo>
                      <a:pt x="828" y="945"/>
                    </a:lnTo>
                    <a:lnTo>
                      <a:pt x="762" y="1226"/>
                    </a:lnTo>
                    <a:lnTo>
                      <a:pt x="685" y="1031"/>
                    </a:lnTo>
                    <a:lnTo>
                      <a:pt x="514" y="793"/>
                    </a:lnTo>
                    <a:lnTo>
                      <a:pt x="464" y="793"/>
                    </a:lnTo>
                    <a:lnTo>
                      <a:pt x="424" y="807"/>
                    </a:lnTo>
                    <a:lnTo>
                      <a:pt x="384" y="720"/>
                    </a:lnTo>
                    <a:lnTo>
                      <a:pt x="406" y="692"/>
                    </a:lnTo>
                    <a:lnTo>
                      <a:pt x="483" y="756"/>
                    </a:lnTo>
                    <a:lnTo>
                      <a:pt x="356" y="558"/>
                    </a:lnTo>
                    <a:lnTo>
                      <a:pt x="441" y="4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7" name="Freeform 113"/>
              <p:cNvSpPr>
                <a:spLocks/>
              </p:cNvSpPr>
              <p:nvPr/>
            </p:nvSpPr>
            <p:spPr bwMode="auto">
              <a:xfrm>
                <a:off x="5070" y="3160"/>
                <a:ext cx="79" cy="577"/>
              </a:xfrm>
              <a:custGeom>
                <a:avLst/>
                <a:gdLst>
                  <a:gd name="T0" fmla="*/ 0 w 632"/>
                  <a:gd name="T1" fmla="*/ 0 h 4620"/>
                  <a:gd name="T2" fmla="*/ 0 w 632"/>
                  <a:gd name="T3" fmla="*/ 0 h 4620"/>
                  <a:gd name="T4" fmla="*/ 0 w 632"/>
                  <a:gd name="T5" fmla="*/ 0 h 4620"/>
                  <a:gd name="T6" fmla="*/ 0 w 632"/>
                  <a:gd name="T7" fmla="*/ 0 h 4620"/>
                  <a:gd name="T8" fmla="*/ 0 w 632"/>
                  <a:gd name="T9" fmla="*/ 0 h 4620"/>
                  <a:gd name="T10" fmla="*/ 0 w 632"/>
                  <a:gd name="T11" fmla="*/ 0 h 4620"/>
                  <a:gd name="T12" fmla="*/ 0 w 632"/>
                  <a:gd name="T13" fmla="*/ 0 h 4620"/>
                  <a:gd name="T14" fmla="*/ 0 w 632"/>
                  <a:gd name="T15" fmla="*/ 0 h 4620"/>
                  <a:gd name="T16" fmla="*/ 0 w 632"/>
                  <a:gd name="T17" fmla="*/ 0 h 4620"/>
                  <a:gd name="T18" fmla="*/ 0 w 632"/>
                  <a:gd name="T19" fmla="*/ 0 h 4620"/>
                  <a:gd name="T20" fmla="*/ 0 w 632"/>
                  <a:gd name="T21" fmla="*/ 0 h 4620"/>
                  <a:gd name="T22" fmla="*/ 0 w 632"/>
                  <a:gd name="T23" fmla="*/ 0 h 4620"/>
                  <a:gd name="T24" fmla="*/ 0 w 632"/>
                  <a:gd name="T25" fmla="*/ 0 h 4620"/>
                  <a:gd name="T26" fmla="*/ 0 w 632"/>
                  <a:gd name="T27" fmla="*/ 0 h 4620"/>
                  <a:gd name="T28" fmla="*/ 0 w 632"/>
                  <a:gd name="T29" fmla="*/ 0 h 4620"/>
                  <a:gd name="T30" fmla="*/ 0 w 632"/>
                  <a:gd name="T31" fmla="*/ 0 h 4620"/>
                  <a:gd name="T32" fmla="*/ 0 w 632"/>
                  <a:gd name="T33" fmla="*/ 0 h 46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32"/>
                  <a:gd name="T52" fmla="*/ 0 h 4620"/>
                  <a:gd name="T53" fmla="*/ 632 w 632"/>
                  <a:gd name="T54" fmla="*/ 4620 h 46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32" h="4620">
                    <a:moveTo>
                      <a:pt x="56" y="0"/>
                    </a:moveTo>
                    <a:lnTo>
                      <a:pt x="28" y="487"/>
                    </a:lnTo>
                    <a:lnTo>
                      <a:pt x="28" y="901"/>
                    </a:lnTo>
                    <a:lnTo>
                      <a:pt x="94" y="2683"/>
                    </a:lnTo>
                    <a:lnTo>
                      <a:pt x="155" y="3133"/>
                    </a:lnTo>
                    <a:lnTo>
                      <a:pt x="240" y="2577"/>
                    </a:lnTo>
                    <a:lnTo>
                      <a:pt x="512" y="1660"/>
                    </a:lnTo>
                    <a:lnTo>
                      <a:pt x="431" y="2063"/>
                    </a:lnTo>
                    <a:lnTo>
                      <a:pt x="296" y="2806"/>
                    </a:lnTo>
                    <a:lnTo>
                      <a:pt x="272" y="3340"/>
                    </a:lnTo>
                    <a:lnTo>
                      <a:pt x="312" y="3684"/>
                    </a:lnTo>
                    <a:lnTo>
                      <a:pt x="632" y="4620"/>
                    </a:lnTo>
                    <a:lnTo>
                      <a:pt x="240" y="3705"/>
                    </a:lnTo>
                    <a:lnTo>
                      <a:pt x="83" y="3045"/>
                    </a:lnTo>
                    <a:lnTo>
                      <a:pt x="46" y="2421"/>
                    </a:lnTo>
                    <a:lnTo>
                      <a:pt x="0" y="450"/>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8" name="Freeform 114"/>
              <p:cNvSpPr>
                <a:spLocks/>
              </p:cNvSpPr>
              <p:nvPr/>
            </p:nvSpPr>
            <p:spPr bwMode="auto">
              <a:xfrm>
                <a:off x="5018" y="3394"/>
                <a:ext cx="17" cy="17"/>
              </a:xfrm>
              <a:custGeom>
                <a:avLst/>
                <a:gdLst>
                  <a:gd name="T0" fmla="*/ 0 w 137"/>
                  <a:gd name="T1" fmla="*/ 0 h 136"/>
                  <a:gd name="T2" fmla="*/ 0 w 137"/>
                  <a:gd name="T3" fmla="*/ 0 h 136"/>
                  <a:gd name="T4" fmla="*/ 0 w 137"/>
                  <a:gd name="T5" fmla="*/ 0 h 136"/>
                  <a:gd name="T6" fmla="*/ 0 w 137"/>
                  <a:gd name="T7" fmla="*/ 0 h 136"/>
                  <a:gd name="T8" fmla="*/ 0 w 137"/>
                  <a:gd name="T9" fmla="*/ 0 h 136"/>
                  <a:gd name="T10" fmla="*/ 0 w 137"/>
                  <a:gd name="T11" fmla="*/ 0 h 136"/>
                  <a:gd name="T12" fmla="*/ 0 w 137"/>
                  <a:gd name="T13" fmla="*/ 0 h 136"/>
                  <a:gd name="T14" fmla="*/ 0 w 137"/>
                  <a:gd name="T15" fmla="*/ 0 h 136"/>
                  <a:gd name="T16" fmla="*/ 0 w 137"/>
                  <a:gd name="T17" fmla="*/ 0 h 136"/>
                  <a:gd name="T18" fmla="*/ 0 w 137"/>
                  <a:gd name="T19" fmla="*/ 0 h 136"/>
                  <a:gd name="T20" fmla="*/ 0 w 137"/>
                  <a:gd name="T21" fmla="*/ 0 h 136"/>
                  <a:gd name="T22" fmla="*/ 0 w 137"/>
                  <a:gd name="T23" fmla="*/ 0 h 136"/>
                  <a:gd name="T24" fmla="*/ 0 w 137"/>
                  <a:gd name="T25" fmla="*/ 0 h 136"/>
                  <a:gd name="T26" fmla="*/ 0 w 137"/>
                  <a:gd name="T27" fmla="*/ 0 h 136"/>
                  <a:gd name="T28" fmla="*/ 0 w 137"/>
                  <a:gd name="T29" fmla="*/ 0 h 136"/>
                  <a:gd name="T30" fmla="*/ 0 w 137"/>
                  <a:gd name="T31" fmla="*/ 0 h 136"/>
                  <a:gd name="T32" fmla="*/ 0 w 137"/>
                  <a:gd name="T33" fmla="*/ 0 h 136"/>
                  <a:gd name="T34" fmla="*/ 0 w 137"/>
                  <a:gd name="T35" fmla="*/ 0 h 136"/>
                  <a:gd name="T36" fmla="*/ 0 w 137"/>
                  <a:gd name="T37" fmla="*/ 0 h 136"/>
                  <a:gd name="T38" fmla="*/ 0 w 137"/>
                  <a:gd name="T39" fmla="*/ 0 h 136"/>
                  <a:gd name="T40" fmla="*/ 0 w 137"/>
                  <a:gd name="T41" fmla="*/ 0 h 136"/>
                  <a:gd name="T42" fmla="*/ 0 w 137"/>
                  <a:gd name="T43" fmla="*/ 0 h 1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7"/>
                  <a:gd name="T67" fmla="*/ 0 h 136"/>
                  <a:gd name="T68" fmla="*/ 137 w 137"/>
                  <a:gd name="T69" fmla="*/ 136 h 1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7" h="136">
                    <a:moveTo>
                      <a:pt x="137" y="67"/>
                    </a:moveTo>
                    <a:lnTo>
                      <a:pt x="134" y="46"/>
                    </a:lnTo>
                    <a:lnTo>
                      <a:pt x="125" y="23"/>
                    </a:lnTo>
                    <a:lnTo>
                      <a:pt x="112" y="11"/>
                    </a:lnTo>
                    <a:lnTo>
                      <a:pt x="95" y="2"/>
                    </a:lnTo>
                    <a:lnTo>
                      <a:pt x="70" y="0"/>
                    </a:lnTo>
                    <a:lnTo>
                      <a:pt x="49" y="0"/>
                    </a:lnTo>
                    <a:lnTo>
                      <a:pt x="31" y="11"/>
                    </a:lnTo>
                    <a:lnTo>
                      <a:pt x="15" y="23"/>
                    </a:lnTo>
                    <a:lnTo>
                      <a:pt x="3" y="41"/>
                    </a:lnTo>
                    <a:lnTo>
                      <a:pt x="0" y="67"/>
                    </a:lnTo>
                    <a:lnTo>
                      <a:pt x="3" y="85"/>
                    </a:lnTo>
                    <a:lnTo>
                      <a:pt x="13" y="106"/>
                    </a:lnTo>
                    <a:lnTo>
                      <a:pt x="26" y="120"/>
                    </a:lnTo>
                    <a:lnTo>
                      <a:pt x="44" y="131"/>
                    </a:lnTo>
                    <a:lnTo>
                      <a:pt x="66" y="136"/>
                    </a:lnTo>
                    <a:lnTo>
                      <a:pt x="88" y="134"/>
                    </a:lnTo>
                    <a:lnTo>
                      <a:pt x="112" y="125"/>
                    </a:lnTo>
                    <a:lnTo>
                      <a:pt x="123" y="109"/>
                    </a:lnTo>
                    <a:lnTo>
                      <a:pt x="134" y="92"/>
                    </a:lnTo>
                    <a:lnTo>
                      <a:pt x="137" y="70"/>
                    </a:lnTo>
                    <a:lnTo>
                      <a:pt x="137" y="67"/>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09" name="Freeform 115"/>
              <p:cNvSpPr>
                <a:spLocks/>
              </p:cNvSpPr>
              <p:nvPr/>
            </p:nvSpPr>
            <p:spPr bwMode="auto">
              <a:xfrm>
                <a:off x="5029" y="3456"/>
                <a:ext cx="18" cy="17"/>
              </a:xfrm>
              <a:custGeom>
                <a:avLst/>
                <a:gdLst>
                  <a:gd name="T0" fmla="*/ 0 w 138"/>
                  <a:gd name="T1" fmla="*/ 0 h 138"/>
                  <a:gd name="T2" fmla="*/ 0 w 138"/>
                  <a:gd name="T3" fmla="*/ 0 h 138"/>
                  <a:gd name="T4" fmla="*/ 0 w 138"/>
                  <a:gd name="T5" fmla="*/ 0 h 138"/>
                  <a:gd name="T6" fmla="*/ 0 w 138"/>
                  <a:gd name="T7" fmla="*/ 0 h 138"/>
                  <a:gd name="T8" fmla="*/ 0 w 138"/>
                  <a:gd name="T9" fmla="*/ 0 h 138"/>
                  <a:gd name="T10" fmla="*/ 0 w 138"/>
                  <a:gd name="T11" fmla="*/ 0 h 138"/>
                  <a:gd name="T12" fmla="*/ 0 w 138"/>
                  <a:gd name="T13" fmla="*/ 0 h 138"/>
                  <a:gd name="T14" fmla="*/ 0 w 138"/>
                  <a:gd name="T15" fmla="*/ 0 h 138"/>
                  <a:gd name="T16" fmla="*/ 0 w 138"/>
                  <a:gd name="T17" fmla="*/ 0 h 138"/>
                  <a:gd name="T18" fmla="*/ 0 w 138"/>
                  <a:gd name="T19" fmla="*/ 0 h 138"/>
                  <a:gd name="T20" fmla="*/ 0 w 138"/>
                  <a:gd name="T21" fmla="*/ 0 h 138"/>
                  <a:gd name="T22" fmla="*/ 0 w 138"/>
                  <a:gd name="T23" fmla="*/ 0 h 138"/>
                  <a:gd name="T24" fmla="*/ 0 w 138"/>
                  <a:gd name="T25" fmla="*/ 0 h 138"/>
                  <a:gd name="T26" fmla="*/ 0 w 138"/>
                  <a:gd name="T27" fmla="*/ 0 h 138"/>
                  <a:gd name="T28" fmla="*/ 0 w 138"/>
                  <a:gd name="T29" fmla="*/ 0 h 138"/>
                  <a:gd name="T30" fmla="*/ 0 w 138"/>
                  <a:gd name="T31" fmla="*/ 0 h 138"/>
                  <a:gd name="T32" fmla="*/ 0 w 138"/>
                  <a:gd name="T33" fmla="*/ 0 h 138"/>
                  <a:gd name="T34" fmla="*/ 0 w 138"/>
                  <a:gd name="T35" fmla="*/ 0 h 138"/>
                  <a:gd name="T36" fmla="*/ 0 w 138"/>
                  <a:gd name="T37" fmla="*/ 0 h 138"/>
                  <a:gd name="T38" fmla="*/ 0 w 138"/>
                  <a:gd name="T39" fmla="*/ 0 h 138"/>
                  <a:gd name="T40" fmla="*/ 0 w 138"/>
                  <a:gd name="T41" fmla="*/ 0 h 138"/>
                  <a:gd name="T42" fmla="*/ 0 w 138"/>
                  <a:gd name="T43" fmla="*/ 0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8"/>
                  <a:gd name="T67" fmla="*/ 0 h 138"/>
                  <a:gd name="T68" fmla="*/ 138 w 138"/>
                  <a:gd name="T69" fmla="*/ 138 h 13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8" h="138">
                    <a:moveTo>
                      <a:pt x="138" y="69"/>
                    </a:moveTo>
                    <a:lnTo>
                      <a:pt x="129" y="48"/>
                    </a:lnTo>
                    <a:lnTo>
                      <a:pt x="120" y="27"/>
                    </a:lnTo>
                    <a:lnTo>
                      <a:pt x="107" y="9"/>
                    </a:lnTo>
                    <a:lnTo>
                      <a:pt x="90" y="4"/>
                    </a:lnTo>
                    <a:lnTo>
                      <a:pt x="65" y="0"/>
                    </a:lnTo>
                    <a:lnTo>
                      <a:pt x="44" y="4"/>
                    </a:lnTo>
                    <a:lnTo>
                      <a:pt x="28" y="9"/>
                    </a:lnTo>
                    <a:lnTo>
                      <a:pt x="12" y="27"/>
                    </a:lnTo>
                    <a:lnTo>
                      <a:pt x="4" y="44"/>
                    </a:lnTo>
                    <a:lnTo>
                      <a:pt x="0" y="69"/>
                    </a:lnTo>
                    <a:lnTo>
                      <a:pt x="0" y="90"/>
                    </a:lnTo>
                    <a:lnTo>
                      <a:pt x="8" y="108"/>
                    </a:lnTo>
                    <a:lnTo>
                      <a:pt x="26" y="124"/>
                    </a:lnTo>
                    <a:lnTo>
                      <a:pt x="39" y="134"/>
                    </a:lnTo>
                    <a:lnTo>
                      <a:pt x="65" y="138"/>
                    </a:lnTo>
                    <a:lnTo>
                      <a:pt x="85" y="138"/>
                    </a:lnTo>
                    <a:lnTo>
                      <a:pt x="107" y="126"/>
                    </a:lnTo>
                    <a:lnTo>
                      <a:pt x="120" y="110"/>
                    </a:lnTo>
                    <a:lnTo>
                      <a:pt x="129" y="94"/>
                    </a:lnTo>
                    <a:lnTo>
                      <a:pt x="138" y="73"/>
                    </a:lnTo>
                    <a:lnTo>
                      <a:pt x="138" y="69"/>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10" name="Freeform 116"/>
              <p:cNvSpPr>
                <a:spLocks/>
              </p:cNvSpPr>
              <p:nvPr/>
            </p:nvSpPr>
            <p:spPr bwMode="auto">
              <a:xfrm>
                <a:off x="5041" y="3514"/>
                <a:ext cx="17" cy="17"/>
              </a:xfrm>
              <a:custGeom>
                <a:avLst/>
                <a:gdLst>
                  <a:gd name="T0" fmla="*/ 0 w 136"/>
                  <a:gd name="T1" fmla="*/ 0 h 136"/>
                  <a:gd name="T2" fmla="*/ 0 w 136"/>
                  <a:gd name="T3" fmla="*/ 0 h 136"/>
                  <a:gd name="T4" fmla="*/ 0 w 136"/>
                  <a:gd name="T5" fmla="*/ 0 h 136"/>
                  <a:gd name="T6" fmla="*/ 0 w 136"/>
                  <a:gd name="T7" fmla="*/ 0 h 136"/>
                  <a:gd name="T8" fmla="*/ 0 w 136"/>
                  <a:gd name="T9" fmla="*/ 0 h 136"/>
                  <a:gd name="T10" fmla="*/ 0 w 136"/>
                  <a:gd name="T11" fmla="*/ 0 h 136"/>
                  <a:gd name="T12" fmla="*/ 0 w 136"/>
                  <a:gd name="T13" fmla="*/ 0 h 136"/>
                  <a:gd name="T14" fmla="*/ 0 w 136"/>
                  <a:gd name="T15" fmla="*/ 0 h 136"/>
                  <a:gd name="T16" fmla="*/ 0 w 136"/>
                  <a:gd name="T17" fmla="*/ 0 h 136"/>
                  <a:gd name="T18" fmla="*/ 0 w 136"/>
                  <a:gd name="T19" fmla="*/ 0 h 136"/>
                  <a:gd name="T20" fmla="*/ 0 w 136"/>
                  <a:gd name="T21" fmla="*/ 0 h 136"/>
                  <a:gd name="T22" fmla="*/ 0 w 136"/>
                  <a:gd name="T23" fmla="*/ 0 h 136"/>
                  <a:gd name="T24" fmla="*/ 0 w 136"/>
                  <a:gd name="T25" fmla="*/ 0 h 136"/>
                  <a:gd name="T26" fmla="*/ 0 w 136"/>
                  <a:gd name="T27" fmla="*/ 0 h 136"/>
                  <a:gd name="T28" fmla="*/ 0 w 136"/>
                  <a:gd name="T29" fmla="*/ 0 h 136"/>
                  <a:gd name="T30" fmla="*/ 0 w 136"/>
                  <a:gd name="T31" fmla="*/ 0 h 136"/>
                  <a:gd name="T32" fmla="*/ 0 w 136"/>
                  <a:gd name="T33" fmla="*/ 0 h 136"/>
                  <a:gd name="T34" fmla="*/ 0 w 136"/>
                  <a:gd name="T35" fmla="*/ 0 h 136"/>
                  <a:gd name="T36" fmla="*/ 0 w 136"/>
                  <a:gd name="T37" fmla="*/ 0 h 136"/>
                  <a:gd name="T38" fmla="*/ 0 w 136"/>
                  <a:gd name="T39" fmla="*/ 0 h 136"/>
                  <a:gd name="T40" fmla="*/ 0 w 136"/>
                  <a:gd name="T41" fmla="*/ 0 h 136"/>
                  <a:gd name="T42" fmla="*/ 0 w 136"/>
                  <a:gd name="T43" fmla="*/ 0 h 1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6"/>
                  <a:gd name="T67" fmla="*/ 0 h 136"/>
                  <a:gd name="T68" fmla="*/ 136 w 136"/>
                  <a:gd name="T69" fmla="*/ 136 h 1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6" h="136">
                    <a:moveTo>
                      <a:pt x="136" y="67"/>
                    </a:moveTo>
                    <a:lnTo>
                      <a:pt x="134" y="44"/>
                    </a:lnTo>
                    <a:lnTo>
                      <a:pt x="123" y="25"/>
                    </a:lnTo>
                    <a:lnTo>
                      <a:pt x="109" y="14"/>
                    </a:lnTo>
                    <a:lnTo>
                      <a:pt x="88" y="0"/>
                    </a:lnTo>
                    <a:lnTo>
                      <a:pt x="70" y="0"/>
                    </a:lnTo>
                    <a:lnTo>
                      <a:pt x="46" y="0"/>
                    </a:lnTo>
                    <a:lnTo>
                      <a:pt x="28" y="9"/>
                    </a:lnTo>
                    <a:lnTo>
                      <a:pt x="15" y="25"/>
                    </a:lnTo>
                    <a:lnTo>
                      <a:pt x="2" y="42"/>
                    </a:lnTo>
                    <a:lnTo>
                      <a:pt x="0" y="64"/>
                    </a:lnTo>
                    <a:lnTo>
                      <a:pt x="0" y="86"/>
                    </a:lnTo>
                    <a:lnTo>
                      <a:pt x="10" y="104"/>
                    </a:lnTo>
                    <a:lnTo>
                      <a:pt x="28" y="122"/>
                    </a:lnTo>
                    <a:lnTo>
                      <a:pt x="46" y="130"/>
                    </a:lnTo>
                    <a:lnTo>
                      <a:pt x="63" y="136"/>
                    </a:lnTo>
                    <a:lnTo>
                      <a:pt x="86" y="134"/>
                    </a:lnTo>
                    <a:lnTo>
                      <a:pt x="107" y="126"/>
                    </a:lnTo>
                    <a:lnTo>
                      <a:pt x="121" y="110"/>
                    </a:lnTo>
                    <a:lnTo>
                      <a:pt x="132" y="92"/>
                    </a:lnTo>
                    <a:lnTo>
                      <a:pt x="136" y="71"/>
                    </a:lnTo>
                    <a:lnTo>
                      <a:pt x="136" y="67"/>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11" name="Freeform 117"/>
              <p:cNvSpPr>
                <a:spLocks/>
              </p:cNvSpPr>
              <p:nvPr/>
            </p:nvSpPr>
            <p:spPr bwMode="auto">
              <a:xfrm>
                <a:off x="5058" y="3581"/>
                <a:ext cx="18" cy="18"/>
              </a:xfrm>
              <a:custGeom>
                <a:avLst/>
                <a:gdLst>
                  <a:gd name="T0" fmla="*/ 0 w 141"/>
                  <a:gd name="T1" fmla="*/ 0 h 138"/>
                  <a:gd name="T2" fmla="*/ 0 w 141"/>
                  <a:gd name="T3" fmla="*/ 0 h 138"/>
                  <a:gd name="T4" fmla="*/ 0 w 141"/>
                  <a:gd name="T5" fmla="*/ 0 h 138"/>
                  <a:gd name="T6" fmla="*/ 0 w 141"/>
                  <a:gd name="T7" fmla="*/ 0 h 138"/>
                  <a:gd name="T8" fmla="*/ 0 w 141"/>
                  <a:gd name="T9" fmla="*/ 0 h 138"/>
                  <a:gd name="T10" fmla="*/ 0 w 141"/>
                  <a:gd name="T11" fmla="*/ 0 h 138"/>
                  <a:gd name="T12" fmla="*/ 0 w 141"/>
                  <a:gd name="T13" fmla="*/ 0 h 138"/>
                  <a:gd name="T14" fmla="*/ 0 w 141"/>
                  <a:gd name="T15" fmla="*/ 0 h 138"/>
                  <a:gd name="T16" fmla="*/ 0 w 141"/>
                  <a:gd name="T17" fmla="*/ 0 h 138"/>
                  <a:gd name="T18" fmla="*/ 0 w 141"/>
                  <a:gd name="T19" fmla="*/ 0 h 138"/>
                  <a:gd name="T20" fmla="*/ 0 w 141"/>
                  <a:gd name="T21" fmla="*/ 0 h 138"/>
                  <a:gd name="T22" fmla="*/ 0 w 141"/>
                  <a:gd name="T23" fmla="*/ 0 h 138"/>
                  <a:gd name="T24" fmla="*/ 0 w 141"/>
                  <a:gd name="T25" fmla="*/ 0 h 138"/>
                  <a:gd name="T26" fmla="*/ 0 w 141"/>
                  <a:gd name="T27" fmla="*/ 0 h 138"/>
                  <a:gd name="T28" fmla="*/ 0 w 141"/>
                  <a:gd name="T29" fmla="*/ 0 h 138"/>
                  <a:gd name="T30" fmla="*/ 0 w 141"/>
                  <a:gd name="T31" fmla="*/ 0 h 138"/>
                  <a:gd name="T32" fmla="*/ 0 w 141"/>
                  <a:gd name="T33" fmla="*/ 0 h 138"/>
                  <a:gd name="T34" fmla="*/ 0 w 141"/>
                  <a:gd name="T35" fmla="*/ 0 h 138"/>
                  <a:gd name="T36" fmla="*/ 0 w 141"/>
                  <a:gd name="T37" fmla="*/ 0 h 138"/>
                  <a:gd name="T38" fmla="*/ 0 w 141"/>
                  <a:gd name="T39" fmla="*/ 0 h 138"/>
                  <a:gd name="T40" fmla="*/ 0 w 141"/>
                  <a:gd name="T41" fmla="*/ 0 h 138"/>
                  <a:gd name="T42" fmla="*/ 0 w 141"/>
                  <a:gd name="T43" fmla="*/ 0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1"/>
                  <a:gd name="T67" fmla="*/ 0 h 138"/>
                  <a:gd name="T68" fmla="*/ 141 w 141"/>
                  <a:gd name="T69" fmla="*/ 138 h 13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1" h="138">
                    <a:moveTo>
                      <a:pt x="141" y="65"/>
                    </a:moveTo>
                    <a:lnTo>
                      <a:pt x="132" y="50"/>
                    </a:lnTo>
                    <a:lnTo>
                      <a:pt x="123" y="30"/>
                    </a:lnTo>
                    <a:lnTo>
                      <a:pt x="112" y="15"/>
                    </a:lnTo>
                    <a:lnTo>
                      <a:pt x="90" y="4"/>
                    </a:lnTo>
                    <a:lnTo>
                      <a:pt x="68" y="0"/>
                    </a:lnTo>
                    <a:lnTo>
                      <a:pt x="51" y="0"/>
                    </a:lnTo>
                    <a:lnTo>
                      <a:pt x="29" y="13"/>
                    </a:lnTo>
                    <a:lnTo>
                      <a:pt x="13" y="26"/>
                    </a:lnTo>
                    <a:lnTo>
                      <a:pt x="5" y="46"/>
                    </a:lnTo>
                    <a:lnTo>
                      <a:pt x="0" y="65"/>
                    </a:lnTo>
                    <a:lnTo>
                      <a:pt x="0" y="87"/>
                    </a:lnTo>
                    <a:lnTo>
                      <a:pt x="9" y="103"/>
                    </a:lnTo>
                    <a:lnTo>
                      <a:pt x="26" y="122"/>
                    </a:lnTo>
                    <a:lnTo>
                      <a:pt x="44" y="136"/>
                    </a:lnTo>
                    <a:lnTo>
                      <a:pt x="66" y="138"/>
                    </a:lnTo>
                    <a:lnTo>
                      <a:pt x="84" y="136"/>
                    </a:lnTo>
                    <a:lnTo>
                      <a:pt x="107" y="125"/>
                    </a:lnTo>
                    <a:lnTo>
                      <a:pt x="123" y="113"/>
                    </a:lnTo>
                    <a:lnTo>
                      <a:pt x="130" y="90"/>
                    </a:lnTo>
                    <a:lnTo>
                      <a:pt x="141" y="69"/>
                    </a:lnTo>
                    <a:lnTo>
                      <a:pt x="141" y="65"/>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12" name="Freeform 118"/>
              <p:cNvSpPr>
                <a:spLocks/>
              </p:cNvSpPr>
              <p:nvPr/>
            </p:nvSpPr>
            <p:spPr bwMode="auto">
              <a:xfrm>
                <a:off x="5256" y="3458"/>
                <a:ext cx="216" cy="102"/>
              </a:xfrm>
              <a:custGeom>
                <a:avLst/>
                <a:gdLst>
                  <a:gd name="T0" fmla="*/ 0 w 1722"/>
                  <a:gd name="T1" fmla="*/ 0 h 816"/>
                  <a:gd name="T2" fmla="*/ 0 w 1722"/>
                  <a:gd name="T3" fmla="*/ 0 h 816"/>
                  <a:gd name="T4" fmla="*/ 0 w 1722"/>
                  <a:gd name="T5" fmla="*/ 0 h 816"/>
                  <a:gd name="T6" fmla="*/ 0 w 1722"/>
                  <a:gd name="T7" fmla="*/ 0 h 816"/>
                  <a:gd name="T8" fmla="*/ 0 w 1722"/>
                  <a:gd name="T9" fmla="*/ 0 h 816"/>
                  <a:gd name="T10" fmla="*/ 0 w 1722"/>
                  <a:gd name="T11" fmla="*/ 0 h 816"/>
                  <a:gd name="T12" fmla="*/ 0 w 1722"/>
                  <a:gd name="T13" fmla="*/ 0 h 816"/>
                  <a:gd name="T14" fmla="*/ 0 w 1722"/>
                  <a:gd name="T15" fmla="*/ 0 h 816"/>
                  <a:gd name="T16" fmla="*/ 0 w 1722"/>
                  <a:gd name="T17" fmla="*/ 0 h 816"/>
                  <a:gd name="T18" fmla="*/ 0 w 1722"/>
                  <a:gd name="T19" fmla="*/ 0 h 816"/>
                  <a:gd name="T20" fmla="*/ 0 w 1722"/>
                  <a:gd name="T21" fmla="*/ 0 h 816"/>
                  <a:gd name="T22" fmla="*/ 0 w 1722"/>
                  <a:gd name="T23" fmla="*/ 0 h 816"/>
                  <a:gd name="T24" fmla="*/ 0 w 1722"/>
                  <a:gd name="T25" fmla="*/ 0 h 816"/>
                  <a:gd name="T26" fmla="*/ 0 w 1722"/>
                  <a:gd name="T27" fmla="*/ 0 h 816"/>
                  <a:gd name="T28" fmla="*/ 0 w 1722"/>
                  <a:gd name="T29" fmla="*/ 0 h 816"/>
                  <a:gd name="T30" fmla="*/ 0 w 1722"/>
                  <a:gd name="T31" fmla="*/ 0 h 816"/>
                  <a:gd name="T32" fmla="*/ 0 w 1722"/>
                  <a:gd name="T33" fmla="*/ 0 h 816"/>
                  <a:gd name="T34" fmla="*/ 0 w 1722"/>
                  <a:gd name="T35" fmla="*/ 0 h 816"/>
                  <a:gd name="T36" fmla="*/ 0 w 1722"/>
                  <a:gd name="T37" fmla="*/ 0 h 816"/>
                  <a:gd name="T38" fmla="*/ 0 w 1722"/>
                  <a:gd name="T39" fmla="*/ 0 h 816"/>
                  <a:gd name="T40" fmla="*/ 0 w 1722"/>
                  <a:gd name="T41" fmla="*/ 0 h 816"/>
                  <a:gd name="T42" fmla="*/ 0 w 1722"/>
                  <a:gd name="T43" fmla="*/ 0 h 816"/>
                  <a:gd name="T44" fmla="*/ 0 w 1722"/>
                  <a:gd name="T45" fmla="*/ 0 h 81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22"/>
                  <a:gd name="T70" fmla="*/ 0 h 816"/>
                  <a:gd name="T71" fmla="*/ 1722 w 1722"/>
                  <a:gd name="T72" fmla="*/ 816 h 81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22" h="816">
                    <a:moveTo>
                      <a:pt x="0" y="816"/>
                    </a:moveTo>
                    <a:lnTo>
                      <a:pt x="307" y="452"/>
                    </a:lnTo>
                    <a:lnTo>
                      <a:pt x="560" y="226"/>
                    </a:lnTo>
                    <a:lnTo>
                      <a:pt x="846" y="72"/>
                    </a:lnTo>
                    <a:lnTo>
                      <a:pt x="1090" y="0"/>
                    </a:lnTo>
                    <a:lnTo>
                      <a:pt x="1397" y="0"/>
                    </a:lnTo>
                    <a:lnTo>
                      <a:pt x="1556" y="72"/>
                    </a:lnTo>
                    <a:lnTo>
                      <a:pt x="1722" y="433"/>
                    </a:lnTo>
                    <a:lnTo>
                      <a:pt x="1466" y="486"/>
                    </a:lnTo>
                    <a:lnTo>
                      <a:pt x="1208" y="452"/>
                    </a:lnTo>
                    <a:lnTo>
                      <a:pt x="980" y="433"/>
                    </a:lnTo>
                    <a:lnTo>
                      <a:pt x="832" y="452"/>
                    </a:lnTo>
                    <a:lnTo>
                      <a:pt x="228" y="675"/>
                    </a:lnTo>
                    <a:lnTo>
                      <a:pt x="912" y="346"/>
                    </a:lnTo>
                    <a:lnTo>
                      <a:pt x="1151" y="346"/>
                    </a:lnTo>
                    <a:lnTo>
                      <a:pt x="1661" y="395"/>
                    </a:lnTo>
                    <a:lnTo>
                      <a:pt x="1529" y="103"/>
                    </a:lnTo>
                    <a:lnTo>
                      <a:pt x="1340" y="55"/>
                    </a:lnTo>
                    <a:lnTo>
                      <a:pt x="1090" y="55"/>
                    </a:lnTo>
                    <a:lnTo>
                      <a:pt x="832" y="125"/>
                    </a:lnTo>
                    <a:lnTo>
                      <a:pt x="481" y="314"/>
                    </a:lnTo>
                    <a:lnTo>
                      <a:pt x="253" y="538"/>
                    </a:lnTo>
                    <a:lnTo>
                      <a:pt x="0" y="8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3" name="Freeform 119"/>
              <p:cNvSpPr>
                <a:spLocks/>
              </p:cNvSpPr>
              <p:nvPr/>
            </p:nvSpPr>
            <p:spPr bwMode="auto">
              <a:xfrm>
                <a:off x="4943" y="3735"/>
                <a:ext cx="105" cy="92"/>
              </a:xfrm>
              <a:custGeom>
                <a:avLst/>
                <a:gdLst>
                  <a:gd name="T0" fmla="*/ 0 w 844"/>
                  <a:gd name="T1" fmla="*/ 0 h 734"/>
                  <a:gd name="T2" fmla="*/ 0 w 844"/>
                  <a:gd name="T3" fmla="*/ 0 h 734"/>
                  <a:gd name="T4" fmla="*/ 0 w 844"/>
                  <a:gd name="T5" fmla="*/ 0 h 734"/>
                  <a:gd name="T6" fmla="*/ 0 w 844"/>
                  <a:gd name="T7" fmla="*/ 0 h 734"/>
                  <a:gd name="T8" fmla="*/ 0 w 844"/>
                  <a:gd name="T9" fmla="*/ 0 h 734"/>
                  <a:gd name="T10" fmla="*/ 0 w 844"/>
                  <a:gd name="T11" fmla="*/ 0 h 734"/>
                  <a:gd name="T12" fmla="*/ 0 w 844"/>
                  <a:gd name="T13" fmla="*/ 0 h 734"/>
                  <a:gd name="T14" fmla="*/ 0 w 844"/>
                  <a:gd name="T15" fmla="*/ 0 h 734"/>
                  <a:gd name="T16" fmla="*/ 0 w 844"/>
                  <a:gd name="T17" fmla="*/ 0 h 734"/>
                  <a:gd name="T18" fmla="*/ 0 w 844"/>
                  <a:gd name="T19" fmla="*/ 0 h 734"/>
                  <a:gd name="T20" fmla="*/ 0 w 844"/>
                  <a:gd name="T21" fmla="*/ 0 h 734"/>
                  <a:gd name="T22" fmla="*/ 0 w 844"/>
                  <a:gd name="T23" fmla="*/ 0 h 734"/>
                  <a:gd name="T24" fmla="*/ 0 w 844"/>
                  <a:gd name="T25" fmla="*/ 0 h 734"/>
                  <a:gd name="T26" fmla="*/ 0 w 844"/>
                  <a:gd name="T27" fmla="*/ 0 h 734"/>
                  <a:gd name="T28" fmla="*/ 0 w 844"/>
                  <a:gd name="T29" fmla="*/ 0 h 734"/>
                  <a:gd name="T30" fmla="*/ 0 w 844"/>
                  <a:gd name="T31" fmla="*/ 0 h 734"/>
                  <a:gd name="T32" fmla="*/ 0 w 844"/>
                  <a:gd name="T33" fmla="*/ 0 h 734"/>
                  <a:gd name="T34" fmla="*/ 0 w 844"/>
                  <a:gd name="T35" fmla="*/ 0 h 734"/>
                  <a:gd name="T36" fmla="*/ 0 w 844"/>
                  <a:gd name="T37" fmla="*/ 0 h 734"/>
                  <a:gd name="T38" fmla="*/ 0 w 844"/>
                  <a:gd name="T39" fmla="*/ 0 h 734"/>
                  <a:gd name="T40" fmla="*/ 0 w 844"/>
                  <a:gd name="T41" fmla="*/ 0 h 734"/>
                  <a:gd name="T42" fmla="*/ 0 w 844"/>
                  <a:gd name="T43" fmla="*/ 0 h 734"/>
                  <a:gd name="T44" fmla="*/ 0 w 844"/>
                  <a:gd name="T45" fmla="*/ 0 h 734"/>
                  <a:gd name="T46" fmla="*/ 0 w 844"/>
                  <a:gd name="T47" fmla="*/ 0 h 734"/>
                  <a:gd name="T48" fmla="*/ 0 w 844"/>
                  <a:gd name="T49" fmla="*/ 0 h 734"/>
                  <a:gd name="T50" fmla="*/ 0 w 844"/>
                  <a:gd name="T51" fmla="*/ 0 h 734"/>
                  <a:gd name="T52" fmla="*/ 0 w 844"/>
                  <a:gd name="T53" fmla="*/ 0 h 734"/>
                  <a:gd name="T54" fmla="*/ 0 w 844"/>
                  <a:gd name="T55" fmla="*/ 0 h 734"/>
                  <a:gd name="T56" fmla="*/ 0 w 844"/>
                  <a:gd name="T57" fmla="*/ 0 h 734"/>
                  <a:gd name="T58" fmla="*/ 0 w 844"/>
                  <a:gd name="T59" fmla="*/ 0 h 734"/>
                  <a:gd name="T60" fmla="*/ 0 w 844"/>
                  <a:gd name="T61" fmla="*/ 0 h 7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44"/>
                  <a:gd name="T94" fmla="*/ 0 h 734"/>
                  <a:gd name="T95" fmla="*/ 844 w 844"/>
                  <a:gd name="T96" fmla="*/ 734 h 7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44" h="734">
                    <a:moveTo>
                      <a:pt x="844" y="0"/>
                    </a:moveTo>
                    <a:lnTo>
                      <a:pt x="237" y="292"/>
                    </a:lnTo>
                    <a:lnTo>
                      <a:pt x="31" y="233"/>
                    </a:lnTo>
                    <a:lnTo>
                      <a:pt x="29" y="160"/>
                    </a:lnTo>
                    <a:lnTo>
                      <a:pt x="53" y="81"/>
                    </a:lnTo>
                    <a:lnTo>
                      <a:pt x="124" y="68"/>
                    </a:lnTo>
                    <a:lnTo>
                      <a:pt x="55" y="63"/>
                    </a:lnTo>
                    <a:lnTo>
                      <a:pt x="4" y="97"/>
                    </a:lnTo>
                    <a:lnTo>
                      <a:pt x="0" y="174"/>
                    </a:lnTo>
                    <a:lnTo>
                      <a:pt x="29" y="266"/>
                    </a:lnTo>
                    <a:lnTo>
                      <a:pt x="31" y="400"/>
                    </a:lnTo>
                    <a:lnTo>
                      <a:pt x="87" y="462"/>
                    </a:lnTo>
                    <a:lnTo>
                      <a:pt x="242" y="519"/>
                    </a:lnTo>
                    <a:lnTo>
                      <a:pt x="94" y="596"/>
                    </a:lnTo>
                    <a:lnTo>
                      <a:pt x="84" y="635"/>
                    </a:lnTo>
                    <a:lnTo>
                      <a:pt x="117" y="734"/>
                    </a:lnTo>
                    <a:lnTo>
                      <a:pt x="112" y="631"/>
                    </a:lnTo>
                    <a:lnTo>
                      <a:pt x="286" y="561"/>
                    </a:lnTo>
                    <a:lnTo>
                      <a:pt x="453" y="568"/>
                    </a:lnTo>
                    <a:lnTo>
                      <a:pt x="488" y="531"/>
                    </a:lnTo>
                    <a:lnTo>
                      <a:pt x="504" y="453"/>
                    </a:lnTo>
                    <a:lnTo>
                      <a:pt x="444" y="531"/>
                    </a:lnTo>
                    <a:lnTo>
                      <a:pt x="405" y="540"/>
                    </a:lnTo>
                    <a:lnTo>
                      <a:pt x="87" y="430"/>
                    </a:lnTo>
                    <a:lnTo>
                      <a:pt x="53" y="372"/>
                    </a:lnTo>
                    <a:lnTo>
                      <a:pt x="53" y="266"/>
                    </a:lnTo>
                    <a:lnTo>
                      <a:pt x="237" y="319"/>
                    </a:lnTo>
                    <a:lnTo>
                      <a:pt x="290" y="404"/>
                    </a:lnTo>
                    <a:lnTo>
                      <a:pt x="258" y="303"/>
                    </a:lnTo>
                    <a:lnTo>
                      <a:pt x="596" y="139"/>
                    </a:lnTo>
                    <a:lnTo>
                      <a:pt x="8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4" name="Freeform 120"/>
              <p:cNvSpPr>
                <a:spLocks/>
              </p:cNvSpPr>
              <p:nvPr/>
            </p:nvSpPr>
            <p:spPr bwMode="auto">
              <a:xfrm>
                <a:off x="4983" y="3763"/>
                <a:ext cx="114" cy="51"/>
              </a:xfrm>
              <a:custGeom>
                <a:avLst/>
                <a:gdLst>
                  <a:gd name="T0" fmla="*/ 0 w 910"/>
                  <a:gd name="T1" fmla="*/ 0 h 407"/>
                  <a:gd name="T2" fmla="*/ 0 w 910"/>
                  <a:gd name="T3" fmla="*/ 0 h 407"/>
                  <a:gd name="T4" fmla="*/ 0 w 910"/>
                  <a:gd name="T5" fmla="*/ 0 h 407"/>
                  <a:gd name="T6" fmla="*/ 0 w 910"/>
                  <a:gd name="T7" fmla="*/ 0 h 407"/>
                  <a:gd name="T8" fmla="*/ 0 w 910"/>
                  <a:gd name="T9" fmla="*/ 0 h 407"/>
                  <a:gd name="T10" fmla="*/ 0 w 910"/>
                  <a:gd name="T11" fmla="*/ 0 h 407"/>
                  <a:gd name="T12" fmla="*/ 0 w 910"/>
                  <a:gd name="T13" fmla="*/ 0 h 407"/>
                  <a:gd name="T14" fmla="*/ 0 w 910"/>
                  <a:gd name="T15" fmla="*/ 0 h 407"/>
                  <a:gd name="T16" fmla="*/ 0 w 910"/>
                  <a:gd name="T17" fmla="*/ 0 h 407"/>
                  <a:gd name="T18" fmla="*/ 0 w 910"/>
                  <a:gd name="T19" fmla="*/ 0 h 407"/>
                  <a:gd name="T20" fmla="*/ 0 w 910"/>
                  <a:gd name="T21" fmla="*/ 0 h 407"/>
                  <a:gd name="T22" fmla="*/ 0 w 910"/>
                  <a:gd name="T23" fmla="*/ 0 h 407"/>
                  <a:gd name="T24" fmla="*/ 0 w 910"/>
                  <a:gd name="T25" fmla="*/ 0 h 407"/>
                  <a:gd name="T26" fmla="*/ 0 w 910"/>
                  <a:gd name="T27" fmla="*/ 0 h 407"/>
                  <a:gd name="T28" fmla="*/ 0 w 910"/>
                  <a:gd name="T29" fmla="*/ 0 h 40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0"/>
                  <a:gd name="T46" fmla="*/ 0 h 407"/>
                  <a:gd name="T47" fmla="*/ 910 w 910"/>
                  <a:gd name="T48" fmla="*/ 407 h 40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0" h="407">
                    <a:moveTo>
                      <a:pt x="0" y="176"/>
                    </a:moveTo>
                    <a:lnTo>
                      <a:pt x="75" y="176"/>
                    </a:lnTo>
                    <a:lnTo>
                      <a:pt x="460" y="0"/>
                    </a:lnTo>
                    <a:lnTo>
                      <a:pt x="405" y="77"/>
                    </a:lnTo>
                    <a:lnTo>
                      <a:pt x="486" y="238"/>
                    </a:lnTo>
                    <a:lnTo>
                      <a:pt x="605" y="337"/>
                    </a:lnTo>
                    <a:lnTo>
                      <a:pt x="739" y="378"/>
                    </a:lnTo>
                    <a:lnTo>
                      <a:pt x="910" y="378"/>
                    </a:lnTo>
                    <a:lnTo>
                      <a:pt x="702" y="407"/>
                    </a:lnTo>
                    <a:lnTo>
                      <a:pt x="580" y="381"/>
                    </a:lnTo>
                    <a:lnTo>
                      <a:pt x="490" y="307"/>
                    </a:lnTo>
                    <a:lnTo>
                      <a:pt x="455" y="238"/>
                    </a:lnTo>
                    <a:lnTo>
                      <a:pt x="387" y="79"/>
                    </a:lnTo>
                    <a:lnTo>
                      <a:pt x="84" y="180"/>
                    </a:lnTo>
                    <a:lnTo>
                      <a:pt x="0" y="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5" name="Freeform 121"/>
              <p:cNvSpPr>
                <a:spLocks/>
              </p:cNvSpPr>
              <p:nvPr/>
            </p:nvSpPr>
            <p:spPr bwMode="auto">
              <a:xfrm>
                <a:off x="4958" y="3805"/>
                <a:ext cx="31" cy="23"/>
              </a:xfrm>
              <a:custGeom>
                <a:avLst/>
                <a:gdLst>
                  <a:gd name="T0" fmla="*/ 0 w 249"/>
                  <a:gd name="T1" fmla="*/ 0 h 187"/>
                  <a:gd name="T2" fmla="*/ 0 w 249"/>
                  <a:gd name="T3" fmla="*/ 0 h 187"/>
                  <a:gd name="T4" fmla="*/ 0 w 249"/>
                  <a:gd name="T5" fmla="*/ 0 h 187"/>
                  <a:gd name="T6" fmla="*/ 0 w 249"/>
                  <a:gd name="T7" fmla="*/ 0 h 187"/>
                  <a:gd name="T8" fmla="*/ 0 w 249"/>
                  <a:gd name="T9" fmla="*/ 0 h 187"/>
                  <a:gd name="T10" fmla="*/ 0 w 249"/>
                  <a:gd name="T11" fmla="*/ 0 h 187"/>
                  <a:gd name="T12" fmla="*/ 0 w 249"/>
                  <a:gd name="T13" fmla="*/ 0 h 187"/>
                  <a:gd name="T14" fmla="*/ 0 w 249"/>
                  <a:gd name="T15" fmla="*/ 0 h 187"/>
                  <a:gd name="T16" fmla="*/ 0 w 249"/>
                  <a:gd name="T17" fmla="*/ 0 h 1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9"/>
                  <a:gd name="T28" fmla="*/ 0 h 187"/>
                  <a:gd name="T29" fmla="*/ 249 w 249"/>
                  <a:gd name="T30" fmla="*/ 187 h 1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9" h="187">
                    <a:moveTo>
                      <a:pt x="233" y="0"/>
                    </a:moveTo>
                    <a:lnTo>
                      <a:pt x="228" y="74"/>
                    </a:lnTo>
                    <a:lnTo>
                      <a:pt x="134" y="149"/>
                    </a:lnTo>
                    <a:lnTo>
                      <a:pt x="0" y="180"/>
                    </a:lnTo>
                    <a:lnTo>
                      <a:pt x="127" y="187"/>
                    </a:lnTo>
                    <a:lnTo>
                      <a:pt x="233" y="136"/>
                    </a:lnTo>
                    <a:lnTo>
                      <a:pt x="249" y="85"/>
                    </a:lnTo>
                    <a:lnTo>
                      <a:pt x="249" y="0"/>
                    </a:lnTo>
                    <a:lnTo>
                      <a:pt x="2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6" name="Freeform 122"/>
              <p:cNvSpPr>
                <a:spLocks/>
              </p:cNvSpPr>
              <p:nvPr/>
            </p:nvSpPr>
            <p:spPr bwMode="auto">
              <a:xfrm>
                <a:off x="4977" y="3829"/>
                <a:ext cx="138" cy="47"/>
              </a:xfrm>
              <a:custGeom>
                <a:avLst/>
                <a:gdLst>
                  <a:gd name="T0" fmla="*/ 0 w 1104"/>
                  <a:gd name="T1" fmla="*/ 0 h 376"/>
                  <a:gd name="T2" fmla="*/ 0 w 1104"/>
                  <a:gd name="T3" fmla="*/ 0 h 376"/>
                  <a:gd name="T4" fmla="*/ 0 w 1104"/>
                  <a:gd name="T5" fmla="*/ 0 h 376"/>
                  <a:gd name="T6" fmla="*/ 0 w 1104"/>
                  <a:gd name="T7" fmla="*/ 0 h 376"/>
                  <a:gd name="T8" fmla="*/ 0 w 1104"/>
                  <a:gd name="T9" fmla="*/ 0 h 376"/>
                  <a:gd name="T10" fmla="*/ 0 w 1104"/>
                  <a:gd name="T11" fmla="*/ 0 h 376"/>
                  <a:gd name="T12" fmla="*/ 0 w 1104"/>
                  <a:gd name="T13" fmla="*/ 0 h 376"/>
                  <a:gd name="T14" fmla="*/ 0 w 1104"/>
                  <a:gd name="T15" fmla="*/ 0 h 376"/>
                  <a:gd name="T16" fmla="*/ 0 w 1104"/>
                  <a:gd name="T17" fmla="*/ 0 h 376"/>
                  <a:gd name="T18" fmla="*/ 0 w 1104"/>
                  <a:gd name="T19" fmla="*/ 0 h 376"/>
                  <a:gd name="T20" fmla="*/ 0 w 1104"/>
                  <a:gd name="T21" fmla="*/ 0 h 376"/>
                  <a:gd name="T22" fmla="*/ 0 w 1104"/>
                  <a:gd name="T23" fmla="*/ 0 h 376"/>
                  <a:gd name="T24" fmla="*/ 0 w 1104"/>
                  <a:gd name="T25" fmla="*/ 0 h 376"/>
                  <a:gd name="T26" fmla="*/ 0 w 1104"/>
                  <a:gd name="T27" fmla="*/ 0 h 3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04"/>
                  <a:gd name="T43" fmla="*/ 0 h 376"/>
                  <a:gd name="T44" fmla="*/ 1104 w 1104"/>
                  <a:gd name="T45" fmla="*/ 376 h 37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04" h="376">
                    <a:moveTo>
                      <a:pt x="0" y="0"/>
                    </a:moveTo>
                    <a:lnTo>
                      <a:pt x="288" y="86"/>
                    </a:lnTo>
                    <a:lnTo>
                      <a:pt x="539" y="206"/>
                    </a:lnTo>
                    <a:lnTo>
                      <a:pt x="698" y="226"/>
                    </a:lnTo>
                    <a:lnTo>
                      <a:pt x="832" y="211"/>
                    </a:lnTo>
                    <a:lnTo>
                      <a:pt x="970" y="121"/>
                    </a:lnTo>
                    <a:lnTo>
                      <a:pt x="959" y="176"/>
                    </a:lnTo>
                    <a:lnTo>
                      <a:pt x="1104" y="246"/>
                    </a:lnTo>
                    <a:lnTo>
                      <a:pt x="1069" y="376"/>
                    </a:lnTo>
                    <a:lnTo>
                      <a:pt x="836" y="266"/>
                    </a:lnTo>
                    <a:lnTo>
                      <a:pt x="654" y="252"/>
                    </a:lnTo>
                    <a:lnTo>
                      <a:pt x="493" y="217"/>
                    </a:lnTo>
                    <a:lnTo>
                      <a:pt x="302" y="10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7" name="Freeform 123"/>
              <p:cNvSpPr>
                <a:spLocks/>
              </p:cNvSpPr>
              <p:nvPr/>
            </p:nvSpPr>
            <p:spPr bwMode="auto">
              <a:xfrm>
                <a:off x="4905" y="3690"/>
                <a:ext cx="93" cy="70"/>
              </a:xfrm>
              <a:custGeom>
                <a:avLst/>
                <a:gdLst>
                  <a:gd name="T0" fmla="*/ 0 w 749"/>
                  <a:gd name="T1" fmla="*/ 0 h 556"/>
                  <a:gd name="T2" fmla="*/ 0 w 749"/>
                  <a:gd name="T3" fmla="*/ 0 h 556"/>
                  <a:gd name="T4" fmla="*/ 0 w 749"/>
                  <a:gd name="T5" fmla="*/ 0 h 556"/>
                  <a:gd name="T6" fmla="*/ 0 w 749"/>
                  <a:gd name="T7" fmla="*/ 0 h 556"/>
                  <a:gd name="T8" fmla="*/ 0 w 749"/>
                  <a:gd name="T9" fmla="*/ 0 h 556"/>
                  <a:gd name="T10" fmla="*/ 0 w 749"/>
                  <a:gd name="T11" fmla="*/ 0 h 556"/>
                  <a:gd name="T12" fmla="*/ 0 w 749"/>
                  <a:gd name="T13" fmla="*/ 0 h 556"/>
                  <a:gd name="T14" fmla="*/ 0 w 749"/>
                  <a:gd name="T15" fmla="*/ 0 h 556"/>
                  <a:gd name="T16" fmla="*/ 0 w 749"/>
                  <a:gd name="T17" fmla="*/ 0 h 556"/>
                  <a:gd name="T18" fmla="*/ 0 w 749"/>
                  <a:gd name="T19" fmla="*/ 0 h 556"/>
                  <a:gd name="T20" fmla="*/ 0 w 749"/>
                  <a:gd name="T21" fmla="*/ 0 h 556"/>
                  <a:gd name="T22" fmla="*/ 0 w 749"/>
                  <a:gd name="T23" fmla="*/ 0 h 556"/>
                  <a:gd name="T24" fmla="*/ 0 w 749"/>
                  <a:gd name="T25" fmla="*/ 0 h 556"/>
                  <a:gd name="T26" fmla="*/ 0 w 749"/>
                  <a:gd name="T27" fmla="*/ 0 h 556"/>
                  <a:gd name="T28" fmla="*/ 0 w 749"/>
                  <a:gd name="T29" fmla="*/ 0 h 556"/>
                  <a:gd name="T30" fmla="*/ 0 w 749"/>
                  <a:gd name="T31" fmla="*/ 0 h 556"/>
                  <a:gd name="T32" fmla="*/ 0 w 749"/>
                  <a:gd name="T33" fmla="*/ 0 h 556"/>
                  <a:gd name="T34" fmla="*/ 0 w 749"/>
                  <a:gd name="T35" fmla="*/ 0 h 5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49"/>
                  <a:gd name="T55" fmla="*/ 0 h 556"/>
                  <a:gd name="T56" fmla="*/ 749 w 749"/>
                  <a:gd name="T57" fmla="*/ 556 h 5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49" h="556">
                    <a:moveTo>
                      <a:pt x="11" y="0"/>
                    </a:moveTo>
                    <a:lnTo>
                      <a:pt x="11" y="44"/>
                    </a:lnTo>
                    <a:lnTo>
                      <a:pt x="70" y="108"/>
                    </a:lnTo>
                    <a:lnTo>
                      <a:pt x="263" y="189"/>
                    </a:lnTo>
                    <a:lnTo>
                      <a:pt x="538" y="288"/>
                    </a:lnTo>
                    <a:lnTo>
                      <a:pt x="641" y="382"/>
                    </a:lnTo>
                    <a:lnTo>
                      <a:pt x="657" y="477"/>
                    </a:lnTo>
                    <a:lnTo>
                      <a:pt x="749" y="556"/>
                    </a:lnTo>
                    <a:lnTo>
                      <a:pt x="648" y="504"/>
                    </a:lnTo>
                    <a:lnTo>
                      <a:pt x="367" y="419"/>
                    </a:lnTo>
                    <a:lnTo>
                      <a:pt x="429" y="419"/>
                    </a:lnTo>
                    <a:lnTo>
                      <a:pt x="628" y="468"/>
                    </a:lnTo>
                    <a:lnTo>
                      <a:pt x="595" y="373"/>
                    </a:lnTo>
                    <a:lnTo>
                      <a:pt x="433" y="283"/>
                    </a:lnTo>
                    <a:lnTo>
                      <a:pt x="68" y="126"/>
                    </a:lnTo>
                    <a:lnTo>
                      <a:pt x="0" y="44"/>
                    </a:lnTo>
                    <a:lnTo>
                      <a:pt x="7" y="16"/>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8" name="Freeform 124"/>
              <p:cNvSpPr>
                <a:spLocks/>
              </p:cNvSpPr>
              <p:nvPr/>
            </p:nvSpPr>
            <p:spPr bwMode="auto">
              <a:xfrm>
                <a:off x="5106" y="3798"/>
                <a:ext cx="35" cy="111"/>
              </a:xfrm>
              <a:custGeom>
                <a:avLst/>
                <a:gdLst>
                  <a:gd name="T0" fmla="*/ 0 w 279"/>
                  <a:gd name="T1" fmla="*/ 0 h 883"/>
                  <a:gd name="T2" fmla="*/ 0 w 279"/>
                  <a:gd name="T3" fmla="*/ 0 h 883"/>
                  <a:gd name="T4" fmla="*/ 0 w 279"/>
                  <a:gd name="T5" fmla="*/ 0 h 883"/>
                  <a:gd name="T6" fmla="*/ 0 w 279"/>
                  <a:gd name="T7" fmla="*/ 0 h 883"/>
                  <a:gd name="T8" fmla="*/ 0 w 279"/>
                  <a:gd name="T9" fmla="*/ 0 h 883"/>
                  <a:gd name="T10" fmla="*/ 0 w 279"/>
                  <a:gd name="T11" fmla="*/ 0 h 883"/>
                  <a:gd name="T12" fmla="*/ 0 w 279"/>
                  <a:gd name="T13" fmla="*/ 0 h 883"/>
                  <a:gd name="T14" fmla="*/ 0 60000 65536"/>
                  <a:gd name="T15" fmla="*/ 0 60000 65536"/>
                  <a:gd name="T16" fmla="*/ 0 60000 65536"/>
                  <a:gd name="T17" fmla="*/ 0 60000 65536"/>
                  <a:gd name="T18" fmla="*/ 0 60000 65536"/>
                  <a:gd name="T19" fmla="*/ 0 60000 65536"/>
                  <a:gd name="T20" fmla="*/ 0 60000 65536"/>
                  <a:gd name="T21" fmla="*/ 0 w 279"/>
                  <a:gd name="T22" fmla="*/ 0 h 883"/>
                  <a:gd name="T23" fmla="*/ 279 w 279"/>
                  <a:gd name="T24" fmla="*/ 883 h 8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9" h="883">
                    <a:moveTo>
                      <a:pt x="279" y="19"/>
                    </a:moveTo>
                    <a:lnTo>
                      <a:pt x="33" y="802"/>
                    </a:lnTo>
                    <a:lnTo>
                      <a:pt x="132" y="883"/>
                    </a:lnTo>
                    <a:lnTo>
                      <a:pt x="0" y="802"/>
                    </a:lnTo>
                    <a:lnTo>
                      <a:pt x="33" y="588"/>
                    </a:lnTo>
                    <a:lnTo>
                      <a:pt x="259" y="0"/>
                    </a:lnTo>
                    <a:lnTo>
                      <a:pt x="279"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9" name="Freeform 125"/>
              <p:cNvSpPr>
                <a:spLocks/>
              </p:cNvSpPr>
              <p:nvPr/>
            </p:nvSpPr>
            <p:spPr bwMode="auto">
              <a:xfrm>
                <a:off x="5116" y="3563"/>
                <a:ext cx="136" cy="445"/>
              </a:xfrm>
              <a:custGeom>
                <a:avLst/>
                <a:gdLst>
                  <a:gd name="T0" fmla="*/ 0 w 1088"/>
                  <a:gd name="T1" fmla="*/ 0 h 3562"/>
                  <a:gd name="T2" fmla="*/ 0 w 1088"/>
                  <a:gd name="T3" fmla="*/ 0 h 3562"/>
                  <a:gd name="T4" fmla="*/ 0 w 1088"/>
                  <a:gd name="T5" fmla="*/ 0 h 3562"/>
                  <a:gd name="T6" fmla="*/ 0 w 1088"/>
                  <a:gd name="T7" fmla="*/ 0 h 3562"/>
                  <a:gd name="T8" fmla="*/ 0 w 1088"/>
                  <a:gd name="T9" fmla="*/ 0 h 3562"/>
                  <a:gd name="T10" fmla="*/ 0 w 1088"/>
                  <a:gd name="T11" fmla="*/ 0 h 3562"/>
                  <a:gd name="T12" fmla="*/ 0 w 1088"/>
                  <a:gd name="T13" fmla="*/ 0 h 3562"/>
                  <a:gd name="T14" fmla="*/ 0 w 1088"/>
                  <a:gd name="T15" fmla="*/ 0 h 3562"/>
                  <a:gd name="T16" fmla="*/ 0 w 1088"/>
                  <a:gd name="T17" fmla="*/ 0 h 3562"/>
                  <a:gd name="T18" fmla="*/ 0 w 1088"/>
                  <a:gd name="T19" fmla="*/ 0 h 3562"/>
                  <a:gd name="T20" fmla="*/ 0 w 1088"/>
                  <a:gd name="T21" fmla="*/ 0 h 3562"/>
                  <a:gd name="T22" fmla="*/ 0 w 1088"/>
                  <a:gd name="T23" fmla="*/ 0 h 3562"/>
                  <a:gd name="T24" fmla="*/ 0 w 1088"/>
                  <a:gd name="T25" fmla="*/ 0 h 3562"/>
                  <a:gd name="T26" fmla="*/ 0 w 1088"/>
                  <a:gd name="T27" fmla="*/ 0 h 3562"/>
                  <a:gd name="T28" fmla="*/ 0 w 1088"/>
                  <a:gd name="T29" fmla="*/ 0 h 3562"/>
                  <a:gd name="T30" fmla="*/ 0 w 1088"/>
                  <a:gd name="T31" fmla="*/ 0 h 3562"/>
                  <a:gd name="T32" fmla="*/ 0 w 1088"/>
                  <a:gd name="T33" fmla="*/ 0 h 3562"/>
                  <a:gd name="T34" fmla="*/ 0 w 1088"/>
                  <a:gd name="T35" fmla="*/ 0 h 3562"/>
                  <a:gd name="T36" fmla="*/ 0 w 1088"/>
                  <a:gd name="T37" fmla="*/ 0 h 3562"/>
                  <a:gd name="T38" fmla="*/ 0 w 1088"/>
                  <a:gd name="T39" fmla="*/ 0 h 3562"/>
                  <a:gd name="T40" fmla="*/ 0 w 1088"/>
                  <a:gd name="T41" fmla="*/ 0 h 3562"/>
                  <a:gd name="T42" fmla="*/ 0 w 1088"/>
                  <a:gd name="T43" fmla="*/ 0 h 3562"/>
                  <a:gd name="T44" fmla="*/ 0 w 1088"/>
                  <a:gd name="T45" fmla="*/ 0 h 3562"/>
                  <a:gd name="T46" fmla="*/ 0 w 1088"/>
                  <a:gd name="T47" fmla="*/ 0 h 356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8"/>
                  <a:gd name="T73" fmla="*/ 0 h 3562"/>
                  <a:gd name="T74" fmla="*/ 1088 w 1088"/>
                  <a:gd name="T75" fmla="*/ 3562 h 356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8" h="3562">
                    <a:moveTo>
                      <a:pt x="1088" y="0"/>
                    </a:moveTo>
                    <a:lnTo>
                      <a:pt x="826" y="270"/>
                    </a:lnTo>
                    <a:lnTo>
                      <a:pt x="620" y="589"/>
                    </a:lnTo>
                    <a:lnTo>
                      <a:pt x="536" y="877"/>
                    </a:lnTo>
                    <a:lnTo>
                      <a:pt x="404" y="1536"/>
                    </a:lnTo>
                    <a:lnTo>
                      <a:pt x="310" y="2497"/>
                    </a:lnTo>
                    <a:lnTo>
                      <a:pt x="176" y="2808"/>
                    </a:lnTo>
                    <a:lnTo>
                      <a:pt x="110" y="3267"/>
                    </a:lnTo>
                    <a:lnTo>
                      <a:pt x="13" y="3442"/>
                    </a:lnTo>
                    <a:lnTo>
                      <a:pt x="0" y="3562"/>
                    </a:lnTo>
                    <a:lnTo>
                      <a:pt x="29" y="3442"/>
                    </a:lnTo>
                    <a:lnTo>
                      <a:pt x="125" y="3267"/>
                    </a:lnTo>
                    <a:lnTo>
                      <a:pt x="229" y="2789"/>
                    </a:lnTo>
                    <a:lnTo>
                      <a:pt x="389" y="2407"/>
                    </a:lnTo>
                    <a:lnTo>
                      <a:pt x="697" y="1736"/>
                    </a:lnTo>
                    <a:lnTo>
                      <a:pt x="943" y="648"/>
                    </a:lnTo>
                    <a:lnTo>
                      <a:pt x="651" y="1238"/>
                    </a:lnTo>
                    <a:lnTo>
                      <a:pt x="549" y="1949"/>
                    </a:lnTo>
                    <a:lnTo>
                      <a:pt x="389" y="2327"/>
                    </a:lnTo>
                    <a:lnTo>
                      <a:pt x="455" y="1466"/>
                    </a:lnTo>
                    <a:lnTo>
                      <a:pt x="633" y="629"/>
                    </a:lnTo>
                    <a:lnTo>
                      <a:pt x="844" y="297"/>
                    </a:lnTo>
                    <a:lnTo>
                      <a:pt x="960" y="148"/>
                    </a:lnTo>
                    <a:lnTo>
                      <a:pt x="108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0" name="Freeform 126"/>
              <p:cNvSpPr>
                <a:spLocks/>
              </p:cNvSpPr>
              <p:nvPr/>
            </p:nvSpPr>
            <p:spPr bwMode="auto">
              <a:xfrm>
                <a:off x="4908" y="3526"/>
                <a:ext cx="733" cy="776"/>
              </a:xfrm>
              <a:custGeom>
                <a:avLst/>
                <a:gdLst>
                  <a:gd name="T0" fmla="*/ 0 w 5859"/>
                  <a:gd name="T1" fmla="*/ 0 h 6211"/>
                  <a:gd name="T2" fmla="*/ 0 w 5859"/>
                  <a:gd name="T3" fmla="*/ 0 h 6211"/>
                  <a:gd name="T4" fmla="*/ 0 w 5859"/>
                  <a:gd name="T5" fmla="*/ 0 h 6211"/>
                  <a:gd name="T6" fmla="*/ 0 w 5859"/>
                  <a:gd name="T7" fmla="*/ 0 h 6211"/>
                  <a:gd name="T8" fmla="*/ 0 w 5859"/>
                  <a:gd name="T9" fmla="*/ 0 h 6211"/>
                  <a:gd name="T10" fmla="*/ 0 w 5859"/>
                  <a:gd name="T11" fmla="*/ 0 h 6211"/>
                  <a:gd name="T12" fmla="*/ 0 w 5859"/>
                  <a:gd name="T13" fmla="*/ 0 h 6211"/>
                  <a:gd name="T14" fmla="*/ 0 w 5859"/>
                  <a:gd name="T15" fmla="*/ 0 h 6211"/>
                  <a:gd name="T16" fmla="*/ 0 w 5859"/>
                  <a:gd name="T17" fmla="*/ 0 h 6211"/>
                  <a:gd name="T18" fmla="*/ 0 w 5859"/>
                  <a:gd name="T19" fmla="*/ 0 h 6211"/>
                  <a:gd name="T20" fmla="*/ 0 w 5859"/>
                  <a:gd name="T21" fmla="*/ 0 h 6211"/>
                  <a:gd name="T22" fmla="*/ 0 w 5859"/>
                  <a:gd name="T23" fmla="*/ 0 h 6211"/>
                  <a:gd name="T24" fmla="*/ 0 w 5859"/>
                  <a:gd name="T25" fmla="*/ 0 h 6211"/>
                  <a:gd name="T26" fmla="*/ 0 w 5859"/>
                  <a:gd name="T27" fmla="*/ 0 h 6211"/>
                  <a:gd name="T28" fmla="*/ 0 w 5859"/>
                  <a:gd name="T29" fmla="*/ 0 h 6211"/>
                  <a:gd name="T30" fmla="*/ 0 w 5859"/>
                  <a:gd name="T31" fmla="*/ 0 h 6211"/>
                  <a:gd name="T32" fmla="*/ 0 w 5859"/>
                  <a:gd name="T33" fmla="*/ 0 h 6211"/>
                  <a:gd name="T34" fmla="*/ 0 w 5859"/>
                  <a:gd name="T35" fmla="*/ 0 h 6211"/>
                  <a:gd name="T36" fmla="*/ 0 w 5859"/>
                  <a:gd name="T37" fmla="*/ 0 h 6211"/>
                  <a:gd name="T38" fmla="*/ 0 w 5859"/>
                  <a:gd name="T39" fmla="*/ 0 h 6211"/>
                  <a:gd name="T40" fmla="*/ 0 w 5859"/>
                  <a:gd name="T41" fmla="*/ 0 h 6211"/>
                  <a:gd name="T42" fmla="*/ 0 w 5859"/>
                  <a:gd name="T43" fmla="*/ 0 h 6211"/>
                  <a:gd name="T44" fmla="*/ 0 w 5859"/>
                  <a:gd name="T45" fmla="*/ 0 h 6211"/>
                  <a:gd name="T46" fmla="*/ 0 w 5859"/>
                  <a:gd name="T47" fmla="*/ 0 h 6211"/>
                  <a:gd name="T48" fmla="*/ 0 w 5859"/>
                  <a:gd name="T49" fmla="*/ 0 h 6211"/>
                  <a:gd name="T50" fmla="*/ 0 w 5859"/>
                  <a:gd name="T51" fmla="*/ 0 h 6211"/>
                  <a:gd name="T52" fmla="*/ 0 w 5859"/>
                  <a:gd name="T53" fmla="*/ 0 h 6211"/>
                  <a:gd name="T54" fmla="*/ 0 w 5859"/>
                  <a:gd name="T55" fmla="*/ 0 h 6211"/>
                  <a:gd name="T56" fmla="*/ 0 w 5859"/>
                  <a:gd name="T57" fmla="*/ 0 h 6211"/>
                  <a:gd name="T58" fmla="*/ 0 w 5859"/>
                  <a:gd name="T59" fmla="*/ 0 h 6211"/>
                  <a:gd name="T60" fmla="*/ 0 w 5859"/>
                  <a:gd name="T61" fmla="*/ 0 h 6211"/>
                  <a:gd name="T62" fmla="*/ 0 w 5859"/>
                  <a:gd name="T63" fmla="*/ 0 h 6211"/>
                  <a:gd name="T64" fmla="*/ 0 w 5859"/>
                  <a:gd name="T65" fmla="*/ 0 h 6211"/>
                  <a:gd name="T66" fmla="*/ 0 w 5859"/>
                  <a:gd name="T67" fmla="*/ 0 h 6211"/>
                  <a:gd name="T68" fmla="*/ 0 w 5859"/>
                  <a:gd name="T69" fmla="*/ 0 h 6211"/>
                  <a:gd name="T70" fmla="*/ 0 w 5859"/>
                  <a:gd name="T71" fmla="*/ 0 h 6211"/>
                  <a:gd name="T72" fmla="*/ 0 w 5859"/>
                  <a:gd name="T73" fmla="*/ 0 h 6211"/>
                  <a:gd name="T74" fmla="*/ 0 w 5859"/>
                  <a:gd name="T75" fmla="*/ 0 h 6211"/>
                  <a:gd name="T76" fmla="*/ 0 w 5859"/>
                  <a:gd name="T77" fmla="*/ 0 h 6211"/>
                  <a:gd name="T78" fmla="*/ 0 w 5859"/>
                  <a:gd name="T79" fmla="*/ 0 h 6211"/>
                  <a:gd name="T80" fmla="*/ 0 w 5859"/>
                  <a:gd name="T81" fmla="*/ 0 h 6211"/>
                  <a:gd name="T82" fmla="*/ 0 w 5859"/>
                  <a:gd name="T83" fmla="*/ 0 h 6211"/>
                  <a:gd name="T84" fmla="*/ 0 w 5859"/>
                  <a:gd name="T85" fmla="*/ 0 h 6211"/>
                  <a:gd name="T86" fmla="*/ 0 w 5859"/>
                  <a:gd name="T87" fmla="*/ 0 h 6211"/>
                  <a:gd name="T88" fmla="*/ 0 w 5859"/>
                  <a:gd name="T89" fmla="*/ 0 h 6211"/>
                  <a:gd name="T90" fmla="*/ 0 w 5859"/>
                  <a:gd name="T91" fmla="*/ 0 h 621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859"/>
                  <a:gd name="T139" fmla="*/ 0 h 6211"/>
                  <a:gd name="T140" fmla="*/ 5859 w 5859"/>
                  <a:gd name="T141" fmla="*/ 6211 h 621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859" h="6211">
                    <a:moveTo>
                      <a:pt x="3728" y="1425"/>
                    </a:moveTo>
                    <a:lnTo>
                      <a:pt x="3795" y="2031"/>
                    </a:lnTo>
                    <a:lnTo>
                      <a:pt x="3781" y="2460"/>
                    </a:lnTo>
                    <a:lnTo>
                      <a:pt x="3682" y="2811"/>
                    </a:lnTo>
                    <a:lnTo>
                      <a:pt x="3516" y="3145"/>
                    </a:lnTo>
                    <a:lnTo>
                      <a:pt x="3728" y="2875"/>
                    </a:lnTo>
                    <a:lnTo>
                      <a:pt x="3956" y="2414"/>
                    </a:lnTo>
                    <a:lnTo>
                      <a:pt x="4007" y="2013"/>
                    </a:lnTo>
                    <a:lnTo>
                      <a:pt x="3956" y="1552"/>
                    </a:lnTo>
                    <a:lnTo>
                      <a:pt x="3781" y="1091"/>
                    </a:lnTo>
                    <a:lnTo>
                      <a:pt x="3453" y="544"/>
                    </a:lnTo>
                    <a:lnTo>
                      <a:pt x="3747" y="482"/>
                    </a:lnTo>
                    <a:lnTo>
                      <a:pt x="4284" y="669"/>
                    </a:lnTo>
                    <a:lnTo>
                      <a:pt x="4754" y="505"/>
                    </a:lnTo>
                    <a:lnTo>
                      <a:pt x="5148" y="669"/>
                    </a:lnTo>
                    <a:lnTo>
                      <a:pt x="5063" y="379"/>
                    </a:lnTo>
                    <a:lnTo>
                      <a:pt x="4705" y="0"/>
                    </a:lnTo>
                    <a:lnTo>
                      <a:pt x="5293" y="482"/>
                    </a:lnTo>
                    <a:lnTo>
                      <a:pt x="5584" y="924"/>
                    </a:lnTo>
                    <a:lnTo>
                      <a:pt x="5778" y="1722"/>
                    </a:lnTo>
                    <a:lnTo>
                      <a:pt x="5859" y="2499"/>
                    </a:lnTo>
                    <a:lnTo>
                      <a:pt x="5679" y="2460"/>
                    </a:lnTo>
                    <a:lnTo>
                      <a:pt x="5378" y="2460"/>
                    </a:lnTo>
                    <a:lnTo>
                      <a:pt x="4855" y="2583"/>
                    </a:lnTo>
                    <a:lnTo>
                      <a:pt x="4348" y="2811"/>
                    </a:lnTo>
                    <a:lnTo>
                      <a:pt x="4057" y="3043"/>
                    </a:lnTo>
                    <a:lnTo>
                      <a:pt x="3839" y="3292"/>
                    </a:lnTo>
                    <a:lnTo>
                      <a:pt x="3633" y="3712"/>
                    </a:lnTo>
                    <a:lnTo>
                      <a:pt x="3420" y="4222"/>
                    </a:lnTo>
                    <a:lnTo>
                      <a:pt x="3341" y="4657"/>
                    </a:lnTo>
                    <a:lnTo>
                      <a:pt x="3292" y="5139"/>
                    </a:lnTo>
                    <a:lnTo>
                      <a:pt x="3292" y="4173"/>
                    </a:lnTo>
                    <a:lnTo>
                      <a:pt x="3011" y="4973"/>
                    </a:lnTo>
                    <a:lnTo>
                      <a:pt x="2737" y="6211"/>
                    </a:lnTo>
                    <a:lnTo>
                      <a:pt x="2638" y="5980"/>
                    </a:lnTo>
                    <a:lnTo>
                      <a:pt x="2539" y="6020"/>
                    </a:lnTo>
                    <a:lnTo>
                      <a:pt x="2539" y="5162"/>
                    </a:lnTo>
                    <a:lnTo>
                      <a:pt x="2405" y="5079"/>
                    </a:lnTo>
                    <a:lnTo>
                      <a:pt x="2284" y="5139"/>
                    </a:lnTo>
                    <a:lnTo>
                      <a:pt x="2379" y="5791"/>
                    </a:lnTo>
                    <a:lnTo>
                      <a:pt x="2269" y="5831"/>
                    </a:lnTo>
                    <a:lnTo>
                      <a:pt x="1677" y="5060"/>
                    </a:lnTo>
                    <a:lnTo>
                      <a:pt x="1268" y="5060"/>
                    </a:lnTo>
                    <a:lnTo>
                      <a:pt x="1187" y="5455"/>
                    </a:lnTo>
                    <a:lnTo>
                      <a:pt x="1372" y="5936"/>
                    </a:lnTo>
                    <a:lnTo>
                      <a:pt x="1119" y="5455"/>
                    </a:lnTo>
                    <a:lnTo>
                      <a:pt x="1155" y="5060"/>
                    </a:lnTo>
                    <a:lnTo>
                      <a:pt x="862" y="5014"/>
                    </a:lnTo>
                    <a:lnTo>
                      <a:pt x="16" y="4996"/>
                    </a:lnTo>
                    <a:lnTo>
                      <a:pt x="0" y="4427"/>
                    </a:lnTo>
                    <a:lnTo>
                      <a:pt x="65" y="4154"/>
                    </a:lnTo>
                    <a:lnTo>
                      <a:pt x="198" y="3982"/>
                    </a:lnTo>
                    <a:lnTo>
                      <a:pt x="376" y="3906"/>
                    </a:lnTo>
                    <a:lnTo>
                      <a:pt x="212" y="4030"/>
                    </a:lnTo>
                    <a:lnTo>
                      <a:pt x="117" y="4198"/>
                    </a:lnTo>
                    <a:lnTo>
                      <a:pt x="117" y="4380"/>
                    </a:lnTo>
                    <a:lnTo>
                      <a:pt x="245" y="4323"/>
                    </a:lnTo>
                    <a:lnTo>
                      <a:pt x="376" y="4427"/>
                    </a:lnTo>
                    <a:lnTo>
                      <a:pt x="585" y="4427"/>
                    </a:lnTo>
                    <a:lnTo>
                      <a:pt x="765" y="4784"/>
                    </a:lnTo>
                    <a:lnTo>
                      <a:pt x="961" y="4932"/>
                    </a:lnTo>
                    <a:lnTo>
                      <a:pt x="781" y="4302"/>
                    </a:lnTo>
                    <a:lnTo>
                      <a:pt x="1464" y="4932"/>
                    </a:lnTo>
                    <a:lnTo>
                      <a:pt x="1565" y="4910"/>
                    </a:lnTo>
                    <a:lnTo>
                      <a:pt x="1225" y="4362"/>
                    </a:lnTo>
                    <a:lnTo>
                      <a:pt x="1268" y="4302"/>
                    </a:lnTo>
                    <a:lnTo>
                      <a:pt x="1565" y="4743"/>
                    </a:lnTo>
                    <a:lnTo>
                      <a:pt x="1893" y="4869"/>
                    </a:lnTo>
                    <a:lnTo>
                      <a:pt x="1789" y="4551"/>
                    </a:lnTo>
                    <a:lnTo>
                      <a:pt x="2101" y="4825"/>
                    </a:lnTo>
                    <a:lnTo>
                      <a:pt x="2361" y="4636"/>
                    </a:lnTo>
                    <a:lnTo>
                      <a:pt x="2624" y="4611"/>
                    </a:lnTo>
                    <a:lnTo>
                      <a:pt x="2798" y="4279"/>
                    </a:lnTo>
                    <a:lnTo>
                      <a:pt x="2638" y="4721"/>
                    </a:lnTo>
                    <a:lnTo>
                      <a:pt x="2523" y="4869"/>
                    </a:lnTo>
                    <a:lnTo>
                      <a:pt x="2752" y="4761"/>
                    </a:lnTo>
                    <a:lnTo>
                      <a:pt x="3077" y="4154"/>
                    </a:lnTo>
                    <a:lnTo>
                      <a:pt x="3110" y="3965"/>
                    </a:lnTo>
                    <a:lnTo>
                      <a:pt x="2866" y="4115"/>
                    </a:lnTo>
                    <a:lnTo>
                      <a:pt x="2995" y="3820"/>
                    </a:lnTo>
                    <a:lnTo>
                      <a:pt x="2995" y="3481"/>
                    </a:lnTo>
                    <a:lnTo>
                      <a:pt x="2831" y="3546"/>
                    </a:lnTo>
                    <a:lnTo>
                      <a:pt x="3062" y="3103"/>
                    </a:lnTo>
                    <a:lnTo>
                      <a:pt x="3240" y="2601"/>
                    </a:lnTo>
                    <a:lnTo>
                      <a:pt x="3341" y="2013"/>
                    </a:lnTo>
                    <a:lnTo>
                      <a:pt x="3420" y="1448"/>
                    </a:lnTo>
                    <a:lnTo>
                      <a:pt x="3387" y="1992"/>
                    </a:lnTo>
                    <a:lnTo>
                      <a:pt x="3420" y="2269"/>
                    </a:lnTo>
                    <a:lnTo>
                      <a:pt x="3497" y="2478"/>
                    </a:lnTo>
                    <a:lnTo>
                      <a:pt x="3633" y="2200"/>
                    </a:lnTo>
                    <a:lnTo>
                      <a:pt x="3714" y="1743"/>
                    </a:lnTo>
                    <a:lnTo>
                      <a:pt x="3728" y="14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1" name="Freeform 127"/>
              <p:cNvSpPr>
                <a:spLocks/>
              </p:cNvSpPr>
              <p:nvPr/>
            </p:nvSpPr>
            <p:spPr bwMode="auto">
              <a:xfrm>
                <a:off x="5114" y="4011"/>
                <a:ext cx="55" cy="115"/>
              </a:xfrm>
              <a:custGeom>
                <a:avLst/>
                <a:gdLst>
                  <a:gd name="T0" fmla="*/ 0 w 445"/>
                  <a:gd name="T1" fmla="*/ 0 h 921"/>
                  <a:gd name="T2" fmla="*/ 0 w 445"/>
                  <a:gd name="T3" fmla="*/ 0 h 921"/>
                  <a:gd name="T4" fmla="*/ 0 w 445"/>
                  <a:gd name="T5" fmla="*/ 0 h 921"/>
                  <a:gd name="T6" fmla="*/ 0 w 445"/>
                  <a:gd name="T7" fmla="*/ 0 h 921"/>
                  <a:gd name="T8" fmla="*/ 0 w 445"/>
                  <a:gd name="T9" fmla="*/ 0 h 921"/>
                  <a:gd name="T10" fmla="*/ 0 60000 65536"/>
                  <a:gd name="T11" fmla="*/ 0 60000 65536"/>
                  <a:gd name="T12" fmla="*/ 0 60000 65536"/>
                  <a:gd name="T13" fmla="*/ 0 60000 65536"/>
                  <a:gd name="T14" fmla="*/ 0 60000 65536"/>
                  <a:gd name="T15" fmla="*/ 0 w 445"/>
                  <a:gd name="T16" fmla="*/ 0 h 921"/>
                  <a:gd name="T17" fmla="*/ 445 w 445"/>
                  <a:gd name="T18" fmla="*/ 921 h 921"/>
                </a:gdLst>
                <a:ahLst/>
                <a:cxnLst>
                  <a:cxn ang="T10">
                    <a:pos x="T0" y="T1"/>
                  </a:cxn>
                  <a:cxn ang="T11">
                    <a:pos x="T2" y="T3"/>
                  </a:cxn>
                  <a:cxn ang="T12">
                    <a:pos x="T4" y="T5"/>
                  </a:cxn>
                  <a:cxn ang="T13">
                    <a:pos x="T6" y="T7"/>
                  </a:cxn>
                  <a:cxn ang="T14">
                    <a:pos x="T8" y="T9"/>
                  </a:cxn>
                </a:cxnLst>
                <a:rect l="T15" t="T16" r="T17" b="T18"/>
                <a:pathLst>
                  <a:path w="445" h="921">
                    <a:moveTo>
                      <a:pt x="0" y="0"/>
                    </a:moveTo>
                    <a:lnTo>
                      <a:pt x="81" y="231"/>
                    </a:lnTo>
                    <a:lnTo>
                      <a:pt x="445" y="921"/>
                    </a:lnTo>
                    <a:lnTo>
                      <a:pt x="49" y="28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2" name="Freeform 128"/>
              <p:cNvSpPr>
                <a:spLocks/>
              </p:cNvSpPr>
              <p:nvPr/>
            </p:nvSpPr>
            <p:spPr bwMode="auto">
              <a:xfrm>
                <a:off x="4953" y="3998"/>
                <a:ext cx="165" cy="68"/>
              </a:xfrm>
              <a:custGeom>
                <a:avLst/>
                <a:gdLst>
                  <a:gd name="T0" fmla="*/ 0 w 1318"/>
                  <a:gd name="T1" fmla="*/ 0 h 549"/>
                  <a:gd name="T2" fmla="*/ 0 w 1318"/>
                  <a:gd name="T3" fmla="*/ 0 h 549"/>
                  <a:gd name="T4" fmla="*/ 0 w 1318"/>
                  <a:gd name="T5" fmla="*/ 0 h 549"/>
                  <a:gd name="T6" fmla="*/ 0 w 1318"/>
                  <a:gd name="T7" fmla="*/ 0 h 549"/>
                  <a:gd name="T8" fmla="*/ 0 w 1318"/>
                  <a:gd name="T9" fmla="*/ 0 h 549"/>
                  <a:gd name="T10" fmla="*/ 0 w 1318"/>
                  <a:gd name="T11" fmla="*/ 0 h 549"/>
                  <a:gd name="T12" fmla="*/ 0 w 1318"/>
                  <a:gd name="T13" fmla="*/ 0 h 549"/>
                  <a:gd name="T14" fmla="*/ 0 w 1318"/>
                  <a:gd name="T15" fmla="*/ 0 h 549"/>
                  <a:gd name="T16" fmla="*/ 0 w 1318"/>
                  <a:gd name="T17" fmla="*/ 0 h 549"/>
                  <a:gd name="T18" fmla="*/ 0 w 1318"/>
                  <a:gd name="T19" fmla="*/ 0 h 549"/>
                  <a:gd name="T20" fmla="*/ 0 w 1318"/>
                  <a:gd name="T21" fmla="*/ 0 h 549"/>
                  <a:gd name="T22" fmla="*/ 0 w 1318"/>
                  <a:gd name="T23" fmla="*/ 0 h 549"/>
                  <a:gd name="T24" fmla="*/ 0 w 1318"/>
                  <a:gd name="T25" fmla="*/ 0 h 549"/>
                  <a:gd name="T26" fmla="*/ 0 w 1318"/>
                  <a:gd name="T27" fmla="*/ 0 h 549"/>
                  <a:gd name="T28" fmla="*/ 0 w 1318"/>
                  <a:gd name="T29" fmla="*/ 0 h 549"/>
                  <a:gd name="T30" fmla="*/ 0 w 1318"/>
                  <a:gd name="T31" fmla="*/ 0 h 549"/>
                  <a:gd name="T32" fmla="*/ 0 w 1318"/>
                  <a:gd name="T33" fmla="*/ 0 h 549"/>
                  <a:gd name="T34" fmla="*/ 0 w 1318"/>
                  <a:gd name="T35" fmla="*/ 0 h 5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18"/>
                  <a:gd name="T55" fmla="*/ 0 h 549"/>
                  <a:gd name="T56" fmla="*/ 1318 w 1318"/>
                  <a:gd name="T57" fmla="*/ 549 h 5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18" h="549">
                    <a:moveTo>
                      <a:pt x="1272" y="46"/>
                    </a:moveTo>
                    <a:lnTo>
                      <a:pt x="1156" y="0"/>
                    </a:lnTo>
                    <a:lnTo>
                      <a:pt x="1059" y="66"/>
                    </a:lnTo>
                    <a:lnTo>
                      <a:pt x="1043" y="191"/>
                    </a:lnTo>
                    <a:lnTo>
                      <a:pt x="815" y="191"/>
                    </a:lnTo>
                    <a:lnTo>
                      <a:pt x="648" y="83"/>
                    </a:lnTo>
                    <a:lnTo>
                      <a:pt x="522" y="150"/>
                    </a:lnTo>
                    <a:lnTo>
                      <a:pt x="0" y="150"/>
                    </a:lnTo>
                    <a:lnTo>
                      <a:pt x="540" y="191"/>
                    </a:lnTo>
                    <a:lnTo>
                      <a:pt x="602" y="274"/>
                    </a:lnTo>
                    <a:lnTo>
                      <a:pt x="750" y="256"/>
                    </a:lnTo>
                    <a:lnTo>
                      <a:pt x="621" y="486"/>
                    </a:lnTo>
                    <a:lnTo>
                      <a:pt x="637" y="549"/>
                    </a:lnTo>
                    <a:lnTo>
                      <a:pt x="846" y="235"/>
                    </a:lnTo>
                    <a:lnTo>
                      <a:pt x="1059" y="256"/>
                    </a:lnTo>
                    <a:lnTo>
                      <a:pt x="1156" y="83"/>
                    </a:lnTo>
                    <a:lnTo>
                      <a:pt x="1318" y="169"/>
                    </a:lnTo>
                    <a:lnTo>
                      <a:pt x="1272"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3" name="Freeform 129"/>
              <p:cNvSpPr>
                <a:spLocks/>
              </p:cNvSpPr>
              <p:nvPr/>
            </p:nvSpPr>
            <p:spPr bwMode="auto">
              <a:xfrm>
                <a:off x="5067" y="3812"/>
                <a:ext cx="96" cy="210"/>
              </a:xfrm>
              <a:custGeom>
                <a:avLst/>
                <a:gdLst>
                  <a:gd name="T0" fmla="*/ 0 w 768"/>
                  <a:gd name="T1" fmla="*/ 0 h 1678"/>
                  <a:gd name="T2" fmla="*/ 0 w 768"/>
                  <a:gd name="T3" fmla="*/ 0 h 1678"/>
                  <a:gd name="T4" fmla="*/ 0 w 768"/>
                  <a:gd name="T5" fmla="*/ 0 h 1678"/>
                  <a:gd name="T6" fmla="*/ 0 w 768"/>
                  <a:gd name="T7" fmla="*/ 0 h 1678"/>
                  <a:gd name="T8" fmla="*/ 0 w 768"/>
                  <a:gd name="T9" fmla="*/ 0 h 1678"/>
                  <a:gd name="T10" fmla="*/ 0 w 768"/>
                  <a:gd name="T11" fmla="*/ 0 h 1678"/>
                  <a:gd name="T12" fmla="*/ 0 w 768"/>
                  <a:gd name="T13" fmla="*/ 0 h 1678"/>
                  <a:gd name="T14" fmla="*/ 0 w 768"/>
                  <a:gd name="T15" fmla="*/ 0 h 1678"/>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1678"/>
                  <a:gd name="T26" fmla="*/ 768 w 768"/>
                  <a:gd name="T27" fmla="*/ 1678 h 16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1678">
                    <a:moveTo>
                      <a:pt x="0" y="1678"/>
                    </a:moveTo>
                    <a:lnTo>
                      <a:pt x="313" y="944"/>
                    </a:lnTo>
                    <a:lnTo>
                      <a:pt x="768" y="0"/>
                    </a:lnTo>
                    <a:lnTo>
                      <a:pt x="363" y="1005"/>
                    </a:lnTo>
                    <a:lnTo>
                      <a:pt x="641" y="654"/>
                    </a:lnTo>
                    <a:lnTo>
                      <a:pt x="572" y="944"/>
                    </a:lnTo>
                    <a:lnTo>
                      <a:pt x="164" y="1379"/>
                    </a:lnTo>
                    <a:lnTo>
                      <a:pt x="0" y="16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4" name="Freeform 130"/>
              <p:cNvSpPr>
                <a:spLocks/>
              </p:cNvSpPr>
              <p:nvPr/>
            </p:nvSpPr>
            <p:spPr bwMode="auto">
              <a:xfrm>
                <a:off x="4959" y="4148"/>
                <a:ext cx="53" cy="138"/>
              </a:xfrm>
              <a:custGeom>
                <a:avLst/>
                <a:gdLst>
                  <a:gd name="T0" fmla="*/ 0 w 426"/>
                  <a:gd name="T1" fmla="*/ 0 h 1111"/>
                  <a:gd name="T2" fmla="*/ 0 w 426"/>
                  <a:gd name="T3" fmla="*/ 0 h 1111"/>
                  <a:gd name="T4" fmla="*/ 0 w 426"/>
                  <a:gd name="T5" fmla="*/ 0 h 1111"/>
                  <a:gd name="T6" fmla="*/ 0 w 426"/>
                  <a:gd name="T7" fmla="*/ 0 h 1111"/>
                  <a:gd name="T8" fmla="*/ 0 w 426"/>
                  <a:gd name="T9" fmla="*/ 0 h 1111"/>
                  <a:gd name="T10" fmla="*/ 0 60000 65536"/>
                  <a:gd name="T11" fmla="*/ 0 60000 65536"/>
                  <a:gd name="T12" fmla="*/ 0 60000 65536"/>
                  <a:gd name="T13" fmla="*/ 0 60000 65536"/>
                  <a:gd name="T14" fmla="*/ 0 60000 65536"/>
                  <a:gd name="T15" fmla="*/ 0 w 426"/>
                  <a:gd name="T16" fmla="*/ 0 h 1111"/>
                  <a:gd name="T17" fmla="*/ 426 w 426"/>
                  <a:gd name="T18" fmla="*/ 1111 h 1111"/>
                </a:gdLst>
                <a:ahLst/>
                <a:cxnLst>
                  <a:cxn ang="T10">
                    <a:pos x="T0" y="T1"/>
                  </a:cxn>
                  <a:cxn ang="T11">
                    <a:pos x="T2" y="T3"/>
                  </a:cxn>
                  <a:cxn ang="T12">
                    <a:pos x="T4" y="T5"/>
                  </a:cxn>
                  <a:cxn ang="T13">
                    <a:pos x="T6" y="T7"/>
                  </a:cxn>
                  <a:cxn ang="T14">
                    <a:pos x="T8" y="T9"/>
                  </a:cxn>
                </a:cxnLst>
                <a:rect l="T15" t="T16" r="T17" b="T18"/>
                <a:pathLst>
                  <a:path w="426" h="1111">
                    <a:moveTo>
                      <a:pt x="426" y="41"/>
                    </a:moveTo>
                    <a:lnTo>
                      <a:pt x="0" y="1111"/>
                    </a:lnTo>
                    <a:lnTo>
                      <a:pt x="180" y="502"/>
                    </a:lnTo>
                    <a:lnTo>
                      <a:pt x="376" y="0"/>
                    </a:lnTo>
                    <a:lnTo>
                      <a:pt x="426"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5" name="Freeform 131"/>
              <p:cNvSpPr>
                <a:spLocks/>
              </p:cNvSpPr>
              <p:nvPr/>
            </p:nvSpPr>
            <p:spPr bwMode="auto">
              <a:xfrm>
                <a:off x="5598" y="3830"/>
                <a:ext cx="84" cy="459"/>
              </a:xfrm>
              <a:custGeom>
                <a:avLst/>
                <a:gdLst>
                  <a:gd name="T0" fmla="*/ 0 w 669"/>
                  <a:gd name="T1" fmla="*/ 0 h 3670"/>
                  <a:gd name="T2" fmla="*/ 0 w 669"/>
                  <a:gd name="T3" fmla="*/ 0 h 3670"/>
                  <a:gd name="T4" fmla="*/ 0 w 669"/>
                  <a:gd name="T5" fmla="*/ 0 h 3670"/>
                  <a:gd name="T6" fmla="*/ 0 w 669"/>
                  <a:gd name="T7" fmla="*/ 0 h 3670"/>
                  <a:gd name="T8" fmla="*/ 0 w 669"/>
                  <a:gd name="T9" fmla="*/ 0 h 3670"/>
                  <a:gd name="T10" fmla="*/ 0 w 669"/>
                  <a:gd name="T11" fmla="*/ 0 h 3670"/>
                  <a:gd name="T12" fmla="*/ 0 w 669"/>
                  <a:gd name="T13" fmla="*/ 0 h 3670"/>
                  <a:gd name="T14" fmla="*/ 0 w 669"/>
                  <a:gd name="T15" fmla="*/ 0 h 3670"/>
                  <a:gd name="T16" fmla="*/ 0 w 669"/>
                  <a:gd name="T17" fmla="*/ 0 h 3670"/>
                  <a:gd name="T18" fmla="*/ 0 w 669"/>
                  <a:gd name="T19" fmla="*/ 0 h 3670"/>
                  <a:gd name="T20" fmla="*/ 0 w 669"/>
                  <a:gd name="T21" fmla="*/ 0 h 3670"/>
                  <a:gd name="T22" fmla="*/ 0 w 669"/>
                  <a:gd name="T23" fmla="*/ 0 h 3670"/>
                  <a:gd name="T24" fmla="*/ 0 w 669"/>
                  <a:gd name="T25" fmla="*/ 0 h 3670"/>
                  <a:gd name="T26" fmla="*/ 0 w 669"/>
                  <a:gd name="T27" fmla="*/ 0 h 3670"/>
                  <a:gd name="T28" fmla="*/ 0 w 669"/>
                  <a:gd name="T29" fmla="*/ 0 h 3670"/>
                  <a:gd name="T30" fmla="*/ 0 w 669"/>
                  <a:gd name="T31" fmla="*/ 0 h 3670"/>
                  <a:gd name="T32" fmla="*/ 0 w 669"/>
                  <a:gd name="T33" fmla="*/ 0 h 3670"/>
                  <a:gd name="T34" fmla="*/ 0 w 669"/>
                  <a:gd name="T35" fmla="*/ 0 h 3670"/>
                  <a:gd name="T36" fmla="*/ 0 w 669"/>
                  <a:gd name="T37" fmla="*/ 0 h 3670"/>
                  <a:gd name="T38" fmla="*/ 0 w 669"/>
                  <a:gd name="T39" fmla="*/ 0 h 3670"/>
                  <a:gd name="T40" fmla="*/ 0 w 669"/>
                  <a:gd name="T41" fmla="*/ 0 h 367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69"/>
                  <a:gd name="T64" fmla="*/ 0 h 3670"/>
                  <a:gd name="T65" fmla="*/ 669 w 669"/>
                  <a:gd name="T66" fmla="*/ 3670 h 367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69" h="3670">
                    <a:moveTo>
                      <a:pt x="143" y="27"/>
                    </a:moveTo>
                    <a:lnTo>
                      <a:pt x="390" y="103"/>
                    </a:lnTo>
                    <a:lnTo>
                      <a:pt x="507" y="255"/>
                    </a:lnTo>
                    <a:lnTo>
                      <a:pt x="571" y="631"/>
                    </a:lnTo>
                    <a:lnTo>
                      <a:pt x="590" y="1597"/>
                    </a:lnTo>
                    <a:lnTo>
                      <a:pt x="540" y="2328"/>
                    </a:lnTo>
                    <a:lnTo>
                      <a:pt x="459" y="2914"/>
                    </a:lnTo>
                    <a:lnTo>
                      <a:pt x="342" y="3294"/>
                    </a:lnTo>
                    <a:lnTo>
                      <a:pt x="261" y="3420"/>
                    </a:lnTo>
                    <a:lnTo>
                      <a:pt x="0" y="3670"/>
                    </a:lnTo>
                    <a:lnTo>
                      <a:pt x="296" y="3441"/>
                    </a:lnTo>
                    <a:lnTo>
                      <a:pt x="426" y="3255"/>
                    </a:lnTo>
                    <a:lnTo>
                      <a:pt x="521" y="2892"/>
                    </a:lnTo>
                    <a:lnTo>
                      <a:pt x="625" y="2162"/>
                    </a:lnTo>
                    <a:lnTo>
                      <a:pt x="669" y="1365"/>
                    </a:lnTo>
                    <a:lnTo>
                      <a:pt x="639" y="739"/>
                    </a:lnTo>
                    <a:lnTo>
                      <a:pt x="571" y="315"/>
                    </a:lnTo>
                    <a:lnTo>
                      <a:pt x="507" y="168"/>
                    </a:lnTo>
                    <a:lnTo>
                      <a:pt x="378" y="45"/>
                    </a:lnTo>
                    <a:lnTo>
                      <a:pt x="162" y="0"/>
                    </a:lnTo>
                    <a:lnTo>
                      <a:pt x="143"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6" name="Freeform 132"/>
              <p:cNvSpPr>
                <a:spLocks/>
              </p:cNvSpPr>
              <p:nvPr/>
            </p:nvSpPr>
            <p:spPr bwMode="auto">
              <a:xfrm>
                <a:off x="4952" y="3908"/>
                <a:ext cx="18" cy="108"/>
              </a:xfrm>
              <a:custGeom>
                <a:avLst/>
                <a:gdLst>
                  <a:gd name="T0" fmla="*/ 0 w 149"/>
                  <a:gd name="T1" fmla="*/ 0 h 864"/>
                  <a:gd name="T2" fmla="*/ 0 w 149"/>
                  <a:gd name="T3" fmla="*/ 0 h 864"/>
                  <a:gd name="T4" fmla="*/ 0 w 149"/>
                  <a:gd name="T5" fmla="*/ 0 h 864"/>
                  <a:gd name="T6" fmla="*/ 0 w 149"/>
                  <a:gd name="T7" fmla="*/ 0 h 864"/>
                  <a:gd name="T8" fmla="*/ 0 w 149"/>
                  <a:gd name="T9" fmla="*/ 0 h 864"/>
                  <a:gd name="T10" fmla="*/ 0 w 149"/>
                  <a:gd name="T11" fmla="*/ 0 h 864"/>
                  <a:gd name="T12" fmla="*/ 0 w 149"/>
                  <a:gd name="T13" fmla="*/ 0 h 864"/>
                  <a:gd name="T14" fmla="*/ 0 w 149"/>
                  <a:gd name="T15" fmla="*/ 0 h 864"/>
                  <a:gd name="T16" fmla="*/ 0 60000 65536"/>
                  <a:gd name="T17" fmla="*/ 0 60000 65536"/>
                  <a:gd name="T18" fmla="*/ 0 60000 65536"/>
                  <a:gd name="T19" fmla="*/ 0 60000 65536"/>
                  <a:gd name="T20" fmla="*/ 0 60000 65536"/>
                  <a:gd name="T21" fmla="*/ 0 60000 65536"/>
                  <a:gd name="T22" fmla="*/ 0 60000 65536"/>
                  <a:gd name="T23" fmla="*/ 0 60000 65536"/>
                  <a:gd name="T24" fmla="*/ 0 w 149"/>
                  <a:gd name="T25" fmla="*/ 0 h 864"/>
                  <a:gd name="T26" fmla="*/ 149 w 149"/>
                  <a:gd name="T27" fmla="*/ 864 h 8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9" h="864">
                    <a:moveTo>
                      <a:pt x="57" y="864"/>
                    </a:moveTo>
                    <a:lnTo>
                      <a:pt x="149" y="558"/>
                    </a:lnTo>
                    <a:lnTo>
                      <a:pt x="44" y="281"/>
                    </a:lnTo>
                    <a:lnTo>
                      <a:pt x="9" y="0"/>
                    </a:lnTo>
                    <a:lnTo>
                      <a:pt x="19" y="281"/>
                    </a:lnTo>
                    <a:lnTo>
                      <a:pt x="127" y="567"/>
                    </a:lnTo>
                    <a:lnTo>
                      <a:pt x="0" y="864"/>
                    </a:lnTo>
                    <a:lnTo>
                      <a:pt x="57" y="8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7" name="Freeform 133"/>
              <p:cNvSpPr>
                <a:spLocks/>
              </p:cNvSpPr>
              <p:nvPr/>
            </p:nvSpPr>
            <p:spPr bwMode="auto">
              <a:xfrm>
                <a:off x="4837" y="3907"/>
                <a:ext cx="117" cy="77"/>
              </a:xfrm>
              <a:custGeom>
                <a:avLst/>
                <a:gdLst>
                  <a:gd name="T0" fmla="*/ 0 w 933"/>
                  <a:gd name="T1" fmla="*/ 0 h 616"/>
                  <a:gd name="T2" fmla="*/ 0 w 933"/>
                  <a:gd name="T3" fmla="*/ 0 h 616"/>
                  <a:gd name="T4" fmla="*/ 0 w 933"/>
                  <a:gd name="T5" fmla="*/ 0 h 616"/>
                  <a:gd name="T6" fmla="*/ 0 w 933"/>
                  <a:gd name="T7" fmla="*/ 0 h 616"/>
                  <a:gd name="T8" fmla="*/ 0 w 933"/>
                  <a:gd name="T9" fmla="*/ 0 h 616"/>
                  <a:gd name="T10" fmla="*/ 0 w 933"/>
                  <a:gd name="T11" fmla="*/ 0 h 616"/>
                  <a:gd name="T12" fmla="*/ 0 w 933"/>
                  <a:gd name="T13" fmla="*/ 0 h 616"/>
                  <a:gd name="T14" fmla="*/ 0 w 933"/>
                  <a:gd name="T15" fmla="*/ 0 h 616"/>
                  <a:gd name="T16" fmla="*/ 0 w 933"/>
                  <a:gd name="T17" fmla="*/ 0 h 616"/>
                  <a:gd name="T18" fmla="*/ 0 w 933"/>
                  <a:gd name="T19" fmla="*/ 0 h 616"/>
                  <a:gd name="T20" fmla="*/ 0 w 933"/>
                  <a:gd name="T21" fmla="*/ 0 h 616"/>
                  <a:gd name="T22" fmla="*/ 0 w 933"/>
                  <a:gd name="T23" fmla="*/ 0 h 616"/>
                  <a:gd name="T24" fmla="*/ 0 w 933"/>
                  <a:gd name="T25" fmla="*/ 0 h 616"/>
                  <a:gd name="T26" fmla="*/ 0 w 933"/>
                  <a:gd name="T27" fmla="*/ 0 h 616"/>
                  <a:gd name="T28" fmla="*/ 0 w 933"/>
                  <a:gd name="T29" fmla="*/ 0 h 616"/>
                  <a:gd name="T30" fmla="*/ 0 w 933"/>
                  <a:gd name="T31" fmla="*/ 0 h 616"/>
                  <a:gd name="T32" fmla="*/ 0 w 933"/>
                  <a:gd name="T33" fmla="*/ 0 h 616"/>
                  <a:gd name="T34" fmla="*/ 0 w 933"/>
                  <a:gd name="T35" fmla="*/ 0 h 616"/>
                  <a:gd name="T36" fmla="*/ 0 w 933"/>
                  <a:gd name="T37" fmla="*/ 0 h 6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33"/>
                  <a:gd name="T58" fmla="*/ 0 h 616"/>
                  <a:gd name="T59" fmla="*/ 933 w 933"/>
                  <a:gd name="T60" fmla="*/ 616 h 6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33" h="616">
                    <a:moveTo>
                      <a:pt x="873" y="0"/>
                    </a:moveTo>
                    <a:lnTo>
                      <a:pt x="758" y="106"/>
                    </a:lnTo>
                    <a:lnTo>
                      <a:pt x="737" y="337"/>
                    </a:lnTo>
                    <a:lnTo>
                      <a:pt x="548" y="131"/>
                    </a:lnTo>
                    <a:lnTo>
                      <a:pt x="458" y="131"/>
                    </a:lnTo>
                    <a:lnTo>
                      <a:pt x="325" y="166"/>
                    </a:lnTo>
                    <a:lnTo>
                      <a:pt x="94" y="106"/>
                    </a:lnTo>
                    <a:lnTo>
                      <a:pt x="31" y="124"/>
                    </a:lnTo>
                    <a:lnTo>
                      <a:pt x="0" y="235"/>
                    </a:lnTo>
                    <a:lnTo>
                      <a:pt x="62" y="131"/>
                    </a:lnTo>
                    <a:lnTo>
                      <a:pt x="126" y="131"/>
                    </a:lnTo>
                    <a:lnTo>
                      <a:pt x="352" y="210"/>
                    </a:lnTo>
                    <a:lnTo>
                      <a:pt x="508" y="154"/>
                    </a:lnTo>
                    <a:lnTo>
                      <a:pt x="548" y="154"/>
                    </a:lnTo>
                    <a:lnTo>
                      <a:pt x="816" y="438"/>
                    </a:lnTo>
                    <a:lnTo>
                      <a:pt x="933" y="616"/>
                    </a:lnTo>
                    <a:lnTo>
                      <a:pt x="822" y="381"/>
                    </a:lnTo>
                    <a:lnTo>
                      <a:pt x="790" y="106"/>
                    </a:lnTo>
                    <a:lnTo>
                      <a:pt x="87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8" name="Freeform 134"/>
              <p:cNvSpPr>
                <a:spLocks/>
              </p:cNvSpPr>
              <p:nvPr/>
            </p:nvSpPr>
            <p:spPr bwMode="auto">
              <a:xfrm>
                <a:off x="4792" y="3932"/>
                <a:ext cx="68" cy="62"/>
              </a:xfrm>
              <a:custGeom>
                <a:avLst/>
                <a:gdLst>
                  <a:gd name="T0" fmla="*/ 0 w 544"/>
                  <a:gd name="T1" fmla="*/ 0 h 497"/>
                  <a:gd name="T2" fmla="*/ 0 w 544"/>
                  <a:gd name="T3" fmla="*/ 0 h 497"/>
                  <a:gd name="T4" fmla="*/ 0 w 544"/>
                  <a:gd name="T5" fmla="*/ 0 h 497"/>
                  <a:gd name="T6" fmla="*/ 0 w 544"/>
                  <a:gd name="T7" fmla="*/ 0 h 497"/>
                  <a:gd name="T8" fmla="*/ 0 w 544"/>
                  <a:gd name="T9" fmla="*/ 0 h 497"/>
                  <a:gd name="T10" fmla="*/ 0 w 544"/>
                  <a:gd name="T11" fmla="*/ 0 h 497"/>
                  <a:gd name="T12" fmla="*/ 0 w 544"/>
                  <a:gd name="T13" fmla="*/ 0 h 497"/>
                  <a:gd name="T14" fmla="*/ 0 w 544"/>
                  <a:gd name="T15" fmla="*/ 0 h 497"/>
                  <a:gd name="T16" fmla="*/ 0 w 544"/>
                  <a:gd name="T17" fmla="*/ 0 h 497"/>
                  <a:gd name="T18" fmla="*/ 0 w 544"/>
                  <a:gd name="T19" fmla="*/ 0 h 497"/>
                  <a:gd name="T20" fmla="*/ 0 w 544"/>
                  <a:gd name="T21" fmla="*/ 0 h 497"/>
                  <a:gd name="T22" fmla="*/ 0 w 544"/>
                  <a:gd name="T23" fmla="*/ 0 h 497"/>
                  <a:gd name="T24" fmla="*/ 0 w 544"/>
                  <a:gd name="T25" fmla="*/ 0 h 497"/>
                  <a:gd name="T26" fmla="*/ 0 w 544"/>
                  <a:gd name="T27" fmla="*/ 0 h 497"/>
                  <a:gd name="T28" fmla="*/ 0 w 544"/>
                  <a:gd name="T29" fmla="*/ 0 h 497"/>
                  <a:gd name="T30" fmla="*/ 0 w 544"/>
                  <a:gd name="T31" fmla="*/ 0 h 497"/>
                  <a:gd name="T32" fmla="*/ 0 w 544"/>
                  <a:gd name="T33" fmla="*/ 0 h 497"/>
                  <a:gd name="T34" fmla="*/ 0 w 544"/>
                  <a:gd name="T35" fmla="*/ 0 h 497"/>
                  <a:gd name="T36" fmla="*/ 0 w 544"/>
                  <a:gd name="T37" fmla="*/ 0 h 497"/>
                  <a:gd name="T38" fmla="*/ 0 w 544"/>
                  <a:gd name="T39" fmla="*/ 0 h 497"/>
                  <a:gd name="T40" fmla="*/ 0 w 544"/>
                  <a:gd name="T41" fmla="*/ 0 h 4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4"/>
                  <a:gd name="T64" fmla="*/ 0 h 497"/>
                  <a:gd name="T65" fmla="*/ 544 w 544"/>
                  <a:gd name="T66" fmla="*/ 497 h 4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4" h="497">
                    <a:moveTo>
                      <a:pt x="544" y="124"/>
                    </a:moveTo>
                    <a:lnTo>
                      <a:pt x="380" y="27"/>
                    </a:lnTo>
                    <a:lnTo>
                      <a:pt x="265" y="0"/>
                    </a:lnTo>
                    <a:lnTo>
                      <a:pt x="173" y="64"/>
                    </a:lnTo>
                    <a:lnTo>
                      <a:pt x="165" y="112"/>
                    </a:lnTo>
                    <a:lnTo>
                      <a:pt x="96" y="110"/>
                    </a:lnTo>
                    <a:lnTo>
                      <a:pt x="11" y="173"/>
                    </a:lnTo>
                    <a:lnTo>
                      <a:pt x="0" y="313"/>
                    </a:lnTo>
                    <a:lnTo>
                      <a:pt x="59" y="456"/>
                    </a:lnTo>
                    <a:lnTo>
                      <a:pt x="182" y="497"/>
                    </a:lnTo>
                    <a:lnTo>
                      <a:pt x="43" y="354"/>
                    </a:lnTo>
                    <a:lnTo>
                      <a:pt x="22" y="228"/>
                    </a:lnTo>
                    <a:lnTo>
                      <a:pt x="43" y="167"/>
                    </a:lnTo>
                    <a:lnTo>
                      <a:pt x="117" y="136"/>
                    </a:lnTo>
                    <a:lnTo>
                      <a:pt x="177" y="142"/>
                    </a:lnTo>
                    <a:lnTo>
                      <a:pt x="371" y="270"/>
                    </a:lnTo>
                    <a:lnTo>
                      <a:pt x="182" y="110"/>
                    </a:lnTo>
                    <a:lnTo>
                      <a:pt x="195" y="64"/>
                    </a:lnTo>
                    <a:lnTo>
                      <a:pt x="288" y="20"/>
                    </a:lnTo>
                    <a:lnTo>
                      <a:pt x="456" y="110"/>
                    </a:lnTo>
                    <a:lnTo>
                      <a:pt x="544" y="1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 name="Freeform 135"/>
              <p:cNvSpPr>
                <a:spLocks/>
              </p:cNvSpPr>
              <p:nvPr/>
            </p:nvSpPr>
            <p:spPr bwMode="auto">
              <a:xfrm>
                <a:off x="4817" y="3996"/>
                <a:ext cx="93" cy="94"/>
              </a:xfrm>
              <a:custGeom>
                <a:avLst/>
                <a:gdLst>
                  <a:gd name="T0" fmla="*/ 0 w 742"/>
                  <a:gd name="T1" fmla="*/ 0 h 757"/>
                  <a:gd name="T2" fmla="*/ 0 w 742"/>
                  <a:gd name="T3" fmla="*/ 0 h 757"/>
                  <a:gd name="T4" fmla="*/ 0 w 742"/>
                  <a:gd name="T5" fmla="*/ 0 h 757"/>
                  <a:gd name="T6" fmla="*/ 0 w 742"/>
                  <a:gd name="T7" fmla="*/ 0 h 757"/>
                  <a:gd name="T8" fmla="*/ 0 w 742"/>
                  <a:gd name="T9" fmla="*/ 0 h 757"/>
                  <a:gd name="T10" fmla="*/ 0 w 742"/>
                  <a:gd name="T11" fmla="*/ 0 h 757"/>
                  <a:gd name="T12" fmla="*/ 0 w 742"/>
                  <a:gd name="T13" fmla="*/ 0 h 757"/>
                  <a:gd name="T14" fmla="*/ 0 w 742"/>
                  <a:gd name="T15" fmla="*/ 0 h 757"/>
                  <a:gd name="T16" fmla="*/ 0 w 742"/>
                  <a:gd name="T17" fmla="*/ 0 h 757"/>
                  <a:gd name="T18" fmla="*/ 0 w 742"/>
                  <a:gd name="T19" fmla="*/ 0 h 757"/>
                  <a:gd name="T20" fmla="*/ 0 w 742"/>
                  <a:gd name="T21" fmla="*/ 0 h 757"/>
                  <a:gd name="T22" fmla="*/ 0 w 742"/>
                  <a:gd name="T23" fmla="*/ 0 h 757"/>
                  <a:gd name="T24" fmla="*/ 0 w 742"/>
                  <a:gd name="T25" fmla="*/ 0 h 757"/>
                  <a:gd name="T26" fmla="*/ 0 w 742"/>
                  <a:gd name="T27" fmla="*/ 0 h 757"/>
                  <a:gd name="T28" fmla="*/ 0 w 742"/>
                  <a:gd name="T29" fmla="*/ 0 h 757"/>
                  <a:gd name="T30" fmla="*/ 0 w 742"/>
                  <a:gd name="T31" fmla="*/ 0 h 75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42"/>
                  <a:gd name="T49" fmla="*/ 0 h 757"/>
                  <a:gd name="T50" fmla="*/ 742 w 742"/>
                  <a:gd name="T51" fmla="*/ 757 h 75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42" h="757">
                    <a:moveTo>
                      <a:pt x="0" y="0"/>
                    </a:moveTo>
                    <a:lnTo>
                      <a:pt x="65" y="99"/>
                    </a:lnTo>
                    <a:lnTo>
                      <a:pt x="152" y="279"/>
                    </a:lnTo>
                    <a:lnTo>
                      <a:pt x="277" y="462"/>
                    </a:lnTo>
                    <a:lnTo>
                      <a:pt x="399" y="583"/>
                    </a:lnTo>
                    <a:lnTo>
                      <a:pt x="501" y="667"/>
                    </a:lnTo>
                    <a:lnTo>
                      <a:pt x="588" y="722"/>
                    </a:lnTo>
                    <a:lnTo>
                      <a:pt x="666" y="735"/>
                    </a:lnTo>
                    <a:lnTo>
                      <a:pt x="742" y="735"/>
                    </a:lnTo>
                    <a:lnTo>
                      <a:pt x="742" y="757"/>
                    </a:lnTo>
                    <a:lnTo>
                      <a:pt x="565" y="754"/>
                    </a:lnTo>
                    <a:lnTo>
                      <a:pt x="441" y="682"/>
                    </a:lnTo>
                    <a:lnTo>
                      <a:pt x="296" y="533"/>
                    </a:lnTo>
                    <a:lnTo>
                      <a:pt x="162" y="355"/>
                    </a:lnTo>
                    <a:lnTo>
                      <a:pt x="101" y="21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30" name="Freeform 136"/>
              <p:cNvSpPr>
                <a:spLocks/>
              </p:cNvSpPr>
              <p:nvPr/>
            </p:nvSpPr>
            <p:spPr bwMode="auto">
              <a:xfrm>
                <a:off x="4281" y="3523"/>
                <a:ext cx="146" cy="307"/>
              </a:xfrm>
              <a:custGeom>
                <a:avLst/>
                <a:gdLst>
                  <a:gd name="T0" fmla="*/ 0 w 1164"/>
                  <a:gd name="T1" fmla="*/ 0 h 2451"/>
                  <a:gd name="T2" fmla="*/ 0 w 1164"/>
                  <a:gd name="T3" fmla="*/ 0 h 2451"/>
                  <a:gd name="T4" fmla="*/ 0 w 1164"/>
                  <a:gd name="T5" fmla="*/ 0 h 2451"/>
                  <a:gd name="T6" fmla="*/ 0 w 1164"/>
                  <a:gd name="T7" fmla="*/ 0 h 2451"/>
                  <a:gd name="T8" fmla="*/ 0 w 1164"/>
                  <a:gd name="T9" fmla="*/ 0 h 2451"/>
                  <a:gd name="T10" fmla="*/ 0 w 1164"/>
                  <a:gd name="T11" fmla="*/ 0 h 2451"/>
                  <a:gd name="T12" fmla="*/ 0 w 1164"/>
                  <a:gd name="T13" fmla="*/ 0 h 2451"/>
                  <a:gd name="T14" fmla="*/ 0 w 1164"/>
                  <a:gd name="T15" fmla="*/ 0 h 2451"/>
                  <a:gd name="T16" fmla="*/ 0 w 1164"/>
                  <a:gd name="T17" fmla="*/ 0 h 2451"/>
                  <a:gd name="T18" fmla="*/ 0 w 1164"/>
                  <a:gd name="T19" fmla="*/ 0 h 2451"/>
                  <a:gd name="T20" fmla="*/ 0 w 1164"/>
                  <a:gd name="T21" fmla="*/ 0 h 2451"/>
                  <a:gd name="T22" fmla="*/ 0 w 1164"/>
                  <a:gd name="T23" fmla="*/ 0 h 2451"/>
                  <a:gd name="T24" fmla="*/ 0 w 1164"/>
                  <a:gd name="T25" fmla="*/ 0 h 2451"/>
                  <a:gd name="T26" fmla="*/ 0 w 1164"/>
                  <a:gd name="T27" fmla="*/ 0 h 2451"/>
                  <a:gd name="T28" fmla="*/ 0 w 1164"/>
                  <a:gd name="T29" fmla="*/ 0 h 2451"/>
                  <a:gd name="T30" fmla="*/ 0 w 1164"/>
                  <a:gd name="T31" fmla="*/ 0 h 2451"/>
                  <a:gd name="T32" fmla="*/ 0 w 1164"/>
                  <a:gd name="T33" fmla="*/ 0 h 2451"/>
                  <a:gd name="T34" fmla="*/ 0 w 1164"/>
                  <a:gd name="T35" fmla="*/ 0 h 2451"/>
                  <a:gd name="T36" fmla="*/ 0 w 1164"/>
                  <a:gd name="T37" fmla="*/ 0 h 2451"/>
                  <a:gd name="T38" fmla="*/ 0 w 1164"/>
                  <a:gd name="T39" fmla="*/ 0 h 245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64"/>
                  <a:gd name="T61" fmla="*/ 0 h 2451"/>
                  <a:gd name="T62" fmla="*/ 1164 w 1164"/>
                  <a:gd name="T63" fmla="*/ 2451 h 245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64" h="2451">
                    <a:moveTo>
                      <a:pt x="1164" y="0"/>
                    </a:moveTo>
                    <a:lnTo>
                      <a:pt x="963" y="402"/>
                    </a:lnTo>
                    <a:lnTo>
                      <a:pt x="977" y="2030"/>
                    </a:lnTo>
                    <a:lnTo>
                      <a:pt x="910" y="1877"/>
                    </a:lnTo>
                    <a:lnTo>
                      <a:pt x="949" y="1718"/>
                    </a:lnTo>
                    <a:lnTo>
                      <a:pt x="853" y="821"/>
                    </a:lnTo>
                    <a:lnTo>
                      <a:pt x="426" y="2451"/>
                    </a:lnTo>
                    <a:lnTo>
                      <a:pt x="779" y="439"/>
                    </a:lnTo>
                    <a:lnTo>
                      <a:pt x="670" y="584"/>
                    </a:lnTo>
                    <a:lnTo>
                      <a:pt x="525" y="1061"/>
                    </a:lnTo>
                    <a:lnTo>
                      <a:pt x="571" y="620"/>
                    </a:lnTo>
                    <a:lnTo>
                      <a:pt x="637" y="402"/>
                    </a:lnTo>
                    <a:lnTo>
                      <a:pt x="466" y="584"/>
                    </a:lnTo>
                    <a:lnTo>
                      <a:pt x="399" y="510"/>
                    </a:lnTo>
                    <a:lnTo>
                      <a:pt x="140" y="1116"/>
                    </a:lnTo>
                    <a:lnTo>
                      <a:pt x="0" y="1702"/>
                    </a:lnTo>
                    <a:lnTo>
                      <a:pt x="122" y="951"/>
                    </a:lnTo>
                    <a:lnTo>
                      <a:pt x="426" y="254"/>
                    </a:lnTo>
                    <a:lnTo>
                      <a:pt x="910" y="17"/>
                    </a:lnTo>
                    <a:lnTo>
                      <a:pt x="11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31" name="Freeform 137"/>
              <p:cNvSpPr>
                <a:spLocks/>
              </p:cNvSpPr>
              <p:nvPr/>
            </p:nvSpPr>
            <p:spPr bwMode="auto">
              <a:xfrm>
                <a:off x="4260" y="3706"/>
                <a:ext cx="78" cy="276"/>
              </a:xfrm>
              <a:custGeom>
                <a:avLst/>
                <a:gdLst>
                  <a:gd name="T0" fmla="*/ 0 w 621"/>
                  <a:gd name="T1" fmla="*/ 0 h 2209"/>
                  <a:gd name="T2" fmla="*/ 0 w 621"/>
                  <a:gd name="T3" fmla="*/ 0 h 2209"/>
                  <a:gd name="T4" fmla="*/ 0 w 621"/>
                  <a:gd name="T5" fmla="*/ 0 h 2209"/>
                  <a:gd name="T6" fmla="*/ 0 w 621"/>
                  <a:gd name="T7" fmla="*/ 0 h 2209"/>
                  <a:gd name="T8" fmla="*/ 0 w 621"/>
                  <a:gd name="T9" fmla="*/ 0 h 2209"/>
                  <a:gd name="T10" fmla="*/ 0 w 621"/>
                  <a:gd name="T11" fmla="*/ 0 h 2209"/>
                  <a:gd name="T12" fmla="*/ 0 w 621"/>
                  <a:gd name="T13" fmla="*/ 0 h 2209"/>
                  <a:gd name="T14" fmla="*/ 0 w 621"/>
                  <a:gd name="T15" fmla="*/ 0 h 2209"/>
                  <a:gd name="T16" fmla="*/ 0 w 621"/>
                  <a:gd name="T17" fmla="*/ 0 h 2209"/>
                  <a:gd name="T18" fmla="*/ 0 w 621"/>
                  <a:gd name="T19" fmla="*/ 0 h 2209"/>
                  <a:gd name="T20" fmla="*/ 0 w 621"/>
                  <a:gd name="T21" fmla="*/ 0 h 2209"/>
                  <a:gd name="T22" fmla="*/ 0 w 621"/>
                  <a:gd name="T23" fmla="*/ 0 h 2209"/>
                  <a:gd name="T24" fmla="*/ 0 w 621"/>
                  <a:gd name="T25" fmla="*/ 0 h 22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21"/>
                  <a:gd name="T40" fmla="*/ 0 h 2209"/>
                  <a:gd name="T41" fmla="*/ 621 w 621"/>
                  <a:gd name="T42" fmla="*/ 2209 h 22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21" h="2209">
                    <a:moveTo>
                      <a:pt x="240" y="0"/>
                    </a:moveTo>
                    <a:lnTo>
                      <a:pt x="169" y="1441"/>
                    </a:lnTo>
                    <a:lnTo>
                      <a:pt x="397" y="692"/>
                    </a:lnTo>
                    <a:lnTo>
                      <a:pt x="340" y="1291"/>
                    </a:lnTo>
                    <a:lnTo>
                      <a:pt x="184" y="2117"/>
                    </a:lnTo>
                    <a:lnTo>
                      <a:pt x="595" y="1021"/>
                    </a:lnTo>
                    <a:lnTo>
                      <a:pt x="397" y="2100"/>
                    </a:lnTo>
                    <a:lnTo>
                      <a:pt x="621" y="1863"/>
                    </a:lnTo>
                    <a:lnTo>
                      <a:pt x="621" y="2117"/>
                    </a:lnTo>
                    <a:lnTo>
                      <a:pt x="0" y="2209"/>
                    </a:lnTo>
                    <a:lnTo>
                      <a:pt x="56" y="1151"/>
                    </a:lnTo>
                    <a:lnTo>
                      <a:pt x="169" y="199"/>
                    </a:lnTo>
                    <a:lnTo>
                      <a:pt x="2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32" name="Freeform 138"/>
              <p:cNvSpPr>
                <a:spLocks/>
              </p:cNvSpPr>
              <p:nvPr/>
            </p:nvSpPr>
            <p:spPr bwMode="auto">
              <a:xfrm>
                <a:off x="4665" y="3468"/>
                <a:ext cx="273" cy="62"/>
              </a:xfrm>
              <a:custGeom>
                <a:avLst/>
                <a:gdLst>
                  <a:gd name="T0" fmla="*/ 0 w 2183"/>
                  <a:gd name="T1" fmla="*/ 0 h 497"/>
                  <a:gd name="T2" fmla="*/ 0 w 2183"/>
                  <a:gd name="T3" fmla="*/ 0 h 497"/>
                  <a:gd name="T4" fmla="*/ 0 w 2183"/>
                  <a:gd name="T5" fmla="*/ 0 h 497"/>
                  <a:gd name="T6" fmla="*/ 0 w 2183"/>
                  <a:gd name="T7" fmla="*/ 0 h 497"/>
                  <a:gd name="T8" fmla="*/ 0 60000 65536"/>
                  <a:gd name="T9" fmla="*/ 0 60000 65536"/>
                  <a:gd name="T10" fmla="*/ 0 60000 65536"/>
                  <a:gd name="T11" fmla="*/ 0 60000 65536"/>
                  <a:gd name="T12" fmla="*/ 0 w 2183"/>
                  <a:gd name="T13" fmla="*/ 0 h 497"/>
                  <a:gd name="T14" fmla="*/ 2183 w 2183"/>
                  <a:gd name="T15" fmla="*/ 497 h 497"/>
                </a:gdLst>
                <a:ahLst/>
                <a:cxnLst>
                  <a:cxn ang="T8">
                    <a:pos x="T0" y="T1"/>
                  </a:cxn>
                  <a:cxn ang="T9">
                    <a:pos x="T2" y="T3"/>
                  </a:cxn>
                  <a:cxn ang="T10">
                    <a:pos x="T4" y="T5"/>
                  </a:cxn>
                  <a:cxn ang="T11">
                    <a:pos x="T6" y="T7"/>
                  </a:cxn>
                </a:cxnLst>
                <a:rect l="T12" t="T13" r="T14" b="T15"/>
                <a:pathLst>
                  <a:path w="2183" h="497">
                    <a:moveTo>
                      <a:pt x="2183" y="497"/>
                    </a:moveTo>
                    <a:lnTo>
                      <a:pt x="2183" y="55"/>
                    </a:lnTo>
                    <a:lnTo>
                      <a:pt x="2139" y="0"/>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33" name="Line 139"/>
              <p:cNvSpPr>
                <a:spLocks noChangeShapeType="1"/>
              </p:cNvSpPr>
              <p:nvPr/>
            </p:nvSpPr>
            <p:spPr bwMode="auto">
              <a:xfrm flipH="1">
                <a:off x="4583" y="3468"/>
                <a:ext cx="6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34" name="Freeform 140"/>
              <p:cNvSpPr>
                <a:spLocks/>
              </p:cNvSpPr>
              <p:nvPr/>
            </p:nvSpPr>
            <p:spPr bwMode="auto">
              <a:xfrm>
                <a:off x="4425" y="3491"/>
                <a:ext cx="513" cy="370"/>
              </a:xfrm>
              <a:custGeom>
                <a:avLst/>
                <a:gdLst>
                  <a:gd name="T0" fmla="*/ 0 w 4099"/>
                  <a:gd name="T1" fmla="*/ 0 h 2963"/>
                  <a:gd name="T2" fmla="*/ 0 w 4099"/>
                  <a:gd name="T3" fmla="*/ 0 h 2963"/>
                  <a:gd name="T4" fmla="*/ 0 w 4099"/>
                  <a:gd name="T5" fmla="*/ 0 h 2963"/>
                  <a:gd name="T6" fmla="*/ 0 w 4099"/>
                  <a:gd name="T7" fmla="*/ 0 h 2963"/>
                  <a:gd name="T8" fmla="*/ 0 w 4099"/>
                  <a:gd name="T9" fmla="*/ 0 h 2963"/>
                  <a:gd name="T10" fmla="*/ 0 w 4099"/>
                  <a:gd name="T11" fmla="*/ 0 h 2963"/>
                  <a:gd name="T12" fmla="*/ 0 w 4099"/>
                  <a:gd name="T13" fmla="*/ 0 h 2963"/>
                  <a:gd name="T14" fmla="*/ 0 w 4099"/>
                  <a:gd name="T15" fmla="*/ 0 h 2963"/>
                  <a:gd name="T16" fmla="*/ 0 60000 65536"/>
                  <a:gd name="T17" fmla="*/ 0 60000 65536"/>
                  <a:gd name="T18" fmla="*/ 0 60000 65536"/>
                  <a:gd name="T19" fmla="*/ 0 60000 65536"/>
                  <a:gd name="T20" fmla="*/ 0 60000 65536"/>
                  <a:gd name="T21" fmla="*/ 0 60000 65536"/>
                  <a:gd name="T22" fmla="*/ 0 60000 65536"/>
                  <a:gd name="T23" fmla="*/ 0 60000 65536"/>
                  <a:gd name="T24" fmla="*/ 0 w 4099"/>
                  <a:gd name="T25" fmla="*/ 0 h 2963"/>
                  <a:gd name="T26" fmla="*/ 4099 w 4099"/>
                  <a:gd name="T27" fmla="*/ 2963 h 29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99" h="2963">
                    <a:moveTo>
                      <a:pt x="581" y="0"/>
                    </a:moveTo>
                    <a:lnTo>
                      <a:pt x="0" y="401"/>
                    </a:lnTo>
                    <a:lnTo>
                      <a:pt x="0" y="2778"/>
                    </a:lnTo>
                    <a:lnTo>
                      <a:pt x="1702" y="2963"/>
                    </a:lnTo>
                    <a:lnTo>
                      <a:pt x="4032" y="2709"/>
                    </a:lnTo>
                    <a:lnTo>
                      <a:pt x="4055" y="2691"/>
                    </a:lnTo>
                    <a:lnTo>
                      <a:pt x="4099" y="2617"/>
                    </a:lnTo>
                    <a:lnTo>
                      <a:pt x="4099" y="181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35" name="Freeform 141"/>
              <p:cNvSpPr>
                <a:spLocks/>
              </p:cNvSpPr>
              <p:nvPr/>
            </p:nvSpPr>
            <p:spPr bwMode="auto">
              <a:xfrm>
                <a:off x="4629" y="3468"/>
                <a:ext cx="9" cy="393"/>
              </a:xfrm>
              <a:custGeom>
                <a:avLst/>
                <a:gdLst>
                  <a:gd name="T0" fmla="*/ 0 w 70"/>
                  <a:gd name="T1" fmla="*/ 0 h 3147"/>
                  <a:gd name="T2" fmla="*/ 0 w 70"/>
                  <a:gd name="T3" fmla="*/ 0 h 3147"/>
                  <a:gd name="T4" fmla="*/ 0 w 70"/>
                  <a:gd name="T5" fmla="*/ 0 h 3147"/>
                  <a:gd name="T6" fmla="*/ 0 w 70"/>
                  <a:gd name="T7" fmla="*/ 0 h 3147"/>
                  <a:gd name="T8" fmla="*/ 0 60000 65536"/>
                  <a:gd name="T9" fmla="*/ 0 60000 65536"/>
                  <a:gd name="T10" fmla="*/ 0 60000 65536"/>
                  <a:gd name="T11" fmla="*/ 0 60000 65536"/>
                  <a:gd name="T12" fmla="*/ 0 w 70"/>
                  <a:gd name="T13" fmla="*/ 0 h 3147"/>
                  <a:gd name="T14" fmla="*/ 70 w 70"/>
                  <a:gd name="T15" fmla="*/ 3147 h 3147"/>
                </a:gdLst>
                <a:ahLst/>
                <a:cxnLst>
                  <a:cxn ang="T8">
                    <a:pos x="T0" y="T1"/>
                  </a:cxn>
                  <a:cxn ang="T9">
                    <a:pos x="T2" y="T3"/>
                  </a:cxn>
                  <a:cxn ang="T10">
                    <a:pos x="T4" y="T5"/>
                  </a:cxn>
                  <a:cxn ang="T11">
                    <a:pos x="T6" y="T7"/>
                  </a:cxn>
                </a:cxnLst>
                <a:rect l="T12" t="T13" r="T14" b="T15"/>
                <a:pathLst>
                  <a:path w="70" h="3147">
                    <a:moveTo>
                      <a:pt x="70" y="0"/>
                    </a:moveTo>
                    <a:lnTo>
                      <a:pt x="0" y="92"/>
                    </a:lnTo>
                    <a:lnTo>
                      <a:pt x="0" y="3035"/>
                    </a:lnTo>
                    <a:lnTo>
                      <a:pt x="70" y="314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36" name="Freeform 142"/>
              <p:cNvSpPr>
                <a:spLocks/>
              </p:cNvSpPr>
              <p:nvPr/>
            </p:nvSpPr>
            <p:spPr bwMode="auto">
              <a:xfrm>
                <a:off x="4869" y="3836"/>
                <a:ext cx="120" cy="105"/>
              </a:xfrm>
              <a:custGeom>
                <a:avLst/>
                <a:gdLst>
                  <a:gd name="T0" fmla="*/ 0 w 962"/>
                  <a:gd name="T1" fmla="*/ 0 h 840"/>
                  <a:gd name="T2" fmla="*/ 0 w 962"/>
                  <a:gd name="T3" fmla="*/ 0 h 840"/>
                  <a:gd name="T4" fmla="*/ 0 w 962"/>
                  <a:gd name="T5" fmla="*/ 0 h 840"/>
                  <a:gd name="T6" fmla="*/ 0 60000 65536"/>
                  <a:gd name="T7" fmla="*/ 0 60000 65536"/>
                  <a:gd name="T8" fmla="*/ 0 60000 65536"/>
                  <a:gd name="T9" fmla="*/ 0 w 962"/>
                  <a:gd name="T10" fmla="*/ 0 h 840"/>
                  <a:gd name="T11" fmla="*/ 962 w 962"/>
                  <a:gd name="T12" fmla="*/ 840 h 840"/>
                </a:gdLst>
                <a:ahLst/>
                <a:cxnLst>
                  <a:cxn ang="T6">
                    <a:pos x="T0" y="T1"/>
                  </a:cxn>
                  <a:cxn ang="T7">
                    <a:pos x="T2" y="T3"/>
                  </a:cxn>
                  <a:cxn ang="T8">
                    <a:pos x="T4" y="T5"/>
                  </a:cxn>
                </a:cxnLst>
                <a:rect l="T9" t="T10" r="T11" b="T12"/>
                <a:pathLst>
                  <a:path w="962" h="840">
                    <a:moveTo>
                      <a:pt x="0" y="0"/>
                    </a:moveTo>
                    <a:lnTo>
                      <a:pt x="962" y="73"/>
                    </a:lnTo>
                    <a:lnTo>
                      <a:pt x="962" y="84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37" name="Freeform 143"/>
              <p:cNvSpPr>
                <a:spLocks/>
              </p:cNvSpPr>
              <p:nvPr/>
            </p:nvSpPr>
            <p:spPr bwMode="auto">
              <a:xfrm>
                <a:off x="4340" y="3843"/>
                <a:ext cx="649" cy="51"/>
              </a:xfrm>
              <a:custGeom>
                <a:avLst/>
                <a:gdLst>
                  <a:gd name="T0" fmla="*/ 0 w 5194"/>
                  <a:gd name="T1" fmla="*/ 0 h 407"/>
                  <a:gd name="T2" fmla="*/ 0 w 5194"/>
                  <a:gd name="T3" fmla="*/ 0 h 407"/>
                  <a:gd name="T4" fmla="*/ 0 w 5194"/>
                  <a:gd name="T5" fmla="*/ 0 h 407"/>
                  <a:gd name="T6" fmla="*/ 0 w 5194"/>
                  <a:gd name="T7" fmla="*/ 0 h 407"/>
                  <a:gd name="T8" fmla="*/ 0 60000 65536"/>
                  <a:gd name="T9" fmla="*/ 0 60000 65536"/>
                  <a:gd name="T10" fmla="*/ 0 60000 65536"/>
                  <a:gd name="T11" fmla="*/ 0 60000 65536"/>
                  <a:gd name="T12" fmla="*/ 0 w 5194"/>
                  <a:gd name="T13" fmla="*/ 0 h 407"/>
                  <a:gd name="T14" fmla="*/ 5194 w 5194"/>
                  <a:gd name="T15" fmla="*/ 407 h 407"/>
                </a:gdLst>
                <a:ahLst/>
                <a:cxnLst>
                  <a:cxn ang="T8">
                    <a:pos x="T0" y="T1"/>
                  </a:cxn>
                  <a:cxn ang="T9">
                    <a:pos x="T2" y="T3"/>
                  </a:cxn>
                  <a:cxn ang="T10">
                    <a:pos x="T4" y="T5"/>
                  </a:cxn>
                  <a:cxn ang="T11">
                    <a:pos x="T6" y="T7"/>
                  </a:cxn>
                </a:cxnLst>
                <a:rect l="T12" t="T13" r="T14" b="T15"/>
                <a:pathLst>
                  <a:path w="5194" h="407">
                    <a:moveTo>
                      <a:pt x="5194" y="23"/>
                    </a:moveTo>
                    <a:lnTo>
                      <a:pt x="2270" y="407"/>
                    </a:lnTo>
                    <a:lnTo>
                      <a:pt x="0" y="150"/>
                    </a:lnTo>
                    <a:lnTo>
                      <a:pt x="1026"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38" name="Freeform 144"/>
              <p:cNvSpPr>
                <a:spLocks/>
              </p:cNvSpPr>
              <p:nvPr/>
            </p:nvSpPr>
            <p:spPr bwMode="auto">
              <a:xfrm>
                <a:off x="4340" y="3861"/>
                <a:ext cx="283" cy="149"/>
              </a:xfrm>
              <a:custGeom>
                <a:avLst/>
                <a:gdLst>
                  <a:gd name="T0" fmla="*/ 0 w 2270"/>
                  <a:gd name="T1" fmla="*/ 0 h 1187"/>
                  <a:gd name="T2" fmla="*/ 0 w 2270"/>
                  <a:gd name="T3" fmla="*/ 0 h 1187"/>
                  <a:gd name="T4" fmla="*/ 0 w 2270"/>
                  <a:gd name="T5" fmla="*/ 0 h 1187"/>
                  <a:gd name="T6" fmla="*/ 0 w 2270"/>
                  <a:gd name="T7" fmla="*/ 0 h 1187"/>
                  <a:gd name="T8" fmla="*/ 0 60000 65536"/>
                  <a:gd name="T9" fmla="*/ 0 60000 65536"/>
                  <a:gd name="T10" fmla="*/ 0 60000 65536"/>
                  <a:gd name="T11" fmla="*/ 0 60000 65536"/>
                  <a:gd name="T12" fmla="*/ 0 w 2270"/>
                  <a:gd name="T13" fmla="*/ 0 h 1187"/>
                  <a:gd name="T14" fmla="*/ 2270 w 2270"/>
                  <a:gd name="T15" fmla="*/ 1187 h 1187"/>
                </a:gdLst>
                <a:ahLst/>
                <a:cxnLst>
                  <a:cxn ang="T8">
                    <a:pos x="T0" y="T1"/>
                  </a:cxn>
                  <a:cxn ang="T9">
                    <a:pos x="T2" y="T3"/>
                  </a:cxn>
                  <a:cxn ang="T10">
                    <a:pos x="T4" y="T5"/>
                  </a:cxn>
                  <a:cxn ang="T11">
                    <a:pos x="T6" y="T7"/>
                  </a:cxn>
                </a:cxnLst>
                <a:rect l="T12" t="T13" r="T14" b="T15"/>
                <a:pathLst>
                  <a:path w="2270" h="1187">
                    <a:moveTo>
                      <a:pt x="0" y="0"/>
                    </a:moveTo>
                    <a:lnTo>
                      <a:pt x="0" y="876"/>
                    </a:lnTo>
                    <a:lnTo>
                      <a:pt x="2270" y="1187"/>
                    </a:lnTo>
                    <a:lnTo>
                      <a:pt x="2270" y="25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39" name="Line 145"/>
              <p:cNvSpPr>
                <a:spLocks noChangeShapeType="1"/>
              </p:cNvSpPr>
              <p:nvPr/>
            </p:nvSpPr>
            <p:spPr bwMode="auto">
              <a:xfrm flipH="1">
                <a:off x="4982" y="4003"/>
                <a:ext cx="94" cy="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40" name="Freeform 146"/>
              <p:cNvSpPr>
                <a:spLocks/>
              </p:cNvSpPr>
              <p:nvPr/>
            </p:nvSpPr>
            <p:spPr bwMode="auto">
              <a:xfrm>
                <a:off x="4633" y="3969"/>
                <a:ext cx="205" cy="77"/>
              </a:xfrm>
              <a:custGeom>
                <a:avLst/>
                <a:gdLst>
                  <a:gd name="T0" fmla="*/ 0 w 1644"/>
                  <a:gd name="T1" fmla="*/ 0 h 620"/>
                  <a:gd name="T2" fmla="*/ 0 w 1644"/>
                  <a:gd name="T3" fmla="*/ 0 h 620"/>
                  <a:gd name="T4" fmla="*/ 0 w 1644"/>
                  <a:gd name="T5" fmla="*/ 0 h 620"/>
                  <a:gd name="T6" fmla="*/ 0 w 1644"/>
                  <a:gd name="T7" fmla="*/ 0 h 620"/>
                  <a:gd name="T8" fmla="*/ 0 60000 65536"/>
                  <a:gd name="T9" fmla="*/ 0 60000 65536"/>
                  <a:gd name="T10" fmla="*/ 0 60000 65536"/>
                  <a:gd name="T11" fmla="*/ 0 60000 65536"/>
                  <a:gd name="T12" fmla="*/ 0 w 1644"/>
                  <a:gd name="T13" fmla="*/ 0 h 620"/>
                  <a:gd name="T14" fmla="*/ 1644 w 1644"/>
                  <a:gd name="T15" fmla="*/ 620 h 620"/>
                </a:gdLst>
                <a:ahLst/>
                <a:cxnLst>
                  <a:cxn ang="T8">
                    <a:pos x="T0" y="T1"/>
                  </a:cxn>
                  <a:cxn ang="T9">
                    <a:pos x="T2" y="T3"/>
                  </a:cxn>
                  <a:cxn ang="T10">
                    <a:pos x="T4" y="T5"/>
                  </a:cxn>
                  <a:cxn ang="T11">
                    <a:pos x="T6" y="T7"/>
                  </a:cxn>
                </a:cxnLst>
                <a:rect l="T12" t="T13" r="T14" b="T15"/>
                <a:pathLst>
                  <a:path w="1644" h="620">
                    <a:moveTo>
                      <a:pt x="1644" y="567"/>
                    </a:moveTo>
                    <a:lnTo>
                      <a:pt x="1245" y="620"/>
                    </a:lnTo>
                    <a:lnTo>
                      <a:pt x="0" y="183"/>
                    </a:lnTo>
                    <a:lnTo>
                      <a:pt x="1301"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1" name="Freeform 147"/>
              <p:cNvSpPr>
                <a:spLocks/>
              </p:cNvSpPr>
              <p:nvPr/>
            </p:nvSpPr>
            <p:spPr bwMode="auto">
              <a:xfrm>
                <a:off x="4957" y="3937"/>
                <a:ext cx="142" cy="18"/>
              </a:xfrm>
              <a:custGeom>
                <a:avLst/>
                <a:gdLst>
                  <a:gd name="T0" fmla="*/ 0 w 1134"/>
                  <a:gd name="T1" fmla="*/ 0 h 143"/>
                  <a:gd name="T2" fmla="*/ 0 w 1134"/>
                  <a:gd name="T3" fmla="*/ 0 h 143"/>
                  <a:gd name="T4" fmla="*/ 0 w 1134"/>
                  <a:gd name="T5" fmla="*/ 0 h 143"/>
                  <a:gd name="T6" fmla="*/ 0 60000 65536"/>
                  <a:gd name="T7" fmla="*/ 0 60000 65536"/>
                  <a:gd name="T8" fmla="*/ 0 60000 65536"/>
                  <a:gd name="T9" fmla="*/ 0 w 1134"/>
                  <a:gd name="T10" fmla="*/ 0 h 143"/>
                  <a:gd name="T11" fmla="*/ 1134 w 1134"/>
                  <a:gd name="T12" fmla="*/ 143 h 143"/>
                </a:gdLst>
                <a:ahLst/>
                <a:cxnLst>
                  <a:cxn ang="T6">
                    <a:pos x="T0" y="T1"/>
                  </a:cxn>
                  <a:cxn ang="T7">
                    <a:pos x="T2" y="T3"/>
                  </a:cxn>
                  <a:cxn ang="T8">
                    <a:pos x="T4" y="T5"/>
                  </a:cxn>
                </a:cxnLst>
                <a:rect l="T9" t="T10" r="T11" b="T12"/>
                <a:pathLst>
                  <a:path w="1134" h="143">
                    <a:moveTo>
                      <a:pt x="0" y="73"/>
                    </a:moveTo>
                    <a:lnTo>
                      <a:pt x="620" y="0"/>
                    </a:lnTo>
                    <a:lnTo>
                      <a:pt x="1134" y="14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2" name="Freeform 148"/>
              <p:cNvSpPr>
                <a:spLocks/>
              </p:cNvSpPr>
              <p:nvPr/>
            </p:nvSpPr>
            <p:spPr bwMode="auto">
              <a:xfrm>
                <a:off x="4627" y="3992"/>
                <a:ext cx="163" cy="70"/>
              </a:xfrm>
              <a:custGeom>
                <a:avLst/>
                <a:gdLst>
                  <a:gd name="T0" fmla="*/ 0 w 1305"/>
                  <a:gd name="T1" fmla="*/ 0 h 567"/>
                  <a:gd name="T2" fmla="*/ 0 w 1305"/>
                  <a:gd name="T3" fmla="*/ 0 h 567"/>
                  <a:gd name="T4" fmla="*/ 0 w 1305"/>
                  <a:gd name="T5" fmla="*/ 0 h 567"/>
                  <a:gd name="T6" fmla="*/ 0 w 1305"/>
                  <a:gd name="T7" fmla="*/ 0 h 567"/>
                  <a:gd name="T8" fmla="*/ 0 60000 65536"/>
                  <a:gd name="T9" fmla="*/ 0 60000 65536"/>
                  <a:gd name="T10" fmla="*/ 0 60000 65536"/>
                  <a:gd name="T11" fmla="*/ 0 60000 65536"/>
                  <a:gd name="T12" fmla="*/ 0 w 1305"/>
                  <a:gd name="T13" fmla="*/ 0 h 567"/>
                  <a:gd name="T14" fmla="*/ 1305 w 1305"/>
                  <a:gd name="T15" fmla="*/ 567 h 567"/>
                </a:gdLst>
                <a:ahLst/>
                <a:cxnLst>
                  <a:cxn ang="T8">
                    <a:pos x="T0" y="T1"/>
                  </a:cxn>
                  <a:cxn ang="T9">
                    <a:pos x="T2" y="T3"/>
                  </a:cxn>
                  <a:cxn ang="T10">
                    <a:pos x="T4" y="T5"/>
                  </a:cxn>
                  <a:cxn ang="T11">
                    <a:pos x="T6" y="T7"/>
                  </a:cxn>
                </a:cxnLst>
                <a:rect l="T12" t="T13" r="T14" b="T15"/>
                <a:pathLst>
                  <a:path w="1305" h="567">
                    <a:moveTo>
                      <a:pt x="28" y="0"/>
                    </a:moveTo>
                    <a:lnTo>
                      <a:pt x="0" y="255"/>
                    </a:lnTo>
                    <a:lnTo>
                      <a:pt x="1277" y="567"/>
                    </a:lnTo>
                    <a:lnTo>
                      <a:pt x="1305" y="43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3" name="Line 149"/>
              <p:cNvSpPr>
                <a:spLocks noChangeShapeType="1"/>
              </p:cNvSpPr>
              <p:nvPr/>
            </p:nvSpPr>
            <p:spPr bwMode="auto">
              <a:xfrm flipV="1">
                <a:off x="4787" y="4054"/>
                <a:ext cx="60"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44" name="Freeform 150"/>
              <p:cNvSpPr>
                <a:spLocks/>
              </p:cNvSpPr>
              <p:nvPr/>
            </p:nvSpPr>
            <p:spPr bwMode="auto">
              <a:xfrm>
                <a:off x="4179" y="3970"/>
                <a:ext cx="162" cy="324"/>
              </a:xfrm>
              <a:custGeom>
                <a:avLst/>
                <a:gdLst>
                  <a:gd name="T0" fmla="*/ 0 w 1293"/>
                  <a:gd name="T1" fmla="*/ 0 h 2592"/>
                  <a:gd name="T2" fmla="*/ 0 w 1293"/>
                  <a:gd name="T3" fmla="*/ 0 h 2592"/>
                  <a:gd name="T4" fmla="*/ 0 w 1293"/>
                  <a:gd name="T5" fmla="*/ 0 h 2592"/>
                  <a:gd name="T6" fmla="*/ 0 60000 65536"/>
                  <a:gd name="T7" fmla="*/ 0 60000 65536"/>
                  <a:gd name="T8" fmla="*/ 0 60000 65536"/>
                  <a:gd name="T9" fmla="*/ 0 w 1293"/>
                  <a:gd name="T10" fmla="*/ 0 h 2592"/>
                  <a:gd name="T11" fmla="*/ 1293 w 1293"/>
                  <a:gd name="T12" fmla="*/ 2592 h 2592"/>
                </a:gdLst>
                <a:ahLst/>
                <a:cxnLst>
                  <a:cxn ang="T6">
                    <a:pos x="T0" y="T1"/>
                  </a:cxn>
                  <a:cxn ang="T7">
                    <a:pos x="T2" y="T3"/>
                  </a:cxn>
                  <a:cxn ang="T8">
                    <a:pos x="T4" y="T5"/>
                  </a:cxn>
                </a:cxnLst>
                <a:rect l="T9" t="T10" r="T11" b="T12"/>
                <a:pathLst>
                  <a:path w="1293" h="2592">
                    <a:moveTo>
                      <a:pt x="1293" y="0"/>
                    </a:moveTo>
                    <a:lnTo>
                      <a:pt x="0" y="235"/>
                    </a:lnTo>
                    <a:lnTo>
                      <a:pt x="0" y="259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5" name="Freeform 151"/>
              <p:cNvSpPr>
                <a:spLocks/>
              </p:cNvSpPr>
              <p:nvPr/>
            </p:nvSpPr>
            <p:spPr bwMode="auto">
              <a:xfrm>
                <a:off x="4179" y="3999"/>
                <a:ext cx="684" cy="91"/>
              </a:xfrm>
              <a:custGeom>
                <a:avLst/>
                <a:gdLst>
                  <a:gd name="T0" fmla="*/ 0 w 5474"/>
                  <a:gd name="T1" fmla="*/ 0 h 732"/>
                  <a:gd name="T2" fmla="*/ 0 w 5474"/>
                  <a:gd name="T3" fmla="*/ 0 h 732"/>
                  <a:gd name="T4" fmla="*/ 0 w 5474"/>
                  <a:gd name="T5" fmla="*/ 0 h 732"/>
                  <a:gd name="T6" fmla="*/ 0 60000 65536"/>
                  <a:gd name="T7" fmla="*/ 0 60000 65536"/>
                  <a:gd name="T8" fmla="*/ 0 60000 65536"/>
                  <a:gd name="T9" fmla="*/ 0 w 5474"/>
                  <a:gd name="T10" fmla="*/ 0 h 732"/>
                  <a:gd name="T11" fmla="*/ 5474 w 5474"/>
                  <a:gd name="T12" fmla="*/ 732 h 732"/>
                </a:gdLst>
                <a:ahLst/>
                <a:cxnLst>
                  <a:cxn ang="T6">
                    <a:pos x="T0" y="T1"/>
                  </a:cxn>
                  <a:cxn ang="T7">
                    <a:pos x="T2" y="T3"/>
                  </a:cxn>
                  <a:cxn ang="T8">
                    <a:pos x="T4" y="T5"/>
                  </a:cxn>
                </a:cxnLst>
                <a:rect l="T9" t="T10" r="T11" b="T12"/>
                <a:pathLst>
                  <a:path w="5474" h="732">
                    <a:moveTo>
                      <a:pt x="0" y="0"/>
                    </a:moveTo>
                    <a:lnTo>
                      <a:pt x="4553" y="732"/>
                    </a:lnTo>
                    <a:lnTo>
                      <a:pt x="5474" y="56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6" name="Line 152"/>
              <p:cNvSpPr>
                <a:spLocks noChangeShapeType="1"/>
              </p:cNvSpPr>
              <p:nvPr/>
            </p:nvSpPr>
            <p:spPr bwMode="auto">
              <a:xfrm>
                <a:off x="4748" y="4093"/>
                <a:ext cx="1" cy="20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47" name="Freeform 153"/>
              <p:cNvSpPr>
                <a:spLocks/>
              </p:cNvSpPr>
              <p:nvPr/>
            </p:nvSpPr>
            <p:spPr bwMode="auto">
              <a:xfrm>
                <a:off x="4414" y="3020"/>
                <a:ext cx="15" cy="15"/>
              </a:xfrm>
              <a:custGeom>
                <a:avLst/>
                <a:gdLst>
                  <a:gd name="T0" fmla="*/ 0 w 122"/>
                  <a:gd name="T1" fmla="*/ 0 h 119"/>
                  <a:gd name="T2" fmla="*/ 0 w 122"/>
                  <a:gd name="T3" fmla="*/ 0 h 119"/>
                  <a:gd name="T4" fmla="*/ 0 w 122"/>
                  <a:gd name="T5" fmla="*/ 0 h 119"/>
                  <a:gd name="T6" fmla="*/ 0 w 122"/>
                  <a:gd name="T7" fmla="*/ 0 h 119"/>
                  <a:gd name="T8" fmla="*/ 0 w 122"/>
                  <a:gd name="T9" fmla="*/ 0 h 119"/>
                  <a:gd name="T10" fmla="*/ 0 w 122"/>
                  <a:gd name="T11" fmla="*/ 0 h 119"/>
                  <a:gd name="T12" fmla="*/ 0 w 122"/>
                  <a:gd name="T13" fmla="*/ 0 h 119"/>
                  <a:gd name="T14" fmla="*/ 0 w 122"/>
                  <a:gd name="T15" fmla="*/ 0 h 119"/>
                  <a:gd name="T16" fmla="*/ 0 w 122"/>
                  <a:gd name="T17" fmla="*/ 0 h 119"/>
                  <a:gd name="T18" fmla="*/ 0 w 122"/>
                  <a:gd name="T19" fmla="*/ 0 h 119"/>
                  <a:gd name="T20" fmla="*/ 0 w 122"/>
                  <a:gd name="T21" fmla="*/ 0 h 119"/>
                  <a:gd name="T22" fmla="*/ 0 w 122"/>
                  <a:gd name="T23" fmla="*/ 0 h 119"/>
                  <a:gd name="T24" fmla="*/ 0 w 122"/>
                  <a:gd name="T25" fmla="*/ 0 h 119"/>
                  <a:gd name="T26" fmla="*/ 0 w 122"/>
                  <a:gd name="T27" fmla="*/ 0 h 119"/>
                  <a:gd name="T28" fmla="*/ 0 w 122"/>
                  <a:gd name="T29" fmla="*/ 0 h 119"/>
                  <a:gd name="T30" fmla="*/ 0 w 122"/>
                  <a:gd name="T31" fmla="*/ 0 h 119"/>
                  <a:gd name="T32" fmla="*/ 0 w 122"/>
                  <a:gd name="T33" fmla="*/ 0 h 119"/>
                  <a:gd name="T34" fmla="*/ 0 w 122"/>
                  <a:gd name="T35" fmla="*/ 0 h 119"/>
                  <a:gd name="T36" fmla="*/ 0 w 122"/>
                  <a:gd name="T37" fmla="*/ 0 h 119"/>
                  <a:gd name="T38" fmla="*/ 0 w 122"/>
                  <a:gd name="T39" fmla="*/ 0 h 119"/>
                  <a:gd name="T40" fmla="*/ 0 w 122"/>
                  <a:gd name="T41" fmla="*/ 0 h 11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2"/>
                  <a:gd name="T64" fmla="*/ 0 h 119"/>
                  <a:gd name="T65" fmla="*/ 122 w 122"/>
                  <a:gd name="T66" fmla="*/ 119 h 11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2" h="119">
                    <a:moveTo>
                      <a:pt x="122" y="57"/>
                    </a:moveTo>
                    <a:lnTo>
                      <a:pt x="117" y="44"/>
                    </a:lnTo>
                    <a:lnTo>
                      <a:pt x="106" y="25"/>
                    </a:lnTo>
                    <a:lnTo>
                      <a:pt x="95" y="13"/>
                    </a:lnTo>
                    <a:lnTo>
                      <a:pt x="76" y="4"/>
                    </a:lnTo>
                    <a:lnTo>
                      <a:pt x="60" y="0"/>
                    </a:lnTo>
                    <a:lnTo>
                      <a:pt x="41" y="4"/>
                    </a:lnTo>
                    <a:lnTo>
                      <a:pt x="25" y="13"/>
                    </a:lnTo>
                    <a:lnTo>
                      <a:pt x="12" y="29"/>
                    </a:lnTo>
                    <a:lnTo>
                      <a:pt x="0" y="44"/>
                    </a:lnTo>
                    <a:lnTo>
                      <a:pt x="0" y="64"/>
                    </a:lnTo>
                    <a:lnTo>
                      <a:pt x="5" y="82"/>
                    </a:lnTo>
                    <a:lnTo>
                      <a:pt x="14" y="99"/>
                    </a:lnTo>
                    <a:lnTo>
                      <a:pt x="27" y="110"/>
                    </a:lnTo>
                    <a:lnTo>
                      <a:pt x="47" y="119"/>
                    </a:lnTo>
                    <a:lnTo>
                      <a:pt x="62" y="119"/>
                    </a:lnTo>
                    <a:lnTo>
                      <a:pt x="83" y="115"/>
                    </a:lnTo>
                    <a:lnTo>
                      <a:pt x="99" y="106"/>
                    </a:lnTo>
                    <a:lnTo>
                      <a:pt x="113" y="92"/>
                    </a:lnTo>
                    <a:lnTo>
                      <a:pt x="120" y="69"/>
                    </a:lnTo>
                    <a:lnTo>
                      <a:pt x="122" y="57"/>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8" name="Freeform 154"/>
              <p:cNvSpPr>
                <a:spLocks/>
              </p:cNvSpPr>
              <p:nvPr/>
            </p:nvSpPr>
            <p:spPr bwMode="auto">
              <a:xfrm>
                <a:off x="4642" y="3482"/>
                <a:ext cx="283" cy="365"/>
              </a:xfrm>
              <a:custGeom>
                <a:avLst/>
                <a:gdLst>
                  <a:gd name="T0" fmla="*/ 0 w 2269"/>
                  <a:gd name="T1" fmla="*/ 0 h 2925"/>
                  <a:gd name="T2" fmla="*/ 0 w 2269"/>
                  <a:gd name="T3" fmla="*/ 0 h 2925"/>
                  <a:gd name="T4" fmla="*/ 0 w 2269"/>
                  <a:gd name="T5" fmla="*/ 0 h 2925"/>
                  <a:gd name="T6" fmla="*/ 0 w 2269"/>
                  <a:gd name="T7" fmla="*/ 0 h 2925"/>
                  <a:gd name="T8" fmla="*/ 0 w 2269"/>
                  <a:gd name="T9" fmla="*/ 0 h 2925"/>
                  <a:gd name="T10" fmla="*/ 0 w 2269"/>
                  <a:gd name="T11" fmla="*/ 0 h 2925"/>
                  <a:gd name="T12" fmla="*/ 0 w 2269"/>
                  <a:gd name="T13" fmla="*/ 0 h 2925"/>
                  <a:gd name="T14" fmla="*/ 0 w 2269"/>
                  <a:gd name="T15" fmla="*/ 0 h 2925"/>
                  <a:gd name="T16" fmla="*/ 0 w 2269"/>
                  <a:gd name="T17" fmla="*/ 0 h 2925"/>
                  <a:gd name="T18" fmla="*/ 0 w 2269"/>
                  <a:gd name="T19" fmla="*/ 0 h 2925"/>
                  <a:gd name="T20" fmla="*/ 0 w 2269"/>
                  <a:gd name="T21" fmla="*/ 0 h 2925"/>
                  <a:gd name="T22" fmla="*/ 0 w 2269"/>
                  <a:gd name="T23" fmla="*/ 0 h 2925"/>
                  <a:gd name="T24" fmla="*/ 0 w 2269"/>
                  <a:gd name="T25" fmla="*/ 0 h 29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69"/>
                  <a:gd name="T40" fmla="*/ 0 h 2925"/>
                  <a:gd name="T41" fmla="*/ 2269 w 2269"/>
                  <a:gd name="T42" fmla="*/ 2925 h 29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69" h="2925">
                    <a:moveTo>
                      <a:pt x="2257" y="1826"/>
                    </a:moveTo>
                    <a:lnTo>
                      <a:pt x="2170" y="1778"/>
                    </a:lnTo>
                    <a:lnTo>
                      <a:pt x="2129" y="1705"/>
                    </a:lnTo>
                    <a:lnTo>
                      <a:pt x="2129" y="1655"/>
                    </a:lnTo>
                    <a:lnTo>
                      <a:pt x="2257" y="1655"/>
                    </a:lnTo>
                    <a:lnTo>
                      <a:pt x="2269" y="1663"/>
                    </a:lnTo>
                    <a:lnTo>
                      <a:pt x="2269" y="0"/>
                    </a:lnTo>
                    <a:lnTo>
                      <a:pt x="0" y="0"/>
                    </a:lnTo>
                    <a:lnTo>
                      <a:pt x="0" y="2910"/>
                    </a:lnTo>
                    <a:lnTo>
                      <a:pt x="26" y="2925"/>
                    </a:lnTo>
                    <a:lnTo>
                      <a:pt x="2269" y="2691"/>
                    </a:lnTo>
                    <a:lnTo>
                      <a:pt x="2269" y="1848"/>
                    </a:lnTo>
                    <a:lnTo>
                      <a:pt x="2257" y="1826"/>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9" name="Freeform 155"/>
              <p:cNvSpPr>
                <a:spLocks/>
              </p:cNvSpPr>
              <p:nvPr/>
            </p:nvSpPr>
            <p:spPr bwMode="auto">
              <a:xfrm>
                <a:off x="4684" y="3502"/>
                <a:ext cx="209" cy="306"/>
              </a:xfrm>
              <a:custGeom>
                <a:avLst/>
                <a:gdLst>
                  <a:gd name="T0" fmla="*/ 0 w 1679"/>
                  <a:gd name="T1" fmla="*/ 0 h 2450"/>
                  <a:gd name="T2" fmla="*/ 0 w 1679"/>
                  <a:gd name="T3" fmla="*/ 0 h 2450"/>
                  <a:gd name="T4" fmla="*/ 0 w 1679"/>
                  <a:gd name="T5" fmla="*/ 0 h 2450"/>
                  <a:gd name="T6" fmla="*/ 0 w 1679"/>
                  <a:gd name="T7" fmla="*/ 0 h 2450"/>
                  <a:gd name="T8" fmla="*/ 0 w 1679"/>
                  <a:gd name="T9" fmla="*/ 0 h 2450"/>
                  <a:gd name="T10" fmla="*/ 0 w 1679"/>
                  <a:gd name="T11" fmla="*/ 0 h 2450"/>
                  <a:gd name="T12" fmla="*/ 0 w 1679"/>
                  <a:gd name="T13" fmla="*/ 0 h 2450"/>
                  <a:gd name="T14" fmla="*/ 0 w 1679"/>
                  <a:gd name="T15" fmla="*/ 0 h 2450"/>
                  <a:gd name="T16" fmla="*/ 0 w 1679"/>
                  <a:gd name="T17" fmla="*/ 0 h 2450"/>
                  <a:gd name="T18" fmla="*/ 0 w 1679"/>
                  <a:gd name="T19" fmla="*/ 0 h 2450"/>
                  <a:gd name="T20" fmla="*/ 0 w 1679"/>
                  <a:gd name="T21" fmla="*/ 0 h 2450"/>
                  <a:gd name="T22" fmla="*/ 0 w 1679"/>
                  <a:gd name="T23" fmla="*/ 0 h 2450"/>
                  <a:gd name="T24" fmla="*/ 0 w 1679"/>
                  <a:gd name="T25" fmla="*/ 0 h 2450"/>
                  <a:gd name="T26" fmla="*/ 0 w 1679"/>
                  <a:gd name="T27" fmla="*/ 0 h 2450"/>
                  <a:gd name="T28" fmla="*/ 0 w 1679"/>
                  <a:gd name="T29" fmla="*/ 0 h 2450"/>
                  <a:gd name="T30" fmla="*/ 0 w 1679"/>
                  <a:gd name="T31" fmla="*/ 0 h 2450"/>
                  <a:gd name="T32" fmla="*/ 0 w 1679"/>
                  <a:gd name="T33" fmla="*/ 0 h 2450"/>
                  <a:gd name="T34" fmla="*/ 0 w 1679"/>
                  <a:gd name="T35" fmla="*/ 0 h 2450"/>
                  <a:gd name="T36" fmla="*/ 0 w 1679"/>
                  <a:gd name="T37" fmla="*/ 0 h 2450"/>
                  <a:gd name="T38" fmla="*/ 0 w 1679"/>
                  <a:gd name="T39" fmla="*/ 0 h 2450"/>
                  <a:gd name="T40" fmla="*/ 0 w 1679"/>
                  <a:gd name="T41" fmla="*/ 0 h 2450"/>
                  <a:gd name="T42" fmla="*/ 0 w 1679"/>
                  <a:gd name="T43" fmla="*/ 0 h 2450"/>
                  <a:gd name="T44" fmla="*/ 0 w 1679"/>
                  <a:gd name="T45" fmla="*/ 0 h 2450"/>
                  <a:gd name="T46" fmla="*/ 0 w 1679"/>
                  <a:gd name="T47" fmla="*/ 0 h 2450"/>
                  <a:gd name="T48" fmla="*/ 0 w 1679"/>
                  <a:gd name="T49" fmla="*/ 0 h 2450"/>
                  <a:gd name="T50" fmla="*/ 0 w 1679"/>
                  <a:gd name="T51" fmla="*/ 0 h 2450"/>
                  <a:gd name="T52" fmla="*/ 0 w 1679"/>
                  <a:gd name="T53" fmla="*/ 0 h 2450"/>
                  <a:gd name="T54" fmla="*/ 0 w 1679"/>
                  <a:gd name="T55" fmla="*/ 0 h 2450"/>
                  <a:gd name="T56" fmla="*/ 0 w 1679"/>
                  <a:gd name="T57" fmla="*/ 0 h 2450"/>
                  <a:gd name="T58" fmla="*/ 0 w 1679"/>
                  <a:gd name="T59" fmla="*/ 0 h 2450"/>
                  <a:gd name="T60" fmla="*/ 0 w 1679"/>
                  <a:gd name="T61" fmla="*/ 0 h 2450"/>
                  <a:gd name="T62" fmla="*/ 0 w 1679"/>
                  <a:gd name="T63" fmla="*/ 0 h 2450"/>
                  <a:gd name="T64" fmla="*/ 0 w 1679"/>
                  <a:gd name="T65" fmla="*/ 0 h 2450"/>
                  <a:gd name="T66" fmla="*/ 0 w 1679"/>
                  <a:gd name="T67" fmla="*/ 0 h 2450"/>
                  <a:gd name="T68" fmla="*/ 0 w 1679"/>
                  <a:gd name="T69" fmla="*/ 0 h 2450"/>
                  <a:gd name="T70" fmla="*/ 0 w 1679"/>
                  <a:gd name="T71" fmla="*/ 0 h 2450"/>
                  <a:gd name="T72" fmla="*/ 0 w 1679"/>
                  <a:gd name="T73" fmla="*/ 0 h 2450"/>
                  <a:gd name="T74" fmla="*/ 0 w 1679"/>
                  <a:gd name="T75" fmla="*/ 0 h 2450"/>
                  <a:gd name="T76" fmla="*/ 0 w 1679"/>
                  <a:gd name="T77" fmla="*/ 0 h 2450"/>
                  <a:gd name="T78" fmla="*/ 0 w 1679"/>
                  <a:gd name="T79" fmla="*/ 0 h 2450"/>
                  <a:gd name="T80" fmla="*/ 0 w 1679"/>
                  <a:gd name="T81" fmla="*/ 0 h 2450"/>
                  <a:gd name="T82" fmla="*/ 0 w 1679"/>
                  <a:gd name="T83" fmla="*/ 0 h 2450"/>
                  <a:gd name="T84" fmla="*/ 0 w 1679"/>
                  <a:gd name="T85" fmla="*/ 0 h 2450"/>
                  <a:gd name="T86" fmla="*/ 0 w 1679"/>
                  <a:gd name="T87" fmla="*/ 0 h 2450"/>
                  <a:gd name="T88" fmla="*/ 0 w 1679"/>
                  <a:gd name="T89" fmla="*/ 0 h 24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79"/>
                  <a:gd name="T136" fmla="*/ 0 h 2450"/>
                  <a:gd name="T137" fmla="*/ 1679 w 1679"/>
                  <a:gd name="T138" fmla="*/ 2450 h 245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79" h="2450">
                    <a:moveTo>
                      <a:pt x="1679" y="1226"/>
                    </a:moveTo>
                    <a:lnTo>
                      <a:pt x="1672" y="1139"/>
                    </a:lnTo>
                    <a:lnTo>
                      <a:pt x="1666" y="1053"/>
                    </a:lnTo>
                    <a:lnTo>
                      <a:pt x="1654" y="970"/>
                    </a:lnTo>
                    <a:lnTo>
                      <a:pt x="1644" y="887"/>
                    </a:lnTo>
                    <a:lnTo>
                      <a:pt x="1622" y="802"/>
                    </a:lnTo>
                    <a:lnTo>
                      <a:pt x="1597" y="723"/>
                    </a:lnTo>
                    <a:lnTo>
                      <a:pt x="1576" y="649"/>
                    </a:lnTo>
                    <a:lnTo>
                      <a:pt x="1547" y="572"/>
                    </a:lnTo>
                    <a:lnTo>
                      <a:pt x="1511" y="500"/>
                    </a:lnTo>
                    <a:lnTo>
                      <a:pt x="1477" y="431"/>
                    </a:lnTo>
                    <a:lnTo>
                      <a:pt x="1439" y="371"/>
                    </a:lnTo>
                    <a:lnTo>
                      <a:pt x="1396" y="308"/>
                    </a:lnTo>
                    <a:lnTo>
                      <a:pt x="1349" y="258"/>
                    </a:lnTo>
                    <a:lnTo>
                      <a:pt x="1303" y="205"/>
                    </a:lnTo>
                    <a:lnTo>
                      <a:pt x="1253" y="159"/>
                    </a:lnTo>
                    <a:lnTo>
                      <a:pt x="1200" y="117"/>
                    </a:lnTo>
                    <a:lnTo>
                      <a:pt x="1145" y="87"/>
                    </a:lnTo>
                    <a:lnTo>
                      <a:pt x="1085" y="55"/>
                    </a:lnTo>
                    <a:lnTo>
                      <a:pt x="1031" y="36"/>
                    </a:lnTo>
                    <a:lnTo>
                      <a:pt x="974" y="20"/>
                    </a:lnTo>
                    <a:lnTo>
                      <a:pt x="914" y="7"/>
                    </a:lnTo>
                    <a:lnTo>
                      <a:pt x="857" y="0"/>
                    </a:lnTo>
                    <a:lnTo>
                      <a:pt x="804" y="4"/>
                    </a:lnTo>
                    <a:lnTo>
                      <a:pt x="741" y="9"/>
                    </a:lnTo>
                    <a:lnTo>
                      <a:pt x="683" y="20"/>
                    </a:lnTo>
                    <a:lnTo>
                      <a:pt x="621" y="40"/>
                    </a:lnTo>
                    <a:lnTo>
                      <a:pt x="566" y="64"/>
                    </a:lnTo>
                    <a:lnTo>
                      <a:pt x="512" y="92"/>
                    </a:lnTo>
                    <a:lnTo>
                      <a:pt x="459" y="130"/>
                    </a:lnTo>
                    <a:lnTo>
                      <a:pt x="404" y="172"/>
                    </a:lnTo>
                    <a:lnTo>
                      <a:pt x="356" y="216"/>
                    </a:lnTo>
                    <a:lnTo>
                      <a:pt x="310" y="273"/>
                    </a:lnTo>
                    <a:lnTo>
                      <a:pt x="266" y="325"/>
                    </a:lnTo>
                    <a:lnTo>
                      <a:pt x="224" y="387"/>
                    </a:lnTo>
                    <a:lnTo>
                      <a:pt x="185" y="451"/>
                    </a:lnTo>
                    <a:lnTo>
                      <a:pt x="151" y="521"/>
                    </a:lnTo>
                    <a:lnTo>
                      <a:pt x="119" y="594"/>
                    </a:lnTo>
                    <a:lnTo>
                      <a:pt x="88" y="671"/>
                    </a:lnTo>
                    <a:lnTo>
                      <a:pt x="63" y="749"/>
                    </a:lnTo>
                    <a:lnTo>
                      <a:pt x="47" y="829"/>
                    </a:lnTo>
                    <a:lnTo>
                      <a:pt x="26" y="908"/>
                    </a:lnTo>
                    <a:lnTo>
                      <a:pt x="15" y="993"/>
                    </a:lnTo>
                    <a:lnTo>
                      <a:pt x="4" y="1079"/>
                    </a:lnTo>
                    <a:lnTo>
                      <a:pt x="0" y="1168"/>
                    </a:lnTo>
                    <a:lnTo>
                      <a:pt x="0" y="1251"/>
                    </a:lnTo>
                    <a:lnTo>
                      <a:pt x="0" y="1339"/>
                    </a:lnTo>
                    <a:lnTo>
                      <a:pt x="4" y="1418"/>
                    </a:lnTo>
                    <a:lnTo>
                      <a:pt x="22" y="1508"/>
                    </a:lnTo>
                    <a:lnTo>
                      <a:pt x="38" y="1590"/>
                    </a:lnTo>
                    <a:lnTo>
                      <a:pt x="57" y="1671"/>
                    </a:lnTo>
                    <a:lnTo>
                      <a:pt x="79" y="1747"/>
                    </a:lnTo>
                    <a:lnTo>
                      <a:pt x="107" y="1826"/>
                    </a:lnTo>
                    <a:lnTo>
                      <a:pt x="139" y="1899"/>
                    </a:lnTo>
                    <a:lnTo>
                      <a:pt x="171" y="1969"/>
                    </a:lnTo>
                    <a:lnTo>
                      <a:pt x="209" y="2035"/>
                    </a:lnTo>
                    <a:lnTo>
                      <a:pt x="246" y="2097"/>
                    </a:lnTo>
                    <a:lnTo>
                      <a:pt x="290" y="2156"/>
                    </a:lnTo>
                    <a:lnTo>
                      <a:pt x="338" y="2206"/>
                    </a:lnTo>
                    <a:lnTo>
                      <a:pt x="389" y="2259"/>
                    </a:lnTo>
                    <a:lnTo>
                      <a:pt x="437" y="2303"/>
                    </a:lnTo>
                    <a:lnTo>
                      <a:pt x="490" y="2339"/>
                    </a:lnTo>
                    <a:lnTo>
                      <a:pt x="545" y="2374"/>
                    </a:lnTo>
                    <a:lnTo>
                      <a:pt x="602" y="2400"/>
                    </a:lnTo>
                    <a:lnTo>
                      <a:pt x="657" y="2422"/>
                    </a:lnTo>
                    <a:lnTo>
                      <a:pt x="716" y="2437"/>
                    </a:lnTo>
                    <a:lnTo>
                      <a:pt x="776" y="2446"/>
                    </a:lnTo>
                    <a:lnTo>
                      <a:pt x="833" y="2450"/>
                    </a:lnTo>
                    <a:lnTo>
                      <a:pt x="894" y="2446"/>
                    </a:lnTo>
                    <a:lnTo>
                      <a:pt x="949" y="2437"/>
                    </a:lnTo>
                    <a:lnTo>
                      <a:pt x="1006" y="2422"/>
                    </a:lnTo>
                    <a:lnTo>
                      <a:pt x="1066" y="2406"/>
                    </a:lnTo>
                    <a:lnTo>
                      <a:pt x="1121" y="2376"/>
                    </a:lnTo>
                    <a:lnTo>
                      <a:pt x="1177" y="2345"/>
                    </a:lnTo>
                    <a:lnTo>
                      <a:pt x="1228" y="2305"/>
                    </a:lnTo>
                    <a:lnTo>
                      <a:pt x="1281" y="2266"/>
                    </a:lnTo>
                    <a:lnTo>
                      <a:pt x="1331" y="2213"/>
                    </a:lnTo>
                    <a:lnTo>
                      <a:pt x="1375" y="2160"/>
                    </a:lnTo>
                    <a:lnTo>
                      <a:pt x="1419" y="2104"/>
                    </a:lnTo>
                    <a:lnTo>
                      <a:pt x="1461" y="2040"/>
                    </a:lnTo>
                    <a:lnTo>
                      <a:pt x="1499" y="1978"/>
                    </a:lnTo>
                    <a:lnTo>
                      <a:pt x="1534" y="1910"/>
                    </a:lnTo>
                    <a:lnTo>
                      <a:pt x="1567" y="1835"/>
                    </a:lnTo>
                    <a:lnTo>
                      <a:pt x="1589" y="1756"/>
                    </a:lnTo>
                    <a:lnTo>
                      <a:pt x="1615" y="1680"/>
                    </a:lnTo>
                    <a:lnTo>
                      <a:pt x="1631" y="1598"/>
                    </a:lnTo>
                    <a:lnTo>
                      <a:pt x="1650" y="1517"/>
                    </a:lnTo>
                    <a:lnTo>
                      <a:pt x="1659" y="1431"/>
                    </a:lnTo>
                    <a:lnTo>
                      <a:pt x="1668" y="1348"/>
                    </a:lnTo>
                    <a:lnTo>
                      <a:pt x="1675" y="1260"/>
                    </a:lnTo>
                    <a:lnTo>
                      <a:pt x="1679" y="1226"/>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50" name="Freeform 156"/>
              <p:cNvSpPr>
                <a:spLocks/>
              </p:cNvSpPr>
              <p:nvPr/>
            </p:nvSpPr>
            <p:spPr bwMode="auto">
              <a:xfrm>
                <a:off x="4788" y="3502"/>
                <a:ext cx="105" cy="257"/>
              </a:xfrm>
              <a:custGeom>
                <a:avLst/>
                <a:gdLst>
                  <a:gd name="T0" fmla="*/ 0 w 842"/>
                  <a:gd name="T1" fmla="*/ 0 h 2056"/>
                  <a:gd name="T2" fmla="*/ 0 w 842"/>
                  <a:gd name="T3" fmla="*/ 0 h 2056"/>
                  <a:gd name="T4" fmla="*/ 0 w 842"/>
                  <a:gd name="T5" fmla="*/ 0 h 2056"/>
                  <a:gd name="T6" fmla="*/ 0 w 842"/>
                  <a:gd name="T7" fmla="*/ 0 h 2056"/>
                  <a:gd name="T8" fmla="*/ 0 w 842"/>
                  <a:gd name="T9" fmla="*/ 0 h 2056"/>
                  <a:gd name="T10" fmla="*/ 0 w 842"/>
                  <a:gd name="T11" fmla="*/ 0 h 2056"/>
                  <a:gd name="T12" fmla="*/ 0 w 842"/>
                  <a:gd name="T13" fmla="*/ 0 h 2056"/>
                  <a:gd name="T14" fmla="*/ 0 w 842"/>
                  <a:gd name="T15" fmla="*/ 0 h 2056"/>
                  <a:gd name="T16" fmla="*/ 0 w 842"/>
                  <a:gd name="T17" fmla="*/ 0 h 2056"/>
                  <a:gd name="T18" fmla="*/ 0 w 842"/>
                  <a:gd name="T19" fmla="*/ 0 h 2056"/>
                  <a:gd name="T20" fmla="*/ 0 w 842"/>
                  <a:gd name="T21" fmla="*/ 0 h 2056"/>
                  <a:gd name="T22" fmla="*/ 0 w 842"/>
                  <a:gd name="T23" fmla="*/ 0 h 2056"/>
                  <a:gd name="T24" fmla="*/ 0 w 842"/>
                  <a:gd name="T25" fmla="*/ 0 h 2056"/>
                  <a:gd name="T26" fmla="*/ 0 w 842"/>
                  <a:gd name="T27" fmla="*/ 0 h 2056"/>
                  <a:gd name="T28" fmla="*/ 0 w 842"/>
                  <a:gd name="T29" fmla="*/ 0 h 2056"/>
                  <a:gd name="T30" fmla="*/ 0 w 842"/>
                  <a:gd name="T31" fmla="*/ 0 h 2056"/>
                  <a:gd name="T32" fmla="*/ 0 w 842"/>
                  <a:gd name="T33" fmla="*/ 0 h 2056"/>
                  <a:gd name="T34" fmla="*/ 0 w 842"/>
                  <a:gd name="T35" fmla="*/ 0 h 2056"/>
                  <a:gd name="T36" fmla="*/ 0 w 842"/>
                  <a:gd name="T37" fmla="*/ 0 h 2056"/>
                  <a:gd name="T38" fmla="*/ 0 w 842"/>
                  <a:gd name="T39" fmla="*/ 0 h 2056"/>
                  <a:gd name="T40" fmla="*/ 0 w 842"/>
                  <a:gd name="T41" fmla="*/ 0 h 2056"/>
                  <a:gd name="T42" fmla="*/ 0 w 842"/>
                  <a:gd name="T43" fmla="*/ 0 h 2056"/>
                  <a:gd name="T44" fmla="*/ 0 w 842"/>
                  <a:gd name="T45" fmla="*/ 0 h 2056"/>
                  <a:gd name="T46" fmla="*/ 0 w 842"/>
                  <a:gd name="T47" fmla="*/ 0 h 2056"/>
                  <a:gd name="T48" fmla="*/ 0 w 842"/>
                  <a:gd name="T49" fmla="*/ 0 h 2056"/>
                  <a:gd name="T50" fmla="*/ 0 w 842"/>
                  <a:gd name="T51" fmla="*/ 0 h 2056"/>
                  <a:gd name="T52" fmla="*/ 0 w 842"/>
                  <a:gd name="T53" fmla="*/ 0 h 2056"/>
                  <a:gd name="T54" fmla="*/ 0 w 842"/>
                  <a:gd name="T55" fmla="*/ 0 h 2056"/>
                  <a:gd name="T56" fmla="*/ 0 w 842"/>
                  <a:gd name="T57" fmla="*/ 0 h 2056"/>
                  <a:gd name="T58" fmla="*/ 0 w 842"/>
                  <a:gd name="T59" fmla="*/ 0 h 2056"/>
                  <a:gd name="T60" fmla="*/ 0 w 842"/>
                  <a:gd name="T61" fmla="*/ 0 h 2056"/>
                  <a:gd name="T62" fmla="*/ 0 w 842"/>
                  <a:gd name="T63" fmla="*/ 0 h 2056"/>
                  <a:gd name="T64" fmla="*/ 0 w 842"/>
                  <a:gd name="T65" fmla="*/ 0 h 2056"/>
                  <a:gd name="T66" fmla="*/ 0 w 842"/>
                  <a:gd name="T67" fmla="*/ 0 h 2056"/>
                  <a:gd name="T68" fmla="*/ 0 w 842"/>
                  <a:gd name="T69" fmla="*/ 0 h 2056"/>
                  <a:gd name="T70" fmla="*/ 0 w 842"/>
                  <a:gd name="T71" fmla="*/ 0 h 2056"/>
                  <a:gd name="T72" fmla="*/ 0 w 842"/>
                  <a:gd name="T73" fmla="*/ 0 h 20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42"/>
                  <a:gd name="T112" fmla="*/ 0 h 2056"/>
                  <a:gd name="T113" fmla="*/ 842 w 842"/>
                  <a:gd name="T114" fmla="*/ 2056 h 205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42" h="2056">
                    <a:moveTo>
                      <a:pt x="616" y="2056"/>
                    </a:moveTo>
                    <a:lnTo>
                      <a:pt x="653" y="1994"/>
                    </a:lnTo>
                    <a:lnTo>
                      <a:pt x="686" y="1925"/>
                    </a:lnTo>
                    <a:lnTo>
                      <a:pt x="716" y="1851"/>
                    </a:lnTo>
                    <a:lnTo>
                      <a:pt x="748" y="1776"/>
                    </a:lnTo>
                    <a:lnTo>
                      <a:pt x="771" y="1695"/>
                    </a:lnTo>
                    <a:lnTo>
                      <a:pt x="794" y="1618"/>
                    </a:lnTo>
                    <a:lnTo>
                      <a:pt x="807" y="1535"/>
                    </a:lnTo>
                    <a:lnTo>
                      <a:pt x="822" y="1448"/>
                    </a:lnTo>
                    <a:lnTo>
                      <a:pt x="831" y="1367"/>
                    </a:lnTo>
                    <a:lnTo>
                      <a:pt x="842" y="1280"/>
                    </a:lnTo>
                    <a:lnTo>
                      <a:pt x="842" y="1196"/>
                    </a:lnTo>
                    <a:lnTo>
                      <a:pt x="835" y="1109"/>
                    </a:lnTo>
                    <a:lnTo>
                      <a:pt x="829" y="1024"/>
                    </a:lnTo>
                    <a:lnTo>
                      <a:pt x="817" y="939"/>
                    </a:lnTo>
                    <a:lnTo>
                      <a:pt x="800" y="856"/>
                    </a:lnTo>
                    <a:lnTo>
                      <a:pt x="780" y="777"/>
                    </a:lnTo>
                    <a:lnTo>
                      <a:pt x="760" y="696"/>
                    </a:lnTo>
                    <a:lnTo>
                      <a:pt x="732" y="618"/>
                    </a:lnTo>
                    <a:lnTo>
                      <a:pt x="701" y="546"/>
                    </a:lnTo>
                    <a:lnTo>
                      <a:pt x="667" y="473"/>
                    </a:lnTo>
                    <a:lnTo>
                      <a:pt x="628" y="410"/>
                    </a:lnTo>
                    <a:lnTo>
                      <a:pt x="591" y="348"/>
                    </a:lnTo>
                    <a:lnTo>
                      <a:pt x="545" y="291"/>
                    </a:lnTo>
                    <a:lnTo>
                      <a:pt x="501" y="236"/>
                    </a:lnTo>
                    <a:lnTo>
                      <a:pt x="451" y="189"/>
                    </a:lnTo>
                    <a:lnTo>
                      <a:pt x="400" y="141"/>
                    </a:lnTo>
                    <a:lnTo>
                      <a:pt x="345" y="106"/>
                    </a:lnTo>
                    <a:lnTo>
                      <a:pt x="292" y="78"/>
                    </a:lnTo>
                    <a:lnTo>
                      <a:pt x="236" y="44"/>
                    </a:lnTo>
                    <a:lnTo>
                      <a:pt x="178" y="27"/>
                    </a:lnTo>
                    <a:lnTo>
                      <a:pt x="121" y="12"/>
                    </a:lnTo>
                    <a:lnTo>
                      <a:pt x="63" y="3"/>
                    </a:lnTo>
                    <a:lnTo>
                      <a:pt x="3" y="0"/>
                    </a:lnTo>
                    <a:lnTo>
                      <a:pt x="0" y="0"/>
                    </a:lnTo>
                    <a:lnTo>
                      <a:pt x="0" y="1225"/>
                    </a:lnTo>
                    <a:lnTo>
                      <a:pt x="616" y="2056"/>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51" name="Freeform 157"/>
              <p:cNvSpPr>
                <a:spLocks/>
              </p:cNvSpPr>
              <p:nvPr/>
            </p:nvSpPr>
            <p:spPr bwMode="auto">
              <a:xfrm>
                <a:off x="4756" y="3655"/>
                <a:ext cx="109" cy="153"/>
              </a:xfrm>
              <a:custGeom>
                <a:avLst/>
                <a:gdLst>
                  <a:gd name="T0" fmla="*/ 0 w 873"/>
                  <a:gd name="T1" fmla="*/ 0 h 1219"/>
                  <a:gd name="T2" fmla="*/ 0 w 873"/>
                  <a:gd name="T3" fmla="*/ 0 h 1219"/>
                  <a:gd name="T4" fmla="*/ 0 w 873"/>
                  <a:gd name="T5" fmla="*/ 0 h 1219"/>
                  <a:gd name="T6" fmla="*/ 0 w 873"/>
                  <a:gd name="T7" fmla="*/ 0 h 1219"/>
                  <a:gd name="T8" fmla="*/ 0 w 873"/>
                  <a:gd name="T9" fmla="*/ 0 h 1219"/>
                  <a:gd name="T10" fmla="*/ 0 w 873"/>
                  <a:gd name="T11" fmla="*/ 0 h 1219"/>
                  <a:gd name="T12" fmla="*/ 0 w 873"/>
                  <a:gd name="T13" fmla="*/ 0 h 1219"/>
                  <a:gd name="T14" fmla="*/ 0 w 873"/>
                  <a:gd name="T15" fmla="*/ 0 h 1219"/>
                  <a:gd name="T16" fmla="*/ 0 w 873"/>
                  <a:gd name="T17" fmla="*/ 0 h 1219"/>
                  <a:gd name="T18" fmla="*/ 0 w 873"/>
                  <a:gd name="T19" fmla="*/ 0 h 1219"/>
                  <a:gd name="T20" fmla="*/ 0 w 873"/>
                  <a:gd name="T21" fmla="*/ 0 h 1219"/>
                  <a:gd name="T22" fmla="*/ 0 w 873"/>
                  <a:gd name="T23" fmla="*/ 0 h 1219"/>
                  <a:gd name="T24" fmla="*/ 0 w 873"/>
                  <a:gd name="T25" fmla="*/ 0 h 1219"/>
                  <a:gd name="T26" fmla="*/ 0 w 873"/>
                  <a:gd name="T27" fmla="*/ 0 h 1219"/>
                  <a:gd name="T28" fmla="*/ 0 w 873"/>
                  <a:gd name="T29" fmla="*/ 0 h 1219"/>
                  <a:gd name="T30" fmla="*/ 0 w 873"/>
                  <a:gd name="T31" fmla="*/ 0 h 1219"/>
                  <a:gd name="T32" fmla="*/ 0 w 873"/>
                  <a:gd name="T33" fmla="*/ 0 h 1219"/>
                  <a:gd name="T34" fmla="*/ 0 w 873"/>
                  <a:gd name="T35" fmla="*/ 0 h 1219"/>
                  <a:gd name="T36" fmla="*/ 0 w 873"/>
                  <a:gd name="T37" fmla="*/ 0 h 12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3"/>
                  <a:gd name="T58" fmla="*/ 0 h 1219"/>
                  <a:gd name="T59" fmla="*/ 873 w 873"/>
                  <a:gd name="T60" fmla="*/ 1219 h 12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3" h="1219">
                    <a:moveTo>
                      <a:pt x="0" y="1164"/>
                    </a:moveTo>
                    <a:lnTo>
                      <a:pt x="59" y="1184"/>
                    </a:lnTo>
                    <a:lnTo>
                      <a:pt x="117" y="1202"/>
                    </a:lnTo>
                    <a:lnTo>
                      <a:pt x="175" y="1212"/>
                    </a:lnTo>
                    <a:lnTo>
                      <a:pt x="237" y="1219"/>
                    </a:lnTo>
                    <a:lnTo>
                      <a:pt x="297" y="1217"/>
                    </a:lnTo>
                    <a:lnTo>
                      <a:pt x="354" y="1210"/>
                    </a:lnTo>
                    <a:lnTo>
                      <a:pt x="411" y="1198"/>
                    </a:lnTo>
                    <a:lnTo>
                      <a:pt x="468" y="1177"/>
                    </a:lnTo>
                    <a:lnTo>
                      <a:pt x="528" y="1154"/>
                    </a:lnTo>
                    <a:lnTo>
                      <a:pt x="583" y="1122"/>
                    </a:lnTo>
                    <a:lnTo>
                      <a:pt x="636" y="1085"/>
                    </a:lnTo>
                    <a:lnTo>
                      <a:pt x="688" y="1041"/>
                    </a:lnTo>
                    <a:lnTo>
                      <a:pt x="738" y="995"/>
                    </a:lnTo>
                    <a:lnTo>
                      <a:pt x="786" y="945"/>
                    </a:lnTo>
                    <a:lnTo>
                      <a:pt x="832" y="889"/>
                    </a:lnTo>
                    <a:lnTo>
                      <a:pt x="873" y="831"/>
                    </a:lnTo>
                    <a:lnTo>
                      <a:pt x="257" y="0"/>
                    </a:lnTo>
                    <a:lnTo>
                      <a:pt x="0" y="1164"/>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52" name="Freeform 158"/>
              <p:cNvSpPr>
                <a:spLocks/>
              </p:cNvSpPr>
              <p:nvPr/>
            </p:nvSpPr>
            <p:spPr bwMode="auto">
              <a:xfrm>
                <a:off x="4712" y="3655"/>
                <a:ext cx="76" cy="146"/>
              </a:xfrm>
              <a:custGeom>
                <a:avLst/>
                <a:gdLst>
                  <a:gd name="T0" fmla="*/ 0 w 608"/>
                  <a:gd name="T1" fmla="*/ 0 h 1164"/>
                  <a:gd name="T2" fmla="*/ 0 w 608"/>
                  <a:gd name="T3" fmla="*/ 0 h 1164"/>
                  <a:gd name="T4" fmla="*/ 0 w 608"/>
                  <a:gd name="T5" fmla="*/ 0 h 1164"/>
                  <a:gd name="T6" fmla="*/ 0 w 608"/>
                  <a:gd name="T7" fmla="*/ 0 h 1164"/>
                  <a:gd name="T8" fmla="*/ 0 w 608"/>
                  <a:gd name="T9" fmla="*/ 0 h 1164"/>
                  <a:gd name="T10" fmla="*/ 0 w 608"/>
                  <a:gd name="T11" fmla="*/ 0 h 1164"/>
                  <a:gd name="T12" fmla="*/ 0 w 608"/>
                  <a:gd name="T13" fmla="*/ 0 h 1164"/>
                  <a:gd name="T14" fmla="*/ 0 w 608"/>
                  <a:gd name="T15" fmla="*/ 0 h 1164"/>
                  <a:gd name="T16" fmla="*/ 0 w 608"/>
                  <a:gd name="T17" fmla="*/ 0 h 1164"/>
                  <a:gd name="T18" fmla="*/ 0 w 608"/>
                  <a:gd name="T19" fmla="*/ 0 h 11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8"/>
                  <a:gd name="T31" fmla="*/ 0 h 1164"/>
                  <a:gd name="T32" fmla="*/ 608 w 608"/>
                  <a:gd name="T33" fmla="*/ 1164 h 11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8" h="1164">
                    <a:moveTo>
                      <a:pt x="0" y="837"/>
                    </a:moveTo>
                    <a:lnTo>
                      <a:pt x="41" y="896"/>
                    </a:lnTo>
                    <a:lnTo>
                      <a:pt x="90" y="956"/>
                    </a:lnTo>
                    <a:lnTo>
                      <a:pt x="140" y="1004"/>
                    </a:lnTo>
                    <a:lnTo>
                      <a:pt x="189" y="1050"/>
                    </a:lnTo>
                    <a:lnTo>
                      <a:pt x="245" y="1099"/>
                    </a:lnTo>
                    <a:lnTo>
                      <a:pt x="298" y="1131"/>
                    </a:lnTo>
                    <a:lnTo>
                      <a:pt x="351" y="1164"/>
                    </a:lnTo>
                    <a:lnTo>
                      <a:pt x="608" y="0"/>
                    </a:lnTo>
                    <a:lnTo>
                      <a:pt x="0" y="837"/>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53" name="Freeform 159"/>
              <p:cNvSpPr>
                <a:spLocks/>
              </p:cNvSpPr>
              <p:nvPr/>
            </p:nvSpPr>
            <p:spPr bwMode="auto">
              <a:xfrm>
                <a:off x="4684" y="3608"/>
                <a:ext cx="104" cy="152"/>
              </a:xfrm>
              <a:custGeom>
                <a:avLst/>
                <a:gdLst>
                  <a:gd name="T0" fmla="*/ 0 w 837"/>
                  <a:gd name="T1" fmla="*/ 0 h 1220"/>
                  <a:gd name="T2" fmla="*/ 0 w 837"/>
                  <a:gd name="T3" fmla="*/ 0 h 1220"/>
                  <a:gd name="T4" fmla="*/ 0 w 837"/>
                  <a:gd name="T5" fmla="*/ 0 h 1220"/>
                  <a:gd name="T6" fmla="*/ 0 w 837"/>
                  <a:gd name="T7" fmla="*/ 0 h 1220"/>
                  <a:gd name="T8" fmla="*/ 0 w 837"/>
                  <a:gd name="T9" fmla="*/ 0 h 1220"/>
                  <a:gd name="T10" fmla="*/ 0 w 837"/>
                  <a:gd name="T11" fmla="*/ 0 h 1220"/>
                  <a:gd name="T12" fmla="*/ 0 w 837"/>
                  <a:gd name="T13" fmla="*/ 0 h 1220"/>
                  <a:gd name="T14" fmla="*/ 0 w 837"/>
                  <a:gd name="T15" fmla="*/ 0 h 1220"/>
                  <a:gd name="T16" fmla="*/ 0 w 837"/>
                  <a:gd name="T17" fmla="*/ 0 h 1220"/>
                  <a:gd name="T18" fmla="*/ 0 w 837"/>
                  <a:gd name="T19" fmla="*/ 0 h 1220"/>
                  <a:gd name="T20" fmla="*/ 0 w 837"/>
                  <a:gd name="T21" fmla="*/ 0 h 1220"/>
                  <a:gd name="T22" fmla="*/ 0 w 837"/>
                  <a:gd name="T23" fmla="*/ 0 h 1220"/>
                  <a:gd name="T24" fmla="*/ 0 w 837"/>
                  <a:gd name="T25" fmla="*/ 0 h 1220"/>
                  <a:gd name="T26" fmla="*/ 0 w 837"/>
                  <a:gd name="T27" fmla="*/ 0 h 1220"/>
                  <a:gd name="T28" fmla="*/ 0 w 837"/>
                  <a:gd name="T29" fmla="*/ 0 h 1220"/>
                  <a:gd name="T30" fmla="*/ 0 w 837"/>
                  <a:gd name="T31" fmla="*/ 0 h 1220"/>
                  <a:gd name="T32" fmla="*/ 0 w 837"/>
                  <a:gd name="T33" fmla="*/ 0 h 1220"/>
                  <a:gd name="T34" fmla="*/ 0 w 837"/>
                  <a:gd name="T35" fmla="*/ 0 h 1220"/>
                  <a:gd name="T36" fmla="*/ 0 w 837"/>
                  <a:gd name="T37" fmla="*/ 0 h 12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7"/>
                  <a:gd name="T58" fmla="*/ 0 h 1220"/>
                  <a:gd name="T59" fmla="*/ 837 w 837"/>
                  <a:gd name="T60" fmla="*/ 1220 h 122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7" h="1220">
                    <a:moveTo>
                      <a:pt x="40" y="0"/>
                    </a:moveTo>
                    <a:lnTo>
                      <a:pt x="24" y="87"/>
                    </a:lnTo>
                    <a:lnTo>
                      <a:pt x="15" y="172"/>
                    </a:lnTo>
                    <a:lnTo>
                      <a:pt x="4" y="258"/>
                    </a:lnTo>
                    <a:lnTo>
                      <a:pt x="0" y="345"/>
                    </a:lnTo>
                    <a:lnTo>
                      <a:pt x="0" y="433"/>
                    </a:lnTo>
                    <a:lnTo>
                      <a:pt x="4" y="516"/>
                    </a:lnTo>
                    <a:lnTo>
                      <a:pt x="15" y="606"/>
                    </a:lnTo>
                    <a:lnTo>
                      <a:pt x="31" y="691"/>
                    </a:lnTo>
                    <a:lnTo>
                      <a:pt x="47" y="772"/>
                    </a:lnTo>
                    <a:lnTo>
                      <a:pt x="63" y="853"/>
                    </a:lnTo>
                    <a:lnTo>
                      <a:pt x="90" y="936"/>
                    </a:lnTo>
                    <a:lnTo>
                      <a:pt x="123" y="1009"/>
                    </a:lnTo>
                    <a:lnTo>
                      <a:pt x="151" y="1083"/>
                    </a:lnTo>
                    <a:lnTo>
                      <a:pt x="185" y="1154"/>
                    </a:lnTo>
                    <a:lnTo>
                      <a:pt x="224" y="1220"/>
                    </a:lnTo>
                    <a:lnTo>
                      <a:pt x="229" y="1220"/>
                    </a:lnTo>
                    <a:lnTo>
                      <a:pt x="837" y="383"/>
                    </a:lnTo>
                    <a:lnTo>
                      <a:pt x="40" y="0"/>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grpSp>
          <p:nvGrpSpPr>
            <p:cNvPr id="6" name="Group 160"/>
            <p:cNvGrpSpPr>
              <a:grpSpLocks/>
            </p:cNvGrpSpPr>
            <p:nvPr/>
          </p:nvGrpSpPr>
          <p:grpSpPr bwMode="auto">
            <a:xfrm>
              <a:off x="2605" y="400"/>
              <a:ext cx="2090" cy="1196"/>
              <a:chOff x="2605" y="400"/>
              <a:chExt cx="2090" cy="1196"/>
            </a:xfrm>
          </p:grpSpPr>
          <p:sp>
            <p:nvSpPr>
              <p:cNvPr id="542" name="Freeform 161"/>
              <p:cNvSpPr>
                <a:spLocks/>
              </p:cNvSpPr>
              <p:nvPr/>
            </p:nvSpPr>
            <p:spPr bwMode="auto">
              <a:xfrm>
                <a:off x="3501" y="1335"/>
                <a:ext cx="590" cy="224"/>
              </a:xfrm>
              <a:custGeom>
                <a:avLst/>
                <a:gdLst>
                  <a:gd name="T0" fmla="*/ 0 w 4719"/>
                  <a:gd name="T1" fmla="*/ 0 h 1793"/>
                  <a:gd name="T2" fmla="*/ 0 w 4719"/>
                  <a:gd name="T3" fmla="*/ 0 h 1793"/>
                  <a:gd name="T4" fmla="*/ 0 w 4719"/>
                  <a:gd name="T5" fmla="*/ 0 h 1793"/>
                  <a:gd name="T6" fmla="*/ 0 w 4719"/>
                  <a:gd name="T7" fmla="*/ 0 h 1793"/>
                  <a:gd name="T8" fmla="*/ 0 w 4719"/>
                  <a:gd name="T9" fmla="*/ 0 h 1793"/>
                  <a:gd name="T10" fmla="*/ 0 60000 65536"/>
                  <a:gd name="T11" fmla="*/ 0 60000 65536"/>
                  <a:gd name="T12" fmla="*/ 0 60000 65536"/>
                  <a:gd name="T13" fmla="*/ 0 60000 65536"/>
                  <a:gd name="T14" fmla="*/ 0 60000 65536"/>
                  <a:gd name="T15" fmla="*/ 0 w 4719"/>
                  <a:gd name="T16" fmla="*/ 0 h 1793"/>
                  <a:gd name="T17" fmla="*/ 4719 w 4719"/>
                  <a:gd name="T18" fmla="*/ 1793 h 1793"/>
                </a:gdLst>
                <a:ahLst/>
                <a:cxnLst>
                  <a:cxn ang="T10">
                    <a:pos x="T0" y="T1"/>
                  </a:cxn>
                  <a:cxn ang="T11">
                    <a:pos x="T2" y="T3"/>
                  </a:cxn>
                  <a:cxn ang="T12">
                    <a:pos x="T4" y="T5"/>
                  </a:cxn>
                  <a:cxn ang="T13">
                    <a:pos x="T6" y="T7"/>
                  </a:cxn>
                  <a:cxn ang="T14">
                    <a:pos x="T8" y="T9"/>
                  </a:cxn>
                </a:cxnLst>
                <a:rect l="T15" t="T16" r="T17" b="T18"/>
                <a:pathLst>
                  <a:path w="4719" h="1793">
                    <a:moveTo>
                      <a:pt x="0" y="1092"/>
                    </a:moveTo>
                    <a:lnTo>
                      <a:pt x="1754" y="0"/>
                    </a:lnTo>
                    <a:lnTo>
                      <a:pt x="4719" y="540"/>
                    </a:lnTo>
                    <a:lnTo>
                      <a:pt x="3152" y="1793"/>
                    </a:lnTo>
                    <a:lnTo>
                      <a:pt x="0" y="1092"/>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3" name="Freeform 162"/>
              <p:cNvSpPr>
                <a:spLocks/>
              </p:cNvSpPr>
              <p:nvPr/>
            </p:nvSpPr>
            <p:spPr bwMode="auto">
              <a:xfrm>
                <a:off x="4188" y="975"/>
                <a:ext cx="456" cy="522"/>
              </a:xfrm>
              <a:custGeom>
                <a:avLst/>
                <a:gdLst>
                  <a:gd name="T0" fmla="*/ 0 w 3652"/>
                  <a:gd name="T1" fmla="*/ 0 h 4180"/>
                  <a:gd name="T2" fmla="*/ 0 w 3652"/>
                  <a:gd name="T3" fmla="*/ 0 h 4180"/>
                  <a:gd name="T4" fmla="*/ 0 w 3652"/>
                  <a:gd name="T5" fmla="*/ 0 h 4180"/>
                  <a:gd name="T6" fmla="*/ 0 w 3652"/>
                  <a:gd name="T7" fmla="*/ 0 h 4180"/>
                  <a:gd name="T8" fmla="*/ 0 w 3652"/>
                  <a:gd name="T9" fmla="*/ 0 h 4180"/>
                  <a:gd name="T10" fmla="*/ 0 w 3652"/>
                  <a:gd name="T11" fmla="*/ 0 h 4180"/>
                  <a:gd name="T12" fmla="*/ 0 w 3652"/>
                  <a:gd name="T13" fmla="*/ 0 h 4180"/>
                  <a:gd name="T14" fmla="*/ 0 w 3652"/>
                  <a:gd name="T15" fmla="*/ 0 h 4180"/>
                  <a:gd name="T16" fmla="*/ 0 w 3652"/>
                  <a:gd name="T17" fmla="*/ 0 h 4180"/>
                  <a:gd name="T18" fmla="*/ 0 w 3652"/>
                  <a:gd name="T19" fmla="*/ 0 h 4180"/>
                  <a:gd name="T20" fmla="*/ 0 w 3652"/>
                  <a:gd name="T21" fmla="*/ 0 h 4180"/>
                  <a:gd name="T22" fmla="*/ 0 w 3652"/>
                  <a:gd name="T23" fmla="*/ 0 h 4180"/>
                  <a:gd name="T24" fmla="*/ 0 w 3652"/>
                  <a:gd name="T25" fmla="*/ 0 h 4180"/>
                  <a:gd name="T26" fmla="*/ 0 w 3652"/>
                  <a:gd name="T27" fmla="*/ 0 h 4180"/>
                  <a:gd name="T28" fmla="*/ 0 w 3652"/>
                  <a:gd name="T29" fmla="*/ 0 h 4180"/>
                  <a:gd name="T30" fmla="*/ 0 w 3652"/>
                  <a:gd name="T31" fmla="*/ 0 h 4180"/>
                  <a:gd name="T32" fmla="*/ 0 w 3652"/>
                  <a:gd name="T33" fmla="*/ 0 h 4180"/>
                  <a:gd name="T34" fmla="*/ 0 w 3652"/>
                  <a:gd name="T35" fmla="*/ 0 h 4180"/>
                  <a:gd name="T36" fmla="*/ 0 w 3652"/>
                  <a:gd name="T37" fmla="*/ 0 h 418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52"/>
                  <a:gd name="T58" fmla="*/ 0 h 4180"/>
                  <a:gd name="T59" fmla="*/ 3652 w 3652"/>
                  <a:gd name="T60" fmla="*/ 4180 h 418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52" h="4180">
                    <a:moveTo>
                      <a:pt x="0" y="3426"/>
                    </a:moveTo>
                    <a:lnTo>
                      <a:pt x="336" y="3237"/>
                    </a:lnTo>
                    <a:lnTo>
                      <a:pt x="811" y="2928"/>
                    </a:lnTo>
                    <a:lnTo>
                      <a:pt x="1169" y="2730"/>
                    </a:lnTo>
                    <a:lnTo>
                      <a:pt x="1246" y="1547"/>
                    </a:lnTo>
                    <a:lnTo>
                      <a:pt x="1387" y="1005"/>
                    </a:lnTo>
                    <a:lnTo>
                      <a:pt x="2134" y="0"/>
                    </a:lnTo>
                    <a:lnTo>
                      <a:pt x="2758" y="173"/>
                    </a:lnTo>
                    <a:lnTo>
                      <a:pt x="3057" y="297"/>
                    </a:lnTo>
                    <a:lnTo>
                      <a:pt x="3331" y="470"/>
                    </a:lnTo>
                    <a:lnTo>
                      <a:pt x="3505" y="668"/>
                    </a:lnTo>
                    <a:lnTo>
                      <a:pt x="3568" y="805"/>
                    </a:lnTo>
                    <a:lnTo>
                      <a:pt x="3652" y="1485"/>
                    </a:lnTo>
                    <a:lnTo>
                      <a:pt x="3220" y="2817"/>
                    </a:lnTo>
                    <a:lnTo>
                      <a:pt x="2008" y="3597"/>
                    </a:lnTo>
                    <a:lnTo>
                      <a:pt x="1448" y="3922"/>
                    </a:lnTo>
                    <a:lnTo>
                      <a:pt x="589" y="4180"/>
                    </a:lnTo>
                    <a:lnTo>
                      <a:pt x="87" y="3659"/>
                    </a:lnTo>
                    <a:lnTo>
                      <a:pt x="0" y="3426"/>
                    </a:lnTo>
                    <a:close/>
                  </a:path>
                </a:pathLst>
              </a:custGeom>
              <a:solidFill>
                <a:srgbClr val="0023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4" name="Freeform 163"/>
              <p:cNvSpPr>
                <a:spLocks/>
              </p:cNvSpPr>
              <p:nvPr/>
            </p:nvSpPr>
            <p:spPr bwMode="auto">
              <a:xfrm>
                <a:off x="3926" y="1365"/>
                <a:ext cx="257" cy="194"/>
              </a:xfrm>
              <a:custGeom>
                <a:avLst/>
                <a:gdLst>
                  <a:gd name="T0" fmla="*/ 0 w 2062"/>
                  <a:gd name="T1" fmla="*/ 0 h 1554"/>
                  <a:gd name="T2" fmla="*/ 0 w 2062"/>
                  <a:gd name="T3" fmla="*/ 0 h 1554"/>
                  <a:gd name="T4" fmla="*/ 0 w 2062"/>
                  <a:gd name="T5" fmla="*/ 0 h 1554"/>
                  <a:gd name="T6" fmla="*/ 0 w 2062"/>
                  <a:gd name="T7" fmla="*/ 0 h 1554"/>
                  <a:gd name="T8" fmla="*/ 0 w 2062"/>
                  <a:gd name="T9" fmla="*/ 0 h 1554"/>
                  <a:gd name="T10" fmla="*/ 0 w 2062"/>
                  <a:gd name="T11" fmla="*/ 0 h 1554"/>
                  <a:gd name="T12" fmla="*/ 0 w 2062"/>
                  <a:gd name="T13" fmla="*/ 0 h 1554"/>
                  <a:gd name="T14" fmla="*/ 0 w 2062"/>
                  <a:gd name="T15" fmla="*/ 0 h 1554"/>
                  <a:gd name="T16" fmla="*/ 0 w 2062"/>
                  <a:gd name="T17" fmla="*/ 0 h 1554"/>
                  <a:gd name="T18" fmla="*/ 0 w 2062"/>
                  <a:gd name="T19" fmla="*/ 0 h 1554"/>
                  <a:gd name="T20" fmla="*/ 0 w 2062"/>
                  <a:gd name="T21" fmla="*/ 0 h 1554"/>
                  <a:gd name="T22" fmla="*/ 0 w 2062"/>
                  <a:gd name="T23" fmla="*/ 0 h 1554"/>
                  <a:gd name="T24" fmla="*/ 0 w 2062"/>
                  <a:gd name="T25" fmla="*/ 0 h 1554"/>
                  <a:gd name="T26" fmla="*/ 0 w 2062"/>
                  <a:gd name="T27" fmla="*/ 0 h 1554"/>
                  <a:gd name="T28" fmla="*/ 0 w 2062"/>
                  <a:gd name="T29" fmla="*/ 0 h 1554"/>
                  <a:gd name="T30" fmla="*/ 0 w 2062"/>
                  <a:gd name="T31" fmla="*/ 0 h 1554"/>
                  <a:gd name="T32" fmla="*/ 0 w 2062"/>
                  <a:gd name="T33" fmla="*/ 0 h 1554"/>
                  <a:gd name="T34" fmla="*/ 0 w 2062"/>
                  <a:gd name="T35" fmla="*/ 0 h 1554"/>
                  <a:gd name="T36" fmla="*/ 0 w 2062"/>
                  <a:gd name="T37" fmla="*/ 0 h 1554"/>
                  <a:gd name="T38" fmla="*/ 0 w 2062"/>
                  <a:gd name="T39" fmla="*/ 0 h 1554"/>
                  <a:gd name="T40" fmla="*/ 0 w 2062"/>
                  <a:gd name="T41" fmla="*/ 0 h 1554"/>
                  <a:gd name="T42" fmla="*/ 0 w 2062"/>
                  <a:gd name="T43" fmla="*/ 0 h 1554"/>
                  <a:gd name="T44" fmla="*/ 0 w 2062"/>
                  <a:gd name="T45" fmla="*/ 0 h 1554"/>
                  <a:gd name="T46" fmla="*/ 0 w 2062"/>
                  <a:gd name="T47" fmla="*/ 0 h 1554"/>
                  <a:gd name="T48" fmla="*/ 0 w 2062"/>
                  <a:gd name="T49" fmla="*/ 0 h 1554"/>
                  <a:gd name="T50" fmla="*/ 0 w 2062"/>
                  <a:gd name="T51" fmla="*/ 0 h 1554"/>
                  <a:gd name="T52" fmla="*/ 0 w 2062"/>
                  <a:gd name="T53" fmla="*/ 0 h 1554"/>
                  <a:gd name="T54" fmla="*/ 0 w 2062"/>
                  <a:gd name="T55" fmla="*/ 0 h 1554"/>
                  <a:gd name="T56" fmla="*/ 0 w 2062"/>
                  <a:gd name="T57" fmla="*/ 0 h 1554"/>
                  <a:gd name="T58" fmla="*/ 0 w 2062"/>
                  <a:gd name="T59" fmla="*/ 0 h 1554"/>
                  <a:gd name="T60" fmla="*/ 0 w 2062"/>
                  <a:gd name="T61" fmla="*/ 0 h 1554"/>
                  <a:gd name="T62" fmla="*/ 0 w 2062"/>
                  <a:gd name="T63" fmla="*/ 0 h 1554"/>
                  <a:gd name="T64" fmla="*/ 0 w 2062"/>
                  <a:gd name="T65" fmla="*/ 0 h 1554"/>
                  <a:gd name="T66" fmla="*/ 0 w 2062"/>
                  <a:gd name="T67" fmla="*/ 0 h 1554"/>
                  <a:gd name="T68" fmla="*/ 0 w 2062"/>
                  <a:gd name="T69" fmla="*/ 0 h 1554"/>
                  <a:gd name="T70" fmla="*/ 0 w 2062"/>
                  <a:gd name="T71" fmla="*/ 0 h 1554"/>
                  <a:gd name="T72" fmla="*/ 0 w 2062"/>
                  <a:gd name="T73" fmla="*/ 0 h 1554"/>
                  <a:gd name="T74" fmla="*/ 0 w 2062"/>
                  <a:gd name="T75" fmla="*/ 0 h 1554"/>
                  <a:gd name="T76" fmla="*/ 0 w 2062"/>
                  <a:gd name="T77" fmla="*/ 0 h 1554"/>
                  <a:gd name="T78" fmla="*/ 0 w 2062"/>
                  <a:gd name="T79" fmla="*/ 0 h 1554"/>
                  <a:gd name="T80" fmla="*/ 0 w 2062"/>
                  <a:gd name="T81" fmla="*/ 0 h 1554"/>
                  <a:gd name="T82" fmla="*/ 0 w 2062"/>
                  <a:gd name="T83" fmla="*/ 0 h 1554"/>
                  <a:gd name="T84" fmla="*/ 0 w 2062"/>
                  <a:gd name="T85" fmla="*/ 0 h 1554"/>
                  <a:gd name="T86" fmla="*/ 0 w 2062"/>
                  <a:gd name="T87" fmla="*/ 0 h 1554"/>
                  <a:gd name="T88" fmla="*/ 0 w 2062"/>
                  <a:gd name="T89" fmla="*/ 0 h 1554"/>
                  <a:gd name="T90" fmla="*/ 0 w 2062"/>
                  <a:gd name="T91" fmla="*/ 0 h 1554"/>
                  <a:gd name="T92" fmla="*/ 0 w 2062"/>
                  <a:gd name="T93" fmla="*/ 0 h 1554"/>
                  <a:gd name="T94" fmla="*/ 0 w 2062"/>
                  <a:gd name="T95" fmla="*/ 0 h 1554"/>
                  <a:gd name="T96" fmla="*/ 0 w 2062"/>
                  <a:gd name="T97" fmla="*/ 0 h 1554"/>
                  <a:gd name="T98" fmla="*/ 0 w 2062"/>
                  <a:gd name="T99" fmla="*/ 0 h 1554"/>
                  <a:gd name="T100" fmla="*/ 0 w 2062"/>
                  <a:gd name="T101" fmla="*/ 0 h 1554"/>
                  <a:gd name="T102" fmla="*/ 0 w 2062"/>
                  <a:gd name="T103" fmla="*/ 0 h 1554"/>
                  <a:gd name="T104" fmla="*/ 0 w 2062"/>
                  <a:gd name="T105" fmla="*/ 0 h 1554"/>
                  <a:gd name="T106" fmla="*/ 0 w 2062"/>
                  <a:gd name="T107" fmla="*/ 0 h 1554"/>
                  <a:gd name="T108" fmla="*/ 0 w 2062"/>
                  <a:gd name="T109" fmla="*/ 0 h 1554"/>
                  <a:gd name="T110" fmla="*/ 0 w 2062"/>
                  <a:gd name="T111" fmla="*/ 0 h 1554"/>
                  <a:gd name="T112" fmla="*/ 0 w 2062"/>
                  <a:gd name="T113" fmla="*/ 0 h 1554"/>
                  <a:gd name="T114" fmla="*/ 0 w 2062"/>
                  <a:gd name="T115" fmla="*/ 0 h 1554"/>
                  <a:gd name="T116" fmla="*/ 0 w 2062"/>
                  <a:gd name="T117" fmla="*/ 0 h 1554"/>
                  <a:gd name="T118" fmla="*/ 0 w 2062"/>
                  <a:gd name="T119" fmla="*/ 0 h 1554"/>
                  <a:gd name="T120" fmla="*/ 0 w 2062"/>
                  <a:gd name="T121" fmla="*/ 0 h 1554"/>
                  <a:gd name="T122" fmla="*/ 0 w 2062"/>
                  <a:gd name="T123" fmla="*/ 0 h 1554"/>
                  <a:gd name="T124" fmla="*/ 0 w 2062"/>
                  <a:gd name="T125" fmla="*/ 0 h 155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062"/>
                  <a:gd name="T190" fmla="*/ 0 h 1554"/>
                  <a:gd name="T191" fmla="*/ 2062 w 2062"/>
                  <a:gd name="T192" fmla="*/ 1554 h 155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062" h="1554">
                    <a:moveTo>
                      <a:pt x="796" y="0"/>
                    </a:moveTo>
                    <a:lnTo>
                      <a:pt x="780" y="8"/>
                    </a:lnTo>
                    <a:lnTo>
                      <a:pt x="807" y="136"/>
                    </a:lnTo>
                    <a:lnTo>
                      <a:pt x="858" y="230"/>
                    </a:lnTo>
                    <a:lnTo>
                      <a:pt x="906" y="293"/>
                    </a:lnTo>
                    <a:lnTo>
                      <a:pt x="952" y="327"/>
                    </a:lnTo>
                    <a:lnTo>
                      <a:pt x="1093" y="342"/>
                    </a:lnTo>
                    <a:lnTo>
                      <a:pt x="1117" y="373"/>
                    </a:lnTo>
                    <a:lnTo>
                      <a:pt x="1144" y="413"/>
                    </a:lnTo>
                    <a:lnTo>
                      <a:pt x="994" y="487"/>
                    </a:lnTo>
                    <a:lnTo>
                      <a:pt x="858" y="542"/>
                    </a:lnTo>
                    <a:lnTo>
                      <a:pt x="614" y="597"/>
                    </a:lnTo>
                    <a:lnTo>
                      <a:pt x="187" y="678"/>
                    </a:lnTo>
                    <a:lnTo>
                      <a:pt x="93" y="720"/>
                    </a:lnTo>
                    <a:lnTo>
                      <a:pt x="86" y="762"/>
                    </a:lnTo>
                    <a:lnTo>
                      <a:pt x="108" y="771"/>
                    </a:lnTo>
                    <a:lnTo>
                      <a:pt x="868" y="733"/>
                    </a:lnTo>
                    <a:lnTo>
                      <a:pt x="614" y="844"/>
                    </a:lnTo>
                    <a:lnTo>
                      <a:pt x="471" y="879"/>
                    </a:lnTo>
                    <a:lnTo>
                      <a:pt x="157" y="929"/>
                    </a:lnTo>
                    <a:lnTo>
                      <a:pt x="68" y="964"/>
                    </a:lnTo>
                    <a:lnTo>
                      <a:pt x="0" y="1012"/>
                    </a:lnTo>
                    <a:lnTo>
                      <a:pt x="0" y="1021"/>
                    </a:lnTo>
                    <a:lnTo>
                      <a:pt x="65" y="1077"/>
                    </a:lnTo>
                    <a:lnTo>
                      <a:pt x="948" y="943"/>
                    </a:lnTo>
                    <a:lnTo>
                      <a:pt x="906" y="1012"/>
                    </a:lnTo>
                    <a:lnTo>
                      <a:pt x="734" y="1105"/>
                    </a:lnTo>
                    <a:lnTo>
                      <a:pt x="528" y="1199"/>
                    </a:lnTo>
                    <a:lnTo>
                      <a:pt x="273" y="1287"/>
                    </a:lnTo>
                    <a:lnTo>
                      <a:pt x="259" y="1307"/>
                    </a:lnTo>
                    <a:lnTo>
                      <a:pt x="261" y="1342"/>
                    </a:lnTo>
                    <a:lnTo>
                      <a:pt x="295" y="1370"/>
                    </a:lnTo>
                    <a:lnTo>
                      <a:pt x="363" y="1370"/>
                    </a:lnTo>
                    <a:lnTo>
                      <a:pt x="491" y="1342"/>
                    </a:lnTo>
                    <a:lnTo>
                      <a:pt x="796" y="1241"/>
                    </a:lnTo>
                    <a:lnTo>
                      <a:pt x="994" y="1186"/>
                    </a:lnTo>
                    <a:lnTo>
                      <a:pt x="1117" y="1176"/>
                    </a:lnTo>
                    <a:lnTo>
                      <a:pt x="1105" y="1192"/>
                    </a:lnTo>
                    <a:lnTo>
                      <a:pt x="1011" y="1331"/>
                    </a:lnTo>
                    <a:lnTo>
                      <a:pt x="923" y="1423"/>
                    </a:lnTo>
                    <a:lnTo>
                      <a:pt x="662" y="1520"/>
                    </a:lnTo>
                    <a:lnTo>
                      <a:pt x="664" y="1536"/>
                    </a:lnTo>
                    <a:lnTo>
                      <a:pt x="710" y="1554"/>
                    </a:lnTo>
                    <a:lnTo>
                      <a:pt x="868" y="1522"/>
                    </a:lnTo>
                    <a:lnTo>
                      <a:pt x="1093" y="1467"/>
                    </a:lnTo>
                    <a:lnTo>
                      <a:pt x="1148" y="1437"/>
                    </a:lnTo>
                    <a:lnTo>
                      <a:pt x="1244" y="1316"/>
                    </a:lnTo>
                    <a:lnTo>
                      <a:pt x="1529" y="1186"/>
                    </a:lnTo>
                    <a:lnTo>
                      <a:pt x="1708" y="1087"/>
                    </a:lnTo>
                    <a:lnTo>
                      <a:pt x="1849" y="1028"/>
                    </a:lnTo>
                    <a:lnTo>
                      <a:pt x="1974" y="997"/>
                    </a:lnTo>
                    <a:lnTo>
                      <a:pt x="2062" y="975"/>
                    </a:lnTo>
                    <a:lnTo>
                      <a:pt x="2062" y="929"/>
                    </a:lnTo>
                    <a:lnTo>
                      <a:pt x="2022" y="771"/>
                    </a:lnTo>
                    <a:lnTo>
                      <a:pt x="1997" y="661"/>
                    </a:lnTo>
                    <a:lnTo>
                      <a:pt x="1849" y="501"/>
                    </a:lnTo>
                    <a:lnTo>
                      <a:pt x="1677" y="402"/>
                    </a:lnTo>
                    <a:lnTo>
                      <a:pt x="1486" y="286"/>
                    </a:lnTo>
                    <a:lnTo>
                      <a:pt x="1266" y="194"/>
                    </a:lnTo>
                    <a:lnTo>
                      <a:pt x="1097" y="184"/>
                    </a:lnTo>
                    <a:lnTo>
                      <a:pt x="957" y="153"/>
                    </a:lnTo>
                    <a:lnTo>
                      <a:pt x="881" y="92"/>
                    </a:lnTo>
                    <a:lnTo>
                      <a:pt x="796"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5" name="Freeform 164"/>
              <p:cNvSpPr>
                <a:spLocks/>
              </p:cNvSpPr>
              <p:nvPr/>
            </p:nvSpPr>
            <p:spPr bwMode="auto">
              <a:xfrm>
                <a:off x="4152" y="1406"/>
                <a:ext cx="108" cy="95"/>
              </a:xfrm>
              <a:custGeom>
                <a:avLst/>
                <a:gdLst>
                  <a:gd name="T0" fmla="*/ 0 w 864"/>
                  <a:gd name="T1" fmla="*/ 0 h 764"/>
                  <a:gd name="T2" fmla="*/ 0 w 864"/>
                  <a:gd name="T3" fmla="*/ 0 h 764"/>
                  <a:gd name="T4" fmla="*/ 0 w 864"/>
                  <a:gd name="T5" fmla="*/ 0 h 764"/>
                  <a:gd name="T6" fmla="*/ 0 w 864"/>
                  <a:gd name="T7" fmla="*/ 0 h 764"/>
                  <a:gd name="T8" fmla="*/ 0 w 864"/>
                  <a:gd name="T9" fmla="*/ 0 h 764"/>
                  <a:gd name="T10" fmla="*/ 0 w 864"/>
                  <a:gd name="T11" fmla="*/ 0 h 764"/>
                  <a:gd name="T12" fmla="*/ 0 w 864"/>
                  <a:gd name="T13" fmla="*/ 0 h 764"/>
                  <a:gd name="T14" fmla="*/ 0 w 864"/>
                  <a:gd name="T15" fmla="*/ 0 h 764"/>
                  <a:gd name="T16" fmla="*/ 0 w 864"/>
                  <a:gd name="T17" fmla="*/ 0 h 764"/>
                  <a:gd name="T18" fmla="*/ 0 w 864"/>
                  <a:gd name="T19" fmla="*/ 0 h 764"/>
                  <a:gd name="T20" fmla="*/ 0 w 864"/>
                  <a:gd name="T21" fmla="*/ 0 h 764"/>
                  <a:gd name="T22" fmla="*/ 0 w 864"/>
                  <a:gd name="T23" fmla="*/ 0 h 764"/>
                  <a:gd name="T24" fmla="*/ 0 w 864"/>
                  <a:gd name="T25" fmla="*/ 0 h 764"/>
                  <a:gd name="T26" fmla="*/ 0 w 864"/>
                  <a:gd name="T27" fmla="*/ 0 h 7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64"/>
                  <a:gd name="T43" fmla="*/ 0 h 764"/>
                  <a:gd name="T44" fmla="*/ 864 w 864"/>
                  <a:gd name="T45" fmla="*/ 764 h 76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64" h="764">
                    <a:moveTo>
                      <a:pt x="357" y="0"/>
                    </a:moveTo>
                    <a:lnTo>
                      <a:pt x="477" y="70"/>
                    </a:lnTo>
                    <a:lnTo>
                      <a:pt x="640" y="211"/>
                    </a:lnTo>
                    <a:lnTo>
                      <a:pt x="754" y="321"/>
                    </a:lnTo>
                    <a:lnTo>
                      <a:pt x="841" y="444"/>
                    </a:lnTo>
                    <a:lnTo>
                      <a:pt x="864" y="527"/>
                    </a:lnTo>
                    <a:lnTo>
                      <a:pt x="864" y="602"/>
                    </a:lnTo>
                    <a:lnTo>
                      <a:pt x="850" y="663"/>
                    </a:lnTo>
                    <a:lnTo>
                      <a:pt x="249" y="764"/>
                    </a:lnTo>
                    <a:lnTo>
                      <a:pt x="244" y="624"/>
                    </a:lnTo>
                    <a:lnTo>
                      <a:pt x="225" y="464"/>
                    </a:lnTo>
                    <a:lnTo>
                      <a:pt x="184" y="345"/>
                    </a:lnTo>
                    <a:lnTo>
                      <a:pt x="0" y="112"/>
                    </a:lnTo>
                    <a:lnTo>
                      <a:pt x="35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6" name="Freeform 165"/>
              <p:cNvSpPr>
                <a:spLocks/>
              </p:cNvSpPr>
              <p:nvPr/>
            </p:nvSpPr>
            <p:spPr bwMode="auto">
              <a:xfrm>
                <a:off x="4278" y="953"/>
                <a:ext cx="142" cy="383"/>
              </a:xfrm>
              <a:custGeom>
                <a:avLst/>
                <a:gdLst>
                  <a:gd name="T0" fmla="*/ 0 w 1136"/>
                  <a:gd name="T1" fmla="*/ 0 h 3065"/>
                  <a:gd name="T2" fmla="*/ 0 w 1136"/>
                  <a:gd name="T3" fmla="*/ 0 h 3065"/>
                  <a:gd name="T4" fmla="*/ 0 w 1136"/>
                  <a:gd name="T5" fmla="*/ 0 h 3065"/>
                  <a:gd name="T6" fmla="*/ 0 w 1136"/>
                  <a:gd name="T7" fmla="*/ 0 h 3065"/>
                  <a:gd name="T8" fmla="*/ 0 w 1136"/>
                  <a:gd name="T9" fmla="*/ 0 h 3065"/>
                  <a:gd name="T10" fmla="*/ 0 w 1136"/>
                  <a:gd name="T11" fmla="*/ 0 h 3065"/>
                  <a:gd name="T12" fmla="*/ 0 w 1136"/>
                  <a:gd name="T13" fmla="*/ 0 h 3065"/>
                  <a:gd name="T14" fmla="*/ 0 w 1136"/>
                  <a:gd name="T15" fmla="*/ 0 h 3065"/>
                  <a:gd name="T16" fmla="*/ 0 w 1136"/>
                  <a:gd name="T17" fmla="*/ 0 h 3065"/>
                  <a:gd name="T18" fmla="*/ 0 w 1136"/>
                  <a:gd name="T19" fmla="*/ 0 h 3065"/>
                  <a:gd name="T20" fmla="*/ 0 w 1136"/>
                  <a:gd name="T21" fmla="*/ 0 h 3065"/>
                  <a:gd name="T22" fmla="*/ 0 w 1136"/>
                  <a:gd name="T23" fmla="*/ 0 h 3065"/>
                  <a:gd name="T24" fmla="*/ 0 w 1136"/>
                  <a:gd name="T25" fmla="*/ 0 h 3065"/>
                  <a:gd name="T26" fmla="*/ 0 w 1136"/>
                  <a:gd name="T27" fmla="*/ 0 h 3065"/>
                  <a:gd name="T28" fmla="*/ 0 w 1136"/>
                  <a:gd name="T29" fmla="*/ 0 h 3065"/>
                  <a:gd name="T30" fmla="*/ 0 w 1136"/>
                  <a:gd name="T31" fmla="*/ 0 h 3065"/>
                  <a:gd name="T32" fmla="*/ 0 w 1136"/>
                  <a:gd name="T33" fmla="*/ 0 h 3065"/>
                  <a:gd name="T34" fmla="*/ 0 w 1136"/>
                  <a:gd name="T35" fmla="*/ 0 h 30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36"/>
                  <a:gd name="T55" fmla="*/ 0 h 3065"/>
                  <a:gd name="T56" fmla="*/ 1136 w 1136"/>
                  <a:gd name="T57" fmla="*/ 3065 h 30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36" h="3065">
                    <a:moveTo>
                      <a:pt x="1063" y="0"/>
                    </a:moveTo>
                    <a:lnTo>
                      <a:pt x="1136" y="102"/>
                    </a:lnTo>
                    <a:lnTo>
                      <a:pt x="1044" y="516"/>
                    </a:lnTo>
                    <a:lnTo>
                      <a:pt x="710" y="1153"/>
                    </a:lnTo>
                    <a:lnTo>
                      <a:pt x="629" y="1377"/>
                    </a:lnTo>
                    <a:lnTo>
                      <a:pt x="560" y="1644"/>
                    </a:lnTo>
                    <a:lnTo>
                      <a:pt x="525" y="1868"/>
                    </a:lnTo>
                    <a:lnTo>
                      <a:pt x="537" y="2091"/>
                    </a:lnTo>
                    <a:lnTo>
                      <a:pt x="571" y="2370"/>
                    </a:lnTo>
                    <a:lnTo>
                      <a:pt x="629" y="2829"/>
                    </a:lnTo>
                    <a:lnTo>
                      <a:pt x="177" y="3065"/>
                    </a:lnTo>
                    <a:lnTo>
                      <a:pt x="122" y="2404"/>
                    </a:lnTo>
                    <a:lnTo>
                      <a:pt x="134" y="1935"/>
                    </a:lnTo>
                    <a:lnTo>
                      <a:pt x="177" y="1676"/>
                    </a:lnTo>
                    <a:lnTo>
                      <a:pt x="210" y="1443"/>
                    </a:lnTo>
                    <a:lnTo>
                      <a:pt x="0" y="715"/>
                    </a:lnTo>
                    <a:lnTo>
                      <a:pt x="617" y="138"/>
                    </a:lnTo>
                    <a:lnTo>
                      <a:pt x="106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7" name="Freeform 166"/>
              <p:cNvSpPr>
                <a:spLocks/>
              </p:cNvSpPr>
              <p:nvPr/>
            </p:nvSpPr>
            <p:spPr bwMode="auto">
              <a:xfrm>
                <a:off x="4193" y="805"/>
                <a:ext cx="224" cy="242"/>
              </a:xfrm>
              <a:custGeom>
                <a:avLst/>
                <a:gdLst>
                  <a:gd name="T0" fmla="*/ 0 w 1786"/>
                  <a:gd name="T1" fmla="*/ 0 h 1939"/>
                  <a:gd name="T2" fmla="*/ 0 w 1786"/>
                  <a:gd name="T3" fmla="*/ 0 h 1939"/>
                  <a:gd name="T4" fmla="*/ 0 w 1786"/>
                  <a:gd name="T5" fmla="*/ 0 h 1939"/>
                  <a:gd name="T6" fmla="*/ 0 w 1786"/>
                  <a:gd name="T7" fmla="*/ 0 h 1939"/>
                  <a:gd name="T8" fmla="*/ 0 w 1786"/>
                  <a:gd name="T9" fmla="*/ 0 h 1939"/>
                  <a:gd name="T10" fmla="*/ 0 w 1786"/>
                  <a:gd name="T11" fmla="*/ 0 h 1939"/>
                  <a:gd name="T12" fmla="*/ 0 w 1786"/>
                  <a:gd name="T13" fmla="*/ 0 h 1939"/>
                  <a:gd name="T14" fmla="*/ 0 w 1786"/>
                  <a:gd name="T15" fmla="*/ 0 h 1939"/>
                  <a:gd name="T16" fmla="*/ 0 w 1786"/>
                  <a:gd name="T17" fmla="*/ 0 h 1939"/>
                  <a:gd name="T18" fmla="*/ 0 w 1786"/>
                  <a:gd name="T19" fmla="*/ 0 h 1939"/>
                  <a:gd name="T20" fmla="*/ 0 w 1786"/>
                  <a:gd name="T21" fmla="*/ 0 h 1939"/>
                  <a:gd name="T22" fmla="*/ 0 w 1786"/>
                  <a:gd name="T23" fmla="*/ 0 h 1939"/>
                  <a:gd name="T24" fmla="*/ 0 w 1786"/>
                  <a:gd name="T25" fmla="*/ 0 h 1939"/>
                  <a:gd name="T26" fmla="*/ 0 w 1786"/>
                  <a:gd name="T27" fmla="*/ 0 h 1939"/>
                  <a:gd name="T28" fmla="*/ 0 w 1786"/>
                  <a:gd name="T29" fmla="*/ 0 h 1939"/>
                  <a:gd name="T30" fmla="*/ 0 w 1786"/>
                  <a:gd name="T31" fmla="*/ 0 h 1939"/>
                  <a:gd name="T32" fmla="*/ 0 w 1786"/>
                  <a:gd name="T33" fmla="*/ 0 h 1939"/>
                  <a:gd name="T34" fmla="*/ 0 w 1786"/>
                  <a:gd name="T35" fmla="*/ 0 h 1939"/>
                  <a:gd name="T36" fmla="*/ 0 w 1786"/>
                  <a:gd name="T37" fmla="*/ 0 h 1939"/>
                  <a:gd name="T38" fmla="*/ 0 w 1786"/>
                  <a:gd name="T39" fmla="*/ 0 h 1939"/>
                  <a:gd name="T40" fmla="*/ 0 w 1786"/>
                  <a:gd name="T41" fmla="*/ 0 h 1939"/>
                  <a:gd name="T42" fmla="*/ 0 w 1786"/>
                  <a:gd name="T43" fmla="*/ 0 h 1939"/>
                  <a:gd name="T44" fmla="*/ 0 w 1786"/>
                  <a:gd name="T45" fmla="*/ 0 h 1939"/>
                  <a:gd name="T46" fmla="*/ 0 w 1786"/>
                  <a:gd name="T47" fmla="*/ 0 h 1939"/>
                  <a:gd name="T48" fmla="*/ 0 w 1786"/>
                  <a:gd name="T49" fmla="*/ 0 h 1939"/>
                  <a:gd name="T50" fmla="*/ 0 w 1786"/>
                  <a:gd name="T51" fmla="*/ 0 h 1939"/>
                  <a:gd name="T52" fmla="*/ 0 w 1786"/>
                  <a:gd name="T53" fmla="*/ 0 h 1939"/>
                  <a:gd name="T54" fmla="*/ 0 w 1786"/>
                  <a:gd name="T55" fmla="*/ 0 h 1939"/>
                  <a:gd name="T56" fmla="*/ 0 w 1786"/>
                  <a:gd name="T57" fmla="*/ 0 h 1939"/>
                  <a:gd name="T58" fmla="*/ 0 w 1786"/>
                  <a:gd name="T59" fmla="*/ 0 h 1939"/>
                  <a:gd name="T60" fmla="*/ 0 w 1786"/>
                  <a:gd name="T61" fmla="*/ 0 h 193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86"/>
                  <a:gd name="T94" fmla="*/ 0 h 1939"/>
                  <a:gd name="T95" fmla="*/ 1786 w 1786"/>
                  <a:gd name="T96" fmla="*/ 1939 h 193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86" h="1939">
                    <a:moveTo>
                      <a:pt x="68" y="136"/>
                    </a:moveTo>
                    <a:lnTo>
                      <a:pt x="0" y="741"/>
                    </a:lnTo>
                    <a:lnTo>
                      <a:pt x="68" y="899"/>
                    </a:lnTo>
                    <a:lnTo>
                      <a:pt x="68" y="960"/>
                    </a:lnTo>
                    <a:lnTo>
                      <a:pt x="68" y="1066"/>
                    </a:lnTo>
                    <a:lnTo>
                      <a:pt x="43" y="1165"/>
                    </a:lnTo>
                    <a:lnTo>
                      <a:pt x="87" y="1287"/>
                    </a:lnTo>
                    <a:lnTo>
                      <a:pt x="202" y="1432"/>
                    </a:lnTo>
                    <a:lnTo>
                      <a:pt x="244" y="1512"/>
                    </a:lnTo>
                    <a:lnTo>
                      <a:pt x="327" y="1655"/>
                    </a:lnTo>
                    <a:lnTo>
                      <a:pt x="391" y="1884"/>
                    </a:lnTo>
                    <a:lnTo>
                      <a:pt x="448" y="1939"/>
                    </a:lnTo>
                    <a:lnTo>
                      <a:pt x="596" y="1939"/>
                    </a:lnTo>
                    <a:lnTo>
                      <a:pt x="833" y="1900"/>
                    </a:lnTo>
                    <a:lnTo>
                      <a:pt x="991" y="1866"/>
                    </a:lnTo>
                    <a:lnTo>
                      <a:pt x="1178" y="1923"/>
                    </a:lnTo>
                    <a:lnTo>
                      <a:pt x="1311" y="1859"/>
                    </a:lnTo>
                    <a:lnTo>
                      <a:pt x="1448" y="1701"/>
                    </a:lnTo>
                    <a:lnTo>
                      <a:pt x="1639" y="1512"/>
                    </a:lnTo>
                    <a:lnTo>
                      <a:pt x="1696" y="1398"/>
                    </a:lnTo>
                    <a:lnTo>
                      <a:pt x="1728" y="1277"/>
                    </a:lnTo>
                    <a:lnTo>
                      <a:pt x="1719" y="1121"/>
                    </a:lnTo>
                    <a:lnTo>
                      <a:pt x="1705" y="918"/>
                    </a:lnTo>
                    <a:lnTo>
                      <a:pt x="1749" y="828"/>
                    </a:lnTo>
                    <a:lnTo>
                      <a:pt x="1786" y="639"/>
                    </a:lnTo>
                    <a:lnTo>
                      <a:pt x="1774" y="563"/>
                    </a:lnTo>
                    <a:lnTo>
                      <a:pt x="1719" y="517"/>
                    </a:lnTo>
                    <a:lnTo>
                      <a:pt x="741" y="0"/>
                    </a:lnTo>
                    <a:lnTo>
                      <a:pt x="573" y="0"/>
                    </a:lnTo>
                    <a:lnTo>
                      <a:pt x="169" y="123"/>
                    </a:lnTo>
                    <a:lnTo>
                      <a:pt x="68" y="13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8" name="Freeform 167"/>
              <p:cNvSpPr>
                <a:spLocks/>
              </p:cNvSpPr>
              <p:nvPr/>
            </p:nvSpPr>
            <p:spPr bwMode="auto">
              <a:xfrm>
                <a:off x="4295" y="1068"/>
                <a:ext cx="61" cy="267"/>
              </a:xfrm>
              <a:custGeom>
                <a:avLst/>
                <a:gdLst>
                  <a:gd name="T0" fmla="*/ 0 w 495"/>
                  <a:gd name="T1" fmla="*/ 0 h 2134"/>
                  <a:gd name="T2" fmla="*/ 0 w 495"/>
                  <a:gd name="T3" fmla="*/ 0 h 2134"/>
                  <a:gd name="T4" fmla="*/ 0 w 495"/>
                  <a:gd name="T5" fmla="*/ 0 h 2134"/>
                  <a:gd name="T6" fmla="*/ 0 w 495"/>
                  <a:gd name="T7" fmla="*/ 0 h 2134"/>
                  <a:gd name="T8" fmla="*/ 0 w 495"/>
                  <a:gd name="T9" fmla="*/ 0 h 2134"/>
                  <a:gd name="T10" fmla="*/ 0 w 495"/>
                  <a:gd name="T11" fmla="*/ 0 h 2134"/>
                  <a:gd name="T12" fmla="*/ 0 w 495"/>
                  <a:gd name="T13" fmla="*/ 0 h 2134"/>
                  <a:gd name="T14" fmla="*/ 0 w 495"/>
                  <a:gd name="T15" fmla="*/ 0 h 2134"/>
                  <a:gd name="T16" fmla="*/ 0 w 495"/>
                  <a:gd name="T17" fmla="*/ 0 h 2134"/>
                  <a:gd name="T18" fmla="*/ 0 w 495"/>
                  <a:gd name="T19" fmla="*/ 0 h 2134"/>
                  <a:gd name="T20" fmla="*/ 0 w 495"/>
                  <a:gd name="T21" fmla="*/ 0 h 2134"/>
                  <a:gd name="T22" fmla="*/ 0 w 495"/>
                  <a:gd name="T23" fmla="*/ 0 h 2134"/>
                  <a:gd name="T24" fmla="*/ 0 w 495"/>
                  <a:gd name="T25" fmla="*/ 0 h 2134"/>
                  <a:gd name="T26" fmla="*/ 0 w 495"/>
                  <a:gd name="T27" fmla="*/ 0 h 2134"/>
                  <a:gd name="T28" fmla="*/ 0 w 495"/>
                  <a:gd name="T29" fmla="*/ 0 h 2134"/>
                  <a:gd name="T30" fmla="*/ 0 w 495"/>
                  <a:gd name="T31" fmla="*/ 0 h 2134"/>
                  <a:gd name="T32" fmla="*/ 0 w 495"/>
                  <a:gd name="T33" fmla="*/ 0 h 2134"/>
                  <a:gd name="T34" fmla="*/ 0 w 495"/>
                  <a:gd name="T35" fmla="*/ 0 h 2134"/>
                  <a:gd name="T36" fmla="*/ 0 w 495"/>
                  <a:gd name="T37" fmla="*/ 0 h 213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95"/>
                  <a:gd name="T58" fmla="*/ 0 h 2134"/>
                  <a:gd name="T59" fmla="*/ 495 w 495"/>
                  <a:gd name="T60" fmla="*/ 2134 h 213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95" h="2134">
                    <a:moveTo>
                      <a:pt x="221" y="0"/>
                    </a:moveTo>
                    <a:lnTo>
                      <a:pt x="158" y="99"/>
                    </a:lnTo>
                    <a:lnTo>
                      <a:pt x="133" y="224"/>
                    </a:lnTo>
                    <a:lnTo>
                      <a:pt x="133" y="325"/>
                    </a:lnTo>
                    <a:lnTo>
                      <a:pt x="142" y="389"/>
                    </a:lnTo>
                    <a:lnTo>
                      <a:pt x="68" y="602"/>
                    </a:lnTo>
                    <a:lnTo>
                      <a:pt x="24" y="795"/>
                    </a:lnTo>
                    <a:lnTo>
                      <a:pt x="0" y="1127"/>
                    </a:lnTo>
                    <a:lnTo>
                      <a:pt x="0" y="1418"/>
                    </a:lnTo>
                    <a:lnTo>
                      <a:pt x="11" y="1699"/>
                    </a:lnTo>
                    <a:lnTo>
                      <a:pt x="68" y="2134"/>
                    </a:lnTo>
                    <a:lnTo>
                      <a:pt x="495" y="1911"/>
                    </a:lnTo>
                    <a:lnTo>
                      <a:pt x="426" y="1409"/>
                    </a:lnTo>
                    <a:lnTo>
                      <a:pt x="403" y="1072"/>
                    </a:lnTo>
                    <a:lnTo>
                      <a:pt x="369" y="682"/>
                    </a:lnTo>
                    <a:lnTo>
                      <a:pt x="357" y="512"/>
                    </a:lnTo>
                    <a:lnTo>
                      <a:pt x="313" y="350"/>
                    </a:lnTo>
                    <a:lnTo>
                      <a:pt x="235" y="124"/>
                    </a:lnTo>
                    <a:lnTo>
                      <a:pt x="221"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9" name="Freeform 168"/>
              <p:cNvSpPr>
                <a:spLocks/>
              </p:cNvSpPr>
              <p:nvPr/>
            </p:nvSpPr>
            <p:spPr bwMode="auto">
              <a:xfrm>
                <a:off x="4233" y="991"/>
                <a:ext cx="40" cy="14"/>
              </a:xfrm>
              <a:custGeom>
                <a:avLst/>
                <a:gdLst>
                  <a:gd name="T0" fmla="*/ 0 w 316"/>
                  <a:gd name="T1" fmla="*/ 0 h 112"/>
                  <a:gd name="T2" fmla="*/ 0 w 316"/>
                  <a:gd name="T3" fmla="*/ 0 h 112"/>
                  <a:gd name="T4" fmla="*/ 0 w 316"/>
                  <a:gd name="T5" fmla="*/ 0 h 112"/>
                  <a:gd name="T6" fmla="*/ 0 w 316"/>
                  <a:gd name="T7" fmla="*/ 0 h 112"/>
                  <a:gd name="T8" fmla="*/ 0 w 316"/>
                  <a:gd name="T9" fmla="*/ 0 h 112"/>
                  <a:gd name="T10" fmla="*/ 0 w 316"/>
                  <a:gd name="T11" fmla="*/ 0 h 112"/>
                  <a:gd name="T12" fmla="*/ 0 w 316"/>
                  <a:gd name="T13" fmla="*/ 0 h 112"/>
                  <a:gd name="T14" fmla="*/ 0 w 316"/>
                  <a:gd name="T15" fmla="*/ 0 h 112"/>
                  <a:gd name="T16" fmla="*/ 0 60000 65536"/>
                  <a:gd name="T17" fmla="*/ 0 60000 65536"/>
                  <a:gd name="T18" fmla="*/ 0 60000 65536"/>
                  <a:gd name="T19" fmla="*/ 0 60000 65536"/>
                  <a:gd name="T20" fmla="*/ 0 60000 65536"/>
                  <a:gd name="T21" fmla="*/ 0 60000 65536"/>
                  <a:gd name="T22" fmla="*/ 0 60000 65536"/>
                  <a:gd name="T23" fmla="*/ 0 60000 65536"/>
                  <a:gd name="T24" fmla="*/ 0 w 316"/>
                  <a:gd name="T25" fmla="*/ 0 h 112"/>
                  <a:gd name="T26" fmla="*/ 316 w 316"/>
                  <a:gd name="T27" fmla="*/ 112 h 1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6" h="112">
                    <a:moveTo>
                      <a:pt x="0" y="24"/>
                    </a:moveTo>
                    <a:lnTo>
                      <a:pt x="50" y="24"/>
                    </a:lnTo>
                    <a:lnTo>
                      <a:pt x="113" y="13"/>
                    </a:lnTo>
                    <a:lnTo>
                      <a:pt x="316" y="0"/>
                    </a:lnTo>
                    <a:lnTo>
                      <a:pt x="305" y="43"/>
                    </a:lnTo>
                    <a:lnTo>
                      <a:pt x="184" y="112"/>
                    </a:lnTo>
                    <a:lnTo>
                      <a:pt x="61" y="112"/>
                    </a:lnTo>
                    <a:lnTo>
                      <a:pt x="0" y="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0" name="Freeform 169"/>
              <p:cNvSpPr>
                <a:spLocks/>
              </p:cNvSpPr>
              <p:nvPr/>
            </p:nvSpPr>
            <p:spPr bwMode="auto">
              <a:xfrm>
                <a:off x="3706" y="941"/>
                <a:ext cx="480" cy="416"/>
              </a:xfrm>
              <a:custGeom>
                <a:avLst/>
                <a:gdLst>
                  <a:gd name="T0" fmla="*/ 0 w 3840"/>
                  <a:gd name="T1" fmla="*/ 0 h 3333"/>
                  <a:gd name="T2" fmla="*/ 0 w 3840"/>
                  <a:gd name="T3" fmla="*/ 0 h 3333"/>
                  <a:gd name="T4" fmla="*/ 0 w 3840"/>
                  <a:gd name="T5" fmla="*/ 0 h 3333"/>
                  <a:gd name="T6" fmla="*/ 0 w 3840"/>
                  <a:gd name="T7" fmla="*/ 0 h 3333"/>
                  <a:gd name="T8" fmla="*/ 0 w 3840"/>
                  <a:gd name="T9" fmla="*/ 0 h 3333"/>
                  <a:gd name="T10" fmla="*/ 0 w 3840"/>
                  <a:gd name="T11" fmla="*/ 0 h 3333"/>
                  <a:gd name="T12" fmla="*/ 0 w 3840"/>
                  <a:gd name="T13" fmla="*/ 0 h 3333"/>
                  <a:gd name="T14" fmla="*/ 0 w 3840"/>
                  <a:gd name="T15" fmla="*/ 0 h 3333"/>
                  <a:gd name="T16" fmla="*/ 0 w 3840"/>
                  <a:gd name="T17" fmla="*/ 0 h 3333"/>
                  <a:gd name="T18" fmla="*/ 0 w 3840"/>
                  <a:gd name="T19" fmla="*/ 0 h 3333"/>
                  <a:gd name="T20" fmla="*/ 0 w 3840"/>
                  <a:gd name="T21" fmla="*/ 0 h 3333"/>
                  <a:gd name="T22" fmla="*/ 0 w 3840"/>
                  <a:gd name="T23" fmla="*/ 0 h 3333"/>
                  <a:gd name="T24" fmla="*/ 0 w 3840"/>
                  <a:gd name="T25" fmla="*/ 0 h 3333"/>
                  <a:gd name="T26" fmla="*/ 0 w 3840"/>
                  <a:gd name="T27" fmla="*/ 0 h 3333"/>
                  <a:gd name="T28" fmla="*/ 0 w 3840"/>
                  <a:gd name="T29" fmla="*/ 0 h 3333"/>
                  <a:gd name="T30" fmla="*/ 0 w 3840"/>
                  <a:gd name="T31" fmla="*/ 0 h 3333"/>
                  <a:gd name="T32" fmla="*/ 0 w 3840"/>
                  <a:gd name="T33" fmla="*/ 0 h 3333"/>
                  <a:gd name="T34" fmla="*/ 0 w 3840"/>
                  <a:gd name="T35" fmla="*/ 0 h 3333"/>
                  <a:gd name="T36" fmla="*/ 0 w 3840"/>
                  <a:gd name="T37" fmla="*/ 0 h 3333"/>
                  <a:gd name="T38" fmla="*/ 0 w 3840"/>
                  <a:gd name="T39" fmla="*/ 0 h 3333"/>
                  <a:gd name="T40" fmla="*/ 0 w 3840"/>
                  <a:gd name="T41" fmla="*/ 0 h 3333"/>
                  <a:gd name="T42" fmla="*/ 0 w 3840"/>
                  <a:gd name="T43" fmla="*/ 0 h 3333"/>
                  <a:gd name="T44" fmla="*/ 0 w 3840"/>
                  <a:gd name="T45" fmla="*/ 0 h 3333"/>
                  <a:gd name="T46" fmla="*/ 0 w 3840"/>
                  <a:gd name="T47" fmla="*/ 0 h 333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40"/>
                  <a:gd name="T73" fmla="*/ 0 h 3333"/>
                  <a:gd name="T74" fmla="*/ 3840 w 3840"/>
                  <a:gd name="T75" fmla="*/ 3333 h 333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40" h="3333">
                    <a:moveTo>
                      <a:pt x="3670" y="3333"/>
                    </a:moveTo>
                    <a:lnTo>
                      <a:pt x="3840" y="1946"/>
                    </a:lnTo>
                    <a:lnTo>
                      <a:pt x="3785" y="1118"/>
                    </a:lnTo>
                    <a:lnTo>
                      <a:pt x="3659" y="707"/>
                    </a:lnTo>
                    <a:lnTo>
                      <a:pt x="3635" y="463"/>
                    </a:lnTo>
                    <a:lnTo>
                      <a:pt x="3197" y="300"/>
                    </a:lnTo>
                    <a:lnTo>
                      <a:pt x="2674" y="168"/>
                    </a:lnTo>
                    <a:lnTo>
                      <a:pt x="2358" y="0"/>
                    </a:lnTo>
                    <a:lnTo>
                      <a:pt x="1281" y="159"/>
                    </a:lnTo>
                    <a:lnTo>
                      <a:pt x="938" y="300"/>
                    </a:lnTo>
                    <a:lnTo>
                      <a:pt x="581" y="391"/>
                    </a:lnTo>
                    <a:lnTo>
                      <a:pt x="558" y="463"/>
                    </a:lnTo>
                    <a:lnTo>
                      <a:pt x="581" y="816"/>
                    </a:lnTo>
                    <a:lnTo>
                      <a:pt x="539" y="1019"/>
                    </a:lnTo>
                    <a:lnTo>
                      <a:pt x="516" y="1164"/>
                    </a:lnTo>
                    <a:lnTo>
                      <a:pt x="539" y="1261"/>
                    </a:lnTo>
                    <a:lnTo>
                      <a:pt x="581" y="1355"/>
                    </a:lnTo>
                    <a:lnTo>
                      <a:pt x="525" y="1509"/>
                    </a:lnTo>
                    <a:lnTo>
                      <a:pt x="539" y="1646"/>
                    </a:lnTo>
                    <a:lnTo>
                      <a:pt x="412" y="1892"/>
                    </a:lnTo>
                    <a:lnTo>
                      <a:pt x="315" y="2146"/>
                    </a:lnTo>
                    <a:lnTo>
                      <a:pt x="189" y="2259"/>
                    </a:lnTo>
                    <a:lnTo>
                      <a:pt x="0" y="2672"/>
                    </a:lnTo>
                    <a:lnTo>
                      <a:pt x="3670" y="3333"/>
                    </a:lnTo>
                    <a:close/>
                  </a:path>
                </a:pathLst>
              </a:custGeom>
              <a:solidFill>
                <a:srgbClr val="0042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1" name="Freeform 170"/>
              <p:cNvSpPr>
                <a:spLocks/>
              </p:cNvSpPr>
              <p:nvPr/>
            </p:nvSpPr>
            <p:spPr bwMode="auto">
              <a:xfrm>
                <a:off x="3947" y="1016"/>
                <a:ext cx="358" cy="268"/>
              </a:xfrm>
              <a:custGeom>
                <a:avLst/>
                <a:gdLst>
                  <a:gd name="T0" fmla="*/ 0 w 2866"/>
                  <a:gd name="T1" fmla="*/ 0 h 2144"/>
                  <a:gd name="T2" fmla="*/ 0 w 2866"/>
                  <a:gd name="T3" fmla="*/ 0 h 2144"/>
                  <a:gd name="T4" fmla="*/ 0 w 2866"/>
                  <a:gd name="T5" fmla="*/ 0 h 2144"/>
                  <a:gd name="T6" fmla="*/ 0 w 2866"/>
                  <a:gd name="T7" fmla="*/ 0 h 2144"/>
                  <a:gd name="T8" fmla="*/ 0 w 2866"/>
                  <a:gd name="T9" fmla="*/ 0 h 2144"/>
                  <a:gd name="T10" fmla="*/ 0 w 2866"/>
                  <a:gd name="T11" fmla="*/ 0 h 2144"/>
                  <a:gd name="T12" fmla="*/ 0 w 2866"/>
                  <a:gd name="T13" fmla="*/ 0 h 2144"/>
                  <a:gd name="T14" fmla="*/ 0 w 2866"/>
                  <a:gd name="T15" fmla="*/ 0 h 2144"/>
                  <a:gd name="T16" fmla="*/ 0 w 2866"/>
                  <a:gd name="T17" fmla="*/ 0 h 2144"/>
                  <a:gd name="T18" fmla="*/ 0 w 2866"/>
                  <a:gd name="T19" fmla="*/ 0 h 2144"/>
                  <a:gd name="T20" fmla="*/ 0 w 2866"/>
                  <a:gd name="T21" fmla="*/ 0 h 2144"/>
                  <a:gd name="T22" fmla="*/ 0 w 2866"/>
                  <a:gd name="T23" fmla="*/ 0 h 2144"/>
                  <a:gd name="T24" fmla="*/ 0 w 2866"/>
                  <a:gd name="T25" fmla="*/ 0 h 2144"/>
                  <a:gd name="T26" fmla="*/ 0 w 2866"/>
                  <a:gd name="T27" fmla="*/ 0 h 2144"/>
                  <a:gd name="T28" fmla="*/ 0 w 2866"/>
                  <a:gd name="T29" fmla="*/ 0 h 2144"/>
                  <a:gd name="T30" fmla="*/ 0 w 2866"/>
                  <a:gd name="T31" fmla="*/ 0 h 2144"/>
                  <a:gd name="T32" fmla="*/ 0 w 2866"/>
                  <a:gd name="T33" fmla="*/ 0 h 2144"/>
                  <a:gd name="T34" fmla="*/ 0 w 2866"/>
                  <a:gd name="T35" fmla="*/ 0 h 2144"/>
                  <a:gd name="T36" fmla="*/ 0 w 2866"/>
                  <a:gd name="T37" fmla="*/ 0 h 2144"/>
                  <a:gd name="T38" fmla="*/ 0 w 2866"/>
                  <a:gd name="T39" fmla="*/ 0 h 2144"/>
                  <a:gd name="T40" fmla="*/ 0 w 2866"/>
                  <a:gd name="T41" fmla="*/ 0 h 2144"/>
                  <a:gd name="T42" fmla="*/ 0 w 2866"/>
                  <a:gd name="T43" fmla="*/ 0 h 2144"/>
                  <a:gd name="T44" fmla="*/ 0 w 2866"/>
                  <a:gd name="T45" fmla="*/ 0 h 2144"/>
                  <a:gd name="T46" fmla="*/ 0 w 2866"/>
                  <a:gd name="T47" fmla="*/ 0 h 2144"/>
                  <a:gd name="T48" fmla="*/ 0 w 2866"/>
                  <a:gd name="T49" fmla="*/ 0 h 21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866"/>
                  <a:gd name="T76" fmla="*/ 0 h 2144"/>
                  <a:gd name="T77" fmla="*/ 2866 w 2866"/>
                  <a:gd name="T78" fmla="*/ 2144 h 21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866" h="2144">
                    <a:moveTo>
                      <a:pt x="2704" y="222"/>
                    </a:moveTo>
                    <a:lnTo>
                      <a:pt x="2719" y="325"/>
                    </a:lnTo>
                    <a:lnTo>
                      <a:pt x="2743" y="413"/>
                    </a:lnTo>
                    <a:lnTo>
                      <a:pt x="2796" y="537"/>
                    </a:lnTo>
                    <a:lnTo>
                      <a:pt x="2820" y="678"/>
                    </a:lnTo>
                    <a:lnTo>
                      <a:pt x="2842" y="848"/>
                    </a:lnTo>
                    <a:lnTo>
                      <a:pt x="2866" y="959"/>
                    </a:lnTo>
                    <a:lnTo>
                      <a:pt x="2808" y="1151"/>
                    </a:lnTo>
                    <a:lnTo>
                      <a:pt x="2787" y="1376"/>
                    </a:lnTo>
                    <a:lnTo>
                      <a:pt x="2774" y="1609"/>
                    </a:lnTo>
                    <a:lnTo>
                      <a:pt x="2517" y="2002"/>
                    </a:lnTo>
                    <a:lnTo>
                      <a:pt x="2102" y="1756"/>
                    </a:lnTo>
                    <a:lnTo>
                      <a:pt x="47" y="2144"/>
                    </a:lnTo>
                    <a:lnTo>
                      <a:pt x="0" y="1653"/>
                    </a:lnTo>
                    <a:lnTo>
                      <a:pt x="493" y="1439"/>
                    </a:lnTo>
                    <a:lnTo>
                      <a:pt x="1462" y="971"/>
                    </a:lnTo>
                    <a:lnTo>
                      <a:pt x="1482" y="749"/>
                    </a:lnTo>
                    <a:lnTo>
                      <a:pt x="1720" y="615"/>
                    </a:lnTo>
                    <a:lnTo>
                      <a:pt x="1934" y="233"/>
                    </a:lnTo>
                    <a:lnTo>
                      <a:pt x="2066" y="101"/>
                    </a:lnTo>
                    <a:lnTo>
                      <a:pt x="2289" y="0"/>
                    </a:lnTo>
                    <a:lnTo>
                      <a:pt x="2383" y="194"/>
                    </a:lnTo>
                    <a:lnTo>
                      <a:pt x="2460" y="249"/>
                    </a:lnTo>
                    <a:lnTo>
                      <a:pt x="2651" y="249"/>
                    </a:lnTo>
                    <a:lnTo>
                      <a:pt x="2704" y="222"/>
                    </a:lnTo>
                    <a:close/>
                  </a:path>
                </a:pathLst>
              </a:custGeom>
              <a:solidFill>
                <a:srgbClr val="0023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2" name="Freeform 171"/>
              <p:cNvSpPr>
                <a:spLocks/>
              </p:cNvSpPr>
              <p:nvPr/>
            </p:nvSpPr>
            <p:spPr bwMode="auto">
              <a:xfrm>
                <a:off x="3916" y="1226"/>
                <a:ext cx="69" cy="90"/>
              </a:xfrm>
              <a:custGeom>
                <a:avLst/>
                <a:gdLst>
                  <a:gd name="T0" fmla="*/ 0 w 551"/>
                  <a:gd name="T1" fmla="*/ 0 h 726"/>
                  <a:gd name="T2" fmla="*/ 0 w 551"/>
                  <a:gd name="T3" fmla="*/ 0 h 726"/>
                  <a:gd name="T4" fmla="*/ 0 w 551"/>
                  <a:gd name="T5" fmla="*/ 0 h 726"/>
                  <a:gd name="T6" fmla="*/ 0 w 551"/>
                  <a:gd name="T7" fmla="*/ 0 h 726"/>
                  <a:gd name="T8" fmla="*/ 0 w 551"/>
                  <a:gd name="T9" fmla="*/ 0 h 726"/>
                  <a:gd name="T10" fmla="*/ 0 w 551"/>
                  <a:gd name="T11" fmla="*/ 0 h 726"/>
                  <a:gd name="T12" fmla="*/ 0 w 551"/>
                  <a:gd name="T13" fmla="*/ 0 h 726"/>
                  <a:gd name="T14" fmla="*/ 0 w 551"/>
                  <a:gd name="T15" fmla="*/ 0 h 726"/>
                  <a:gd name="T16" fmla="*/ 0 w 551"/>
                  <a:gd name="T17" fmla="*/ 0 h 726"/>
                  <a:gd name="T18" fmla="*/ 0 w 551"/>
                  <a:gd name="T19" fmla="*/ 0 h 726"/>
                  <a:gd name="T20" fmla="*/ 0 w 551"/>
                  <a:gd name="T21" fmla="*/ 0 h 7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1"/>
                  <a:gd name="T34" fmla="*/ 0 h 726"/>
                  <a:gd name="T35" fmla="*/ 551 w 551"/>
                  <a:gd name="T36" fmla="*/ 726 h 7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1" h="726">
                    <a:moveTo>
                      <a:pt x="261" y="0"/>
                    </a:moveTo>
                    <a:lnTo>
                      <a:pt x="0" y="82"/>
                    </a:lnTo>
                    <a:lnTo>
                      <a:pt x="283" y="726"/>
                    </a:lnTo>
                    <a:lnTo>
                      <a:pt x="459" y="717"/>
                    </a:lnTo>
                    <a:lnTo>
                      <a:pt x="517" y="671"/>
                    </a:lnTo>
                    <a:lnTo>
                      <a:pt x="551" y="560"/>
                    </a:lnTo>
                    <a:lnTo>
                      <a:pt x="551" y="380"/>
                    </a:lnTo>
                    <a:lnTo>
                      <a:pt x="517" y="225"/>
                    </a:lnTo>
                    <a:lnTo>
                      <a:pt x="448" y="104"/>
                    </a:lnTo>
                    <a:lnTo>
                      <a:pt x="369" y="37"/>
                    </a:lnTo>
                    <a:lnTo>
                      <a:pt x="2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3" name="Freeform 172"/>
              <p:cNvSpPr>
                <a:spLocks/>
              </p:cNvSpPr>
              <p:nvPr/>
            </p:nvSpPr>
            <p:spPr bwMode="auto">
              <a:xfrm>
                <a:off x="3777" y="1239"/>
                <a:ext cx="175" cy="129"/>
              </a:xfrm>
              <a:custGeom>
                <a:avLst/>
                <a:gdLst>
                  <a:gd name="T0" fmla="*/ 0 w 1395"/>
                  <a:gd name="T1" fmla="*/ 0 h 1031"/>
                  <a:gd name="T2" fmla="*/ 0 w 1395"/>
                  <a:gd name="T3" fmla="*/ 0 h 1031"/>
                  <a:gd name="T4" fmla="*/ 0 w 1395"/>
                  <a:gd name="T5" fmla="*/ 0 h 1031"/>
                  <a:gd name="T6" fmla="*/ 0 w 1395"/>
                  <a:gd name="T7" fmla="*/ 0 h 1031"/>
                  <a:gd name="T8" fmla="*/ 0 w 1395"/>
                  <a:gd name="T9" fmla="*/ 0 h 1031"/>
                  <a:gd name="T10" fmla="*/ 0 w 1395"/>
                  <a:gd name="T11" fmla="*/ 0 h 1031"/>
                  <a:gd name="T12" fmla="*/ 0 w 1395"/>
                  <a:gd name="T13" fmla="*/ 0 h 1031"/>
                  <a:gd name="T14" fmla="*/ 0 w 1395"/>
                  <a:gd name="T15" fmla="*/ 0 h 1031"/>
                  <a:gd name="T16" fmla="*/ 0 w 1395"/>
                  <a:gd name="T17" fmla="*/ 0 h 1031"/>
                  <a:gd name="T18" fmla="*/ 0 w 1395"/>
                  <a:gd name="T19" fmla="*/ 0 h 1031"/>
                  <a:gd name="T20" fmla="*/ 0 w 1395"/>
                  <a:gd name="T21" fmla="*/ 0 h 1031"/>
                  <a:gd name="T22" fmla="*/ 0 w 1395"/>
                  <a:gd name="T23" fmla="*/ 0 h 1031"/>
                  <a:gd name="T24" fmla="*/ 0 w 1395"/>
                  <a:gd name="T25" fmla="*/ 0 h 1031"/>
                  <a:gd name="T26" fmla="*/ 0 w 1395"/>
                  <a:gd name="T27" fmla="*/ 0 h 1031"/>
                  <a:gd name="T28" fmla="*/ 0 w 1395"/>
                  <a:gd name="T29" fmla="*/ 0 h 1031"/>
                  <a:gd name="T30" fmla="*/ 0 w 1395"/>
                  <a:gd name="T31" fmla="*/ 0 h 1031"/>
                  <a:gd name="T32" fmla="*/ 0 w 1395"/>
                  <a:gd name="T33" fmla="*/ 0 h 1031"/>
                  <a:gd name="T34" fmla="*/ 0 w 1395"/>
                  <a:gd name="T35" fmla="*/ 0 h 1031"/>
                  <a:gd name="T36" fmla="*/ 0 w 1395"/>
                  <a:gd name="T37" fmla="*/ 0 h 1031"/>
                  <a:gd name="T38" fmla="*/ 0 w 1395"/>
                  <a:gd name="T39" fmla="*/ 0 h 1031"/>
                  <a:gd name="T40" fmla="*/ 0 w 1395"/>
                  <a:gd name="T41" fmla="*/ 0 h 1031"/>
                  <a:gd name="T42" fmla="*/ 0 w 1395"/>
                  <a:gd name="T43" fmla="*/ 0 h 1031"/>
                  <a:gd name="T44" fmla="*/ 0 w 1395"/>
                  <a:gd name="T45" fmla="*/ 0 h 1031"/>
                  <a:gd name="T46" fmla="*/ 0 w 1395"/>
                  <a:gd name="T47" fmla="*/ 0 h 1031"/>
                  <a:gd name="T48" fmla="*/ 0 w 1395"/>
                  <a:gd name="T49" fmla="*/ 0 h 1031"/>
                  <a:gd name="T50" fmla="*/ 0 w 1395"/>
                  <a:gd name="T51" fmla="*/ 0 h 1031"/>
                  <a:gd name="T52" fmla="*/ 0 w 1395"/>
                  <a:gd name="T53" fmla="*/ 0 h 1031"/>
                  <a:gd name="T54" fmla="*/ 0 w 1395"/>
                  <a:gd name="T55" fmla="*/ 0 h 1031"/>
                  <a:gd name="T56" fmla="*/ 0 w 1395"/>
                  <a:gd name="T57" fmla="*/ 0 h 103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95"/>
                  <a:gd name="T88" fmla="*/ 0 h 1031"/>
                  <a:gd name="T89" fmla="*/ 1395 w 1395"/>
                  <a:gd name="T90" fmla="*/ 1031 h 103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95" h="1031">
                    <a:moveTo>
                      <a:pt x="57" y="662"/>
                    </a:moveTo>
                    <a:lnTo>
                      <a:pt x="0" y="295"/>
                    </a:lnTo>
                    <a:lnTo>
                      <a:pt x="514" y="115"/>
                    </a:lnTo>
                    <a:lnTo>
                      <a:pt x="1032" y="0"/>
                    </a:lnTo>
                    <a:lnTo>
                      <a:pt x="1147" y="16"/>
                    </a:lnTo>
                    <a:lnTo>
                      <a:pt x="1267" y="81"/>
                    </a:lnTo>
                    <a:lnTo>
                      <a:pt x="1347" y="203"/>
                    </a:lnTo>
                    <a:lnTo>
                      <a:pt x="1395" y="339"/>
                    </a:lnTo>
                    <a:lnTo>
                      <a:pt x="1380" y="385"/>
                    </a:lnTo>
                    <a:lnTo>
                      <a:pt x="1256" y="450"/>
                    </a:lnTo>
                    <a:lnTo>
                      <a:pt x="1156" y="632"/>
                    </a:lnTo>
                    <a:lnTo>
                      <a:pt x="1147" y="692"/>
                    </a:lnTo>
                    <a:lnTo>
                      <a:pt x="751" y="918"/>
                    </a:lnTo>
                    <a:lnTo>
                      <a:pt x="751" y="853"/>
                    </a:lnTo>
                    <a:lnTo>
                      <a:pt x="786" y="706"/>
                    </a:lnTo>
                    <a:lnTo>
                      <a:pt x="931" y="607"/>
                    </a:lnTo>
                    <a:lnTo>
                      <a:pt x="905" y="506"/>
                    </a:lnTo>
                    <a:lnTo>
                      <a:pt x="631" y="462"/>
                    </a:lnTo>
                    <a:lnTo>
                      <a:pt x="525" y="616"/>
                    </a:lnTo>
                    <a:lnTo>
                      <a:pt x="415" y="776"/>
                    </a:lnTo>
                    <a:lnTo>
                      <a:pt x="316" y="875"/>
                    </a:lnTo>
                    <a:lnTo>
                      <a:pt x="209" y="976"/>
                    </a:lnTo>
                    <a:lnTo>
                      <a:pt x="136" y="1020"/>
                    </a:lnTo>
                    <a:lnTo>
                      <a:pt x="68" y="1031"/>
                    </a:lnTo>
                    <a:lnTo>
                      <a:pt x="33" y="1007"/>
                    </a:lnTo>
                    <a:lnTo>
                      <a:pt x="147" y="875"/>
                    </a:lnTo>
                    <a:lnTo>
                      <a:pt x="202" y="782"/>
                    </a:lnTo>
                    <a:lnTo>
                      <a:pt x="147" y="717"/>
                    </a:lnTo>
                    <a:lnTo>
                      <a:pt x="57" y="662"/>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4" name="Freeform 173"/>
              <p:cNvSpPr>
                <a:spLocks/>
              </p:cNvSpPr>
              <p:nvPr/>
            </p:nvSpPr>
            <p:spPr bwMode="auto">
              <a:xfrm>
                <a:off x="3843" y="850"/>
                <a:ext cx="148" cy="264"/>
              </a:xfrm>
              <a:custGeom>
                <a:avLst/>
                <a:gdLst>
                  <a:gd name="T0" fmla="*/ 0 w 1180"/>
                  <a:gd name="T1" fmla="*/ 0 h 2108"/>
                  <a:gd name="T2" fmla="*/ 0 w 1180"/>
                  <a:gd name="T3" fmla="*/ 0 h 2108"/>
                  <a:gd name="T4" fmla="*/ 0 w 1180"/>
                  <a:gd name="T5" fmla="*/ 0 h 2108"/>
                  <a:gd name="T6" fmla="*/ 0 w 1180"/>
                  <a:gd name="T7" fmla="*/ 0 h 2108"/>
                  <a:gd name="T8" fmla="*/ 0 w 1180"/>
                  <a:gd name="T9" fmla="*/ 0 h 2108"/>
                  <a:gd name="T10" fmla="*/ 0 w 1180"/>
                  <a:gd name="T11" fmla="*/ 0 h 2108"/>
                  <a:gd name="T12" fmla="*/ 0 w 1180"/>
                  <a:gd name="T13" fmla="*/ 0 h 2108"/>
                  <a:gd name="T14" fmla="*/ 0 w 1180"/>
                  <a:gd name="T15" fmla="*/ 0 h 2108"/>
                  <a:gd name="T16" fmla="*/ 0 w 1180"/>
                  <a:gd name="T17" fmla="*/ 0 h 2108"/>
                  <a:gd name="T18" fmla="*/ 0 w 1180"/>
                  <a:gd name="T19" fmla="*/ 0 h 2108"/>
                  <a:gd name="T20" fmla="*/ 0 w 1180"/>
                  <a:gd name="T21" fmla="*/ 0 h 2108"/>
                  <a:gd name="T22" fmla="*/ 0 w 1180"/>
                  <a:gd name="T23" fmla="*/ 0 h 2108"/>
                  <a:gd name="T24" fmla="*/ 0 w 1180"/>
                  <a:gd name="T25" fmla="*/ 0 h 2108"/>
                  <a:gd name="T26" fmla="*/ 0 w 1180"/>
                  <a:gd name="T27" fmla="*/ 0 h 2108"/>
                  <a:gd name="T28" fmla="*/ 0 w 1180"/>
                  <a:gd name="T29" fmla="*/ 0 h 2108"/>
                  <a:gd name="T30" fmla="*/ 0 w 1180"/>
                  <a:gd name="T31" fmla="*/ 0 h 2108"/>
                  <a:gd name="T32" fmla="*/ 0 w 1180"/>
                  <a:gd name="T33" fmla="*/ 0 h 210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80"/>
                  <a:gd name="T52" fmla="*/ 0 h 2108"/>
                  <a:gd name="T53" fmla="*/ 1180 w 1180"/>
                  <a:gd name="T54" fmla="*/ 2108 h 210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80" h="2108">
                    <a:moveTo>
                      <a:pt x="37" y="56"/>
                    </a:moveTo>
                    <a:lnTo>
                      <a:pt x="13" y="155"/>
                    </a:lnTo>
                    <a:lnTo>
                      <a:pt x="0" y="268"/>
                    </a:lnTo>
                    <a:lnTo>
                      <a:pt x="13" y="392"/>
                    </a:lnTo>
                    <a:lnTo>
                      <a:pt x="37" y="598"/>
                    </a:lnTo>
                    <a:lnTo>
                      <a:pt x="106" y="735"/>
                    </a:lnTo>
                    <a:lnTo>
                      <a:pt x="226" y="925"/>
                    </a:lnTo>
                    <a:lnTo>
                      <a:pt x="417" y="1160"/>
                    </a:lnTo>
                    <a:lnTo>
                      <a:pt x="542" y="1271"/>
                    </a:lnTo>
                    <a:lnTo>
                      <a:pt x="798" y="2108"/>
                    </a:lnTo>
                    <a:lnTo>
                      <a:pt x="1169" y="1451"/>
                    </a:lnTo>
                    <a:lnTo>
                      <a:pt x="1180" y="546"/>
                    </a:lnTo>
                    <a:lnTo>
                      <a:pt x="1158" y="344"/>
                    </a:lnTo>
                    <a:lnTo>
                      <a:pt x="1138" y="222"/>
                    </a:lnTo>
                    <a:lnTo>
                      <a:pt x="956" y="21"/>
                    </a:lnTo>
                    <a:lnTo>
                      <a:pt x="90" y="0"/>
                    </a:lnTo>
                    <a:lnTo>
                      <a:pt x="37" y="5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5" name="Freeform 174"/>
              <p:cNvSpPr>
                <a:spLocks/>
              </p:cNvSpPr>
              <p:nvPr/>
            </p:nvSpPr>
            <p:spPr bwMode="auto">
              <a:xfrm>
                <a:off x="3814" y="779"/>
                <a:ext cx="166" cy="140"/>
              </a:xfrm>
              <a:custGeom>
                <a:avLst/>
                <a:gdLst>
                  <a:gd name="T0" fmla="*/ 0 w 1325"/>
                  <a:gd name="T1" fmla="*/ 0 h 1119"/>
                  <a:gd name="T2" fmla="*/ 0 w 1325"/>
                  <a:gd name="T3" fmla="*/ 0 h 1119"/>
                  <a:gd name="T4" fmla="*/ 0 w 1325"/>
                  <a:gd name="T5" fmla="*/ 0 h 1119"/>
                  <a:gd name="T6" fmla="*/ 0 w 1325"/>
                  <a:gd name="T7" fmla="*/ 0 h 1119"/>
                  <a:gd name="T8" fmla="*/ 0 w 1325"/>
                  <a:gd name="T9" fmla="*/ 0 h 1119"/>
                  <a:gd name="T10" fmla="*/ 0 w 1325"/>
                  <a:gd name="T11" fmla="*/ 0 h 1119"/>
                  <a:gd name="T12" fmla="*/ 0 w 1325"/>
                  <a:gd name="T13" fmla="*/ 0 h 1119"/>
                  <a:gd name="T14" fmla="*/ 0 w 1325"/>
                  <a:gd name="T15" fmla="*/ 0 h 1119"/>
                  <a:gd name="T16" fmla="*/ 0 w 1325"/>
                  <a:gd name="T17" fmla="*/ 0 h 1119"/>
                  <a:gd name="T18" fmla="*/ 0 w 1325"/>
                  <a:gd name="T19" fmla="*/ 0 h 1119"/>
                  <a:gd name="T20" fmla="*/ 0 w 1325"/>
                  <a:gd name="T21" fmla="*/ 0 h 1119"/>
                  <a:gd name="T22" fmla="*/ 0 w 1325"/>
                  <a:gd name="T23" fmla="*/ 0 h 1119"/>
                  <a:gd name="T24" fmla="*/ 0 w 1325"/>
                  <a:gd name="T25" fmla="*/ 0 h 1119"/>
                  <a:gd name="T26" fmla="*/ 0 w 1325"/>
                  <a:gd name="T27" fmla="*/ 0 h 1119"/>
                  <a:gd name="T28" fmla="*/ 0 w 1325"/>
                  <a:gd name="T29" fmla="*/ 0 h 1119"/>
                  <a:gd name="T30" fmla="*/ 0 w 1325"/>
                  <a:gd name="T31" fmla="*/ 0 h 1119"/>
                  <a:gd name="T32" fmla="*/ 0 w 1325"/>
                  <a:gd name="T33" fmla="*/ 0 h 1119"/>
                  <a:gd name="T34" fmla="*/ 0 w 1325"/>
                  <a:gd name="T35" fmla="*/ 0 h 1119"/>
                  <a:gd name="T36" fmla="*/ 0 w 1325"/>
                  <a:gd name="T37" fmla="*/ 0 h 1119"/>
                  <a:gd name="T38" fmla="*/ 0 w 1325"/>
                  <a:gd name="T39" fmla="*/ 0 h 1119"/>
                  <a:gd name="T40" fmla="*/ 0 w 1325"/>
                  <a:gd name="T41" fmla="*/ 0 h 1119"/>
                  <a:gd name="T42" fmla="*/ 0 w 1325"/>
                  <a:gd name="T43" fmla="*/ 0 h 1119"/>
                  <a:gd name="T44" fmla="*/ 0 w 1325"/>
                  <a:gd name="T45" fmla="*/ 0 h 1119"/>
                  <a:gd name="T46" fmla="*/ 0 w 1325"/>
                  <a:gd name="T47" fmla="*/ 0 h 1119"/>
                  <a:gd name="T48" fmla="*/ 0 w 1325"/>
                  <a:gd name="T49" fmla="*/ 0 h 1119"/>
                  <a:gd name="T50" fmla="*/ 0 w 1325"/>
                  <a:gd name="T51" fmla="*/ 0 h 111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25"/>
                  <a:gd name="T79" fmla="*/ 0 h 1119"/>
                  <a:gd name="T80" fmla="*/ 1325 w 1325"/>
                  <a:gd name="T81" fmla="*/ 1119 h 111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25" h="1119">
                    <a:moveTo>
                      <a:pt x="270" y="672"/>
                    </a:moveTo>
                    <a:lnTo>
                      <a:pt x="314" y="605"/>
                    </a:lnTo>
                    <a:lnTo>
                      <a:pt x="402" y="594"/>
                    </a:lnTo>
                    <a:lnTo>
                      <a:pt x="560" y="672"/>
                    </a:lnTo>
                    <a:lnTo>
                      <a:pt x="719" y="719"/>
                    </a:lnTo>
                    <a:lnTo>
                      <a:pt x="855" y="681"/>
                    </a:lnTo>
                    <a:lnTo>
                      <a:pt x="1022" y="629"/>
                    </a:lnTo>
                    <a:lnTo>
                      <a:pt x="1155" y="638"/>
                    </a:lnTo>
                    <a:lnTo>
                      <a:pt x="1325" y="693"/>
                    </a:lnTo>
                    <a:lnTo>
                      <a:pt x="1325" y="372"/>
                    </a:lnTo>
                    <a:lnTo>
                      <a:pt x="1189" y="156"/>
                    </a:lnTo>
                    <a:lnTo>
                      <a:pt x="1022" y="36"/>
                    </a:lnTo>
                    <a:lnTo>
                      <a:pt x="685" y="0"/>
                    </a:lnTo>
                    <a:lnTo>
                      <a:pt x="369" y="55"/>
                    </a:lnTo>
                    <a:lnTo>
                      <a:pt x="222" y="167"/>
                    </a:lnTo>
                    <a:lnTo>
                      <a:pt x="113" y="310"/>
                    </a:lnTo>
                    <a:lnTo>
                      <a:pt x="88" y="451"/>
                    </a:lnTo>
                    <a:lnTo>
                      <a:pt x="88" y="492"/>
                    </a:lnTo>
                    <a:lnTo>
                      <a:pt x="136" y="613"/>
                    </a:lnTo>
                    <a:lnTo>
                      <a:pt x="69" y="629"/>
                    </a:lnTo>
                    <a:lnTo>
                      <a:pt x="0" y="850"/>
                    </a:lnTo>
                    <a:lnTo>
                      <a:pt x="55" y="998"/>
                    </a:lnTo>
                    <a:lnTo>
                      <a:pt x="233" y="1119"/>
                    </a:lnTo>
                    <a:lnTo>
                      <a:pt x="233" y="905"/>
                    </a:lnTo>
                    <a:lnTo>
                      <a:pt x="246" y="728"/>
                    </a:lnTo>
                    <a:lnTo>
                      <a:pt x="270" y="672"/>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6" name="Freeform 175"/>
              <p:cNvSpPr>
                <a:spLocks/>
              </p:cNvSpPr>
              <p:nvPr/>
            </p:nvSpPr>
            <p:spPr bwMode="auto">
              <a:xfrm>
                <a:off x="3922" y="959"/>
                <a:ext cx="31" cy="22"/>
              </a:xfrm>
              <a:custGeom>
                <a:avLst/>
                <a:gdLst>
                  <a:gd name="T0" fmla="*/ 0 w 248"/>
                  <a:gd name="T1" fmla="*/ 0 h 180"/>
                  <a:gd name="T2" fmla="*/ 0 w 248"/>
                  <a:gd name="T3" fmla="*/ 0 h 180"/>
                  <a:gd name="T4" fmla="*/ 0 w 248"/>
                  <a:gd name="T5" fmla="*/ 0 h 180"/>
                  <a:gd name="T6" fmla="*/ 0 w 248"/>
                  <a:gd name="T7" fmla="*/ 0 h 180"/>
                  <a:gd name="T8" fmla="*/ 0 w 248"/>
                  <a:gd name="T9" fmla="*/ 0 h 180"/>
                  <a:gd name="T10" fmla="*/ 0 w 248"/>
                  <a:gd name="T11" fmla="*/ 0 h 180"/>
                  <a:gd name="T12" fmla="*/ 0 w 248"/>
                  <a:gd name="T13" fmla="*/ 0 h 180"/>
                  <a:gd name="T14" fmla="*/ 0 w 248"/>
                  <a:gd name="T15" fmla="*/ 0 h 180"/>
                  <a:gd name="T16" fmla="*/ 0 60000 65536"/>
                  <a:gd name="T17" fmla="*/ 0 60000 65536"/>
                  <a:gd name="T18" fmla="*/ 0 60000 65536"/>
                  <a:gd name="T19" fmla="*/ 0 60000 65536"/>
                  <a:gd name="T20" fmla="*/ 0 60000 65536"/>
                  <a:gd name="T21" fmla="*/ 0 60000 65536"/>
                  <a:gd name="T22" fmla="*/ 0 60000 65536"/>
                  <a:gd name="T23" fmla="*/ 0 60000 65536"/>
                  <a:gd name="T24" fmla="*/ 0 w 248"/>
                  <a:gd name="T25" fmla="*/ 0 h 180"/>
                  <a:gd name="T26" fmla="*/ 248 w 248"/>
                  <a:gd name="T27" fmla="*/ 180 h 1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8" h="180">
                    <a:moveTo>
                      <a:pt x="0" y="149"/>
                    </a:moveTo>
                    <a:lnTo>
                      <a:pt x="79" y="180"/>
                    </a:lnTo>
                    <a:lnTo>
                      <a:pt x="158" y="169"/>
                    </a:lnTo>
                    <a:lnTo>
                      <a:pt x="224" y="125"/>
                    </a:lnTo>
                    <a:lnTo>
                      <a:pt x="248" y="0"/>
                    </a:lnTo>
                    <a:lnTo>
                      <a:pt x="111" y="113"/>
                    </a:lnTo>
                    <a:lnTo>
                      <a:pt x="0" y="113"/>
                    </a:lnTo>
                    <a:lnTo>
                      <a:pt x="0" y="14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7" name="Freeform 176"/>
              <p:cNvSpPr>
                <a:spLocks/>
              </p:cNvSpPr>
              <p:nvPr/>
            </p:nvSpPr>
            <p:spPr bwMode="auto">
              <a:xfrm>
                <a:off x="3988" y="906"/>
                <a:ext cx="15" cy="26"/>
              </a:xfrm>
              <a:custGeom>
                <a:avLst/>
                <a:gdLst>
                  <a:gd name="T0" fmla="*/ 0 w 126"/>
                  <a:gd name="T1" fmla="*/ 0 h 208"/>
                  <a:gd name="T2" fmla="*/ 0 w 126"/>
                  <a:gd name="T3" fmla="*/ 0 h 208"/>
                  <a:gd name="T4" fmla="*/ 0 w 126"/>
                  <a:gd name="T5" fmla="*/ 0 h 208"/>
                  <a:gd name="T6" fmla="*/ 0 w 126"/>
                  <a:gd name="T7" fmla="*/ 0 h 208"/>
                  <a:gd name="T8" fmla="*/ 0 w 126"/>
                  <a:gd name="T9" fmla="*/ 0 h 208"/>
                  <a:gd name="T10" fmla="*/ 0 w 126"/>
                  <a:gd name="T11" fmla="*/ 0 h 208"/>
                  <a:gd name="T12" fmla="*/ 0 w 126"/>
                  <a:gd name="T13" fmla="*/ 0 h 208"/>
                  <a:gd name="T14" fmla="*/ 0 60000 65536"/>
                  <a:gd name="T15" fmla="*/ 0 60000 65536"/>
                  <a:gd name="T16" fmla="*/ 0 60000 65536"/>
                  <a:gd name="T17" fmla="*/ 0 60000 65536"/>
                  <a:gd name="T18" fmla="*/ 0 60000 65536"/>
                  <a:gd name="T19" fmla="*/ 0 60000 65536"/>
                  <a:gd name="T20" fmla="*/ 0 60000 65536"/>
                  <a:gd name="T21" fmla="*/ 0 w 126"/>
                  <a:gd name="T22" fmla="*/ 0 h 208"/>
                  <a:gd name="T23" fmla="*/ 126 w 126"/>
                  <a:gd name="T24" fmla="*/ 208 h 2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08">
                    <a:moveTo>
                      <a:pt x="11" y="19"/>
                    </a:moveTo>
                    <a:lnTo>
                      <a:pt x="0" y="164"/>
                    </a:lnTo>
                    <a:lnTo>
                      <a:pt x="68" y="208"/>
                    </a:lnTo>
                    <a:lnTo>
                      <a:pt x="126" y="143"/>
                    </a:lnTo>
                    <a:lnTo>
                      <a:pt x="126" y="77"/>
                    </a:lnTo>
                    <a:lnTo>
                      <a:pt x="82" y="0"/>
                    </a:lnTo>
                    <a:lnTo>
                      <a:pt x="11" y="1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8" name="Freeform 177"/>
              <p:cNvSpPr>
                <a:spLocks/>
              </p:cNvSpPr>
              <p:nvPr/>
            </p:nvSpPr>
            <p:spPr bwMode="auto">
              <a:xfrm>
                <a:off x="3852" y="939"/>
                <a:ext cx="14" cy="24"/>
              </a:xfrm>
              <a:custGeom>
                <a:avLst/>
                <a:gdLst>
                  <a:gd name="T0" fmla="*/ 0 w 113"/>
                  <a:gd name="T1" fmla="*/ 0 h 189"/>
                  <a:gd name="T2" fmla="*/ 0 w 113"/>
                  <a:gd name="T3" fmla="*/ 0 h 189"/>
                  <a:gd name="T4" fmla="*/ 0 w 113"/>
                  <a:gd name="T5" fmla="*/ 0 h 189"/>
                  <a:gd name="T6" fmla="*/ 0 w 113"/>
                  <a:gd name="T7" fmla="*/ 0 h 189"/>
                  <a:gd name="T8" fmla="*/ 0 w 113"/>
                  <a:gd name="T9" fmla="*/ 0 h 189"/>
                  <a:gd name="T10" fmla="*/ 0 w 113"/>
                  <a:gd name="T11" fmla="*/ 0 h 189"/>
                  <a:gd name="T12" fmla="*/ 0 60000 65536"/>
                  <a:gd name="T13" fmla="*/ 0 60000 65536"/>
                  <a:gd name="T14" fmla="*/ 0 60000 65536"/>
                  <a:gd name="T15" fmla="*/ 0 60000 65536"/>
                  <a:gd name="T16" fmla="*/ 0 60000 65536"/>
                  <a:gd name="T17" fmla="*/ 0 60000 65536"/>
                  <a:gd name="T18" fmla="*/ 0 w 113"/>
                  <a:gd name="T19" fmla="*/ 0 h 189"/>
                  <a:gd name="T20" fmla="*/ 113 w 113"/>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113" h="189">
                    <a:moveTo>
                      <a:pt x="19" y="0"/>
                    </a:moveTo>
                    <a:lnTo>
                      <a:pt x="0" y="22"/>
                    </a:lnTo>
                    <a:lnTo>
                      <a:pt x="0" y="145"/>
                    </a:lnTo>
                    <a:lnTo>
                      <a:pt x="52" y="189"/>
                    </a:lnTo>
                    <a:lnTo>
                      <a:pt x="113" y="154"/>
                    </a:lnTo>
                    <a:lnTo>
                      <a:pt x="1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9" name="Freeform 178"/>
              <p:cNvSpPr>
                <a:spLocks/>
              </p:cNvSpPr>
              <p:nvPr/>
            </p:nvSpPr>
            <p:spPr bwMode="auto">
              <a:xfrm>
                <a:off x="3231" y="1186"/>
                <a:ext cx="361" cy="203"/>
              </a:xfrm>
              <a:custGeom>
                <a:avLst/>
                <a:gdLst>
                  <a:gd name="T0" fmla="*/ 0 w 2891"/>
                  <a:gd name="T1" fmla="*/ 0 h 1625"/>
                  <a:gd name="T2" fmla="*/ 0 w 2891"/>
                  <a:gd name="T3" fmla="*/ 0 h 1625"/>
                  <a:gd name="T4" fmla="*/ 0 w 2891"/>
                  <a:gd name="T5" fmla="*/ 0 h 1625"/>
                  <a:gd name="T6" fmla="*/ 0 w 2891"/>
                  <a:gd name="T7" fmla="*/ 0 h 1625"/>
                  <a:gd name="T8" fmla="*/ 0 w 2891"/>
                  <a:gd name="T9" fmla="*/ 0 h 1625"/>
                  <a:gd name="T10" fmla="*/ 0 w 2891"/>
                  <a:gd name="T11" fmla="*/ 0 h 1625"/>
                  <a:gd name="T12" fmla="*/ 0 w 2891"/>
                  <a:gd name="T13" fmla="*/ 0 h 1625"/>
                  <a:gd name="T14" fmla="*/ 0 w 2891"/>
                  <a:gd name="T15" fmla="*/ 0 h 1625"/>
                  <a:gd name="T16" fmla="*/ 0 w 2891"/>
                  <a:gd name="T17" fmla="*/ 0 h 1625"/>
                  <a:gd name="T18" fmla="*/ 0 w 2891"/>
                  <a:gd name="T19" fmla="*/ 0 h 1625"/>
                  <a:gd name="T20" fmla="*/ 0 w 2891"/>
                  <a:gd name="T21" fmla="*/ 0 h 1625"/>
                  <a:gd name="T22" fmla="*/ 0 w 2891"/>
                  <a:gd name="T23" fmla="*/ 0 h 1625"/>
                  <a:gd name="T24" fmla="*/ 0 w 2891"/>
                  <a:gd name="T25" fmla="*/ 0 h 1625"/>
                  <a:gd name="T26" fmla="*/ 0 w 2891"/>
                  <a:gd name="T27" fmla="*/ 0 h 1625"/>
                  <a:gd name="T28" fmla="*/ 0 w 2891"/>
                  <a:gd name="T29" fmla="*/ 0 h 1625"/>
                  <a:gd name="T30" fmla="*/ 0 w 2891"/>
                  <a:gd name="T31" fmla="*/ 0 h 1625"/>
                  <a:gd name="T32" fmla="*/ 0 w 2891"/>
                  <a:gd name="T33" fmla="*/ 0 h 1625"/>
                  <a:gd name="T34" fmla="*/ 0 w 2891"/>
                  <a:gd name="T35" fmla="*/ 0 h 1625"/>
                  <a:gd name="T36" fmla="*/ 0 w 2891"/>
                  <a:gd name="T37" fmla="*/ 0 h 1625"/>
                  <a:gd name="T38" fmla="*/ 0 w 2891"/>
                  <a:gd name="T39" fmla="*/ 0 h 1625"/>
                  <a:gd name="T40" fmla="*/ 0 w 2891"/>
                  <a:gd name="T41" fmla="*/ 0 h 1625"/>
                  <a:gd name="T42" fmla="*/ 0 w 2891"/>
                  <a:gd name="T43" fmla="*/ 0 h 1625"/>
                  <a:gd name="T44" fmla="*/ 0 w 2891"/>
                  <a:gd name="T45" fmla="*/ 0 h 1625"/>
                  <a:gd name="T46" fmla="*/ 0 w 2891"/>
                  <a:gd name="T47" fmla="*/ 0 h 1625"/>
                  <a:gd name="T48" fmla="*/ 0 w 2891"/>
                  <a:gd name="T49" fmla="*/ 0 h 1625"/>
                  <a:gd name="T50" fmla="*/ 0 w 2891"/>
                  <a:gd name="T51" fmla="*/ 0 h 1625"/>
                  <a:gd name="T52" fmla="*/ 0 w 2891"/>
                  <a:gd name="T53" fmla="*/ 0 h 1625"/>
                  <a:gd name="T54" fmla="*/ 0 w 2891"/>
                  <a:gd name="T55" fmla="*/ 0 h 1625"/>
                  <a:gd name="T56" fmla="*/ 0 w 2891"/>
                  <a:gd name="T57" fmla="*/ 0 h 1625"/>
                  <a:gd name="T58" fmla="*/ 0 w 2891"/>
                  <a:gd name="T59" fmla="*/ 0 h 162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91"/>
                  <a:gd name="T91" fmla="*/ 0 h 1625"/>
                  <a:gd name="T92" fmla="*/ 2891 w 2891"/>
                  <a:gd name="T93" fmla="*/ 1625 h 162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91" h="1625">
                    <a:moveTo>
                      <a:pt x="0" y="435"/>
                    </a:moveTo>
                    <a:lnTo>
                      <a:pt x="269" y="1060"/>
                    </a:lnTo>
                    <a:lnTo>
                      <a:pt x="410" y="1295"/>
                    </a:lnTo>
                    <a:lnTo>
                      <a:pt x="643" y="1483"/>
                    </a:lnTo>
                    <a:lnTo>
                      <a:pt x="939" y="1602"/>
                    </a:lnTo>
                    <a:lnTo>
                      <a:pt x="1212" y="1625"/>
                    </a:lnTo>
                    <a:lnTo>
                      <a:pt x="1519" y="1620"/>
                    </a:lnTo>
                    <a:lnTo>
                      <a:pt x="1791" y="1595"/>
                    </a:lnTo>
                    <a:lnTo>
                      <a:pt x="2027" y="1549"/>
                    </a:lnTo>
                    <a:lnTo>
                      <a:pt x="2231" y="1505"/>
                    </a:lnTo>
                    <a:lnTo>
                      <a:pt x="2398" y="1470"/>
                    </a:lnTo>
                    <a:lnTo>
                      <a:pt x="2566" y="1445"/>
                    </a:lnTo>
                    <a:lnTo>
                      <a:pt x="2764" y="1433"/>
                    </a:lnTo>
                    <a:lnTo>
                      <a:pt x="2891" y="1436"/>
                    </a:lnTo>
                    <a:lnTo>
                      <a:pt x="2677" y="1371"/>
                    </a:lnTo>
                    <a:lnTo>
                      <a:pt x="2515" y="1290"/>
                    </a:lnTo>
                    <a:lnTo>
                      <a:pt x="2379" y="1193"/>
                    </a:lnTo>
                    <a:lnTo>
                      <a:pt x="2240" y="1060"/>
                    </a:lnTo>
                    <a:lnTo>
                      <a:pt x="2130" y="914"/>
                    </a:lnTo>
                    <a:lnTo>
                      <a:pt x="2061" y="793"/>
                    </a:lnTo>
                    <a:lnTo>
                      <a:pt x="1955" y="587"/>
                    </a:lnTo>
                    <a:lnTo>
                      <a:pt x="1824" y="338"/>
                    </a:lnTo>
                    <a:lnTo>
                      <a:pt x="1688" y="0"/>
                    </a:lnTo>
                    <a:lnTo>
                      <a:pt x="1533" y="81"/>
                    </a:lnTo>
                    <a:lnTo>
                      <a:pt x="1289" y="136"/>
                    </a:lnTo>
                    <a:lnTo>
                      <a:pt x="1044" y="191"/>
                    </a:lnTo>
                    <a:lnTo>
                      <a:pt x="812" y="251"/>
                    </a:lnTo>
                    <a:lnTo>
                      <a:pt x="443" y="347"/>
                    </a:lnTo>
                    <a:lnTo>
                      <a:pt x="242" y="410"/>
                    </a:lnTo>
                    <a:lnTo>
                      <a:pt x="0" y="4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0" name="Freeform 179"/>
              <p:cNvSpPr>
                <a:spLocks/>
              </p:cNvSpPr>
              <p:nvPr/>
            </p:nvSpPr>
            <p:spPr bwMode="auto">
              <a:xfrm>
                <a:off x="3362" y="889"/>
                <a:ext cx="173" cy="353"/>
              </a:xfrm>
              <a:custGeom>
                <a:avLst/>
                <a:gdLst>
                  <a:gd name="T0" fmla="*/ 0 w 1386"/>
                  <a:gd name="T1" fmla="*/ 0 h 2827"/>
                  <a:gd name="T2" fmla="*/ 0 w 1386"/>
                  <a:gd name="T3" fmla="*/ 0 h 2827"/>
                  <a:gd name="T4" fmla="*/ 0 w 1386"/>
                  <a:gd name="T5" fmla="*/ 0 h 2827"/>
                  <a:gd name="T6" fmla="*/ 0 w 1386"/>
                  <a:gd name="T7" fmla="*/ 0 h 2827"/>
                  <a:gd name="T8" fmla="*/ 0 w 1386"/>
                  <a:gd name="T9" fmla="*/ 0 h 2827"/>
                  <a:gd name="T10" fmla="*/ 0 w 1386"/>
                  <a:gd name="T11" fmla="*/ 0 h 2827"/>
                  <a:gd name="T12" fmla="*/ 0 w 1386"/>
                  <a:gd name="T13" fmla="*/ 0 h 2827"/>
                  <a:gd name="T14" fmla="*/ 0 w 1386"/>
                  <a:gd name="T15" fmla="*/ 0 h 2827"/>
                  <a:gd name="T16" fmla="*/ 0 w 1386"/>
                  <a:gd name="T17" fmla="*/ 0 h 2827"/>
                  <a:gd name="T18" fmla="*/ 0 w 1386"/>
                  <a:gd name="T19" fmla="*/ 0 h 28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86"/>
                  <a:gd name="T31" fmla="*/ 0 h 2827"/>
                  <a:gd name="T32" fmla="*/ 1386 w 1386"/>
                  <a:gd name="T33" fmla="*/ 2827 h 28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86" h="2827">
                    <a:moveTo>
                      <a:pt x="58" y="29"/>
                    </a:moveTo>
                    <a:lnTo>
                      <a:pt x="0" y="844"/>
                    </a:lnTo>
                    <a:lnTo>
                      <a:pt x="154" y="2622"/>
                    </a:lnTo>
                    <a:lnTo>
                      <a:pt x="1347" y="2827"/>
                    </a:lnTo>
                    <a:lnTo>
                      <a:pt x="1386" y="1889"/>
                    </a:lnTo>
                    <a:lnTo>
                      <a:pt x="1328" y="1352"/>
                    </a:lnTo>
                    <a:lnTo>
                      <a:pt x="1288" y="965"/>
                    </a:lnTo>
                    <a:lnTo>
                      <a:pt x="1192" y="619"/>
                    </a:lnTo>
                    <a:lnTo>
                      <a:pt x="943" y="0"/>
                    </a:lnTo>
                    <a:lnTo>
                      <a:pt x="58" y="2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1" name="Freeform 180"/>
              <p:cNvSpPr>
                <a:spLocks/>
              </p:cNvSpPr>
              <p:nvPr/>
            </p:nvSpPr>
            <p:spPr bwMode="auto">
              <a:xfrm>
                <a:off x="3276" y="1135"/>
                <a:ext cx="86" cy="109"/>
              </a:xfrm>
              <a:custGeom>
                <a:avLst/>
                <a:gdLst>
                  <a:gd name="T0" fmla="*/ 0 w 692"/>
                  <a:gd name="T1" fmla="*/ 0 h 869"/>
                  <a:gd name="T2" fmla="*/ 0 w 692"/>
                  <a:gd name="T3" fmla="*/ 0 h 869"/>
                  <a:gd name="T4" fmla="*/ 0 w 692"/>
                  <a:gd name="T5" fmla="*/ 0 h 869"/>
                  <a:gd name="T6" fmla="*/ 0 w 692"/>
                  <a:gd name="T7" fmla="*/ 0 h 869"/>
                  <a:gd name="T8" fmla="*/ 0 w 692"/>
                  <a:gd name="T9" fmla="*/ 0 h 869"/>
                  <a:gd name="T10" fmla="*/ 0 w 692"/>
                  <a:gd name="T11" fmla="*/ 0 h 869"/>
                  <a:gd name="T12" fmla="*/ 0 w 692"/>
                  <a:gd name="T13" fmla="*/ 0 h 869"/>
                  <a:gd name="T14" fmla="*/ 0 w 692"/>
                  <a:gd name="T15" fmla="*/ 0 h 869"/>
                  <a:gd name="T16" fmla="*/ 0 w 692"/>
                  <a:gd name="T17" fmla="*/ 0 h 869"/>
                  <a:gd name="T18" fmla="*/ 0 w 692"/>
                  <a:gd name="T19" fmla="*/ 0 h 869"/>
                  <a:gd name="T20" fmla="*/ 0 w 692"/>
                  <a:gd name="T21" fmla="*/ 0 h 869"/>
                  <a:gd name="T22" fmla="*/ 0 w 692"/>
                  <a:gd name="T23" fmla="*/ 0 h 869"/>
                  <a:gd name="T24" fmla="*/ 0 w 692"/>
                  <a:gd name="T25" fmla="*/ 0 h 869"/>
                  <a:gd name="T26" fmla="*/ 0 w 692"/>
                  <a:gd name="T27" fmla="*/ 0 h 869"/>
                  <a:gd name="T28" fmla="*/ 0 w 692"/>
                  <a:gd name="T29" fmla="*/ 0 h 869"/>
                  <a:gd name="T30" fmla="*/ 0 w 692"/>
                  <a:gd name="T31" fmla="*/ 0 h 869"/>
                  <a:gd name="T32" fmla="*/ 0 w 692"/>
                  <a:gd name="T33" fmla="*/ 0 h 8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92"/>
                  <a:gd name="T52" fmla="*/ 0 h 869"/>
                  <a:gd name="T53" fmla="*/ 692 w 692"/>
                  <a:gd name="T54" fmla="*/ 869 h 8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92" h="869">
                    <a:moveTo>
                      <a:pt x="0" y="441"/>
                    </a:moveTo>
                    <a:lnTo>
                      <a:pt x="0" y="595"/>
                    </a:lnTo>
                    <a:lnTo>
                      <a:pt x="70" y="720"/>
                    </a:lnTo>
                    <a:lnTo>
                      <a:pt x="386" y="756"/>
                    </a:lnTo>
                    <a:lnTo>
                      <a:pt x="499" y="869"/>
                    </a:lnTo>
                    <a:lnTo>
                      <a:pt x="527" y="869"/>
                    </a:lnTo>
                    <a:lnTo>
                      <a:pt x="517" y="579"/>
                    </a:lnTo>
                    <a:lnTo>
                      <a:pt x="609" y="687"/>
                    </a:lnTo>
                    <a:lnTo>
                      <a:pt x="676" y="720"/>
                    </a:lnTo>
                    <a:lnTo>
                      <a:pt x="692" y="720"/>
                    </a:lnTo>
                    <a:lnTo>
                      <a:pt x="676" y="537"/>
                    </a:lnTo>
                    <a:lnTo>
                      <a:pt x="666" y="426"/>
                    </a:lnTo>
                    <a:lnTo>
                      <a:pt x="554" y="43"/>
                    </a:lnTo>
                    <a:lnTo>
                      <a:pt x="429" y="0"/>
                    </a:lnTo>
                    <a:lnTo>
                      <a:pt x="109" y="166"/>
                    </a:lnTo>
                    <a:lnTo>
                      <a:pt x="10" y="316"/>
                    </a:lnTo>
                    <a:lnTo>
                      <a:pt x="0" y="44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2" name="Freeform 181"/>
              <p:cNvSpPr>
                <a:spLocks/>
              </p:cNvSpPr>
              <p:nvPr/>
            </p:nvSpPr>
            <p:spPr bwMode="auto">
              <a:xfrm>
                <a:off x="3338" y="778"/>
                <a:ext cx="164" cy="176"/>
              </a:xfrm>
              <a:custGeom>
                <a:avLst/>
                <a:gdLst>
                  <a:gd name="T0" fmla="*/ 0 w 1314"/>
                  <a:gd name="T1" fmla="*/ 0 h 1406"/>
                  <a:gd name="T2" fmla="*/ 0 w 1314"/>
                  <a:gd name="T3" fmla="*/ 0 h 1406"/>
                  <a:gd name="T4" fmla="*/ 0 w 1314"/>
                  <a:gd name="T5" fmla="*/ 0 h 1406"/>
                  <a:gd name="T6" fmla="*/ 0 w 1314"/>
                  <a:gd name="T7" fmla="*/ 0 h 1406"/>
                  <a:gd name="T8" fmla="*/ 0 w 1314"/>
                  <a:gd name="T9" fmla="*/ 0 h 1406"/>
                  <a:gd name="T10" fmla="*/ 0 w 1314"/>
                  <a:gd name="T11" fmla="*/ 0 h 1406"/>
                  <a:gd name="T12" fmla="*/ 0 w 1314"/>
                  <a:gd name="T13" fmla="*/ 0 h 1406"/>
                  <a:gd name="T14" fmla="*/ 0 w 1314"/>
                  <a:gd name="T15" fmla="*/ 0 h 1406"/>
                  <a:gd name="T16" fmla="*/ 0 w 1314"/>
                  <a:gd name="T17" fmla="*/ 0 h 1406"/>
                  <a:gd name="T18" fmla="*/ 0 w 1314"/>
                  <a:gd name="T19" fmla="*/ 0 h 1406"/>
                  <a:gd name="T20" fmla="*/ 0 w 1314"/>
                  <a:gd name="T21" fmla="*/ 0 h 1406"/>
                  <a:gd name="T22" fmla="*/ 0 w 1314"/>
                  <a:gd name="T23" fmla="*/ 0 h 1406"/>
                  <a:gd name="T24" fmla="*/ 0 w 1314"/>
                  <a:gd name="T25" fmla="*/ 0 h 1406"/>
                  <a:gd name="T26" fmla="*/ 0 w 1314"/>
                  <a:gd name="T27" fmla="*/ 0 h 1406"/>
                  <a:gd name="T28" fmla="*/ 0 w 1314"/>
                  <a:gd name="T29" fmla="*/ 0 h 1406"/>
                  <a:gd name="T30" fmla="*/ 0 w 1314"/>
                  <a:gd name="T31" fmla="*/ 0 h 1406"/>
                  <a:gd name="T32" fmla="*/ 0 w 1314"/>
                  <a:gd name="T33" fmla="*/ 0 h 140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14"/>
                  <a:gd name="T52" fmla="*/ 0 h 1406"/>
                  <a:gd name="T53" fmla="*/ 1314 w 1314"/>
                  <a:gd name="T54" fmla="*/ 1406 h 140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14" h="1406">
                    <a:moveTo>
                      <a:pt x="0" y="581"/>
                    </a:moveTo>
                    <a:lnTo>
                      <a:pt x="55" y="803"/>
                    </a:lnTo>
                    <a:lnTo>
                      <a:pt x="152" y="952"/>
                    </a:lnTo>
                    <a:lnTo>
                      <a:pt x="276" y="952"/>
                    </a:lnTo>
                    <a:lnTo>
                      <a:pt x="470" y="1227"/>
                    </a:lnTo>
                    <a:lnTo>
                      <a:pt x="701" y="1367"/>
                    </a:lnTo>
                    <a:lnTo>
                      <a:pt x="1037" y="1406"/>
                    </a:lnTo>
                    <a:lnTo>
                      <a:pt x="1248" y="1353"/>
                    </a:lnTo>
                    <a:lnTo>
                      <a:pt x="1314" y="1148"/>
                    </a:lnTo>
                    <a:lnTo>
                      <a:pt x="1288" y="830"/>
                    </a:lnTo>
                    <a:lnTo>
                      <a:pt x="1259" y="625"/>
                    </a:lnTo>
                    <a:lnTo>
                      <a:pt x="1233" y="509"/>
                    </a:lnTo>
                    <a:lnTo>
                      <a:pt x="1189" y="401"/>
                    </a:lnTo>
                    <a:lnTo>
                      <a:pt x="1136" y="265"/>
                    </a:lnTo>
                    <a:lnTo>
                      <a:pt x="1055" y="85"/>
                    </a:lnTo>
                    <a:lnTo>
                      <a:pt x="28" y="0"/>
                    </a:lnTo>
                    <a:lnTo>
                      <a:pt x="0" y="58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3" name="Freeform 182"/>
              <p:cNvSpPr>
                <a:spLocks/>
              </p:cNvSpPr>
              <p:nvPr/>
            </p:nvSpPr>
            <p:spPr bwMode="auto">
              <a:xfrm>
                <a:off x="3430" y="951"/>
                <a:ext cx="72" cy="288"/>
              </a:xfrm>
              <a:custGeom>
                <a:avLst/>
                <a:gdLst>
                  <a:gd name="T0" fmla="*/ 0 w 576"/>
                  <a:gd name="T1" fmla="*/ 0 h 2303"/>
                  <a:gd name="T2" fmla="*/ 0 w 576"/>
                  <a:gd name="T3" fmla="*/ 0 h 2303"/>
                  <a:gd name="T4" fmla="*/ 0 w 576"/>
                  <a:gd name="T5" fmla="*/ 0 h 2303"/>
                  <a:gd name="T6" fmla="*/ 0 w 576"/>
                  <a:gd name="T7" fmla="*/ 0 h 2303"/>
                  <a:gd name="T8" fmla="*/ 0 w 576"/>
                  <a:gd name="T9" fmla="*/ 0 h 2303"/>
                  <a:gd name="T10" fmla="*/ 0 w 576"/>
                  <a:gd name="T11" fmla="*/ 0 h 2303"/>
                  <a:gd name="T12" fmla="*/ 0 w 576"/>
                  <a:gd name="T13" fmla="*/ 0 h 2303"/>
                  <a:gd name="T14" fmla="*/ 0 w 576"/>
                  <a:gd name="T15" fmla="*/ 0 h 2303"/>
                  <a:gd name="T16" fmla="*/ 0 w 576"/>
                  <a:gd name="T17" fmla="*/ 0 h 2303"/>
                  <a:gd name="T18" fmla="*/ 0 w 576"/>
                  <a:gd name="T19" fmla="*/ 0 h 2303"/>
                  <a:gd name="T20" fmla="*/ 0 w 576"/>
                  <a:gd name="T21" fmla="*/ 0 h 2303"/>
                  <a:gd name="T22" fmla="*/ 0 w 576"/>
                  <a:gd name="T23" fmla="*/ 0 h 2303"/>
                  <a:gd name="T24" fmla="*/ 0 w 576"/>
                  <a:gd name="T25" fmla="*/ 0 h 2303"/>
                  <a:gd name="T26" fmla="*/ 0 w 576"/>
                  <a:gd name="T27" fmla="*/ 0 h 2303"/>
                  <a:gd name="T28" fmla="*/ 0 w 576"/>
                  <a:gd name="T29" fmla="*/ 0 h 2303"/>
                  <a:gd name="T30" fmla="*/ 0 w 576"/>
                  <a:gd name="T31" fmla="*/ 0 h 2303"/>
                  <a:gd name="T32" fmla="*/ 0 w 576"/>
                  <a:gd name="T33" fmla="*/ 0 h 2303"/>
                  <a:gd name="T34" fmla="*/ 0 w 576"/>
                  <a:gd name="T35" fmla="*/ 0 h 2303"/>
                  <a:gd name="T36" fmla="*/ 0 w 576"/>
                  <a:gd name="T37" fmla="*/ 0 h 2303"/>
                  <a:gd name="T38" fmla="*/ 0 w 576"/>
                  <a:gd name="T39" fmla="*/ 0 h 2303"/>
                  <a:gd name="T40" fmla="*/ 0 w 576"/>
                  <a:gd name="T41" fmla="*/ 0 h 23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6"/>
                  <a:gd name="T64" fmla="*/ 0 h 2303"/>
                  <a:gd name="T65" fmla="*/ 576 w 576"/>
                  <a:gd name="T66" fmla="*/ 2303 h 23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6" h="2303">
                    <a:moveTo>
                      <a:pt x="0" y="57"/>
                    </a:moveTo>
                    <a:lnTo>
                      <a:pt x="92" y="167"/>
                    </a:lnTo>
                    <a:lnTo>
                      <a:pt x="108" y="237"/>
                    </a:lnTo>
                    <a:lnTo>
                      <a:pt x="24" y="541"/>
                    </a:lnTo>
                    <a:lnTo>
                      <a:pt x="9" y="815"/>
                    </a:lnTo>
                    <a:lnTo>
                      <a:pt x="0" y="1035"/>
                    </a:lnTo>
                    <a:lnTo>
                      <a:pt x="24" y="1309"/>
                    </a:lnTo>
                    <a:lnTo>
                      <a:pt x="50" y="1916"/>
                    </a:lnTo>
                    <a:lnTo>
                      <a:pt x="92" y="1890"/>
                    </a:lnTo>
                    <a:lnTo>
                      <a:pt x="158" y="2054"/>
                    </a:lnTo>
                    <a:lnTo>
                      <a:pt x="255" y="2248"/>
                    </a:lnTo>
                    <a:lnTo>
                      <a:pt x="576" y="2303"/>
                    </a:lnTo>
                    <a:lnTo>
                      <a:pt x="474" y="1931"/>
                    </a:lnTo>
                    <a:lnTo>
                      <a:pt x="398" y="1461"/>
                    </a:lnTo>
                    <a:lnTo>
                      <a:pt x="368" y="1079"/>
                    </a:lnTo>
                    <a:lnTo>
                      <a:pt x="368" y="733"/>
                    </a:lnTo>
                    <a:lnTo>
                      <a:pt x="317" y="428"/>
                    </a:lnTo>
                    <a:lnTo>
                      <a:pt x="255" y="209"/>
                    </a:lnTo>
                    <a:lnTo>
                      <a:pt x="191" y="41"/>
                    </a:lnTo>
                    <a:lnTo>
                      <a:pt x="24" y="0"/>
                    </a:lnTo>
                    <a:lnTo>
                      <a:pt x="0" y="57"/>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4" name="Freeform 183"/>
              <p:cNvSpPr>
                <a:spLocks/>
              </p:cNvSpPr>
              <p:nvPr/>
            </p:nvSpPr>
            <p:spPr bwMode="auto">
              <a:xfrm>
                <a:off x="3319" y="734"/>
                <a:ext cx="117" cy="145"/>
              </a:xfrm>
              <a:custGeom>
                <a:avLst/>
                <a:gdLst>
                  <a:gd name="T0" fmla="*/ 0 w 938"/>
                  <a:gd name="T1" fmla="*/ 0 h 1158"/>
                  <a:gd name="T2" fmla="*/ 0 w 938"/>
                  <a:gd name="T3" fmla="*/ 0 h 1158"/>
                  <a:gd name="T4" fmla="*/ 0 w 938"/>
                  <a:gd name="T5" fmla="*/ 0 h 1158"/>
                  <a:gd name="T6" fmla="*/ 0 w 938"/>
                  <a:gd name="T7" fmla="*/ 0 h 1158"/>
                  <a:gd name="T8" fmla="*/ 0 w 938"/>
                  <a:gd name="T9" fmla="*/ 0 h 1158"/>
                  <a:gd name="T10" fmla="*/ 0 w 938"/>
                  <a:gd name="T11" fmla="*/ 0 h 1158"/>
                  <a:gd name="T12" fmla="*/ 0 w 938"/>
                  <a:gd name="T13" fmla="*/ 0 h 1158"/>
                  <a:gd name="T14" fmla="*/ 0 w 938"/>
                  <a:gd name="T15" fmla="*/ 0 h 1158"/>
                  <a:gd name="T16" fmla="*/ 0 w 938"/>
                  <a:gd name="T17" fmla="*/ 0 h 1158"/>
                  <a:gd name="T18" fmla="*/ 0 w 938"/>
                  <a:gd name="T19" fmla="*/ 0 h 1158"/>
                  <a:gd name="T20" fmla="*/ 0 w 938"/>
                  <a:gd name="T21" fmla="*/ 0 h 1158"/>
                  <a:gd name="T22" fmla="*/ 0 w 938"/>
                  <a:gd name="T23" fmla="*/ 0 h 1158"/>
                  <a:gd name="T24" fmla="*/ 0 w 938"/>
                  <a:gd name="T25" fmla="*/ 0 h 1158"/>
                  <a:gd name="T26" fmla="*/ 0 w 938"/>
                  <a:gd name="T27" fmla="*/ 0 h 1158"/>
                  <a:gd name="T28" fmla="*/ 0 w 938"/>
                  <a:gd name="T29" fmla="*/ 0 h 1158"/>
                  <a:gd name="T30" fmla="*/ 0 w 938"/>
                  <a:gd name="T31" fmla="*/ 0 h 1158"/>
                  <a:gd name="T32" fmla="*/ 0 w 938"/>
                  <a:gd name="T33" fmla="*/ 0 h 1158"/>
                  <a:gd name="T34" fmla="*/ 0 w 938"/>
                  <a:gd name="T35" fmla="*/ 0 h 1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38"/>
                  <a:gd name="T55" fmla="*/ 0 h 1158"/>
                  <a:gd name="T56" fmla="*/ 938 w 938"/>
                  <a:gd name="T57" fmla="*/ 1158 h 1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38" h="1158">
                    <a:moveTo>
                      <a:pt x="0" y="413"/>
                    </a:moveTo>
                    <a:lnTo>
                      <a:pt x="0" y="687"/>
                    </a:lnTo>
                    <a:lnTo>
                      <a:pt x="110" y="922"/>
                    </a:lnTo>
                    <a:lnTo>
                      <a:pt x="260" y="1019"/>
                    </a:lnTo>
                    <a:lnTo>
                      <a:pt x="413" y="1158"/>
                    </a:lnTo>
                    <a:lnTo>
                      <a:pt x="413" y="1044"/>
                    </a:lnTo>
                    <a:lnTo>
                      <a:pt x="275" y="756"/>
                    </a:lnTo>
                    <a:lnTo>
                      <a:pt x="231" y="537"/>
                    </a:lnTo>
                    <a:lnTo>
                      <a:pt x="290" y="452"/>
                    </a:lnTo>
                    <a:lnTo>
                      <a:pt x="401" y="424"/>
                    </a:lnTo>
                    <a:lnTo>
                      <a:pt x="677" y="496"/>
                    </a:lnTo>
                    <a:lnTo>
                      <a:pt x="938" y="440"/>
                    </a:lnTo>
                    <a:lnTo>
                      <a:pt x="633" y="11"/>
                    </a:lnTo>
                    <a:lnTo>
                      <a:pt x="290" y="0"/>
                    </a:lnTo>
                    <a:lnTo>
                      <a:pt x="134" y="152"/>
                    </a:lnTo>
                    <a:lnTo>
                      <a:pt x="53" y="260"/>
                    </a:lnTo>
                    <a:lnTo>
                      <a:pt x="11" y="355"/>
                    </a:lnTo>
                    <a:lnTo>
                      <a:pt x="0" y="413"/>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5" name="Freeform 184"/>
              <p:cNvSpPr>
                <a:spLocks/>
              </p:cNvSpPr>
              <p:nvPr/>
            </p:nvSpPr>
            <p:spPr bwMode="auto">
              <a:xfrm>
                <a:off x="2691" y="536"/>
                <a:ext cx="623" cy="422"/>
              </a:xfrm>
              <a:custGeom>
                <a:avLst/>
                <a:gdLst>
                  <a:gd name="T0" fmla="*/ 0 w 4986"/>
                  <a:gd name="T1" fmla="*/ 0 h 3377"/>
                  <a:gd name="T2" fmla="*/ 0 w 4986"/>
                  <a:gd name="T3" fmla="*/ 0 h 3377"/>
                  <a:gd name="T4" fmla="*/ 0 w 4986"/>
                  <a:gd name="T5" fmla="*/ 0 h 3377"/>
                  <a:gd name="T6" fmla="*/ 0 w 4986"/>
                  <a:gd name="T7" fmla="*/ 0 h 3377"/>
                  <a:gd name="T8" fmla="*/ 0 w 4986"/>
                  <a:gd name="T9" fmla="*/ 0 h 3377"/>
                  <a:gd name="T10" fmla="*/ 0 w 4986"/>
                  <a:gd name="T11" fmla="*/ 0 h 3377"/>
                  <a:gd name="T12" fmla="*/ 0 w 4986"/>
                  <a:gd name="T13" fmla="*/ 0 h 3377"/>
                  <a:gd name="T14" fmla="*/ 0 w 4986"/>
                  <a:gd name="T15" fmla="*/ 0 h 3377"/>
                  <a:gd name="T16" fmla="*/ 0 w 4986"/>
                  <a:gd name="T17" fmla="*/ 0 h 3377"/>
                  <a:gd name="T18" fmla="*/ 0 w 4986"/>
                  <a:gd name="T19" fmla="*/ 0 h 3377"/>
                  <a:gd name="T20" fmla="*/ 0 w 4986"/>
                  <a:gd name="T21" fmla="*/ 0 h 3377"/>
                  <a:gd name="T22" fmla="*/ 0 w 4986"/>
                  <a:gd name="T23" fmla="*/ 0 h 3377"/>
                  <a:gd name="T24" fmla="*/ 0 w 4986"/>
                  <a:gd name="T25" fmla="*/ 0 h 3377"/>
                  <a:gd name="T26" fmla="*/ 0 w 4986"/>
                  <a:gd name="T27" fmla="*/ 0 h 3377"/>
                  <a:gd name="T28" fmla="*/ 0 w 4986"/>
                  <a:gd name="T29" fmla="*/ 0 h 3377"/>
                  <a:gd name="T30" fmla="*/ 0 w 4986"/>
                  <a:gd name="T31" fmla="*/ 0 h 3377"/>
                  <a:gd name="T32" fmla="*/ 0 w 4986"/>
                  <a:gd name="T33" fmla="*/ 0 h 3377"/>
                  <a:gd name="T34" fmla="*/ 0 w 4986"/>
                  <a:gd name="T35" fmla="*/ 0 h 3377"/>
                  <a:gd name="T36" fmla="*/ 0 w 4986"/>
                  <a:gd name="T37" fmla="*/ 0 h 3377"/>
                  <a:gd name="T38" fmla="*/ 0 w 4986"/>
                  <a:gd name="T39" fmla="*/ 0 h 3377"/>
                  <a:gd name="T40" fmla="*/ 0 w 4986"/>
                  <a:gd name="T41" fmla="*/ 0 h 3377"/>
                  <a:gd name="T42" fmla="*/ 0 w 4986"/>
                  <a:gd name="T43" fmla="*/ 0 h 3377"/>
                  <a:gd name="T44" fmla="*/ 0 w 4986"/>
                  <a:gd name="T45" fmla="*/ 0 h 3377"/>
                  <a:gd name="T46" fmla="*/ 0 w 4986"/>
                  <a:gd name="T47" fmla="*/ 0 h 337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986"/>
                  <a:gd name="T73" fmla="*/ 0 h 3377"/>
                  <a:gd name="T74" fmla="*/ 4986 w 4986"/>
                  <a:gd name="T75" fmla="*/ 3377 h 337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986" h="3377">
                    <a:moveTo>
                      <a:pt x="0" y="2990"/>
                    </a:moveTo>
                    <a:lnTo>
                      <a:pt x="221" y="2372"/>
                    </a:lnTo>
                    <a:lnTo>
                      <a:pt x="567" y="1973"/>
                    </a:lnTo>
                    <a:lnTo>
                      <a:pt x="829" y="1445"/>
                    </a:lnTo>
                    <a:lnTo>
                      <a:pt x="1229" y="1035"/>
                    </a:lnTo>
                    <a:lnTo>
                      <a:pt x="1535" y="940"/>
                    </a:lnTo>
                    <a:lnTo>
                      <a:pt x="1759" y="700"/>
                    </a:lnTo>
                    <a:lnTo>
                      <a:pt x="1741" y="581"/>
                    </a:lnTo>
                    <a:lnTo>
                      <a:pt x="2422" y="0"/>
                    </a:lnTo>
                    <a:lnTo>
                      <a:pt x="2851" y="67"/>
                    </a:lnTo>
                    <a:lnTo>
                      <a:pt x="3088" y="111"/>
                    </a:lnTo>
                    <a:lnTo>
                      <a:pt x="3464" y="25"/>
                    </a:lnTo>
                    <a:lnTo>
                      <a:pt x="3670" y="0"/>
                    </a:lnTo>
                    <a:lnTo>
                      <a:pt x="4431" y="355"/>
                    </a:lnTo>
                    <a:lnTo>
                      <a:pt x="4986" y="1270"/>
                    </a:lnTo>
                    <a:lnTo>
                      <a:pt x="2842" y="3377"/>
                    </a:lnTo>
                    <a:lnTo>
                      <a:pt x="2116" y="1724"/>
                    </a:lnTo>
                    <a:lnTo>
                      <a:pt x="2132" y="1311"/>
                    </a:lnTo>
                    <a:lnTo>
                      <a:pt x="1883" y="1533"/>
                    </a:lnTo>
                    <a:lnTo>
                      <a:pt x="1662" y="1863"/>
                    </a:lnTo>
                    <a:lnTo>
                      <a:pt x="1148" y="2179"/>
                    </a:lnTo>
                    <a:lnTo>
                      <a:pt x="456" y="3199"/>
                    </a:lnTo>
                    <a:lnTo>
                      <a:pt x="150" y="3186"/>
                    </a:lnTo>
                    <a:lnTo>
                      <a:pt x="0" y="299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6" name="Freeform 185"/>
              <p:cNvSpPr>
                <a:spLocks/>
              </p:cNvSpPr>
              <p:nvPr/>
            </p:nvSpPr>
            <p:spPr bwMode="auto">
              <a:xfrm>
                <a:off x="2618" y="962"/>
                <a:ext cx="288" cy="239"/>
              </a:xfrm>
              <a:custGeom>
                <a:avLst/>
                <a:gdLst>
                  <a:gd name="T0" fmla="*/ 0 w 2298"/>
                  <a:gd name="T1" fmla="*/ 0 h 1910"/>
                  <a:gd name="T2" fmla="*/ 0 w 2298"/>
                  <a:gd name="T3" fmla="*/ 0 h 1910"/>
                  <a:gd name="T4" fmla="*/ 0 w 2298"/>
                  <a:gd name="T5" fmla="*/ 0 h 1910"/>
                  <a:gd name="T6" fmla="*/ 0 w 2298"/>
                  <a:gd name="T7" fmla="*/ 0 h 1910"/>
                  <a:gd name="T8" fmla="*/ 0 60000 65536"/>
                  <a:gd name="T9" fmla="*/ 0 60000 65536"/>
                  <a:gd name="T10" fmla="*/ 0 60000 65536"/>
                  <a:gd name="T11" fmla="*/ 0 60000 65536"/>
                  <a:gd name="T12" fmla="*/ 0 w 2298"/>
                  <a:gd name="T13" fmla="*/ 0 h 1910"/>
                  <a:gd name="T14" fmla="*/ 2298 w 2298"/>
                  <a:gd name="T15" fmla="*/ 1910 h 1910"/>
                </a:gdLst>
                <a:ahLst/>
                <a:cxnLst>
                  <a:cxn ang="T8">
                    <a:pos x="T0" y="T1"/>
                  </a:cxn>
                  <a:cxn ang="T9">
                    <a:pos x="T2" y="T3"/>
                  </a:cxn>
                  <a:cxn ang="T10">
                    <a:pos x="T4" y="T5"/>
                  </a:cxn>
                  <a:cxn ang="T11">
                    <a:pos x="T6" y="T7"/>
                  </a:cxn>
                </a:cxnLst>
                <a:rect l="T12" t="T13" r="T14" b="T15"/>
                <a:pathLst>
                  <a:path w="2298" h="1910">
                    <a:moveTo>
                      <a:pt x="2298" y="0"/>
                    </a:moveTo>
                    <a:lnTo>
                      <a:pt x="0" y="0"/>
                    </a:lnTo>
                    <a:lnTo>
                      <a:pt x="0" y="1910"/>
                    </a:lnTo>
                    <a:lnTo>
                      <a:pt x="2298"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7" name="Freeform 186"/>
              <p:cNvSpPr>
                <a:spLocks/>
              </p:cNvSpPr>
              <p:nvPr/>
            </p:nvSpPr>
            <p:spPr bwMode="auto">
              <a:xfrm>
                <a:off x="2619" y="979"/>
                <a:ext cx="571" cy="488"/>
              </a:xfrm>
              <a:custGeom>
                <a:avLst/>
                <a:gdLst>
                  <a:gd name="T0" fmla="*/ 0 w 4566"/>
                  <a:gd name="T1" fmla="*/ 0 h 3907"/>
                  <a:gd name="T2" fmla="*/ 0 w 4566"/>
                  <a:gd name="T3" fmla="*/ 0 h 3907"/>
                  <a:gd name="T4" fmla="*/ 0 w 4566"/>
                  <a:gd name="T5" fmla="*/ 0 h 3907"/>
                  <a:gd name="T6" fmla="*/ 0 w 4566"/>
                  <a:gd name="T7" fmla="*/ 0 h 3907"/>
                  <a:gd name="T8" fmla="*/ 0 w 4566"/>
                  <a:gd name="T9" fmla="*/ 0 h 3907"/>
                  <a:gd name="T10" fmla="*/ 0 w 4566"/>
                  <a:gd name="T11" fmla="*/ 0 h 3907"/>
                  <a:gd name="T12" fmla="*/ 0 w 4566"/>
                  <a:gd name="T13" fmla="*/ 0 h 3907"/>
                  <a:gd name="T14" fmla="*/ 0 w 4566"/>
                  <a:gd name="T15" fmla="*/ 0 h 3907"/>
                  <a:gd name="T16" fmla="*/ 0 w 4566"/>
                  <a:gd name="T17" fmla="*/ 0 h 3907"/>
                  <a:gd name="T18" fmla="*/ 0 w 4566"/>
                  <a:gd name="T19" fmla="*/ 0 h 3907"/>
                  <a:gd name="T20" fmla="*/ 0 w 4566"/>
                  <a:gd name="T21" fmla="*/ 0 h 3907"/>
                  <a:gd name="T22" fmla="*/ 0 w 4566"/>
                  <a:gd name="T23" fmla="*/ 0 h 3907"/>
                  <a:gd name="T24" fmla="*/ 0 w 4566"/>
                  <a:gd name="T25" fmla="*/ 0 h 3907"/>
                  <a:gd name="T26" fmla="*/ 0 w 4566"/>
                  <a:gd name="T27" fmla="*/ 0 h 3907"/>
                  <a:gd name="T28" fmla="*/ 0 w 4566"/>
                  <a:gd name="T29" fmla="*/ 0 h 3907"/>
                  <a:gd name="T30" fmla="*/ 0 w 4566"/>
                  <a:gd name="T31" fmla="*/ 0 h 3907"/>
                  <a:gd name="T32" fmla="*/ 0 w 4566"/>
                  <a:gd name="T33" fmla="*/ 0 h 3907"/>
                  <a:gd name="T34" fmla="*/ 0 w 4566"/>
                  <a:gd name="T35" fmla="*/ 0 h 3907"/>
                  <a:gd name="T36" fmla="*/ 0 w 4566"/>
                  <a:gd name="T37" fmla="*/ 0 h 3907"/>
                  <a:gd name="T38" fmla="*/ 0 w 4566"/>
                  <a:gd name="T39" fmla="*/ 0 h 3907"/>
                  <a:gd name="T40" fmla="*/ 0 w 4566"/>
                  <a:gd name="T41" fmla="*/ 0 h 3907"/>
                  <a:gd name="T42" fmla="*/ 0 w 4566"/>
                  <a:gd name="T43" fmla="*/ 0 h 3907"/>
                  <a:gd name="T44" fmla="*/ 0 w 4566"/>
                  <a:gd name="T45" fmla="*/ 0 h 3907"/>
                  <a:gd name="T46" fmla="*/ 0 w 4566"/>
                  <a:gd name="T47" fmla="*/ 0 h 3907"/>
                  <a:gd name="T48" fmla="*/ 0 w 4566"/>
                  <a:gd name="T49" fmla="*/ 0 h 3907"/>
                  <a:gd name="T50" fmla="*/ 0 w 4566"/>
                  <a:gd name="T51" fmla="*/ 0 h 3907"/>
                  <a:gd name="T52" fmla="*/ 0 w 4566"/>
                  <a:gd name="T53" fmla="*/ 0 h 3907"/>
                  <a:gd name="T54" fmla="*/ 0 w 4566"/>
                  <a:gd name="T55" fmla="*/ 0 h 3907"/>
                  <a:gd name="T56" fmla="*/ 0 w 4566"/>
                  <a:gd name="T57" fmla="*/ 0 h 3907"/>
                  <a:gd name="T58" fmla="*/ 0 w 4566"/>
                  <a:gd name="T59" fmla="*/ 0 h 3907"/>
                  <a:gd name="T60" fmla="*/ 0 w 4566"/>
                  <a:gd name="T61" fmla="*/ 0 h 390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566"/>
                  <a:gd name="T94" fmla="*/ 0 h 3907"/>
                  <a:gd name="T95" fmla="*/ 4566 w 4566"/>
                  <a:gd name="T96" fmla="*/ 3907 h 390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566" h="3907">
                    <a:moveTo>
                      <a:pt x="511" y="3907"/>
                    </a:moveTo>
                    <a:lnTo>
                      <a:pt x="693" y="3877"/>
                    </a:lnTo>
                    <a:lnTo>
                      <a:pt x="905" y="3826"/>
                    </a:lnTo>
                    <a:lnTo>
                      <a:pt x="1178" y="3711"/>
                    </a:lnTo>
                    <a:lnTo>
                      <a:pt x="1354" y="3626"/>
                    </a:lnTo>
                    <a:lnTo>
                      <a:pt x="1519" y="3503"/>
                    </a:lnTo>
                    <a:lnTo>
                      <a:pt x="1763" y="3250"/>
                    </a:lnTo>
                    <a:lnTo>
                      <a:pt x="1455" y="2773"/>
                    </a:lnTo>
                    <a:lnTo>
                      <a:pt x="3611" y="2085"/>
                    </a:lnTo>
                    <a:lnTo>
                      <a:pt x="3328" y="2461"/>
                    </a:lnTo>
                    <a:lnTo>
                      <a:pt x="3611" y="2591"/>
                    </a:lnTo>
                    <a:lnTo>
                      <a:pt x="4474" y="2501"/>
                    </a:lnTo>
                    <a:lnTo>
                      <a:pt x="4566" y="1903"/>
                    </a:lnTo>
                    <a:lnTo>
                      <a:pt x="4545" y="1793"/>
                    </a:lnTo>
                    <a:lnTo>
                      <a:pt x="4483" y="1541"/>
                    </a:lnTo>
                    <a:lnTo>
                      <a:pt x="4352" y="1152"/>
                    </a:lnTo>
                    <a:lnTo>
                      <a:pt x="4281" y="1103"/>
                    </a:lnTo>
                    <a:lnTo>
                      <a:pt x="4191" y="1090"/>
                    </a:lnTo>
                    <a:lnTo>
                      <a:pt x="3936" y="0"/>
                    </a:lnTo>
                    <a:lnTo>
                      <a:pt x="1921" y="9"/>
                    </a:lnTo>
                    <a:lnTo>
                      <a:pt x="1747" y="244"/>
                    </a:lnTo>
                    <a:lnTo>
                      <a:pt x="1415" y="356"/>
                    </a:lnTo>
                    <a:lnTo>
                      <a:pt x="1037" y="619"/>
                    </a:lnTo>
                    <a:lnTo>
                      <a:pt x="894" y="739"/>
                    </a:lnTo>
                    <a:lnTo>
                      <a:pt x="772" y="923"/>
                    </a:lnTo>
                    <a:lnTo>
                      <a:pt x="693" y="1114"/>
                    </a:lnTo>
                    <a:lnTo>
                      <a:pt x="0" y="2512"/>
                    </a:lnTo>
                    <a:lnTo>
                      <a:pt x="73" y="2717"/>
                    </a:lnTo>
                    <a:lnTo>
                      <a:pt x="22" y="2998"/>
                    </a:lnTo>
                    <a:lnTo>
                      <a:pt x="479" y="3845"/>
                    </a:lnTo>
                    <a:lnTo>
                      <a:pt x="511" y="390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8" name="Freeform 187"/>
              <p:cNvSpPr>
                <a:spLocks/>
              </p:cNvSpPr>
              <p:nvPr/>
            </p:nvSpPr>
            <p:spPr bwMode="auto">
              <a:xfrm>
                <a:off x="2787" y="1322"/>
                <a:ext cx="284" cy="221"/>
              </a:xfrm>
              <a:custGeom>
                <a:avLst/>
                <a:gdLst>
                  <a:gd name="T0" fmla="*/ 0 w 2279"/>
                  <a:gd name="T1" fmla="*/ 0 h 1769"/>
                  <a:gd name="T2" fmla="*/ 0 w 2279"/>
                  <a:gd name="T3" fmla="*/ 0 h 1769"/>
                  <a:gd name="T4" fmla="*/ 0 w 2279"/>
                  <a:gd name="T5" fmla="*/ 0 h 1769"/>
                  <a:gd name="T6" fmla="*/ 0 w 2279"/>
                  <a:gd name="T7" fmla="*/ 0 h 1769"/>
                  <a:gd name="T8" fmla="*/ 0 w 2279"/>
                  <a:gd name="T9" fmla="*/ 0 h 1769"/>
                  <a:gd name="T10" fmla="*/ 0 w 2279"/>
                  <a:gd name="T11" fmla="*/ 0 h 1769"/>
                  <a:gd name="T12" fmla="*/ 0 60000 65536"/>
                  <a:gd name="T13" fmla="*/ 0 60000 65536"/>
                  <a:gd name="T14" fmla="*/ 0 60000 65536"/>
                  <a:gd name="T15" fmla="*/ 0 60000 65536"/>
                  <a:gd name="T16" fmla="*/ 0 60000 65536"/>
                  <a:gd name="T17" fmla="*/ 0 60000 65536"/>
                  <a:gd name="T18" fmla="*/ 0 w 2279"/>
                  <a:gd name="T19" fmla="*/ 0 h 1769"/>
                  <a:gd name="T20" fmla="*/ 2279 w 2279"/>
                  <a:gd name="T21" fmla="*/ 1769 h 1769"/>
                </a:gdLst>
                <a:ahLst/>
                <a:cxnLst>
                  <a:cxn ang="T12">
                    <a:pos x="T0" y="T1"/>
                  </a:cxn>
                  <a:cxn ang="T13">
                    <a:pos x="T2" y="T3"/>
                  </a:cxn>
                  <a:cxn ang="T14">
                    <a:pos x="T4" y="T5"/>
                  </a:cxn>
                  <a:cxn ang="T15">
                    <a:pos x="T6" y="T7"/>
                  </a:cxn>
                  <a:cxn ang="T16">
                    <a:pos x="T8" y="T9"/>
                  </a:cxn>
                  <a:cxn ang="T17">
                    <a:pos x="T10" y="T11"/>
                  </a:cxn>
                </a:cxnLst>
                <a:rect l="T18" t="T19" r="T20" b="T21"/>
                <a:pathLst>
                  <a:path w="2279" h="1769">
                    <a:moveTo>
                      <a:pt x="268" y="281"/>
                    </a:moveTo>
                    <a:lnTo>
                      <a:pt x="1154" y="0"/>
                    </a:lnTo>
                    <a:lnTo>
                      <a:pt x="2279" y="1072"/>
                    </a:lnTo>
                    <a:lnTo>
                      <a:pt x="774" y="1769"/>
                    </a:lnTo>
                    <a:lnTo>
                      <a:pt x="0" y="863"/>
                    </a:lnTo>
                    <a:lnTo>
                      <a:pt x="268" y="2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9" name="Freeform 188"/>
              <p:cNvSpPr>
                <a:spLocks/>
              </p:cNvSpPr>
              <p:nvPr/>
            </p:nvSpPr>
            <p:spPr bwMode="auto">
              <a:xfrm>
                <a:off x="2955" y="1283"/>
                <a:ext cx="132" cy="84"/>
              </a:xfrm>
              <a:custGeom>
                <a:avLst/>
                <a:gdLst>
                  <a:gd name="T0" fmla="*/ 0 w 1055"/>
                  <a:gd name="T1" fmla="*/ 0 h 675"/>
                  <a:gd name="T2" fmla="*/ 0 w 1055"/>
                  <a:gd name="T3" fmla="*/ 0 h 675"/>
                  <a:gd name="T4" fmla="*/ 0 w 1055"/>
                  <a:gd name="T5" fmla="*/ 0 h 675"/>
                  <a:gd name="T6" fmla="*/ 0 w 1055"/>
                  <a:gd name="T7" fmla="*/ 0 h 675"/>
                  <a:gd name="T8" fmla="*/ 0 w 1055"/>
                  <a:gd name="T9" fmla="*/ 0 h 675"/>
                  <a:gd name="T10" fmla="*/ 0 w 1055"/>
                  <a:gd name="T11" fmla="*/ 0 h 675"/>
                  <a:gd name="T12" fmla="*/ 0 w 1055"/>
                  <a:gd name="T13" fmla="*/ 0 h 675"/>
                  <a:gd name="T14" fmla="*/ 0 w 1055"/>
                  <a:gd name="T15" fmla="*/ 0 h 675"/>
                  <a:gd name="T16" fmla="*/ 0 w 1055"/>
                  <a:gd name="T17" fmla="*/ 0 h 675"/>
                  <a:gd name="T18" fmla="*/ 0 w 1055"/>
                  <a:gd name="T19" fmla="*/ 0 h 675"/>
                  <a:gd name="T20" fmla="*/ 0 w 1055"/>
                  <a:gd name="T21" fmla="*/ 0 h 675"/>
                  <a:gd name="T22" fmla="*/ 0 w 1055"/>
                  <a:gd name="T23" fmla="*/ 0 h 675"/>
                  <a:gd name="T24" fmla="*/ 0 w 1055"/>
                  <a:gd name="T25" fmla="*/ 0 h 675"/>
                  <a:gd name="T26" fmla="*/ 0 w 1055"/>
                  <a:gd name="T27" fmla="*/ 0 h 675"/>
                  <a:gd name="T28" fmla="*/ 0 w 1055"/>
                  <a:gd name="T29" fmla="*/ 0 h 675"/>
                  <a:gd name="T30" fmla="*/ 0 w 1055"/>
                  <a:gd name="T31" fmla="*/ 0 h 675"/>
                  <a:gd name="T32" fmla="*/ 0 w 1055"/>
                  <a:gd name="T33" fmla="*/ 0 h 675"/>
                  <a:gd name="T34" fmla="*/ 0 w 1055"/>
                  <a:gd name="T35" fmla="*/ 0 h 675"/>
                  <a:gd name="T36" fmla="*/ 0 w 1055"/>
                  <a:gd name="T37" fmla="*/ 0 h 675"/>
                  <a:gd name="T38" fmla="*/ 0 w 1055"/>
                  <a:gd name="T39" fmla="*/ 0 h 675"/>
                  <a:gd name="T40" fmla="*/ 0 w 1055"/>
                  <a:gd name="T41" fmla="*/ 0 h 675"/>
                  <a:gd name="T42" fmla="*/ 0 w 1055"/>
                  <a:gd name="T43" fmla="*/ 0 h 675"/>
                  <a:gd name="T44" fmla="*/ 0 w 1055"/>
                  <a:gd name="T45" fmla="*/ 0 h 675"/>
                  <a:gd name="T46" fmla="*/ 0 w 1055"/>
                  <a:gd name="T47" fmla="*/ 0 h 675"/>
                  <a:gd name="T48" fmla="*/ 0 w 1055"/>
                  <a:gd name="T49" fmla="*/ 0 h 675"/>
                  <a:gd name="T50" fmla="*/ 0 w 1055"/>
                  <a:gd name="T51" fmla="*/ 0 h 675"/>
                  <a:gd name="T52" fmla="*/ 0 w 1055"/>
                  <a:gd name="T53" fmla="*/ 0 h 675"/>
                  <a:gd name="T54" fmla="*/ 0 w 1055"/>
                  <a:gd name="T55" fmla="*/ 0 h 67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55"/>
                  <a:gd name="T85" fmla="*/ 0 h 675"/>
                  <a:gd name="T86" fmla="*/ 1055 w 1055"/>
                  <a:gd name="T87" fmla="*/ 675 h 67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55" h="675">
                    <a:moveTo>
                      <a:pt x="0" y="627"/>
                    </a:moveTo>
                    <a:lnTo>
                      <a:pt x="64" y="339"/>
                    </a:lnTo>
                    <a:lnTo>
                      <a:pt x="87" y="274"/>
                    </a:lnTo>
                    <a:lnTo>
                      <a:pt x="290" y="16"/>
                    </a:lnTo>
                    <a:lnTo>
                      <a:pt x="352" y="0"/>
                    </a:lnTo>
                    <a:lnTo>
                      <a:pt x="703" y="43"/>
                    </a:lnTo>
                    <a:lnTo>
                      <a:pt x="783" y="58"/>
                    </a:lnTo>
                    <a:lnTo>
                      <a:pt x="986" y="131"/>
                    </a:lnTo>
                    <a:lnTo>
                      <a:pt x="1044" y="181"/>
                    </a:lnTo>
                    <a:lnTo>
                      <a:pt x="1055" y="234"/>
                    </a:lnTo>
                    <a:lnTo>
                      <a:pt x="1055" y="297"/>
                    </a:lnTo>
                    <a:lnTo>
                      <a:pt x="1030" y="339"/>
                    </a:lnTo>
                    <a:lnTo>
                      <a:pt x="975" y="368"/>
                    </a:lnTo>
                    <a:lnTo>
                      <a:pt x="896" y="376"/>
                    </a:lnTo>
                    <a:lnTo>
                      <a:pt x="811" y="427"/>
                    </a:lnTo>
                    <a:lnTo>
                      <a:pt x="712" y="493"/>
                    </a:lnTo>
                    <a:lnTo>
                      <a:pt x="615" y="581"/>
                    </a:lnTo>
                    <a:lnTo>
                      <a:pt x="532" y="603"/>
                    </a:lnTo>
                    <a:lnTo>
                      <a:pt x="440" y="610"/>
                    </a:lnTo>
                    <a:lnTo>
                      <a:pt x="400" y="613"/>
                    </a:lnTo>
                    <a:lnTo>
                      <a:pt x="327" y="658"/>
                    </a:lnTo>
                    <a:lnTo>
                      <a:pt x="248" y="675"/>
                    </a:lnTo>
                    <a:lnTo>
                      <a:pt x="228" y="610"/>
                    </a:lnTo>
                    <a:lnTo>
                      <a:pt x="184" y="647"/>
                    </a:lnTo>
                    <a:lnTo>
                      <a:pt x="128" y="671"/>
                    </a:lnTo>
                    <a:lnTo>
                      <a:pt x="117" y="581"/>
                    </a:lnTo>
                    <a:lnTo>
                      <a:pt x="46" y="610"/>
                    </a:lnTo>
                    <a:lnTo>
                      <a:pt x="0" y="62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0" name="Freeform 189"/>
              <p:cNvSpPr>
                <a:spLocks/>
              </p:cNvSpPr>
              <p:nvPr/>
            </p:nvSpPr>
            <p:spPr bwMode="auto">
              <a:xfrm>
                <a:off x="2900" y="1318"/>
                <a:ext cx="9" cy="148"/>
              </a:xfrm>
              <a:custGeom>
                <a:avLst/>
                <a:gdLst>
                  <a:gd name="T0" fmla="*/ 0 w 75"/>
                  <a:gd name="T1" fmla="*/ 0 h 1182"/>
                  <a:gd name="T2" fmla="*/ 0 w 75"/>
                  <a:gd name="T3" fmla="*/ 0 h 1182"/>
                  <a:gd name="T4" fmla="*/ 0 w 75"/>
                  <a:gd name="T5" fmla="*/ 0 h 1182"/>
                  <a:gd name="T6" fmla="*/ 0 w 75"/>
                  <a:gd name="T7" fmla="*/ 0 h 1182"/>
                  <a:gd name="T8" fmla="*/ 0 w 75"/>
                  <a:gd name="T9" fmla="*/ 0 h 1182"/>
                  <a:gd name="T10" fmla="*/ 0 w 75"/>
                  <a:gd name="T11" fmla="*/ 0 h 1182"/>
                  <a:gd name="T12" fmla="*/ 0 w 75"/>
                  <a:gd name="T13" fmla="*/ 0 h 1182"/>
                  <a:gd name="T14" fmla="*/ 0 60000 65536"/>
                  <a:gd name="T15" fmla="*/ 0 60000 65536"/>
                  <a:gd name="T16" fmla="*/ 0 60000 65536"/>
                  <a:gd name="T17" fmla="*/ 0 60000 65536"/>
                  <a:gd name="T18" fmla="*/ 0 60000 65536"/>
                  <a:gd name="T19" fmla="*/ 0 60000 65536"/>
                  <a:gd name="T20" fmla="*/ 0 60000 65536"/>
                  <a:gd name="T21" fmla="*/ 0 w 75"/>
                  <a:gd name="T22" fmla="*/ 0 h 1182"/>
                  <a:gd name="T23" fmla="*/ 75 w 75"/>
                  <a:gd name="T24" fmla="*/ 1182 h 1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 h="1182">
                    <a:moveTo>
                      <a:pt x="0" y="1182"/>
                    </a:moveTo>
                    <a:lnTo>
                      <a:pt x="0" y="17"/>
                    </a:lnTo>
                    <a:lnTo>
                      <a:pt x="24" y="0"/>
                    </a:lnTo>
                    <a:lnTo>
                      <a:pt x="49" y="0"/>
                    </a:lnTo>
                    <a:lnTo>
                      <a:pt x="75" y="17"/>
                    </a:lnTo>
                    <a:lnTo>
                      <a:pt x="75" y="1182"/>
                    </a:lnTo>
                    <a:lnTo>
                      <a:pt x="0" y="1182"/>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1" name="Freeform 190"/>
              <p:cNvSpPr>
                <a:spLocks/>
              </p:cNvSpPr>
              <p:nvPr/>
            </p:nvSpPr>
            <p:spPr bwMode="auto">
              <a:xfrm>
                <a:off x="2792" y="1359"/>
                <a:ext cx="163" cy="91"/>
              </a:xfrm>
              <a:custGeom>
                <a:avLst/>
                <a:gdLst>
                  <a:gd name="T0" fmla="*/ 0 w 1308"/>
                  <a:gd name="T1" fmla="*/ 0 h 729"/>
                  <a:gd name="T2" fmla="*/ 0 w 1308"/>
                  <a:gd name="T3" fmla="*/ 0 h 729"/>
                  <a:gd name="T4" fmla="*/ 0 w 1308"/>
                  <a:gd name="T5" fmla="*/ 0 h 729"/>
                  <a:gd name="T6" fmla="*/ 0 w 1308"/>
                  <a:gd name="T7" fmla="*/ 0 h 729"/>
                  <a:gd name="T8" fmla="*/ 0 w 1308"/>
                  <a:gd name="T9" fmla="*/ 0 h 729"/>
                  <a:gd name="T10" fmla="*/ 0 w 1308"/>
                  <a:gd name="T11" fmla="*/ 0 h 729"/>
                  <a:gd name="T12" fmla="*/ 0 w 1308"/>
                  <a:gd name="T13" fmla="*/ 0 h 729"/>
                  <a:gd name="T14" fmla="*/ 0 w 1308"/>
                  <a:gd name="T15" fmla="*/ 0 h 729"/>
                  <a:gd name="T16" fmla="*/ 0 w 1308"/>
                  <a:gd name="T17" fmla="*/ 0 h 729"/>
                  <a:gd name="T18" fmla="*/ 0 w 1308"/>
                  <a:gd name="T19" fmla="*/ 0 h 729"/>
                  <a:gd name="T20" fmla="*/ 0 w 1308"/>
                  <a:gd name="T21" fmla="*/ 0 h 729"/>
                  <a:gd name="T22" fmla="*/ 0 w 1308"/>
                  <a:gd name="T23" fmla="*/ 0 h 729"/>
                  <a:gd name="T24" fmla="*/ 0 w 1308"/>
                  <a:gd name="T25" fmla="*/ 0 h 729"/>
                  <a:gd name="T26" fmla="*/ 0 w 1308"/>
                  <a:gd name="T27" fmla="*/ 0 h 729"/>
                  <a:gd name="T28" fmla="*/ 0 w 1308"/>
                  <a:gd name="T29" fmla="*/ 0 h 729"/>
                  <a:gd name="T30" fmla="*/ 0 w 1308"/>
                  <a:gd name="T31" fmla="*/ 0 h 729"/>
                  <a:gd name="T32" fmla="*/ 0 w 1308"/>
                  <a:gd name="T33" fmla="*/ 0 h 729"/>
                  <a:gd name="T34" fmla="*/ 0 w 1308"/>
                  <a:gd name="T35" fmla="*/ 0 h 729"/>
                  <a:gd name="T36" fmla="*/ 0 w 1308"/>
                  <a:gd name="T37" fmla="*/ 0 h 729"/>
                  <a:gd name="T38" fmla="*/ 0 w 1308"/>
                  <a:gd name="T39" fmla="*/ 0 h 729"/>
                  <a:gd name="T40" fmla="*/ 0 w 1308"/>
                  <a:gd name="T41" fmla="*/ 0 h 729"/>
                  <a:gd name="T42" fmla="*/ 0 w 1308"/>
                  <a:gd name="T43" fmla="*/ 0 h 729"/>
                  <a:gd name="T44" fmla="*/ 0 w 1308"/>
                  <a:gd name="T45" fmla="*/ 0 h 729"/>
                  <a:gd name="T46" fmla="*/ 0 w 1308"/>
                  <a:gd name="T47" fmla="*/ 0 h 729"/>
                  <a:gd name="T48" fmla="*/ 0 w 1308"/>
                  <a:gd name="T49" fmla="*/ 0 h 729"/>
                  <a:gd name="T50" fmla="*/ 0 w 1308"/>
                  <a:gd name="T51" fmla="*/ 0 h 72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08"/>
                  <a:gd name="T79" fmla="*/ 0 h 729"/>
                  <a:gd name="T80" fmla="*/ 1308 w 1308"/>
                  <a:gd name="T81" fmla="*/ 729 h 72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08" h="729">
                    <a:moveTo>
                      <a:pt x="858" y="441"/>
                    </a:moveTo>
                    <a:lnTo>
                      <a:pt x="1040" y="464"/>
                    </a:lnTo>
                    <a:lnTo>
                      <a:pt x="1257" y="496"/>
                    </a:lnTo>
                    <a:lnTo>
                      <a:pt x="1294" y="487"/>
                    </a:lnTo>
                    <a:lnTo>
                      <a:pt x="1308" y="480"/>
                    </a:lnTo>
                    <a:lnTo>
                      <a:pt x="1301" y="446"/>
                    </a:lnTo>
                    <a:lnTo>
                      <a:pt x="1270" y="408"/>
                    </a:lnTo>
                    <a:lnTo>
                      <a:pt x="1176" y="371"/>
                    </a:lnTo>
                    <a:lnTo>
                      <a:pt x="1038" y="330"/>
                    </a:lnTo>
                    <a:lnTo>
                      <a:pt x="918" y="268"/>
                    </a:lnTo>
                    <a:lnTo>
                      <a:pt x="858" y="219"/>
                    </a:lnTo>
                    <a:lnTo>
                      <a:pt x="858" y="52"/>
                    </a:lnTo>
                    <a:lnTo>
                      <a:pt x="782" y="0"/>
                    </a:lnTo>
                    <a:lnTo>
                      <a:pt x="264" y="65"/>
                    </a:lnTo>
                    <a:lnTo>
                      <a:pt x="73" y="171"/>
                    </a:lnTo>
                    <a:lnTo>
                      <a:pt x="0" y="283"/>
                    </a:lnTo>
                    <a:lnTo>
                      <a:pt x="139" y="376"/>
                    </a:lnTo>
                    <a:lnTo>
                      <a:pt x="224" y="455"/>
                    </a:lnTo>
                    <a:lnTo>
                      <a:pt x="310" y="540"/>
                    </a:lnTo>
                    <a:lnTo>
                      <a:pt x="367" y="619"/>
                    </a:lnTo>
                    <a:lnTo>
                      <a:pt x="406" y="663"/>
                    </a:lnTo>
                    <a:lnTo>
                      <a:pt x="440" y="681"/>
                    </a:lnTo>
                    <a:lnTo>
                      <a:pt x="703" y="729"/>
                    </a:lnTo>
                    <a:lnTo>
                      <a:pt x="747" y="727"/>
                    </a:lnTo>
                    <a:lnTo>
                      <a:pt x="858" y="588"/>
                    </a:lnTo>
                    <a:lnTo>
                      <a:pt x="858" y="44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2" name="Freeform 191"/>
              <p:cNvSpPr>
                <a:spLocks/>
              </p:cNvSpPr>
              <p:nvPr/>
            </p:nvSpPr>
            <p:spPr bwMode="auto">
              <a:xfrm>
                <a:off x="2900" y="1464"/>
                <a:ext cx="9" cy="20"/>
              </a:xfrm>
              <a:custGeom>
                <a:avLst/>
                <a:gdLst>
                  <a:gd name="T0" fmla="*/ 0 w 75"/>
                  <a:gd name="T1" fmla="*/ 0 h 166"/>
                  <a:gd name="T2" fmla="*/ 0 w 75"/>
                  <a:gd name="T3" fmla="*/ 0 h 166"/>
                  <a:gd name="T4" fmla="*/ 0 w 75"/>
                  <a:gd name="T5" fmla="*/ 0 h 166"/>
                  <a:gd name="T6" fmla="*/ 0 w 75"/>
                  <a:gd name="T7" fmla="*/ 0 h 166"/>
                  <a:gd name="T8" fmla="*/ 0 w 75"/>
                  <a:gd name="T9" fmla="*/ 0 h 166"/>
                  <a:gd name="T10" fmla="*/ 0 w 75"/>
                  <a:gd name="T11" fmla="*/ 0 h 166"/>
                  <a:gd name="T12" fmla="*/ 0 60000 65536"/>
                  <a:gd name="T13" fmla="*/ 0 60000 65536"/>
                  <a:gd name="T14" fmla="*/ 0 60000 65536"/>
                  <a:gd name="T15" fmla="*/ 0 60000 65536"/>
                  <a:gd name="T16" fmla="*/ 0 60000 65536"/>
                  <a:gd name="T17" fmla="*/ 0 60000 65536"/>
                  <a:gd name="T18" fmla="*/ 0 w 75"/>
                  <a:gd name="T19" fmla="*/ 0 h 166"/>
                  <a:gd name="T20" fmla="*/ 75 w 75"/>
                  <a:gd name="T21" fmla="*/ 166 h 166"/>
                </a:gdLst>
                <a:ahLst/>
                <a:cxnLst>
                  <a:cxn ang="T12">
                    <a:pos x="T0" y="T1"/>
                  </a:cxn>
                  <a:cxn ang="T13">
                    <a:pos x="T2" y="T3"/>
                  </a:cxn>
                  <a:cxn ang="T14">
                    <a:pos x="T4" y="T5"/>
                  </a:cxn>
                  <a:cxn ang="T15">
                    <a:pos x="T6" y="T7"/>
                  </a:cxn>
                  <a:cxn ang="T16">
                    <a:pos x="T8" y="T9"/>
                  </a:cxn>
                  <a:cxn ang="T17">
                    <a:pos x="T10" y="T11"/>
                  </a:cxn>
                </a:cxnLst>
                <a:rect l="T18" t="T19" r="T20" b="T21"/>
                <a:pathLst>
                  <a:path w="75" h="166">
                    <a:moveTo>
                      <a:pt x="0" y="23"/>
                    </a:moveTo>
                    <a:lnTo>
                      <a:pt x="31" y="166"/>
                    </a:lnTo>
                    <a:lnTo>
                      <a:pt x="75" y="23"/>
                    </a:lnTo>
                    <a:lnTo>
                      <a:pt x="61" y="7"/>
                    </a:lnTo>
                    <a:lnTo>
                      <a:pt x="17" y="0"/>
                    </a:lnTo>
                    <a:lnTo>
                      <a:pt x="0" y="23"/>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3" name="Freeform 192"/>
              <p:cNvSpPr>
                <a:spLocks/>
              </p:cNvSpPr>
              <p:nvPr/>
            </p:nvSpPr>
            <p:spPr bwMode="auto">
              <a:xfrm>
                <a:off x="2903" y="972"/>
                <a:ext cx="136" cy="327"/>
              </a:xfrm>
              <a:custGeom>
                <a:avLst/>
                <a:gdLst>
                  <a:gd name="T0" fmla="*/ 0 w 1092"/>
                  <a:gd name="T1" fmla="*/ 0 h 2615"/>
                  <a:gd name="T2" fmla="*/ 0 w 1092"/>
                  <a:gd name="T3" fmla="*/ 0 h 2615"/>
                  <a:gd name="T4" fmla="*/ 0 w 1092"/>
                  <a:gd name="T5" fmla="*/ 0 h 2615"/>
                  <a:gd name="T6" fmla="*/ 0 w 1092"/>
                  <a:gd name="T7" fmla="*/ 0 h 2615"/>
                  <a:gd name="T8" fmla="*/ 0 w 1092"/>
                  <a:gd name="T9" fmla="*/ 0 h 2615"/>
                  <a:gd name="T10" fmla="*/ 0 w 1092"/>
                  <a:gd name="T11" fmla="*/ 0 h 2615"/>
                  <a:gd name="T12" fmla="*/ 0 w 1092"/>
                  <a:gd name="T13" fmla="*/ 0 h 2615"/>
                  <a:gd name="T14" fmla="*/ 0 w 1092"/>
                  <a:gd name="T15" fmla="*/ 0 h 2615"/>
                  <a:gd name="T16" fmla="*/ 0 w 1092"/>
                  <a:gd name="T17" fmla="*/ 0 h 2615"/>
                  <a:gd name="T18" fmla="*/ 0 w 1092"/>
                  <a:gd name="T19" fmla="*/ 0 h 2615"/>
                  <a:gd name="T20" fmla="*/ 0 w 1092"/>
                  <a:gd name="T21" fmla="*/ 0 h 2615"/>
                  <a:gd name="T22" fmla="*/ 0 w 1092"/>
                  <a:gd name="T23" fmla="*/ 0 h 2615"/>
                  <a:gd name="T24" fmla="*/ 0 w 1092"/>
                  <a:gd name="T25" fmla="*/ 0 h 2615"/>
                  <a:gd name="T26" fmla="*/ 0 w 1092"/>
                  <a:gd name="T27" fmla="*/ 0 h 2615"/>
                  <a:gd name="T28" fmla="*/ 0 w 1092"/>
                  <a:gd name="T29" fmla="*/ 0 h 2615"/>
                  <a:gd name="T30" fmla="*/ 0 w 1092"/>
                  <a:gd name="T31" fmla="*/ 0 h 2615"/>
                  <a:gd name="T32" fmla="*/ 0 w 1092"/>
                  <a:gd name="T33" fmla="*/ 0 h 2615"/>
                  <a:gd name="T34" fmla="*/ 0 w 1092"/>
                  <a:gd name="T35" fmla="*/ 0 h 2615"/>
                  <a:gd name="T36" fmla="*/ 0 w 1092"/>
                  <a:gd name="T37" fmla="*/ 0 h 26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92"/>
                  <a:gd name="T58" fmla="*/ 0 h 2615"/>
                  <a:gd name="T59" fmla="*/ 1092 w 1092"/>
                  <a:gd name="T60" fmla="*/ 2615 h 26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92" h="2615">
                    <a:moveTo>
                      <a:pt x="126" y="195"/>
                    </a:moveTo>
                    <a:lnTo>
                      <a:pt x="170" y="382"/>
                    </a:lnTo>
                    <a:lnTo>
                      <a:pt x="226" y="732"/>
                    </a:lnTo>
                    <a:lnTo>
                      <a:pt x="266" y="1002"/>
                    </a:lnTo>
                    <a:lnTo>
                      <a:pt x="255" y="1301"/>
                    </a:lnTo>
                    <a:lnTo>
                      <a:pt x="226" y="1609"/>
                    </a:lnTo>
                    <a:lnTo>
                      <a:pt x="140" y="2053"/>
                    </a:lnTo>
                    <a:lnTo>
                      <a:pt x="0" y="2615"/>
                    </a:lnTo>
                    <a:lnTo>
                      <a:pt x="744" y="2369"/>
                    </a:lnTo>
                    <a:lnTo>
                      <a:pt x="931" y="1924"/>
                    </a:lnTo>
                    <a:lnTo>
                      <a:pt x="1026" y="1546"/>
                    </a:lnTo>
                    <a:lnTo>
                      <a:pt x="1085" y="1126"/>
                    </a:lnTo>
                    <a:lnTo>
                      <a:pt x="1092" y="824"/>
                    </a:lnTo>
                    <a:lnTo>
                      <a:pt x="1072" y="562"/>
                    </a:lnTo>
                    <a:lnTo>
                      <a:pt x="1026" y="343"/>
                    </a:lnTo>
                    <a:lnTo>
                      <a:pt x="961" y="170"/>
                    </a:lnTo>
                    <a:lnTo>
                      <a:pt x="905" y="73"/>
                    </a:lnTo>
                    <a:lnTo>
                      <a:pt x="387" y="0"/>
                    </a:lnTo>
                    <a:lnTo>
                      <a:pt x="126" y="1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4" name="Freeform 193"/>
              <p:cNvSpPr>
                <a:spLocks/>
              </p:cNvSpPr>
              <p:nvPr/>
            </p:nvSpPr>
            <p:spPr bwMode="auto">
              <a:xfrm>
                <a:off x="2942" y="1042"/>
                <a:ext cx="121" cy="178"/>
              </a:xfrm>
              <a:custGeom>
                <a:avLst/>
                <a:gdLst>
                  <a:gd name="T0" fmla="*/ 0 w 971"/>
                  <a:gd name="T1" fmla="*/ 0 h 1425"/>
                  <a:gd name="T2" fmla="*/ 0 w 971"/>
                  <a:gd name="T3" fmla="*/ 0 h 1425"/>
                  <a:gd name="T4" fmla="*/ 0 w 971"/>
                  <a:gd name="T5" fmla="*/ 0 h 1425"/>
                  <a:gd name="T6" fmla="*/ 0 w 971"/>
                  <a:gd name="T7" fmla="*/ 0 h 1425"/>
                  <a:gd name="T8" fmla="*/ 0 w 971"/>
                  <a:gd name="T9" fmla="*/ 0 h 1425"/>
                  <a:gd name="T10" fmla="*/ 0 w 971"/>
                  <a:gd name="T11" fmla="*/ 0 h 1425"/>
                  <a:gd name="T12" fmla="*/ 0 w 971"/>
                  <a:gd name="T13" fmla="*/ 0 h 1425"/>
                  <a:gd name="T14" fmla="*/ 0 w 971"/>
                  <a:gd name="T15" fmla="*/ 0 h 1425"/>
                  <a:gd name="T16" fmla="*/ 0 w 971"/>
                  <a:gd name="T17" fmla="*/ 0 h 1425"/>
                  <a:gd name="T18" fmla="*/ 0 w 971"/>
                  <a:gd name="T19" fmla="*/ 0 h 1425"/>
                  <a:gd name="T20" fmla="*/ 0 w 971"/>
                  <a:gd name="T21" fmla="*/ 0 h 1425"/>
                  <a:gd name="T22" fmla="*/ 0 w 971"/>
                  <a:gd name="T23" fmla="*/ 0 h 1425"/>
                  <a:gd name="T24" fmla="*/ 0 w 971"/>
                  <a:gd name="T25" fmla="*/ 0 h 1425"/>
                  <a:gd name="T26" fmla="*/ 0 w 971"/>
                  <a:gd name="T27" fmla="*/ 0 h 1425"/>
                  <a:gd name="T28" fmla="*/ 0 w 971"/>
                  <a:gd name="T29" fmla="*/ 0 h 1425"/>
                  <a:gd name="T30" fmla="*/ 0 w 971"/>
                  <a:gd name="T31" fmla="*/ 0 h 1425"/>
                  <a:gd name="T32" fmla="*/ 0 w 971"/>
                  <a:gd name="T33" fmla="*/ 0 h 1425"/>
                  <a:gd name="T34" fmla="*/ 0 w 971"/>
                  <a:gd name="T35" fmla="*/ 0 h 1425"/>
                  <a:gd name="T36" fmla="*/ 0 w 971"/>
                  <a:gd name="T37" fmla="*/ 0 h 1425"/>
                  <a:gd name="T38" fmla="*/ 0 w 971"/>
                  <a:gd name="T39" fmla="*/ 0 h 1425"/>
                  <a:gd name="T40" fmla="*/ 0 w 971"/>
                  <a:gd name="T41" fmla="*/ 0 h 1425"/>
                  <a:gd name="T42" fmla="*/ 0 w 971"/>
                  <a:gd name="T43" fmla="*/ 0 h 1425"/>
                  <a:gd name="T44" fmla="*/ 0 w 971"/>
                  <a:gd name="T45" fmla="*/ 0 h 142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71"/>
                  <a:gd name="T70" fmla="*/ 0 h 1425"/>
                  <a:gd name="T71" fmla="*/ 971 w 971"/>
                  <a:gd name="T72" fmla="*/ 1425 h 142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71" h="1425">
                    <a:moveTo>
                      <a:pt x="452" y="0"/>
                    </a:moveTo>
                    <a:lnTo>
                      <a:pt x="434" y="101"/>
                    </a:lnTo>
                    <a:lnTo>
                      <a:pt x="369" y="251"/>
                    </a:lnTo>
                    <a:lnTo>
                      <a:pt x="303" y="346"/>
                    </a:lnTo>
                    <a:lnTo>
                      <a:pt x="226" y="412"/>
                    </a:lnTo>
                    <a:lnTo>
                      <a:pt x="0" y="1161"/>
                    </a:lnTo>
                    <a:lnTo>
                      <a:pt x="206" y="1302"/>
                    </a:lnTo>
                    <a:lnTo>
                      <a:pt x="206" y="1376"/>
                    </a:lnTo>
                    <a:lnTo>
                      <a:pt x="292" y="1425"/>
                    </a:lnTo>
                    <a:lnTo>
                      <a:pt x="483" y="1418"/>
                    </a:lnTo>
                    <a:lnTo>
                      <a:pt x="604" y="1425"/>
                    </a:lnTo>
                    <a:lnTo>
                      <a:pt x="791" y="1313"/>
                    </a:lnTo>
                    <a:lnTo>
                      <a:pt x="934" y="1170"/>
                    </a:lnTo>
                    <a:lnTo>
                      <a:pt x="971" y="1095"/>
                    </a:lnTo>
                    <a:lnTo>
                      <a:pt x="813" y="919"/>
                    </a:lnTo>
                    <a:lnTo>
                      <a:pt x="727" y="657"/>
                    </a:lnTo>
                    <a:lnTo>
                      <a:pt x="709" y="479"/>
                    </a:lnTo>
                    <a:lnTo>
                      <a:pt x="662" y="346"/>
                    </a:lnTo>
                    <a:lnTo>
                      <a:pt x="568" y="235"/>
                    </a:lnTo>
                    <a:lnTo>
                      <a:pt x="595" y="150"/>
                    </a:lnTo>
                    <a:lnTo>
                      <a:pt x="604" y="73"/>
                    </a:lnTo>
                    <a:lnTo>
                      <a:pt x="584" y="41"/>
                    </a:lnTo>
                    <a:lnTo>
                      <a:pt x="452"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5" name="Freeform 194"/>
              <p:cNvSpPr>
                <a:spLocks/>
              </p:cNvSpPr>
              <p:nvPr/>
            </p:nvSpPr>
            <p:spPr bwMode="auto">
              <a:xfrm>
                <a:off x="2900" y="792"/>
                <a:ext cx="177" cy="247"/>
              </a:xfrm>
              <a:custGeom>
                <a:avLst/>
                <a:gdLst>
                  <a:gd name="T0" fmla="*/ 0 w 1419"/>
                  <a:gd name="T1" fmla="*/ 0 h 1976"/>
                  <a:gd name="T2" fmla="*/ 0 w 1419"/>
                  <a:gd name="T3" fmla="*/ 0 h 1976"/>
                  <a:gd name="T4" fmla="*/ 0 w 1419"/>
                  <a:gd name="T5" fmla="*/ 0 h 1976"/>
                  <a:gd name="T6" fmla="*/ 0 w 1419"/>
                  <a:gd name="T7" fmla="*/ 0 h 1976"/>
                  <a:gd name="T8" fmla="*/ 0 w 1419"/>
                  <a:gd name="T9" fmla="*/ 0 h 1976"/>
                  <a:gd name="T10" fmla="*/ 0 w 1419"/>
                  <a:gd name="T11" fmla="*/ 0 h 1976"/>
                  <a:gd name="T12" fmla="*/ 0 w 1419"/>
                  <a:gd name="T13" fmla="*/ 0 h 1976"/>
                  <a:gd name="T14" fmla="*/ 0 w 1419"/>
                  <a:gd name="T15" fmla="*/ 0 h 1976"/>
                  <a:gd name="T16" fmla="*/ 0 w 1419"/>
                  <a:gd name="T17" fmla="*/ 0 h 1976"/>
                  <a:gd name="T18" fmla="*/ 0 w 1419"/>
                  <a:gd name="T19" fmla="*/ 0 h 1976"/>
                  <a:gd name="T20" fmla="*/ 0 w 1419"/>
                  <a:gd name="T21" fmla="*/ 0 h 1976"/>
                  <a:gd name="T22" fmla="*/ 0 w 1419"/>
                  <a:gd name="T23" fmla="*/ 0 h 1976"/>
                  <a:gd name="T24" fmla="*/ 0 w 1419"/>
                  <a:gd name="T25" fmla="*/ 0 h 1976"/>
                  <a:gd name="T26" fmla="*/ 0 w 1419"/>
                  <a:gd name="T27" fmla="*/ 0 h 1976"/>
                  <a:gd name="T28" fmla="*/ 0 w 1419"/>
                  <a:gd name="T29" fmla="*/ 0 h 1976"/>
                  <a:gd name="T30" fmla="*/ 0 w 1419"/>
                  <a:gd name="T31" fmla="*/ 0 h 1976"/>
                  <a:gd name="T32" fmla="*/ 0 w 1419"/>
                  <a:gd name="T33" fmla="*/ 0 h 1976"/>
                  <a:gd name="T34" fmla="*/ 0 w 1419"/>
                  <a:gd name="T35" fmla="*/ 0 h 1976"/>
                  <a:gd name="T36" fmla="*/ 0 w 1419"/>
                  <a:gd name="T37" fmla="*/ 0 h 1976"/>
                  <a:gd name="T38" fmla="*/ 0 w 1419"/>
                  <a:gd name="T39" fmla="*/ 0 h 1976"/>
                  <a:gd name="T40" fmla="*/ 0 w 1419"/>
                  <a:gd name="T41" fmla="*/ 0 h 1976"/>
                  <a:gd name="T42" fmla="*/ 0 w 1419"/>
                  <a:gd name="T43" fmla="*/ 0 h 1976"/>
                  <a:gd name="T44" fmla="*/ 0 w 1419"/>
                  <a:gd name="T45" fmla="*/ 0 h 1976"/>
                  <a:gd name="T46" fmla="*/ 0 w 1419"/>
                  <a:gd name="T47" fmla="*/ 0 h 1976"/>
                  <a:gd name="T48" fmla="*/ 0 w 1419"/>
                  <a:gd name="T49" fmla="*/ 0 h 19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19"/>
                  <a:gd name="T76" fmla="*/ 0 h 1976"/>
                  <a:gd name="T77" fmla="*/ 1419 w 1419"/>
                  <a:gd name="T78" fmla="*/ 1976 h 197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19" h="1976">
                    <a:moveTo>
                      <a:pt x="1197" y="0"/>
                    </a:moveTo>
                    <a:lnTo>
                      <a:pt x="1278" y="159"/>
                    </a:lnTo>
                    <a:lnTo>
                      <a:pt x="1352" y="355"/>
                    </a:lnTo>
                    <a:lnTo>
                      <a:pt x="1361" y="493"/>
                    </a:lnTo>
                    <a:lnTo>
                      <a:pt x="1400" y="581"/>
                    </a:lnTo>
                    <a:lnTo>
                      <a:pt x="1419" y="662"/>
                    </a:lnTo>
                    <a:lnTo>
                      <a:pt x="1413" y="749"/>
                    </a:lnTo>
                    <a:lnTo>
                      <a:pt x="1389" y="919"/>
                    </a:lnTo>
                    <a:lnTo>
                      <a:pt x="1375" y="1102"/>
                    </a:lnTo>
                    <a:lnTo>
                      <a:pt x="1361" y="1297"/>
                    </a:lnTo>
                    <a:lnTo>
                      <a:pt x="1340" y="1392"/>
                    </a:lnTo>
                    <a:lnTo>
                      <a:pt x="1308" y="1457"/>
                    </a:lnTo>
                    <a:lnTo>
                      <a:pt x="1227" y="1510"/>
                    </a:lnTo>
                    <a:lnTo>
                      <a:pt x="1094" y="1538"/>
                    </a:lnTo>
                    <a:lnTo>
                      <a:pt x="978" y="1517"/>
                    </a:lnTo>
                    <a:lnTo>
                      <a:pt x="921" y="1530"/>
                    </a:lnTo>
                    <a:lnTo>
                      <a:pt x="844" y="1679"/>
                    </a:lnTo>
                    <a:lnTo>
                      <a:pt x="802" y="1831"/>
                    </a:lnTo>
                    <a:lnTo>
                      <a:pt x="766" y="1976"/>
                    </a:lnTo>
                    <a:lnTo>
                      <a:pt x="391" y="1734"/>
                    </a:lnTo>
                    <a:lnTo>
                      <a:pt x="199" y="1620"/>
                    </a:lnTo>
                    <a:lnTo>
                      <a:pt x="0" y="972"/>
                    </a:lnTo>
                    <a:lnTo>
                      <a:pt x="84" y="558"/>
                    </a:lnTo>
                    <a:lnTo>
                      <a:pt x="890" y="27"/>
                    </a:lnTo>
                    <a:lnTo>
                      <a:pt x="1197"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6" name="Freeform 195"/>
              <p:cNvSpPr>
                <a:spLocks/>
              </p:cNvSpPr>
              <p:nvPr/>
            </p:nvSpPr>
            <p:spPr bwMode="auto">
              <a:xfrm>
                <a:off x="2924" y="925"/>
                <a:ext cx="24" cy="23"/>
              </a:xfrm>
              <a:custGeom>
                <a:avLst/>
                <a:gdLst>
                  <a:gd name="T0" fmla="*/ 0 w 189"/>
                  <a:gd name="T1" fmla="*/ 0 h 186"/>
                  <a:gd name="T2" fmla="*/ 0 w 189"/>
                  <a:gd name="T3" fmla="*/ 0 h 186"/>
                  <a:gd name="T4" fmla="*/ 0 w 189"/>
                  <a:gd name="T5" fmla="*/ 0 h 186"/>
                  <a:gd name="T6" fmla="*/ 0 w 189"/>
                  <a:gd name="T7" fmla="*/ 0 h 186"/>
                  <a:gd name="T8" fmla="*/ 0 w 189"/>
                  <a:gd name="T9" fmla="*/ 0 h 186"/>
                  <a:gd name="T10" fmla="*/ 0 w 189"/>
                  <a:gd name="T11" fmla="*/ 0 h 186"/>
                  <a:gd name="T12" fmla="*/ 0 w 189"/>
                  <a:gd name="T13" fmla="*/ 0 h 186"/>
                  <a:gd name="T14" fmla="*/ 0 w 189"/>
                  <a:gd name="T15" fmla="*/ 0 h 186"/>
                  <a:gd name="T16" fmla="*/ 0 w 189"/>
                  <a:gd name="T17" fmla="*/ 0 h 186"/>
                  <a:gd name="T18" fmla="*/ 0 w 189"/>
                  <a:gd name="T19" fmla="*/ 0 h 186"/>
                  <a:gd name="T20" fmla="*/ 0 w 189"/>
                  <a:gd name="T21" fmla="*/ 0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9"/>
                  <a:gd name="T34" fmla="*/ 0 h 186"/>
                  <a:gd name="T35" fmla="*/ 189 w 189"/>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9" h="186">
                    <a:moveTo>
                      <a:pt x="30" y="27"/>
                    </a:moveTo>
                    <a:lnTo>
                      <a:pt x="76" y="0"/>
                    </a:lnTo>
                    <a:lnTo>
                      <a:pt x="131" y="7"/>
                    </a:lnTo>
                    <a:lnTo>
                      <a:pt x="184" y="57"/>
                    </a:lnTo>
                    <a:lnTo>
                      <a:pt x="189" y="121"/>
                    </a:lnTo>
                    <a:lnTo>
                      <a:pt x="164" y="163"/>
                    </a:lnTo>
                    <a:lnTo>
                      <a:pt x="111" y="186"/>
                    </a:lnTo>
                    <a:lnTo>
                      <a:pt x="43" y="181"/>
                    </a:lnTo>
                    <a:lnTo>
                      <a:pt x="0" y="159"/>
                    </a:lnTo>
                    <a:lnTo>
                      <a:pt x="0" y="71"/>
                    </a:lnTo>
                    <a:lnTo>
                      <a:pt x="30" y="2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7" name="Freeform 196"/>
              <p:cNvSpPr>
                <a:spLocks/>
              </p:cNvSpPr>
              <p:nvPr/>
            </p:nvSpPr>
            <p:spPr bwMode="auto">
              <a:xfrm>
                <a:off x="2880" y="750"/>
                <a:ext cx="134" cy="84"/>
              </a:xfrm>
              <a:custGeom>
                <a:avLst/>
                <a:gdLst>
                  <a:gd name="T0" fmla="*/ 0 w 1068"/>
                  <a:gd name="T1" fmla="*/ 0 h 668"/>
                  <a:gd name="T2" fmla="*/ 0 w 1068"/>
                  <a:gd name="T3" fmla="*/ 0 h 668"/>
                  <a:gd name="T4" fmla="*/ 0 w 1068"/>
                  <a:gd name="T5" fmla="*/ 0 h 668"/>
                  <a:gd name="T6" fmla="*/ 0 w 1068"/>
                  <a:gd name="T7" fmla="*/ 0 h 668"/>
                  <a:gd name="T8" fmla="*/ 0 w 1068"/>
                  <a:gd name="T9" fmla="*/ 0 h 668"/>
                  <a:gd name="T10" fmla="*/ 0 w 1068"/>
                  <a:gd name="T11" fmla="*/ 0 h 668"/>
                  <a:gd name="T12" fmla="*/ 0 w 1068"/>
                  <a:gd name="T13" fmla="*/ 0 h 668"/>
                  <a:gd name="T14" fmla="*/ 0 w 1068"/>
                  <a:gd name="T15" fmla="*/ 0 h 668"/>
                  <a:gd name="T16" fmla="*/ 0 60000 65536"/>
                  <a:gd name="T17" fmla="*/ 0 60000 65536"/>
                  <a:gd name="T18" fmla="*/ 0 60000 65536"/>
                  <a:gd name="T19" fmla="*/ 0 60000 65536"/>
                  <a:gd name="T20" fmla="*/ 0 60000 65536"/>
                  <a:gd name="T21" fmla="*/ 0 60000 65536"/>
                  <a:gd name="T22" fmla="*/ 0 60000 65536"/>
                  <a:gd name="T23" fmla="*/ 0 60000 65536"/>
                  <a:gd name="T24" fmla="*/ 0 w 1068"/>
                  <a:gd name="T25" fmla="*/ 0 h 668"/>
                  <a:gd name="T26" fmla="*/ 1068 w 1068"/>
                  <a:gd name="T27" fmla="*/ 668 h 6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68" h="668">
                    <a:moveTo>
                      <a:pt x="1068" y="294"/>
                    </a:moveTo>
                    <a:lnTo>
                      <a:pt x="745" y="668"/>
                    </a:lnTo>
                    <a:lnTo>
                      <a:pt x="0" y="622"/>
                    </a:lnTo>
                    <a:lnTo>
                      <a:pt x="16" y="334"/>
                    </a:lnTo>
                    <a:lnTo>
                      <a:pt x="94" y="160"/>
                    </a:lnTo>
                    <a:lnTo>
                      <a:pt x="209" y="59"/>
                    </a:lnTo>
                    <a:lnTo>
                      <a:pt x="396" y="0"/>
                    </a:lnTo>
                    <a:lnTo>
                      <a:pt x="1068" y="294"/>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8" name="Freeform 197"/>
              <p:cNvSpPr>
                <a:spLocks/>
              </p:cNvSpPr>
              <p:nvPr/>
            </p:nvSpPr>
            <p:spPr bwMode="auto">
              <a:xfrm>
                <a:off x="3102" y="532"/>
                <a:ext cx="145" cy="307"/>
              </a:xfrm>
              <a:custGeom>
                <a:avLst/>
                <a:gdLst>
                  <a:gd name="T0" fmla="*/ 0 w 1155"/>
                  <a:gd name="T1" fmla="*/ 0 h 2453"/>
                  <a:gd name="T2" fmla="*/ 0 w 1155"/>
                  <a:gd name="T3" fmla="*/ 0 h 2453"/>
                  <a:gd name="T4" fmla="*/ 0 w 1155"/>
                  <a:gd name="T5" fmla="*/ 0 h 2453"/>
                  <a:gd name="T6" fmla="*/ 0 w 1155"/>
                  <a:gd name="T7" fmla="*/ 0 h 2453"/>
                  <a:gd name="T8" fmla="*/ 0 w 1155"/>
                  <a:gd name="T9" fmla="*/ 0 h 2453"/>
                  <a:gd name="T10" fmla="*/ 0 w 1155"/>
                  <a:gd name="T11" fmla="*/ 0 h 2453"/>
                  <a:gd name="T12" fmla="*/ 0 w 1155"/>
                  <a:gd name="T13" fmla="*/ 0 h 2453"/>
                  <a:gd name="T14" fmla="*/ 0 w 1155"/>
                  <a:gd name="T15" fmla="*/ 0 h 2453"/>
                  <a:gd name="T16" fmla="*/ 0 w 1155"/>
                  <a:gd name="T17" fmla="*/ 0 h 2453"/>
                  <a:gd name="T18" fmla="*/ 0 w 1155"/>
                  <a:gd name="T19" fmla="*/ 0 h 2453"/>
                  <a:gd name="T20" fmla="*/ 0 w 1155"/>
                  <a:gd name="T21" fmla="*/ 0 h 2453"/>
                  <a:gd name="T22" fmla="*/ 0 w 1155"/>
                  <a:gd name="T23" fmla="*/ 0 h 2453"/>
                  <a:gd name="T24" fmla="*/ 0 w 1155"/>
                  <a:gd name="T25" fmla="*/ 0 h 2453"/>
                  <a:gd name="T26" fmla="*/ 0 w 1155"/>
                  <a:gd name="T27" fmla="*/ 0 h 2453"/>
                  <a:gd name="T28" fmla="*/ 0 w 1155"/>
                  <a:gd name="T29" fmla="*/ 0 h 2453"/>
                  <a:gd name="T30" fmla="*/ 0 w 1155"/>
                  <a:gd name="T31" fmla="*/ 0 h 2453"/>
                  <a:gd name="T32" fmla="*/ 0 w 1155"/>
                  <a:gd name="T33" fmla="*/ 0 h 2453"/>
                  <a:gd name="T34" fmla="*/ 0 w 1155"/>
                  <a:gd name="T35" fmla="*/ 0 h 2453"/>
                  <a:gd name="T36" fmla="*/ 0 w 1155"/>
                  <a:gd name="T37" fmla="*/ 0 h 2453"/>
                  <a:gd name="T38" fmla="*/ 0 w 1155"/>
                  <a:gd name="T39" fmla="*/ 0 h 2453"/>
                  <a:gd name="T40" fmla="*/ 0 w 1155"/>
                  <a:gd name="T41" fmla="*/ 0 h 2453"/>
                  <a:gd name="T42" fmla="*/ 0 w 1155"/>
                  <a:gd name="T43" fmla="*/ 0 h 2453"/>
                  <a:gd name="T44" fmla="*/ 0 w 1155"/>
                  <a:gd name="T45" fmla="*/ 0 h 245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55"/>
                  <a:gd name="T70" fmla="*/ 0 h 2453"/>
                  <a:gd name="T71" fmla="*/ 1155 w 1155"/>
                  <a:gd name="T72" fmla="*/ 2453 h 245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55" h="2453">
                    <a:moveTo>
                      <a:pt x="387" y="0"/>
                    </a:moveTo>
                    <a:lnTo>
                      <a:pt x="313" y="49"/>
                    </a:lnTo>
                    <a:lnTo>
                      <a:pt x="242" y="187"/>
                    </a:lnTo>
                    <a:lnTo>
                      <a:pt x="194" y="357"/>
                    </a:lnTo>
                    <a:lnTo>
                      <a:pt x="170" y="541"/>
                    </a:lnTo>
                    <a:lnTo>
                      <a:pt x="163" y="855"/>
                    </a:lnTo>
                    <a:lnTo>
                      <a:pt x="126" y="1268"/>
                    </a:lnTo>
                    <a:lnTo>
                      <a:pt x="99" y="1583"/>
                    </a:lnTo>
                    <a:lnTo>
                      <a:pt x="73" y="1899"/>
                    </a:lnTo>
                    <a:lnTo>
                      <a:pt x="44" y="2137"/>
                    </a:lnTo>
                    <a:lnTo>
                      <a:pt x="0" y="2453"/>
                    </a:lnTo>
                    <a:lnTo>
                      <a:pt x="152" y="2356"/>
                    </a:lnTo>
                    <a:lnTo>
                      <a:pt x="297" y="2238"/>
                    </a:lnTo>
                    <a:lnTo>
                      <a:pt x="401" y="2130"/>
                    </a:lnTo>
                    <a:lnTo>
                      <a:pt x="539" y="1939"/>
                    </a:lnTo>
                    <a:lnTo>
                      <a:pt x="699" y="1687"/>
                    </a:lnTo>
                    <a:lnTo>
                      <a:pt x="823" y="1473"/>
                    </a:lnTo>
                    <a:lnTo>
                      <a:pt x="936" y="1192"/>
                    </a:lnTo>
                    <a:lnTo>
                      <a:pt x="1044" y="911"/>
                    </a:lnTo>
                    <a:lnTo>
                      <a:pt x="1104" y="638"/>
                    </a:lnTo>
                    <a:lnTo>
                      <a:pt x="1128" y="419"/>
                    </a:lnTo>
                    <a:lnTo>
                      <a:pt x="1155" y="111"/>
                    </a:lnTo>
                    <a:lnTo>
                      <a:pt x="3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9" name="Freeform 198"/>
              <p:cNvSpPr>
                <a:spLocks/>
              </p:cNvSpPr>
              <p:nvPr/>
            </p:nvSpPr>
            <p:spPr bwMode="auto">
              <a:xfrm>
                <a:off x="3102" y="643"/>
                <a:ext cx="81" cy="197"/>
              </a:xfrm>
              <a:custGeom>
                <a:avLst/>
                <a:gdLst>
                  <a:gd name="T0" fmla="*/ 0 w 649"/>
                  <a:gd name="T1" fmla="*/ 0 h 1577"/>
                  <a:gd name="T2" fmla="*/ 0 w 649"/>
                  <a:gd name="T3" fmla="*/ 0 h 1577"/>
                  <a:gd name="T4" fmla="*/ 0 w 649"/>
                  <a:gd name="T5" fmla="*/ 0 h 1577"/>
                  <a:gd name="T6" fmla="*/ 0 w 649"/>
                  <a:gd name="T7" fmla="*/ 0 h 1577"/>
                  <a:gd name="T8" fmla="*/ 0 w 649"/>
                  <a:gd name="T9" fmla="*/ 0 h 1577"/>
                  <a:gd name="T10" fmla="*/ 0 w 649"/>
                  <a:gd name="T11" fmla="*/ 0 h 1577"/>
                  <a:gd name="T12" fmla="*/ 0 w 649"/>
                  <a:gd name="T13" fmla="*/ 0 h 1577"/>
                  <a:gd name="T14" fmla="*/ 0 w 649"/>
                  <a:gd name="T15" fmla="*/ 0 h 1577"/>
                  <a:gd name="T16" fmla="*/ 0 w 649"/>
                  <a:gd name="T17" fmla="*/ 0 h 1577"/>
                  <a:gd name="T18" fmla="*/ 0 w 649"/>
                  <a:gd name="T19" fmla="*/ 0 h 1577"/>
                  <a:gd name="T20" fmla="*/ 0 w 649"/>
                  <a:gd name="T21" fmla="*/ 0 h 1577"/>
                  <a:gd name="T22" fmla="*/ 0 w 649"/>
                  <a:gd name="T23" fmla="*/ 0 h 1577"/>
                  <a:gd name="T24" fmla="*/ 0 w 649"/>
                  <a:gd name="T25" fmla="*/ 0 h 1577"/>
                  <a:gd name="T26" fmla="*/ 0 w 649"/>
                  <a:gd name="T27" fmla="*/ 0 h 1577"/>
                  <a:gd name="T28" fmla="*/ 0 w 649"/>
                  <a:gd name="T29" fmla="*/ 0 h 1577"/>
                  <a:gd name="T30" fmla="*/ 0 w 649"/>
                  <a:gd name="T31" fmla="*/ 0 h 1577"/>
                  <a:gd name="T32" fmla="*/ 0 w 649"/>
                  <a:gd name="T33" fmla="*/ 0 h 157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49"/>
                  <a:gd name="T52" fmla="*/ 0 h 1577"/>
                  <a:gd name="T53" fmla="*/ 649 w 649"/>
                  <a:gd name="T54" fmla="*/ 1577 h 157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49" h="1577">
                    <a:moveTo>
                      <a:pt x="649" y="0"/>
                    </a:moveTo>
                    <a:lnTo>
                      <a:pt x="511" y="112"/>
                    </a:lnTo>
                    <a:lnTo>
                      <a:pt x="511" y="193"/>
                    </a:lnTo>
                    <a:lnTo>
                      <a:pt x="361" y="501"/>
                    </a:lnTo>
                    <a:lnTo>
                      <a:pt x="200" y="808"/>
                    </a:lnTo>
                    <a:lnTo>
                      <a:pt x="79" y="976"/>
                    </a:lnTo>
                    <a:lnTo>
                      <a:pt x="55" y="1280"/>
                    </a:lnTo>
                    <a:lnTo>
                      <a:pt x="0" y="1577"/>
                    </a:lnTo>
                    <a:lnTo>
                      <a:pt x="90" y="1520"/>
                    </a:lnTo>
                    <a:lnTo>
                      <a:pt x="228" y="1315"/>
                    </a:lnTo>
                    <a:lnTo>
                      <a:pt x="345" y="1089"/>
                    </a:lnTo>
                    <a:lnTo>
                      <a:pt x="421" y="865"/>
                    </a:lnTo>
                    <a:lnTo>
                      <a:pt x="495" y="617"/>
                    </a:lnTo>
                    <a:lnTo>
                      <a:pt x="560" y="358"/>
                    </a:lnTo>
                    <a:lnTo>
                      <a:pt x="591" y="204"/>
                    </a:lnTo>
                    <a:lnTo>
                      <a:pt x="608" y="107"/>
                    </a:lnTo>
                    <a:lnTo>
                      <a:pt x="64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0" name="Freeform 199"/>
              <p:cNvSpPr>
                <a:spLocks/>
              </p:cNvSpPr>
              <p:nvPr/>
            </p:nvSpPr>
            <p:spPr bwMode="auto">
              <a:xfrm>
                <a:off x="2684" y="909"/>
                <a:ext cx="53" cy="41"/>
              </a:xfrm>
              <a:custGeom>
                <a:avLst/>
                <a:gdLst>
                  <a:gd name="T0" fmla="*/ 0 w 425"/>
                  <a:gd name="T1" fmla="*/ 0 h 334"/>
                  <a:gd name="T2" fmla="*/ 0 w 425"/>
                  <a:gd name="T3" fmla="*/ 0 h 334"/>
                  <a:gd name="T4" fmla="*/ 0 w 425"/>
                  <a:gd name="T5" fmla="*/ 0 h 334"/>
                  <a:gd name="T6" fmla="*/ 0 w 425"/>
                  <a:gd name="T7" fmla="*/ 0 h 334"/>
                  <a:gd name="T8" fmla="*/ 0 w 425"/>
                  <a:gd name="T9" fmla="*/ 0 h 334"/>
                  <a:gd name="T10" fmla="*/ 0 w 425"/>
                  <a:gd name="T11" fmla="*/ 0 h 334"/>
                  <a:gd name="T12" fmla="*/ 0 w 425"/>
                  <a:gd name="T13" fmla="*/ 0 h 334"/>
                  <a:gd name="T14" fmla="*/ 0 60000 65536"/>
                  <a:gd name="T15" fmla="*/ 0 60000 65536"/>
                  <a:gd name="T16" fmla="*/ 0 60000 65536"/>
                  <a:gd name="T17" fmla="*/ 0 60000 65536"/>
                  <a:gd name="T18" fmla="*/ 0 60000 65536"/>
                  <a:gd name="T19" fmla="*/ 0 60000 65536"/>
                  <a:gd name="T20" fmla="*/ 0 60000 65536"/>
                  <a:gd name="T21" fmla="*/ 0 w 425"/>
                  <a:gd name="T22" fmla="*/ 0 h 334"/>
                  <a:gd name="T23" fmla="*/ 425 w 425"/>
                  <a:gd name="T24" fmla="*/ 334 h 3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5" h="334">
                    <a:moveTo>
                      <a:pt x="46" y="0"/>
                    </a:moveTo>
                    <a:lnTo>
                      <a:pt x="0" y="145"/>
                    </a:lnTo>
                    <a:lnTo>
                      <a:pt x="353" y="334"/>
                    </a:lnTo>
                    <a:lnTo>
                      <a:pt x="425" y="238"/>
                    </a:lnTo>
                    <a:lnTo>
                      <a:pt x="390" y="157"/>
                    </a:lnTo>
                    <a:lnTo>
                      <a:pt x="228" y="46"/>
                    </a:lnTo>
                    <a:lnTo>
                      <a:pt x="4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1" name="Freeform 200"/>
              <p:cNvSpPr>
                <a:spLocks/>
              </p:cNvSpPr>
              <p:nvPr/>
            </p:nvSpPr>
            <p:spPr bwMode="auto">
              <a:xfrm>
                <a:off x="2607" y="927"/>
                <a:ext cx="104" cy="67"/>
              </a:xfrm>
              <a:custGeom>
                <a:avLst/>
                <a:gdLst>
                  <a:gd name="T0" fmla="*/ 0 w 834"/>
                  <a:gd name="T1" fmla="*/ 0 h 530"/>
                  <a:gd name="T2" fmla="*/ 0 w 834"/>
                  <a:gd name="T3" fmla="*/ 0 h 530"/>
                  <a:gd name="T4" fmla="*/ 0 w 834"/>
                  <a:gd name="T5" fmla="*/ 0 h 530"/>
                  <a:gd name="T6" fmla="*/ 0 w 834"/>
                  <a:gd name="T7" fmla="*/ 0 h 530"/>
                  <a:gd name="T8" fmla="*/ 0 w 834"/>
                  <a:gd name="T9" fmla="*/ 0 h 530"/>
                  <a:gd name="T10" fmla="*/ 0 w 834"/>
                  <a:gd name="T11" fmla="*/ 0 h 530"/>
                  <a:gd name="T12" fmla="*/ 0 w 834"/>
                  <a:gd name="T13" fmla="*/ 0 h 530"/>
                  <a:gd name="T14" fmla="*/ 0 w 834"/>
                  <a:gd name="T15" fmla="*/ 0 h 530"/>
                  <a:gd name="T16" fmla="*/ 0 w 834"/>
                  <a:gd name="T17" fmla="*/ 0 h 530"/>
                  <a:gd name="T18" fmla="*/ 0 w 834"/>
                  <a:gd name="T19" fmla="*/ 0 h 530"/>
                  <a:gd name="T20" fmla="*/ 0 w 834"/>
                  <a:gd name="T21" fmla="*/ 0 h 530"/>
                  <a:gd name="T22" fmla="*/ 0 w 834"/>
                  <a:gd name="T23" fmla="*/ 0 h 530"/>
                  <a:gd name="T24" fmla="*/ 0 w 834"/>
                  <a:gd name="T25" fmla="*/ 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34"/>
                  <a:gd name="T40" fmla="*/ 0 h 530"/>
                  <a:gd name="T41" fmla="*/ 834 w 834"/>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34" h="530">
                    <a:moveTo>
                      <a:pt x="613" y="0"/>
                    </a:moveTo>
                    <a:lnTo>
                      <a:pt x="173" y="46"/>
                    </a:lnTo>
                    <a:lnTo>
                      <a:pt x="0" y="358"/>
                    </a:lnTo>
                    <a:lnTo>
                      <a:pt x="51" y="525"/>
                    </a:lnTo>
                    <a:lnTo>
                      <a:pt x="69" y="530"/>
                    </a:lnTo>
                    <a:lnTo>
                      <a:pt x="100" y="358"/>
                    </a:lnTo>
                    <a:lnTo>
                      <a:pt x="332" y="228"/>
                    </a:lnTo>
                    <a:lnTo>
                      <a:pt x="424" y="286"/>
                    </a:lnTo>
                    <a:lnTo>
                      <a:pt x="417" y="382"/>
                    </a:lnTo>
                    <a:lnTo>
                      <a:pt x="468" y="420"/>
                    </a:lnTo>
                    <a:lnTo>
                      <a:pt x="584" y="367"/>
                    </a:lnTo>
                    <a:lnTo>
                      <a:pt x="834" y="103"/>
                    </a:lnTo>
                    <a:lnTo>
                      <a:pt x="613"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2" name="Freeform 201"/>
              <p:cNvSpPr>
                <a:spLocks/>
              </p:cNvSpPr>
              <p:nvPr/>
            </p:nvSpPr>
            <p:spPr bwMode="auto">
              <a:xfrm>
                <a:off x="3135" y="427"/>
                <a:ext cx="122" cy="196"/>
              </a:xfrm>
              <a:custGeom>
                <a:avLst/>
                <a:gdLst>
                  <a:gd name="T0" fmla="*/ 0 w 975"/>
                  <a:gd name="T1" fmla="*/ 0 h 1565"/>
                  <a:gd name="T2" fmla="*/ 0 w 975"/>
                  <a:gd name="T3" fmla="*/ 0 h 1565"/>
                  <a:gd name="T4" fmla="*/ 0 w 975"/>
                  <a:gd name="T5" fmla="*/ 0 h 1565"/>
                  <a:gd name="T6" fmla="*/ 0 w 975"/>
                  <a:gd name="T7" fmla="*/ 0 h 1565"/>
                  <a:gd name="T8" fmla="*/ 0 w 975"/>
                  <a:gd name="T9" fmla="*/ 0 h 1565"/>
                  <a:gd name="T10" fmla="*/ 0 w 975"/>
                  <a:gd name="T11" fmla="*/ 0 h 1565"/>
                  <a:gd name="T12" fmla="*/ 0 w 975"/>
                  <a:gd name="T13" fmla="*/ 0 h 1565"/>
                  <a:gd name="T14" fmla="*/ 0 w 975"/>
                  <a:gd name="T15" fmla="*/ 0 h 1565"/>
                  <a:gd name="T16" fmla="*/ 0 w 975"/>
                  <a:gd name="T17" fmla="*/ 0 h 1565"/>
                  <a:gd name="T18" fmla="*/ 0 w 975"/>
                  <a:gd name="T19" fmla="*/ 0 h 1565"/>
                  <a:gd name="T20" fmla="*/ 0 w 975"/>
                  <a:gd name="T21" fmla="*/ 0 h 1565"/>
                  <a:gd name="T22" fmla="*/ 0 w 975"/>
                  <a:gd name="T23" fmla="*/ 0 h 1565"/>
                  <a:gd name="T24" fmla="*/ 0 w 975"/>
                  <a:gd name="T25" fmla="*/ 0 h 15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5"/>
                  <a:gd name="T40" fmla="*/ 0 h 1565"/>
                  <a:gd name="T41" fmla="*/ 975 w 975"/>
                  <a:gd name="T42" fmla="*/ 1565 h 15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5" h="1565">
                    <a:moveTo>
                      <a:pt x="436" y="1565"/>
                    </a:moveTo>
                    <a:lnTo>
                      <a:pt x="533" y="1501"/>
                    </a:lnTo>
                    <a:lnTo>
                      <a:pt x="803" y="1350"/>
                    </a:lnTo>
                    <a:lnTo>
                      <a:pt x="975" y="779"/>
                    </a:lnTo>
                    <a:lnTo>
                      <a:pt x="766" y="0"/>
                    </a:lnTo>
                    <a:lnTo>
                      <a:pt x="221" y="3"/>
                    </a:lnTo>
                    <a:lnTo>
                      <a:pt x="100" y="456"/>
                    </a:lnTo>
                    <a:lnTo>
                      <a:pt x="21" y="489"/>
                    </a:lnTo>
                    <a:lnTo>
                      <a:pt x="0" y="532"/>
                    </a:lnTo>
                    <a:lnTo>
                      <a:pt x="0" y="600"/>
                    </a:lnTo>
                    <a:lnTo>
                      <a:pt x="194" y="849"/>
                    </a:lnTo>
                    <a:lnTo>
                      <a:pt x="422" y="1524"/>
                    </a:lnTo>
                    <a:lnTo>
                      <a:pt x="436" y="1565"/>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3" name="Freeform 202"/>
              <p:cNvSpPr>
                <a:spLocks/>
              </p:cNvSpPr>
              <p:nvPr/>
            </p:nvSpPr>
            <p:spPr bwMode="auto">
              <a:xfrm>
                <a:off x="4183" y="737"/>
                <a:ext cx="239" cy="215"/>
              </a:xfrm>
              <a:custGeom>
                <a:avLst/>
                <a:gdLst>
                  <a:gd name="T0" fmla="*/ 0 w 1909"/>
                  <a:gd name="T1" fmla="*/ 0 h 1725"/>
                  <a:gd name="T2" fmla="*/ 0 w 1909"/>
                  <a:gd name="T3" fmla="*/ 0 h 1725"/>
                  <a:gd name="T4" fmla="*/ 0 w 1909"/>
                  <a:gd name="T5" fmla="*/ 0 h 1725"/>
                  <a:gd name="T6" fmla="*/ 0 w 1909"/>
                  <a:gd name="T7" fmla="*/ 0 h 1725"/>
                  <a:gd name="T8" fmla="*/ 0 w 1909"/>
                  <a:gd name="T9" fmla="*/ 0 h 1725"/>
                  <a:gd name="T10" fmla="*/ 0 w 1909"/>
                  <a:gd name="T11" fmla="*/ 0 h 1725"/>
                  <a:gd name="T12" fmla="*/ 0 w 1909"/>
                  <a:gd name="T13" fmla="*/ 0 h 1725"/>
                  <a:gd name="T14" fmla="*/ 0 w 1909"/>
                  <a:gd name="T15" fmla="*/ 0 h 1725"/>
                  <a:gd name="T16" fmla="*/ 0 w 1909"/>
                  <a:gd name="T17" fmla="*/ 0 h 1725"/>
                  <a:gd name="T18" fmla="*/ 0 w 1909"/>
                  <a:gd name="T19" fmla="*/ 0 h 1725"/>
                  <a:gd name="T20" fmla="*/ 0 w 1909"/>
                  <a:gd name="T21" fmla="*/ 0 h 1725"/>
                  <a:gd name="T22" fmla="*/ 0 w 1909"/>
                  <a:gd name="T23" fmla="*/ 0 h 1725"/>
                  <a:gd name="T24" fmla="*/ 0 w 1909"/>
                  <a:gd name="T25" fmla="*/ 0 h 1725"/>
                  <a:gd name="T26" fmla="*/ 0 w 1909"/>
                  <a:gd name="T27" fmla="*/ 0 h 1725"/>
                  <a:gd name="T28" fmla="*/ 0 w 1909"/>
                  <a:gd name="T29" fmla="*/ 0 h 1725"/>
                  <a:gd name="T30" fmla="*/ 0 w 1909"/>
                  <a:gd name="T31" fmla="*/ 0 h 1725"/>
                  <a:gd name="T32" fmla="*/ 0 w 1909"/>
                  <a:gd name="T33" fmla="*/ 0 h 1725"/>
                  <a:gd name="T34" fmla="*/ 0 w 1909"/>
                  <a:gd name="T35" fmla="*/ 0 h 1725"/>
                  <a:gd name="T36" fmla="*/ 0 w 1909"/>
                  <a:gd name="T37" fmla="*/ 0 h 1725"/>
                  <a:gd name="T38" fmla="*/ 0 w 1909"/>
                  <a:gd name="T39" fmla="*/ 0 h 1725"/>
                  <a:gd name="T40" fmla="*/ 0 w 1909"/>
                  <a:gd name="T41" fmla="*/ 0 h 1725"/>
                  <a:gd name="T42" fmla="*/ 0 w 1909"/>
                  <a:gd name="T43" fmla="*/ 0 h 1725"/>
                  <a:gd name="T44" fmla="*/ 0 w 1909"/>
                  <a:gd name="T45" fmla="*/ 0 h 1725"/>
                  <a:gd name="T46" fmla="*/ 0 w 1909"/>
                  <a:gd name="T47" fmla="*/ 0 h 1725"/>
                  <a:gd name="T48" fmla="*/ 0 w 1909"/>
                  <a:gd name="T49" fmla="*/ 0 h 1725"/>
                  <a:gd name="T50" fmla="*/ 0 w 1909"/>
                  <a:gd name="T51" fmla="*/ 0 h 1725"/>
                  <a:gd name="T52" fmla="*/ 0 w 1909"/>
                  <a:gd name="T53" fmla="*/ 0 h 1725"/>
                  <a:gd name="T54" fmla="*/ 0 w 1909"/>
                  <a:gd name="T55" fmla="*/ 0 h 1725"/>
                  <a:gd name="T56" fmla="*/ 0 w 1909"/>
                  <a:gd name="T57" fmla="*/ 0 h 1725"/>
                  <a:gd name="T58" fmla="*/ 0 w 1909"/>
                  <a:gd name="T59" fmla="*/ 0 h 1725"/>
                  <a:gd name="T60" fmla="*/ 0 w 1909"/>
                  <a:gd name="T61" fmla="*/ 0 h 1725"/>
                  <a:gd name="T62" fmla="*/ 0 w 1909"/>
                  <a:gd name="T63" fmla="*/ 0 h 1725"/>
                  <a:gd name="T64" fmla="*/ 0 w 1909"/>
                  <a:gd name="T65" fmla="*/ 0 h 1725"/>
                  <a:gd name="T66" fmla="*/ 0 w 1909"/>
                  <a:gd name="T67" fmla="*/ 0 h 1725"/>
                  <a:gd name="T68" fmla="*/ 0 w 1909"/>
                  <a:gd name="T69" fmla="*/ 0 h 1725"/>
                  <a:gd name="T70" fmla="*/ 0 w 1909"/>
                  <a:gd name="T71" fmla="*/ 0 h 1725"/>
                  <a:gd name="T72" fmla="*/ 0 w 1909"/>
                  <a:gd name="T73" fmla="*/ 0 h 1725"/>
                  <a:gd name="T74" fmla="*/ 0 w 1909"/>
                  <a:gd name="T75" fmla="*/ 0 h 1725"/>
                  <a:gd name="T76" fmla="*/ 0 w 1909"/>
                  <a:gd name="T77" fmla="*/ 0 h 1725"/>
                  <a:gd name="T78" fmla="*/ 0 w 1909"/>
                  <a:gd name="T79" fmla="*/ 0 h 1725"/>
                  <a:gd name="T80" fmla="*/ 0 w 1909"/>
                  <a:gd name="T81" fmla="*/ 0 h 1725"/>
                  <a:gd name="T82" fmla="*/ 0 w 1909"/>
                  <a:gd name="T83" fmla="*/ 0 h 1725"/>
                  <a:gd name="T84" fmla="*/ 0 w 1909"/>
                  <a:gd name="T85" fmla="*/ 0 h 1725"/>
                  <a:gd name="T86" fmla="*/ 0 w 1909"/>
                  <a:gd name="T87" fmla="*/ 0 h 1725"/>
                  <a:gd name="T88" fmla="*/ 0 w 1909"/>
                  <a:gd name="T89" fmla="*/ 0 h 1725"/>
                  <a:gd name="T90" fmla="*/ 0 w 1909"/>
                  <a:gd name="T91" fmla="*/ 0 h 1725"/>
                  <a:gd name="T92" fmla="*/ 0 w 1909"/>
                  <a:gd name="T93" fmla="*/ 0 h 1725"/>
                  <a:gd name="T94" fmla="*/ 0 w 1909"/>
                  <a:gd name="T95" fmla="*/ 0 h 1725"/>
                  <a:gd name="T96" fmla="*/ 0 w 1909"/>
                  <a:gd name="T97" fmla="*/ 0 h 1725"/>
                  <a:gd name="T98" fmla="*/ 0 w 1909"/>
                  <a:gd name="T99" fmla="*/ 0 h 1725"/>
                  <a:gd name="T100" fmla="*/ 0 w 1909"/>
                  <a:gd name="T101" fmla="*/ 0 h 1725"/>
                  <a:gd name="T102" fmla="*/ 0 w 1909"/>
                  <a:gd name="T103" fmla="*/ 0 h 1725"/>
                  <a:gd name="T104" fmla="*/ 0 w 1909"/>
                  <a:gd name="T105" fmla="*/ 0 h 1725"/>
                  <a:gd name="T106" fmla="*/ 0 w 1909"/>
                  <a:gd name="T107" fmla="*/ 0 h 17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909"/>
                  <a:gd name="T163" fmla="*/ 0 h 1725"/>
                  <a:gd name="T164" fmla="*/ 1909 w 1909"/>
                  <a:gd name="T165" fmla="*/ 1725 h 17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909" h="1725">
                    <a:moveTo>
                      <a:pt x="101" y="1046"/>
                    </a:moveTo>
                    <a:lnTo>
                      <a:pt x="131" y="725"/>
                    </a:lnTo>
                    <a:lnTo>
                      <a:pt x="52" y="646"/>
                    </a:lnTo>
                    <a:lnTo>
                      <a:pt x="9" y="569"/>
                    </a:lnTo>
                    <a:lnTo>
                      <a:pt x="0" y="519"/>
                    </a:lnTo>
                    <a:lnTo>
                      <a:pt x="9" y="448"/>
                    </a:lnTo>
                    <a:lnTo>
                      <a:pt x="81" y="360"/>
                    </a:lnTo>
                    <a:lnTo>
                      <a:pt x="362" y="209"/>
                    </a:lnTo>
                    <a:lnTo>
                      <a:pt x="661" y="88"/>
                    </a:lnTo>
                    <a:lnTo>
                      <a:pt x="1092" y="0"/>
                    </a:lnTo>
                    <a:lnTo>
                      <a:pt x="1434" y="20"/>
                    </a:lnTo>
                    <a:lnTo>
                      <a:pt x="1698" y="97"/>
                    </a:lnTo>
                    <a:lnTo>
                      <a:pt x="1855" y="282"/>
                    </a:lnTo>
                    <a:lnTo>
                      <a:pt x="1909" y="561"/>
                    </a:lnTo>
                    <a:lnTo>
                      <a:pt x="1909" y="912"/>
                    </a:lnTo>
                    <a:lnTo>
                      <a:pt x="1892" y="1204"/>
                    </a:lnTo>
                    <a:lnTo>
                      <a:pt x="1839" y="1437"/>
                    </a:lnTo>
                    <a:lnTo>
                      <a:pt x="1802" y="1626"/>
                    </a:lnTo>
                    <a:lnTo>
                      <a:pt x="1802" y="1725"/>
                    </a:lnTo>
                    <a:lnTo>
                      <a:pt x="1766" y="1527"/>
                    </a:lnTo>
                    <a:lnTo>
                      <a:pt x="1661" y="1626"/>
                    </a:lnTo>
                    <a:lnTo>
                      <a:pt x="1588" y="1661"/>
                    </a:lnTo>
                    <a:lnTo>
                      <a:pt x="1544" y="1640"/>
                    </a:lnTo>
                    <a:lnTo>
                      <a:pt x="1523" y="1560"/>
                    </a:lnTo>
                    <a:lnTo>
                      <a:pt x="1595" y="1604"/>
                    </a:lnTo>
                    <a:lnTo>
                      <a:pt x="1650" y="1598"/>
                    </a:lnTo>
                    <a:lnTo>
                      <a:pt x="1716" y="1547"/>
                    </a:lnTo>
                    <a:lnTo>
                      <a:pt x="1795" y="1437"/>
                    </a:lnTo>
                    <a:lnTo>
                      <a:pt x="1839" y="1310"/>
                    </a:lnTo>
                    <a:lnTo>
                      <a:pt x="1855" y="1197"/>
                    </a:lnTo>
                    <a:lnTo>
                      <a:pt x="1830" y="1110"/>
                    </a:lnTo>
                    <a:lnTo>
                      <a:pt x="1758" y="1070"/>
                    </a:lnTo>
                    <a:lnTo>
                      <a:pt x="1678" y="1070"/>
                    </a:lnTo>
                    <a:lnTo>
                      <a:pt x="1617" y="1110"/>
                    </a:lnTo>
                    <a:lnTo>
                      <a:pt x="1544" y="1197"/>
                    </a:lnTo>
                    <a:lnTo>
                      <a:pt x="1523" y="1253"/>
                    </a:lnTo>
                    <a:lnTo>
                      <a:pt x="1472" y="1259"/>
                    </a:lnTo>
                    <a:lnTo>
                      <a:pt x="1424" y="1315"/>
                    </a:lnTo>
                    <a:lnTo>
                      <a:pt x="1401" y="1363"/>
                    </a:lnTo>
                    <a:lnTo>
                      <a:pt x="1300" y="1366"/>
                    </a:lnTo>
                    <a:lnTo>
                      <a:pt x="1233" y="1179"/>
                    </a:lnTo>
                    <a:lnTo>
                      <a:pt x="1162" y="1096"/>
                    </a:lnTo>
                    <a:lnTo>
                      <a:pt x="1079" y="1055"/>
                    </a:lnTo>
                    <a:lnTo>
                      <a:pt x="1048" y="983"/>
                    </a:lnTo>
                    <a:lnTo>
                      <a:pt x="1028" y="840"/>
                    </a:lnTo>
                    <a:lnTo>
                      <a:pt x="984" y="745"/>
                    </a:lnTo>
                    <a:lnTo>
                      <a:pt x="918" y="670"/>
                    </a:lnTo>
                    <a:lnTo>
                      <a:pt x="811" y="639"/>
                    </a:lnTo>
                    <a:lnTo>
                      <a:pt x="677" y="646"/>
                    </a:lnTo>
                    <a:lnTo>
                      <a:pt x="534" y="683"/>
                    </a:lnTo>
                    <a:lnTo>
                      <a:pt x="389" y="709"/>
                    </a:lnTo>
                    <a:lnTo>
                      <a:pt x="279" y="743"/>
                    </a:lnTo>
                    <a:lnTo>
                      <a:pt x="142" y="743"/>
                    </a:lnTo>
                    <a:lnTo>
                      <a:pt x="101" y="10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4" name="Freeform 203"/>
              <p:cNvSpPr>
                <a:spLocks/>
              </p:cNvSpPr>
              <p:nvPr/>
            </p:nvSpPr>
            <p:spPr bwMode="auto">
              <a:xfrm>
                <a:off x="4378" y="880"/>
                <a:ext cx="36" cy="39"/>
              </a:xfrm>
              <a:custGeom>
                <a:avLst/>
                <a:gdLst>
                  <a:gd name="T0" fmla="*/ 0 w 286"/>
                  <a:gd name="T1" fmla="*/ 0 h 310"/>
                  <a:gd name="T2" fmla="*/ 0 w 286"/>
                  <a:gd name="T3" fmla="*/ 0 h 310"/>
                  <a:gd name="T4" fmla="*/ 0 w 286"/>
                  <a:gd name="T5" fmla="*/ 0 h 310"/>
                  <a:gd name="T6" fmla="*/ 0 w 286"/>
                  <a:gd name="T7" fmla="*/ 0 h 310"/>
                  <a:gd name="T8" fmla="*/ 0 w 286"/>
                  <a:gd name="T9" fmla="*/ 0 h 310"/>
                  <a:gd name="T10" fmla="*/ 0 w 286"/>
                  <a:gd name="T11" fmla="*/ 0 h 310"/>
                  <a:gd name="T12" fmla="*/ 0 w 286"/>
                  <a:gd name="T13" fmla="*/ 0 h 310"/>
                  <a:gd name="T14" fmla="*/ 0 w 286"/>
                  <a:gd name="T15" fmla="*/ 0 h 310"/>
                  <a:gd name="T16" fmla="*/ 0 w 286"/>
                  <a:gd name="T17" fmla="*/ 0 h 310"/>
                  <a:gd name="T18" fmla="*/ 0 w 286"/>
                  <a:gd name="T19" fmla="*/ 0 h 310"/>
                  <a:gd name="T20" fmla="*/ 0 w 286"/>
                  <a:gd name="T21" fmla="*/ 0 h 310"/>
                  <a:gd name="T22" fmla="*/ 0 w 286"/>
                  <a:gd name="T23" fmla="*/ 0 h 310"/>
                  <a:gd name="T24" fmla="*/ 0 w 286"/>
                  <a:gd name="T25" fmla="*/ 0 h 310"/>
                  <a:gd name="T26" fmla="*/ 0 w 286"/>
                  <a:gd name="T27" fmla="*/ 0 h 310"/>
                  <a:gd name="T28" fmla="*/ 0 w 286"/>
                  <a:gd name="T29" fmla="*/ 0 h 3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6"/>
                  <a:gd name="T46" fmla="*/ 0 h 310"/>
                  <a:gd name="T47" fmla="*/ 286 w 286"/>
                  <a:gd name="T48" fmla="*/ 310 h 3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6" h="310">
                    <a:moveTo>
                      <a:pt x="7" y="182"/>
                    </a:moveTo>
                    <a:lnTo>
                      <a:pt x="59" y="123"/>
                    </a:lnTo>
                    <a:lnTo>
                      <a:pt x="129" y="59"/>
                    </a:lnTo>
                    <a:lnTo>
                      <a:pt x="200" y="22"/>
                    </a:lnTo>
                    <a:lnTo>
                      <a:pt x="286" y="0"/>
                    </a:lnTo>
                    <a:lnTo>
                      <a:pt x="187" y="52"/>
                    </a:lnTo>
                    <a:lnTo>
                      <a:pt x="70" y="131"/>
                    </a:lnTo>
                    <a:lnTo>
                      <a:pt x="103" y="211"/>
                    </a:lnTo>
                    <a:lnTo>
                      <a:pt x="103" y="266"/>
                    </a:lnTo>
                    <a:lnTo>
                      <a:pt x="37" y="301"/>
                    </a:lnTo>
                    <a:lnTo>
                      <a:pt x="0" y="310"/>
                    </a:lnTo>
                    <a:lnTo>
                      <a:pt x="21" y="276"/>
                    </a:lnTo>
                    <a:lnTo>
                      <a:pt x="21" y="237"/>
                    </a:lnTo>
                    <a:lnTo>
                      <a:pt x="0" y="211"/>
                    </a:lnTo>
                    <a:lnTo>
                      <a:pt x="7" y="1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5" name="Freeform 204"/>
              <p:cNvSpPr>
                <a:spLocks/>
              </p:cNvSpPr>
              <p:nvPr/>
            </p:nvSpPr>
            <p:spPr bwMode="auto">
              <a:xfrm>
                <a:off x="4392" y="886"/>
                <a:ext cx="11" cy="34"/>
              </a:xfrm>
              <a:custGeom>
                <a:avLst/>
                <a:gdLst>
                  <a:gd name="T0" fmla="*/ 0 w 92"/>
                  <a:gd name="T1" fmla="*/ 0 h 271"/>
                  <a:gd name="T2" fmla="*/ 0 w 92"/>
                  <a:gd name="T3" fmla="*/ 0 h 271"/>
                  <a:gd name="T4" fmla="*/ 0 w 92"/>
                  <a:gd name="T5" fmla="*/ 0 h 271"/>
                  <a:gd name="T6" fmla="*/ 0 w 92"/>
                  <a:gd name="T7" fmla="*/ 0 h 271"/>
                  <a:gd name="T8" fmla="*/ 0 w 92"/>
                  <a:gd name="T9" fmla="*/ 0 h 271"/>
                  <a:gd name="T10" fmla="*/ 0 w 92"/>
                  <a:gd name="T11" fmla="*/ 0 h 271"/>
                  <a:gd name="T12" fmla="*/ 0 w 92"/>
                  <a:gd name="T13" fmla="*/ 0 h 271"/>
                  <a:gd name="T14" fmla="*/ 0 w 92"/>
                  <a:gd name="T15" fmla="*/ 0 h 271"/>
                  <a:gd name="T16" fmla="*/ 0 w 92"/>
                  <a:gd name="T17" fmla="*/ 0 h 271"/>
                  <a:gd name="T18" fmla="*/ 0 w 92"/>
                  <a:gd name="T19" fmla="*/ 0 h 271"/>
                  <a:gd name="T20" fmla="*/ 0 w 92"/>
                  <a:gd name="T21" fmla="*/ 0 h 2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2"/>
                  <a:gd name="T34" fmla="*/ 0 h 271"/>
                  <a:gd name="T35" fmla="*/ 92 w 92"/>
                  <a:gd name="T36" fmla="*/ 271 h 27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2" h="271">
                    <a:moveTo>
                      <a:pt x="21" y="35"/>
                    </a:moveTo>
                    <a:lnTo>
                      <a:pt x="50" y="79"/>
                    </a:lnTo>
                    <a:lnTo>
                      <a:pt x="54" y="150"/>
                    </a:lnTo>
                    <a:lnTo>
                      <a:pt x="32" y="224"/>
                    </a:lnTo>
                    <a:lnTo>
                      <a:pt x="0" y="271"/>
                    </a:lnTo>
                    <a:lnTo>
                      <a:pt x="72" y="192"/>
                    </a:lnTo>
                    <a:lnTo>
                      <a:pt x="88" y="130"/>
                    </a:lnTo>
                    <a:lnTo>
                      <a:pt x="88" y="62"/>
                    </a:lnTo>
                    <a:lnTo>
                      <a:pt x="92" y="18"/>
                    </a:lnTo>
                    <a:lnTo>
                      <a:pt x="72" y="0"/>
                    </a:lnTo>
                    <a:lnTo>
                      <a:pt x="2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6" name="Freeform 205"/>
              <p:cNvSpPr>
                <a:spLocks/>
              </p:cNvSpPr>
              <p:nvPr/>
            </p:nvSpPr>
            <p:spPr bwMode="auto">
              <a:xfrm>
                <a:off x="4199" y="933"/>
                <a:ext cx="215" cy="132"/>
              </a:xfrm>
              <a:custGeom>
                <a:avLst/>
                <a:gdLst>
                  <a:gd name="T0" fmla="*/ 0 w 1722"/>
                  <a:gd name="T1" fmla="*/ 0 h 1055"/>
                  <a:gd name="T2" fmla="*/ 0 w 1722"/>
                  <a:gd name="T3" fmla="*/ 0 h 1055"/>
                  <a:gd name="T4" fmla="*/ 0 w 1722"/>
                  <a:gd name="T5" fmla="*/ 0 h 1055"/>
                  <a:gd name="T6" fmla="*/ 0 w 1722"/>
                  <a:gd name="T7" fmla="*/ 0 h 1055"/>
                  <a:gd name="T8" fmla="*/ 0 w 1722"/>
                  <a:gd name="T9" fmla="*/ 0 h 1055"/>
                  <a:gd name="T10" fmla="*/ 0 w 1722"/>
                  <a:gd name="T11" fmla="*/ 0 h 1055"/>
                  <a:gd name="T12" fmla="*/ 0 w 1722"/>
                  <a:gd name="T13" fmla="*/ 0 h 1055"/>
                  <a:gd name="T14" fmla="*/ 0 w 1722"/>
                  <a:gd name="T15" fmla="*/ 0 h 1055"/>
                  <a:gd name="T16" fmla="*/ 0 w 1722"/>
                  <a:gd name="T17" fmla="*/ 0 h 1055"/>
                  <a:gd name="T18" fmla="*/ 0 w 1722"/>
                  <a:gd name="T19" fmla="*/ 0 h 1055"/>
                  <a:gd name="T20" fmla="*/ 0 w 1722"/>
                  <a:gd name="T21" fmla="*/ 0 h 1055"/>
                  <a:gd name="T22" fmla="*/ 0 w 1722"/>
                  <a:gd name="T23" fmla="*/ 0 h 1055"/>
                  <a:gd name="T24" fmla="*/ 0 w 1722"/>
                  <a:gd name="T25" fmla="*/ 0 h 1055"/>
                  <a:gd name="T26" fmla="*/ 0 w 1722"/>
                  <a:gd name="T27" fmla="*/ 0 h 1055"/>
                  <a:gd name="T28" fmla="*/ 0 w 1722"/>
                  <a:gd name="T29" fmla="*/ 0 h 1055"/>
                  <a:gd name="T30" fmla="*/ 0 w 1722"/>
                  <a:gd name="T31" fmla="*/ 0 h 1055"/>
                  <a:gd name="T32" fmla="*/ 0 w 1722"/>
                  <a:gd name="T33" fmla="*/ 0 h 1055"/>
                  <a:gd name="T34" fmla="*/ 0 w 1722"/>
                  <a:gd name="T35" fmla="*/ 0 h 1055"/>
                  <a:gd name="T36" fmla="*/ 0 w 1722"/>
                  <a:gd name="T37" fmla="*/ 0 h 1055"/>
                  <a:gd name="T38" fmla="*/ 0 w 1722"/>
                  <a:gd name="T39" fmla="*/ 0 h 1055"/>
                  <a:gd name="T40" fmla="*/ 0 w 1722"/>
                  <a:gd name="T41" fmla="*/ 0 h 1055"/>
                  <a:gd name="T42" fmla="*/ 0 w 1722"/>
                  <a:gd name="T43" fmla="*/ 0 h 1055"/>
                  <a:gd name="T44" fmla="*/ 0 w 1722"/>
                  <a:gd name="T45" fmla="*/ 0 h 1055"/>
                  <a:gd name="T46" fmla="*/ 0 w 1722"/>
                  <a:gd name="T47" fmla="*/ 0 h 1055"/>
                  <a:gd name="T48" fmla="*/ 0 w 1722"/>
                  <a:gd name="T49" fmla="*/ 0 h 1055"/>
                  <a:gd name="T50" fmla="*/ 0 w 1722"/>
                  <a:gd name="T51" fmla="*/ 0 h 1055"/>
                  <a:gd name="T52" fmla="*/ 0 w 1722"/>
                  <a:gd name="T53" fmla="*/ 0 h 1055"/>
                  <a:gd name="T54" fmla="*/ 0 w 1722"/>
                  <a:gd name="T55" fmla="*/ 0 h 1055"/>
                  <a:gd name="T56" fmla="*/ 0 w 1722"/>
                  <a:gd name="T57" fmla="*/ 0 h 1055"/>
                  <a:gd name="T58" fmla="*/ 0 w 1722"/>
                  <a:gd name="T59" fmla="*/ 0 h 1055"/>
                  <a:gd name="T60" fmla="*/ 0 w 1722"/>
                  <a:gd name="T61" fmla="*/ 0 h 1055"/>
                  <a:gd name="T62" fmla="*/ 0 w 1722"/>
                  <a:gd name="T63" fmla="*/ 0 h 1055"/>
                  <a:gd name="T64" fmla="*/ 0 w 1722"/>
                  <a:gd name="T65" fmla="*/ 0 h 1055"/>
                  <a:gd name="T66" fmla="*/ 0 w 1722"/>
                  <a:gd name="T67" fmla="*/ 0 h 1055"/>
                  <a:gd name="T68" fmla="*/ 0 w 1722"/>
                  <a:gd name="T69" fmla="*/ 0 h 1055"/>
                  <a:gd name="T70" fmla="*/ 0 w 1722"/>
                  <a:gd name="T71" fmla="*/ 0 h 1055"/>
                  <a:gd name="T72" fmla="*/ 0 w 1722"/>
                  <a:gd name="T73" fmla="*/ 0 h 1055"/>
                  <a:gd name="T74" fmla="*/ 0 w 1722"/>
                  <a:gd name="T75" fmla="*/ 0 h 1055"/>
                  <a:gd name="T76" fmla="*/ 0 w 1722"/>
                  <a:gd name="T77" fmla="*/ 0 h 1055"/>
                  <a:gd name="T78" fmla="*/ 0 w 1722"/>
                  <a:gd name="T79" fmla="*/ 0 h 1055"/>
                  <a:gd name="T80" fmla="*/ 0 w 1722"/>
                  <a:gd name="T81" fmla="*/ 0 h 105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22"/>
                  <a:gd name="T124" fmla="*/ 0 h 1055"/>
                  <a:gd name="T125" fmla="*/ 1722 w 1722"/>
                  <a:gd name="T126" fmla="*/ 1055 h 105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22" h="1055">
                    <a:moveTo>
                      <a:pt x="20" y="9"/>
                    </a:moveTo>
                    <a:lnTo>
                      <a:pt x="0" y="163"/>
                    </a:lnTo>
                    <a:lnTo>
                      <a:pt x="9" y="233"/>
                    </a:lnTo>
                    <a:lnTo>
                      <a:pt x="58" y="320"/>
                    </a:lnTo>
                    <a:lnTo>
                      <a:pt x="172" y="451"/>
                    </a:lnTo>
                    <a:lnTo>
                      <a:pt x="279" y="641"/>
                    </a:lnTo>
                    <a:lnTo>
                      <a:pt x="337" y="841"/>
                    </a:lnTo>
                    <a:lnTo>
                      <a:pt x="350" y="899"/>
                    </a:lnTo>
                    <a:lnTo>
                      <a:pt x="385" y="917"/>
                    </a:lnTo>
                    <a:lnTo>
                      <a:pt x="467" y="934"/>
                    </a:lnTo>
                    <a:lnTo>
                      <a:pt x="572" y="934"/>
                    </a:lnTo>
                    <a:lnTo>
                      <a:pt x="759" y="919"/>
                    </a:lnTo>
                    <a:lnTo>
                      <a:pt x="844" y="917"/>
                    </a:lnTo>
                    <a:lnTo>
                      <a:pt x="970" y="1055"/>
                    </a:lnTo>
                    <a:lnTo>
                      <a:pt x="1176" y="934"/>
                    </a:lnTo>
                    <a:lnTo>
                      <a:pt x="1328" y="784"/>
                    </a:lnTo>
                    <a:lnTo>
                      <a:pt x="1515" y="597"/>
                    </a:lnTo>
                    <a:lnTo>
                      <a:pt x="1623" y="451"/>
                    </a:lnTo>
                    <a:lnTo>
                      <a:pt x="1722" y="211"/>
                    </a:lnTo>
                    <a:lnTo>
                      <a:pt x="1588" y="475"/>
                    </a:lnTo>
                    <a:lnTo>
                      <a:pt x="1464" y="604"/>
                    </a:lnTo>
                    <a:lnTo>
                      <a:pt x="1293" y="747"/>
                    </a:lnTo>
                    <a:lnTo>
                      <a:pt x="1155" y="732"/>
                    </a:lnTo>
                    <a:lnTo>
                      <a:pt x="1284" y="622"/>
                    </a:lnTo>
                    <a:lnTo>
                      <a:pt x="1344" y="373"/>
                    </a:lnTo>
                    <a:lnTo>
                      <a:pt x="1344" y="0"/>
                    </a:lnTo>
                    <a:lnTo>
                      <a:pt x="1319" y="200"/>
                    </a:lnTo>
                    <a:lnTo>
                      <a:pt x="939" y="778"/>
                    </a:lnTo>
                    <a:lnTo>
                      <a:pt x="759" y="862"/>
                    </a:lnTo>
                    <a:lnTo>
                      <a:pt x="530" y="890"/>
                    </a:lnTo>
                    <a:lnTo>
                      <a:pt x="431" y="881"/>
                    </a:lnTo>
                    <a:lnTo>
                      <a:pt x="364" y="862"/>
                    </a:lnTo>
                    <a:lnTo>
                      <a:pt x="302" y="668"/>
                    </a:lnTo>
                    <a:lnTo>
                      <a:pt x="227" y="523"/>
                    </a:lnTo>
                    <a:lnTo>
                      <a:pt x="179" y="422"/>
                    </a:lnTo>
                    <a:lnTo>
                      <a:pt x="154" y="327"/>
                    </a:lnTo>
                    <a:lnTo>
                      <a:pt x="99" y="277"/>
                    </a:lnTo>
                    <a:lnTo>
                      <a:pt x="44" y="233"/>
                    </a:lnTo>
                    <a:lnTo>
                      <a:pt x="9" y="156"/>
                    </a:lnTo>
                    <a:lnTo>
                      <a:pt x="20" y="71"/>
                    </a:lnTo>
                    <a:lnTo>
                      <a:pt x="2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7" name="Freeform 206"/>
              <p:cNvSpPr>
                <a:spLocks/>
              </p:cNvSpPr>
              <p:nvPr/>
            </p:nvSpPr>
            <p:spPr bwMode="auto">
              <a:xfrm>
                <a:off x="4206" y="1010"/>
                <a:ext cx="30" cy="19"/>
              </a:xfrm>
              <a:custGeom>
                <a:avLst/>
                <a:gdLst>
                  <a:gd name="T0" fmla="*/ 0 w 239"/>
                  <a:gd name="T1" fmla="*/ 0 h 152"/>
                  <a:gd name="T2" fmla="*/ 0 w 239"/>
                  <a:gd name="T3" fmla="*/ 0 h 152"/>
                  <a:gd name="T4" fmla="*/ 0 w 239"/>
                  <a:gd name="T5" fmla="*/ 0 h 152"/>
                  <a:gd name="T6" fmla="*/ 0 w 239"/>
                  <a:gd name="T7" fmla="*/ 0 h 152"/>
                  <a:gd name="T8" fmla="*/ 0 60000 65536"/>
                  <a:gd name="T9" fmla="*/ 0 60000 65536"/>
                  <a:gd name="T10" fmla="*/ 0 60000 65536"/>
                  <a:gd name="T11" fmla="*/ 0 60000 65536"/>
                  <a:gd name="T12" fmla="*/ 0 w 239"/>
                  <a:gd name="T13" fmla="*/ 0 h 152"/>
                  <a:gd name="T14" fmla="*/ 239 w 239"/>
                  <a:gd name="T15" fmla="*/ 152 h 152"/>
                </a:gdLst>
                <a:ahLst/>
                <a:cxnLst>
                  <a:cxn ang="T8">
                    <a:pos x="T0" y="T1"/>
                  </a:cxn>
                  <a:cxn ang="T9">
                    <a:pos x="T2" y="T3"/>
                  </a:cxn>
                  <a:cxn ang="T10">
                    <a:pos x="T4" y="T5"/>
                  </a:cxn>
                  <a:cxn ang="T11">
                    <a:pos x="T6" y="T7"/>
                  </a:cxn>
                </a:cxnLst>
                <a:rect l="T12" t="T13" r="T14" b="T15"/>
                <a:pathLst>
                  <a:path w="239" h="152">
                    <a:moveTo>
                      <a:pt x="205" y="0"/>
                    </a:moveTo>
                    <a:lnTo>
                      <a:pt x="0" y="152"/>
                    </a:lnTo>
                    <a:lnTo>
                      <a:pt x="239" y="83"/>
                    </a:lnTo>
                    <a:lnTo>
                      <a:pt x="20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8" name="Freeform 207"/>
              <p:cNvSpPr>
                <a:spLocks/>
              </p:cNvSpPr>
              <p:nvPr/>
            </p:nvSpPr>
            <p:spPr bwMode="auto">
              <a:xfrm>
                <a:off x="4244" y="892"/>
                <a:ext cx="60" cy="22"/>
              </a:xfrm>
              <a:custGeom>
                <a:avLst/>
                <a:gdLst>
                  <a:gd name="T0" fmla="*/ 0 w 485"/>
                  <a:gd name="T1" fmla="*/ 0 h 177"/>
                  <a:gd name="T2" fmla="*/ 0 w 485"/>
                  <a:gd name="T3" fmla="*/ 0 h 177"/>
                  <a:gd name="T4" fmla="*/ 0 w 485"/>
                  <a:gd name="T5" fmla="*/ 0 h 177"/>
                  <a:gd name="T6" fmla="*/ 0 w 485"/>
                  <a:gd name="T7" fmla="*/ 0 h 177"/>
                  <a:gd name="T8" fmla="*/ 0 w 485"/>
                  <a:gd name="T9" fmla="*/ 0 h 177"/>
                  <a:gd name="T10" fmla="*/ 0 w 485"/>
                  <a:gd name="T11" fmla="*/ 0 h 177"/>
                  <a:gd name="T12" fmla="*/ 0 w 485"/>
                  <a:gd name="T13" fmla="*/ 0 h 177"/>
                  <a:gd name="T14" fmla="*/ 0 w 485"/>
                  <a:gd name="T15" fmla="*/ 0 h 177"/>
                  <a:gd name="T16" fmla="*/ 0 60000 65536"/>
                  <a:gd name="T17" fmla="*/ 0 60000 65536"/>
                  <a:gd name="T18" fmla="*/ 0 60000 65536"/>
                  <a:gd name="T19" fmla="*/ 0 60000 65536"/>
                  <a:gd name="T20" fmla="*/ 0 60000 65536"/>
                  <a:gd name="T21" fmla="*/ 0 60000 65536"/>
                  <a:gd name="T22" fmla="*/ 0 60000 65536"/>
                  <a:gd name="T23" fmla="*/ 0 60000 65536"/>
                  <a:gd name="T24" fmla="*/ 0 w 485"/>
                  <a:gd name="T25" fmla="*/ 0 h 177"/>
                  <a:gd name="T26" fmla="*/ 485 w 485"/>
                  <a:gd name="T27" fmla="*/ 177 h 17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5" h="177">
                    <a:moveTo>
                      <a:pt x="0" y="147"/>
                    </a:moveTo>
                    <a:lnTo>
                      <a:pt x="28" y="92"/>
                    </a:lnTo>
                    <a:lnTo>
                      <a:pt x="150" y="32"/>
                    </a:lnTo>
                    <a:lnTo>
                      <a:pt x="284" y="0"/>
                    </a:lnTo>
                    <a:lnTo>
                      <a:pt x="485" y="27"/>
                    </a:lnTo>
                    <a:lnTo>
                      <a:pt x="301" y="57"/>
                    </a:lnTo>
                    <a:lnTo>
                      <a:pt x="19" y="177"/>
                    </a:lnTo>
                    <a:lnTo>
                      <a:pt x="0" y="1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9" name="Freeform 208"/>
              <p:cNvSpPr>
                <a:spLocks/>
              </p:cNvSpPr>
              <p:nvPr/>
            </p:nvSpPr>
            <p:spPr bwMode="auto">
              <a:xfrm>
                <a:off x="4192" y="896"/>
                <a:ext cx="28" cy="16"/>
              </a:xfrm>
              <a:custGeom>
                <a:avLst/>
                <a:gdLst>
                  <a:gd name="T0" fmla="*/ 0 w 221"/>
                  <a:gd name="T1" fmla="*/ 0 h 124"/>
                  <a:gd name="T2" fmla="*/ 0 w 221"/>
                  <a:gd name="T3" fmla="*/ 0 h 124"/>
                  <a:gd name="T4" fmla="*/ 0 w 221"/>
                  <a:gd name="T5" fmla="*/ 0 h 124"/>
                  <a:gd name="T6" fmla="*/ 0 w 221"/>
                  <a:gd name="T7" fmla="*/ 0 h 124"/>
                  <a:gd name="T8" fmla="*/ 0 w 221"/>
                  <a:gd name="T9" fmla="*/ 0 h 124"/>
                  <a:gd name="T10" fmla="*/ 0 w 221"/>
                  <a:gd name="T11" fmla="*/ 0 h 124"/>
                  <a:gd name="T12" fmla="*/ 0 w 221"/>
                  <a:gd name="T13" fmla="*/ 0 h 124"/>
                  <a:gd name="T14" fmla="*/ 0 w 221"/>
                  <a:gd name="T15" fmla="*/ 0 h 124"/>
                  <a:gd name="T16" fmla="*/ 0 60000 65536"/>
                  <a:gd name="T17" fmla="*/ 0 60000 65536"/>
                  <a:gd name="T18" fmla="*/ 0 60000 65536"/>
                  <a:gd name="T19" fmla="*/ 0 60000 65536"/>
                  <a:gd name="T20" fmla="*/ 0 60000 65536"/>
                  <a:gd name="T21" fmla="*/ 0 60000 65536"/>
                  <a:gd name="T22" fmla="*/ 0 60000 65536"/>
                  <a:gd name="T23" fmla="*/ 0 60000 65536"/>
                  <a:gd name="T24" fmla="*/ 0 w 221"/>
                  <a:gd name="T25" fmla="*/ 0 h 124"/>
                  <a:gd name="T26" fmla="*/ 221 w 221"/>
                  <a:gd name="T27" fmla="*/ 124 h 1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1" h="124">
                    <a:moveTo>
                      <a:pt x="221" y="124"/>
                    </a:moveTo>
                    <a:lnTo>
                      <a:pt x="201" y="89"/>
                    </a:lnTo>
                    <a:lnTo>
                      <a:pt x="141" y="46"/>
                    </a:lnTo>
                    <a:lnTo>
                      <a:pt x="21" y="0"/>
                    </a:lnTo>
                    <a:lnTo>
                      <a:pt x="0" y="16"/>
                    </a:lnTo>
                    <a:lnTo>
                      <a:pt x="35" y="60"/>
                    </a:lnTo>
                    <a:lnTo>
                      <a:pt x="180" y="115"/>
                    </a:lnTo>
                    <a:lnTo>
                      <a:pt x="221" y="1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0" name="Freeform 209"/>
              <p:cNvSpPr>
                <a:spLocks/>
              </p:cNvSpPr>
              <p:nvPr/>
            </p:nvSpPr>
            <p:spPr bwMode="auto">
              <a:xfrm>
                <a:off x="4210" y="913"/>
                <a:ext cx="55" cy="69"/>
              </a:xfrm>
              <a:custGeom>
                <a:avLst/>
                <a:gdLst>
                  <a:gd name="T0" fmla="*/ 0 w 443"/>
                  <a:gd name="T1" fmla="*/ 0 h 558"/>
                  <a:gd name="T2" fmla="*/ 0 w 443"/>
                  <a:gd name="T3" fmla="*/ 0 h 558"/>
                  <a:gd name="T4" fmla="*/ 0 w 443"/>
                  <a:gd name="T5" fmla="*/ 0 h 558"/>
                  <a:gd name="T6" fmla="*/ 0 w 443"/>
                  <a:gd name="T7" fmla="*/ 0 h 558"/>
                  <a:gd name="T8" fmla="*/ 0 w 443"/>
                  <a:gd name="T9" fmla="*/ 0 h 558"/>
                  <a:gd name="T10" fmla="*/ 0 w 443"/>
                  <a:gd name="T11" fmla="*/ 0 h 558"/>
                  <a:gd name="T12" fmla="*/ 0 w 443"/>
                  <a:gd name="T13" fmla="*/ 0 h 558"/>
                  <a:gd name="T14" fmla="*/ 0 w 443"/>
                  <a:gd name="T15" fmla="*/ 0 h 558"/>
                  <a:gd name="T16" fmla="*/ 0 w 443"/>
                  <a:gd name="T17" fmla="*/ 0 h 558"/>
                  <a:gd name="T18" fmla="*/ 0 w 443"/>
                  <a:gd name="T19" fmla="*/ 0 h 558"/>
                  <a:gd name="T20" fmla="*/ 0 w 443"/>
                  <a:gd name="T21" fmla="*/ 0 h 558"/>
                  <a:gd name="T22" fmla="*/ 0 w 443"/>
                  <a:gd name="T23" fmla="*/ 0 h 558"/>
                  <a:gd name="T24" fmla="*/ 0 w 443"/>
                  <a:gd name="T25" fmla="*/ 0 h 558"/>
                  <a:gd name="T26" fmla="*/ 0 w 443"/>
                  <a:gd name="T27" fmla="*/ 0 h 558"/>
                  <a:gd name="T28" fmla="*/ 0 w 443"/>
                  <a:gd name="T29" fmla="*/ 0 h 558"/>
                  <a:gd name="T30" fmla="*/ 0 w 443"/>
                  <a:gd name="T31" fmla="*/ 0 h 558"/>
                  <a:gd name="T32" fmla="*/ 0 w 443"/>
                  <a:gd name="T33" fmla="*/ 0 h 558"/>
                  <a:gd name="T34" fmla="*/ 0 w 443"/>
                  <a:gd name="T35" fmla="*/ 0 h 558"/>
                  <a:gd name="T36" fmla="*/ 0 w 443"/>
                  <a:gd name="T37" fmla="*/ 0 h 558"/>
                  <a:gd name="T38" fmla="*/ 0 w 443"/>
                  <a:gd name="T39" fmla="*/ 0 h 558"/>
                  <a:gd name="T40" fmla="*/ 0 w 443"/>
                  <a:gd name="T41" fmla="*/ 0 h 558"/>
                  <a:gd name="T42" fmla="*/ 0 w 443"/>
                  <a:gd name="T43" fmla="*/ 0 h 558"/>
                  <a:gd name="T44" fmla="*/ 0 w 443"/>
                  <a:gd name="T45" fmla="*/ 0 h 558"/>
                  <a:gd name="T46" fmla="*/ 0 w 443"/>
                  <a:gd name="T47" fmla="*/ 0 h 558"/>
                  <a:gd name="T48" fmla="*/ 0 w 443"/>
                  <a:gd name="T49" fmla="*/ 0 h 558"/>
                  <a:gd name="T50" fmla="*/ 0 w 443"/>
                  <a:gd name="T51" fmla="*/ 0 h 558"/>
                  <a:gd name="T52" fmla="*/ 0 w 443"/>
                  <a:gd name="T53" fmla="*/ 0 h 558"/>
                  <a:gd name="T54" fmla="*/ 0 w 443"/>
                  <a:gd name="T55" fmla="*/ 0 h 558"/>
                  <a:gd name="T56" fmla="*/ 0 w 443"/>
                  <a:gd name="T57" fmla="*/ 0 h 558"/>
                  <a:gd name="T58" fmla="*/ 0 w 443"/>
                  <a:gd name="T59" fmla="*/ 0 h 558"/>
                  <a:gd name="T60" fmla="*/ 0 w 443"/>
                  <a:gd name="T61" fmla="*/ 0 h 558"/>
                  <a:gd name="T62" fmla="*/ 0 w 443"/>
                  <a:gd name="T63" fmla="*/ 0 h 558"/>
                  <a:gd name="T64" fmla="*/ 0 w 443"/>
                  <a:gd name="T65" fmla="*/ 0 h 558"/>
                  <a:gd name="T66" fmla="*/ 0 w 443"/>
                  <a:gd name="T67" fmla="*/ 0 h 558"/>
                  <a:gd name="T68" fmla="*/ 0 w 443"/>
                  <a:gd name="T69" fmla="*/ 0 h 558"/>
                  <a:gd name="T70" fmla="*/ 0 w 443"/>
                  <a:gd name="T71" fmla="*/ 0 h 558"/>
                  <a:gd name="T72" fmla="*/ 0 w 443"/>
                  <a:gd name="T73" fmla="*/ 0 h 55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43"/>
                  <a:gd name="T112" fmla="*/ 0 h 558"/>
                  <a:gd name="T113" fmla="*/ 443 w 443"/>
                  <a:gd name="T114" fmla="*/ 558 h 55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43" h="558">
                    <a:moveTo>
                      <a:pt x="114" y="39"/>
                    </a:moveTo>
                    <a:lnTo>
                      <a:pt x="125" y="85"/>
                    </a:lnTo>
                    <a:lnTo>
                      <a:pt x="114" y="166"/>
                    </a:lnTo>
                    <a:lnTo>
                      <a:pt x="63" y="293"/>
                    </a:lnTo>
                    <a:lnTo>
                      <a:pt x="17" y="404"/>
                    </a:lnTo>
                    <a:lnTo>
                      <a:pt x="28" y="441"/>
                    </a:lnTo>
                    <a:lnTo>
                      <a:pt x="68" y="476"/>
                    </a:lnTo>
                    <a:lnTo>
                      <a:pt x="125" y="491"/>
                    </a:lnTo>
                    <a:lnTo>
                      <a:pt x="199" y="450"/>
                    </a:lnTo>
                    <a:lnTo>
                      <a:pt x="281" y="441"/>
                    </a:lnTo>
                    <a:lnTo>
                      <a:pt x="356" y="457"/>
                    </a:lnTo>
                    <a:lnTo>
                      <a:pt x="395" y="457"/>
                    </a:lnTo>
                    <a:lnTo>
                      <a:pt x="422" y="436"/>
                    </a:lnTo>
                    <a:lnTo>
                      <a:pt x="422" y="415"/>
                    </a:lnTo>
                    <a:lnTo>
                      <a:pt x="406" y="386"/>
                    </a:lnTo>
                    <a:lnTo>
                      <a:pt x="356" y="335"/>
                    </a:lnTo>
                    <a:lnTo>
                      <a:pt x="430" y="386"/>
                    </a:lnTo>
                    <a:lnTo>
                      <a:pt x="443" y="415"/>
                    </a:lnTo>
                    <a:lnTo>
                      <a:pt x="443" y="441"/>
                    </a:lnTo>
                    <a:lnTo>
                      <a:pt x="430" y="476"/>
                    </a:lnTo>
                    <a:lnTo>
                      <a:pt x="399" y="491"/>
                    </a:lnTo>
                    <a:lnTo>
                      <a:pt x="371" y="485"/>
                    </a:lnTo>
                    <a:lnTo>
                      <a:pt x="307" y="485"/>
                    </a:lnTo>
                    <a:lnTo>
                      <a:pt x="272" y="507"/>
                    </a:lnTo>
                    <a:lnTo>
                      <a:pt x="204" y="558"/>
                    </a:lnTo>
                    <a:lnTo>
                      <a:pt x="187" y="558"/>
                    </a:lnTo>
                    <a:lnTo>
                      <a:pt x="151" y="542"/>
                    </a:lnTo>
                    <a:lnTo>
                      <a:pt x="125" y="514"/>
                    </a:lnTo>
                    <a:lnTo>
                      <a:pt x="56" y="491"/>
                    </a:lnTo>
                    <a:lnTo>
                      <a:pt x="17" y="457"/>
                    </a:lnTo>
                    <a:lnTo>
                      <a:pt x="0" y="427"/>
                    </a:lnTo>
                    <a:lnTo>
                      <a:pt x="0" y="401"/>
                    </a:lnTo>
                    <a:lnTo>
                      <a:pt x="83" y="166"/>
                    </a:lnTo>
                    <a:lnTo>
                      <a:pt x="107" y="100"/>
                    </a:lnTo>
                    <a:lnTo>
                      <a:pt x="100" y="56"/>
                    </a:lnTo>
                    <a:lnTo>
                      <a:pt x="90" y="0"/>
                    </a:lnTo>
                    <a:lnTo>
                      <a:pt x="114"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1" name="Freeform 210"/>
              <p:cNvSpPr>
                <a:spLocks/>
              </p:cNvSpPr>
              <p:nvPr/>
            </p:nvSpPr>
            <p:spPr bwMode="auto">
              <a:xfrm>
                <a:off x="4202" y="918"/>
                <a:ext cx="21" cy="10"/>
              </a:xfrm>
              <a:custGeom>
                <a:avLst/>
                <a:gdLst>
                  <a:gd name="T0" fmla="*/ 0 w 167"/>
                  <a:gd name="T1" fmla="*/ 0 h 86"/>
                  <a:gd name="T2" fmla="*/ 0 w 167"/>
                  <a:gd name="T3" fmla="*/ 0 h 86"/>
                  <a:gd name="T4" fmla="*/ 0 w 167"/>
                  <a:gd name="T5" fmla="*/ 0 h 86"/>
                  <a:gd name="T6" fmla="*/ 0 w 167"/>
                  <a:gd name="T7" fmla="*/ 0 h 86"/>
                  <a:gd name="T8" fmla="*/ 0 w 167"/>
                  <a:gd name="T9" fmla="*/ 0 h 86"/>
                  <a:gd name="T10" fmla="*/ 0 w 167"/>
                  <a:gd name="T11" fmla="*/ 0 h 86"/>
                  <a:gd name="T12" fmla="*/ 0 60000 65536"/>
                  <a:gd name="T13" fmla="*/ 0 60000 65536"/>
                  <a:gd name="T14" fmla="*/ 0 60000 65536"/>
                  <a:gd name="T15" fmla="*/ 0 60000 65536"/>
                  <a:gd name="T16" fmla="*/ 0 60000 65536"/>
                  <a:gd name="T17" fmla="*/ 0 60000 65536"/>
                  <a:gd name="T18" fmla="*/ 0 w 167"/>
                  <a:gd name="T19" fmla="*/ 0 h 86"/>
                  <a:gd name="T20" fmla="*/ 167 w 167"/>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167" h="86">
                    <a:moveTo>
                      <a:pt x="0" y="0"/>
                    </a:moveTo>
                    <a:lnTo>
                      <a:pt x="167" y="56"/>
                    </a:lnTo>
                    <a:lnTo>
                      <a:pt x="150" y="86"/>
                    </a:lnTo>
                    <a:lnTo>
                      <a:pt x="102" y="81"/>
                    </a:lnTo>
                    <a:lnTo>
                      <a:pt x="60" y="5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2" name="Freeform 211"/>
              <p:cNvSpPr>
                <a:spLocks/>
              </p:cNvSpPr>
              <p:nvPr/>
            </p:nvSpPr>
            <p:spPr bwMode="auto">
              <a:xfrm>
                <a:off x="4253" y="913"/>
                <a:ext cx="41" cy="13"/>
              </a:xfrm>
              <a:custGeom>
                <a:avLst/>
                <a:gdLst>
                  <a:gd name="T0" fmla="*/ 0 w 328"/>
                  <a:gd name="T1" fmla="*/ 0 h 107"/>
                  <a:gd name="T2" fmla="*/ 0 w 328"/>
                  <a:gd name="T3" fmla="*/ 0 h 107"/>
                  <a:gd name="T4" fmla="*/ 0 w 328"/>
                  <a:gd name="T5" fmla="*/ 0 h 107"/>
                  <a:gd name="T6" fmla="*/ 0 w 328"/>
                  <a:gd name="T7" fmla="*/ 0 h 107"/>
                  <a:gd name="T8" fmla="*/ 0 w 328"/>
                  <a:gd name="T9" fmla="*/ 0 h 107"/>
                  <a:gd name="T10" fmla="*/ 0 w 328"/>
                  <a:gd name="T11" fmla="*/ 0 h 107"/>
                  <a:gd name="T12" fmla="*/ 0 w 328"/>
                  <a:gd name="T13" fmla="*/ 0 h 107"/>
                  <a:gd name="T14" fmla="*/ 0 w 328"/>
                  <a:gd name="T15" fmla="*/ 0 h 107"/>
                  <a:gd name="T16" fmla="*/ 0 w 328"/>
                  <a:gd name="T17" fmla="*/ 0 h 107"/>
                  <a:gd name="T18" fmla="*/ 0 w 328"/>
                  <a:gd name="T19" fmla="*/ 0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8"/>
                  <a:gd name="T31" fmla="*/ 0 h 107"/>
                  <a:gd name="T32" fmla="*/ 328 w 328"/>
                  <a:gd name="T33" fmla="*/ 107 h 10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8" h="107">
                    <a:moveTo>
                      <a:pt x="0" y="74"/>
                    </a:moveTo>
                    <a:lnTo>
                      <a:pt x="86" y="63"/>
                    </a:lnTo>
                    <a:lnTo>
                      <a:pt x="192" y="39"/>
                    </a:lnTo>
                    <a:lnTo>
                      <a:pt x="328" y="0"/>
                    </a:lnTo>
                    <a:lnTo>
                      <a:pt x="201" y="63"/>
                    </a:lnTo>
                    <a:lnTo>
                      <a:pt x="127" y="100"/>
                    </a:lnTo>
                    <a:lnTo>
                      <a:pt x="62" y="107"/>
                    </a:lnTo>
                    <a:lnTo>
                      <a:pt x="12" y="100"/>
                    </a:lnTo>
                    <a:lnTo>
                      <a:pt x="0" y="97"/>
                    </a:lnTo>
                    <a:lnTo>
                      <a:pt x="0"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3" name="Freeform 212"/>
              <p:cNvSpPr>
                <a:spLocks/>
              </p:cNvSpPr>
              <p:nvPr/>
            </p:nvSpPr>
            <p:spPr bwMode="auto">
              <a:xfrm>
                <a:off x="4233" y="991"/>
                <a:ext cx="49" cy="14"/>
              </a:xfrm>
              <a:custGeom>
                <a:avLst/>
                <a:gdLst>
                  <a:gd name="T0" fmla="*/ 0 w 390"/>
                  <a:gd name="T1" fmla="*/ 0 h 113"/>
                  <a:gd name="T2" fmla="*/ 0 w 390"/>
                  <a:gd name="T3" fmla="*/ 0 h 113"/>
                  <a:gd name="T4" fmla="*/ 0 w 390"/>
                  <a:gd name="T5" fmla="*/ 0 h 113"/>
                  <a:gd name="T6" fmla="*/ 0 w 390"/>
                  <a:gd name="T7" fmla="*/ 0 h 113"/>
                  <a:gd name="T8" fmla="*/ 0 w 390"/>
                  <a:gd name="T9" fmla="*/ 0 h 113"/>
                  <a:gd name="T10" fmla="*/ 0 w 390"/>
                  <a:gd name="T11" fmla="*/ 0 h 113"/>
                  <a:gd name="T12" fmla="*/ 0 w 390"/>
                  <a:gd name="T13" fmla="*/ 0 h 113"/>
                  <a:gd name="T14" fmla="*/ 0 w 390"/>
                  <a:gd name="T15" fmla="*/ 0 h 113"/>
                  <a:gd name="T16" fmla="*/ 0 w 390"/>
                  <a:gd name="T17" fmla="*/ 0 h 113"/>
                  <a:gd name="T18" fmla="*/ 0 w 390"/>
                  <a:gd name="T19" fmla="*/ 0 h 113"/>
                  <a:gd name="T20" fmla="*/ 0 w 390"/>
                  <a:gd name="T21" fmla="*/ 0 h 113"/>
                  <a:gd name="T22" fmla="*/ 0 w 390"/>
                  <a:gd name="T23" fmla="*/ 0 h 113"/>
                  <a:gd name="T24" fmla="*/ 0 w 390"/>
                  <a:gd name="T25" fmla="*/ 0 h 113"/>
                  <a:gd name="T26" fmla="*/ 0 w 390"/>
                  <a:gd name="T27" fmla="*/ 0 h 113"/>
                  <a:gd name="T28" fmla="*/ 0 w 390"/>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0"/>
                  <a:gd name="T46" fmla="*/ 0 h 113"/>
                  <a:gd name="T47" fmla="*/ 390 w 390"/>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0" h="113">
                    <a:moveTo>
                      <a:pt x="0" y="0"/>
                    </a:moveTo>
                    <a:lnTo>
                      <a:pt x="41" y="11"/>
                    </a:lnTo>
                    <a:lnTo>
                      <a:pt x="136" y="0"/>
                    </a:lnTo>
                    <a:lnTo>
                      <a:pt x="307" y="5"/>
                    </a:lnTo>
                    <a:lnTo>
                      <a:pt x="390" y="20"/>
                    </a:lnTo>
                    <a:lnTo>
                      <a:pt x="279" y="73"/>
                    </a:lnTo>
                    <a:lnTo>
                      <a:pt x="184" y="113"/>
                    </a:lnTo>
                    <a:lnTo>
                      <a:pt x="300" y="48"/>
                    </a:lnTo>
                    <a:lnTo>
                      <a:pt x="291" y="20"/>
                    </a:lnTo>
                    <a:lnTo>
                      <a:pt x="164" y="20"/>
                    </a:lnTo>
                    <a:lnTo>
                      <a:pt x="50" y="25"/>
                    </a:lnTo>
                    <a:lnTo>
                      <a:pt x="17" y="25"/>
                    </a:lnTo>
                    <a:lnTo>
                      <a:pt x="35" y="84"/>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4" name="Freeform 213"/>
              <p:cNvSpPr>
                <a:spLocks/>
              </p:cNvSpPr>
              <p:nvPr/>
            </p:nvSpPr>
            <p:spPr bwMode="auto">
              <a:xfrm>
                <a:off x="4245" y="1014"/>
                <a:ext cx="17" cy="7"/>
              </a:xfrm>
              <a:custGeom>
                <a:avLst/>
                <a:gdLst>
                  <a:gd name="T0" fmla="*/ 0 w 133"/>
                  <a:gd name="T1" fmla="*/ 0 h 57"/>
                  <a:gd name="T2" fmla="*/ 0 w 133"/>
                  <a:gd name="T3" fmla="*/ 0 h 57"/>
                  <a:gd name="T4" fmla="*/ 0 w 133"/>
                  <a:gd name="T5" fmla="*/ 0 h 57"/>
                  <a:gd name="T6" fmla="*/ 0 w 133"/>
                  <a:gd name="T7" fmla="*/ 0 h 57"/>
                  <a:gd name="T8" fmla="*/ 0 w 133"/>
                  <a:gd name="T9" fmla="*/ 0 h 57"/>
                  <a:gd name="T10" fmla="*/ 0 60000 65536"/>
                  <a:gd name="T11" fmla="*/ 0 60000 65536"/>
                  <a:gd name="T12" fmla="*/ 0 60000 65536"/>
                  <a:gd name="T13" fmla="*/ 0 60000 65536"/>
                  <a:gd name="T14" fmla="*/ 0 60000 65536"/>
                  <a:gd name="T15" fmla="*/ 0 w 133"/>
                  <a:gd name="T16" fmla="*/ 0 h 57"/>
                  <a:gd name="T17" fmla="*/ 133 w 133"/>
                  <a:gd name="T18" fmla="*/ 57 h 57"/>
                </a:gdLst>
                <a:ahLst/>
                <a:cxnLst>
                  <a:cxn ang="T10">
                    <a:pos x="T0" y="T1"/>
                  </a:cxn>
                  <a:cxn ang="T11">
                    <a:pos x="T2" y="T3"/>
                  </a:cxn>
                  <a:cxn ang="T12">
                    <a:pos x="T4" y="T5"/>
                  </a:cxn>
                  <a:cxn ang="T13">
                    <a:pos x="T6" y="T7"/>
                  </a:cxn>
                  <a:cxn ang="T14">
                    <a:pos x="T8" y="T9"/>
                  </a:cxn>
                </a:cxnLst>
                <a:rect l="T15" t="T16" r="T17" b="T18"/>
                <a:pathLst>
                  <a:path w="133" h="57">
                    <a:moveTo>
                      <a:pt x="0" y="0"/>
                    </a:moveTo>
                    <a:lnTo>
                      <a:pt x="23" y="57"/>
                    </a:lnTo>
                    <a:lnTo>
                      <a:pt x="133" y="57"/>
                    </a:lnTo>
                    <a:lnTo>
                      <a:pt x="81"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5" name="Freeform 214"/>
              <p:cNvSpPr>
                <a:spLocks/>
              </p:cNvSpPr>
              <p:nvPr/>
            </p:nvSpPr>
            <p:spPr bwMode="auto">
              <a:xfrm>
                <a:off x="4261" y="927"/>
                <a:ext cx="29" cy="7"/>
              </a:xfrm>
              <a:custGeom>
                <a:avLst/>
                <a:gdLst>
                  <a:gd name="T0" fmla="*/ 0 w 238"/>
                  <a:gd name="T1" fmla="*/ 0 h 60"/>
                  <a:gd name="T2" fmla="*/ 0 w 238"/>
                  <a:gd name="T3" fmla="*/ 0 h 60"/>
                  <a:gd name="T4" fmla="*/ 0 w 238"/>
                  <a:gd name="T5" fmla="*/ 0 h 60"/>
                  <a:gd name="T6" fmla="*/ 0 w 238"/>
                  <a:gd name="T7" fmla="*/ 0 h 60"/>
                  <a:gd name="T8" fmla="*/ 0 w 238"/>
                  <a:gd name="T9" fmla="*/ 0 h 60"/>
                  <a:gd name="T10" fmla="*/ 0 w 238"/>
                  <a:gd name="T11" fmla="*/ 0 h 60"/>
                  <a:gd name="T12" fmla="*/ 0 w 238"/>
                  <a:gd name="T13" fmla="*/ 0 h 60"/>
                  <a:gd name="T14" fmla="*/ 0 w 238"/>
                  <a:gd name="T15" fmla="*/ 0 h 60"/>
                  <a:gd name="T16" fmla="*/ 0 w 238"/>
                  <a:gd name="T17" fmla="*/ 0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60"/>
                  <a:gd name="T29" fmla="*/ 238 w 238"/>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60">
                    <a:moveTo>
                      <a:pt x="0" y="53"/>
                    </a:moveTo>
                    <a:lnTo>
                      <a:pt x="60" y="60"/>
                    </a:lnTo>
                    <a:lnTo>
                      <a:pt x="123" y="60"/>
                    </a:lnTo>
                    <a:lnTo>
                      <a:pt x="182" y="32"/>
                    </a:lnTo>
                    <a:lnTo>
                      <a:pt x="238" y="0"/>
                    </a:lnTo>
                    <a:lnTo>
                      <a:pt x="160" y="35"/>
                    </a:lnTo>
                    <a:lnTo>
                      <a:pt x="97" y="53"/>
                    </a:lnTo>
                    <a:lnTo>
                      <a:pt x="51" y="53"/>
                    </a:lnTo>
                    <a:lnTo>
                      <a:pt x="0"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6" name="Freeform 215"/>
              <p:cNvSpPr>
                <a:spLocks/>
              </p:cNvSpPr>
              <p:nvPr/>
            </p:nvSpPr>
            <p:spPr bwMode="auto">
              <a:xfrm>
                <a:off x="4205" y="929"/>
                <a:ext cx="12" cy="6"/>
              </a:xfrm>
              <a:custGeom>
                <a:avLst/>
                <a:gdLst>
                  <a:gd name="T0" fmla="*/ 0 w 92"/>
                  <a:gd name="T1" fmla="*/ 0 h 44"/>
                  <a:gd name="T2" fmla="*/ 0 w 92"/>
                  <a:gd name="T3" fmla="*/ 0 h 44"/>
                  <a:gd name="T4" fmla="*/ 0 w 92"/>
                  <a:gd name="T5" fmla="*/ 0 h 44"/>
                  <a:gd name="T6" fmla="*/ 0 w 92"/>
                  <a:gd name="T7" fmla="*/ 0 h 44"/>
                  <a:gd name="T8" fmla="*/ 0 w 92"/>
                  <a:gd name="T9" fmla="*/ 0 h 44"/>
                  <a:gd name="T10" fmla="*/ 0 w 92"/>
                  <a:gd name="T11" fmla="*/ 0 h 44"/>
                  <a:gd name="T12" fmla="*/ 0 60000 65536"/>
                  <a:gd name="T13" fmla="*/ 0 60000 65536"/>
                  <a:gd name="T14" fmla="*/ 0 60000 65536"/>
                  <a:gd name="T15" fmla="*/ 0 60000 65536"/>
                  <a:gd name="T16" fmla="*/ 0 60000 65536"/>
                  <a:gd name="T17" fmla="*/ 0 60000 65536"/>
                  <a:gd name="T18" fmla="*/ 0 w 92"/>
                  <a:gd name="T19" fmla="*/ 0 h 44"/>
                  <a:gd name="T20" fmla="*/ 92 w 92"/>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92" h="44">
                    <a:moveTo>
                      <a:pt x="92" y="32"/>
                    </a:moveTo>
                    <a:lnTo>
                      <a:pt x="53" y="39"/>
                    </a:lnTo>
                    <a:lnTo>
                      <a:pt x="0" y="0"/>
                    </a:lnTo>
                    <a:lnTo>
                      <a:pt x="39" y="44"/>
                    </a:lnTo>
                    <a:lnTo>
                      <a:pt x="73" y="44"/>
                    </a:lnTo>
                    <a:lnTo>
                      <a:pt x="92"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7" name="Freeform 216"/>
              <p:cNvSpPr>
                <a:spLocks/>
              </p:cNvSpPr>
              <p:nvPr/>
            </p:nvSpPr>
            <p:spPr bwMode="auto">
              <a:xfrm>
                <a:off x="3865" y="907"/>
                <a:ext cx="27" cy="14"/>
              </a:xfrm>
              <a:custGeom>
                <a:avLst/>
                <a:gdLst>
                  <a:gd name="T0" fmla="*/ 0 w 221"/>
                  <a:gd name="T1" fmla="*/ 0 h 107"/>
                  <a:gd name="T2" fmla="*/ 0 w 221"/>
                  <a:gd name="T3" fmla="*/ 0 h 107"/>
                  <a:gd name="T4" fmla="*/ 0 w 221"/>
                  <a:gd name="T5" fmla="*/ 0 h 107"/>
                  <a:gd name="T6" fmla="*/ 0 w 221"/>
                  <a:gd name="T7" fmla="*/ 0 h 107"/>
                  <a:gd name="T8" fmla="*/ 0 w 221"/>
                  <a:gd name="T9" fmla="*/ 0 h 107"/>
                  <a:gd name="T10" fmla="*/ 0 w 221"/>
                  <a:gd name="T11" fmla="*/ 0 h 107"/>
                  <a:gd name="T12" fmla="*/ 0 60000 65536"/>
                  <a:gd name="T13" fmla="*/ 0 60000 65536"/>
                  <a:gd name="T14" fmla="*/ 0 60000 65536"/>
                  <a:gd name="T15" fmla="*/ 0 60000 65536"/>
                  <a:gd name="T16" fmla="*/ 0 60000 65536"/>
                  <a:gd name="T17" fmla="*/ 0 60000 65536"/>
                  <a:gd name="T18" fmla="*/ 0 w 221"/>
                  <a:gd name="T19" fmla="*/ 0 h 107"/>
                  <a:gd name="T20" fmla="*/ 221 w 221"/>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221" h="107">
                    <a:moveTo>
                      <a:pt x="0" y="42"/>
                    </a:moveTo>
                    <a:lnTo>
                      <a:pt x="93" y="0"/>
                    </a:lnTo>
                    <a:lnTo>
                      <a:pt x="214" y="33"/>
                    </a:lnTo>
                    <a:lnTo>
                      <a:pt x="221" y="107"/>
                    </a:lnTo>
                    <a:lnTo>
                      <a:pt x="86" y="37"/>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8" name="Freeform 217"/>
              <p:cNvSpPr>
                <a:spLocks/>
              </p:cNvSpPr>
              <p:nvPr/>
            </p:nvSpPr>
            <p:spPr bwMode="auto">
              <a:xfrm>
                <a:off x="3868" y="916"/>
                <a:ext cx="19" cy="16"/>
              </a:xfrm>
              <a:custGeom>
                <a:avLst/>
                <a:gdLst>
                  <a:gd name="T0" fmla="*/ 0 w 155"/>
                  <a:gd name="T1" fmla="*/ 0 h 129"/>
                  <a:gd name="T2" fmla="*/ 0 w 155"/>
                  <a:gd name="T3" fmla="*/ 0 h 129"/>
                  <a:gd name="T4" fmla="*/ 0 w 155"/>
                  <a:gd name="T5" fmla="*/ 0 h 129"/>
                  <a:gd name="T6" fmla="*/ 0 w 155"/>
                  <a:gd name="T7" fmla="*/ 0 h 129"/>
                  <a:gd name="T8" fmla="*/ 0 w 155"/>
                  <a:gd name="T9" fmla="*/ 0 h 129"/>
                  <a:gd name="T10" fmla="*/ 0 w 155"/>
                  <a:gd name="T11" fmla="*/ 0 h 129"/>
                  <a:gd name="T12" fmla="*/ 0 w 155"/>
                  <a:gd name="T13" fmla="*/ 0 h 129"/>
                  <a:gd name="T14" fmla="*/ 0 w 155"/>
                  <a:gd name="T15" fmla="*/ 0 h 129"/>
                  <a:gd name="T16" fmla="*/ 0 w 155"/>
                  <a:gd name="T17" fmla="*/ 0 h 129"/>
                  <a:gd name="T18" fmla="*/ 0 w 155"/>
                  <a:gd name="T19" fmla="*/ 0 h 129"/>
                  <a:gd name="T20" fmla="*/ 0 w 155"/>
                  <a:gd name="T21" fmla="*/ 0 h 1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5"/>
                  <a:gd name="T34" fmla="*/ 0 h 129"/>
                  <a:gd name="T35" fmla="*/ 155 w 155"/>
                  <a:gd name="T36" fmla="*/ 129 h 1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5" h="129">
                    <a:moveTo>
                      <a:pt x="125" y="0"/>
                    </a:moveTo>
                    <a:lnTo>
                      <a:pt x="83" y="28"/>
                    </a:lnTo>
                    <a:lnTo>
                      <a:pt x="15" y="50"/>
                    </a:lnTo>
                    <a:lnTo>
                      <a:pt x="0" y="81"/>
                    </a:lnTo>
                    <a:lnTo>
                      <a:pt x="0" y="122"/>
                    </a:lnTo>
                    <a:lnTo>
                      <a:pt x="31" y="108"/>
                    </a:lnTo>
                    <a:lnTo>
                      <a:pt x="61" y="129"/>
                    </a:lnTo>
                    <a:lnTo>
                      <a:pt x="65" y="64"/>
                    </a:lnTo>
                    <a:lnTo>
                      <a:pt x="107" y="50"/>
                    </a:lnTo>
                    <a:lnTo>
                      <a:pt x="155" y="13"/>
                    </a:lnTo>
                    <a:lnTo>
                      <a:pt x="1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9" name="Freeform 218"/>
              <p:cNvSpPr>
                <a:spLocks/>
              </p:cNvSpPr>
              <p:nvPr/>
            </p:nvSpPr>
            <p:spPr bwMode="auto">
              <a:xfrm>
                <a:off x="3916" y="877"/>
                <a:ext cx="45" cy="78"/>
              </a:xfrm>
              <a:custGeom>
                <a:avLst/>
                <a:gdLst>
                  <a:gd name="T0" fmla="*/ 0 w 367"/>
                  <a:gd name="T1" fmla="*/ 0 h 624"/>
                  <a:gd name="T2" fmla="*/ 0 w 367"/>
                  <a:gd name="T3" fmla="*/ 0 h 624"/>
                  <a:gd name="T4" fmla="*/ 0 w 367"/>
                  <a:gd name="T5" fmla="*/ 0 h 624"/>
                  <a:gd name="T6" fmla="*/ 0 w 367"/>
                  <a:gd name="T7" fmla="*/ 0 h 624"/>
                  <a:gd name="T8" fmla="*/ 0 w 367"/>
                  <a:gd name="T9" fmla="*/ 0 h 624"/>
                  <a:gd name="T10" fmla="*/ 0 w 367"/>
                  <a:gd name="T11" fmla="*/ 0 h 624"/>
                  <a:gd name="T12" fmla="*/ 0 w 367"/>
                  <a:gd name="T13" fmla="*/ 0 h 624"/>
                  <a:gd name="T14" fmla="*/ 0 w 367"/>
                  <a:gd name="T15" fmla="*/ 0 h 624"/>
                  <a:gd name="T16" fmla="*/ 0 w 367"/>
                  <a:gd name="T17" fmla="*/ 0 h 624"/>
                  <a:gd name="T18" fmla="*/ 0 w 367"/>
                  <a:gd name="T19" fmla="*/ 0 h 624"/>
                  <a:gd name="T20" fmla="*/ 0 w 367"/>
                  <a:gd name="T21" fmla="*/ 0 h 624"/>
                  <a:gd name="T22" fmla="*/ 0 w 367"/>
                  <a:gd name="T23" fmla="*/ 0 h 624"/>
                  <a:gd name="T24" fmla="*/ 0 w 367"/>
                  <a:gd name="T25" fmla="*/ 0 h 624"/>
                  <a:gd name="T26" fmla="*/ 0 w 367"/>
                  <a:gd name="T27" fmla="*/ 0 h 624"/>
                  <a:gd name="T28" fmla="*/ 0 w 367"/>
                  <a:gd name="T29" fmla="*/ 0 h 624"/>
                  <a:gd name="T30" fmla="*/ 0 w 367"/>
                  <a:gd name="T31" fmla="*/ 0 h 624"/>
                  <a:gd name="T32" fmla="*/ 0 w 367"/>
                  <a:gd name="T33" fmla="*/ 0 h 624"/>
                  <a:gd name="T34" fmla="*/ 0 w 367"/>
                  <a:gd name="T35" fmla="*/ 0 h 624"/>
                  <a:gd name="T36" fmla="*/ 0 w 367"/>
                  <a:gd name="T37" fmla="*/ 0 h 624"/>
                  <a:gd name="T38" fmla="*/ 0 w 367"/>
                  <a:gd name="T39" fmla="*/ 0 h 6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7"/>
                  <a:gd name="T61" fmla="*/ 0 h 624"/>
                  <a:gd name="T62" fmla="*/ 367 w 367"/>
                  <a:gd name="T63" fmla="*/ 624 h 6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7" h="624">
                    <a:moveTo>
                      <a:pt x="0" y="192"/>
                    </a:moveTo>
                    <a:lnTo>
                      <a:pt x="123" y="19"/>
                    </a:lnTo>
                    <a:lnTo>
                      <a:pt x="367" y="0"/>
                    </a:lnTo>
                    <a:lnTo>
                      <a:pt x="162" y="33"/>
                    </a:lnTo>
                    <a:lnTo>
                      <a:pt x="125" y="107"/>
                    </a:lnTo>
                    <a:lnTo>
                      <a:pt x="35" y="224"/>
                    </a:lnTo>
                    <a:lnTo>
                      <a:pt x="35" y="332"/>
                    </a:lnTo>
                    <a:lnTo>
                      <a:pt x="99" y="450"/>
                    </a:lnTo>
                    <a:lnTo>
                      <a:pt x="143" y="473"/>
                    </a:lnTo>
                    <a:lnTo>
                      <a:pt x="143" y="536"/>
                    </a:lnTo>
                    <a:lnTo>
                      <a:pt x="174" y="501"/>
                    </a:lnTo>
                    <a:lnTo>
                      <a:pt x="218" y="492"/>
                    </a:lnTo>
                    <a:lnTo>
                      <a:pt x="209" y="521"/>
                    </a:lnTo>
                    <a:lnTo>
                      <a:pt x="143" y="567"/>
                    </a:lnTo>
                    <a:lnTo>
                      <a:pt x="105" y="624"/>
                    </a:lnTo>
                    <a:lnTo>
                      <a:pt x="26" y="613"/>
                    </a:lnTo>
                    <a:lnTo>
                      <a:pt x="81" y="598"/>
                    </a:lnTo>
                    <a:lnTo>
                      <a:pt x="99" y="492"/>
                    </a:lnTo>
                    <a:lnTo>
                      <a:pt x="0" y="298"/>
                    </a:lnTo>
                    <a:lnTo>
                      <a:pt x="0" y="19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0" name="Freeform 219"/>
              <p:cNvSpPr>
                <a:spLocks/>
              </p:cNvSpPr>
              <p:nvPr/>
            </p:nvSpPr>
            <p:spPr bwMode="auto">
              <a:xfrm>
                <a:off x="3921" y="892"/>
                <a:ext cx="42" cy="18"/>
              </a:xfrm>
              <a:custGeom>
                <a:avLst/>
                <a:gdLst>
                  <a:gd name="T0" fmla="*/ 0 w 339"/>
                  <a:gd name="T1" fmla="*/ 0 h 143"/>
                  <a:gd name="T2" fmla="*/ 0 w 339"/>
                  <a:gd name="T3" fmla="*/ 0 h 143"/>
                  <a:gd name="T4" fmla="*/ 0 w 339"/>
                  <a:gd name="T5" fmla="*/ 0 h 143"/>
                  <a:gd name="T6" fmla="*/ 0 w 339"/>
                  <a:gd name="T7" fmla="*/ 0 h 143"/>
                  <a:gd name="T8" fmla="*/ 0 w 339"/>
                  <a:gd name="T9" fmla="*/ 0 h 143"/>
                  <a:gd name="T10" fmla="*/ 0 w 339"/>
                  <a:gd name="T11" fmla="*/ 0 h 143"/>
                  <a:gd name="T12" fmla="*/ 0 w 339"/>
                  <a:gd name="T13" fmla="*/ 0 h 143"/>
                  <a:gd name="T14" fmla="*/ 0 w 339"/>
                  <a:gd name="T15" fmla="*/ 0 h 143"/>
                  <a:gd name="T16" fmla="*/ 0 w 339"/>
                  <a:gd name="T17" fmla="*/ 0 h 143"/>
                  <a:gd name="T18" fmla="*/ 0 w 339"/>
                  <a:gd name="T19" fmla="*/ 0 h 1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9"/>
                  <a:gd name="T31" fmla="*/ 0 h 143"/>
                  <a:gd name="T32" fmla="*/ 339 w 339"/>
                  <a:gd name="T33" fmla="*/ 143 h 1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9" h="143">
                    <a:moveTo>
                      <a:pt x="39" y="41"/>
                    </a:moveTo>
                    <a:lnTo>
                      <a:pt x="109" y="35"/>
                    </a:lnTo>
                    <a:lnTo>
                      <a:pt x="215" y="0"/>
                    </a:lnTo>
                    <a:lnTo>
                      <a:pt x="339" y="0"/>
                    </a:lnTo>
                    <a:lnTo>
                      <a:pt x="252" y="50"/>
                    </a:lnTo>
                    <a:lnTo>
                      <a:pt x="194" y="64"/>
                    </a:lnTo>
                    <a:lnTo>
                      <a:pt x="88" y="83"/>
                    </a:lnTo>
                    <a:lnTo>
                      <a:pt x="63" y="143"/>
                    </a:lnTo>
                    <a:lnTo>
                      <a:pt x="0" y="68"/>
                    </a:lnTo>
                    <a:lnTo>
                      <a:pt x="39"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1" name="Freeform 220"/>
              <p:cNvSpPr>
                <a:spLocks/>
              </p:cNvSpPr>
              <p:nvPr/>
            </p:nvSpPr>
            <p:spPr bwMode="auto">
              <a:xfrm>
                <a:off x="3822" y="775"/>
                <a:ext cx="173" cy="135"/>
              </a:xfrm>
              <a:custGeom>
                <a:avLst/>
                <a:gdLst>
                  <a:gd name="T0" fmla="*/ 0 w 1390"/>
                  <a:gd name="T1" fmla="*/ 0 h 1077"/>
                  <a:gd name="T2" fmla="*/ 0 w 1390"/>
                  <a:gd name="T3" fmla="*/ 0 h 1077"/>
                  <a:gd name="T4" fmla="*/ 0 w 1390"/>
                  <a:gd name="T5" fmla="*/ 0 h 1077"/>
                  <a:gd name="T6" fmla="*/ 0 w 1390"/>
                  <a:gd name="T7" fmla="*/ 0 h 1077"/>
                  <a:gd name="T8" fmla="*/ 0 w 1390"/>
                  <a:gd name="T9" fmla="*/ 0 h 1077"/>
                  <a:gd name="T10" fmla="*/ 0 w 1390"/>
                  <a:gd name="T11" fmla="*/ 0 h 1077"/>
                  <a:gd name="T12" fmla="*/ 0 w 1390"/>
                  <a:gd name="T13" fmla="*/ 0 h 1077"/>
                  <a:gd name="T14" fmla="*/ 0 w 1390"/>
                  <a:gd name="T15" fmla="*/ 0 h 1077"/>
                  <a:gd name="T16" fmla="*/ 0 w 1390"/>
                  <a:gd name="T17" fmla="*/ 0 h 1077"/>
                  <a:gd name="T18" fmla="*/ 0 w 1390"/>
                  <a:gd name="T19" fmla="*/ 0 h 1077"/>
                  <a:gd name="T20" fmla="*/ 0 w 1390"/>
                  <a:gd name="T21" fmla="*/ 0 h 1077"/>
                  <a:gd name="T22" fmla="*/ 0 w 1390"/>
                  <a:gd name="T23" fmla="*/ 0 h 1077"/>
                  <a:gd name="T24" fmla="*/ 0 w 1390"/>
                  <a:gd name="T25" fmla="*/ 0 h 1077"/>
                  <a:gd name="T26" fmla="*/ 0 w 1390"/>
                  <a:gd name="T27" fmla="*/ 0 h 1077"/>
                  <a:gd name="T28" fmla="*/ 0 w 1390"/>
                  <a:gd name="T29" fmla="*/ 0 h 1077"/>
                  <a:gd name="T30" fmla="*/ 0 w 1390"/>
                  <a:gd name="T31" fmla="*/ 0 h 1077"/>
                  <a:gd name="T32" fmla="*/ 0 w 1390"/>
                  <a:gd name="T33" fmla="*/ 0 h 1077"/>
                  <a:gd name="T34" fmla="*/ 0 w 1390"/>
                  <a:gd name="T35" fmla="*/ 0 h 1077"/>
                  <a:gd name="T36" fmla="*/ 0 w 1390"/>
                  <a:gd name="T37" fmla="*/ 0 h 1077"/>
                  <a:gd name="T38" fmla="*/ 0 w 1390"/>
                  <a:gd name="T39" fmla="*/ 0 h 1077"/>
                  <a:gd name="T40" fmla="*/ 0 w 1390"/>
                  <a:gd name="T41" fmla="*/ 0 h 1077"/>
                  <a:gd name="T42" fmla="*/ 0 w 1390"/>
                  <a:gd name="T43" fmla="*/ 0 h 1077"/>
                  <a:gd name="T44" fmla="*/ 0 w 1390"/>
                  <a:gd name="T45" fmla="*/ 0 h 1077"/>
                  <a:gd name="T46" fmla="*/ 0 w 1390"/>
                  <a:gd name="T47" fmla="*/ 0 h 1077"/>
                  <a:gd name="T48" fmla="*/ 0 w 1390"/>
                  <a:gd name="T49" fmla="*/ 0 h 1077"/>
                  <a:gd name="T50" fmla="*/ 0 w 1390"/>
                  <a:gd name="T51" fmla="*/ 0 h 1077"/>
                  <a:gd name="T52" fmla="*/ 0 w 1390"/>
                  <a:gd name="T53" fmla="*/ 0 h 1077"/>
                  <a:gd name="T54" fmla="*/ 0 w 1390"/>
                  <a:gd name="T55" fmla="*/ 0 h 1077"/>
                  <a:gd name="T56" fmla="*/ 0 w 1390"/>
                  <a:gd name="T57" fmla="*/ 0 h 1077"/>
                  <a:gd name="T58" fmla="*/ 0 w 1390"/>
                  <a:gd name="T59" fmla="*/ 0 h 1077"/>
                  <a:gd name="T60" fmla="*/ 0 w 1390"/>
                  <a:gd name="T61" fmla="*/ 0 h 1077"/>
                  <a:gd name="T62" fmla="*/ 0 w 1390"/>
                  <a:gd name="T63" fmla="*/ 0 h 1077"/>
                  <a:gd name="T64" fmla="*/ 0 w 1390"/>
                  <a:gd name="T65" fmla="*/ 0 h 1077"/>
                  <a:gd name="T66" fmla="*/ 0 w 1390"/>
                  <a:gd name="T67" fmla="*/ 0 h 1077"/>
                  <a:gd name="T68" fmla="*/ 0 w 1390"/>
                  <a:gd name="T69" fmla="*/ 0 h 107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390"/>
                  <a:gd name="T106" fmla="*/ 0 h 1077"/>
                  <a:gd name="T107" fmla="*/ 1390 w 1390"/>
                  <a:gd name="T108" fmla="*/ 1077 h 107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390" h="1077">
                    <a:moveTo>
                      <a:pt x="193" y="703"/>
                    </a:moveTo>
                    <a:lnTo>
                      <a:pt x="127" y="620"/>
                    </a:lnTo>
                    <a:lnTo>
                      <a:pt x="160" y="551"/>
                    </a:lnTo>
                    <a:lnTo>
                      <a:pt x="270" y="536"/>
                    </a:lnTo>
                    <a:lnTo>
                      <a:pt x="386" y="622"/>
                    </a:lnTo>
                    <a:lnTo>
                      <a:pt x="560" y="698"/>
                    </a:lnTo>
                    <a:lnTo>
                      <a:pt x="705" y="712"/>
                    </a:lnTo>
                    <a:lnTo>
                      <a:pt x="837" y="675"/>
                    </a:lnTo>
                    <a:lnTo>
                      <a:pt x="1008" y="648"/>
                    </a:lnTo>
                    <a:lnTo>
                      <a:pt x="1142" y="670"/>
                    </a:lnTo>
                    <a:lnTo>
                      <a:pt x="1056" y="606"/>
                    </a:lnTo>
                    <a:lnTo>
                      <a:pt x="925" y="578"/>
                    </a:lnTo>
                    <a:lnTo>
                      <a:pt x="786" y="567"/>
                    </a:lnTo>
                    <a:lnTo>
                      <a:pt x="661" y="547"/>
                    </a:lnTo>
                    <a:lnTo>
                      <a:pt x="850" y="542"/>
                    </a:lnTo>
                    <a:lnTo>
                      <a:pt x="712" y="468"/>
                    </a:lnTo>
                    <a:lnTo>
                      <a:pt x="602" y="385"/>
                    </a:lnTo>
                    <a:lnTo>
                      <a:pt x="494" y="345"/>
                    </a:lnTo>
                    <a:lnTo>
                      <a:pt x="360" y="325"/>
                    </a:lnTo>
                    <a:lnTo>
                      <a:pt x="226" y="364"/>
                    </a:lnTo>
                    <a:lnTo>
                      <a:pt x="367" y="311"/>
                    </a:lnTo>
                    <a:lnTo>
                      <a:pt x="507" y="311"/>
                    </a:lnTo>
                    <a:lnTo>
                      <a:pt x="731" y="360"/>
                    </a:lnTo>
                    <a:lnTo>
                      <a:pt x="625" y="277"/>
                    </a:lnTo>
                    <a:lnTo>
                      <a:pt x="503" y="237"/>
                    </a:lnTo>
                    <a:lnTo>
                      <a:pt x="630" y="237"/>
                    </a:lnTo>
                    <a:lnTo>
                      <a:pt x="810" y="270"/>
                    </a:lnTo>
                    <a:lnTo>
                      <a:pt x="999" y="336"/>
                    </a:lnTo>
                    <a:lnTo>
                      <a:pt x="892" y="228"/>
                    </a:lnTo>
                    <a:lnTo>
                      <a:pt x="786" y="182"/>
                    </a:lnTo>
                    <a:lnTo>
                      <a:pt x="1003" y="212"/>
                    </a:lnTo>
                    <a:lnTo>
                      <a:pt x="1132" y="277"/>
                    </a:lnTo>
                    <a:lnTo>
                      <a:pt x="1213" y="351"/>
                    </a:lnTo>
                    <a:lnTo>
                      <a:pt x="1118" y="189"/>
                    </a:lnTo>
                    <a:lnTo>
                      <a:pt x="920" y="70"/>
                    </a:lnTo>
                    <a:lnTo>
                      <a:pt x="731" y="44"/>
                    </a:lnTo>
                    <a:lnTo>
                      <a:pt x="480" y="59"/>
                    </a:lnTo>
                    <a:lnTo>
                      <a:pt x="281" y="118"/>
                    </a:lnTo>
                    <a:lnTo>
                      <a:pt x="184" y="202"/>
                    </a:lnTo>
                    <a:lnTo>
                      <a:pt x="111" y="292"/>
                    </a:lnTo>
                    <a:lnTo>
                      <a:pt x="33" y="435"/>
                    </a:lnTo>
                    <a:lnTo>
                      <a:pt x="26" y="486"/>
                    </a:lnTo>
                    <a:lnTo>
                      <a:pt x="51" y="542"/>
                    </a:lnTo>
                    <a:lnTo>
                      <a:pt x="74" y="613"/>
                    </a:lnTo>
                    <a:lnTo>
                      <a:pt x="12" y="530"/>
                    </a:lnTo>
                    <a:lnTo>
                      <a:pt x="0" y="457"/>
                    </a:lnTo>
                    <a:lnTo>
                      <a:pt x="33" y="371"/>
                    </a:lnTo>
                    <a:lnTo>
                      <a:pt x="162" y="178"/>
                    </a:lnTo>
                    <a:lnTo>
                      <a:pt x="330" y="59"/>
                    </a:lnTo>
                    <a:lnTo>
                      <a:pt x="643" y="0"/>
                    </a:lnTo>
                    <a:lnTo>
                      <a:pt x="955" y="44"/>
                    </a:lnTo>
                    <a:lnTo>
                      <a:pt x="1182" y="202"/>
                    </a:lnTo>
                    <a:lnTo>
                      <a:pt x="1335" y="399"/>
                    </a:lnTo>
                    <a:lnTo>
                      <a:pt x="1377" y="586"/>
                    </a:lnTo>
                    <a:lnTo>
                      <a:pt x="1390" y="830"/>
                    </a:lnTo>
                    <a:lnTo>
                      <a:pt x="1362" y="943"/>
                    </a:lnTo>
                    <a:lnTo>
                      <a:pt x="1347" y="1077"/>
                    </a:lnTo>
                    <a:lnTo>
                      <a:pt x="1335" y="912"/>
                    </a:lnTo>
                    <a:lnTo>
                      <a:pt x="1270" y="837"/>
                    </a:lnTo>
                    <a:lnTo>
                      <a:pt x="1182" y="703"/>
                    </a:lnTo>
                    <a:lnTo>
                      <a:pt x="1086" y="675"/>
                    </a:lnTo>
                    <a:lnTo>
                      <a:pt x="1003" y="664"/>
                    </a:lnTo>
                    <a:lnTo>
                      <a:pt x="856" y="687"/>
                    </a:lnTo>
                    <a:lnTo>
                      <a:pt x="758" y="738"/>
                    </a:lnTo>
                    <a:lnTo>
                      <a:pt x="674" y="754"/>
                    </a:lnTo>
                    <a:lnTo>
                      <a:pt x="604" y="749"/>
                    </a:lnTo>
                    <a:lnTo>
                      <a:pt x="452" y="703"/>
                    </a:lnTo>
                    <a:lnTo>
                      <a:pt x="330" y="639"/>
                    </a:lnTo>
                    <a:lnTo>
                      <a:pt x="201" y="712"/>
                    </a:lnTo>
                    <a:lnTo>
                      <a:pt x="193" y="7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2" name="Freeform 221"/>
              <p:cNvSpPr>
                <a:spLocks/>
              </p:cNvSpPr>
              <p:nvPr/>
            </p:nvSpPr>
            <p:spPr bwMode="auto">
              <a:xfrm>
                <a:off x="3810" y="852"/>
                <a:ext cx="44" cy="85"/>
              </a:xfrm>
              <a:custGeom>
                <a:avLst/>
                <a:gdLst>
                  <a:gd name="T0" fmla="*/ 0 w 349"/>
                  <a:gd name="T1" fmla="*/ 0 h 683"/>
                  <a:gd name="T2" fmla="*/ 0 w 349"/>
                  <a:gd name="T3" fmla="*/ 0 h 683"/>
                  <a:gd name="T4" fmla="*/ 0 w 349"/>
                  <a:gd name="T5" fmla="*/ 0 h 683"/>
                  <a:gd name="T6" fmla="*/ 0 w 349"/>
                  <a:gd name="T7" fmla="*/ 0 h 683"/>
                  <a:gd name="T8" fmla="*/ 0 w 349"/>
                  <a:gd name="T9" fmla="*/ 0 h 683"/>
                  <a:gd name="T10" fmla="*/ 0 w 349"/>
                  <a:gd name="T11" fmla="*/ 0 h 683"/>
                  <a:gd name="T12" fmla="*/ 0 w 349"/>
                  <a:gd name="T13" fmla="*/ 0 h 683"/>
                  <a:gd name="T14" fmla="*/ 0 w 349"/>
                  <a:gd name="T15" fmla="*/ 0 h 683"/>
                  <a:gd name="T16" fmla="*/ 0 w 349"/>
                  <a:gd name="T17" fmla="*/ 0 h 683"/>
                  <a:gd name="T18" fmla="*/ 0 w 349"/>
                  <a:gd name="T19" fmla="*/ 0 h 683"/>
                  <a:gd name="T20" fmla="*/ 0 w 349"/>
                  <a:gd name="T21" fmla="*/ 0 h 683"/>
                  <a:gd name="T22" fmla="*/ 0 w 349"/>
                  <a:gd name="T23" fmla="*/ 0 h 683"/>
                  <a:gd name="T24" fmla="*/ 0 w 349"/>
                  <a:gd name="T25" fmla="*/ 0 h 683"/>
                  <a:gd name="T26" fmla="*/ 0 w 349"/>
                  <a:gd name="T27" fmla="*/ 0 h 683"/>
                  <a:gd name="T28" fmla="*/ 0 w 349"/>
                  <a:gd name="T29" fmla="*/ 0 h 683"/>
                  <a:gd name="T30" fmla="*/ 0 w 349"/>
                  <a:gd name="T31" fmla="*/ 0 h 683"/>
                  <a:gd name="T32" fmla="*/ 0 w 349"/>
                  <a:gd name="T33" fmla="*/ 0 h 683"/>
                  <a:gd name="T34" fmla="*/ 0 w 349"/>
                  <a:gd name="T35" fmla="*/ 0 h 683"/>
                  <a:gd name="T36" fmla="*/ 0 w 349"/>
                  <a:gd name="T37" fmla="*/ 0 h 683"/>
                  <a:gd name="T38" fmla="*/ 0 w 349"/>
                  <a:gd name="T39" fmla="*/ 0 h 683"/>
                  <a:gd name="T40" fmla="*/ 0 w 349"/>
                  <a:gd name="T41" fmla="*/ 0 h 683"/>
                  <a:gd name="T42" fmla="*/ 0 w 349"/>
                  <a:gd name="T43" fmla="*/ 0 h 683"/>
                  <a:gd name="T44" fmla="*/ 0 w 349"/>
                  <a:gd name="T45" fmla="*/ 0 h 683"/>
                  <a:gd name="T46" fmla="*/ 0 w 349"/>
                  <a:gd name="T47" fmla="*/ 0 h 683"/>
                  <a:gd name="T48" fmla="*/ 0 w 349"/>
                  <a:gd name="T49" fmla="*/ 0 h 683"/>
                  <a:gd name="T50" fmla="*/ 0 w 349"/>
                  <a:gd name="T51" fmla="*/ 0 h 683"/>
                  <a:gd name="T52" fmla="*/ 0 w 349"/>
                  <a:gd name="T53" fmla="*/ 0 h 683"/>
                  <a:gd name="T54" fmla="*/ 0 w 349"/>
                  <a:gd name="T55" fmla="*/ 0 h 683"/>
                  <a:gd name="T56" fmla="*/ 0 w 349"/>
                  <a:gd name="T57" fmla="*/ 0 h 683"/>
                  <a:gd name="T58" fmla="*/ 0 w 349"/>
                  <a:gd name="T59" fmla="*/ 0 h 683"/>
                  <a:gd name="T60" fmla="*/ 0 w 349"/>
                  <a:gd name="T61" fmla="*/ 0 h 683"/>
                  <a:gd name="T62" fmla="*/ 0 w 349"/>
                  <a:gd name="T63" fmla="*/ 0 h 683"/>
                  <a:gd name="T64" fmla="*/ 0 w 349"/>
                  <a:gd name="T65" fmla="*/ 0 h 683"/>
                  <a:gd name="T66" fmla="*/ 0 w 349"/>
                  <a:gd name="T67" fmla="*/ 0 h 683"/>
                  <a:gd name="T68" fmla="*/ 0 w 349"/>
                  <a:gd name="T69" fmla="*/ 0 h 6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49"/>
                  <a:gd name="T106" fmla="*/ 0 h 683"/>
                  <a:gd name="T107" fmla="*/ 349 w 349"/>
                  <a:gd name="T108" fmla="*/ 683 h 68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49" h="683">
                    <a:moveTo>
                      <a:pt x="283" y="106"/>
                    </a:moveTo>
                    <a:lnTo>
                      <a:pt x="252" y="81"/>
                    </a:lnTo>
                    <a:lnTo>
                      <a:pt x="217" y="74"/>
                    </a:lnTo>
                    <a:lnTo>
                      <a:pt x="201" y="112"/>
                    </a:lnTo>
                    <a:lnTo>
                      <a:pt x="199" y="171"/>
                    </a:lnTo>
                    <a:lnTo>
                      <a:pt x="192" y="246"/>
                    </a:lnTo>
                    <a:lnTo>
                      <a:pt x="164" y="307"/>
                    </a:lnTo>
                    <a:lnTo>
                      <a:pt x="141" y="353"/>
                    </a:lnTo>
                    <a:lnTo>
                      <a:pt x="141" y="411"/>
                    </a:lnTo>
                    <a:lnTo>
                      <a:pt x="141" y="442"/>
                    </a:lnTo>
                    <a:lnTo>
                      <a:pt x="79" y="399"/>
                    </a:lnTo>
                    <a:lnTo>
                      <a:pt x="56" y="330"/>
                    </a:lnTo>
                    <a:lnTo>
                      <a:pt x="98" y="237"/>
                    </a:lnTo>
                    <a:lnTo>
                      <a:pt x="123" y="141"/>
                    </a:lnTo>
                    <a:lnTo>
                      <a:pt x="123" y="62"/>
                    </a:lnTo>
                    <a:lnTo>
                      <a:pt x="141" y="30"/>
                    </a:lnTo>
                    <a:lnTo>
                      <a:pt x="164" y="26"/>
                    </a:lnTo>
                    <a:lnTo>
                      <a:pt x="123" y="0"/>
                    </a:lnTo>
                    <a:lnTo>
                      <a:pt x="52" y="18"/>
                    </a:lnTo>
                    <a:lnTo>
                      <a:pt x="17" y="70"/>
                    </a:lnTo>
                    <a:lnTo>
                      <a:pt x="0" y="178"/>
                    </a:lnTo>
                    <a:lnTo>
                      <a:pt x="6" y="274"/>
                    </a:lnTo>
                    <a:lnTo>
                      <a:pt x="30" y="343"/>
                    </a:lnTo>
                    <a:lnTo>
                      <a:pt x="58" y="404"/>
                    </a:lnTo>
                    <a:lnTo>
                      <a:pt x="123" y="464"/>
                    </a:lnTo>
                    <a:lnTo>
                      <a:pt x="187" y="505"/>
                    </a:lnTo>
                    <a:lnTo>
                      <a:pt x="213" y="545"/>
                    </a:lnTo>
                    <a:lnTo>
                      <a:pt x="243" y="593"/>
                    </a:lnTo>
                    <a:lnTo>
                      <a:pt x="274" y="629"/>
                    </a:lnTo>
                    <a:lnTo>
                      <a:pt x="309" y="646"/>
                    </a:lnTo>
                    <a:lnTo>
                      <a:pt x="349" y="683"/>
                    </a:lnTo>
                    <a:lnTo>
                      <a:pt x="309" y="569"/>
                    </a:lnTo>
                    <a:lnTo>
                      <a:pt x="279" y="290"/>
                    </a:lnTo>
                    <a:lnTo>
                      <a:pt x="305" y="81"/>
                    </a:lnTo>
                    <a:lnTo>
                      <a:pt x="283" y="1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3" name="Freeform 222"/>
              <p:cNvSpPr>
                <a:spLocks/>
              </p:cNvSpPr>
              <p:nvPr/>
            </p:nvSpPr>
            <p:spPr bwMode="auto">
              <a:xfrm>
                <a:off x="3852" y="924"/>
                <a:ext cx="138" cy="88"/>
              </a:xfrm>
              <a:custGeom>
                <a:avLst/>
                <a:gdLst>
                  <a:gd name="T0" fmla="*/ 0 w 1105"/>
                  <a:gd name="T1" fmla="*/ 0 h 705"/>
                  <a:gd name="T2" fmla="*/ 0 w 1105"/>
                  <a:gd name="T3" fmla="*/ 0 h 705"/>
                  <a:gd name="T4" fmla="*/ 0 w 1105"/>
                  <a:gd name="T5" fmla="*/ 0 h 705"/>
                  <a:gd name="T6" fmla="*/ 0 w 1105"/>
                  <a:gd name="T7" fmla="*/ 0 h 705"/>
                  <a:gd name="T8" fmla="*/ 0 w 1105"/>
                  <a:gd name="T9" fmla="*/ 0 h 705"/>
                  <a:gd name="T10" fmla="*/ 0 w 1105"/>
                  <a:gd name="T11" fmla="*/ 0 h 705"/>
                  <a:gd name="T12" fmla="*/ 0 w 1105"/>
                  <a:gd name="T13" fmla="*/ 0 h 705"/>
                  <a:gd name="T14" fmla="*/ 0 w 1105"/>
                  <a:gd name="T15" fmla="*/ 0 h 705"/>
                  <a:gd name="T16" fmla="*/ 0 w 1105"/>
                  <a:gd name="T17" fmla="*/ 0 h 705"/>
                  <a:gd name="T18" fmla="*/ 0 w 1105"/>
                  <a:gd name="T19" fmla="*/ 0 h 705"/>
                  <a:gd name="T20" fmla="*/ 0 w 1105"/>
                  <a:gd name="T21" fmla="*/ 0 h 705"/>
                  <a:gd name="T22" fmla="*/ 0 w 1105"/>
                  <a:gd name="T23" fmla="*/ 0 h 705"/>
                  <a:gd name="T24" fmla="*/ 0 w 1105"/>
                  <a:gd name="T25" fmla="*/ 0 h 705"/>
                  <a:gd name="T26" fmla="*/ 0 w 1105"/>
                  <a:gd name="T27" fmla="*/ 0 h 705"/>
                  <a:gd name="T28" fmla="*/ 0 w 1105"/>
                  <a:gd name="T29" fmla="*/ 0 h 705"/>
                  <a:gd name="T30" fmla="*/ 0 w 1105"/>
                  <a:gd name="T31" fmla="*/ 0 h 705"/>
                  <a:gd name="T32" fmla="*/ 0 w 1105"/>
                  <a:gd name="T33" fmla="*/ 0 h 705"/>
                  <a:gd name="T34" fmla="*/ 0 w 1105"/>
                  <a:gd name="T35" fmla="*/ 0 h 705"/>
                  <a:gd name="T36" fmla="*/ 0 w 1105"/>
                  <a:gd name="T37" fmla="*/ 0 h 705"/>
                  <a:gd name="T38" fmla="*/ 0 w 1105"/>
                  <a:gd name="T39" fmla="*/ 0 h 705"/>
                  <a:gd name="T40" fmla="*/ 0 w 1105"/>
                  <a:gd name="T41" fmla="*/ 0 h 705"/>
                  <a:gd name="T42" fmla="*/ 0 w 1105"/>
                  <a:gd name="T43" fmla="*/ 0 h 705"/>
                  <a:gd name="T44" fmla="*/ 0 w 1105"/>
                  <a:gd name="T45" fmla="*/ 0 h 705"/>
                  <a:gd name="T46" fmla="*/ 0 w 1105"/>
                  <a:gd name="T47" fmla="*/ 0 h 705"/>
                  <a:gd name="T48" fmla="*/ 0 w 1105"/>
                  <a:gd name="T49" fmla="*/ 0 h 705"/>
                  <a:gd name="T50" fmla="*/ 0 w 1105"/>
                  <a:gd name="T51" fmla="*/ 0 h 705"/>
                  <a:gd name="T52" fmla="*/ 0 w 1105"/>
                  <a:gd name="T53" fmla="*/ 0 h 705"/>
                  <a:gd name="T54" fmla="*/ 0 w 1105"/>
                  <a:gd name="T55" fmla="*/ 0 h 705"/>
                  <a:gd name="T56" fmla="*/ 0 w 1105"/>
                  <a:gd name="T57" fmla="*/ 0 h 705"/>
                  <a:gd name="T58" fmla="*/ 0 w 1105"/>
                  <a:gd name="T59" fmla="*/ 0 h 705"/>
                  <a:gd name="T60" fmla="*/ 0 w 1105"/>
                  <a:gd name="T61" fmla="*/ 0 h 705"/>
                  <a:gd name="T62" fmla="*/ 0 w 1105"/>
                  <a:gd name="T63" fmla="*/ 0 h 705"/>
                  <a:gd name="T64" fmla="*/ 0 w 1105"/>
                  <a:gd name="T65" fmla="*/ 0 h 7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05"/>
                  <a:gd name="T100" fmla="*/ 0 h 705"/>
                  <a:gd name="T101" fmla="*/ 1105 w 1105"/>
                  <a:gd name="T102" fmla="*/ 705 h 7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05" h="705">
                    <a:moveTo>
                      <a:pt x="35" y="131"/>
                    </a:moveTo>
                    <a:lnTo>
                      <a:pt x="113" y="270"/>
                    </a:lnTo>
                    <a:lnTo>
                      <a:pt x="228" y="386"/>
                    </a:lnTo>
                    <a:lnTo>
                      <a:pt x="388" y="572"/>
                    </a:lnTo>
                    <a:lnTo>
                      <a:pt x="526" y="611"/>
                    </a:lnTo>
                    <a:lnTo>
                      <a:pt x="632" y="652"/>
                    </a:lnTo>
                    <a:lnTo>
                      <a:pt x="706" y="646"/>
                    </a:lnTo>
                    <a:lnTo>
                      <a:pt x="925" y="572"/>
                    </a:lnTo>
                    <a:lnTo>
                      <a:pt x="948" y="518"/>
                    </a:lnTo>
                    <a:lnTo>
                      <a:pt x="1017" y="334"/>
                    </a:lnTo>
                    <a:lnTo>
                      <a:pt x="1079" y="180"/>
                    </a:lnTo>
                    <a:lnTo>
                      <a:pt x="1093" y="0"/>
                    </a:lnTo>
                    <a:lnTo>
                      <a:pt x="1105" y="252"/>
                    </a:lnTo>
                    <a:lnTo>
                      <a:pt x="1010" y="448"/>
                    </a:lnTo>
                    <a:lnTo>
                      <a:pt x="957" y="606"/>
                    </a:lnTo>
                    <a:lnTo>
                      <a:pt x="925" y="632"/>
                    </a:lnTo>
                    <a:lnTo>
                      <a:pt x="667" y="705"/>
                    </a:lnTo>
                    <a:lnTo>
                      <a:pt x="595" y="669"/>
                    </a:lnTo>
                    <a:lnTo>
                      <a:pt x="360" y="604"/>
                    </a:lnTo>
                    <a:lnTo>
                      <a:pt x="293" y="533"/>
                    </a:lnTo>
                    <a:lnTo>
                      <a:pt x="125" y="314"/>
                    </a:lnTo>
                    <a:lnTo>
                      <a:pt x="83" y="337"/>
                    </a:lnTo>
                    <a:lnTo>
                      <a:pt x="39" y="325"/>
                    </a:lnTo>
                    <a:lnTo>
                      <a:pt x="1" y="279"/>
                    </a:lnTo>
                    <a:lnTo>
                      <a:pt x="1" y="203"/>
                    </a:lnTo>
                    <a:lnTo>
                      <a:pt x="17" y="270"/>
                    </a:lnTo>
                    <a:lnTo>
                      <a:pt x="52" y="302"/>
                    </a:lnTo>
                    <a:lnTo>
                      <a:pt x="76" y="261"/>
                    </a:lnTo>
                    <a:lnTo>
                      <a:pt x="17" y="138"/>
                    </a:lnTo>
                    <a:lnTo>
                      <a:pt x="0" y="153"/>
                    </a:lnTo>
                    <a:lnTo>
                      <a:pt x="8" y="118"/>
                    </a:lnTo>
                    <a:lnTo>
                      <a:pt x="1" y="65"/>
                    </a:lnTo>
                    <a:lnTo>
                      <a:pt x="35" y="1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4" name="Freeform 223"/>
              <p:cNvSpPr>
                <a:spLocks/>
              </p:cNvSpPr>
              <p:nvPr/>
            </p:nvSpPr>
            <p:spPr bwMode="auto">
              <a:xfrm>
                <a:off x="3919" y="956"/>
                <a:ext cx="45" cy="31"/>
              </a:xfrm>
              <a:custGeom>
                <a:avLst/>
                <a:gdLst>
                  <a:gd name="T0" fmla="*/ 0 w 365"/>
                  <a:gd name="T1" fmla="*/ 0 h 246"/>
                  <a:gd name="T2" fmla="*/ 0 w 365"/>
                  <a:gd name="T3" fmla="*/ 0 h 246"/>
                  <a:gd name="T4" fmla="*/ 0 w 365"/>
                  <a:gd name="T5" fmla="*/ 0 h 246"/>
                  <a:gd name="T6" fmla="*/ 0 w 365"/>
                  <a:gd name="T7" fmla="*/ 0 h 246"/>
                  <a:gd name="T8" fmla="*/ 0 w 365"/>
                  <a:gd name="T9" fmla="*/ 0 h 246"/>
                  <a:gd name="T10" fmla="*/ 0 w 365"/>
                  <a:gd name="T11" fmla="*/ 0 h 246"/>
                  <a:gd name="T12" fmla="*/ 0 w 365"/>
                  <a:gd name="T13" fmla="*/ 0 h 246"/>
                  <a:gd name="T14" fmla="*/ 0 w 365"/>
                  <a:gd name="T15" fmla="*/ 0 h 246"/>
                  <a:gd name="T16" fmla="*/ 0 w 365"/>
                  <a:gd name="T17" fmla="*/ 0 h 246"/>
                  <a:gd name="T18" fmla="*/ 0 w 365"/>
                  <a:gd name="T19" fmla="*/ 0 h 246"/>
                  <a:gd name="T20" fmla="*/ 0 w 365"/>
                  <a:gd name="T21" fmla="*/ 0 h 246"/>
                  <a:gd name="T22" fmla="*/ 0 w 365"/>
                  <a:gd name="T23" fmla="*/ 0 h 246"/>
                  <a:gd name="T24" fmla="*/ 0 w 365"/>
                  <a:gd name="T25" fmla="*/ 0 h 246"/>
                  <a:gd name="T26" fmla="*/ 0 w 365"/>
                  <a:gd name="T27" fmla="*/ 0 h 246"/>
                  <a:gd name="T28" fmla="*/ 0 w 365"/>
                  <a:gd name="T29" fmla="*/ 0 h 246"/>
                  <a:gd name="T30" fmla="*/ 0 w 365"/>
                  <a:gd name="T31" fmla="*/ 0 h 246"/>
                  <a:gd name="T32" fmla="*/ 0 w 365"/>
                  <a:gd name="T33" fmla="*/ 0 h 246"/>
                  <a:gd name="T34" fmla="*/ 0 w 365"/>
                  <a:gd name="T35" fmla="*/ 0 h 246"/>
                  <a:gd name="T36" fmla="*/ 0 w 365"/>
                  <a:gd name="T37" fmla="*/ 0 h 246"/>
                  <a:gd name="T38" fmla="*/ 0 w 365"/>
                  <a:gd name="T39" fmla="*/ 0 h 246"/>
                  <a:gd name="T40" fmla="*/ 0 w 365"/>
                  <a:gd name="T41" fmla="*/ 0 h 246"/>
                  <a:gd name="T42" fmla="*/ 0 w 365"/>
                  <a:gd name="T43" fmla="*/ 0 h 246"/>
                  <a:gd name="T44" fmla="*/ 0 w 365"/>
                  <a:gd name="T45" fmla="*/ 0 h 2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65"/>
                  <a:gd name="T70" fmla="*/ 0 h 246"/>
                  <a:gd name="T71" fmla="*/ 365 w 365"/>
                  <a:gd name="T72" fmla="*/ 246 h 2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65" h="246">
                    <a:moveTo>
                      <a:pt x="0" y="151"/>
                    </a:moveTo>
                    <a:lnTo>
                      <a:pt x="33" y="136"/>
                    </a:lnTo>
                    <a:lnTo>
                      <a:pt x="93" y="127"/>
                    </a:lnTo>
                    <a:lnTo>
                      <a:pt x="150" y="127"/>
                    </a:lnTo>
                    <a:lnTo>
                      <a:pt x="210" y="75"/>
                    </a:lnTo>
                    <a:lnTo>
                      <a:pt x="242" y="68"/>
                    </a:lnTo>
                    <a:lnTo>
                      <a:pt x="242" y="140"/>
                    </a:lnTo>
                    <a:lnTo>
                      <a:pt x="183" y="195"/>
                    </a:lnTo>
                    <a:lnTo>
                      <a:pt x="97" y="207"/>
                    </a:lnTo>
                    <a:lnTo>
                      <a:pt x="143" y="246"/>
                    </a:lnTo>
                    <a:lnTo>
                      <a:pt x="192" y="216"/>
                    </a:lnTo>
                    <a:lnTo>
                      <a:pt x="258" y="213"/>
                    </a:lnTo>
                    <a:lnTo>
                      <a:pt x="291" y="213"/>
                    </a:lnTo>
                    <a:lnTo>
                      <a:pt x="293" y="136"/>
                    </a:lnTo>
                    <a:lnTo>
                      <a:pt x="300" y="66"/>
                    </a:lnTo>
                    <a:lnTo>
                      <a:pt x="365" y="34"/>
                    </a:lnTo>
                    <a:lnTo>
                      <a:pt x="323" y="2"/>
                    </a:lnTo>
                    <a:lnTo>
                      <a:pt x="242" y="0"/>
                    </a:lnTo>
                    <a:lnTo>
                      <a:pt x="178" y="20"/>
                    </a:lnTo>
                    <a:lnTo>
                      <a:pt x="122" y="83"/>
                    </a:lnTo>
                    <a:lnTo>
                      <a:pt x="73" y="96"/>
                    </a:lnTo>
                    <a:lnTo>
                      <a:pt x="25" y="126"/>
                    </a:lnTo>
                    <a:lnTo>
                      <a:pt x="0" y="1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5" name="Freeform 224"/>
              <p:cNvSpPr>
                <a:spLocks/>
              </p:cNvSpPr>
              <p:nvPr/>
            </p:nvSpPr>
            <p:spPr bwMode="auto">
              <a:xfrm>
                <a:off x="3989" y="905"/>
                <a:ext cx="16" cy="32"/>
              </a:xfrm>
              <a:custGeom>
                <a:avLst/>
                <a:gdLst>
                  <a:gd name="T0" fmla="*/ 0 w 132"/>
                  <a:gd name="T1" fmla="*/ 0 h 251"/>
                  <a:gd name="T2" fmla="*/ 0 w 132"/>
                  <a:gd name="T3" fmla="*/ 0 h 251"/>
                  <a:gd name="T4" fmla="*/ 0 w 132"/>
                  <a:gd name="T5" fmla="*/ 0 h 251"/>
                  <a:gd name="T6" fmla="*/ 0 w 132"/>
                  <a:gd name="T7" fmla="*/ 0 h 251"/>
                  <a:gd name="T8" fmla="*/ 0 w 132"/>
                  <a:gd name="T9" fmla="*/ 0 h 251"/>
                  <a:gd name="T10" fmla="*/ 0 w 132"/>
                  <a:gd name="T11" fmla="*/ 0 h 251"/>
                  <a:gd name="T12" fmla="*/ 0 w 132"/>
                  <a:gd name="T13" fmla="*/ 0 h 251"/>
                  <a:gd name="T14" fmla="*/ 0 w 132"/>
                  <a:gd name="T15" fmla="*/ 0 h 251"/>
                  <a:gd name="T16" fmla="*/ 0 w 132"/>
                  <a:gd name="T17" fmla="*/ 0 h 251"/>
                  <a:gd name="T18" fmla="*/ 0 w 132"/>
                  <a:gd name="T19" fmla="*/ 0 h 251"/>
                  <a:gd name="T20" fmla="*/ 0 w 132"/>
                  <a:gd name="T21" fmla="*/ 0 h 251"/>
                  <a:gd name="T22" fmla="*/ 0 w 132"/>
                  <a:gd name="T23" fmla="*/ 0 h 251"/>
                  <a:gd name="T24" fmla="*/ 0 w 132"/>
                  <a:gd name="T25" fmla="*/ 0 h 251"/>
                  <a:gd name="T26" fmla="*/ 0 w 132"/>
                  <a:gd name="T27" fmla="*/ 0 h 251"/>
                  <a:gd name="T28" fmla="*/ 0 w 132"/>
                  <a:gd name="T29" fmla="*/ 0 h 251"/>
                  <a:gd name="T30" fmla="*/ 0 w 132"/>
                  <a:gd name="T31" fmla="*/ 0 h 251"/>
                  <a:gd name="T32" fmla="*/ 0 w 132"/>
                  <a:gd name="T33" fmla="*/ 0 h 251"/>
                  <a:gd name="T34" fmla="*/ 0 w 132"/>
                  <a:gd name="T35" fmla="*/ 0 h 2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251"/>
                  <a:gd name="T56" fmla="*/ 132 w 132"/>
                  <a:gd name="T57" fmla="*/ 251 h 2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251">
                    <a:moveTo>
                      <a:pt x="3" y="157"/>
                    </a:moveTo>
                    <a:lnTo>
                      <a:pt x="51" y="189"/>
                    </a:lnTo>
                    <a:lnTo>
                      <a:pt x="86" y="160"/>
                    </a:lnTo>
                    <a:lnTo>
                      <a:pt x="115" y="114"/>
                    </a:lnTo>
                    <a:lnTo>
                      <a:pt x="111" y="74"/>
                    </a:lnTo>
                    <a:lnTo>
                      <a:pt x="71" y="16"/>
                    </a:lnTo>
                    <a:lnTo>
                      <a:pt x="34" y="18"/>
                    </a:lnTo>
                    <a:lnTo>
                      <a:pt x="23" y="35"/>
                    </a:lnTo>
                    <a:lnTo>
                      <a:pt x="27" y="5"/>
                    </a:lnTo>
                    <a:lnTo>
                      <a:pt x="62" y="0"/>
                    </a:lnTo>
                    <a:lnTo>
                      <a:pt x="106" y="18"/>
                    </a:lnTo>
                    <a:lnTo>
                      <a:pt x="132" y="86"/>
                    </a:lnTo>
                    <a:lnTo>
                      <a:pt x="129" y="150"/>
                    </a:lnTo>
                    <a:lnTo>
                      <a:pt x="106" y="222"/>
                    </a:lnTo>
                    <a:lnTo>
                      <a:pt x="64" y="251"/>
                    </a:lnTo>
                    <a:lnTo>
                      <a:pt x="34" y="249"/>
                    </a:lnTo>
                    <a:lnTo>
                      <a:pt x="0" y="233"/>
                    </a:lnTo>
                    <a:lnTo>
                      <a:pt x="3" y="1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6" name="Freeform 225"/>
              <p:cNvSpPr>
                <a:spLocks/>
              </p:cNvSpPr>
              <p:nvPr/>
            </p:nvSpPr>
            <p:spPr bwMode="auto">
              <a:xfrm>
                <a:off x="3865" y="930"/>
                <a:ext cx="166" cy="266"/>
              </a:xfrm>
              <a:custGeom>
                <a:avLst/>
                <a:gdLst>
                  <a:gd name="T0" fmla="*/ 0 w 1327"/>
                  <a:gd name="T1" fmla="*/ 0 h 2133"/>
                  <a:gd name="T2" fmla="*/ 0 w 1327"/>
                  <a:gd name="T3" fmla="*/ 0 h 2133"/>
                  <a:gd name="T4" fmla="*/ 0 w 1327"/>
                  <a:gd name="T5" fmla="*/ 0 h 2133"/>
                  <a:gd name="T6" fmla="*/ 0 w 1327"/>
                  <a:gd name="T7" fmla="*/ 0 h 2133"/>
                  <a:gd name="T8" fmla="*/ 0 w 1327"/>
                  <a:gd name="T9" fmla="*/ 0 h 2133"/>
                  <a:gd name="T10" fmla="*/ 0 w 1327"/>
                  <a:gd name="T11" fmla="*/ 0 h 2133"/>
                  <a:gd name="T12" fmla="*/ 0 w 1327"/>
                  <a:gd name="T13" fmla="*/ 0 h 2133"/>
                  <a:gd name="T14" fmla="*/ 0 w 1327"/>
                  <a:gd name="T15" fmla="*/ 0 h 2133"/>
                  <a:gd name="T16" fmla="*/ 0 w 1327"/>
                  <a:gd name="T17" fmla="*/ 0 h 2133"/>
                  <a:gd name="T18" fmla="*/ 0 w 1327"/>
                  <a:gd name="T19" fmla="*/ 0 h 2133"/>
                  <a:gd name="T20" fmla="*/ 0 w 1327"/>
                  <a:gd name="T21" fmla="*/ 0 h 2133"/>
                  <a:gd name="T22" fmla="*/ 0 w 1327"/>
                  <a:gd name="T23" fmla="*/ 0 h 2133"/>
                  <a:gd name="T24" fmla="*/ 0 w 1327"/>
                  <a:gd name="T25" fmla="*/ 0 h 2133"/>
                  <a:gd name="T26" fmla="*/ 0 w 1327"/>
                  <a:gd name="T27" fmla="*/ 0 h 2133"/>
                  <a:gd name="T28" fmla="*/ 0 w 1327"/>
                  <a:gd name="T29" fmla="*/ 0 h 2133"/>
                  <a:gd name="T30" fmla="*/ 0 w 1327"/>
                  <a:gd name="T31" fmla="*/ 0 h 2133"/>
                  <a:gd name="T32" fmla="*/ 0 w 1327"/>
                  <a:gd name="T33" fmla="*/ 0 h 2133"/>
                  <a:gd name="T34" fmla="*/ 0 w 1327"/>
                  <a:gd name="T35" fmla="*/ 0 h 2133"/>
                  <a:gd name="T36" fmla="*/ 0 w 1327"/>
                  <a:gd name="T37" fmla="*/ 0 h 2133"/>
                  <a:gd name="T38" fmla="*/ 0 w 1327"/>
                  <a:gd name="T39" fmla="*/ 0 h 2133"/>
                  <a:gd name="T40" fmla="*/ 0 w 1327"/>
                  <a:gd name="T41" fmla="*/ 0 h 2133"/>
                  <a:gd name="T42" fmla="*/ 0 w 1327"/>
                  <a:gd name="T43" fmla="*/ 0 h 2133"/>
                  <a:gd name="T44" fmla="*/ 0 w 1327"/>
                  <a:gd name="T45" fmla="*/ 0 h 2133"/>
                  <a:gd name="T46" fmla="*/ 0 w 1327"/>
                  <a:gd name="T47" fmla="*/ 0 h 2133"/>
                  <a:gd name="T48" fmla="*/ 0 w 1327"/>
                  <a:gd name="T49" fmla="*/ 0 h 2133"/>
                  <a:gd name="T50" fmla="*/ 0 w 1327"/>
                  <a:gd name="T51" fmla="*/ 0 h 2133"/>
                  <a:gd name="T52" fmla="*/ 0 w 1327"/>
                  <a:gd name="T53" fmla="*/ 0 h 213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327"/>
                  <a:gd name="T82" fmla="*/ 0 h 2133"/>
                  <a:gd name="T83" fmla="*/ 1327 w 1327"/>
                  <a:gd name="T84" fmla="*/ 2133 h 213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327" h="2133">
                    <a:moveTo>
                      <a:pt x="449" y="595"/>
                    </a:moveTo>
                    <a:lnTo>
                      <a:pt x="582" y="973"/>
                    </a:lnTo>
                    <a:lnTo>
                      <a:pt x="472" y="782"/>
                    </a:lnTo>
                    <a:lnTo>
                      <a:pt x="428" y="817"/>
                    </a:lnTo>
                    <a:lnTo>
                      <a:pt x="631" y="1395"/>
                    </a:lnTo>
                    <a:lnTo>
                      <a:pt x="899" y="916"/>
                    </a:lnTo>
                    <a:lnTo>
                      <a:pt x="1013" y="637"/>
                    </a:lnTo>
                    <a:lnTo>
                      <a:pt x="1064" y="459"/>
                    </a:lnTo>
                    <a:lnTo>
                      <a:pt x="1064" y="382"/>
                    </a:lnTo>
                    <a:lnTo>
                      <a:pt x="1064" y="336"/>
                    </a:lnTo>
                    <a:lnTo>
                      <a:pt x="986" y="169"/>
                    </a:lnTo>
                    <a:lnTo>
                      <a:pt x="986" y="0"/>
                    </a:lnTo>
                    <a:lnTo>
                      <a:pt x="1064" y="0"/>
                    </a:lnTo>
                    <a:lnTo>
                      <a:pt x="1235" y="402"/>
                    </a:lnTo>
                    <a:lnTo>
                      <a:pt x="1327" y="904"/>
                    </a:lnTo>
                    <a:lnTo>
                      <a:pt x="974" y="888"/>
                    </a:lnTo>
                    <a:lnTo>
                      <a:pt x="974" y="1231"/>
                    </a:lnTo>
                    <a:lnTo>
                      <a:pt x="719" y="1372"/>
                    </a:lnTo>
                    <a:lnTo>
                      <a:pt x="472" y="1734"/>
                    </a:lnTo>
                    <a:lnTo>
                      <a:pt x="472" y="2133"/>
                    </a:lnTo>
                    <a:lnTo>
                      <a:pt x="435" y="1734"/>
                    </a:lnTo>
                    <a:lnTo>
                      <a:pt x="177" y="1318"/>
                    </a:lnTo>
                    <a:lnTo>
                      <a:pt x="356" y="1019"/>
                    </a:lnTo>
                    <a:lnTo>
                      <a:pt x="0" y="863"/>
                    </a:lnTo>
                    <a:lnTo>
                      <a:pt x="177" y="560"/>
                    </a:lnTo>
                    <a:lnTo>
                      <a:pt x="235" y="526"/>
                    </a:lnTo>
                    <a:lnTo>
                      <a:pt x="449" y="5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7" name="Freeform 226"/>
              <p:cNvSpPr>
                <a:spLocks/>
              </p:cNvSpPr>
              <p:nvPr/>
            </p:nvSpPr>
            <p:spPr bwMode="auto">
              <a:xfrm>
                <a:off x="3934" y="951"/>
                <a:ext cx="67" cy="85"/>
              </a:xfrm>
              <a:custGeom>
                <a:avLst/>
                <a:gdLst>
                  <a:gd name="T0" fmla="*/ 0 w 535"/>
                  <a:gd name="T1" fmla="*/ 0 h 681"/>
                  <a:gd name="T2" fmla="*/ 0 w 535"/>
                  <a:gd name="T3" fmla="*/ 0 h 681"/>
                  <a:gd name="T4" fmla="*/ 0 w 535"/>
                  <a:gd name="T5" fmla="*/ 0 h 681"/>
                  <a:gd name="T6" fmla="*/ 0 w 535"/>
                  <a:gd name="T7" fmla="*/ 0 h 681"/>
                  <a:gd name="T8" fmla="*/ 0 w 535"/>
                  <a:gd name="T9" fmla="*/ 0 h 681"/>
                  <a:gd name="T10" fmla="*/ 0 w 535"/>
                  <a:gd name="T11" fmla="*/ 0 h 681"/>
                  <a:gd name="T12" fmla="*/ 0 w 535"/>
                  <a:gd name="T13" fmla="*/ 0 h 681"/>
                  <a:gd name="T14" fmla="*/ 0 w 535"/>
                  <a:gd name="T15" fmla="*/ 0 h 681"/>
                  <a:gd name="T16" fmla="*/ 0 60000 65536"/>
                  <a:gd name="T17" fmla="*/ 0 60000 65536"/>
                  <a:gd name="T18" fmla="*/ 0 60000 65536"/>
                  <a:gd name="T19" fmla="*/ 0 60000 65536"/>
                  <a:gd name="T20" fmla="*/ 0 60000 65536"/>
                  <a:gd name="T21" fmla="*/ 0 60000 65536"/>
                  <a:gd name="T22" fmla="*/ 0 60000 65536"/>
                  <a:gd name="T23" fmla="*/ 0 60000 65536"/>
                  <a:gd name="T24" fmla="*/ 0 w 535"/>
                  <a:gd name="T25" fmla="*/ 0 h 681"/>
                  <a:gd name="T26" fmla="*/ 535 w 535"/>
                  <a:gd name="T27" fmla="*/ 681 h 6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5" h="681">
                    <a:moveTo>
                      <a:pt x="0" y="479"/>
                    </a:moveTo>
                    <a:lnTo>
                      <a:pt x="201" y="604"/>
                    </a:lnTo>
                    <a:lnTo>
                      <a:pt x="401" y="681"/>
                    </a:lnTo>
                    <a:lnTo>
                      <a:pt x="535" y="327"/>
                    </a:lnTo>
                    <a:lnTo>
                      <a:pt x="535" y="112"/>
                    </a:lnTo>
                    <a:lnTo>
                      <a:pt x="415" y="0"/>
                    </a:lnTo>
                    <a:lnTo>
                      <a:pt x="281" y="391"/>
                    </a:lnTo>
                    <a:lnTo>
                      <a:pt x="0" y="4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8" name="Freeform 227"/>
              <p:cNvSpPr>
                <a:spLocks/>
              </p:cNvSpPr>
              <p:nvPr/>
            </p:nvSpPr>
            <p:spPr bwMode="auto">
              <a:xfrm>
                <a:off x="4013" y="948"/>
                <a:ext cx="141" cy="144"/>
              </a:xfrm>
              <a:custGeom>
                <a:avLst/>
                <a:gdLst>
                  <a:gd name="T0" fmla="*/ 0 w 1132"/>
                  <a:gd name="T1" fmla="*/ 0 h 1151"/>
                  <a:gd name="T2" fmla="*/ 0 w 1132"/>
                  <a:gd name="T3" fmla="*/ 0 h 1151"/>
                  <a:gd name="T4" fmla="*/ 0 w 1132"/>
                  <a:gd name="T5" fmla="*/ 0 h 1151"/>
                  <a:gd name="T6" fmla="*/ 0 w 1132"/>
                  <a:gd name="T7" fmla="*/ 0 h 1151"/>
                  <a:gd name="T8" fmla="*/ 0 w 1132"/>
                  <a:gd name="T9" fmla="*/ 0 h 1151"/>
                  <a:gd name="T10" fmla="*/ 0 w 1132"/>
                  <a:gd name="T11" fmla="*/ 0 h 1151"/>
                  <a:gd name="T12" fmla="*/ 0 w 1132"/>
                  <a:gd name="T13" fmla="*/ 0 h 1151"/>
                  <a:gd name="T14" fmla="*/ 0 w 1132"/>
                  <a:gd name="T15" fmla="*/ 0 h 1151"/>
                  <a:gd name="T16" fmla="*/ 0 w 1132"/>
                  <a:gd name="T17" fmla="*/ 0 h 1151"/>
                  <a:gd name="T18" fmla="*/ 0 w 1132"/>
                  <a:gd name="T19" fmla="*/ 0 h 1151"/>
                  <a:gd name="T20" fmla="*/ 0 w 1132"/>
                  <a:gd name="T21" fmla="*/ 0 h 1151"/>
                  <a:gd name="T22" fmla="*/ 0 w 1132"/>
                  <a:gd name="T23" fmla="*/ 0 h 1151"/>
                  <a:gd name="T24" fmla="*/ 0 w 1132"/>
                  <a:gd name="T25" fmla="*/ 0 h 1151"/>
                  <a:gd name="T26" fmla="*/ 0 w 1132"/>
                  <a:gd name="T27" fmla="*/ 0 h 11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32"/>
                  <a:gd name="T43" fmla="*/ 0 h 1151"/>
                  <a:gd name="T44" fmla="*/ 1132 w 1132"/>
                  <a:gd name="T45" fmla="*/ 1151 h 11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32" h="1151">
                    <a:moveTo>
                      <a:pt x="301" y="1151"/>
                    </a:moveTo>
                    <a:lnTo>
                      <a:pt x="288" y="501"/>
                    </a:lnTo>
                    <a:lnTo>
                      <a:pt x="403" y="379"/>
                    </a:lnTo>
                    <a:lnTo>
                      <a:pt x="560" y="301"/>
                    </a:lnTo>
                    <a:lnTo>
                      <a:pt x="786" y="266"/>
                    </a:lnTo>
                    <a:lnTo>
                      <a:pt x="1132" y="379"/>
                    </a:lnTo>
                    <a:lnTo>
                      <a:pt x="751" y="224"/>
                    </a:lnTo>
                    <a:lnTo>
                      <a:pt x="369" y="109"/>
                    </a:lnTo>
                    <a:lnTo>
                      <a:pt x="200" y="90"/>
                    </a:lnTo>
                    <a:lnTo>
                      <a:pt x="0" y="0"/>
                    </a:lnTo>
                    <a:lnTo>
                      <a:pt x="209" y="134"/>
                    </a:lnTo>
                    <a:lnTo>
                      <a:pt x="244" y="255"/>
                    </a:lnTo>
                    <a:lnTo>
                      <a:pt x="268" y="558"/>
                    </a:lnTo>
                    <a:lnTo>
                      <a:pt x="301" y="11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9" name="Freeform 228"/>
              <p:cNvSpPr>
                <a:spLocks/>
              </p:cNvSpPr>
              <p:nvPr/>
            </p:nvSpPr>
            <p:spPr bwMode="auto">
              <a:xfrm>
                <a:off x="3952" y="1103"/>
                <a:ext cx="78" cy="104"/>
              </a:xfrm>
              <a:custGeom>
                <a:avLst/>
                <a:gdLst>
                  <a:gd name="T0" fmla="*/ 0 w 620"/>
                  <a:gd name="T1" fmla="*/ 0 h 829"/>
                  <a:gd name="T2" fmla="*/ 0 w 620"/>
                  <a:gd name="T3" fmla="*/ 0 h 829"/>
                  <a:gd name="T4" fmla="*/ 0 w 620"/>
                  <a:gd name="T5" fmla="*/ 0 h 829"/>
                  <a:gd name="T6" fmla="*/ 0 w 620"/>
                  <a:gd name="T7" fmla="*/ 0 h 829"/>
                  <a:gd name="T8" fmla="*/ 0 w 620"/>
                  <a:gd name="T9" fmla="*/ 0 h 829"/>
                  <a:gd name="T10" fmla="*/ 0 w 620"/>
                  <a:gd name="T11" fmla="*/ 0 h 829"/>
                  <a:gd name="T12" fmla="*/ 0 w 620"/>
                  <a:gd name="T13" fmla="*/ 0 h 829"/>
                  <a:gd name="T14" fmla="*/ 0 w 620"/>
                  <a:gd name="T15" fmla="*/ 0 h 829"/>
                  <a:gd name="T16" fmla="*/ 0 w 620"/>
                  <a:gd name="T17" fmla="*/ 0 h 829"/>
                  <a:gd name="T18" fmla="*/ 0 w 620"/>
                  <a:gd name="T19" fmla="*/ 0 h 829"/>
                  <a:gd name="T20" fmla="*/ 0 w 620"/>
                  <a:gd name="T21" fmla="*/ 0 h 8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20"/>
                  <a:gd name="T34" fmla="*/ 0 h 829"/>
                  <a:gd name="T35" fmla="*/ 620 w 620"/>
                  <a:gd name="T36" fmla="*/ 829 h 8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20" h="829">
                    <a:moveTo>
                      <a:pt x="449" y="0"/>
                    </a:moveTo>
                    <a:lnTo>
                      <a:pt x="525" y="224"/>
                    </a:lnTo>
                    <a:lnTo>
                      <a:pt x="339" y="371"/>
                    </a:lnTo>
                    <a:lnTo>
                      <a:pt x="189" y="503"/>
                    </a:lnTo>
                    <a:lnTo>
                      <a:pt x="110" y="615"/>
                    </a:lnTo>
                    <a:lnTo>
                      <a:pt x="0" y="829"/>
                    </a:lnTo>
                    <a:lnTo>
                      <a:pt x="145" y="578"/>
                    </a:lnTo>
                    <a:lnTo>
                      <a:pt x="255" y="459"/>
                    </a:lnTo>
                    <a:lnTo>
                      <a:pt x="416" y="357"/>
                    </a:lnTo>
                    <a:lnTo>
                      <a:pt x="620" y="258"/>
                    </a:lnTo>
                    <a:lnTo>
                      <a:pt x="4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0" name="Freeform 229"/>
              <p:cNvSpPr>
                <a:spLocks/>
              </p:cNvSpPr>
              <p:nvPr/>
            </p:nvSpPr>
            <p:spPr bwMode="auto">
              <a:xfrm>
                <a:off x="3767" y="963"/>
                <a:ext cx="101" cy="292"/>
              </a:xfrm>
              <a:custGeom>
                <a:avLst/>
                <a:gdLst>
                  <a:gd name="T0" fmla="*/ 0 w 807"/>
                  <a:gd name="T1" fmla="*/ 0 h 2335"/>
                  <a:gd name="T2" fmla="*/ 0 w 807"/>
                  <a:gd name="T3" fmla="*/ 0 h 2335"/>
                  <a:gd name="T4" fmla="*/ 0 w 807"/>
                  <a:gd name="T5" fmla="*/ 0 h 2335"/>
                  <a:gd name="T6" fmla="*/ 0 w 807"/>
                  <a:gd name="T7" fmla="*/ 0 h 2335"/>
                  <a:gd name="T8" fmla="*/ 0 w 807"/>
                  <a:gd name="T9" fmla="*/ 0 h 2335"/>
                  <a:gd name="T10" fmla="*/ 0 w 807"/>
                  <a:gd name="T11" fmla="*/ 0 h 2335"/>
                  <a:gd name="T12" fmla="*/ 0 w 807"/>
                  <a:gd name="T13" fmla="*/ 0 h 2335"/>
                  <a:gd name="T14" fmla="*/ 0 w 807"/>
                  <a:gd name="T15" fmla="*/ 0 h 2335"/>
                  <a:gd name="T16" fmla="*/ 0 w 807"/>
                  <a:gd name="T17" fmla="*/ 0 h 2335"/>
                  <a:gd name="T18" fmla="*/ 0 w 807"/>
                  <a:gd name="T19" fmla="*/ 0 h 2335"/>
                  <a:gd name="T20" fmla="*/ 0 w 807"/>
                  <a:gd name="T21" fmla="*/ 0 h 2335"/>
                  <a:gd name="T22" fmla="*/ 0 w 807"/>
                  <a:gd name="T23" fmla="*/ 0 h 2335"/>
                  <a:gd name="T24" fmla="*/ 0 w 807"/>
                  <a:gd name="T25" fmla="*/ 0 h 2335"/>
                  <a:gd name="T26" fmla="*/ 0 w 807"/>
                  <a:gd name="T27" fmla="*/ 0 h 2335"/>
                  <a:gd name="T28" fmla="*/ 0 w 807"/>
                  <a:gd name="T29" fmla="*/ 0 h 2335"/>
                  <a:gd name="T30" fmla="*/ 0 w 807"/>
                  <a:gd name="T31" fmla="*/ 0 h 2335"/>
                  <a:gd name="T32" fmla="*/ 0 w 807"/>
                  <a:gd name="T33" fmla="*/ 0 h 2335"/>
                  <a:gd name="T34" fmla="*/ 0 w 807"/>
                  <a:gd name="T35" fmla="*/ 0 h 2335"/>
                  <a:gd name="T36" fmla="*/ 0 w 807"/>
                  <a:gd name="T37" fmla="*/ 0 h 2335"/>
                  <a:gd name="T38" fmla="*/ 0 w 807"/>
                  <a:gd name="T39" fmla="*/ 0 h 2335"/>
                  <a:gd name="T40" fmla="*/ 0 w 807"/>
                  <a:gd name="T41" fmla="*/ 0 h 2335"/>
                  <a:gd name="T42" fmla="*/ 0 w 807"/>
                  <a:gd name="T43" fmla="*/ 0 h 2335"/>
                  <a:gd name="T44" fmla="*/ 0 w 807"/>
                  <a:gd name="T45" fmla="*/ 0 h 2335"/>
                  <a:gd name="T46" fmla="*/ 0 w 807"/>
                  <a:gd name="T47" fmla="*/ 0 h 2335"/>
                  <a:gd name="T48" fmla="*/ 0 w 807"/>
                  <a:gd name="T49" fmla="*/ 0 h 2335"/>
                  <a:gd name="T50" fmla="*/ 0 w 807"/>
                  <a:gd name="T51" fmla="*/ 0 h 23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07"/>
                  <a:gd name="T79" fmla="*/ 0 h 2335"/>
                  <a:gd name="T80" fmla="*/ 807 w 807"/>
                  <a:gd name="T81" fmla="*/ 2335 h 233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07" h="2335">
                    <a:moveTo>
                      <a:pt x="717" y="0"/>
                    </a:moveTo>
                    <a:lnTo>
                      <a:pt x="448" y="103"/>
                    </a:lnTo>
                    <a:lnTo>
                      <a:pt x="77" y="191"/>
                    </a:lnTo>
                    <a:lnTo>
                      <a:pt x="21" y="258"/>
                    </a:lnTo>
                    <a:lnTo>
                      <a:pt x="56" y="620"/>
                    </a:lnTo>
                    <a:lnTo>
                      <a:pt x="0" y="973"/>
                    </a:lnTo>
                    <a:lnTo>
                      <a:pt x="31" y="1104"/>
                    </a:lnTo>
                    <a:lnTo>
                      <a:pt x="132" y="1265"/>
                    </a:lnTo>
                    <a:lnTo>
                      <a:pt x="358" y="1542"/>
                    </a:lnTo>
                    <a:lnTo>
                      <a:pt x="67" y="1127"/>
                    </a:lnTo>
                    <a:lnTo>
                      <a:pt x="21" y="1009"/>
                    </a:lnTo>
                    <a:lnTo>
                      <a:pt x="109" y="675"/>
                    </a:lnTo>
                    <a:lnTo>
                      <a:pt x="256" y="963"/>
                    </a:lnTo>
                    <a:lnTo>
                      <a:pt x="425" y="1364"/>
                    </a:lnTo>
                    <a:lnTo>
                      <a:pt x="503" y="1821"/>
                    </a:lnTo>
                    <a:lnTo>
                      <a:pt x="583" y="1991"/>
                    </a:lnTo>
                    <a:lnTo>
                      <a:pt x="618" y="2335"/>
                    </a:lnTo>
                    <a:lnTo>
                      <a:pt x="618" y="1955"/>
                    </a:lnTo>
                    <a:lnTo>
                      <a:pt x="535" y="1747"/>
                    </a:lnTo>
                    <a:lnTo>
                      <a:pt x="390" y="973"/>
                    </a:lnTo>
                    <a:lnTo>
                      <a:pt x="372" y="1099"/>
                    </a:lnTo>
                    <a:lnTo>
                      <a:pt x="88" y="303"/>
                    </a:lnTo>
                    <a:lnTo>
                      <a:pt x="100" y="228"/>
                    </a:lnTo>
                    <a:lnTo>
                      <a:pt x="448" y="134"/>
                    </a:lnTo>
                    <a:lnTo>
                      <a:pt x="807" y="13"/>
                    </a:lnTo>
                    <a:lnTo>
                      <a:pt x="7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1" name="Freeform 230"/>
              <p:cNvSpPr>
                <a:spLocks/>
              </p:cNvSpPr>
              <p:nvPr/>
            </p:nvSpPr>
            <p:spPr bwMode="auto">
              <a:xfrm>
                <a:off x="3949" y="1103"/>
                <a:ext cx="293" cy="265"/>
              </a:xfrm>
              <a:custGeom>
                <a:avLst/>
                <a:gdLst>
                  <a:gd name="T0" fmla="*/ 0 w 2345"/>
                  <a:gd name="T1" fmla="*/ 0 h 2123"/>
                  <a:gd name="T2" fmla="*/ 0 w 2345"/>
                  <a:gd name="T3" fmla="*/ 0 h 2123"/>
                  <a:gd name="T4" fmla="*/ 0 w 2345"/>
                  <a:gd name="T5" fmla="*/ 0 h 2123"/>
                  <a:gd name="T6" fmla="*/ 0 w 2345"/>
                  <a:gd name="T7" fmla="*/ 0 h 2123"/>
                  <a:gd name="T8" fmla="*/ 0 w 2345"/>
                  <a:gd name="T9" fmla="*/ 0 h 2123"/>
                  <a:gd name="T10" fmla="*/ 0 w 2345"/>
                  <a:gd name="T11" fmla="*/ 0 h 2123"/>
                  <a:gd name="T12" fmla="*/ 0 w 2345"/>
                  <a:gd name="T13" fmla="*/ 0 h 2123"/>
                  <a:gd name="T14" fmla="*/ 0 w 2345"/>
                  <a:gd name="T15" fmla="*/ 0 h 2123"/>
                  <a:gd name="T16" fmla="*/ 0 w 2345"/>
                  <a:gd name="T17" fmla="*/ 0 h 2123"/>
                  <a:gd name="T18" fmla="*/ 0 w 2345"/>
                  <a:gd name="T19" fmla="*/ 0 h 2123"/>
                  <a:gd name="T20" fmla="*/ 0 w 2345"/>
                  <a:gd name="T21" fmla="*/ 0 h 2123"/>
                  <a:gd name="T22" fmla="*/ 0 w 2345"/>
                  <a:gd name="T23" fmla="*/ 0 h 2123"/>
                  <a:gd name="T24" fmla="*/ 0 w 2345"/>
                  <a:gd name="T25" fmla="*/ 0 h 2123"/>
                  <a:gd name="T26" fmla="*/ 0 w 2345"/>
                  <a:gd name="T27" fmla="*/ 0 h 2123"/>
                  <a:gd name="T28" fmla="*/ 0 w 2345"/>
                  <a:gd name="T29" fmla="*/ 0 h 2123"/>
                  <a:gd name="T30" fmla="*/ 0 w 2345"/>
                  <a:gd name="T31" fmla="*/ 0 h 2123"/>
                  <a:gd name="T32" fmla="*/ 0 w 2345"/>
                  <a:gd name="T33" fmla="*/ 0 h 2123"/>
                  <a:gd name="T34" fmla="*/ 0 w 2345"/>
                  <a:gd name="T35" fmla="*/ 0 h 2123"/>
                  <a:gd name="T36" fmla="*/ 0 w 2345"/>
                  <a:gd name="T37" fmla="*/ 0 h 2123"/>
                  <a:gd name="T38" fmla="*/ 0 w 2345"/>
                  <a:gd name="T39" fmla="*/ 0 h 2123"/>
                  <a:gd name="T40" fmla="*/ 0 w 2345"/>
                  <a:gd name="T41" fmla="*/ 0 h 2123"/>
                  <a:gd name="T42" fmla="*/ 0 w 2345"/>
                  <a:gd name="T43" fmla="*/ 0 h 2123"/>
                  <a:gd name="T44" fmla="*/ 0 w 2345"/>
                  <a:gd name="T45" fmla="*/ 0 h 2123"/>
                  <a:gd name="T46" fmla="*/ 0 w 2345"/>
                  <a:gd name="T47" fmla="*/ 0 h 2123"/>
                  <a:gd name="T48" fmla="*/ 0 w 2345"/>
                  <a:gd name="T49" fmla="*/ 0 h 2123"/>
                  <a:gd name="T50" fmla="*/ 0 w 2345"/>
                  <a:gd name="T51" fmla="*/ 0 h 2123"/>
                  <a:gd name="T52" fmla="*/ 0 w 2345"/>
                  <a:gd name="T53" fmla="*/ 0 h 2123"/>
                  <a:gd name="T54" fmla="*/ 0 w 2345"/>
                  <a:gd name="T55" fmla="*/ 0 h 2123"/>
                  <a:gd name="T56" fmla="*/ 0 w 2345"/>
                  <a:gd name="T57" fmla="*/ 0 h 2123"/>
                  <a:gd name="T58" fmla="*/ 0 w 2345"/>
                  <a:gd name="T59" fmla="*/ 0 h 2123"/>
                  <a:gd name="T60" fmla="*/ 0 w 2345"/>
                  <a:gd name="T61" fmla="*/ 0 h 2123"/>
                  <a:gd name="T62" fmla="*/ 0 w 2345"/>
                  <a:gd name="T63" fmla="*/ 0 h 2123"/>
                  <a:gd name="T64" fmla="*/ 0 w 2345"/>
                  <a:gd name="T65" fmla="*/ 0 h 2123"/>
                  <a:gd name="T66" fmla="*/ 0 w 2345"/>
                  <a:gd name="T67" fmla="*/ 0 h 2123"/>
                  <a:gd name="T68" fmla="*/ 0 w 2345"/>
                  <a:gd name="T69" fmla="*/ 0 h 212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345"/>
                  <a:gd name="T106" fmla="*/ 0 h 2123"/>
                  <a:gd name="T107" fmla="*/ 2345 w 2345"/>
                  <a:gd name="T108" fmla="*/ 2123 h 212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345" h="2123">
                    <a:moveTo>
                      <a:pt x="1992" y="0"/>
                    </a:moveTo>
                    <a:lnTo>
                      <a:pt x="2123" y="853"/>
                    </a:lnTo>
                    <a:lnTo>
                      <a:pt x="2222" y="1464"/>
                    </a:lnTo>
                    <a:lnTo>
                      <a:pt x="2345" y="2123"/>
                    </a:lnTo>
                    <a:lnTo>
                      <a:pt x="2323" y="2123"/>
                    </a:lnTo>
                    <a:lnTo>
                      <a:pt x="2123" y="1152"/>
                    </a:lnTo>
                    <a:lnTo>
                      <a:pt x="1718" y="1362"/>
                    </a:lnTo>
                    <a:lnTo>
                      <a:pt x="1036" y="1542"/>
                    </a:lnTo>
                    <a:lnTo>
                      <a:pt x="159" y="1745"/>
                    </a:lnTo>
                    <a:lnTo>
                      <a:pt x="134" y="1699"/>
                    </a:lnTo>
                    <a:lnTo>
                      <a:pt x="227" y="1675"/>
                    </a:lnTo>
                    <a:lnTo>
                      <a:pt x="257" y="1532"/>
                    </a:lnTo>
                    <a:lnTo>
                      <a:pt x="257" y="1387"/>
                    </a:lnTo>
                    <a:lnTo>
                      <a:pt x="227" y="1251"/>
                    </a:lnTo>
                    <a:lnTo>
                      <a:pt x="159" y="1097"/>
                    </a:lnTo>
                    <a:lnTo>
                      <a:pt x="56" y="1007"/>
                    </a:lnTo>
                    <a:lnTo>
                      <a:pt x="0" y="984"/>
                    </a:lnTo>
                    <a:lnTo>
                      <a:pt x="111" y="1007"/>
                    </a:lnTo>
                    <a:lnTo>
                      <a:pt x="227" y="1097"/>
                    </a:lnTo>
                    <a:lnTo>
                      <a:pt x="257" y="1116"/>
                    </a:lnTo>
                    <a:lnTo>
                      <a:pt x="987" y="929"/>
                    </a:lnTo>
                    <a:lnTo>
                      <a:pt x="766" y="853"/>
                    </a:lnTo>
                    <a:lnTo>
                      <a:pt x="572" y="829"/>
                    </a:lnTo>
                    <a:lnTo>
                      <a:pt x="374" y="829"/>
                    </a:lnTo>
                    <a:lnTo>
                      <a:pt x="630" y="816"/>
                    </a:lnTo>
                    <a:lnTo>
                      <a:pt x="820" y="837"/>
                    </a:lnTo>
                    <a:lnTo>
                      <a:pt x="1009" y="873"/>
                    </a:lnTo>
                    <a:lnTo>
                      <a:pt x="1091" y="917"/>
                    </a:lnTo>
                    <a:lnTo>
                      <a:pt x="1866" y="638"/>
                    </a:lnTo>
                    <a:lnTo>
                      <a:pt x="1225" y="615"/>
                    </a:lnTo>
                    <a:lnTo>
                      <a:pt x="1213" y="569"/>
                    </a:lnTo>
                    <a:lnTo>
                      <a:pt x="1626" y="560"/>
                    </a:lnTo>
                    <a:lnTo>
                      <a:pt x="1877" y="482"/>
                    </a:lnTo>
                    <a:lnTo>
                      <a:pt x="2022" y="482"/>
                    </a:lnTo>
                    <a:lnTo>
                      <a:pt x="19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2" name="Freeform 231"/>
              <p:cNvSpPr>
                <a:spLocks/>
              </p:cNvSpPr>
              <p:nvPr/>
            </p:nvSpPr>
            <p:spPr bwMode="auto">
              <a:xfrm>
                <a:off x="3952" y="1004"/>
                <a:ext cx="236" cy="216"/>
              </a:xfrm>
              <a:custGeom>
                <a:avLst/>
                <a:gdLst>
                  <a:gd name="T0" fmla="*/ 0 w 1886"/>
                  <a:gd name="T1" fmla="*/ 0 h 1732"/>
                  <a:gd name="T2" fmla="*/ 0 w 1886"/>
                  <a:gd name="T3" fmla="*/ 0 h 1732"/>
                  <a:gd name="T4" fmla="*/ 0 w 1886"/>
                  <a:gd name="T5" fmla="*/ 0 h 1732"/>
                  <a:gd name="T6" fmla="*/ 0 w 1886"/>
                  <a:gd name="T7" fmla="*/ 0 h 1732"/>
                  <a:gd name="T8" fmla="*/ 0 w 1886"/>
                  <a:gd name="T9" fmla="*/ 0 h 1732"/>
                  <a:gd name="T10" fmla="*/ 0 w 1886"/>
                  <a:gd name="T11" fmla="*/ 0 h 1732"/>
                  <a:gd name="T12" fmla="*/ 0 w 1886"/>
                  <a:gd name="T13" fmla="*/ 0 h 1732"/>
                  <a:gd name="T14" fmla="*/ 0 w 1886"/>
                  <a:gd name="T15" fmla="*/ 0 h 1732"/>
                  <a:gd name="T16" fmla="*/ 0 w 1886"/>
                  <a:gd name="T17" fmla="*/ 0 h 1732"/>
                  <a:gd name="T18" fmla="*/ 0 w 1886"/>
                  <a:gd name="T19" fmla="*/ 0 h 1732"/>
                  <a:gd name="T20" fmla="*/ 0 w 1886"/>
                  <a:gd name="T21" fmla="*/ 0 h 1732"/>
                  <a:gd name="T22" fmla="*/ 0 w 1886"/>
                  <a:gd name="T23" fmla="*/ 0 h 1732"/>
                  <a:gd name="T24" fmla="*/ 0 w 1886"/>
                  <a:gd name="T25" fmla="*/ 0 h 1732"/>
                  <a:gd name="T26" fmla="*/ 0 w 1886"/>
                  <a:gd name="T27" fmla="*/ 0 h 1732"/>
                  <a:gd name="T28" fmla="*/ 0 w 1886"/>
                  <a:gd name="T29" fmla="*/ 0 h 1732"/>
                  <a:gd name="T30" fmla="*/ 0 w 1886"/>
                  <a:gd name="T31" fmla="*/ 0 h 1732"/>
                  <a:gd name="T32" fmla="*/ 0 w 1886"/>
                  <a:gd name="T33" fmla="*/ 0 h 1732"/>
                  <a:gd name="T34" fmla="*/ 0 w 1886"/>
                  <a:gd name="T35" fmla="*/ 0 h 1732"/>
                  <a:gd name="T36" fmla="*/ 0 w 1886"/>
                  <a:gd name="T37" fmla="*/ 0 h 1732"/>
                  <a:gd name="T38" fmla="*/ 0 w 1886"/>
                  <a:gd name="T39" fmla="*/ 0 h 1732"/>
                  <a:gd name="T40" fmla="*/ 0 w 1886"/>
                  <a:gd name="T41" fmla="*/ 0 h 1732"/>
                  <a:gd name="T42" fmla="*/ 0 w 1886"/>
                  <a:gd name="T43" fmla="*/ 0 h 1732"/>
                  <a:gd name="T44" fmla="*/ 0 w 1886"/>
                  <a:gd name="T45" fmla="*/ 0 h 1732"/>
                  <a:gd name="T46" fmla="*/ 0 w 1886"/>
                  <a:gd name="T47" fmla="*/ 0 h 1732"/>
                  <a:gd name="T48" fmla="*/ 0 w 1886"/>
                  <a:gd name="T49" fmla="*/ 0 h 1732"/>
                  <a:gd name="T50" fmla="*/ 0 w 1886"/>
                  <a:gd name="T51" fmla="*/ 0 h 1732"/>
                  <a:gd name="T52" fmla="*/ 0 w 1886"/>
                  <a:gd name="T53" fmla="*/ 0 h 1732"/>
                  <a:gd name="T54" fmla="*/ 0 w 1886"/>
                  <a:gd name="T55" fmla="*/ 0 h 1732"/>
                  <a:gd name="T56" fmla="*/ 0 w 1886"/>
                  <a:gd name="T57" fmla="*/ 0 h 1732"/>
                  <a:gd name="T58" fmla="*/ 0 w 1886"/>
                  <a:gd name="T59" fmla="*/ 0 h 1732"/>
                  <a:gd name="T60" fmla="*/ 0 w 1886"/>
                  <a:gd name="T61" fmla="*/ 0 h 1732"/>
                  <a:gd name="T62" fmla="*/ 0 w 1886"/>
                  <a:gd name="T63" fmla="*/ 0 h 173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86"/>
                  <a:gd name="T97" fmla="*/ 0 h 1732"/>
                  <a:gd name="T98" fmla="*/ 1886 w 1886"/>
                  <a:gd name="T99" fmla="*/ 1732 h 173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86" h="1732">
                    <a:moveTo>
                      <a:pt x="1664" y="0"/>
                    </a:moveTo>
                    <a:lnTo>
                      <a:pt x="1703" y="231"/>
                    </a:lnTo>
                    <a:lnTo>
                      <a:pt x="1809" y="503"/>
                    </a:lnTo>
                    <a:lnTo>
                      <a:pt x="1886" y="348"/>
                    </a:lnTo>
                    <a:lnTo>
                      <a:pt x="1833" y="556"/>
                    </a:lnTo>
                    <a:lnTo>
                      <a:pt x="1684" y="736"/>
                    </a:lnTo>
                    <a:lnTo>
                      <a:pt x="1447" y="883"/>
                    </a:lnTo>
                    <a:lnTo>
                      <a:pt x="1457" y="1037"/>
                    </a:lnTo>
                    <a:lnTo>
                      <a:pt x="1648" y="971"/>
                    </a:lnTo>
                    <a:lnTo>
                      <a:pt x="1853" y="1106"/>
                    </a:lnTo>
                    <a:lnTo>
                      <a:pt x="1427" y="1127"/>
                    </a:lnTo>
                    <a:lnTo>
                      <a:pt x="1067" y="1307"/>
                    </a:lnTo>
                    <a:lnTo>
                      <a:pt x="684" y="1450"/>
                    </a:lnTo>
                    <a:lnTo>
                      <a:pt x="0" y="1732"/>
                    </a:lnTo>
                    <a:lnTo>
                      <a:pt x="640" y="1420"/>
                    </a:lnTo>
                    <a:lnTo>
                      <a:pt x="895" y="1273"/>
                    </a:lnTo>
                    <a:lnTo>
                      <a:pt x="919" y="1070"/>
                    </a:lnTo>
                    <a:lnTo>
                      <a:pt x="1111" y="556"/>
                    </a:lnTo>
                    <a:lnTo>
                      <a:pt x="1258" y="447"/>
                    </a:lnTo>
                    <a:lnTo>
                      <a:pt x="1367" y="309"/>
                    </a:lnTo>
                    <a:lnTo>
                      <a:pt x="1471" y="134"/>
                    </a:lnTo>
                    <a:lnTo>
                      <a:pt x="1358" y="354"/>
                    </a:lnTo>
                    <a:lnTo>
                      <a:pt x="1247" y="503"/>
                    </a:lnTo>
                    <a:lnTo>
                      <a:pt x="1123" y="611"/>
                    </a:lnTo>
                    <a:lnTo>
                      <a:pt x="977" y="1070"/>
                    </a:lnTo>
                    <a:lnTo>
                      <a:pt x="1025" y="1215"/>
                    </a:lnTo>
                    <a:lnTo>
                      <a:pt x="1358" y="1058"/>
                    </a:lnTo>
                    <a:lnTo>
                      <a:pt x="1427" y="824"/>
                    </a:lnTo>
                    <a:lnTo>
                      <a:pt x="1664" y="703"/>
                    </a:lnTo>
                    <a:lnTo>
                      <a:pt x="1750" y="547"/>
                    </a:lnTo>
                    <a:lnTo>
                      <a:pt x="1694" y="268"/>
                    </a:lnTo>
                    <a:lnTo>
                      <a:pt x="16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3" name="Freeform 232"/>
              <p:cNvSpPr>
                <a:spLocks/>
              </p:cNvSpPr>
              <p:nvPr/>
            </p:nvSpPr>
            <p:spPr bwMode="auto">
              <a:xfrm>
                <a:off x="4165" y="1250"/>
                <a:ext cx="32" cy="104"/>
              </a:xfrm>
              <a:custGeom>
                <a:avLst/>
                <a:gdLst>
                  <a:gd name="T0" fmla="*/ 0 w 254"/>
                  <a:gd name="T1" fmla="*/ 0 h 837"/>
                  <a:gd name="T2" fmla="*/ 0 w 254"/>
                  <a:gd name="T3" fmla="*/ 0 h 837"/>
                  <a:gd name="T4" fmla="*/ 0 w 254"/>
                  <a:gd name="T5" fmla="*/ 0 h 837"/>
                  <a:gd name="T6" fmla="*/ 0 w 254"/>
                  <a:gd name="T7" fmla="*/ 0 h 837"/>
                  <a:gd name="T8" fmla="*/ 0 w 254"/>
                  <a:gd name="T9" fmla="*/ 0 h 837"/>
                  <a:gd name="T10" fmla="*/ 0 w 254"/>
                  <a:gd name="T11" fmla="*/ 0 h 837"/>
                  <a:gd name="T12" fmla="*/ 0 60000 65536"/>
                  <a:gd name="T13" fmla="*/ 0 60000 65536"/>
                  <a:gd name="T14" fmla="*/ 0 60000 65536"/>
                  <a:gd name="T15" fmla="*/ 0 60000 65536"/>
                  <a:gd name="T16" fmla="*/ 0 60000 65536"/>
                  <a:gd name="T17" fmla="*/ 0 60000 65536"/>
                  <a:gd name="T18" fmla="*/ 0 w 254"/>
                  <a:gd name="T19" fmla="*/ 0 h 837"/>
                  <a:gd name="T20" fmla="*/ 254 w 254"/>
                  <a:gd name="T21" fmla="*/ 837 h 837"/>
                </a:gdLst>
                <a:ahLst/>
                <a:cxnLst>
                  <a:cxn ang="T12">
                    <a:pos x="T0" y="T1"/>
                  </a:cxn>
                  <a:cxn ang="T13">
                    <a:pos x="T2" y="T3"/>
                  </a:cxn>
                  <a:cxn ang="T14">
                    <a:pos x="T4" y="T5"/>
                  </a:cxn>
                  <a:cxn ang="T15">
                    <a:pos x="T6" y="T7"/>
                  </a:cxn>
                  <a:cxn ang="T16">
                    <a:pos x="T8" y="T9"/>
                  </a:cxn>
                  <a:cxn ang="T17">
                    <a:pos x="T10" y="T11"/>
                  </a:cxn>
                </a:cxnLst>
                <a:rect l="T18" t="T19" r="T20" b="T21"/>
                <a:pathLst>
                  <a:path w="254" h="837">
                    <a:moveTo>
                      <a:pt x="254" y="0"/>
                    </a:moveTo>
                    <a:lnTo>
                      <a:pt x="139" y="328"/>
                    </a:lnTo>
                    <a:lnTo>
                      <a:pt x="0" y="837"/>
                    </a:lnTo>
                    <a:lnTo>
                      <a:pt x="25" y="416"/>
                    </a:lnTo>
                    <a:lnTo>
                      <a:pt x="106" y="88"/>
                    </a:lnTo>
                    <a:lnTo>
                      <a:pt x="2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4" name="Freeform 233"/>
              <p:cNvSpPr>
                <a:spLocks/>
              </p:cNvSpPr>
              <p:nvPr/>
            </p:nvSpPr>
            <p:spPr bwMode="auto">
              <a:xfrm>
                <a:off x="3771" y="1152"/>
                <a:ext cx="185" cy="164"/>
              </a:xfrm>
              <a:custGeom>
                <a:avLst/>
                <a:gdLst>
                  <a:gd name="T0" fmla="*/ 0 w 1482"/>
                  <a:gd name="T1" fmla="*/ 0 h 1316"/>
                  <a:gd name="T2" fmla="*/ 0 w 1482"/>
                  <a:gd name="T3" fmla="*/ 0 h 1316"/>
                  <a:gd name="T4" fmla="*/ 0 w 1482"/>
                  <a:gd name="T5" fmla="*/ 0 h 1316"/>
                  <a:gd name="T6" fmla="*/ 0 w 1482"/>
                  <a:gd name="T7" fmla="*/ 0 h 1316"/>
                  <a:gd name="T8" fmla="*/ 0 w 1482"/>
                  <a:gd name="T9" fmla="*/ 0 h 1316"/>
                  <a:gd name="T10" fmla="*/ 0 w 1482"/>
                  <a:gd name="T11" fmla="*/ 0 h 1316"/>
                  <a:gd name="T12" fmla="*/ 0 w 1482"/>
                  <a:gd name="T13" fmla="*/ 0 h 1316"/>
                  <a:gd name="T14" fmla="*/ 0 w 1482"/>
                  <a:gd name="T15" fmla="*/ 0 h 1316"/>
                  <a:gd name="T16" fmla="*/ 0 w 1482"/>
                  <a:gd name="T17" fmla="*/ 0 h 1316"/>
                  <a:gd name="T18" fmla="*/ 0 w 1482"/>
                  <a:gd name="T19" fmla="*/ 0 h 1316"/>
                  <a:gd name="T20" fmla="*/ 0 w 1482"/>
                  <a:gd name="T21" fmla="*/ 0 h 1316"/>
                  <a:gd name="T22" fmla="*/ 0 w 1482"/>
                  <a:gd name="T23" fmla="*/ 0 h 1316"/>
                  <a:gd name="T24" fmla="*/ 0 w 1482"/>
                  <a:gd name="T25" fmla="*/ 0 h 1316"/>
                  <a:gd name="T26" fmla="*/ 0 w 1482"/>
                  <a:gd name="T27" fmla="*/ 0 h 1316"/>
                  <a:gd name="T28" fmla="*/ 0 w 1482"/>
                  <a:gd name="T29" fmla="*/ 0 h 1316"/>
                  <a:gd name="T30" fmla="*/ 0 w 1482"/>
                  <a:gd name="T31" fmla="*/ 0 h 1316"/>
                  <a:gd name="T32" fmla="*/ 0 w 1482"/>
                  <a:gd name="T33" fmla="*/ 0 h 1316"/>
                  <a:gd name="T34" fmla="*/ 0 w 1482"/>
                  <a:gd name="T35" fmla="*/ 0 h 1316"/>
                  <a:gd name="T36" fmla="*/ 0 w 1482"/>
                  <a:gd name="T37" fmla="*/ 0 h 1316"/>
                  <a:gd name="T38" fmla="*/ 0 w 1482"/>
                  <a:gd name="T39" fmla="*/ 0 h 1316"/>
                  <a:gd name="T40" fmla="*/ 0 w 1482"/>
                  <a:gd name="T41" fmla="*/ 0 h 1316"/>
                  <a:gd name="T42" fmla="*/ 0 w 1482"/>
                  <a:gd name="T43" fmla="*/ 0 h 1316"/>
                  <a:gd name="T44" fmla="*/ 0 w 1482"/>
                  <a:gd name="T45" fmla="*/ 0 h 1316"/>
                  <a:gd name="T46" fmla="*/ 0 w 1482"/>
                  <a:gd name="T47" fmla="*/ 0 h 1316"/>
                  <a:gd name="T48" fmla="*/ 0 w 1482"/>
                  <a:gd name="T49" fmla="*/ 0 h 1316"/>
                  <a:gd name="T50" fmla="*/ 0 w 1482"/>
                  <a:gd name="T51" fmla="*/ 0 h 1316"/>
                  <a:gd name="T52" fmla="*/ 0 w 1482"/>
                  <a:gd name="T53" fmla="*/ 0 h 1316"/>
                  <a:gd name="T54" fmla="*/ 0 w 1482"/>
                  <a:gd name="T55" fmla="*/ 0 h 1316"/>
                  <a:gd name="T56" fmla="*/ 0 w 1482"/>
                  <a:gd name="T57" fmla="*/ 0 h 1316"/>
                  <a:gd name="T58" fmla="*/ 0 w 1482"/>
                  <a:gd name="T59" fmla="*/ 0 h 1316"/>
                  <a:gd name="T60" fmla="*/ 0 w 1482"/>
                  <a:gd name="T61" fmla="*/ 0 h 1316"/>
                  <a:gd name="T62" fmla="*/ 0 w 1482"/>
                  <a:gd name="T63" fmla="*/ 0 h 1316"/>
                  <a:gd name="T64" fmla="*/ 0 w 1482"/>
                  <a:gd name="T65" fmla="*/ 0 h 1316"/>
                  <a:gd name="T66" fmla="*/ 0 w 1482"/>
                  <a:gd name="T67" fmla="*/ 0 h 1316"/>
                  <a:gd name="T68" fmla="*/ 0 w 1482"/>
                  <a:gd name="T69" fmla="*/ 0 h 131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2"/>
                  <a:gd name="T106" fmla="*/ 0 h 1316"/>
                  <a:gd name="T107" fmla="*/ 1482 w 1482"/>
                  <a:gd name="T108" fmla="*/ 1316 h 131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2" h="1316">
                    <a:moveTo>
                      <a:pt x="461" y="131"/>
                    </a:moveTo>
                    <a:lnTo>
                      <a:pt x="341" y="55"/>
                    </a:lnTo>
                    <a:lnTo>
                      <a:pt x="417" y="177"/>
                    </a:lnTo>
                    <a:lnTo>
                      <a:pt x="156" y="32"/>
                    </a:lnTo>
                    <a:lnTo>
                      <a:pt x="0" y="0"/>
                    </a:lnTo>
                    <a:lnTo>
                      <a:pt x="271" y="267"/>
                    </a:lnTo>
                    <a:lnTo>
                      <a:pt x="417" y="300"/>
                    </a:lnTo>
                    <a:lnTo>
                      <a:pt x="484" y="445"/>
                    </a:lnTo>
                    <a:lnTo>
                      <a:pt x="304" y="415"/>
                    </a:lnTo>
                    <a:lnTo>
                      <a:pt x="46" y="279"/>
                    </a:lnTo>
                    <a:lnTo>
                      <a:pt x="260" y="537"/>
                    </a:lnTo>
                    <a:lnTo>
                      <a:pt x="46" y="1003"/>
                    </a:lnTo>
                    <a:lnTo>
                      <a:pt x="541" y="850"/>
                    </a:lnTo>
                    <a:lnTo>
                      <a:pt x="885" y="760"/>
                    </a:lnTo>
                    <a:lnTo>
                      <a:pt x="1079" y="718"/>
                    </a:lnTo>
                    <a:lnTo>
                      <a:pt x="1226" y="738"/>
                    </a:lnTo>
                    <a:lnTo>
                      <a:pt x="1350" y="859"/>
                    </a:lnTo>
                    <a:lnTo>
                      <a:pt x="1404" y="1003"/>
                    </a:lnTo>
                    <a:lnTo>
                      <a:pt x="1413" y="1060"/>
                    </a:lnTo>
                    <a:lnTo>
                      <a:pt x="1371" y="1096"/>
                    </a:lnTo>
                    <a:lnTo>
                      <a:pt x="1304" y="1162"/>
                    </a:lnTo>
                    <a:lnTo>
                      <a:pt x="1371" y="1283"/>
                    </a:lnTo>
                    <a:lnTo>
                      <a:pt x="1413" y="1316"/>
                    </a:lnTo>
                    <a:lnTo>
                      <a:pt x="1461" y="1307"/>
                    </a:lnTo>
                    <a:lnTo>
                      <a:pt x="1482" y="1230"/>
                    </a:lnTo>
                    <a:lnTo>
                      <a:pt x="1482" y="1109"/>
                    </a:lnTo>
                    <a:lnTo>
                      <a:pt x="1450" y="970"/>
                    </a:lnTo>
                    <a:lnTo>
                      <a:pt x="1385" y="825"/>
                    </a:lnTo>
                    <a:lnTo>
                      <a:pt x="1281" y="738"/>
                    </a:lnTo>
                    <a:lnTo>
                      <a:pt x="1203" y="682"/>
                    </a:lnTo>
                    <a:lnTo>
                      <a:pt x="1066" y="682"/>
                    </a:lnTo>
                    <a:lnTo>
                      <a:pt x="587" y="793"/>
                    </a:lnTo>
                    <a:lnTo>
                      <a:pt x="574" y="481"/>
                    </a:lnTo>
                    <a:lnTo>
                      <a:pt x="472" y="246"/>
                    </a:lnTo>
                    <a:lnTo>
                      <a:pt x="461" y="1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5" name="Freeform 234"/>
              <p:cNvSpPr>
                <a:spLocks/>
              </p:cNvSpPr>
              <p:nvPr/>
            </p:nvSpPr>
            <p:spPr bwMode="auto">
              <a:xfrm>
                <a:off x="3715" y="1113"/>
                <a:ext cx="62" cy="146"/>
              </a:xfrm>
              <a:custGeom>
                <a:avLst/>
                <a:gdLst>
                  <a:gd name="T0" fmla="*/ 0 w 496"/>
                  <a:gd name="T1" fmla="*/ 0 h 1171"/>
                  <a:gd name="T2" fmla="*/ 0 w 496"/>
                  <a:gd name="T3" fmla="*/ 0 h 1171"/>
                  <a:gd name="T4" fmla="*/ 0 w 496"/>
                  <a:gd name="T5" fmla="*/ 0 h 1171"/>
                  <a:gd name="T6" fmla="*/ 0 w 496"/>
                  <a:gd name="T7" fmla="*/ 0 h 1171"/>
                  <a:gd name="T8" fmla="*/ 0 w 496"/>
                  <a:gd name="T9" fmla="*/ 0 h 1171"/>
                  <a:gd name="T10" fmla="*/ 0 w 496"/>
                  <a:gd name="T11" fmla="*/ 0 h 1171"/>
                  <a:gd name="T12" fmla="*/ 0 w 496"/>
                  <a:gd name="T13" fmla="*/ 0 h 1171"/>
                  <a:gd name="T14" fmla="*/ 0 w 496"/>
                  <a:gd name="T15" fmla="*/ 0 h 1171"/>
                  <a:gd name="T16" fmla="*/ 0 w 496"/>
                  <a:gd name="T17" fmla="*/ 0 h 1171"/>
                  <a:gd name="T18" fmla="*/ 0 w 496"/>
                  <a:gd name="T19" fmla="*/ 0 h 1171"/>
                  <a:gd name="T20" fmla="*/ 0 w 496"/>
                  <a:gd name="T21" fmla="*/ 0 h 1171"/>
                  <a:gd name="T22" fmla="*/ 0 w 496"/>
                  <a:gd name="T23" fmla="*/ 0 h 1171"/>
                  <a:gd name="T24" fmla="*/ 0 w 496"/>
                  <a:gd name="T25" fmla="*/ 0 h 11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6"/>
                  <a:gd name="T40" fmla="*/ 0 h 1171"/>
                  <a:gd name="T41" fmla="*/ 496 w 496"/>
                  <a:gd name="T42" fmla="*/ 1171 h 117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6" h="1171">
                    <a:moveTo>
                      <a:pt x="496" y="0"/>
                    </a:moveTo>
                    <a:lnTo>
                      <a:pt x="406" y="153"/>
                    </a:lnTo>
                    <a:lnTo>
                      <a:pt x="428" y="268"/>
                    </a:lnTo>
                    <a:lnTo>
                      <a:pt x="292" y="612"/>
                    </a:lnTo>
                    <a:lnTo>
                      <a:pt x="215" y="782"/>
                    </a:lnTo>
                    <a:lnTo>
                      <a:pt x="94" y="828"/>
                    </a:lnTo>
                    <a:lnTo>
                      <a:pt x="0" y="1171"/>
                    </a:lnTo>
                    <a:lnTo>
                      <a:pt x="125" y="904"/>
                    </a:lnTo>
                    <a:lnTo>
                      <a:pt x="358" y="861"/>
                    </a:lnTo>
                    <a:lnTo>
                      <a:pt x="272" y="757"/>
                    </a:lnTo>
                    <a:lnTo>
                      <a:pt x="486" y="224"/>
                    </a:lnTo>
                    <a:lnTo>
                      <a:pt x="475" y="100"/>
                    </a:lnTo>
                    <a:lnTo>
                      <a:pt x="49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6" name="Freeform 235"/>
              <p:cNvSpPr>
                <a:spLocks/>
              </p:cNvSpPr>
              <p:nvPr/>
            </p:nvSpPr>
            <p:spPr bwMode="auto">
              <a:xfrm>
                <a:off x="3868" y="1282"/>
                <a:ext cx="80" cy="80"/>
              </a:xfrm>
              <a:custGeom>
                <a:avLst/>
                <a:gdLst>
                  <a:gd name="T0" fmla="*/ 0 w 637"/>
                  <a:gd name="T1" fmla="*/ 0 h 646"/>
                  <a:gd name="T2" fmla="*/ 0 w 637"/>
                  <a:gd name="T3" fmla="*/ 0 h 646"/>
                  <a:gd name="T4" fmla="*/ 0 w 637"/>
                  <a:gd name="T5" fmla="*/ 0 h 646"/>
                  <a:gd name="T6" fmla="*/ 0 w 637"/>
                  <a:gd name="T7" fmla="*/ 0 h 646"/>
                  <a:gd name="T8" fmla="*/ 0 w 637"/>
                  <a:gd name="T9" fmla="*/ 0 h 646"/>
                  <a:gd name="T10" fmla="*/ 0 w 637"/>
                  <a:gd name="T11" fmla="*/ 0 h 646"/>
                  <a:gd name="T12" fmla="*/ 0 w 637"/>
                  <a:gd name="T13" fmla="*/ 0 h 646"/>
                  <a:gd name="T14" fmla="*/ 0 w 637"/>
                  <a:gd name="T15" fmla="*/ 0 h 646"/>
                  <a:gd name="T16" fmla="*/ 0 w 637"/>
                  <a:gd name="T17" fmla="*/ 0 h 646"/>
                  <a:gd name="T18" fmla="*/ 0 w 637"/>
                  <a:gd name="T19" fmla="*/ 0 h 646"/>
                  <a:gd name="T20" fmla="*/ 0 w 637"/>
                  <a:gd name="T21" fmla="*/ 0 h 646"/>
                  <a:gd name="T22" fmla="*/ 0 w 637"/>
                  <a:gd name="T23" fmla="*/ 0 h 646"/>
                  <a:gd name="T24" fmla="*/ 0 w 637"/>
                  <a:gd name="T25" fmla="*/ 0 h 646"/>
                  <a:gd name="T26" fmla="*/ 0 w 637"/>
                  <a:gd name="T27" fmla="*/ 0 h 646"/>
                  <a:gd name="T28" fmla="*/ 0 w 637"/>
                  <a:gd name="T29" fmla="*/ 0 h 646"/>
                  <a:gd name="T30" fmla="*/ 0 w 637"/>
                  <a:gd name="T31" fmla="*/ 0 h 646"/>
                  <a:gd name="T32" fmla="*/ 0 w 637"/>
                  <a:gd name="T33" fmla="*/ 0 h 646"/>
                  <a:gd name="T34" fmla="*/ 0 w 637"/>
                  <a:gd name="T35" fmla="*/ 0 h 646"/>
                  <a:gd name="T36" fmla="*/ 0 w 637"/>
                  <a:gd name="T37" fmla="*/ 0 h 646"/>
                  <a:gd name="T38" fmla="*/ 0 w 637"/>
                  <a:gd name="T39" fmla="*/ 0 h 646"/>
                  <a:gd name="T40" fmla="*/ 0 w 637"/>
                  <a:gd name="T41" fmla="*/ 0 h 646"/>
                  <a:gd name="T42" fmla="*/ 0 w 637"/>
                  <a:gd name="T43" fmla="*/ 0 h 646"/>
                  <a:gd name="T44" fmla="*/ 0 w 637"/>
                  <a:gd name="T45" fmla="*/ 0 h 646"/>
                  <a:gd name="T46" fmla="*/ 0 w 637"/>
                  <a:gd name="T47" fmla="*/ 0 h 646"/>
                  <a:gd name="T48" fmla="*/ 0 w 637"/>
                  <a:gd name="T49" fmla="*/ 0 h 646"/>
                  <a:gd name="T50" fmla="*/ 0 w 637"/>
                  <a:gd name="T51" fmla="*/ 0 h 646"/>
                  <a:gd name="T52" fmla="*/ 0 w 637"/>
                  <a:gd name="T53" fmla="*/ 0 h 6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37"/>
                  <a:gd name="T82" fmla="*/ 0 h 646"/>
                  <a:gd name="T83" fmla="*/ 637 w 637"/>
                  <a:gd name="T84" fmla="*/ 646 h 64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37" h="646">
                    <a:moveTo>
                      <a:pt x="90" y="46"/>
                    </a:moveTo>
                    <a:lnTo>
                      <a:pt x="167" y="201"/>
                    </a:lnTo>
                    <a:lnTo>
                      <a:pt x="180" y="268"/>
                    </a:lnTo>
                    <a:lnTo>
                      <a:pt x="33" y="344"/>
                    </a:lnTo>
                    <a:lnTo>
                      <a:pt x="0" y="477"/>
                    </a:lnTo>
                    <a:lnTo>
                      <a:pt x="0" y="593"/>
                    </a:lnTo>
                    <a:lnTo>
                      <a:pt x="44" y="646"/>
                    </a:lnTo>
                    <a:lnTo>
                      <a:pt x="79" y="604"/>
                    </a:lnTo>
                    <a:lnTo>
                      <a:pt x="213" y="477"/>
                    </a:lnTo>
                    <a:lnTo>
                      <a:pt x="371" y="402"/>
                    </a:lnTo>
                    <a:lnTo>
                      <a:pt x="437" y="378"/>
                    </a:lnTo>
                    <a:lnTo>
                      <a:pt x="437" y="300"/>
                    </a:lnTo>
                    <a:lnTo>
                      <a:pt x="549" y="123"/>
                    </a:lnTo>
                    <a:lnTo>
                      <a:pt x="637" y="10"/>
                    </a:lnTo>
                    <a:lnTo>
                      <a:pt x="560" y="46"/>
                    </a:lnTo>
                    <a:lnTo>
                      <a:pt x="406" y="268"/>
                    </a:lnTo>
                    <a:lnTo>
                      <a:pt x="391" y="336"/>
                    </a:lnTo>
                    <a:lnTo>
                      <a:pt x="272" y="426"/>
                    </a:lnTo>
                    <a:lnTo>
                      <a:pt x="132" y="503"/>
                    </a:lnTo>
                    <a:lnTo>
                      <a:pt x="58" y="549"/>
                    </a:lnTo>
                    <a:lnTo>
                      <a:pt x="33" y="536"/>
                    </a:lnTo>
                    <a:lnTo>
                      <a:pt x="68" y="378"/>
                    </a:lnTo>
                    <a:lnTo>
                      <a:pt x="213" y="277"/>
                    </a:lnTo>
                    <a:lnTo>
                      <a:pt x="281" y="0"/>
                    </a:lnTo>
                    <a:lnTo>
                      <a:pt x="222" y="101"/>
                    </a:lnTo>
                    <a:lnTo>
                      <a:pt x="68" y="10"/>
                    </a:lnTo>
                    <a:lnTo>
                      <a:pt x="90"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7" name="Freeform 236"/>
              <p:cNvSpPr>
                <a:spLocks/>
              </p:cNvSpPr>
              <p:nvPr/>
            </p:nvSpPr>
            <p:spPr bwMode="auto">
              <a:xfrm>
                <a:off x="3780" y="1294"/>
                <a:ext cx="109" cy="77"/>
              </a:xfrm>
              <a:custGeom>
                <a:avLst/>
                <a:gdLst>
                  <a:gd name="T0" fmla="*/ 0 w 874"/>
                  <a:gd name="T1" fmla="*/ 0 h 615"/>
                  <a:gd name="T2" fmla="*/ 0 w 874"/>
                  <a:gd name="T3" fmla="*/ 0 h 615"/>
                  <a:gd name="T4" fmla="*/ 0 w 874"/>
                  <a:gd name="T5" fmla="*/ 0 h 615"/>
                  <a:gd name="T6" fmla="*/ 0 w 874"/>
                  <a:gd name="T7" fmla="*/ 0 h 615"/>
                  <a:gd name="T8" fmla="*/ 0 w 874"/>
                  <a:gd name="T9" fmla="*/ 0 h 615"/>
                  <a:gd name="T10" fmla="*/ 0 w 874"/>
                  <a:gd name="T11" fmla="*/ 0 h 615"/>
                  <a:gd name="T12" fmla="*/ 0 w 874"/>
                  <a:gd name="T13" fmla="*/ 0 h 615"/>
                  <a:gd name="T14" fmla="*/ 0 w 874"/>
                  <a:gd name="T15" fmla="*/ 0 h 615"/>
                  <a:gd name="T16" fmla="*/ 0 w 874"/>
                  <a:gd name="T17" fmla="*/ 0 h 615"/>
                  <a:gd name="T18" fmla="*/ 0 w 874"/>
                  <a:gd name="T19" fmla="*/ 0 h 615"/>
                  <a:gd name="T20" fmla="*/ 0 w 874"/>
                  <a:gd name="T21" fmla="*/ 0 h 615"/>
                  <a:gd name="T22" fmla="*/ 0 w 874"/>
                  <a:gd name="T23" fmla="*/ 0 h 615"/>
                  <a:gd name="T24" fmla="*/ 0 w 874"/>
                  <a:gd name="T25" fmla="*/ 0 h 615"/>
                  <a:gd name="T26" fmla="*/ 0 w 874"/>
                  <a:gd name="T27" fmla="*/ 0 h 615"/>
                  <a:gd name="T28" fmla="*/ 0 w 874"/>
                  <a:gd name="T29" fmla="*/ 0 h 61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4"/>
                  <a:gd name="T46" fmla="*/ 0 h 615"/>
                  <a:gd name="T47" fmla="*/ 874 w 874"/>
                  <a:gd name="T48" fmla="*/ 615 h 61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4" h="615">
                    <a:moveTo>
                      <a:pt x="874" y="79"/>
                    </a:moveTo>
                    <a:lnTo>
                      <a:pt x="627" y="33"/>
                    </a:lnTo>
                    <a:lnTo>
                      <a:pt x="527" y="199"/>
                    </a:lnTo>
                    <a:lnTo>
                      <a:pt x="371" y="391"/>
                    </a:lnTo>
                    <a:lnTo>
                      <a:pt x="228" y="545"/>
                    </a:lnTo>
                    <a:lnTo>
                      <a:pt x="131" y="604"/>
                    </a:lnTo>
                    <a:lnTo>
                      <a:pt x="46" y="615"/>
                    </a:lnTo>
                    <a:lnTo>
                      <a:pt x="0" y="582"/>
                    </a:lnTo>
                    <a:lnTo>
                      <a:pt x="87" y="591"/>
                    </a:lnTo>
                    <a:lnTo>
                      <a:pt x="180" y="558"/>
                    </a:lnTo>
                    <a:lnTo>
                      <a:pt x="279" y="448"/>
                    </a:lnTo>
                    <a:lnTo>
                      <a:pt x="426" y="277"/>
                    </a:lnTo>
                    <a:lnTo>
                      <a:pt x="592" y="10"/>
                    </a:lnTo>
                    <a:lnTo>
                      <a:pt x="850" y="0"/>
                    </a:lnTo>
                    <a:lnTo>
                      <a:pt x="874" y="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8" name="Freeform 237"/>
              <p:cNvSpPr>
                <a:spLocks/>
              </p:cNvSpPr>
              <p:nvPr/>
            </p:nvSpPr>
            <p:spPr bwMode="auto">
              <a:xfrm>
                <a:off x="3782" y="1293"/>
                <a:ext cx="40" cy="69"/>
              </a:xfrm>
              <a:custGeom>
                <a:avLst/>
                <a:gdLst>
                  <a:gd name="T0" fmla="*/ 0 w 315"/>
                  <a:gd name="T1" fmla="*/ 0 h 556"/>
                  <a:gd name="T2" fmla="*/ 0 w 315"/>
                  <a:gd name="T3" fmla="*/ 0 h 556"/>
                  <a:gd name="T4" fmla="*/ 0 w 315"/>
                  <a:gd name="T5" fmla="*/ 0 h 556"/>
                  <a:gd name="T6" fmla="*/ 0 w 315"/>
                  <a:gd name="T7" fmla="*/ 0 h 556"/>
                  <a:gd name="T8" fmla="*/ 0 w 315"/>
                  <a:gd name="T9" fmla="*/ 0 h 556"/>
                  <a:gd name="T10" fmla="*/ 0 w 315"/>
                  <a:gd name="T11" fmla="*/ 0 h 556"/>
                  <a:gd name="T12" fmla="*/ 0 w 315"/>
                  <a:gd name="T13" fmla="*/ 0 h 556"/>
                  <a:gd name="T14" fmla="*/ 0 w 315"/>
                  <a:gd name="T15" fmla="*/ 0 h 556"/>
                  <a:gd name="T16" fmla="*/ 0 60000 65536"/>
                  <a:gd name="T17" fmla="*/ 0 60000 65536"/>
                  <a:gd name="T18" fmla="*/ 0 60000 65536"/>
                  <a:gd name="T19" fmla="*/ 0 60000 65536"/>
                  <a:gd name="T20" fmla="*/ 0 60000 65536"/>
                  <a:gd name="T21" fmla="*/ 0 60000 65536"/>
                  <a:gd name="T22" fmla="*/ 0 60000 65536"/>
                  <a:gd name="T23" fmla="*/ 0 60000 65536"/>
                  <a:gd name="T24" fmla="*/ 0 w 315"/>
                  <a:gd name="T25" fmla="*/ 0 h 556"/>
                  <a:gd name="T26" fmla="*/ 315 w 315"/>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5" h="556">
                    <a:moveTo>
                      <a:pt x="304" y="0"/>
                    </a:moveTo>
                    <a:lnTo>
                      <a:pt x="237" y="203"/>
                    </a:lnTo>
                    <a:lnTo>
                      <a:pt x="145" y="371"/>
                    </a:lnTo>
                    <a:lnTo>
                      <a:pt x="0" y="556"/>
                    </a:lnTo>
                    <a:lnTo>
                      <a:pt x="145" y="402"/>
                    </a:lnTo>
                    <a:lnTo>
                      <a:pt x="258" y="235"/>
                    </a:lnTo>
                    <a:lnTo>
                      <a:pt x="315" y="68"/>
                    </a:lnTo>
                    <a:lnTo>
                      <a:pt x="3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9" name="Freeform 238"/>
              <p:cNvSpPr>
                <a:spLocks/>
              </p:cNvSpPr>
              <p:nvPr/>
            </p:nvSpPr>
            <p:spPr bwMode="auto">
              <a:xfrm>
                <a:off x="3777" y="1276"/>
                <a:ext cx="28" cy="63"/>
              </a:xfrm>
              <a:custGeom>
                <a:avLst/>
                <a:gdLst>
                  <a:gd name="T0" fmla="*/ 0 w 225"/>
                  <a:gd name="T1" fmla="*/ 0 h 505"/>
                  <a:gd name="T2" fmla="*/ 0 w 225"/>
                  <a:gd name="T3" fmla="*/ 0 h 505"/>
                  <a:gd name="T4" fmla="*/ 0 w 225"/>
                  <a:gd name="T5" fmla="*/ 0 h 505"/>
                  <a:gd name="T6" fmla="*/ 0 w 225"/>
                  <a:gd name="T7" fmla="*/ 0 h 505"/>
                  <a:gd name="T8" fmla="*/ 0 w 225"/>
                  <a:gd name="T9" fmla="*/ 0 h 505"/>
                  <a:gd name="T10" fmla="*/ 0 w 225"/>
                  <a:gd name="T11" fmla="*/ 0 h 505"/>
                  <a:gd name="T12" fmla="*/ 0 w 225"/>
                  <a:gd name="T13" fmla="*/ 0 h 505"/>
                  <a:gd name="T14" fmla="*/ 0 w 225"/>
                  <a:gd name="T15" fmla="*/ 0 h 505"/>
                  <a:gd name="T16" fmla="*/ 0 w 225"/>
                  <a:gd name="T17" fmla="*/ 0 h 505"/>
                  <a:gd name="T18" fmla="*/ 0 w 225"/>
                  <a:gd name="T19" fmla="*/ 0 h 505"/>
                  <a:gd name="T20" fmla="*/ 0 w 225"/>
                  <a:gd name="T21" fmla="*/ 0 h 505"/>
                  <a:gd name="T22" fmla="*/ 0 w 225"/>
                  <a:gd name="T23" fmla="*/ 0 h 505"/>
                  <a:gd name="T24" fmla="*/ 0 w 225"/>
                  <a:gd name="T25" fmla="*/ 0 h 505"/>
                  <a:gd name="T26" fmla="*/ 0 w 225"/>
                  <a:gd name="T27" fmla="*/ 0 h 505"/>
                  <a:gd name="T28" fmla="*/ 0 w 225"/>
                  <a:gd name="T29" fmla="*/ 0 h 505"/>
                  <a:gd name="T30" fmla="*/ 0 w 225"/>
                  <a:gd name="T31" fmla="*/ 0 h 50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5"/>
                  <a:gd name="T49" fmla="*/ 0 h 505"/>
                  <a:gd name="T50" fmla="*/ 225 w 225"/>
                  <a:gd name="T51" fmla="*/ 505 h 50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5" h="505">
                    <a:moveTo>
                      <a:pt x="0" y="33"/>
                    </a:moveTo>
                    <a:lnTo>
                      <a:pt x="44" y="321"/>
                    </a:lnTo>
                    <a:lnTo>
                      <a:pt x="44" y="388"/>
                    </a:lnTo>
                    <a:lnTo>
                      <a:pt x="154" y="446"/>
                    </a:lnTo>
                    <a:lnTo>
                      <a:pt x="179" y="490"/>
                    </a:lnTo>
                    <a:lnTo>
                      <a:pt x="214" y="505"/>
                    </a:lnTo>
                    <a:lnTo>
                      <a:pt x="225" y="459"/>
                    </a:lnTo>
                    <a:lnTo>
                      <a:pt x="179" y="422"/>
                    </a:lnTo>
                    <a:lnTo>
                      <a:pt x="214" y="33"/>
                    </a:lnTo>
                    <a:lnTo>
                      <a:pt x="145" y="411"/>
                    </a:lnTo>
                    <a:lnTo>
                      <a:pt x="92" y="369"/>
                    </a:lnTo>
                    <a:lnTo>
                      <a:pt x="80" y="288"/>
                    </a:lnTo>
                    <a:lnTo>
                      <a:pt x="134" y="22"/>
                    </a:lnTo>
                    <a:lnTo>
                      <a:pt x="69" y="167"/>
                    </a:lnTo>
                    <a:lnTo>
                      <a:pt x="11" y="0"/>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0" name="Freeform 239"/>
              <p:cNvSpPr>
                <a:spLocks/>
              </p:cNvSpPr>
              <p:nvPr/>
            </p:nvSpPr>
            <p:spPr bwMode="auto">
              <a:xfrm>
                <a:off x="3826" y="1332"/>
                <a:ext cx="24" cy="17"/>
              </a:xfrm>
              <a:custGeom>
                <a:avLst/>
                <a:gdLst>
                  <a:gd name="T0" fmla="*/ 0 w 191"/>
                  <a:gd name="T1" fmla="*/ 0 h 134"/>
                  <a:gd name="T2" fmla="*/ 0 w 191"/>
                  <a:gd name="T3" fmla="*/ 0 h 134"/>
                  <a:gd name="T4" fmla="*/ 0 w 191"/>
                  <a:gd name="T5" fmla="*/ 0 h 134"/>
                  <a:gd name="T6" fmla="*/ 0 w 191"/>
                  <a:gd name="T7" fmla="*/ 0 h 134"/>
                  <a:gd name="T8" fmla="*/ 0 w 191"/>
                  <a:gd name="T9" fmla="*/ 0 h 134"/>
                  <a:gd name="T10" fmla="*/ 0 60000 65536"/>
                  <a:gd name="T11" fmla="*/ 0 60000 65536"/>
                  <a:gd name="T12" fmla="*/ 0 60000 65536"/>
                  <a:gd name="T13" fmla="*/ 0 60000 65536"/>
                  <a:gd name="T14" fmla="*/ 0 60000 65536"/>
                  <a:gd name="T15" fmla="*/ 0 w 191"/>
                  <a:gd name="T16" fmla="*/ 0 h 134"/>
                  <a:gd name="T17" fmla="*/ 191 w 191"/>
                  <a:gd name="T18" fmla="*/ 134 h 134"/>
                </a:gdLst>
                <a:ahLst/>
                <a:cxnLst>
                  <a:cxn ang="T10">
                    <a:pos x="T0" y="T1"/>
                  </a:cxn>
                  <a:cxn ang="T11">
                    <a:pos x="T2" y="T3"/>
                  </a:cxn>
                  <a:cxn ang="T12">
                    <a:pos x="T4" y="T5"/>
                  </a:cxn>
                  <a:cxn ang="T13">
                    <a:pos x="T6" y="T7"/>
                  </a:cxn>
                  <a:cxn ang="T14">
                    <a:pos x="T8" y="T9"/>
                  </a:cxn>
                </a:cxnLst>
                <a:rect l="T15" t="T16" r="T17" b="T18"/>
                <a:pathLst>
                  <a:path w="191" h="134">
                    <a:moveTo>
                      <a:pt x="0" y="90"/>
                    </a:moveTo>
                    <a:lnTo>
                      <a:pt x="178" y="134"/>
                    </a:lnTo>
                    <a:lnTo>
                      <a:pt x="191" y="101"/>
                    </a:lnTo>
                    <a:lnTo>
                      <a:pt x="55" y="0"/>
                    </a:lnTo>
                    <a:lnTo>
                      <a:pt x="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1" name="Freeform 240"/>
              <p:cNvSpPr>
                <a:spLocks/>
              </p:cNvSpPr>
              <p:nvPr/>
            </p:nvSpPr>
            <p:spPr bwMode="auto">
              <a:xfrm>
                <a:off x="4342" y="955"/>
                <a:ext cx="234" cy="353"/>
              </a:xfrm>
              <a:custGeom>
                <a:avLst/>
                <a:gdLst>
                  <a:gd name="T0" fmla="*/ 0 w 1868"/>
                  <a:gd name="T1" fmla="*/ 0 h 2819"/>
                  <a:gd name="T2" fmla="*/ 0 w 1868"/>
                  <a:gd name="T3" fmla="*/ 0 h 2819"/>
                  <a:gd name="T4" fmla="*/ 0 w 1868"/>
                  <a:gd name="T5" fmla="*/ 0 h 2819"/>
                  <a:gd name="T6" fmla="*/ 0 w 1868"/>
                  <a:gd name="T7" fmla="*/ 0 h 2819"/>
                  <a:gd name="T8" fmla="*/ 0 w 1868"/>
                  <a:gd name="T9" fmla="*/ 0 h 2819"/>
                  <a:gd name="T10" fmla="*/ 0 w 1868"/>
                  <a:gd name="T11" fmla="*/ 0 h 2819"/>
                  <a:gd name="T12" fmla="*/ 0 w 1868"/>
                  <a:gd name="T13" fmla="*/ 0 h 2819"/>
                  <a:gd name="T14" fmla="*/ 0 w 1868"/>
                  <a:gd name="T15" fmla="*/ 0 h 2819"/>
                  <a:gd name="T16" fmla="*/ 0 w 1868"/>
                  <a:gd name="T17" fmla="*/ 0 h 2819"/>
                  <a:gd name="T18" fmla="*/ 0 w 1868"/>
                  <a:gd name="T19" fmla="*/ 0 h 2819"/>
                  <a:gd name="T20" fmla="*/ 0 w 1868"/>
                  <a:gd name="T21" fmla="*/ 0 h 2819"/>
                  <a:gd name="T22" fmla="*/ 0 w 1868"/>
                  <a:gd name="T23" fmla="*/ 0 h 2819"/>
                  <a:gd name="T24" fmla="*/ 0 w 1868"/>
                  <a:gd name="T25" fmla="*/ 0 h 2819"/>
                  <a:gd name="T26" fmla="*/ 0 w 1868"/>
                  <a:gd name="T27" fmla="*/ 0 h 2819"/>
                  <a:gd name="T28" fmla="*/ 0 w 1868"/>
                  <a:gd name="T29" fmla="*/ 0 h 2819"/>
                  <a:gd name="T30" fmla="*/ 0 w 1868"/>
                  <a:gd name="T31" fmla="*/ 0 h 2819"/>
                  <a:gd name="T32" fmla="*/ 0 w 1868"/>
                  <a:gd name="T33" fmla="*/ 0 h 2819"/>
                  <a:gd name="T34" fmla="*/ 0 w 1868"/>
                  <a:gd name="T35" fmla="*/ 0 h 2819"/>
                  <a:gd name="T36" fmla="*/ 0 w 1868"/>
                  <a:gd name="T37" fmla="*/ 0 h 2819"/>
                  <a:gd name="T38" fmla="*/ 0 w 1868"/>
                  <a:gd name="T39" fmla="*/ 0 h 2819"/>
                  <a:gd name="T40" fmla="*/ 0 w 1868"/>
                  <a:gd name="T41" fmla="*/ 0 h 2819"/>
                  <a:gd name="T42" fmla="*/ 0 w 1868"/>
                  <a:gd name="T43" fmla="*/ 0 h 2819"/>
                  <a:gd name="T44" fmla="*/ 0 w 1868"/>
                  <a:gd name="T45" fmla="*/ 0 h 2819"/>
                  <a:gd name="T46" fmla="*/ 0 w 1868"/>
                  <a:gd name="T47" fmla="*/ 0 h 2819"/>
                  <a:gd name="T48" fmla="*/ 0 w 1868"/>
                  <a:gd name="T49" fmla="*/ 0 h 2819"/>
                  <a:gd name="T50" fmla="*/ 0 w 1868"/>
                  <a:gd name="T51" fmla="*/ 0 h 2819"/>
                  <a:gd name="T52" fmla="*/ 0 w 1868"/>
                  <a:gd name="T53" fmla="*/ 0 h 2819"/>
                  <a:gd name="T54" fmla="*/ 0 w 1868"/>
                  <a:gd name="T55" fmla="*/ 0 h 2819"/>
                  <a:gd name="T56" fmla="*/ 0 w 1868"/>
                  <a:gd name="T57" fmla="*/ 0 h 2819"/>
                  <a:gd name="T58" fmla="*/ 0 w 1868"/>
                  <a:gd name="T59" fmla="*/ 0 h 2819"/>
                  <a:gd name="T60" fmla="*/ 0 w 1868"/>
                  <a:gd name="T61" fmla="*/ 0 h 2819"/>
                  <a:gd name="T62" fmla="*/ 0 w 1868"/>
                  <a:gd name="T63" fmla="*/ 0 h 2819"/>
                  <a:gd name="T64" fmla="*/ 0 w 1868"/>
                  <a:gd name="T65" fmla="*/ 0 h 2819"/>
                  <a:gd name="T66" fmla="*/ 0 w 1868"/>
                  <a:gd name="T67" fmla="*/ 0 h 2819"/>
                  <a:gd name="T68" fmla="*/ 0 w 1868"/>
                  <a:gd name="T69" fmla="*/ 0 h 2819"/>
                  <a:gd name="T70" fmla="*/ 0 w 1868"/>
                  <a:gd name="T71" fmla="*/ 0 h 2819"/>
                  <a:gd name="T72" fmla="*/ 0 w 1868"/>
                  <a:gd name="T73" fmla="*/ 0 h 2819"/>
                  <a:gd name="T74" fmla="*/ 0 w 1868"/>
                  <a:gd name="T75" fmla="*/ 0 h 2819"/>
                  <a:gd name="T76" fmla="*/ 0 w 1868"/>
                  <a:gd name="T77" fmla="*/ 0 h 2819"/>
                  <a:gd name="T78" fmla="*/ 0 w 1868"/>
                  <a:gd name="T79" fmla="*/ 0 h 281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868"/>
                  <a:gd name="T121" fmla="*/ 0 h 2819"/>
                  <a:gd name="T122" fmla="*/ 1868 w 1868"/>
                  <a:gd name="T123" fmla="*/ 2819 h 281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868" h="2819">
                    <a:moveTo>
                      <a:pt x="637" y="0"/>
                    </a:moveTo>
                    <a:lnTo>
                      <a:pt x="729" y="62"/>
                    </a:lnTo>
                    <a:lnTo>
                      <a:pt x="1233" y="182"/>
                    </a:lnTo>
                    <a:lnTo>
                      <a:pt x="1563" y="317"/>
                    </a:lnTo>
                    <a:lnTo>
                      <a:pt x="1868" y="488"/>
                    </a:lnTo>
                    <a:lnTo>
                      <a:pt x="1563" y="354"/>
                    </a:lnTo>
                    <a:lnTo>
                      <a:pt x="1367" y="354"/>
                    </a:lnTo>
                    <a:lnTo>
                      <a:pt x="1220" y="394"/>
                    </a:lnTo>
                    <a:lnTo>
                      <a:pt x="1049" y="499"/>
                    </a:lnTo>
                    <a:lnTo>
                      <a:pt x="872" y="673"/>
                    </a:lnTo>
                    <a:lnTo>
                      <a:pt x="664" y="1161"/>
                    </a:lnTo>
                    <a:lnTo>
                      <a:pt x="821" y="1106"/>
                    </a:lnTo>
                    <a:lnTo>
                      <a:pt x="837" y="1119"/>
                    </a:lnTo>
                    <a:lnTo>
                      <a:pt x="519" y="2042"/>
                    </a:lnTo>
                    <a:lnTo>
                      <a:pt x="503" y="2319"/>
                    </a:lnTo>
                    <a:lnTo>
                      <a:pt x="558" y="2424"/>
                    </a:lnTo>
                    <a:lnTo>
                      <a:pt x="383" y="2595"/>
                    </a:lnTo>
                    <a:lnTo>
                      <a:pt x="200" y="2807"/>
                    </a:lnTo>
                    <a:lnTo>
                      <a:pt x="251" y="2490"/>
                    </a:lnTo>
                    <a:lnTo>
                      <a:pt x="330" y="2187"/>
                    </a:lnTo>
                    <a:lnTo>
                      <a:pt x="171" y="1910"/>
                    </a:lnTo>
                    <a:lnTo>
                      <a:pt x="371" y="1728"/>
                    </a:lnTo>
                    <a:lnTo>
                      <a:pt x="466" y="1011"/>
                    </a:lnTo>
                    <a:lnTo>
                      <a:pt x="316" y="1119"/>
                    </a:lnTo>
                    <a:lnTo>
                      <a:pt x="171" y="1263"/>
                    </a:lnTo>
                    <a:lnTo>
                      <a:pt x="83" y="1659"/>
                    </a:lnTo>
                    <a:lnTo>
                      <a:pt x="53" y="2015"/>
                    </a:lnTo>
                    <a:lnTo>
                      <a:pt x="83" y="2360"/>
                    </a:lnTo>
                    <a:lnTo>
                      <a:pt x="132" y="2819"/>
                    </a:lnTo>
                    <a:lnTo>
                      <a:pt x="95" y="2819"/>
                    </a:lnTo>
                    <a:lnTo>
                      <a:pt x="42" y="2424"/>
                    </a:lnTo>
                    <a:lnTo>
                      <a:pt x="0" y="2015"/>
                    </a:lnTo>
                    <a:lnTo>
                      <a:pt x="16" y="1620"/>
                    </a:lnTo>
                    <a:lnTo>
                      <a:pt x="95" y="1304"/>
                    </a:lnTo>
                    <a:lnTo>
                      <a:pt x="185" y="1042"/>
                    </a:lnTo>
                    <a:lnTo>
                      <a:pt x="371" y="721"/>
                    </a:lnTo>
                    <a:lnTo>
                      <a:pt x="488" y="488"/>
                    </a:lnTo>
                    <a:lnTo>
                      <a:pt x="558" y="301"/>
                    </a:lnTo>
                    <a:lnTo>
                      <a:pt x="620" y="50"/>
                    </a:lnTo>
                    <a:lnTo>
                      <a:pt x="6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2" name="Freeform 241"/>
              <p:cNvSpPr>
                <a:spLocks/>
              </p:cNvSpPr>
              <p:nvPr/>
            </p:nvSpPr>
            <p:spPr bwMode="auto">
              <a:xfrm>
                <a:off x="4420" y="1060"/>
                <a:ext cx="194" cy="190"/>
              </a:xfrm>
              <a:custGeom>
                <a:avLst/>
                <a:gdLst>
                  <a:gd name="T0" fmla="*/ 0 w 1554"/>
                  <a:gd name="T1" fmla="*/ 0 h 1521"/>
                  <a:gd name="T2" fmla="*/ 0 w 1554"/>
                  <a:gd name="T3" fmla="*/ 0 h 1521"/>
                  <a:gd name="T4" fmla="*/ 0 w 1554"/>
                  <a:gd name="T5" fmla="*/ 0 h 1521"/>
                  <a:gd name="T6" fmla="*/ 0 w 1554"/>
                  <a:gd name="T7" fmla="*/ 0 h 1521"/>
                  <a:gd name="T8" fmla="*/ 0 w 1554"/>
                  <a:gd name="T9" fmla="*/ 0 h 1521"/>
                  <a:gd name="T10" fmla="*/ 0 w 1554"/>
                  <a:gd name="T11" fmla="*/ 0 h 1521"/>
                  <a:gd name="T12" fmla="*/ 0 w 1554"/>
                  <a:gd name="T13" fmla="*/ 0 h 1521"/>
                  <a:gd name="T14" fmla="*/ 0 w 1554"/>
                  <a:gd name="T15" fmla="*/ 0 h 1521"/>
                  <a:gd name="T16" fmla="*/ 0 w 1554"/>
                  <a:gd name="T17" fmla="*/ 0 h 1521"/>
                  <a:gd name="T18" fmla="*/ 0 w 1554"/>
                  <a:gd name="T19" fmla="*/ 0 h 1521"/>
                  <a:gd name="T20" fmla="*/ 0 w 1554"/>
                  <a:gd name="T21" fmla="*/ 0 h 1521"/>
                  <a:gd name="T22" fmla="*/ 0 w 1554"/>
                  <a:gd name="T23" fmla="*/ 0 h 1521"/>
                  <a:gd name="T24" fmla="*/ 0 w 1554"/>
                  <a:gd name="T25" fmla="*/ 0 h 1521"/>
                  <a:gd name="T26" fmla="*/ 0 w 1554"/>
                  <a:gd name="T27" fmla="*/ 0 h 1521"/>
                  <a:gd name="T28" fmla="*/ 0 w 1554"/>
                  <a:gd name="T29" fmla="*/ 0 h 1521"/>
                  <a:gd name="T30" fmla="*/ 0 w 1554"/>
                  <a:gd name="T31" fmla="*/ 0 h 1521"/>
                  <a:gd name="T32" fmla="*/ 0 w 1554"/>
                  <a:gd name="T33" fmla="*/ 0 h 1521"/>
                  <a:gd name="T34" fmla="*/ 0 w 1554"/>
                  <a:gd name="T35" fmla="*/ 0 h 1521"/>
                  <a:gd name="T36" fmla="*/ 0 w 1554"/>
                  <a:gd name="T37" fmla="*/ 0 h 1521"/>
                  <a:gd name="T38" fmla="*/ 0 w 1554"/>
                  <a:gd name="T39" fmla="*/ 0 h 1521"/>
                  <a:gd name="T40" fmla="*/ 0 w 1554"/>
                  <a:gd name="T41" fmla="*/ 0 h 1521"/>
                  <a:gd name="T42" fmla="*/ 0 w 1554"/>
                  <a:gd name="T43" fmla="*/ 0 h 1521"/>
                  <a:gd name="T44" fmla="*/ 0 w 1554"/>
                  <a:gd name="T45" fmla="*/ 0 h 1521"/>
                  <a:gd name="T46" fmla="*/ 0 w 1554"/>
                  <a:gd name="T47" fmla="*/ 0 h 1521"/>
                  <a:gd name="T48" fmla="*/ 0 w 1554"/>
                  <a:gd name="T49" fmla="*/ 0 h 1521"/>
                  <a:gd name="T50" fmla="*/ 0 w 1554"/>
                  <a:gd name="T51" fmla="*/ 0 h 152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4"/>
                  <a:gd name="T79" fmla="*/ 0 h 1521"/>
                  <a:gd name="T80" fmla="*/ 1554 w 1554"/>
                  <a:gd name="T81" fmla="*/ 1521 h 152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4" h="1521">
                    <a:moveTo>
                      <a:pt x="26" y="1521"/>
                    </a:moveTo>
                    <a:lnTo>
                      <a:pt x="439" y="1219"/>
                    </a:lnTo>
                    <a:lnTo>
                      <a:pt x="413" y="1044"/>
                    </a:lnTo>
                    <a:lnTo>
                      <a:pt x="429" y="901"/>
                    </a:lnTo>
                    <a:lnTo>
                      <a:pt x="492" y="765"/>
                    </a:lnTo>
                    <a:lnTo>
                      <a:pt x="625" y="569"/>
                    </a:lnTo>
                    <a:lnTo>
                      <a:pt x="798" y="401"/>
                    </a:lnTo>
                    <a:lnTo>
                      <a:pt x="971" y="322"/>
                    </a:lnTo>
                    <a:lnTo>
                      <a:pt x="1155" y="267"/>
                    </a:lnTo>
                    <a:lnTo>
                      <a:pt x="1353" y="240"/>
                    </a:lnTo>
                    <a:lnTo>
                      <a:pt x="1474" y="172"/>
                    </a:lnTo>
                    <a:lnTo>
                      <a:pt x="1529" y="108"/>
                    </a:lnTo>
                    <a:lnTo>
                      <a:pt x="1554" y="0"/>
                    </a:lnTo>
                    <a:lnTo>
                      <a:pt x="1379" y="16"/>
                    </a:lnTo>
                    <a:lnTo>
                      <a:pt x="1142" y="95"/>
                    </a:lnTo>
                    <a:lnTo>
                      <a:pt x="931" y="189"/>
                    </a:lnTo>
                    <a:lnTo>
                      <a:pt x="773" y="304"/>
                    </a:lnTo>
                    <a:lnTo>
                      <a:pt x="613" y="424"/>
                    </a:lnTo>
                    <a:lnTo>
                      <a:pt x="492" y="559"/>
                    </a:lnTo>
                    <a:lnTo>
                      <a:pt x="454" y="475"/>
                    </a:lnTo>
                    <a:lnTo>
                      <a:pt x="439" y="189"/>
                    </a:lnTo>
                    <a:lnTo>
                      <a:pt x="268" y="438"/>
                    </a:lnTo>
                    <a:lnTo>
                      <a:pt x="109" y="832"/>
                    </a:lnTo>
                    <a:lnTo>
                      <a:pt x="26" y="1219"/>
                    </a:lnTo>
                    <a:lnTo>
                      <a:pt x="0" y="1454"/>
                    </a:lnTo>
                    <a:lnTo>
                      <a:pt x="26" y="15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3" name="Freeform 242"/>
              <p:cNvSpPr>
                <a:spLocks/>
              </p:cNvSpPr>
              <p:nvPr/>
            </p:nvSpPr>
            <p:spPr bwMode="auto">
              <a:xfrm>
                <a:off x="4192" y="1070"/>
                <a:ext cx="503" cy="526"/>
              </a:xfrm>
              <a:custGeom>
                <a:avLst/>
                <a:gdLst>
                  <a:gd name="T0" fmla="*/ 0 w 4030"/>
                  <a:gd name="T1" fmla="*/ 0 h 4205"/>
                  <a:gd name="T2" fmla="*/ 0 w 4030"/>
                  <a:gd name="T3" fmla="*/ 0 h 4205"/>
                  <a:gd name="T4" fmla="*/ 0 w 4030"/>
                  <a:gd name="T5" fmla="*/ 0 h 4205"/>
                  <a:gd name="T6" fmla="*/ 0 w 4030"/>
                  <a:gd name="T7" fmla="*/ 0 h 4205"/>
                  <a:gd name="T8" fmla="*/ 0 w 4030"/>
                  <a:gd name="T9" fmla="*/ 0 h 4205"/>
                  <a:gd name="T10" fmla="*/ 0 w 4030"/>
                  <a:gd name="T11" fmla="*/ 0 h 4205"/>
                  <a:gd name="T12" fmla="*/ 0 w 4030"/>
                  <a:gd name="T13" fmla="*/ 0 h 4205"/>
                  <a:gd name="T14" fmla="*/ 0 w 4030"/>
                  <a:gd name="T15" fmla="*/ 0 h 4205"/>
                  <a:gd name="T16" fmla="*/ 0 w 4030"/>
                  <a:gd name="T17" fmla="*/ 0 h 4205"/>
                  <a:gd name="T18" fmla="*/ 0 w 4030"/>
                  <a:gd name="T19" fmla="*/ 0 h 4205"/>
                  <a:gd name="T20" fmla="*/ 0 w 4030"/>
                  <a:gd name="T21" fmla="*/ 0 h 4205"/>
                  <a:gd name="T22" fmla="*/ 0 w 4030"/>
                  <a:gd name="T23" fmla="*/ 0 h 4205"/>
                  <a:gd name="T24" fmla="*/ 0 w 4030"/>
                  <a:gd name="T25" fmla="*/ 0 h 4205"/>
                  <a:gd name="T26" fmla="*/ 0 w 4030"/>
                  <a:gd name="T27" fmla="*/ 0 h 4205"/>
                  <a:gd name="T28" fmla="*/ 0 w 4030"/>
                  <a:gd name="T29" fmla="*/ 0 h 4205"/>
                  <a:gd name="T30" fmla="*/ 0 w 4030"/>
                  <a:gd name="T31" fmla="*/ 0 h 4205"/>
                  <a:gd name="T32" fmla="*/ 0 w 4030"/>
                  <a:gd name="T33" fmla="*/ 0 h 4205"/>
                  <a:gd name="T34" fmla="*/ 0 w 4030"/>
                  <a:gd name="T35" fmla="*/ 0 h 4205"/>
                  <a:gd name="T36" fmla="*/ 0 w 4030"/>
                  <a:gd name="T37" fmla="*/ 0 h 4205"/>
                  <a:gd name="T38" fmla="*/ 0 w 4030"/>
                  <a:gd name="T39" fmla="*/ 0 h 4205"/>
                  <a:gd name="T40" fmla="*/ 0 w 4030"/>
                  <a:gd name="T41" fmla="*/ 0 h 4205"/>
                  <a:gd name="T42" fmla="*/ 0 w 4030"/>
                  <a:gd name="T43" fmla="*/ 0 h 4205"/>
                  <a:gd name="T44" fmla="*/ 0 w 4030"/>
                  <a:gd name="T45" fmla="*/ 0 h 4205"/>
                  <a:gd name="T46" fmla="*/ 0 w 4030"/>
                  <a:gd name="T47" fmla="*/ 0 h 4205"/>
                  <a:gd name="T48" fmla="*/ 0 w 4030"/>
                  <a:gd name="T49" fmla="*/ 0 h 4205"/>
                  <a:gd name="T50" fmla="*/ 0 w 4030"/>
                  <a:gd name="T51" fmla="*/ 0 h 4205"/>
                  <a:gd name="T52" fmla="*/ 0 w 4030"/>
                  <a:gd name="T53" fmla="*/ 0 h 4205"/>
                  <a:gd name="T54" fmla="*/ 0 w 4030"/>
                  <a:gd name="T55" fmla="*/ 0 h 4205"/>
                  <a:gd name="T56" fmla="*/ 0 w 4030"/>
                  <a:gd name="T57" fmla="*/ 0 h 4205"/>
                  <a:gd name="T58" fmla="*/ 0 w 4030"/>
                  <a:gd name="T59" fmla="*/ 0 h 4205"/>
                  <a:gd name="T60" fmla="*/ 0 w 4030"/>
                  <a:gd name="T61" fmla="*/ 0 h 4205"/>
                  <a:gd name="T62" fmla="*/ 0 w 4030"/>
                  <a:gd name="T63" fmla="*/ 0 h 4205"/>
                  <a:gd name="T64" fmla="*/ 0 w 4030"/>
                  <a:gd name="T65" fmla="*/ 0 h 4205"/>
                  <a:gd name="T66" fmla="*/ 0 w 4030"/>
                  <a:gd name="T67" fmla="*/ 0 h 4205"/>
                  <a:gd name="T68" fmla="*/ 0 w 4030"/>
                  <a:gd name="T69" fmla="*/ 0 h 4205"/>
                  <a:gd name="T70" fmla="*/ 0 w 4030"/>
                  <a:gd name="T71" fmla="*/ 0 h 4205"/>
                  <a:gd name="T72" fmla="*/ 0 w 4030"/>
                  <a:gd name="T73" fmla="*/ 0 h 4205"/>
                  <a:gd name="T74" fmla="*/ 0 w 4030"/>
                  <a:gd name="T75" fmla="*/ 0 h 4205"/>
                  <a:gd name="T76" fmla="*/ 0 w 4030"/>
                  <a:gd name="T77" fmla="*/ 0 h 4205"/>
                  <a:gd name="T78" fmla="*/ 0 w 4030"/>
                  <a:gd name="T79" fmla="*/ 0 h 4205"/>
                  <a:gd name="T80" fmla="*/ 0 w 4030"/>
                  <a:gd name="T81" fmla="*/ 0 h 4205"/>
                  <a:gd name="T82" fmla="*/ 0 w 4030"/>
                  <a:gd name="T83" fmla="*/ 0 h 4205"/>
                  <a:gd name="T84" fmla="*/ 0 w 4030"/>
                  <a:gd name="T85" fmla="*/ 0 h 4205"/>
                  <a:gd name="T86" fmla="*/ 0 w 4030"/>
                  <a:gd name="T87" fmla="*/ 0 h 4205"/>
                  <a:gd name="T88" fmla="*/ 0 w 4030"/>
                  <a:gd name="T89" fmla="*/ 0 h 4205"/>
                  <a:gd name="T90" fmla="*/ 0 w 4030"/>
                  <a:gd name="T91" fmla="*/ 0 h 4205"/>
                  <a:gd name="T92" fmla="*/ 0 w 4030"/>
                  <a:gd name="T93" fmla="*/ 0 h 4205"/>
                  <a:gd name="T94" fmla="*/ 0 w 4030"/>
                  <a:gd name="T95" fmla="*/ 0 h 420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30"/>
                  <a:gd name="T145" fmla="*/ 0 h 4205"/>
                  <a:gd name="T146" fmla="*/ 4030 w 4030"/>
                  <a:gd name="T147" fmla="*/ 4205 h 420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30" h="4205">
                    <a:moveTo>
                      <a:pt x="3498" y="0"/>
                    </a:moveTo>
                    <a:lnTo>
                      <a:pt x="3443" y="147"/>
                    </a:lnTo>
                    <a:lnTo>
                      <a:pt x="3344" y="242"/>
                    </a:lnTo>
                    <a:lnTo>
                      <a:pt x="3142" y="344"/>
                    </a:lnTo>
                    <a:lnTo>
                      <a:pt x="2940" y="466"/>
                    </a:lnTo>
                    <a:lnTo>
                      <a:pt x="2929" y="542"/>
                    </a:lnTo>
                    <a:lnTo>
                      <a:pt x="3101" y="528"/>
                    </a:lnTo>
                    <a:lnTo>
                      <a:pt x="3392" y="479"/>
                    </a:lnTo>
                    <a:lnTo>
                      <a:pt x="3380" y="553"/>
                    </a:lnTo>
                    <a:lnTo>
                      <a:pt x="3205" y="674"/>
                    </a:lnTo>
                    <a:lnTo>
                      <a:pt x="3011" y="752"/>
                    </a:lnTo>
                    <a:lnTo>
                      <a:pt x="2878" y="833"/>
                    </a:lnTo>
                    <a:lnTo>
                      <a:pt x="3152" y="833"/>
                    </a:lnTo>
                    <a:lnTo>
                      <a:pt x="3403" y="766"/>
                    </a:lnTo>
                    <a:lnTo>
                      <a:pt x="3300" y="911"/>
                    </a:lnTo>
                    <a:lnTo>
                      <a:pt x="3089" y="1019"/>
                    </a:lnTo>
                    <a:lnTo>
                      <a:pt x="2834" y="1079"/>
                    </a:lnTo>
                    <a:lnTo>
                      <a:pt x="2573" y="1139"/>
                    </a:lnTo>
                    <a:lnTo>
                      <a:pt x="2414" y="1202"/>
                    </a:lnTo>
                    <a:lnTo>
                      <a:pt x="2265" y="1292"/>
                    </a:lnTo>
                    <a:lnTo>
                      <a:pt x="2599" y="1241"/>
                    </a:lnTo>
                    <a:lnTo>
                      <a:pt x="2956" y="1215"/>
                    </a:lnTo>
                    <a:lnTo>
                      <a:pt x="3170" y="1178"/>
                    </a:lnTo>
                    <a:lnTo>
                      <a:pt x="3300" y="1109"/>
                    </a:lnTo>
                    <a:lnTo>
                      <a:pt x="3235" y="1257"/>
                    </a:lnTo>
                    <a:lnTo>
                      <a:pt x="3074" y="1384"/>
                    </a:lnTo>
                    <a:lnTo>
                      <a:pt x="2797" y="1492"/>
                    </a:lnTo>
                    <a:lnTo>
                      <a:pt x="2465" y="1545"/>
                    </a:lnTo>
                    <a:lnTo>
                      <a:pt x="2414" y="1556"/>
                    </a:lnTo>
                    <a:lnTo>
                      <a:pt x="2426" y="1584"/>
                    </a:lnTo>
                    <a:lnTo>
                      <a:pt x="2956" y="1808"/>
                    </a:lnTo>
                    <a:lnTo>
                      <a:pt x="2744" y="1888"/>
                    </a:lnTo>
                    <a:lnTo>
                      <a:pt x="2584" y="1863"/>
                    </a:lnTo>
                    <a:lnTo>
                      <a:pt x="2414" y="1782"/>
                    </a:lnTo>
                    <a:lnTo>
                      <a:pt x="2239" y="1665"/>
                    </a:lnTo>
                    <a:lnTo>
                      <a:pt x="2144" y="1584"/>
                    </a:lnTo>
                    <a:lnTo>
                      <a:pt x="2133" y="1584"/>
                    </a:lnTo>
                    <a:lnTo>
                      <a:pt x="2225" y="1769"/>
                    </a:lnTo>
                    <a:lnTo>
                      <a:pt x="2318" y="1955"/>
                    </a:lnTo>
                    <a:lnTo>
                      <a:pt x="2414" y="2096"/>
                    </a:lnTo>
                    <a:lnTo>
                      <a:pt x="2225" y="2008"/>
                    </a:lnTo>
                    <a:lnTo>
                      <a:pt x="2118" y="1911"/>
                    </a:lnTo>
                    <a:lnTo>
                      <a:pt x="2109" y="1927"/>
                    </a:lnTo>
                    <a:lnTo>
                      <a:pt x="2175" y="2070"/>
                    </a:lnTo>
                    <a:lnTo>
                      <a:pt x="2292" y="2312"/>
                    </a:lnTo>
                    <a:lnTo>
                      <a:pt x="2359" y="2391"/>
                    </a:lnTo>
                    <a:lnTo>
                      <a:pt x="2109" y="2414"/>
                    </a:lnTo>
                    <a:lnTo>
                      <a:pt x="1949" y="2483"/>
                    </a:lnTo>
                    <a:lnTo>
                      <a:pt x="1709" y="2507"/>
                    </a:lnTo>
                    <a:lnTo>
                      <a:pt x="1485" y="2499"/>
                    </a:lnTo>
                    <a:lnTo>
                      <a:pt x="1272" y="2467"/>
                    </a:lnTo>
                    <a:lnTo>
                      <a:pt x="1061" y="2428"/>
                    </a:lnTo>
                    <a:lnTo>
                      <a:pt x="885" y="2391"/>
                    </a:lnTo>
                    <a:lnTo>
                      <a:pt x="848" y="2444"/>
                    </a:lnTo>
                    <a:lnTo>
                      <a:pt x="1006" y="2624"/>
                    </a:lnTo>
                    <a:lnTo>
                      <a:pt x="1259" y="2810"/>
                    </a:lnTo>
                    <a:lnTo>
                      <a:pt x="1499" y="2929"/>
                    </a:lnTo>
                    <a:lnTo>
                      <a:pt x="1630" y="2995"/>
                    </a:lnTo>
                    <a:lnTo>
                      <a:pt x="1351" y="3023"/>
                    </a:lnTo>
                    <a:lnTo>
                      <a:pt x="1114" y="2929"/>
                    </a:lnTo>
                    <a:lnTo>
                      <a:pt x="874" y="2783"/>
                    </a:lnTo>
                    <a:lnTo>
                      <a:pt x="637" y="2826"/>
                    </a:lnTo>
                    <a:lnTo>
                      <a:pt x="436" y="2866"/>
                    </a:lnTo>
                    <a:lnTo>
                      <a:pt x="452" y="2905"/>
                    </a:lnTo>
                    <a:lnTo>
                      <a:pt x="1153" y="3006"/>
                    </a:lnTo>
                    <a:lnTo>
                      <a:pt x="1272" y="3050"/>
                    </a:lnTo>
                    <a:lnTo>
                      <a:pt x="964" y="3166"/>
                    </a:lnTo>
                    <a:lnTo>
                      <a:pt x="664" y="3210"/>
                    </a:lnTo>
                    <a:lnTo>
                      <a:pt x="542" y="3065"/>
                    </a:lnTo>
                    <a:lnTo>
                      <a:pt x="296" y="2852"/>
                    </a:lnTo>
                    <a:lnTo>
                      <a:pt x="120" y="2723"/>
                    </a:lnTo>
                    <a:lnTo>
                      <a:pt x="397" y="2969"/>
                    </a:lnTo>
                    <a:lnTo>
                      <a:pt x="516" y="3154"/>
                    </a:lnTo>
                    <a:lnTo>
                      <a:pt x="516" y="3248"/>
                    </a:lnTo>
                    <a:lnTo>
                      <a:pt x="452" y="3322"/>
                    </a:lnTo>
                    <a:lnTo>
                      <a:pt x="344" y="3340"/>
                    </a:lnTo>
                    <a:lnTo>
                      <a:pt x="187" y="3377"/>
                    </a:lnTo>
                    <a:lnTo>
                      <a:pt x="0" y="3443"/>
                    </a:lnTo>
                    <a:lnTo>
                      <a:pt x="358" y="3393"/>
                    </a:lnTo>
                    <a:lnTo>
                      <a:pt x="476" y="3433"/>
                    </a:lnTo>
                    <a:lnTo>
                      <a:pt x="623" y="3458"/>
                    </a:lnTo>
                    <a:lnTo>
                      <a:pt x="941" y="3353"/>
                    </a:lnTo>
                    <a:lnTo>
                      <a:pt x="1499" y="3140"/>
                    </a:lnTo>
                    <a:lnTo>
                      <a:pt x="1999" y="2905"/>
                    </a:lnTo>
                    <a:lnTo>
                      <a:pt x="2239" y="2771"/>
                    </a:lnTo>
                    <a:lnTo>
                      <a:pt x="3170" y="2921"/>
                    </a:lnTo>
                    <a:lnTo>
                      <a:pt x="3170" y="4205"/>
                    </a:lnTo>
                    <a:lnTo>
                      <a:pt x="3901" y="4205"/>
                    </a:lnTo>
                    <a:lnTo>
                      <a:pt x="3935" y="3746"/>
                    </a:lnTo>
                    <a:lnTo>
                      <a:pt x="3977" y="3551"/>
                    </a:lnTo>
                    <a:lnTo>
                      <a:pt x="4030" y="3493"/>
                    </a:lnTo>
                    <a:lnTo>
                      <a:pt x="3949" y="2296"/>
                    </a:lnTo>
                    <a:lnTo>
                      <a:pt x="3830" y="1545"/>
                    </a:lnTo>
                    <a:lnTo>
                      <a:pt x="3698" y="848"/>
                    </a:lnTo>
                    <a:lnTo>
                      <a:pt x="3577" y="263"/>
                    </a:lnTo>
                    <a:lnTo>
                      <a:pt x="3539" y="42"/>
                    </a:lnTo>
                    <a:lnTo>
                      <a:pt x="349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4" name="Freeform 243"/>
              <p:cNvSpPr>
                <a:spLocks/>
              </p:cNvSpPr>
              <p:nvPr/>
            </p:nvSpPr>
            <p:spPr bwMode="auto">
              <a:xfrm>
                <a:off x="4321" y="1062"/>
                <a:ext cx="35" cy="151"/>
              </a:xfrm>
              <a:custGeom>
                <a:avLst/>
                <a:gdLst>
                  <a:gd name="T0" fmla="*/ 0 w 279"/>
                  <a:gd name="T1" fmla="*/ 0 h 1203"/>
                  <a:gd name="T2" fmla="*/ 0 w 279"/>
                  <a:gd name="T3" fmla="*/ 0 h 1203"/>
                  <a:gd name="T4" fmla="*/ 0 w 279"/>
                  <a:gd name="T5" fmla="*/ 0 h 1203"/>
                  <a:gd name="T6" fmla="*/ 0 w 279"/>
                  <a:gd name="T7" fmla="*/ 0 h 1203"/>
                  <a:gd name="T8" fmla="*/ 0 w 279"/>
                  <a:gd name="T9" fmla="*/ 0 h 1203"/>
                  <a:gd name="T10" fmla="*/ 0 w 279"/>
                  <a:gd name="T11" fmla="*/ 0 h 1203"/>
                  <a:gd name="T12" fmla="*/ 0 w 279"/>
                  <a:gd name="T13" fmla="*/ 0 h 1203"/>
                  <a:gd name="T14" fmla="*/ 0 w 279"/>
                  <a:gd name="T15" fmla="*/ 0 h 1203"/>
                  <a:gd name="T16" fmla="*/ 0 w 279"/>
                  <a:gd name="T17" fmla="*/ 0 h 1203"/>
                  <a:gd name="T18" fmla="*/ 0 w 279"/>
                  <a:gd name="T19" fmla="*/ 0 h 1203"/>
                  <a:gd name="T20" fmla="*/ 0 w 279"/>
                  <a:gd name="T21" fmla="*/ 0 h 1203"/>
                  <a:gd name="T22" fmla="*/ 0 w 279"/>
                  <a:gd name="T23" fmla="*/ 0 h 1203"/>
                  <a:gd name="T24" fmla="*/ 0 w 279"/>
                  <a:gd name="T25" fmla="*/ 0 h 1203"/>
                  <a:gd name="T26" fmla="*/ 0 w 279"/>
                  <a:gd name="T27" fmla="*/ 0 h 1203"/>
                  <a:gd name="T28" fmla="*/ 0 w 279"/>
                  <a:gd name="T29" fmla="*/ 0 h 1203"/>
                  <a:gd name="T30" fmla="*/ 0 w 279"/>
                  <a:gd name="T31" fmla="*/ 0 h 1203"/>
                  <a:gd name="T32" fmla="*/ 0 w 279"/>
                  <a:gd name="T33" fmla="*/ 0 h 1203"/>
                  <a:gd name="T34" fmla="*/ 0 w 279"/>
                  <a:gd name="T35" fmla="*/ 0 h 1203"/>
                  <a:gd name="T36" fmla="*/ 0 w 279"/>
                  <a:gd name="T37" fmla="*/ 0 h 12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79"/>
                  <a:gd name="T58" fmla="*/ 0 h 1203"/>
                  <a:gd name="T59" fmla="*/ 279 w 279"/>
                  <a:gd name="T60" fmla="*/ 1203 h 120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79" h="1203">
                    <a:moveTo>
                      <a:pt x="37" y="0"/>
                    </a:moveTo>
                    <a:lnTo>
                      <a:pt x="37" y="106"/>
                    </a:lnTo>
                    <a:lnTo>
                      <a:pt x="79" y="237"/>
                    </a:lnTo>
                    <a:lnTo>
                      <a:pt x="118" y="316"/>
                    </a:lnTo>
                    <a:lnTo>
                      <a:pt x="187" y="398"/>
                    </a:lnTo>
                    <a:lnTo>
                      <a:pt x="279" y="449"/>
                    </a:lnTo>
                    <a:lnTo>
                      <a:pt x="266" y="486"/>
                    </a:lnTo>
                    <a:lnTo>
                      <a:pt x="146" y="449"/>
                    </a:lnTo>
                    <a:lnTo>
                      <a:pt x="171" y="606"/>
                    </a:lnTo>
                    <a:lnTo>
                      <a:pt x="187" y="989"/>
                    </a:lnTo>
                    <a:lnTo>
                      <a:pt x="187" y="1203"/>
                    </a:lnTo>
                    <a:lnTo>
                      <a:pt x="146" y="633"/>
                    </a:lnTo>
                    <a:lnTo>
                      <a:pt x="79" y="433"/>
                    </a:lnTo>
                    <a:lnTo>
                      <a:pt x="10" y="408"/>
                    </a:lnTo>
                    <a:lnTo>
                      <a:pt x="79" y="385"/>
                    </a:lnTo>
                    <a:lnTo>
                      <a:pt x="37" y="288"/>
                    </a:lnTo>
                    <a:lnTo>
                      <a:pt x="10" y="156"/>
                    </a:lnTo>
                    <a:lnTo>
                      <a:pt x="0" y="13"/>
                    </a:lnTo>
                    <a:lnTo>
                      <a:pt x="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5" name="Freeform 244"/>
              <p:cNvSpPr>
                <a:spLocks/>
              </p:cNvSpPr>
              <p:nvPr/>
            </p:nvSpPr>
            <p:spPr bwMode="auto">
              <a:xfrm>
                <a:off x="4137" y="1075"/>
                <a:ext cx="211" cy="429"/>
              </a:xfrm>
              <a:custGeom>
                <a:avLst/>
                <a:gdLst>
                  <a:gd name="T0" fmla="*/ 0 w 1683"/>
                  <a:gd name="T1" fmla="*/ 0 h 3425"/>
                  <a:gd name="T2" fmla="*/ 0 w 1683"/>
                  <a:gd name="T3" fmla="*/ 0 h 3425"/>
                  <a:gd name="T4" fmla="*/ 0 w 1683"/>
                  <a:gd name="T5" fmla="*/ 0 h 3425"/>
                  <a:gd name="T6" fmla="*/ 0 w 1683"/>
                  <a:gd name="T7" fmla="*/ 0 h 3425"/>
                  <a:gd name="T8" fmla="*/ 0 w 1683"/>
                  <a:gd name="T9" fmla="*/ 0 h 3425"/>
                  <a:gd name="T10" fmla="*/ 0 w 1683"/>
                  <a:gd name="T11" fmla="*/ 0 h 3425"/>
                  <a:gd name="T12" fmla="*/ 0 w 1683"/>
                  <a:gd name="T13" fmla="*/ 0 h 3425"/>
                  <a:gd name="T14" fmla="*/ 0 w 1683"/>
                  <a:gd name="T15" fmla="*/ 0 h 3425"/>
                  <a:gd name="T16" fmla="*/ 0 w 1683"/>
                  <a:gd name="T17" fmla="*/ 0 h 3425"/>
                  <a:gd name="T18" fmla="*/ 0 w 1683"/>
                  <a:gd name="T19" fmla="*/ 0 h 3425"/>
                  <a:gd name="T20" fmla="*/ 0 w 1683"/>
                  <a:gd name="T21" fmla="*/ 0 h 3425"/>
                  <a:gd name="T22" fmla="*/ 0 w 1683"/>
                  <a:gd name="T23" fmla="*/ 0 h 3425"/>
                  <a:gd name="T24" fmla="*/ 0 w 1683"/>
                  <a:gd name="T25" fmla="*/ 0 h 3425"/>
                  <a:gd name="T26" fmla="*/ 0 w 1683"/>
                  <a:gd name="T27" fmla="*/ 0 h 3425"/>
                  <a:gd name="T28" fmla="*/ 0 w 1683"/>
                  <a:gd name="T29" fmla="*/ 0 h 3425"/>
                  <a:gd name="T30" fmla="*/ 0 w 1683"/>
                  <a:gd name="T31" fmla="*/ 0 h 3425"/>
                  <a:gd name="T32" fmla="*/ 0 w 1683"/>
                  <a:gd name="T33" fmla="*/ 0 h 3425"/>
                  <a:gd name="T34" fmla="*/ 0 w 1683"/>
                  <a:gd name="T35" fmla="*/ 0 h 3425"/>
                  <a:gd name="T36" fmla="*/ 0 w 1683"/>
                  <a:gd name="T37" fmla="*/ 0 h 3425"/>
                  <a:gd name="T38" fmla="*/ 0 w 1683"/>
                  <a:gd name="T39" fmla="*/ 0 h 3425"/>
                  <a:gd name="T40" fmla="*/ 0 w 1683"/>
                  <a:gd name="T41" fmla="*/ 0 h 3425"/>
                  <a:gd name="T42" fmla="*/ 0 w 1683"/>
                  <a:gd name="T43" fmla="*/ 0 h 3425"/>
                  <a:gd name="T44" fmla="*/ 0 w 1683"/>
                  <a:gd name="T45" fmla="*/ 0 h 3425"/>
                  <a:gd name="T46" fmla="*/ 0 w 1683"/>
                  <a:gd name="T47" fmla="*/ 0 h 3425"/>
                  <a:gd name="T48" fmla="*/ 0 w 1683"/>
                  <a:gd name="T49" fmla="*/ 0 h 3425"/>
                  <a:gd name="T50" fmla="*/ 0 w 1683"/>
                  <a:gd name="T51" fmla="*/ 0 h 3425"/>
                  <a:gd name="T52" fmla="*/ 0 w 1683"/>
                  <a:gd name="T53" fmla="*/ 0 h 3425"/>
                  <a:gd name="T54" fmla="*/ 0 w 1683"/>
                  <a:gd name="T55" fmla="*/ 0 h 3425"/>
                  <a:gd name="T56" fmla="*/ 0 w 1683"/>
                  <a:gd name="T57" fmla="*/ 0 h 3425"/>
                  <a:gd name="T58" fmla="*/ 0 w 1683"/>
                  <a:gd name="T59" fmla="*/ 0 h 3425"/>
                  <a:gd name="T60" fmla="*/ 0 w 1683"/>
                  <a:gd name="T61" fmla="*/ 0 h 3425"/>
                  <a:gd name="T62" fmla="*/ 0 w 1683"/>
                  <a:gd name="T63" fmla="*/ 0 h 3425"/>
                  <a:gd name="T64" fmla="*/ 0 w 1683"/>
                  <a:gd name="T65" fmla="*/ 0 h 3425"/>
                  <a:gd name="T66" fmla="*/ 0 w 1683"/>
                  <a:gd name="T67" fmla="*/ 0 h 3425"/>
                  <a:gd name="T68" fmla="*/ 0 w 1683"/>
                  <a:gd name="T69" fmla="*/ 0 h 3425"/>
                  <a:gd name="T70" fmla="*/ 0 w 1683"/>
                  <a:gd name="T71" fmla="*/ 0 h 3425"/>
                  <a:gd name="T72" fmla="*/ 0 w 1683"/>
                  <a:gd name="T73" fmla="*/ 0 h 3425"/>
                  <a:gd name="T74" fmla="*/ 0 w 1683"/>
                  <a:gd name="T75" fmla="*/ 0 h 342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83"/>
                  <a:gd name="T115" fmla="*/ 0 h 3425"/>
                  <a:gd name="T116" fmla="*/ 1683 w 1683"/>
                  <a:gd name="T117" fmla="*/ 3425 h 342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83" h="3425">
                    <a:moveTo>
                      <a:pt x="1441" y="0"/>
                    </a:moveTo>
                    <a:lnTo>
                      <a:pt x="1390" y="81"/>
                    </a:lnTo>
                    <a:lnTo>
                      <a:pt x="1376" y="200"/>
                    </a:lnTo>
                    <a:lnTo>
                      <a:pt x="1390" y="292"/>
                    </a:lnTo>
                    <a:lnTo>
                      <a:pt x="1309" y="527"/>
                    </a:lnTo>
                    <a:lnTo>
                      <a:pt x="1259" y="791"/>
                    </a:lnTo>
                    <a:lnTo>
                      <a:pt x="1259" y="1037"/>
                    </a:lnTo>
                    <a:lnTo>
                      <a:pt x="977" y="1436"/>
                    </a:lnTo>
                    <a:lnTo>
                      <a:pt x="608" y="1215"/>
                    </a:lnTo>
                    <a:lnTo>
                      <a:pt x="731" y="1740"/>
                    </a:lnTo>
                    <a:lnTo>
                      <a:pt x="793" y="2162"/>
                    </a:lnTo>
                    <a:lnTo>
                      <a:pt x="832" y="2349"/>
                    </a:lnTo>
                    <a:lnTo>
                      <a:pt x="488" y="2557"/>
                    </a:lnTo>
                    <a:lnTo>
                      <a:pt x="0" y="2741"/>
                    </a:lnTo>
                    <a:lnTo>
                      <a:pt x="156" y="2836"/>
                    </a:lnTo>
                    <a:lnTo>
                      <a:pt x="304" y="3034"/>
                    </a:lnTo>
                    <a:lnTo>
                      <a:pt x="343" y="3216"/>
                    </a:lnTo>
                    <a:lnTo>
                      <a:pt x="329" y="3298"/>
                    </a:lnTo>
                    <a:lnTo>
                      <a:pt x="248" y="3335"/>
                    </a:lnTo>
                    <a:lnTo>
                      <a:pt x="355" y="3425"/>
                    </a:lnTo>
                    <a:lnTo>
                      <a:pt x="408" y="3391"/>
                    </a:lnTo>
                    <a:lnTo>
                      <a:pt x="394" y="3206"/>
                    </a:lnTo>
                    <a:lnTo>
                      <a:pt x="343" y="3008"/>
                    </a:lnTo>
                    <a:lnTo>
                      <a:pt x="237" y="2836"/>
                    </a:lnTo>
                    <a:lnTo>
                      <a:pt x="156" y="2741"/>
                    </a:lnTo>
                    <a:lnTo>
                      <a:pt x="500" y="2637"/>
                    </a:lnTo>
                    <a:lnTo>
                      <a:pt x="1046" y="2270"/>
                    </a:lnTo>
                    <a:lnTo>
                      <a:pt x="1683" y="1885"/>
                    </a:lnTo>
                    <a:lnTo>
                      <a:pt x="1376" y="2003"/>
                    </a:lnTo>
                    <a:lnTo>
                      <a:pt x="1298" y="1529"/>
                    </a:lnTo>
                    <a:lnTo>
                      <a:pt x="1283" y="922"/>
                    </a:lnTo>
                    <a:lnTo>
                      <a:pt x="1335" y="567"/>
                    </a:lnTo>
                    <a:lnTo>
                      <a:pt x="1427" y="316"/>
                    </a:lnTo>
                    <a:lnTo>
                      <a:pt x="1480" y="316"/>
                    </a:lnTo>
                    <a:lnTo>
                      <a:pt x="1417" y="221"/>
                    </a:lnTo>
                    <a:lnTo>
                      <a:pt x="1417" y="145"/>
                    </a:lnTo>
                    <a:lnTo>
                      <a:pt x="1427" y="50"/>
                    </a:lnTo>
                    <a:lnTo>
                      <a:pt x="14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6" name="Freeform 245"/>
              <p:cNvSpPr>
                <a:spLocks/>
              </p:cNvSpPr>
              <p:nvPr/>
            </p:nvSpPr>
            <p:spPr bwMode="auto">
              <a:xfrm>
                <a:off x="4207" y="1051"/>
                <a:ext cx="55" cy="151"/>
              </a:xfrm>
              <a:custGeom>
                <a:avLst/>
                <a:gdLst>
                  <a:gd name="T0" fmla="*/ 0 w 440"/>
                  <a:gd name="T1" fmla="*/ 0 h 1212"/>
                  <a:gd name="T2" fmla="*/ 0 w 440"/>
                  <a:gd name="T3" fmla="*/ 0 h 1212"/>
                  <a:gd name="T4" fmla="*/ 0 w 440"/>
                  <a:gd name="T5" fmla="*/ 0 h 1212"/>
                  <a:gd name="T6" fmla="*/ 0 w 440"/>
                  <a:gd name="T7" fmla="*/ 0 h 1212"/>
                  <a:gd name="T8" fmla="*/ 0 w 440"/>
                  <a:gd name="T9" fmla="*/ 0 h 1212"/>
                  <a:gd name="T10" fmla="*/ 0 w 440"/>
                  <a:gd name="T11" fmla="*/ 0 h 1212"/>
                  <a:gd name="T12" fmla="*/ 0 w 440"/>
                  <a:gd name="T13" fmla="*/ 0 h 1212"/>
                  <a:gd name="T14" fmla="*/ 0 w 440"/>
                  <a:gd name="T15" fmla="*/ 0 h 1212"/>
                  <a:gd name="T16" fmla="*/ 0 w 440"/>
                  <a:gd name="T17" fmla="*/ 0 h 1212"/>
                  <a:gd name="T18" fmla="*/ 0 w 440"/>
                  <a:gd name="T19" fmla="*/ 0 h 1212"/>
                  <a:gd name="T20" fmla="*/ 0 w 440"/>
                  <a:gd name="T21" fmla="*/ 0 h 1212"/>
                  <a:gd name="T22" fmla="*/ 0 w 440"/>
                  <a:gd name="T23" fmla="*/ 0 h 1212"/>
                  <a:gd name="T24" fmla="*/ 0 w 440"/>
                  <a:gd name="T25" fmla="*/ 0 h 1212"/>
                  <a:gd name="T26" fmla="*/ 0 w 440"/>
                  <a:gd name="T27" fmla="*/ 0 h 1212"/>
                  <a:gd name="T28" fmla="*/ 0 w 440"/>
                  <a:gd name="T29" fmla="*/ 0 h 12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0"/>
                  <a:gd name="T46" fmla="*/ 0 h 1212"/>
                  <a:gd name="T47" fmla="*/ 440 w 440"/>
                  <a:gd name="T48" fmla="*/ 1212 h 12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0" h="1212">
                    <a:moveTo>
                      <a:pt x="198" y="1212"/>
                    </a:moveTo>
                    <a:lnTo>
                      <a:pt x="251" y="1134"/>
                    </a:lnTo>
                    <a:lnTo>
                      <a:pt x="306" y="1013"/>
                    </a:lnTo>
                    <a:lnTo>
                      <a:pt x="132" y="514"/>
                    </a:lnTo>
                    <a:lnTo>
                      <a:pt x="372" y="343"/>
                    </a:lnTo>
                    <a:lnTo>
                      <a:pt x="440" y="0"/>
                    </a:lnTo>
                    <a:lnTo>
                      <a:pt x="343" y="292"/>
                    </a:lnTo>
                    <a:lnTo>
                      <a:pt x="212" y="343"/>
                    </a:lnTo>
                    <a:lnTo>
                      <a:pt x="141" y="27"/>
                    </a:lnTo>
                    <a:lnTo>
                      <a:pt x="53" y="0"/>
                    </a:lnTo>
                    <a:lnTo>
                      <a:pt x="0" y="27"/>
                    </a:lnTo>
                    <a:lnTo>
                      <a:pt x="53" y="490"/>
                    </a:lnTo>
                    <a:lnTo>
                      <a:pt x="53" y="1092"/>
                    </a:lnTo>
                    <a:lnTo>
                      <a:pt x="132" y="1212"/>
                    </a:lnTo>
                    <a:lnTo>
                      <a:pt x="198" y="12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7" name="Freeform 246"/>
              <p:cNvSpPr>
                <a:spLocks/>
              </p:cNvSpPr>
              <p:nvPr/>
            </p:nvSpPr>
            <p:spPr bwMode="auto">
              <a:xfrm>
                <a:off x="4283" y="1045"/>
                <a:ext cx="26" cy="93"/>
              </a:xfrm>
              <a:custGeom>
                <a:avLst/>
                <a:gdLst>
                  <a:gd name="T0" fmla="*/ 0 w 212"/>
                  <a:gd name="T1" fmla="*/ 0 h 740"/>
                  <a:gd name="T2" fmla="*/ 0 w 212"/>
                  <a:gd name="T3" fmla="*/ 0 h 740"/>
                  <a:gd name="T4" fmla="*/ 0 w 212"/>
                  <a:gd name="T5" fmla="*/ 0 h 740"/>
                  <a:gd name="T6" fmla="*/ 0 w 212"/>
                  <a:gd name="T7" fmla="*/ 0 h 740"/>
                  <a:gd name="T8" fmla="*/ 0 w 212"/>
                  <a:gd name="T9" fmla="*/ 0 h 740"/>
                  <a:gd name="T10" fmla="*/ 0 w 212"/>
                  <a:gd name="T11" fmla="*/ 0 h 740"/>
                  <a:gd name="T12" fmla="*/ 0 w 212"/>
                  <a:gd name="T13" fmla="*/ 0 h 740"/>
                  <a:gd name="T14" fmla="*/ 0 w 212"/>
                  <a:gd name="T15" fmla="*/ 0 h 740"/>
                  <a:gd name="T16" fmla="*/ 0 w 212"/>
                  <a:gd name="T17" fmla="*/ 0 h 740"/>
                  <a:gd name="T18" fmla="*/ 0 w 212"/>
                  <a:gd name="T19" fmla="*/ 0 h 740"/>
                  <a:gd name="T20" fmla="*/ 0 w 212"/>
                  <a:gd name="T21" fmla="*/ 0 h 740"/>
                  <a:gd name="T22" fmla="*/ 0 w 212"/>
                  <a:gd name="T23" fmla="*/ 0 h 740"/>
                  <a:gd name="T24" fmla="*/ 0 w 212"/>
                  <a:gd name="T25" fmla="*/ 0 h 740"/>
                  <a:gd name="T26" fmla="*/ 0 w 212"/>
                  <a:gd name="T27" fmla="*/ 0 h 740"/>
                  <a:gd name="T28" fmla="*/ 0 w 212"/>
                  <a:gd name="T29" fmla="*/ 0 h 7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2"/>
                  <a:gd name="T46" fmla="*/ 0 h 740"/>
                  <a:gd name="T47" fmla="*/ 212 w 212"/>
                  <a:gd name="T48" fmla="*/ 740 h 7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2" h="740">
                    <a:moveTo>
                      <a:pt x="39" y="0"/>
                    </a:moveTo>
                    <a:lnTo>
                      <a:pt x="39" y="110"/>
                    </a:lnTo>
                    <a:lnTo>
                      <a:pt x="95" y="213"/>
                    </a:lnTo>
                    <a:lnTo>
                      <a:pt x="134" y="345"/>
                    </a:lnTo>
                    <a:lnTo>
                      <a:pt x="134" y="461"/>
                    </a:lnTo>
                    <a:lnTo>
                      <a:pt x="156" y="542"/>
                    </a:lnTo>
                    <a:lnTo>
                      <a:pt x="212" y="650"/>
                    </a:lnTo>
                    <a:lnTo>
                      <a:pt x="156" y="740"/>
                    </a:lnTo>
                    <a:lnTo>
                      <a:pt x="119" y="532"/>
                    </a:lnTo>
                    <a:lnTo>
                      <a:pt x="106" y="358"/>
                    </a:lnTo>
                    <a:lnTo>
                      <a:pt x="79" y="240"/>
                    </a:lnTo>
                    <a:lnTo>
                      <a:pt x="13" y="118"/>
                    </a:lnTo>
                    <a:lnTo>
                      <a:pt x="0" y="42"/>
                    </a:lnTo>
                    <a:lnTo>
                      <a:pt x="0" y="0"/>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8" name="Freeform 247"/>
              <p:cNvSpPr>
                <a:spLocks/>
              </p:cNvSpPr>
              <p:nvPr/>
            </p:nvSpPr>
            <p:spPr bwMode="auto">
              <a:xfrm>
                <a:off x="4018" y="1362"/>
                <a:ext cx="129" cy="58"/>
              </a:xfrm>
              <a:custGeom>
                <a:avLst/>
                <a:gdLst>
                  <a:gd name="T0" fmla="*/ 0 w 1033"/>
                  <a:gd name="T1" fmla="*/ 0 h 461"/>
                  <a:gd name="T2" fmla="*/ 0 w 1033"/>
                  <a:gd name="T3" fmla="*/ 0 h 461"/>
                  <a:gd name="T4" fmla="*/ 0 w 1033"/>
                  <a:gd name="T5" fmla="*/ 0 h 461"/>
                  <a:gd name="T6" fmla="*/ 0 w 1033"/>
                  <a:gd name="T7" fmla="*/ 0 h 461"/>
                  <a:gd name="T8" fmla="*/ 0 w 1033"/>
                  <a:gd name="T9" fmla="*/ 0 h 461"/>
                  <a:gd name="T10" fmla="*/ 0 w 1033"/>
                  <a:gd name="T11" fmla="*/ 0 h 461"/>
                  <a:gd name="T12" fmla="*/ 0 w 1033"/>
                  <a:gd name="T13" fmla="*/ 0 h 461"/>
                  <a:gd name="T14" fmla="*/ 0 w 1033"/>
                  <a:gd name="T15" fmla="*/ 0 h 461"/>
                  <a:gd name="T16" fmla="*/ 0 w 1033"/>
                  <a:gd name="T17" fmla="*/ 0 h 461"/>
                  <a:gd name="T18" fmla="*/ 0 w 1033"/>
                  <a:gd name="T19" fmla="*/ 0 h 461"/>
                  <a:gd name="T20" fmla="*/ 0 w 1033"/>
                  <a:gd name="T21" fmla="*/ 0 h 461"/>
                  <a:gd name="T22" fmla="*/ 0 w 1033"/>
                  <a:gd name="T23" fmla="*/ 0 h 461"/>
                  <a:gd name="T24" fmla="*/ 0 w 1033"/>
                  <a:gd name="T25" fmla="*/ 0 h 461"/>
                  <a:gd name="T26" fmla="*/ 0 w 1033"/>
                  <a:gd name="T27" fmla="*/ 0 h 461"/>
                  <a:gd name="T28" fmla="*/ 0 w 1033"/>
                  <a:gd name="T29" fmla="*/ 0 h 461"/>
                  <a:gd name="T30" fmla="*/ 0 w 1033"/>
                  <a:gd name="T31" fmla="*/ 0 h 461"/>
                  <a:gd name="T32" fmla="*/ 0 w 1033"/>
                  <a:gd name="T33" fmla="*/ 0 h 461"/>
                  <a:gd name="T34" fmla="*/ 0 w 1033"/>
                  <a:gd name="T35" fmla="*/ 0 h 461"/>
                  <a:gd name="T36" fmla="*/ 0 w 1033"/>
                  <a:gd name="T37" fmla="*/ 0 h 461"/>
                  <a:gd name="T38" fmla="*/ 0 w 1033"/>
                  <a:gd name="T39" fmla="*/ 0 h 461"/>
                  <a:gd name="T40" fmla="*/ 0 w 1033"/>
                  <a:gd name="T41" fmla="*/ 0 h 461"/>
                  <a:gd name="T42" fmla="*/ 0 w 1033"/>
                  <a:gd name="T43" fmla="*/ 0 h 4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33"/>
                  <a:gd name="T67" fmla="*/ 0 h 461"/>
                  <a:gd name="T68" fmla="*/ 1033 w 1033"/>
                  <a:gd name="T69" fmla="*/ 461 h 4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33" h="461">
                    <a:moveTo>
                      <a:pt x="1033" y="461"/>
                    </a:moveTo>
                    <a:lnTo>
                      <a:pt x="783" y="306"/>
                    </a:lnTo>
                    <a:lnTo>
                      <a:pt x="530" y="211"/>
                    </a:lnTo>
                    <a:lnTo>
                      <a:pt x="369" y="198"/>
                    </a:lnTo>
                    <a:lnTo>
                      <a:pt x="229" y="163"/>
                    </a:lnTo>
                    <a:lnTo>
                      <a:pt x="120" y="66"/>
                    </a:lnTo>
                    <a:lnTo>
                      <a:pt x="64" y="0"/>
                    </a:lnTo>
                    <a:lnTo>
                      <a:pt x="0" y="25"/>
                    </a:lnTo>
                    <a:lnTo>
                      <a:pt x="64" y="184"/>
                    </a:lnTo>
                    <a:lnTo>
                      <a:pt x="170" y="343"/>
                    </a:lnTo>
                    <a:lnTo>
                      <a:pt x="359" y="387"/>
                    </a:lnTo>
                    <a:lnTo>
                      <a:pt x="412" y="435"/>
                    </a:lnTo>
                    <a:lnTo>
                      <a:pt x="359" y="343"/>
                    </a:lnTo>
                    <a:lnTo>
                      <a:pt x="187" y="316"/>
                    </a:lnTo>
                    <a:lnTo>
                      <a:pt x="108" y="184"/>
                    </a:lnTo>
                    <a:lnTo>
                      <a:pt x="64" y="41"/>
                    </a:lnTo>
                    <a:lnTo>
                      <a:pt x="187" y="171"/>
                    </a:lnTo>
                    <a:lnTo>
                      <a:pt x="306" y="211"/>
                    </a:lnTo>
                    <a:lnTo>
                      <a:pt x="530" y="239"/>
                    </a:lnTo>
                    <a:lnTo>
                      <a:pt x="770" y="329"/>
                    </a:lnTo>
                    <a:lnTo>
                      <a:pt x="966" y="447"/>
                    </a:lnTo>
                    <a:lnTo>
                      <a:pt x="1033" y="4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9" name="Freeform 248"/>
              <p:cNvSpPr>
                <a:spLocks/>
              </p:cNvSpPr>
              <p:nvPr/>
            </p:nvSpPr>
            <p:spPr bwMode="auto">
              <a:xfrm>
                <a:off x="3922" y="1417"/>
                <a:ext cx="147" cy="143"/>
              </a:xfrm>
              <a:custGeom>
                <a:avLst/>
                <a:gdLst>
                  <a:gd name="T0" fmla="*/ 0 w 1180"/>
                  <a:gd name="T1" fmla="*/ 0 h 1149"/>
                  <a:gd name="T2" fmla="*/ 0 w 1180"/>
                  <a:gd name="T3" fmla="*/ 0 h 1149"/>
                  <a:gd name="T4" fmla="*/ 0 w 1180"/>
                  <a:gd name="T5" fmla="*/ 0 h 1149"/>
                  <a:gd name="T6" fmla="*/ 0 w 1180"/>
                  <a:gd name="T7" fmla="*/ 0 h 1149"/>
                  <a:gd name="T8" fmla="*/ 0 w 1180"/>
                  <a:gd name="T9" fmla="*/ 0 h 1149"/>
                  <a:gd name="T10" fmla="*/ 0 w 1180"/>
                  <a:gd name="T11" fmla="*/ 0 h 1149"/>
                  <a:gd name="T12" fmla="*/ 0 w 1180"/>
                  <a:gd name="T13" fmla="*/ 0 h 1149"/>
                  <a:gd name="T14" fmla="*/ 0 w 1180"/>
                  <a:gd name="T15" fmla="*/ 0 h 1149"/>
                  <a:gd name="T16" fmla="*/ 0 w 1180"/>
                  <a:gd name="T17" fmla="*/ 0 h 1149"/>
                  <a:gd name="T18" fmla="*/ 0 w 1180"/>
                  <a:gd name="T19" fmla="*/ 0 h 1149"/>
                  <a:gd name="T20" fmla="*/ 0 w 1180"/>
                  <a:gd name="T21" fmla="*/ 0 h 1149"/>
                  <a:gd name="T22" fmla="*/ 0 w 1180"/>
                  <a:gd name="T23" fmla="*/ 0 h 1149"/>
                  <a:gd name="T24" fmla="*/ 0 w 1180"/>
                  <a:gd name="T25" fmla="*/ 0 h 1149"/>
                  <a:gd name="T26" fmla="*/ 0 w 1180"/>
                  <a:gd name="T27" fmla="*/ 0 h 1149"/>
                  <a:gd name="T28" fmla="*/ 0 w 1180"/>
                  <a:gd name="T29" fmla="*/ 0 h 1149"/>
                  <a:gd name="T30" fmla="*/ 0 w 1180"/>
                  <a:gd name="T31" fmla="*/ 0 h 1149"/>
                  <a:gd name="T32" fmla="*/ 0 w 1180"/>
                  <a:gd name="T33" fmla="*/ 0 h 1149"/>
                  <a:gd name="T34" fmla="*/ 0 w 1180"/>
                  <a:gd name="T35" fmla="*/ 0 h 1149"/>
                  <a:gd name="T36" fmla="*/ 0 w 1180"/>
                  <a:gd name="T37" fmla="*/ 0 h 1149"/>
                  <a:gd name="T38" fmla="*/ 0 w 1180"/>
                  <a:gd name="T39" fmla="*/ 0 h 1149"/>
                  <a:gd name="T40" fmla="*/ 0 w 1180"/>
                  <a:gd name="T41" fmla="*/ 0 h 1149"/>
                  <a:gd name="T42" fmla="*/ 0 w 1180"/>
                  <a:gd name="T43" fmla="*/ 0 h 1149"/>
                  <a:gd name="T44" fmla="*/ 0 w 1180"/>
                  <a:gd name="T45" fmla="*/ 0 h 1149"/>
                  <a:gd name="T46" fmla="*/ 0 w 1180"/>
                  <a:gd name="T47" fmla="*/ 0 h 1149"/>
                  <a:gd name="T48" fmla="*/ 0 w 1180"/>
                  <a:gd name="T49" fmla="*/ 0 h 1149"/>
                  <a:gd name="T50" fmla="*/ 0 w 1180"/>
                  <a:gd name="T51" fmla="*/ 0 h 1149"/>
                  <a:gd name="T52" fmla="*/ 0 w 1180"/>
                  <a:gd name="T53" fmla="*/ 0 h 1149"/>
                  <a:gd name="T54" fmla="*/ 0 w 1180"/>
                  <a:gd name="T55" fmla="*/ 0 h 1149"/>
                  <a:gd name="T56" fmla="*/ 0 w 1180"/>
                  <a:gd name="T57" fmla="*/ 0 h 1149"/>
                  <a:gd name="T58" fmla="*/ 0 w 1180"/>
                  <a:gd name="T59" fmla="*/ 0 h 1149"/>
                  <a:gd name="T60" fmla="*/ 0 w 1180"/>
                  <a:gd name="T61" fmla="*/ 0 h 1149"/>
                  <a:gd name="T62" fmla="*/ 0 w 1180"/>
                  <a:gd name="T63" fmla="*/ 0 h 1149"/>
                  <a:gd name="T64" fmla="*/ 0 w 1180"/>
                  <a:gd name="T65" fmla="*/ 0 h 1149"/>
                  <a:gd name="T66" fmla="*/ 0 w 1180"/>
                  <a:gd name="T67" fmla="*/ 0 h 1149"/>
                  <a:gd name="T68" fmla="*/ 0 w 1180"/>
                  <a:gd name="T69" fmla="*/ 0 h 1149"/>
                  <a:gd name="T70" fmla="*/ 0 w 1180"/>
                  <a:gd name="T71" fmla="*/ 0 h 1149"/>
                  <a:gd name="T72" fmla="*/ 0 w 1180"/>
                  <a:gd name="T73" fmla="*/ 0 h 1149"/>
                  <a:gd name="T74" fmla="*/ 0 w 1180"/>
                  <a:gd name="T75" fmla="*/ 0 h 1149"/>
                  <a:gd name="T76" fmla="*/ 0 w 1180"/>
                  <a:gd name="T77" fmla="*/ 0 h 1149"/>
                  <a:gd name="T78" fmla="*/ 0 w 1180"/>
                  <a:gd name="T79" fmla="*/ 0 h 1149"/>
                  <a:gd name="T80" fmla="*/ 0 w 1180"/>
                  <a:gd name="T81" fmla="*/ 0 h 1149"/>
                  <a:gd name="T82" fmla="*/ 0 w 1180"/>
                  <a:gd name="T83" fmla="*/ 0 h 1149"/>
                  <a:gd name="T84" fmla="*/ 0 w 1180"/>
                  <a:gd name="T85" fmla="*/ 0 h 1149"/>
                  <a:gd name="T86" fmla="*/ 0 w 1180"/>
                  <a:gd name="T87" fmla="*/ 0 h 1149"/>
                  <a:gd name="T88" fmla="*/ 0 w 1180"/>
                  <a:gd name="T89" fmla="*/ 0 h 1149"/>
                  <a:gd name="T90" fmla="*/ 0 w 1180"/>
                  <a:gd name="T91" fmla="*/ 0 h 1149"/>
                  <a:gd name="T92" fmla="*/ 0 w 1180"/>
                  <a:gd name="T93" fmla="*/ 0 h 1149"/>
                  <a:gd name="T94" fmla="*/ 0 w 1180"/>
                  <a:gd name="T95" fmla="*/ 0 h 1149"/>
                  <a:gd name="T96" fmla="*/ 0 w 1180"/>
                  <a:gd name="T97" fmla="*/ 0 h 114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80"/>
                  <a:gd name="T148" fmla="*/ 0 h 1149"/>
                  <a:gd name="T149" fmla="*/ 1180 w 1180"/>
                  <a:gd name="T150" fmla="*/ 1149 h 1149"/>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80" h="1149">
                    <a:moveTo>
                      <a:pt x="1180" y="0"/>
                    </a:moveTo>
                    <a:lnTo>
                      <a:pt x="913" y="107"/>
                    </a:lnTo>
                    <a:lnTo>
                      <a:pt x="621" y="173"/>
                    </a:lnTo>
                    <a:lnTo>
                      <a:pt x="268" y="224"/>
                    </a:lnTo>
                    <a:lnTo>
                      <a:pt x="94" y="279"/>
                    </a:lnTo>
                    <a:lnTo>
                      <a:pt x="41" y="318"/>
                    </a:lnTo>
                    <a:lnTo>
                      <a:pt x="67" y="383"/>
                    </a:lnTo>
                    <a:lnTo>
                      <a:pt x="250" y="369"/>
                    </a:lnTo>
                    <a:lnTo>
                      <a:pt x="860" y="330"/>
                    </a:lnTo>
                    <a:lnTo>
                      <a:pt x="476" y="464"/>
                    </a:lnTo>
                    <a:lnTo>
                      <a:pt x="171" y="501"/>
                    </a:lnTo>
                    <a:lnTo>
                      <a:pt x="0" y="569"/>
                    </a:lnTo>
                    <a:lnTo>
                      <a:pt x="0" y="635"/>
                    </a:lnTo>
                    <a:lnTo>
                      <a:pt x="76" y="672"/>
                    </a:lnTo>
                    <a:lnTo>
                      <a:pt x="500" y="622"/>
                    </a:lnTo>
                    <a:lnTo>
                      <a:pt x="938" y="551"/>
                    </a:lnTo>
                    <a:lnTo>
                      <a:pt x="925" y="595"/>
                    </a:lnTo>
                    <a:lnTo>
                      <a:pt x="558" y="766"/>
                    </a:lnTo>
                    <a:lnTo>
                      <a:pt x="250" y="885"/>
                    </a:lnTo>
                    <a:lnTo>
                      <a:pt x="250" y="962"/>
                    </a:lnTo>
                    <a:lnTo>
                      <a:pt x="410" y="975"/>
                    </a:lnTo>
                    <a:lnTo>
                      <a:pt x="1006" y="791"/>
                    </a:lnTo>
                    <a:lnTo>
                      <a:pt x="1111" y="780"/>
                    </a:lnTo>
                    <a:lnTo>
                      <a:pt x="938" y="1004"/>
                    </a:lnTo>
                    <a:lnTo>
                      <a:pt x="650" y="1094"/>
                    </a:lnTo>
                    <a:lnTo>
                      <a:pt x="664" y="1149"/>
                    </a:lnTo>
                    <a:lnTo>
                      <a:pt x="742" y="1149"/>
                    </a:lnTo>
                    <a:lnTo>
                      <a:pt x="705" y="1107"/>
                    </a:lnTo>
                    <a:lnTo>
                      <a:pt x="997" y="1031"/>
                    </a:lnTo>
                    <a:lnTo>
                      <a:pt x="1180" y="749"/>
                    </a:lnTo>
                    <a:lnTo>
                      <a:pt x="966" y="749"/>
                    </a:lnTo>
                    <a:lnTo>
                      <a:pt x="450" y="938"/>
                    </a:lnTo>
                    <a:lnTo>
                      <a:pt x="318" y="938"/>
                    </a:lnTo>
                    <a:lnTo>
                      <a:pt x="332" y="885"/>
                    </a:lnTo>
                    <a:lnTo>
                      <a:pt x="689" y="749"/>
                    </a:lnTo>
                    <a:lnTo>
                      <a:pt x="1006" y="569"/>
                    </a:lnTo>
                    <a:lnTo>
                      <a:pt x="1021" y="501"/>
                    </a:lnTo>
                    <a:lnTo>
                      <a:pt x="382" y="606"/>
                    </a:lnTo>
                    <a:lnTo>
                      <a:pt x="94" y="635"/>
                    </a:lnTo>
                    <a:lnTo>
                      <a:pt x="41" y="595"/>
                    </a:lnTo>
                    <a:lnTo>
                      <a:pt x="131" y="542"/>
                    </a:lnTo>
                    <a:lnTo>
                      <a:pt x="529" y="477"/>
                    </a:lnTo>
                    <a:lnTo>
                      <a:pt x="955" y="330"/>
                    </a:lnTo>
                    <a:lnTo>
                      <a:pt x="966" y="294"/>
                    </a:lnTo>
                    <a:lnTo>
                      <a:pt x="226" y="318"/>
                    </a:lnTo>
                    <a:lnTo>
                      <a:pt x="212" y="305"/>
                    </a:lnTo>
                    <a:lnTo>
                      <a:pt x="586" y="208"/>
                    </a:lnTo>
                    <a:lnTo>
                      <a:pt x="938" y="134"/>
                    </a:lnTo>
                    <a:lnTo>
                      <a:pt x="118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0" name="Freeform 249"/>
              <p:cNvSpPr>
                <a:spLocks/>
              </p:cNvSpPr>
              <p:nvPr/>
            </p:nvSpPr>
            <p:spPr bwMode="auto">
              <a:xfrm>
                <a:off x="4031" y="1482"/>
                <a:ext cx="149" cy="75"/>
              </a:xfrm>
              <a:custGeom>
                <a:avLst/>
                <a:gdLst>
                  <a:gd name="T0" fmla="*/ 0 w 1192"/>
                  <a:gd name="T1" fmla="*/ 0 h 596"/>
                  <a:gd name="T2" fmla="*/ 0 w 1192"/>
                  <a:gd name="T3" fmla="*/ 0 h 596"/>
                  <a:gd name="T4" fmla="*/ 0 w 1192"/>
                  <a:gd name="T5" fmla="*/ 0 h 596"/>
                  <a:gd name="T6" fmla="*/ 0 w 1192"/>
                  <a:gd name="T7" fmla="*/ 0 h 596"/>
                  <a:gd name="T8" fmla="*/ 0 w 1192"/>
                  <a:gd name="T9" fmla="*/ 0 h 596"/>
                  <a:gd name="T10" fmla="*/ 0 w 1192"/>
                  <a:gd name="T11" fmla="*/ 0 h 596"/>
                  <a:gd name="T12" fmla="*/ 0 w 1192"/>
                  <a:gd name="T13" fmla="*/ 0 h 596"/>
                  <a:gd name="T14" fmla="*/ 0 w 1192"/>
                  <a:gd name="T15" fmla="*/ 0 h 596"/>
                  <a:gd name="T16" fmla="*/ 0 w 1192"/>
                  <a:gd name="T17" fmla="*/ 0 h 596"/>
                  <a:gd name="T18" fmla="*/ 0 w 1192"/>
                  <a:gd name="T19" fmla="*/ 0 h 596"/>
                  <a:gd name="T20" fmla="*/ 0 w 1192"/>
                  <a:gd name="T21" fmla="*/ 0 h 596"/>
                  <a:gd name="T22" fmla="*/ 0 w 1192"/>
                  <a:gd name="T23" fmla="*/ 0 h 5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2"/>
                  <a:gd name="T37" fmla="*/ 0 h 596"/>
                  <a:gd name="T38" fmla="*/ 1192 w 1192"/>
                  <a:gd name="T39" fmla="*/ 596 h 5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2" h="596">
                    <a:moveTo>
                      <a:pt x="0" y="596"/>
                    </a:moveTo>
                    <a:lnTo>
                      <a:pt x="279" y="545"/>
                    </a:lnTo>
                    <a:lnTo>
                      <a:pt x="436" y="402"/>
                    </a:lnTo>
                    <a:lnTo>
                      <a:pt x="685" y="294"/>
                    </a:lnTo>
                    <a:lnTo>
                      <a:pt x="899" y="162"/>
                    </a:lnTo>
                    <a:lnTo>
                      <a:pt x="1153" y="70"/>
                    </a:lnTo>
                    <a:lnTo>
                      <a:pt x="1192" y="0"/>
                    </a:lnTo>
                    <a:lnTo>
                      <a:pt x="913" y="97"/>
                    </a:lnTo>
                    <a:lnTo>
                      <a:pt x="409" y="345"/>
                    </a:lnTo>
                    <a:lnTo>
                      <a:pt x="316" y="413"/>
                    </a:lnTo>
                    <a:lnTo>
                      <a:pt x="251" y="517"/>
                    </a:lnTo>
                    <a:lnTo>
                      <a:pt x="0" y="5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1" name="Freeform 250"/>
              <p:cNvSpPr>
                <a:spLocks/>
              </p:cNvSpPr>
              <p:nvPr/>
            </p:nvSpPr>
            <p:spPr bwMode="auto">
              <a:xfrm>
                <a:off x="2886" y="735"/>
                <a:ext cx="205" cy="106"/>
              </a:xfrm>
              <a:custGeom>
                <a:avLst/>
                <a:gdLst>
                  <a:gd name="T0" fmla="*/ 0 w 1637"/>
                  <a:gd name="T1" fmla="*/ 0 h 846"/>
                  <a:gd name="T2" fmla="*/ 0 w 1637"/>
                  <a:gd name="T3" fmla="*/ 0 h 846"/>
                  <a:gd name="T4" fmla="*/ 0 w 1637"/>
                  <a:gd name="T5" fmla="*/ 0 h 846"/>
                  <a:gd name="T6" fmla="*/ 0 w 1637"/>
                  <a:gd name="T7" fmla="*/ 0 h 846"/>
                  <a:gd name="T8" fmla="*/ 0 w 1637"/>
                  <a:gd name="T9" fmla="*/ 0 h 846"/>
                  <a:gd name="T10" fmla="*/ 0 w 1637"/>
                  <a:gd name="T11" fmla="*/ 0 h 846"/>
                  <a:gd name="T12" fmla="*/ 0 w 1637"/>
                  <a:gd name="T13" fmla="*/ 0 h 846"/>
                  <a:gd name="T14" fmla="*/ 0 w 1637"/>
                  <a:gd name="T15" fmla="*/ 0 h 846"/>
                  <a:gd name="T16" fmla="*/ 0 w 1637"/>
                  <a:gd name="T17" fmla="*/ 0 h 846"/>
                  <a:gd name="T18" fmla="*/ 0 w 1637"/>
                  <a:gd name="T19" fmla="*/ 0 h 846"/>
                  <a:gd name="T20" fmla="*/ 0 w 1637"/>
                  <a:gd name="T21" fmla="*/ 0 h 846"/>
                  <a:gd name="T22" fmla="*/ 0 w 1637"/>
                  <a:gd name="T23" fmla="*/ 0 h 846"/>
                  <a:gd name="T24" fmla="*/ 0 w 1637"/>
                  <a:gd name="T25" fmla="*/ 0 h 846"/>
                  <a:gd name="T26" fmla="*/ 0 w 1637"/>
                  <a:gd name="T27" fmla="*/ 0 h 846"/>
                  <a:gd name="T28" fmla="*/ 0 w 1637"/>
                  <a:gd name="T29" fmla="*/ 0 h 846"/>
                  <a:gd name="T30" fmla="*/ 0 w 1637"/>
                  <a:gd name="T31" fmla="*/ 0 h 846"/>
                  <a:gd name="T32" fmla="*/ 0 w 1637"/>
                  <a:gd name="T33" fmla="*/ 0 h 846"/>
                  <a:gd name="T34" fmla="*/ 0 w 1637"/>
                  <a:gd name="T35" fmla="*/ 0 h 846"/>
                  <a:gd name="T36" fmla="*/ 0 w 1637"/>
                  <a:gd name="T37" fmla="*/ 0 h 846"/>
                  <a:gd name="T38" fmla="*/ 0 w 1637"/>
                  <a:gd name="T39" fmla="*/ 0 h 846"/>
                  <a:gd name="T40" fmla="*/ 0 w 1637"/>
                  <a:gd name="T41" fmla="*/ 0 h 846"/>
                  <a:gd name="T42" fmla="*/ 0 w 1637"/>
                  <a:gd name="T43" fmla="*/ 0 h 846"/>
                  <a:gd name="T44" fmla="*/ 0 w 1637"/>
                  <a:gd name="T45" fmla="*/ 0 h 846"/>
                  <a:gd name="T46" fmla="*/ 0 w 1637"/>
                  <a:gd name="T47" fmla="*/ 0 h 846"/>
                  <a:gd name="T48" fmla="*/ 0 w 1637"/>
                  <a:gd name="T49" fmla="*/ 0 h 846"/>
                  <a:gd name="T50" fmla="*/ 0 w 1637"/>
                  <a:gd name="T51" fmla="*/ 0 h 846"/>
                  <a:gd name="T52" fmla="*/ 0 w 1637"/>
                  <a:gd name="T53" fmla="*/ 0 h 846"/>
                  <a:gd name="T54" fmla="*/ 0 w 1637"/>
                  <a:gd name="T55" fmla="*/ 0 h 846"/>
                  <a:gd name="T56" fmla="*/ 0 w 1637"/>
                  <a:gd name="T57" fmla="*/ 0 h 846"/>
                  <a:gd name="T58" fmla="*/ 0 w 1637"/>
                  <a:gd name="T59" fmla="*/ 0 h 846"/>
                  <a:gd name="T60" fmla="*/ 0 w 1637"/>
                  <a:gd name="T61" fmla="*/ 0 h 846"/>
                  <a:gd name="T62" fmla="*/ 0 w 1637"/>
                  <a:gd name="T63" fmla="*/ 0 h 846"/>
                  <a:gd name="T64" fmla="*/ 0 w 1637"/>
                  <a:gd name="T65" fmla="*/ 0 h 846"/>
                  <a:gd name="T66" fmla="*/ 0 w 1637"/>
                  <a:gd name="T67" fmla="*/ 0 h 846"/>
                  <a:gd name="T68" fmla="*/ 0 w 1637"/>
                  <a:gd name="T69" fmla="*/ 0 h 846"/>
                  <a:gd name="T70" fmla="*/ 0 w 1637"/>
                  <a:gd name="T71" fmla="*/ 0 h 846"/>
                  <a:gd name="T72" fmla="*/ 0 w 1637"/>
                  <a:gd name="T73" fmla="*/ 0 h 846"/>
                  <a:gd name="T74" fmla="*/ 0 w 1637"/>
                  <a:gd name="T75" fmla="*/ 0 h 846"/>
                  <a:gd name="T76" fmla="*/ 0 w 1637"/>
                  <a:gd name="T77" fmla="*/ 0 h 846"/>
                  <a:gd name="T78" fmla="*/ 0 w 1637"/>
                  <a:gd name="T79" fmla="*/ 0 h 846"/>
                  <a:gd name="T80" fmla="*/ 0 w 1637"/>
                  <a:gd name="T81" fmla="*/ 0 h 8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37"/>
                  <a:gd name="T124" fmla="*/ 0 h 846"/>
                  <a:gd name="T125" fmla="*/ 1637 w 1637"/>
                  <a:gd name="T126" fmla="*/ 846 h 84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37" h="846">
                    <a:moveTo>
                      <a:pt x="1637" y="268"/>
                    </a:moveTo>
                    <a:lnTo>
                      <a:pt x="1600" y="345"/>
                    </a:lnTo>
                    <a:lnTo>
                      <a:pt x="1534" y="404"/>
                    </a:lnTo>
                    <a:lnTo>
                      <a:pt x="1490" y="452"/>
                    </a:lnTo>
                    <a:lnTo>
                      <a:pt x="1510" y="604"/>
                    </a:lnTo>
                    <a:lnTo>
                      <a:pt x="1505" y="701"/>
                    </a:lnTo>
                    <a:lnTo>
                      <a:pt x="1475" y="846"/>
                    </a:lnTo>
                    <a:lnTo>
                      <a:pt x="1334" y="528"/>
                    </a:lnTo>
                    <a:lnTo>
                      <a:pt x="1284" y="487"/>
                    </a:lnTo>
                    <a:lnTo>
                      <a:pt x="1169" y="525"/>
                    </a:lnTo>
                    <a:lnTo>
                      <a:pt x="971" y="540"/>
                    </a:lnTo>
                    <a:lnTo>
                      <a:pt x="881" y="597"/>
                    </a:lnTo>
                    <a:lnTo>
                      <a:pt x="745" y="731"/>
                    </a:lnTo>
                    <a:lnTo>
                      <a:pt x="851" y="588"/>
                    </a:lnTo>
                    <a:lnTo>
                      <a:pt x="991" y="435"/>
                    </a:lnTo>
                    <a:lnTo>
                      <a:pt x="961" y="408"/>
                    </a:lnTo>
                    <a:lnTo>
                      <a:pt x="809" y="470"/>
                    </a:lnTo>
                    <a:lnTo>
                      <a:pt x="657" y="525"/>
                    </a:lnTo>
                    <a:lnTo>
                      <a:pt x="740" y="408"/>
                    </a:lnTo>
                    <a:lnTo>
                      <a:pt x="611" y="457"/>
                    </a:lnTo>
                    <a:lnTo>
                      <a:pt x="501" y="404"/>
                    </a:lnTo>
                    <a:lnTo>
                      <a:pt x="404" y="417"/>
                    </a:lnTo>
                    <a:lnTo>
                      <a:pt x="470" y="343"/>
                    </a:lnTo>
                    <a:lnTo>
                      <a:pt x="330" y="360"/>
                    </a:lnTo>
                    <a:lnTo>
                      <a:pt x="224" y="393"/>
                    </a:lnTo>
                    <a:lnTo>
                      <a:pt x="275" y="297"/>
                    </a:lnTo>
                    <a:lnTo>
                      <a:pt x="334" y="213"/>
                    </a:lnTo>
                    <a:lnTo>
                      <a:pt x="404" y="164"/>
                    </a:lnTo>
                    <a:lnTo>
                      <a:pt x="295" y="178"/>
                    </a:lnTo>
                    <a:lnTo>
                      <a:pt x="164" y="217"/>
                    </a:lnTo>
                    <a:lnTo>
                      <a:pt x="72" y="292"/>
                    </a:lnTo>
                    <a:lnTo>
                      <a:pt x="0" y="385"/>
                    </a:lnTo>
                    <a:lnTo>
                      <a:pt x="97" y="224"/>
                    </a:lnTo>
                    <a:lnTo>
                      <a:pt x="222" y="129"/>
                    </a:lnTo>
                    <a:lnTo>
                      <a:pt x="343" y="65"/>
                    </a:lnTo>
                    <a:lnTo>
                      <a:pt x="488" y="17"/>
                    </a:lnTo>
                    <a:lnTo>
                      <a:pt x="641" y="0"/>
                    </a:lnTo>
                    <a:lnTo>
                      <a:pt x="851" y="17"/>
                    </a:lnTo>
                    <a:lnTo>
                      <a:pt x="1242" y="114"/>
                    </a:lnTo>
                    <a:lnTo>
                      <a:pt x="1561" y="224"/>
                    </a:lnTo>
                    <a:lnTo>
                      <a:pt x="1637" y="2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2" name="Freeform 251"/>
              <p:cNvSpPr>
                <a:spLocks/>
              </p:cNvSpPr>
              <p:nvPr/>
            </p:nvSpPr>
            <p:spPr bwMode="auto">
              <a:xfrm>
                <a:off x="2845" y="768"/>
                <a:ext cx="140" cy="237"/>
              </a:xfrm>
              <a:custGeom>
                <a:avLst/>
                <a:gdLst>
                  <a:gd name="T0" fmla="*/ 0 w 1121"/>
                  <a:gd name="T1" fmla="*/ 0 h 1901"/>
                  <a:gd name="T2" fmla="*/ 0 w 1121"/>
                  <a:gd name="T3" fmla="*/ 0 h 1901"/>
                  <a:gd name="T4" fmla="*/ 0 w 1121"/>
                  <a:gd name="T5" fmla="*/ 0 h 1901"/>
                  <a:gd name="T6" fmla="*/ 0 w 1121"/>
                  <a:gd name="T7" fmla="*/ 0 h 1901"/>
                  <a:gd name="T8" fmla="*/ 0 w 1121"/>
                  <a:gd name="T9" fmla="*/ 0 h 1901"/>
                  <a:gd name="T10" fmla="*/ 0 w 1121"/>
                  <a:gd name="T11" fmla="*/ 0 h 1901"/>
                  <a:gd name="T12" fmla="*/ 0 w 1121"/>
                  <a:gd name="T13" fmla="*/ 0 h 1901"/>
                  <a:gd name="T14" fmla="*/ 0 w 1121"/>
                  <a:gd name="T15" fmla="*/ 0 h 1901"/>
                  <a:gd name="T16" fmla="*/ 0 w 1121"/>
                  <a:gd name="T17" fmla="*/ 0 h 1901"/>
                  <a:gd name="T18" fmla="*/ 0 w 1121"/>
                  <a:gd name="T19" fmla="*/ 0 h 1901"/>
                  <a:gd name="T20" fmla="*/ 0 w 1121"/>
                  <a:gd name="T21" fmla="*/ 0 h 1901"/>
                  <a:gd name="T22" fmla="*/ 0 w 1121"/>
                  <a:gd name="T23" fmla="*/ 0 h 1901"/>
                  <a:gd name="T24" fmla="*/ 0 w 1121"/>
                  <a:gd name="T25" fmla="*/ 0 h 1901"/>
                  <a:gd name="T26" fmla="*/ 0 w 1121"/>
                  <a:gd name="T27" fmla="*/ 0 h 1901"/>
                  <a:gd name="T28" fmla="*/ 0 w 1121"/>
                  <a:gd name="T29" fmla="*/ 0 h 1901"/>
                  <a:gd name="T30" fmla="*/ 0 w 1121"/>
                  <a:gd name="T31" fmla="*/ 0 h 1901"/>
                  <a:gd name="T32" fmla="*/ 0 w 1121"/>
                  <a:gd name="T33" fmla="*/ 0 h 1901"/>
                  <a:gd name="T34" fmla="*/ 0 w 1121"/>
                  <a:gd name="T35" fmla="*/ 0 h 1901"/>
                  <a:gd name="T36" fmla="*/ 0 w 1121"/>
                  <a:gd name="T37" fmla="*/ 0 h 1901"/>
                  <a:gd name="T38" fmla="*/ 0 w 1121"/>
                  <a:gd name="T39" fmla="*/ 0 h 1901"/>
                  <a:gd name="T40" fmla="*/ 0 w 1121"/>
                  <a:gd name="T41" fmla="*/ 0 h 1901"/>
                  <a:gd name="T42" fmla="*/ 0 w 1121"/>
                  <a:gd name="T43" fmla="*/ 0 h 1901"/>
                  <a:gd name="T44" fmla="*/ 0 w 1121"/>
                  <a:gd name="T45" fmla="*/ 0 h 1901"/>
                  <a:gd name="T46" fmla="*/ 0 w 1121"/>
                  <a:gd name="T47" fmla="*/ 0 h 1901"/>
                  <a:gd name="T48" fmla="*/ 0 w 1121"/>
                  <a:gd name="T49" fmla="*/ 0 h 1901"/>
                  <a:gd name="T50" fmla="*/ 0 w 1121"/>
                  <a:gd name="T51" fmla="*/ 0 h 1901"/>
                  <a:gd name="T52" fmla="*/ 0 w 1121"/>
                  <a:gd name="T53" fmla="*/ 0 h 1901"/>
                  <a:gd name="T54" fmla="*/ 0 w 1121"/>
                  <a:gd name="T55" fmla="*/ 0 h 1901"/>
                  <a:gd name="T56" fmla="*/ 0 w 1121"/>
                  <a:gd name="T57" fmla="*/ 0 h 1901"/>
                  <a:gd name="T58" fmla="*/ 0 w 1121"/>
                  <a:gd name="T59" fmla="*/ 0 h 1901"/>
                  <a:gd name="T60" fmla="*/ 0 w 1121"/>
                  <a:gd name="T61" fmla="*/ 0 h 1901"/>
                  <a:gd name="T62" fmla="*/ 0 w 1121"/>
                  <a:gd name="T63" fmla="*/ 0 h 1901"/>
                  <a:gd name="T64" fmla="*/ 0 w 1121"/>
                  <a:gd name="T65" fmla="*/ 0 h 1901"/>
                  <a:gd name="T66" fmla="*/ 0 w 1121"/>
                  <a:gd name="T67" fmla="*/ 0 h 1901"/>
                  <a:gd name="T68" fmla="*/ 0 w 1121"/>
                  <a:gd name="T69" fmla="*/ 0 h 1901"/>
                  <a:gd name="T70" fmla="*/ 0 w 1121"/>
                  <a:gd name="T71" fmla="*/ 0 h 1901"/>
                  <a:gd name="T72" fmla="*/ 0 w 1121"/>
                  <a:gd name="T73" fmla="*/ 0 h 1901"/>
                  <a:gd name="T74" fmla="*/ 0 w 1121"/>
                  <a:gd name="T75" fmla="*/ 0 h 1901"/>
                  <a:gd name="T76" fmla="*/ 0 w 1121"/>
                  <a:gd name="T77" fmla="*/ 0 h 19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121"/>
                  <a:gd name="T118" fmla="*/ 0 h 1901"/>
                  <a:gd name="T119" fmla="*/ 1121 w 1121"/>
                  <a:gd name="T120" fmla="*/ 1901 h 190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121" h="1901">
                    <a:moveTo>
                      <a:pt x="1121" y="422"/>
                    </a:moveTo>
                    <a:lnTo>
                      <a:pt x="1086" y="539"/>
                    </a:lnTo>
                    <a:lnTo>
                      <a:pt x="1037" y="647"/>
                    </a:lnTo>
                    <a:lnTo>
                      <a:pt x="956" y="767"/>
                    </a:lnTo>
                    <a:lnTo>
                      <a:pt x="883" y="894"/>
                    </a:lnTo>
                    <a:lnTo>
                      <a:pt x="837" y="987"/>
                    </a:lnTo>
                    <a:lnTo>
                      <a:pt x="809" y="1099"/>
                    </a:lnTo>
                    <a:lnTo>
                      <a:pt x="715" y="1053"/>
                    </a:lnTo>
                    <a:lnTo>
                      <a:pt x="650" y="980"/>
                    </a:lnTo>
                    <a:lnTo>
                      <a:pt x="618" y="915"/>
                    </a:lnTo>
                    <a:lnTo>
                      <a:pt x="528" y="890"/>
                    </a:lnTo>
                    <a:lnTo>
                      <a:pt x="503" y="1005"/>
                    </a:lnTo>
                    <a:lnTo>
                      <a:pt x="491" y="1079"/>
                    </a:lnTo>
                    <a:lnTo>
                      <a:pt x="496" y="1173"/>
                    </a:lnTo>
                    <a:lnTo>
                      <a:pt x="528" y="1244"/>
                    </a:lnTo>
                    <a:lnTo>
                      <a:pt x="563" y="1305"/>
                    </a:lnTo>
                    <a:lnTo>
                      <a:pt x="618" y="1343"/>
                    </a:lnTo>
                    <a:lnTo>
                      <a:pt x="662" y="1281"/>
                    </a:lnTo>
                    <a:lnTo>
                      <a:pt x="641" y="1332"/>
                    </a:lnTo>
                    <a:lnTo>
                      <a:pt x="650" y="1402"/>
                    </a:lnTo>
                    <a:lnTo>
                      <a:pt x="685" y="1420"/>
                    </a:lnTo>
                    <a:lnTo>
                      <a:pt x="749" y="1420"/>
                    </a:lnTo>
                    <a:lnTo>
                      <a:pt x="789" y="1396"/>
                    </a:lnTo>
                    <a:lnTo>
                      <a:pt x="802" y="1356"/>
                    </a:lnTo>
                    <a:lnTo>
                      <a:pt x="802" y="1316"/>
                    </a:lnTo>
                    <a:lnTo>
                      <a:pt x="789" y="1284"/>
                    </a:lnTo>
                    <a:lnTo>
                      <a:pt x="754" y="1268"/>
                    </a:lnTo>
                    <a:lnTo>
                      <a:pt x="814" y="1299"/>
                    </a:lnTo>
                    <a:lnTo>
                      <a:pt x="833" y="1352"/>
                    </a:lnTo>
                    <a:lnTo>
                      <a:pt x="820" y="1427"/>
                    </a:lnTo>
                    <a:lnTo>
                      <a:pt x="798" y="1455"/>
                    </a:lnTo>
                    <a:lnTo>
                      <a:pt x="754" y="1461"/>
                    </a:lnTo>
                    <a:lnTo>
                      <a:pt x="690" y="1452"/>
                    </a:lnTo>
                    <a:lnTo>
                      <a:pt x="726" y="1526"/>
                    </a:lnTo>
                    <a:lnTo>
                      <a:pt x="779" y="1560"/>
                    </a:lnTo>
                    <a:lnTo>
                      <a:pt x="837" y="1560"/>
                    </a:lnTo>
                    <a:lnTo>
                      <a:pt x="877" y="1542"/>
                    </a:lnTo>
                    <a:lnTo>
                      <a:pt x="851" y="1576"/>
                    </a:lnTo>
                    <a:lnTo>
                      <a:pt x="809" y="1586"/>
                    </a:lnTo>
                    <a:lnTo>
                      <a:pt x="736" y="1586"/>
                    </a:lnTo>
                    <a:lnTo>
                      <a:pt x="758" y="1609"/>
                    </a:lnTo>
                    <a:lnTo>
                      <a:pt x="809" y="1622"/>
                    </a:lnTo>
                    <a:lnTo>
                      <a:pt x="846" y="1622"/>
                    </a:lnTo>
                    <a:lnTo>
                      <a:pt x="820" y="1683"/>
                    </a:lnTo>
                    <a:lnTo>
                      <a:pt x="765" y="1729"/>
                    </a:lnTo>
                    <a:lnTo>
                      <a:pt x="657" y="1828"/>
                    </a:lnTo>
                    <a:lnTo>
                      <a:pt x="545" y="1879"/>
                    </a:lnTo>
                    <a:lnTo>
                      <a:pt x="449" y="1901"/>
                    </a:lnTo>
                    <a:lnTo>
                      <a:pt x="341" y="1901"/>
                    </a:lnTo>
                    <a:lnTo>
                      <a:pt x="244" y="1870"/>
                    </a:lnTo>
                    <a:lnTo>
                      <a:pt x="178" y="1821"/>
                    </a:lnTo>
                    <a:lnTo>
                      <a:pt x="106" y="1747"/>
                    </a:lnTo>
                    <a:lnTo>
                      <a:pt x="44" y="1634"/>
                    </a:lnTo>
                    <a:lnTo>
                      <a:pt x="9" y="1455"/>
                    </a:lnTo>
                    <a:lnTo>
                      <a:pt x="0" y="1244"/>
                    </a:lnTo>
                    <a:lnTo>
                      <a:pt x="25" y="1037"/>
                    </a:lnTo>
                    <a:lnTo>
                      <a:pt x="97" y="735"/>
                    </a:lnTo>
                    <a:lnTo>
                      <a:pt x="185" y="444"/>
                    </a:lnTo>
                    <a:lnTo>
                      <a:pt x="284" y="220"/>
                    </a:lnTo>
                    <a:lnTo>
                      <a:pt x="337" y="119"/>
                    </a:lnTo>
                    <a:lnTo>
                      <a:pt x="424" y="0"/>
                    </a:lnTo>
                    <a:lnTo>
                      <a:pt x="376" y="84"/>
                    </a:lnTo>
                    <a:lnTo>
                      <a:pt x="341" y="202"/>
                    </a:lnTo>
                    <a:lnTo>
                      <a:pt x="341" y="318"/>
                    </a:lnTo>
                    <a:lnTo>
                      <a:pt x="369" y="451"/>
                    </a:lnTo>
                    <a:lnTo>
                      <a:pt x="385" y="385"/>
                    </a:lnTo>
                    <a:lnTo>
                      <a:pt x="442" y="244"/>
                    </a:lnTo>
                    <a:lnTo>
                      <a:pt x="466" y="279"/>
                    </a:lnTo>
                    <a:lnTo>
                      <a:pt x="523" y="244"/>
                    </a:lnTo>
                    <a:lnTo>
                      <a:pt x="554" y="226"/>
                    </a:lnTo>
                    <a:lnTo>
                      <a:pt x="627" y="279"/>
                    </a:lnTo>
                    <a:lnTo>
                      <a:pt x="706" y="244"/>
                    </a:lnTo>
                    <a:lnTo>
                      <a:pt x="666" y="363"/>
                    </a:lnTo>
                    <a:lnTo>
                      <a:pt x="782" y="299"/>
                    </a:lnTo>
                    <a:lnTo>
                      <a:pt x="920" y="350"/>
                    </a:lnTo>
                    <a:lnTo>
                      <a:pt x="920" y="444"/>
                    </a:lnTo>
                    <a:lnTo>
                      <a:pt x="989" y="366"/>
                    </a:lnTo>
                    <a:lnTo>
                      <a:pt x="1061" y="477"/>
                    </a:lnTo>
                    <a:lnTo>
                      <a:pt x="1121" y="4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3" name="Freeform 252"/>
              <p:cNvSpPr>
                <a:spLocks/>
              </p:cNvSpPr>
              <p:nvPr/>
            </p:nvSpPr>
            <p:spPr bwMode="auto">
              <a:xfrm>
                <a:off x="2920" y="892"/>
                <a:ext cx="18" cy="30"/>
              </a:xfrm>
              <a:custGeom>
                <a:avLst/>
                <a:gdLst>
                  <a:gd name="T0" fmla="*/ 0 w 149"/>
                  <a:gd name="T1" fmla="*/ 0 h 237"/>
                  <a:gd name="T2" fmla="*/ 0 w 149"/>
                  <a:gd name="T3" fmla="*/ 0 h 237"/>
                  <a:gd name="T4" fmla="*/ 0 w 149"/>
                  <a:gd name="T5" fmla="*/ 0 h 237"/>
                  <a:gd name="T6" fmla="*/ 0 w 149"/>
                  <a:gd name="T7" fmla="*/ 0 h 237"/>
                  <a:gd name="T8" fmla="*/ 0 w 149"/>
                  <a:gd name="T9" fmla="*/ 0 h 237"/>
                  <a:gd name="T10" fmla="*/ 0 w 149"/>
                  <a:gd name="T11" fmla="*/ 0 h 237"/>
                  <a:gd name="T12" fmla="*/ 0 w 149"/>
                  <a:gd name="T13" fmla="*/ 0 h 237"/>
                  <a:gd name="T14" fmla="*/ 0 w 149"/>
                  <a:gd name="T15" fmla="*/ 0 h 237"/>
                  <a:gd name="T16" fmla="*/ 0 w 149"/>
                  <a:gd name="T17" fmla="*/ 0 h 237"/>
                  <a:gd name="T18" fmla="*/ 0 w 149"/>
                  <a:gd name="T19" fmla="*/ 0 h 237"/>
                  <a:gd name="T20" fmla="*/ 0 w 149"/>
                  <a:gd name="T21" fmla="*/ 0 h 2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7"/>
                  <a:gd name="T35" fmla="*/ 149 w 149"/>
                  <a:gd name="T36" fmla="*/ 237 h 2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7">
                    <a:moveTo>
                      <a:pt x="149" y="64"/>
                    </a:moveTo>
                    <a:lnTo>
                      <a:pt x="115" y="117"/>
                    </a:lnTo>
                    <a:lnTo>
                      <a:pt x="115" y="154"/>
                    </a:lnTo>
                    <a:lnTo>
                      <a:pt x="138" y="237"/>
                    </a:lnTo>
                    <a:lnTo>
                      <a:pt x="101" y="209"/>
                    </a:lnTo>
                    <a:lnTo>
                      <a:pt x="18" y="154"/>
                    </a:lnTo>
                    <a:lnTo>
                      <a:pt x="0" y="103"/>
                    </a:lnTo>
                    <a:lnTo>
                      <a:pt x="7" y="81"/>
                    </a:lnTo>
                    <a:lnTo>
                      <a:pt x="36" y="39"/>
                    </a:lnTo>
                    <a:lnTo>
                      <a:pt x="82" y="0"/>
                    </a:lnTo>
                    <a:lnTo>
                      <a:pt x="149"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4" name="Freeform 253"/>
              <p:cNvSpPr>
                <a:spLocks/>
              </p:cNvSpPr>
              <p:nvPr/>
            </p:nvSpPr>
            <p:spPr bwMode="auto">
              <a:xfrm>
                <a:off x="2914" y="879"/>
                <a:ext cx="10" cy="23"/>
              </a:xfrm>
              <a:custGeom>
                <a:avLst/>
                <a:gdLst>
                  <a:gd name="T0" fmla="*/ 0 w 80"/>
                  <a:gd name="T1" fmla="*/ 0 h 184"/>
                  <a:gd name="T2" fmla="*/ 0 w 80"/>
                  <a:gd name="T3" fmla="*/ 0 h 184"/>
                  <a:gd name="T4" fmla="*/ 0 w 80"/>
                  <a:gd name="T5" fmla="*/ 0 h 184"/>
                  <a:gd name="T6" fmla="*/ 0 w 80"/>
                  <a:gd name="T7" fmla="*/ 0 h 184"/>
                  <a:gd name="T8" fmla="*/ 0 w 80"/>
                  <a:gd name="T9" fmla="*/ 0 h 184"/>
                  <a:gd name="T10" fmla="*/ 0 w 80"/>
                  <a:gd name="T11" fmla="*/ 0 h 184"/>
                  <a:gd name="T12" fmla="*/ 0 w 80"/>
                  <a:gd name="T13" fmla="*/ 0 h 184"/>
                  <a:gd name="T14" fmla="*/ 0 w 80"/>
                  <a:gd name="T15" fmla="*/ 0 h 184"/>
                  <a:gd name="T16" fmla="*/ 0 60000 65536"/>
                  <a:gd name="T17" fmla="*/ 0 60000 65536"/>
                  <a:gd name="T18" fmla="*/ 0 60000 65536"/>
                  <a:gd name="T19" fmla="*/ 0 60000 65536"/>
                  <a:gd name="T20" fmla="*/ 0 60000 65536"/>
                  <a:gd name="T21" fmla="*/ 0 60000 65536"/>
                  <a:gd name="T22" fmla="*/ 0 60000 65536"/>
                  <a:gd name="T23" fmla="*/ 0 60000 65536"/>
                  <a:gd name="T24" fmla="*/ 0 w 80"/>
                  <a:gd name="T25" fmla="*/ 0 h 184"/>
                  <a:gd name="T26" fmla="*/ 80 w 80"/>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0" h="184">
                    <a:moveTo>
                      <a:pt x="80" y="59"/>
                    </a:moveTo>
                    <a:lnTo>
                      <a:pt x="37" y="97"/>
                    </a:lnTo>
                    <a:lnTo>
                      <a:pt x="7" y="161"/>
                    </a:lnTo>
                    <a:lnTo>
                      <a:pt x="0" y="184"/>
                    </a:lnTo>
                    <a:lnTo>
                      <a:pt x="7" y="108"/>
                    </a:lnTo>
                    <a:lnTo>
                      <a:pt x="34" y="41"/>
                    </a:lnTo>
                    <a:lnTo>
                      <a:pt x="71" y="0"/>
                    </a:lnTo>
                    <a:lnTo>
                      <a:pt x="80" y="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5" name="Freeform 254"/>
              <p:cNvSpPr>
                <a:spLocks/>
              </p:cNvSpPr>
              <p:nvPr/>
            </p:nvSpPr>
            <p:spPr bwMode="auto">
              <a:xfrm>
                <a:off x="2946" y="834"/>
                <a:ext cx="134" cy="202"/>
              </a:xfrm>
              <a:custGeom>
                <a:avLst/>
                <a:gdLst>
                  <a:gd name="T0" fmla="*/ 0 w 1070"/>
                  <a:gd name="T1" fmla="*/ 0 h 1620"/>
                  <a:gd name="T2" fmla="*/ 0 w 1070"/>
                  <a:gd name="T3" fmla="*/ 0 h 1620"/>
                  <a:gd name="T4" fmla="*/ 0 w 1070"/>
                  <a:gd name="T5" fmla="*/ 0 h 1620"/>
                  <a:gd name="T6" fmla="*/ 0 w 1070"/>
                  <a:gd name="T7" fmla="*/ 0 h 1620"/>
                  <a:gd name="T8" fmla="*/ 0 w 1070"/>
                  <a:gd name="T9" fmla="*/ 0 h 1620"/>
                  <a:gd name="T10" fmla="*/ 0 w 1070"/>
                  <a:gd name="T11" fmla="*/ 0 h 1620"/>
                  <a:gd name="T12" fmla="*/ 0 w 1070"/>
                  <a:gd name="T13" fmla="*/ 0 h 1620"/>
                  <a:gd name="T14" fmla="*/ 0 w 1070"/>
                  <a:gd name="T15" fmla="*/ 0 h 1620"/>
                  <a:gd name="T16" fmla="*/ 0 w 1070"/>
                  <a:gd name="T17" fmla="*/ 0 h 1620"/>
                  <a:gd name="T18" fmla="*/ 0 w 1070"/>
                  <a:gd name="T19" fmla="*/ 0 h 1620"/>
                  <a:gd name="T20" fmla="*/ 0 w 1070"/>
                  <a:gd name="T21" fmla="*/ 0 h 1620"/>
                  <a:gd name="T22" fmla="*/ 0 w 1070"/>
                  <a:gd name="T23" fmla="*/ 0 h 1620"/>
                  <a:gd name="T24" fmla="*/ 0 w 1070"/>
                  <a:gd name="T25" fmla="*/ 0 h 1620"/>
                  <a:gd name="T26" fmla="*/ 0 w 1070"/>
                  <a:gd name="T27" fmla="*/ 0 h 1620"/>
                  <a:gd name="T28" fmla="*/ 0 w 1070"/>
                  <a:gd name="T29" fmla="*/ 0 h 1620"/>
                  <a:gd name="T30" fmla="*/ 0 w 1070"/>
                  <a:gd name="T31" fmla="*/ 0 h 1620"/>
                  <a:gd name="T32" fmla="*/ 0 w 1070"/>
                  <a:gd name="T33" fmla="*/ 0 h 1620"/>
                  <a:gd name="T34" fmla="*/ 0 w 1070"/>
                  <a:gd name="T35" fmla="*/ 0 h 1620"/>
                  <a:gd name="T36" fmla="*/ 0 w 1070"/>
                  <a:gd name="T37" fmla="*/ 0 h 1620"/>
                  <a:gd name="T38" fmla="*/ 0 w 1070"/>
                  <a:gd name="T39" fmla="*/ 0 h 1620"/>
                  <a:gd name="T40" fmla="*/ 0 w 1070"/>
                  <a:gd name="T41" fmla="*/ 0 h 1620"/>
                  <a:gd name="T42" fmla="*/ 0 w 1070"/>
                  <a:gd name="T43" fmla="*/ 0 h 1620"/>
                  <a:gd name="T44" fmla="*/ 0 w 1070"/>
                  <a:gd name="T45" fmla="*/ 0 h 1620"/>
                  <a:gd name="T46" fmla="*/ 0 w 1070"/>
                  <a:gd name="T47" fmla="*/ 0 h 1620"/>
                  <a:gd name="T48" fmla="*/ 0 w 1070"/>
                  <a:gd name="T49" fmla="*/ 0 h 1620"/>
                  <a:gd name="T50" fmla="*/ 0 w 1070"/>
                  <a:gd name="T51" fmla="*/ 0 h 1620"/>
                  <a:gd name="T52" fmla="*/ 0 w 1070"/>
                  <a:gd name="T53" fmla="*/ 0 h 1620"/>
                  <a:gd name="T54" fmla="*/ 0 w 1070"/>
                  <a:gd name="T55" fmla="*/ 0 h 1620"/>
                  <a:gd name="T56" fmla="*/ 0 w 1070"/>
                  <a:gd name="T57" fmla="*/ 0 h 1620"/>
                  <a:gd name="T58" fmla="*/ 0 w 1070"/>
                  <a:gd name="T59" fmla="*/ 0 h 1620"/>
                  <a:gd name="T60" fmla="*/ 0 w 1070"/>
                  <a:gd name="T61" fmla="*/ 0 h 1620"/>
                  <a:gd name="T62" fmla="*/ 0 w 1070"/>
                  <a:gd name="T63" fmla="*/ 0 h 1620"/>
                  <a:gd name="T64" fmla="*/ 0 w 1070"/>
                  <a:gd name="T65" fmla="*/ 0 h 1620"/>
                  <a:gd name="T66" fmla="*/ 0 w 1070"/>
                  <a:gd name="T67" fmla="*/ 0 h 1620"/>
                  <a:gd name="T68" fmla="*/ 0 w 1070"/>
                  <a:gd name="T69" fmla="*/ 0 h 1620"/>
                  <a:gd name="T70" fmla="*/ 0 w 1070"/>
                  <a:gd name="T71" fmla="*/ 0 h 1620"/>
                  <a:gd name="T72" fmla="*/ 0 w 1070"/>
                  <a:gd name="T73" fmla="*/ 0 h 1620"/>
                  <a:gd name="T74" fmla="*/ 0 w 1070"/>
                  <a:gd name="T75" fmla="*/ 0 h 1620"/>
                  <a:gd name="T76" fmla="*/ 0 w 1070"/>
                  <a:gd name="T77" fmla="*/ 0 h 1620"/>
                  <a:gd name="T78" fmla="*/ 0 w 1070"/>
                  <a:gd name="T79" fmla="*/ 0 h 1620"/>
                  <a:gd name="T80" fmla="*/ 0 w 1070"/>
                  <a:gd name="T81" fmla="*/ 0 h 1620"/>
                  <a:gd name="T82" fmla="*/ 0 w 1070"/>
                  <a:gd name="T83" fmla="*/ 0 h 1620"/>
                  <a:gd name="T84" fmla="*/ 0 w 1070"/>
                  <a:gd name="T85" fmla="*/ 0 h 1620"/>
                  <a:gd name="T86" fmla="*/ 0 w 1070"/>
                  <a:gd name="T87" fmla="*/ 0 h 1620"/>
                  <a:gd name="T88" fmla="*/ 0 w 1070"/>
                  <a:gd name="T89" fmla="*/ 0 h 1620"/>
                  <a:gd name="T90" fmla="*/ 0 w 1070"/>
                  <a:gd name="T91" fmla="*/ 0 h 1620"/>
                  <a:gd name="T92" fmla="*/ 0 w 1070"/>
                  <a:gd name="T93" fmla="*/ 0 h 1620"/>
                  <a:gd name="T94" fmla="*/ 0 w 1070"/>
                  <a:gd name="T95" fmla="*/ 0 h 1620"/>
                  <a:gd name="T96" fmla="*/ 0 w 1070"/>
                  <a:gd name="T97" fmla="*/ 0 h 1620"/>
                  <a:gd name="T98" fmla="*/ 0 w 1070"/>
                  <a:gd name="T99" fmla="*/ 0 h 1620"/>
                  <a:gd name="T100" fmla="*/ 0 w 1070"/>
                  <a:gd name="T101" fmla="*/ 0 h 1620"/>
                  <a:gd name="T102" fmla="*/ 0 w 1070"/>
                  <a:gd name="T103" fmla="*/ 0 h 1620"/>
                  <a:gd name="T104" fmla="*/ 0 w 1070"/>
                  <a:gd name="T105" fmla="*/ 0 h 1620"/>
                  <a:gd name="T106" fmla="*/ 0 w 1070"/>
                  <a:gd name="T107" fmla="*/ 0 h 1620"/>
                  <a:gd name="T108" fmla="*/ 0 w 1070"/>
                  <a:gd name="T109" fmla="*/ 0 h 1620"/>
                  <a:gd name="T110" fmla="*/ 0 w 1070"/>
                  <a:gd name="T111" fmla="*/ 0 h 162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70"/>
                  <a:gd name="T169" fmla="*/ 0 h 1620"/>
                  <a:gd name="T170" fmla="*/ 1070 w 1070"/>
                  <a:gd name="T171" fmla="*/ 1620 h 162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70" h="1620">
                    <a:moveTo>
                      <a:pt x="0" y="646"/>
                    </a:moveTo>
                    <a:lnTo>
                      <a:pt x="92" y="800"/>
                    </a:lnTo>
                    <a:lnTo>
                      <a:pt x="164" y="925"/>
                    </a:lnTo>
                    <a:lnTo>
                      <a:pt x="228" y="980"/>
                    </a:lnTo>
                    <a:lnTo>
                      <a:pt x="332" y="1021"/>
                    </a:lnTo>
                    <a:lnTo>
                      <a:pt x="630" y="1171"/>
                    </a:lnTo>
                    <a:lnTo>
                      <a:pt x="692" y="1176"/>
                    </a:lnTo>
                    <a:lnTo>
                      <a:pt x="782" y="1171"/>
                    </a:lnTo>
                    <a:lnTo>
                      <a:pt x="923" y="1114"/>
                    </a:lnTo>
                    <a:lnTo>
                      <a:pt x="960" y="1074"/>
                    </a:lnTo>
                    <a:lnTo>
                      <a:pt x="978" y="1021"/>
                    </a:lnTo>
                    <a:lnTo>
                      <a:pt x="985" y="947"/>
                    </a:lnTo>
                    <a:lnTo>
                      <a:pt x="1004" y="719"/>
                    </a:lnTo>
                    <a:lnTo>
                      <a:pt x="1028" y="475"/>
                    </a:lnTo>
                    <a:lnTo>
                      <a:pt x="1052" y="360"/>
                    </a:lnTo>
                    <a:lnTo>
                      <a:pt x="1052" y="286"/>
                    </a:lnTo>
                    <a:lnTo>
                      <a:pt x="1028" y="226"/>
                    </a:lnTo>
                    <a:lnTo>
                      <a:pt x="998" y="171"/>
                    </a:lnTo>
                    <a:lnTo>
                      <a:pt x="985" y="233"/>
                    </a:lnTo>
                    <a:lnTo>
                      <a:pt x="947" y="286"/>
                    </a:lnTo>
                    <a:lnTo>
                      <a:pt x="911" y="323"/>
                    </a:lnTo>
                    <a:lnTo>
                      <a:pt x="899" y="332"/>
                    </a:lnTo>
                    <a:lnTo>
                      <a:pt x="936" y="450"/>
                    </a:lnTo>
                    <a:lnTo>
                      <a:pt x="895" y="341"/>
                    </a:lnTo>
                    <a:lnTo>
                      <a:pt x="870" y="281"/>
                    </a:lnTo>
                    <a:lnTo>
                      <a:pt x="863" y="226"/>
                    </a:lnTo>
                    <a:lnTo>
                      <a:pt x="870" y="180"/>
                    </a:lnTo>
                    <a:lnTo>
                      <a:pt x="943" y="55"/>
                    </a:lnTo>
                    <a:lnTo>
                      <a:pt x="998" y="0"/>
                    </a:lnTo>
                    <a:lnTo>
                      <a:pt x="1008" y="127"/>
                    </a:lnTo>
                    <a:lnTo>
                      <a:pt x="1028" y="196"/>
                    </a:lnTo>
                    <a:lnTo>
                      <a:pt x="1063" y="281"/>
                    </a:lnTo>
                    <a:lnTo>
                      <a:pt x="1070" y="355"/>
                    </a:lnTo>
                    <a:lnTo>
                      <a:pt x="1057" y="468"/>
                    </a:lnTo>
                    <a:lnTo>
                      <a:pt x="1033" y="627"/>
                    </a:lnTo>
                    <a:lnTo>
                      <a:pt x="1022" y="763"/>
                    </a:lnTo>
                    <a:lnTo>
                      <a:pt x="1008" y="872"/>
                    </a:lnTo>
                    <a:lnTo>
                      <a:pt x="1004" y="973"/>
                    </a:lnTo>
                    <a:lnTo>
                      <a:pt x="991" y="1056"/>
                    </a:lnTo>
                    <a:lnTo>
                      <a:pt x="973" y="1092"/>
                    </a:lnTo>
                    <a:lnTo>
                      <a:pt x="932" y="1141"/>
                    </a:lnTo>
                    <a:lnTo>
                      <a:pt x="814" y="1194"/>
                    </a:lnTo>
                    <a:lnTo>
                      <a:pt x="722" y="1213"/>
                    </a:lnTo>
                    <a:lnTo>
                      <a:pt x="650" y="1213"/>
                    </a:lnTo>
                    <a:lnTo>
                      <a:pt x="558" y="1213"/>
                    </a:lnTo>
                    <a:lnTo>
                      <a:pt x="501" y="1325"/>
                    </a:lnTo>
                    <a:lnTo>
                      <a:pt x="448" y="1468"/>
                    </a:lnTo>
                    <a:lnTo>
                      <a:pt x="399" y="1620"/>
                    </a:lnTo>
                    <a:lnTo>
                      <a:pt x="448" y="1420"/>
                    </a:lnTo>
                    <a:lnTo>
                      <a:pt x="514" y="1217"/>
                    </a:lnTo>
                    <a:lnTo>
                      <a:pt x="325" y="1092"/>
                    </a:lnTo>
                    <a:lnTo>
                      <a:pt x="169" y="1021"/>
                    </a:lnTo>
                    <a:lnTo>
                      <a:pt x="129" y="971"/>
                    </a:lnTo>
                    <a:lnTo>
                      <a:pt x="81" y="890"/>
                    </a:lnTo>
                    <a:lnTo>
                      <a:pt x="17" y="719"/>
                    </a:lnTo>
                    <a:lnTo>
                      <a:pt x="0" y="6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6" name="Freeform 255"/>
              <p:cNvSpPr>
                <a:spLocks/>
              </p:cNvSpPr>
              <p:nvPr/>
            </p:nvSpPr>
            <p:spPr bwMode="auto">
              <a:xfrm>
                <a:off x="2988" y="864"/>
                <a:ext cx="55" cy="27"/>
              </a:xfrm>
              <a:custGeom>
                <a:avLst/>
                <a:gdLst>
                  <a:gd name="T0" fmla="*/ 0 w 437"/>
                  <a:gd name="T1" fmla="*/ 0 h 220"/>
                  <a:gd name="T2" fmla="*/ 0 w 437"/>
                  <a:gd name="T3" fmla="*/ 0 h 220"/>
                  <a:gd name="T4" fmla="*/ 0 w 437"/>
                  <a:gd name="T5" fmla="*/ 0 h 220"/>
                  <a:gd name="T6" fmla="*/ 0 w 437"/>
                  <a:gd name="T7" fmla="*/ 0 h 220"/>
                  <a:gd name="T8" fmla="*/ 0 w 437"/>
                  <a:gd name="T9" fmla="*/ 0 h 220"/>
                  <a:gd name="T10" fmla="*/ 0 w 437"/>
                  <a:gd name="T11" fmla="*/ 0 h 220"/>
                  <a:gd name="T12" fmla="*/ 0 w 437"/>
                  <a:gd name="T13" fmla="*/ 0 h 220"/>
                  <a:gd name="T14" fmla="*/ 0 w 437"/>
                  <a:gd name="T15" fmla="*/ 0 h 220"/>
                  <a:gd name="T16" fmla="*/ 0 w 437"/>
                  <a:gd name="T17" fmla="*/ 0 h 220"/>
                  <a:gd name="T18" fmla="*/ 0 w 437"/>
                  <a:gd name="T19" fmla="*/ 0 h 220"/>
                  <a:gd name="T20" fmla="*/ 0 w 437"/>
                  <a:gd name="T21" fmla="*/ 0 h 220"/>
                  <a:gd name="T22" fmla="*/ 0 w 437"/>
                  <a:gd name="T23" fmla="*/ 0 h 220"/>
                  <a:gd name="T24" fmla="*/ 0 w 437"/>
                  <a:gd name="T25" fmla="*/ 0 h 220"/>
                  <a:gd name="T26" fmla="*/ 0 w 437"/>
                  <a:gd name="T27" fmla="*/ 0 h 220"/>
                  <a:gd name="T28" fmla="*/ 0 w 437"/>
                  <a:gd name="T29" fmla="*/ 0 h 220"/>
                  <a:gd name="T30" fmla="*/ 0 w 437"/>
                  <a:gd name="T31" fmla="*/ 0 h 220"/>
                  <a:gd name="T32" fmla="*/ 0 w 437"/>
                  <a:gd name="T33" fmla="*/ 0 h 220"/>
                  <a:gd name="T34" fmla="*/ 0 w 437"/>
                  <a:gd name="T35" fmla="*/ 0 h 220"/>
                  <a:gd name="T36" fmla="*/ 0 w 437"/>
                  <a:gd name="T37" fmla="*/ 0 h 220"/>
                  <a:gd name="T38" fmla="*/ 0 w 437"/>
                  <a:gd name="T39" fmla="*/ 0 h 220"/>
                  <a:gd name="T40" fmla="*/ 0 w 437"/>
                  <a:gd name="T41" fmla="*/ 0 h 220"/>
                  <a:gd name="T42" fmla="*/ 0 w 437"/>
                  <a:gd name="T43" fmla="*/ 0 h 220"/>
                  <a:gd name="T44" fmla="*/ 0 w 437"/>
                  <a:gd name="T45" fmla="*/ 0 h 220"/>
                  <a:gd name="T46" fmla="*/ 0 w 437"/>
                  <a:gd name="T47" fmla="*/ 0 h 220"/>
                  <a:gd name="T48" fmla="*/ 0 w 437"/>
                  <a:gd name="T49" fmla="*/ 0 h 2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37"/>
                  <a:gd name="T76" fmla="*/ 0 h 220"/>
                  <a:gd name="T77" fmla="*/ 437 w 437"/>
                  <a:gd name="T78" fmla="*/ 220 h 2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37" h="220">
                    <a:moveTo>
                      <a:pt x="72" y="20"/>
                    </a:moveTo>
                    <a:lnTo>
                      <a:pt x="169" y="0"/>
                    </a:lnTo>
                    <a:lnTo>
                      <a:pt x="303" y="0"/>
                    </a:lnTo>
                    <a:lnTo>
                      <a:pt x="390" y="0"/>
                    </a:lnTo>
                    <a:lnTo>
                      <a:pt x="417" y="20"/>
                    </a:lnTo>
                    <a:lnTo>
                      <a:pt x="437" y="49"/>
                    </a:lnTo>
                    <a:lnTo>
                      <a:pt x="417" y="79"/>
                    </a:lnTo>
                    <a:lnTo>
                      <a:pt x="381" y="104"/>
                    </a:lnTo>
                    <a:lnTo>
                      <a:pt x="351" y="123"/>
                    </a:lnTo>
                    <a:lnTo>
                      <a:pt x="333" y="171"/>
                    </a:lnTo>
                    <a:lnTo>
                      <a:pt x="309" y="207"/>
                    </a:lnTo>
                    <a:lnTo>
                      <a:pt x="259" y="220"/>
                    </a:lnTo>
                    <a:lnTo>
                      <a:pt x="199" y="213"/>
                    </a:lnTo>
                    <a:lnTo>
                      <a:pt x="153" y="200"/>
                    </a:lnTo>
                    <a:lnTo>
                      <a:pt x="118" y="189"/>
                    </a:lnTo>
                    <a:lnTo>
                      <a:pt x="39" y="171"/>
                    </a:lnTo>
                    <a:lnTo>
                      <a:pt x="17" y="189"/>
                    </a:lnTo>
                    <a:lnTo>
                      <a:pt x="0" y="148"/>
                    </a:lnTo>
                    <a:lnTo>
                      <a:pt x="46" y="123"/>
                    </a:lnTo>
                    <a:lnTo>
                      <a:pt x="63" y="141"/>
                    </a:lnTo>
                    <a:lnTo>
                      <a:pt x="118" y="148"/>
                    </a:lnTo>
                    <a:lnTo>
                      <a:pt x="169" y="132"/>
                    </a:lnTo>
                    <a:lnTo>
                      <a:pt x="222" y="104"/>
                    </a:lnTo>
                    <a:lnTo>
                      <a:pt x="169" y="40"/>
                    </a:lnTo>
                    <a:lnTo>
                      <a:pt x="7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7" name="Freeform 256"/>
              <p:cNvSpPr>
                <a:spLocks/>
              </p:cNvSpPr>
              <p:nvPr/>
            </p:nvSpPr>
            <p:spPr bwMode="auto">
              <a:xfrm>
                <a:off x="3035" y="905"/>
                <a:ext cx="33" cy="16"/>
              </a:xfrm>
              <a:custGeom>
                <a:avLst/>
                <a:gdLst>
                  <a:gd name="T0" fmla="*/ 0 w 256"/>
                  <a:gd name="T1" fmla="*/ 0 h 123"/>
                  <a:gd name="T2" fmla="*/ 0 w 256"/>
                  <a:gd name="T3" fmla="*/ 0 h 123"/>
                  <a:gd name="T4" fmla="*/ 0 w 256"/>
                  <a:gd name="T5" fmla="*/ 0 h 123"/>
                  <a:gd name="T6" fmla="*/ 0 w 256"/>
                  <a:gd name="T7" fmla="*/ 0 h 123"/>
                  <a:gd name="T8" fmla="*/ 0 w 256"/>
                  <a:gd name="T9" fmla="*/ 0 h 123"/>
                  <a:gd name="T10" fmla="*/ 0 w 256"/>
                  <a:gd name="T11" fmla="*/ 0 h 123"/>
                  <a:gd name="T12" fmla="*/ 0 w 256"/>
                  <a:gd name="T13" fmla="*/ 0 h 123"/>
                  <a:gd name="T14" fmla="*/ 0 w 256"/>
                  <a:gd name="T15" fmla="*/ 0 h 123"/>
                  <a:gd name="T16" fmla="*/ 0 w 256"/>
                  <a:gd name="T17" fmla="*/ 0 h 123"/>
                  <a:gd name="T18" fmla="*/ 0 w 256"/>
                  <a:gd name="T19" fmla="*/ 0 h 123"/>
                  <a:gd name="T20" fmla="*/ 0 w 256"/>
                  <a:gd name="T21" fmla="*/ 0 h 123"/>
                  <a:gd name="T22" fmla="*/ 0 w 256"/>
                  <a:gd name="T23" fmla="*/ 0 h 123"/>
                  <a:gd name="T24" fmla="*/ 0 w 256"/>
                  <a:gd name="T25" fmla="*/ 0 h 123"/>
                  <a:gd name="T26" fmla="*/ 0 w 256"/>
                  <a:gd name="T27" fmla="*/ 0 h 123"/>
                  <a:gd name="T28" fmla="*/ 0 w 256"/>
                  <a:gd name="T29" fmla="*/ 0 h 123"/>
                  <a:gd name="T30" fmla="*/ 0 w 256"/>
                  <a:gd name="T31" fmla="*/ 0 h 1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56"/>
                  <a:gd name="T49" fmla="*/ 0 h 123"/>
                  <a:gd name="T50" fmla="*/ 256 w 256"/>
                  <a:gd name="T51" fmla="*/ 123 h 12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56" h="123">
                    <a:moveTo>
                      <a:pt x="256" y="33"/>
                    </a:moveTo>
                    <a:lnTo>
                      <a:pt x="171" y="26"/>
                    </a:lnTo>
                    <a:lnTo>
                      <a:pt x="90" y="72"/>
                    </a:lnTo>
                    <a:lnTo>
                      <a:pt x="72" y="99"/>
                    </a:lnTo>
                    <a:lnTo>
                      <a:pt x="30" y="75"/>
                    </a:lnTo>
                    <a:lnTo>
                      <a:pt x="14" y="38"/>
                    </a:lnTo>
                    <a:lnTo>
                      <a:pt x="23" y="0"/>
                    </a:lnTo>
                    <a:lnTo>
                      <a:pt x="0" y="51"/>
                    </a:lnTo>
                    <a:lnTo>
                      <a:pt x="10" y="97"/>
                    </a:lnTo>
                    <a:lnTo>
                      <a:pt x="41" y="112"/>
                    </a:lnTo>
                    <a:lnTo>
                      <a:pt x="83" y="123"/>
                    </a:lnTo>
                    <a:lnTo>
                      <a:pt x="109" y="112"/>
                    </a:lnTo>
                    <a:lnTo>
                      <a:pt x="191" y="97"/>
                    </a:lnTo>
                    <a:lnTo>
                      <a:pt x="230" y="106"/>
                    </a:lnTo>
                    <a:lnTo>
                      <a:pt x="250" y="62"/>
                    </a:lnTo>
                    <a:lnTo>
                      <a:pt x="256"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8" name="Freeform 257"/>
              <p:cNvSpPr>
                <a:spLocks/>
              </p:cNvSpPr>
              <p:nvPr/>
            </p:nvSpPr>
            <p:spPr bwMode="auto">
              <a:xfrm>
                <a:off x="3025" y="929"/>
                <a:ext cx="41" cy="27"/>
              </a:xfrm>
              <a:custGeom>
                <a:avLst/>
                <a:gdLst>
                  <a:gd name="T0" fmla="*/ 0 w 328"/>
                  <a:gd name="T1" fmla="*/ 0 h 217"/>
                  <a:gd name="T2" fmla="*/ 0 w 328"/>
                  <a:gd name="T3" fmla="*/ 0 h 217"/>
                  <a:gd name="T4" fmla="*/ 0 w 328"/>
                  <a:gd name="T5" fmla="*/ 0 h 217"/>
                  <a:gd name="T6" fmla="*/ 0 w 328"/>
                  <a:gd name="T7" fmla="*/ 0 h 217"/>
                  <a:gd name="T8" fmla="*/ 0 w 328"/>
                  <a:gd name="T9" fmla="*/ 0 h 217"/>
                  <a:gd name="T10" fmla="*/ 0 w 328"/>
                  <a:gd name="T11" fmla="*/ 0 h 217"/>
                  <a:gd name="T12" fmla="*/ 0 w 328"/>
                  <a:gd name="T13" fmla="*/ 0 h 217"/>
                  <a:gd name="T14" fmla="*/ 0 w 328"/>
                  <a:gd name="T15" fmla="*/ 0 h 217"/>
                  <a:gd name="T16" fmla="*/ 0 w 328"/>
                  <a:gd name="T17" fmla="*/ 0 h 217"/>
                  <a:gd name="T18" fmla="*/ 0 w 328"/>
                  <a:gd name="T19" fmla="*/ 0 h 217"/>
                  <a:gd name="T20" fmla="*/ 0 w 328"/>
                  <a:gd name="T21" fmla="*/ 0 h 217"/>
                  <a:gd name="T22" fmla="*/ 0 w 328"/>
                  <a:gd name="T23" fmla="*/ 0 h 217"/>
                  <a:gd name="T24" fmla="*/ 0 w 328"/>
                  <a:gd name="T25" fmla="*/ 0 h 217"/>
                  <a:gd name="T26" fmla="*/ 0 w 328"/>
                  <a:gd name="T27" fmla="*/ 0 h 217"/>
                  <a:gd name="T28" fmla="*/ 0 w 328"/>
                  <a:gd name="T29" fmla="*/ 0 h 217"/>
                  <a:gd name="T30" fmla="*/ 0 w 328"/>
                  <a:gd name="T31" fmla="*/ 0 h 2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8"/>
                  <a:gd name="T49" fmla="*/ 0 h 217"/>
                  <a:gd name="T50" fmla="*/ 328 w 328"/>
                  <a:gd name="T51" fmla="*/ 217 h 2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8" h="217">
                    <a:moveTo>
                      <a:pt x="0" y="217"/>
                    </a:moveTo>
                    <a:lnTo>
                      <a:pt x="0" y="134"/>
                    </a:lnTo>
                    <a:lnTo>
                      <a:pt x="65" y="85"/>
                    </a:lnTo>
                    <a:lnTo>
                      <a:pt x="95" y="109"/>
                    </a:lnTo>
                    <a:lnTo>
                      <a:pt x="150" y="99"/>
                    </a:lnTo>
                    <a:lnTo>
                      <a:pt x="219" y="74"/>
                    </a:lnTo>
                    <a:lnTo>
                      <a:pt x="247" y="55"/>
                    </a:lnTo>
                    <a:lnTo>
                      <a:pt x="279" y="59"/>
                    </a:lnTo>
                    <a:lnTo>
                      <a:pt x="323" y="0"/>
                    </a:lnTo>
                    <a:lnTo>
                      <a:pt x="328" y="74"/>
                    </a:lnTo>
                    <a:lnTo>
                      <a:pt x="279" y="145"/>
                    </a:lnTo>
                    <a:lnTo>
                      <a:pt x="242" y="159"/>
                    </a:lnTo>
                    <a:lnTo>
                      <a:pt x="182" y="152"/>
                    </a:lnTo>
                    <a:lnTo>
                      <a:pt x="99" y="138"/>
                    </a:lnTo>
                    <a:lnTo>
                      <a:pt x="53" y="138"/>
                    </a:lnTo>
                    <a:lnTo>
                      <a:pt x="0" y="2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9" name="Line 258"/>
              <p:cNvSpPr>
                <a:spLocks noChangeShapeType="1"/>
              </p:cNvSpPr>
              <p:nvPr/>
            </p:nvSpPr>
            <p:spPr bwMode="auto">
              <a:xfrm>
                <a:off x="2957" y="897"/>
                <a:ext cx="20"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40" name="Line 259"/>
              <p:cNvSpPr>
                <a:spLocks noChangeShapeType="1"/>
              </p:cNvSpPr>
              <p:nvPr/>
            </p:nvSpPr>
            <p:spPr bwMode="auto">
              <a:xfrm>
                <a:off x="2966" y="904"/>
                <a:ext cx="21"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41" name="Line 260"/>
              <p:cNvSpPr>
                <a:spLocks noChangeShapeType="1"/>
              </p:cNvSpPr>
              <p:nvPr/>
            </p:nvSpPr>
            <p:spPr bwMode="auto">
              <a:xfrm>
                <a:off x="2979" y="916"/>
                <a:ext cx="16"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42" name="Line 261"/>
              <p:cNvSpPr>
                <a:spLocks noChangeShapeType="1"/>
              </p:cNvSpPr>
              <p:nvPr/>
            </p:nvSpPr>
            <p:spPr bwMode="auto">
              <a:xfrm>
                <a:off x="2991" y="924"/>
                <a:ext cx="12"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43" name="Freeform 262"/>
              <p:cNvSpPr>
                <a:spLocks/>
              </p:cNvSpPr>
              <p:nvPr/>
            </p:nvSpPr>
            <p:spPr bwMode="auto">
              <a:xfrm>
                <a:off x="3313" y="723"/>
                <a:ext cx="173" cy="172"/>
              </a:xfrm>
              <a:custGeom>
                <a:avLst/>
                <a:gdLst>
                  <a:gd name="T0" fmla="*/ 0 w 1385"/>
                  <a:gd name="T1" fmla="*/ 0 h 1372"/>
                  <a:gd name="T2" fmla="*/ 0 w 1385"/>
                  <a:gd name="T3" fmla="*/ 0 h 1372"/>
                  <a:gd name="T4" fmla="*/ 0 w 1385"/>
                  <a:gd name="T5" fmla="*/ 0 h 1372"/>
                  <a:gd name="T6" fmla="*/ 0 w 1385"/>
                  <a:gd name="T7" fmla="*/ 0 h 1372"/>
                  <a:gd name="T8" fmla="*/ 0 w 1385"/>
                  <a:gd name="T9" fmla="*/ 0 h 1372"/>
                  <a:gd name="T10" fmla="*/ 0 w 1385"/>
                  <a:gd name="T11" fmla="*/ 0 h 1372"/>
                  <a:gd name="T12" fmla="*/ 0 w 1385"/>
                  <a:gd name="T13" fmla="*/ 0 h 1372"/>
                  <a:gd name="T14" fmla="*/ 0 w 1385"/>
                  <a:gd name="T15" fmla="*/ 0 h 1372"/>
                  <a:gd name="T16" fmla="*/ 0 w 1385"/>
                  <a:gd name="T17" fmla="*/ 0 h 1372"/>
                  <a:gd name="T18" fmla="*/ 0 w 1385"/>
                  <a:gd name="T19" fmla="*/ 0 h 1372"/>
                  <a:gd name="T20" fmla="*/ 0 w 1385"/>
                  <a:gd name="T21" fmla="*/ 0 h 1372"/>
                  <a:gd name="T22" fmla="*/ 0 w 1385"/>
                  <a:gd name="T23" fmla="*/ 0 h 1372"/>
                  <a:gd name="T24" fmla="*/ 0 w 1385"/>
                  <a:gd name="T25" fmla="*/ 0 h 1372"/>
                  <a:gd name="T26" fmla="*/ 0 w 1385"/>
                  <a:gd name="T27" fmla="*/ 0 h 1372"/>
                  <a:gd name="T28" fmla="*/ 0 w 1385"/>
                  <a:gd name="T29" fmla="*/ 0 h 1372"/>
                  <a:gd name="T30" fmla="*/ 0 w 1385"/>
                  <a:gd name="T31" fmla="*/ 0 h 1372"/>
                  <a:gd name="T32" fmla="*/ 0 w 1385"/>
                  <a:gd name="T33" fmla="*/ 0 h 1372"/>
                  <a:gd name="T34" fmla="*/ 0 w 1385"/>
                  <a:gd name="T35" fmla="*/ 0 h 1372"/>
                  <a:gd name="T36" fmla="*/ 0 w 1385"/>
                  <a:gd name="T37" fmla="*/ 0 h 1372"/>
                  <a:gd name="T38" fmla="*/ 0 w 1385"/>
                  <a:gd name="T39" fmla="*/ 0 h 1372"/>
                  <a:gd name="T40" fmla="*/ 0 w 1385"/>
                  <a:gd name="T41" fmla="*/ 0 h 1372"/>
                  <a:gd name="T42" fmla="*/ 0 w 1385"/>
                  <a:gd name="T43" fmla="*/ 0 h 1372"/>
                  <a:gd name="T44" fmla="*/ 0 w 1385"/>
                  <a:gd name="T45" fmla="*/ 0 h 1372"/>
                  <a:gd name="T46" fmla="*/ 0 w 1385"/>
                  <a:gd name="T47" fmla="*/ 0 h 1372"/>
                  <a:gd name="T48" fmla="*/ 0 w 1385"/>
                  <a:gd name="T49" fmla="*/ 0 h 1372"/>
                  <a:gd name="T50" fmla="*/ 0 w 1385"/>
                  <a:gd name="T51" fmla="*/ 0 h 1372"/>
                  <a:gd name="T52" fmla="*/ 0 w 1385"/>
                  <a:gd name="T53" fmla="*/ 0 h 1372"/>
                  <a:gd name="T54" fmla="*/ 0 w 1385"/>
                  <a:gd name="T55" fmla="*/ 0 h 1372"/>
                  <a:gd name="T56" fmla="*/ 0 w 1385"/>
                  <a:gd name="T57" fmla="*/ 0 h 1372"/>
                  <a:gd name="T58" fmla="*/ 0 w 1385"/>
                  <a:gd name="T59" fmla="*/ 0 h 1372"/>
                  <a:gd name="T60" fmla="*/ 0 w 1385"/>
                  <a:gd name="T61" fmla="*/ 0 h 1372"/>
                  <a:gd name="T62" fmla="*/ 0 w 1385"/>
                  <a:gd name="T63" fmla="*/ 0 h 1372"/>
                  <a:gd name="T64" fmla="*/ 0 w 1385"/>
                  <a:gd name="T65" fmla="*/ 0 h 1372"/>
                  <a:gd name="T66" fmla="*/ 0 w 1385"/>
                  <a:gd name="T67" fmla="*/ 0 h 1372"/>
                  <a:gd name="T68" fmla="*/ 0 w 1385"/>
                  <a:gd name="T69" fmla="*/ 0 h 1372"/>
                  <a:gd name="T70" fmla="*/ 0 w 1385"/>
                  <a:gd name="T71" fmla="*/ 0 h 1372"/>
                  <a:gd name="T72" fmla="*/ 0 w 1385"/>
                  <a:gd name="T73" fmla="*/ 0 h 1372"/>
                  <a:gd name="T74" fmla="*/ 0 w 1385"/>
                  <a:gd name="T75" fmla="*/ 0 h 1372"/>
                  <a:gd name="T76" fmla="*/ 0 w 1385"/>
                  <a:gd name="T77" fmla="*/ 0 h 1372"/>
                  <a:gd name="T78" fmla="*/ 0 w 1385"/>
                  <a:gd name="T79" fmla="*/ 0 h 1372"/>
                  <a:gd name="T80" fmla="*/ 0 w 1385"/>
                  <a:gd name="T81" fmla="*/ 0 h 1372"/>
                  <a:gd name="T82" fmla="*/ 0 w 1385"/>
                  <a:gd name="T83" fmla="*/ 0 h 1372"/>
                  <a:gd name="T84" fmla="*/ 0 w 1385"/>
                  <a:gd name="T85" fmla="*/ 0 h 1372"/>
                  <a:gd name="T86" fmla="*/ 0 w 1385"/>
                  <a:gd name="T87" fmla="*/ 0 h 1372"/>
                  <a:gd name="T88" fmla="*/ 0 w 1385"/>
                  <a:gd name="T89" fmla="*/ 0 h 1372"/>
                  <a:gd name="T90" fmla="*/ 0 w 1385"/>
                  <a:gd name="T91" fmla="*/ 0 h 1372"/>
                  <a:gd name="T92" fmla="*/ 0 w 1385"/>
                  <a:gd name="T93" fmla="*/ 0 h 137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385"/>
                  <a:gd name="T142" fmla="*/ 0 h 1372"/>
                  <a:gd name="T143" fmla="*/ 1385 w 1385"/>
                  <a:gd name="T144" fmla="*/ 1372 h 137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385" h="1372">
                    <a:moveTo>
                      <a:pt x="97" y="674"/>
                    </a:moveTo>
                    <a:lnTo>
                      <a:pt x="97" y="614"/>
                    </a:lnTo>
                    <a:lnTo>
                      <a:pt x="155" y="596"/>
                    </a:lnTo>
                    <a:lnTo>
                      <a:pt x="185" y="630"/>
                    </a:lnTo>
                    <a:lnTo>
                      <a:pt x="185" y="681"/>
                    </a:lnTo>
                    <a:lnTo>
                      <a:pt x="210" y="644"/>
                    </a:lnTo>
                    <a:lnTo>
                      <a:pt x="295" y="729"/>
                    </a:lnTo>
                    <a:lnTo>
                      <a:pt x="295" y="833"/>
                    </a:lnTo>
                    <a:lnTo>
                      <a:pt x="416" y="1105"/>
                    </a:lnTo>
                    <a:lnTo>
                      <a:pt x="422" y="1192"/>
                    </a:lnTo>
                    <a:lnTo>
                      <a:pt x="311" y="1105"/>
                    </a:lnTo>
                    <a:lnTo>
                      <a:pt x="480" y="1271"/>
                    </a:lnTo>
                    <a:lnTo>
                      <a:pt x="480" y="1137"/>
                    </a:lnTo>
                    <a:lnTo>
                      <a:pt x="341" y="809"/>
                    </a:lnTo>
                    <a:lnTo>
                      <a:pt x="322" y="695"/>
                    </a:lnTo>
                    <a:lnTo>
                      <a:pt x="295" y="630"/>
                    </a:lnTo>
                    <a:lnTo>
                      <a:pt x="341" y="549"/>
                    </a:lnTo>
                    <a:lnTo>
                      <a:pt x="412" y="524"/>
                    </a:lnTo>
                    <a:lnTo>
                      <a:pt x="493" y="547"/>
                    </a:lnTo>
                    <a:lnTo>
                      <a:pt x="572" y="602"/>
                    </a:lnTo>
                    <a:lnTo>
                      <a:pt x="706" y="679"/>
                    </a:lnTo>
                    <a:lnTo>
                      <a:pt x="849" y="722"/>
                    </a:lnTo>
                    <a:lnTo>
                      <a:pt x="1012" y="717"/>
                    </a:lnTo>
                    <a:lnTo>
                      <a:pt x="1088" y="695"/>
                    </a:lnTo>
                    <a:lnTo>
                      <a:pt x="1181" y="639"/>
                    </a:lnTo>
                    <a:lnTo>
                      <a:pt x="1266" y="596"/>
                    </a:lnTo>
                    <a:lnTo>
                      <a:pt x="1332" y="699"/>
                    </a:lnTo>
                    <a:lnTo>
                      <a:pt x="1194" y="851"/>
                    </a:lnTo>
                    <a:lnTo>
                      <a:pt x="1152" y="923"/>
                    </a:lnTo>
                    <a:lnTo>
                      <a:pt x="1082" y="906"/>
                    </a:lnTo>
                    <a:lnTo>
                      <a:pt x="1095" y="916"/>
                    </a:lnTo>
                    <a:lnTo>
                      <a:pt x="1161" y="948"/>
                    </a:lnTo>
                    <a:lnTo>
                      <a:pt x="1238" y="916"/>
                    </a:lnTo>
                    <a:lnTo>
                      <a:pt x="1229" y="954"/>
                    </a:lnTo>
                    <a:lnTo>
                      <a:pt x="1174" y="1003"/>
                    </a:lnTo>
                    <a:lnTo>
                      <a:pt x="1174" y="1020"/>
                    </a:lnTo>
                    <a:lnTo>
                      <a:pt x="1220" y="1008"/>
                    </a:lnTo>
                    <a:lnTo>
                      <a:pt x="1280" y="960"/>
                    </a:lnTo>
                    <a:lnTo>
                      <a:pt x="1332" y="906"/>
                    </a:lnTo>
                    <a:lnTo>
                      <a:pt x="1363" y="858"/>
                    </a:lnTo>
                    <a:lnTo>
                      <a:pt x="1363" y="796"/>
                    </a:lnTo>
                    <a:lnTo>
                      <a:pt x="1385" y="754"/>
                    </a:lnTo>
                    <a:lnTo>
                      <a:pt x="1381" y="662"/>
                    </a:lnTo>
                    <a:lnTo>
                      <a:pt x="1355" y="582"/>
                    </a:lnTo>
                    <a:lnTo>
                      <a:pt x="1363" y="459"/>
                    </a:lnTo>
                    <a:lnTo>
                      <a:pt x="1337" y="339"/>
                    </a:lnTo>
                    <a:lnTo>
                      <a:pt x="1210" y="209"/>
                    </a:lnTo>
                    <a:lnTo>
                      <a:pt x="1077" y="134"/>
                    </a:lnTo>
                    <a:lnTo>
                      <a:pt x="742" y="24"/>
                    </a:lnTo>
                    <a:lnTo>
                      <a:pt x="528" y="0"/>
                    </a:lnTo>
                    <a:lnTo>
                      <a:pt x="368" y="22"/>
                    </a:lnTo>
                    <a:lnTo>
                      <a:pt x="256" y="97"/>
                    </a:lnTo>
                    <a:lnTo>
                      <a:pt x="183" y="194"/>
                    </a:lnTo>
                    <a:lnTo>
                      <a:pt x="124" y="337"/>
                    </a:lnTo>
                    <a:lnTo>
                      <a:pt x="219" y="224"/>
                    </a:lnTo>
                    <a:lnTo>
                      <a:pt x="326" y="167"/>
                    </a:lnTo>
                    <a:lnTo>
                      <a:pt x="274" y="264"/>
                    </a:lnTo>
                    <a:lnTo>
                      <a:pt x="416" y="185"/>
                    </a:lnTo>
                    <a:lnTo>
                      <a:pt x="539" y="167"/>
                    </a:lnTo>
                    <a:lnTo>
                      <a:pt x="632" y="155"/>
                    </a:lnTo>
                    <a:lnTo>
                      <a:pt x="493" y="266"/>
                    </a:lnTo>
                    <a:lnTo>
                      <a:pt x="515" y="293"/>
                    </a:lnTo>
                    <a:lnTo>
                      <a:pt x="590" y="282"/>
                    </a:lnTo>
                    <a:lnTo>
                      <a:pt x="555" y="328"/>
                    </a:lnTo>
                    <a:lnTo>
                      <a:pt x="572" y="378"/>
                    </a:lnTo>
                    <a:lnTo>
                      <a:pt x="791" y="328"/>
                    </a:lnTo>
                    <a:lnTo>
                      <a:pt x="684" y="438"/>
                    </a:lnTo>
                    <a:lnTo>
                      <a:pt x="816" y="425"/>
                    </a:lnTo>
                    <a:lnTo>
                      <a:pt x="742" y="475"/>
                    </a:lnTo>
                    <a:lnTo>
                      <a:pt x="625" y="503"/>
                    </a:lnTo>
                    <a:lnTo>
                      <a:pt x="515" y="488"/>
                    </a:lnTo>
                    <a:lnTo>
                      <a:pt x="429" y="499"/>
                    </a:lnTo>
                    <a:lnTo>
                      <a:pt x="353" y="506"/>
                    </a:lnTo>
                    <a:lnTo>
                      <a:pt x="300" y="549"/>
                    </a:lnTo>
                    <a:lnTo>
                      <a:pt x="277" y="614"/>
                    </a:lnTo>
                    <a:lnTo>
                      <a:pt x="205" y="530"/>
                    </a:lnTo>
                    <a:lnTo>
                      <a:pt x="129" y="441"/>
                    </a:lnTo>
                    <a:lnTo>
                      <a:pt x="80" y="409"/>
                    </a:lnTo>
                    <a:lnTo>
                      <a:pt x="25" y="416"/>
                    </a:lnTo>
                    <a:lnTo>
                      <a:pt x="7" y="459"/>
                    </a:lnTo>
                    <a:lnTo>
                      <a:pt x="0" y="556"/>
                    </a:lnTo>
                    <a:lnTo>
                      <a:pt x="42" y="863"/>
                    </a:lnTo>
                    <a:lnTo>
                      <a:pt x="97" y="971"/>
                    </a:lnTo>
                    <a:lnTo>
                      <a:pt x="177" y="1047"/>
                    </a:lnTo>
                    <a:lnTo>
                      <a:pt x="210" y="1116"/>
                    </a:lnTo>
                    <a:lnTo>
                      <a:pt x="263" y="1275"/>
                    </a:lnTo>
                    <a:lnTo>
                      <a:pt x="341" y="1372"/>
                    </a:lnTo>
                    <a:lnTo>
                      <a:pt x="274" y="1253"/>
                    </a:lnTo>
                    <a:lnTo>
                      <a:pt x="229" y="1082"/>
                    </a:lnTo>
                    <a:lnTo>
                      <a:pt x="277" y="1079"/>
                    </a:lnTo>
                    <a:lnTo>
                      <a:pt x="263" y="1049"/>
                    </a:lnTo>
                    <a:lnTo>
                      <a:pt x="173" y="974"/>
                    </a:lnTo>
                    <a:lnTo>
                      <a:pt x="139" y="822"/>
                    </a:lnTo>
                    <a:lnTo>
                      <a:pt x="106" y="727"/>
                    </a:lnTo>
                    <a:lnTo>
                      <a:pt x="97" y="6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4" name="Freeform 263"/>
              <p:cNvSpPr>
                <a:spLocks/>
              </p:cNvSpPr>
              <p:nvPr/>
            </p:nvSpPr>
            <p:spPr bwMode="auto">
              <a:xfrm>
                <a:off x="3381" y="847"/>
                <a:ext cx="58" cy="26"/>
              </a:xfrm>
              <a:custGeom>
                <a:avLst/>
                <a:gdLst>
                  <a:gd name="T0" fmla="*/ 0 w 466"/>
                  <a:gd name="T1" fmla="*/ 0 h 203"/>
                  <a:gd name="T2" fmla="*/ 0 w 466"/>
                  <a:gd name="T3" fmla="*/ 0 h 203"/>
                  <a:gd name="T4" fmla="*/ 0 w 466"/>
                  <a:gd name="T5" fmla="*/ 0 h 203"/>
                  <a:gd name="T6" fmla="*/ 0 w 466"/>
                  <a:gd name="T7" fmla="*/ 0 h 203"/>
                  <a:gd name="T8" fmla="*/ 0 w 466"/>
                  <a:gd name="T9" fmla="*/ 0 h 203"/>
                  <a:gd name="T10" fmla="*/ 0 w 466"/>
                  <a:gd name="T11" fmla="*/ 0 h 203"/>
                  <a:gd name="T12" fmla="*/ 0 w 466"/>
                  <a:gd name="T13" fmla="*/ 0 h 203"/>
                  <a:gd name="T14" fmla="*/ 0 w 466"/>
                  <a:gd name="T15" fmla="*/ 0 h 203"/>
                  <a:gd name="T16" fmla="*/ 0 w 466"/>
                  <a:gd name="T17" fmla="*/ 0 h 203"/>
                  <a:gd name="T18" fmla="*/ 0 w 466"/>
                  <a:gd name="T19" fmla="*/ 0 h 203"/>
                  <a:gd name="T20" fmla="*/ 0 w 466"/>
                  <a:gd name="T21" fmla="*/ 0 h 203"/>
                  <a:gd name="T22" fmla="*/ 0 w 466"/>
                  <a:gd name="T23" fmla="*/ 0 h 203"/>
                  <a:gd name="T24" fmla="*/ 0 w 466"/>
                  <a:gd name="T25" fmla="*/ 0 h 2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6"/>
                  <a:gd name="T40" fmla="*/ 0 h 203"/>
                  <a:gd name="T41" fmla="*/ 466 w 466"/>
                  <a:gd name="T42" fmla="*/ 203 h 2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6" h="203">
                    <a:moveTo>
                      <a:pt x="30" y="203"/>
                    </a:moveTo>
                    <a:lnTo>
                      <a:pt x="0" y="151"/>
                    </a:lnTo>
                    <a:lnTo>
                      <a:pt x="44" y="79"/>
                    </a:lnTo>
                    <a:lnTo>
                      <a:pt x="155" y="55"/>
                    </a:lnTo>
                    <a:lnTo>
                      <a:pt x="393" y="0"/>
                    </a:lnTo>
                    <a:lnTo>
                      <a:pt x="466" y="46"/>
                    </a:lnTo>
                    <a:lnTo>
                      <a:pt x="437" y="88"/>
                    </a:lnTo>
                    <a:lnTo>
                      <a:pt x="349" y="30"/>
                    </a:lnTo>
                    <a:lnTo>
                      <a:pt x="252" y="63"/>
                    </a:lnTo>
                    <a:lnTo>
                      <a:pt x="182" y="88"/>
                    </a:lnTo>
                    <a:lnTo>
                      <a:pt x="138" y="160"/>
                    </a:lnTo>
                    <a:lnTo>
                      <a:pt x="74" y="162"/>
                    </a:lnTo>
                    <a:lnTo>
                      <a:pt x="30" y="2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5" name="Freeform 264"/>
              <p:cNvSpPr>
                <a:spLocks/>
              </p:cNvSpPr>
              <p:nvPr/>
            </p:nvSpPr>
            <p:spPr bwMode="auto">
              <a:xfrm>
                <a:off x="3390" y="851"/>
                <a:ext cx="46" cy="18"/>
              </a:xfrm>
              <a:custGeom>
                <a:avLst/>
                <a:gdLst>
                  <a:gd name="T0" fmla="*/ 0 w 363"/>
                  <a:gd name="T1" fmla="*/ 0 h 139"/>
                  <a:gd name="T2" fmla="*/ 0 w 363"/>
                  <a:gd name="T3" fmla="*/ 0 h 139"/>
                  <a:gd name="T4" fmla="*/ 0 w 363"/>
                  <a:gd name="T5" fmla="*/ 0 h 139"/>
                  <a:gd name="T6" fmla="*/ 0 w 363"/>
                  <a:gd name="T7" fmla="*/ 0 h 139"/>
                  <a:gd name="T8" fmla="*/ 0 w 363"/>
                  <a:gd name="T9" fmla="*/ 0 h 139"/>
                  <a:gd name="T10" fmla="*/ 0 w 363"/>
                  <a:gd name="T11" fmla="*/ 0 h 139"/>
                  <a:gd name="T12" fmla="*/ 0 w 363"/>
                  <a:gd name="T13" fmla="*/ 0 h 139"/>
                  <a:gd name="T14" fmla="*/ 0 w 363"/>
                  <a:gd name="T15" fmla="*/ 0 h 139"/>
                  <a:gd name="T16" fmla="*/ 0 w 363"/>
                  <a:gd name="T17" fmla="*/ 0 h 139"/>
                  <a:gd name="T18" fmla="*/ 0 w 363"/>
                  <a:gd name="T19" fmla="*/ 0 h 1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3"/>
                  <a:gd name="T31" fmla="*/ 0 h 139"/>
                  <a:gd name="T32" fmla="*/ 363 w 363"/>
                  <a:gd name="T33" fmla="*/ 139 h 1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3" h="139">
                    <a:moveTo>
                      <a:pt x="295" y="0"/>
                    </a:moveTo>
                    <a:lnTo>
                      <a:pt x="210" y="88"/>
                    </a:lnTo>
                    <a:lnTo>
                      <a:pt x="122" y="101"/>
                    </a:lnTo>
                    <a:lnTo>
                      <a:pt x="0" y="139"/>
                    </a:lnTo>
                    <a:lnTo>
                      <a:pt x="99" y="132"/>
                    </a:lnTo>
                    <a:lnTo>
                      <a:pt x="238" y="139"/>
                    </a:lnTo>
                    <a:lnTo>
                      <a:pt x="309" y="92"/>
                    </a:lnTo>
                    <a:lnTo>
                      <a:pt x="363" y="58"/>
                    </a:lnTo>
                    <a:lnTo>
                      <a:pt x="343" y="16"/>
                    </a:lnTo>
                    <a:lnTo>
                      <a:pt x="29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6" name="Freeform 265"/>
              <p:cNvSpPr>
                <a:spLocks/>
              </p:cNvSpPr>
              <p:nvPr/>
            </p:nvSpPr>
            <p:spPr bwMode="auto">
              <a:xfrm>
                <a:off x="3433" y="844"/>
                <a:ext cx="56" cy="73"/>
              </a:xfrm>
              <a:custGeom>
                <a:avLst/>
                <a:gdLst>
                  <a:gd name="T0" fmla="*/ 0 w 450"/>
                  <a:gd name="T1" fmla="*/ 0 h 580"/>
                  <a:gd name="T2" fmla="*/ 0 w 450"/>
                  <a:gd name="T3" fmla="*/ 0 h 580"/>
                  <a:gd name="T4" fmla="*/ 0 w 450"/>
                  <a:gd name="T5" fmla="*/ 0 h 580"/>
                  <a:gd name="T6" fmla="*/ 0 w 450"/>
                  <a:gd name="T7" fmla="*/ 0 h 580"/>
                  <a:gd name="T8" fmla="*/ 0 w 450"/>
                  <a:gd name="T9" fmla="*/ 0 h 580"/>
                  <a:gd name="T10" fmla="*/ 0 w 450"/>
                  <a:gd name="T11" fmla="*/ 0 h 580"/>
                  <a:gd name="T12" fmla="*/ 0 w 450"/>
                  <a:gd name="T13" fmla="*/ 0 h 580"/>
                  <a:gd name="T14" fmla="*/ 0 w 450"/>
                  <a:gd name="T15" fmla="*/ 0 h 580"/>
                  <a:gd name="T16" fmla="*/ 0 w 450"/>
                  <a:gd name="T17" fmla="*/ 0 h 580"/>
                  <a:gd name="T18" fmla="*/ 0 w 450"/>
                  <a:gd name="T19" fmla="*/ 0 h 580"/>
                  <a:gd name="T20" fmla="*/ 0 w 450"/>
                  <a:gd name="T21" fmla="*/ 0 h 580"/>
                  <a:gd name="T22" fmla="*/ 0 w 450"/>
                  <a:gd name="T23" fmla="*/ 0 h 580"/>
                  <a:gd name="T24" fmla="*/ 0 w 450"/>
                  <a:gd name="T25" fmla="*/ 0 h 580"/>
                  <a:gd name="T26" fmla="*/ 0 w 450"/>
                  <a:gd name="T27" fmla="*/ 0 h 580"/>
                  <a:gd name="T28" fmla="*/ 0 w 450"/>
                  <a:gd name="T29" fmla="*/ 0 h 580"/>
                  <a:gd name="T30" fmla="*/ 0 w 450"/>
                  <a:gd name="T31" fmla="*/ 0 h 580"/>
                  <a:gd name="T32" fmla="*/ 0 w 450"/>
                  <a:gd name="T33" fmla="*/ 0 h 580"/>
                  <a:gd name="T34" fmla="*/ 0 w 450"/>
                  <a:gd name="T35" fmla="*/ 0 h 580"/>
                  <a:gd name="T36" fmla="*/ 0 w 450"/>
                  <a:gd name="T37" fmla="*/ 0 h 580"/>
                  <a:gd name="T38" fmla="*/ 0 w 450"/>
                  <a:gd name="T39" fmla="*/ 0 h 580"/>
                  <a:gd name="T40" fmla="*/ 0 w 450"/>
                  <a:gd name="T41" fmla="*/ 0 h 580"/>
                  <a:gd name="T42" fmla="*/ 0 w 450"/>
                  <a:gd name="T43" fmla="*/ 0 h 580"/>
                  <a:gd name="T44" fmla="*/ 0 w 450"/>
                  <a:gd name="T45" fmla="*/ 0 h 580"/>
                  <a:gd name="T46" fmla="*/ 0 w 450"/>
                  <a:gd name="T47" fmla="*/ 0 h 580"/>
                  <a:gd name="T48" fmla="*/ 0 w 450"/>
                  <a:gd name="T49" fmla="*/ 0 h 580"/>
                  <a:gd name="T50" fmla="*/ 0 w 450"/>
                  <a:gd name="T51" fmla="*/ 0 h 5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50"/>
                  <a:gd name="T79" fmla="*/ 0 h 580"/>
                  <a:gd name="T80" fmla="*/ 450 w 450"/>
                  <a:gd name="T81" fmla="*/ 580 h 58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50" h="580">
                    <a:moveTo>
                      <a:pt x="154" y="0"/>
                    </a:moveTo>
                    <a:lnTo>
                      <a:pt x="200" y="66"/>
                    </a:lnTo>
                    <a:lnTo>
                      <a:pt x="299" y="292"/>
                    </a:lnTo>
                    <a:lnTo>
                      <a:pt x="337" y="345"/>
                    </a:lnTo>
                    <a:lnTo>
                      <a:pt x="319" y="417"/>
                    </a:lnTo>
                    <a:lnTo>
                      <a:pt x="259" y="456"/>
                    </a:lnTo>
                    <a:lnTo>
                      <a:pt x="182" y="426"/>
                    </a:lnTo>
                    <a:lnTo>
                      <a:pt x="97" y="417"/>
                    </a:lnTo>
                    <a:lnTo>
                      <a:pt x="64" y="323"/>
                    </a:lnTo>
                    <a:lnTo>
                      <a:pt x="40" y="329"/>
                    </a:lnTo>
                    <a:lnTo>
                      <a:pt x="0" y="580"/>
                    </a:lnTo>
                    <a:lnTo>
                      <a:pt x="55" y="417"/>
                    </a:lnTo>
                    <a:lnTo>
                      <a:pt x="74" y="456"/>
                    </a:lnTo>
                    <a:lnTo>
                      <a:pt x="171" y="456"/>
                    </a:lnTo>
                    <a:lnTo>
                      <a:pt x="295" y="479"/>
                    </a:lnTo>
                    <a:lnTo>
                      <a:pt x="343" y="449"/>
                    </a:lnTo>
                    <a:lnTo>
                      <a:pt x="380" y="323"/>
                    </a:lnTo>
                    <a:lnTo>
                      <a:pt x="450" y="371"/>
                    </a:lnTo>
                    <a:lnTo>
                      <a:pt x="356" y="272"/>
                    </a:lnTo>
                    <a:lnTo>
                      <a:pt x="319" y="272"/>
                    </a:lnTo>
                    <a:lnTo>
                      <a:pt x="356" y="292"/>
                    </a:lnTo>
                    <a:lnTo>
                      <a:pt x="356" y="320"/>
                    </a:lnTo>
                    <a:lnTo>
                      <a:pt x="343" y="329"/>
                    </a:lnTo>
                    <a:lnTo>
                      <a:pt x="312" y="286"/>
                    </a:lnTo>
                    <a:lnTo>
                      <a:pt x="200" y="53"/>
                    </a:lnTo>
                    <a:lnTo>
                      <a:pt x="1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7" name="Freeform 266"/>
              <p:cNvSpPr>
                <a:spLocks/>
              </p:cNvSpPr>
              <p:nvPr/>
            </p:nvSpPr>
            <p:spPr bwMode="auto">
              <a:xfrm>
                <a:off x="3356" y="827"/>
                <a:ext cx="149" cy="129"/>
              </a:xfrm>
              <a:custGeom>
                <a:avLst/>
                <a:gdLst>
                  <a:gd name="T0" fmla="*/ 0 w 1187"/>
                  <a:gd name="T1" fmla="*/ 0 h 1028"/>
                  <a:gd name="T2" fmla="*/ 0 w 1187"/>
                  <a:gd name="T3" fmla="*/ 0 h 1028"/>
                  <a:gd name="T4" fmla="*/ 0 w 1187"/>
                  <a:gd name="T5" fmla="*/ 0 h 1028"/>
                  <a:gd name="T6" fmla="*/ 0 w 1187"/>
                  <a:gd name="T7" fmla="*/ 0 h 1028"/>
                  <a:gd name="T8" fmla="*/ 0 w 1187"/>
                  <a:gd name="T9" fmla="*/ 0 h 1028"/>
                  <a:gd name="T10" fmla="*/ 0 w 1187"/>
                  <a:gd name="T11" fmla="*/ 0 h 1028"/>
                  <a:gd name="T12" fmla="*/ 0 w 1187"/>
                  <a:gd name="T13" fmla="*/ 0 h 1028"/>
                  <a:gd name="T14" fmla="*/ 0 w 1187"/>
                  <a:gd name="T15" fmla="*/ 0 h 1028"/>
                  <a:gd name="T16" fmla="*/ 0 w 1187"/>
                  <a:gd name="T17" fmla="*/ 0 h 1028"/>
                  <a:gd name="T18" fmla="*/ 0 w 1187"/>
                  <a:gd name="T19" fmla="*/ 0 h 1028"/>
                  <a:gd name="T20" fmla="*/ 0 w 1187"/>
                  <a:gd name="T21" fmla="*/ 0 h 1028"/>
                  <a:gd name="T22" fmla="*/ 0 w 1187"/>
                  <a:gd name="T23" fmla="*/ 0 h 1028"/>
                  <a:gd name="T24" fmla="*/ 0 w 1187"/>
                  <a:gd name="T25" fmla="*/ 0 h 1028"/>
                  <a:gd name="T26" fmla="*/ 0 w 1187"/>
                  <a:gd name="T27" fmla="*/ 0 h 1028"/>
                  <a:gd name="T28" fmla="*/ 0 w 1187"/>
                  <a:gd name="T29" fmla="*/ 0 h 1028"/>
                  <a:gd name="T30" fmla="*/ 0 w 1187"/>
                  <a:gd name="T31" fmla="*/ 0 h 1028"/>
                  <a:gd name="T32" fmla="*/ 0 w 1187"/>
                  <a:gd name="T33" fmla="*/ 0 h 1028"/>
                  <a:gd name="T34" fmla="*/ 0 w 1187"/>
                  <a:gd name="T35" fmla="*/ 0 h 1028"/>
                  <a:gd name="T36" fmla="*/ 0 w 1187"/>
                  <a:gd name="T37" fmla="*/ 0 h 1028"/>
                  <a:gd name="T38" fmla="*/ 0 w 1187"/>
                  <a:gd name="T39" fmla="*/ 0 h 1028"/>
                  <a:gd name="T40" fmla="*/ 0 w 1187"/>
                  <a:gd name="T41" fmla="*/ 0 h 1028"/>
                  <a:gd name="T42" fmla="*/ 0 w 1187"/>
                  <a:gd name="T43" fmla="*/ 0 h 1028"/>
                  <a:gd name="T44" fmla="*/ 0 w 1187"/>
                  <a:gd name="T45" fmla="*/ 0 h 1028"/>
                  <a:gd name="T46" fmla="*/ 0 w 1187"/>
                  <a:gd name="T47" fmla="*/ 0 h 1028"/>
                  <a:gd name="T48" fmla="*/ 0 w 1187"/>
                  <a:gd name="T49" fmla="*/ 0 h 1028"/>
                  <a:gd name="T50" fmla="*/ 0 w 1187"/>
                  <a:gd name="T51" fmla="*/ 0 h 1028"/>
                  <a:gd name="T52" fmla="*/ 0 w 1187"/>
                  <a:gd name="T53" fmla="*/ 0 h 1028"/>
                  <a:gd name="T54" fmla="*/ 0 w 1187"/>
                  <a:gd name="T55" fmla="*/ 0 h 10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87"/>
                  <a:gd name="T85" fmla="*/ 0 h 1028"/>
                  <a:gd name="T86" fmla="*/ 1187 w 1187"/>
                  <a:gd name="T87" fmla="*/ 1028 h 10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87" h="1028">
                    <a:moveTo>
                      <a:pt x="1054" y="0"/>
                    </a:moveTo>
                    <a:lnTo>
                      <a:pt x="1127" y="200"/>
                    </a:lnTo>
                    <a:lnTo>
                      <a:pt x="1155" y="490"/>
                    </a:lnTo>
                    <a:lnTo>
                      <a:pt x="1187" y="763"/>
                    </a:lnTo>
                    <a:lnTo>
                      <a:pt x="1153" y="917"/>
                    </a:lnTo>
                    <a:lnTo>
                      <a:pt x="1090" y="975"/>
                    </a:lnTo>
                    <a:lnTo>
                      <a:pt x="912" y="1028"/>
                    </a:lnTo>
                    <a:lnTo>
                      <a:pt x="821" y="1028"/>
                    </a:lnTo>
                    <a:lnTo>
                      <a:pt x="554" y="989"/>
                    </a:lnTo>
                    <a:lnTo>
                      <a:pt x="290" y="848"/>
                    </a:lnTo>
                    <a:lnTo>
                      <a:pt x="161" y="624"/>
                    </a:lnTo>
                    <a:lnTo>
                      <a:pt x="118" y="597"/>
                    </a:lnTo>
                    <a:lnTo>
                      <a:pt x="0" y="551"/>
                    </a:lnTo>
                    <a:lnTo>
                      <a:pt x="104" y="543"/>
                    </a:lnTo>
                    <a:lnTo>
                      <a:pt x="62" y="468"/>
                    </a:lnTo>
                    <a:lnTo>
                      <a:pt x="222" y="615"/>
                    </a:lnTo>
                    <a:lnTo>
                      <a:pt x="353" y="837"/>
                    </a:lnTo>
                    <a:lnTo>
                      <a:pt x="542" y="954"/>
                    </a:lnTo>
                    <a:lnTo>
                      <a:pt x="881" y="1022"/>
                    </a:lnTo>
                    <a:lnTo>
                      <a:pt x="1090" y="938"/>
                    </a:lnTo>
                    <a:lnTo>
                      <a:pt x="1164" y="758"/>
                    </a:lnTo>
                    <a:lnTo>
                      <a:pt x="1143" y="528"/>
                    </a:lnTo>
                    <a:lnTo>
                      <a:pt x="1081" y="615"/>
                    </a:lnTo>
                    <a:lnTo>
                      <a:pt x="1063" y="512"/>
                    </a:lnTo>
                    <a:lnTo>
                      <a:pt x="1090" y="543"/>
                    </a:lnTo>
                    <a:lnTo>
                      <a:pt x="1121" y="330"/>
                    </a:lnTo>
                    <a:lnTo>
                      <a:pt x="1105" y="191"/>
                    </a:lnTo>
                    <a:lnTo>
                      <a:pt x="10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8" name="Freeform 267"/>
              <p:cNvSpPr>
                <a:spLocks/>
              </p:cNvSpPr>
              <p:nvPr/>
            </p:nvSpPr>
            <p:spPr bwMode="auto">
              <a:xfrm>
                <a:off x="3438" y="914"/>
                <a:ext cx="12" cy="23"/>
              </a:xfrm>
              <a:custGeom>
                <a:avLst/>
                <a:gdLst>
                  <a:gd name="T0" fmla="*/ 0 w 97"/>
                  <a:gd name="T1" fmla="*/ 0 h 179"/>
                  <a:gd name="T2" fmla="*/ 0 w 97"/>
                  <a:gd name="T3" fmla="*/ 0 h 179"/>
                  <a:gd name="T4" fmla="*/ 0 w 97"/>
                  <a:gd name="T5" fmla="*/ 0 h 179"/>
                  <a:gd name="T6" fmla="*/ 0 w 97"/>
                  <a:gd name="T7" fmla="*/ 0 h 179"/>
                  <a:gd name="T8" fmla="*/ 0 w 97"/>
                  <a:gd name="T9" fmla="*/ 0 h 179"/>
                  <a:gd name="T10" fmla="*/ 0 60000 65536"/>
                  <a:gd name="T11" fmla="*/ 0 60000 65536"/>
                  <a:gd name="T12" fmla="*/ 0 60000 65536"/>
                  <a:gd name="T13" fmla="*/ 0 60000 65536"/>
                  <a:gd name="T14" fmla="*/ 0 60000 65536"/>
                  <a:gd name="T15" fmla="*/ 0 w 97"/>
                  <a:gd name="T16" fmla="*/ 0 h 179"/>
                  <a:gd name="T17" fmla="*/ 97 w 97"/>
                  <a:gd name="T18" fmla="*/ 179 h 179"/>
                </a:gdLst>
                <a:ahLst/>
                <a:cxnLst>
                  <a:cxn ang="T10">
                    <a:pos x="T0" y="T1"/>
                  </a:cxn>
                  <a:cxn ang="T11">
                    <a:pos x="T2" y="T3"/>
                  </a:cxn>
                  <a:cxn ang="T12">
                    <a:pos x="T4" y="T5"/>
                  </a:cxn>
                  <a:cxn ang="T13">
                    <a:pos x="T6" y="T7"/>
                  </a:cxn>
                  <a:cxn ang="T14">
                    <a:pos x="T8" y="T9"/>
                  </a:cxn>
                </a:cxnLst>
                <a:rect l="T15" t="T16" r="T17" b="T18"/>
                <a:pathLst>
                  <a:path w="97" h="179">
                    <a:moveTo>
                      <a:pt x="97" y="0"/>
                    </a:moveTo>
                    <a:lnTo>
                      <a:pt x="18" y="179"/>
                    </a:lnTo>
                    <a:lnTo>
                      <a:pt x="0" y="179"/>
                    </a:lnTo>
                    <a:lnTo>
                      <a:pt x="0" y="32"/>
                    </a:lnTo>
                    <a:lnTo>
                      <a:pt x="9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9" name="Freeform 268"/>
              <p:cNvSpPr>
                <a:spLocks/>
              </p:cNvSpPr>
              <p:nvPr/>
            </p:nvSpPr>
            <p:spPr bwMode="auto">
              <a:xfrm>
                <a:off x="3445" y="903"/>
                <a:ext cx="48" cy="20"/>
              </a:xfrm>
              <a:custGeom>
                <a:avLst/>
                <a:gdLst>
                  <a:gd name="T0" fmla="*/ 0 w 380"/>
                  <a:gd name="T1" fmla="*/ 0 h 159"/>
                  <a:gd name="T2" fmla="*/ 0 w 380"/>
                  <a:gd name="T3" fmla="*/ 0 h 159"/>
                  <a:gd name="T4" fmla="*/ 0 w 380"/>
                  <a:gd name="T5" fmla="*/ 0 h 159"/>
                  <a:gd name="T6" fmla="*/ 0 w 380"/>
                  <a:gd name="T7" fmla="*/ 0 h 159"/>
                  <a:gd name="T8" fmla="*/ 0 w 380"/>
                  <a:gd name="T9" fmla="*/ 0 h 159"/>
                  <a:gd name="T10" fmla="*/ 0 w 380"/>
                  <a:gd name="T11" fmla="*/ 0 h 159"/>
                  <a:gd name="T12" fmla="*/ 0 w 380"/>
                  <a:gd name="T13" fmla="*/ 0 h 159"/>
                  <a:gd name="T14" fmla="*/ 0 w 380"/>
                  <a:gd name="T15" fmla="*/ 0 h 159"/>
                  <a:gd name="T16" fmla="*/ 0 w 380"/>
                  <a:gd name="T17" fmla="*/ 0 h 159"/>
                  <a:gd name="T18" fmla="*/ 0 w 380"/>
                  <a:gd name="T19" fmla="*/ 0 h 159"/>
                  <a:gd name="T20" fmla="*/ 0 w 380"/>
                  <a:gd name="T21" fmla="*/ 0 h 159"/>
                  <a:gd name="T22" fmla="*/ 0 w 380"/>
                  <a:gd name="T23" fmla="*/ 0 h 1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159"/>
                  <a:gd name="T38" fmla="*/ 380 w 380"/>
                  <a:gd name="T39" fmla="*/ 159 h 1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159">
                    <a:moveTo>
                      <a:pt x="380" y="0"/>
                    </a:moveTo>
                    <a:lnTo>
                      <a:pt x="233" y="62"/>
                    </a:lnTo>
                    <a:lnTo>
                      <a:pt x="202" y="136"/>
                    </a:lnTo>
                    <a:lnTo>
                      <a:pt x="150" y="106"/>
                    </a:lnTo>
                    <a:lnTo>
                      <a:pt x="88" y="106"/>
                    </a:lnTo>
                    <a:lnTo>
                      <a:pt x="53" y="141"/>
                    </a:lnTo>
                    <a:lnTo>
                      <a:pt x="0" y="152"/>
                    </a:lnTo>
                    <a:lnTo>
                      <a:pt x="53" y="154"/>
                    </a:lnTo>
                    <a:lnTo>
                      <a:pt x="94" y="124"/>
                    </a:lnTo>
                    <a:lnTo>
                      <a:pt x="136" y="126"/>
                    </a:lnTo>
                    <a:lnTo>
                      <a:pt x="215" y="159"/>
                    </a:lnTo>
                    <a:lnTo>
                      <a:pt x="38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0" name="Freeform 269"/>
              <p:cNvSpPr>
                <a:spLocks/>
              </p:cNvSpPr>
              <p:nvPr/>
            </p:nvSpPr>
            <p:spPr bwMode="auto">
              <a:xfrm>
                <a:off x="3456" y="920"/>
                <a:ext cx="31" cy="20"/>
              </a:xfrm>
              <a:custGeom>
                <a:avLst/>
                <a:gdLst>
                  <a:gd name="T0" fmla="*/ 0 w 246"/>
                  <a:gd name="T1" fmla="*/ 0 h 158"/>
                  <a:gd name="T2" fmla="*/ 0 w 246"/>
                  <a:gd name="T3" fmla="*/ 0 h 158"/>
                  <a:gd name="T4" fmla="*/ 0 w 246"/>
                  <a:gd name="T5" fmla="*/ 0 h 158"/>
                  <a:gd name="T6" fmla="*/ 0 w 246"/>
                  <a:gd name="T7" fmla="*/ 0 h 158"/>
                  <a:gd name="T8" fmla="*/ 0 w 246"/>
                  <a:gd name="T9" fmla="*/ 0 h 158"/>
                  <a:gd name="T10" fmla="*/ 0 w 246"/>
                  <a:gd name="T11" fmla="*/ 0 h 158"/>
                  <a:gd name="T12" fmla="*/ 0 w 246"/>
                  <a:gd name="T13" fmla="*/ 0 h 158"/>
                  <a:gd name="T14" fmla="*/ 0 w 246"/>
                  <a:gd name="T15" fmla="*/ 0 h 158"/>
                  <a:gd name="T16" fmla="*/ 0 w 246"/>
                  <a:gd name="T17" fmla="*/ 0 h 158"/>
                  <a:gd name="T18" fmla="*/ 0 w 246"/>
                  <a:gd name="T19" fmla="*/ 0 h 158"/>
                  <a:gd name="T20" fmla="*/ 0 w 246"/>
                  <a:gd name="T21" fmla="*/ 0 h 158"/>
                  <a:gd name="T22" fmla="*/ 0 w 246"/>
                  <a:gd name="T23" fmla="*/ 0 h 158"/>
                  <a:gd name="T24" fmla="*/ 0 w 246"/>
                  <a:gd name="T25" fmla="*/ 0 h 1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6"/>
                  <a:gd name="T40" fmla="*/ 0 h 158"/>
                  <a:gd name="T41" fmla="*/ 246 w 246"/>
                  <a:gd name="T42" fmla="*/ 158 h 1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6" h="158">
                    <a:moveTo>
                      <a:pt x="239" y="0"/>
                    </a:moveTo>
                    <a:lnTo>
                      <a:pt x="127" y="71"/>
                    </a:lnTo>
                    <a:lnTo>
                      <a:pt x="99" y="134"/>
                    </a:lnTo>
                    <a:lnTo>
                      <a:pt x="64" y="145"/>
                    </a:lnTo>
                    <a:lnTo>
                      <a:pt x="28" y="143"/>
                    </a:lnTo>
                    <a:lnTo>
                      <a:pt x="0" y="130"/>
                    </a:lnTo>
                    <a:lnTo>
                      <a:pt x="35" y="158"/>
                    </a:lnTo>
                    <a:lnTo>
                      <a:pt x="72" y="158"/>
                    </a:lnTo>
                    <a:lnTo>
                      <a:pt x="127" y="158"/>
                    </a:lnTo>
                    <a:lnTo>
                      <a:pt x="191" y="143"/>
                    </a:lnTo>
                    <a:lnTo>
                      <a:pt x="239" y="85"/>
                    </a:lnTo>
                    <a:lnTo>
                      <a:pt x="246" y="36"/>
                    </a:lnTo>
                    <a:lnTo>
                      <a:pt x="2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1" name="Freeform 270"/>
              <p:cNvSpPr>
                <a:spLocks/>
              </p:cNvSpPr>
              <p:nvPr/>
            </p:nvSpPr>
            <p:spPr bwMode="auto">
              <a:xfrm>
                <a:off x="3173" y="488"/>
                <a:ext cx="53" cy="46"/>
              </a:xfrm>
              <a:custGeom>
                <a:avLst/>
                <a:gdLst>
                  <a:gd name="T0" fmla="*/ 0 w 422"/>
                  <a:gd name="T1" fmla="*/ 0 h 366"/>
                  <a:gd name="T2" fmla="*/ 0 w 422"/>
                  <a:gd name="T3" fmla="*/ 0 h 366"/>
                  <a:gd name="T4" fmla="*/ 0 w 422"/>
                  <a:gd name="T5" fmla="*/ 0 h 366"/>
                  <a:gd name="T6" fmla="*/ 0 w 422"/>
                  <a:gd name="T7" fmla="*/ 0 h 366"/>
                  <a:gd name="T8" fmla="*/ 0 w 422"/>
                  <a:gd name="T9" fmla="*/ 0 h 366"/>
                  <a:gd name="T10" fmla="*/ 0 w 422"/>
                  <a:gd name="T11" fmla="*/ 0 h 366"/>
                  <a:gd name="T12" fmla="*/ 0 w 422"/>
                  <a:gd name="T13" fmla="*/ 0 h 366"/>
                  <a:gd name="T14" fmla="*/ 0 w 422"/>
                  <a:gd name="T15" fmla="*/ 0 h 366"/>
                  <a:gd name="T16" fmla="*/ 0 w 422"/>
                  <a:gd name="T17" fmla="*/ 0 h 366"/>
                  <a:gd name="T18" fmla="*/ 0 w 422"/>
                  <a:gd name="T19" fmla="*/ 0 h 366"/>
                  <a:gd name="T20" fmla="*/ 0 w 422"/>
                  <a:gd name="T21" fmla="*/ 0 h 366"/>
                  <a:gd name="T22" fmla="*/ 0 w 422"/>
                  <a:gd name="T23" fmla="*/ 0 h 366"/>
                  <a:gd name="T24" fmla="*/ 0 w 422"/>
                  <a:gd name="T25" fmla="*/ 0 h 366"/>
                  <a:gd name="T26" fmla="*/ 0 w 422"/>
                  <a:gd name="T27" fmla="*/ 0 h 366"/>
                  <a:gd name="T28" fmla="*/ 0 w 422"/>
                  <a:gd name="T29" fmla="*/ 0 h 366"/>
                  <a:gd name="T30" fmla="*/ 0 w 422"/>
                  <a:gd name="T31" fmla="*/ 0 h 3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2"/>
                  <a:gd name="T49" fmla="*/ 0 h 366"/>
                  <a:gd name="T50" fmla="*/ 422 w 422"/>
                  <a:gd name="T51" fmla="*/ 366 h 3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2" h="366">
                    <a:moveTo>
                      <a:pt x="200" y="252"/>
                    </a:moveTo>
                    <a:lnTo>
                      <a:pt x="168" y="246"/>
                    </a:lnTo>
                    <a:lnTo>
                      <a:pt x="141" y="226"/>
                    </a:lnTo>
                    <a:lnTo>
                      <a:pt x="125" y="205"/>
                    </a:lnTo>
                    <a:lnTo>
                      <a:pt x="115" y="177"/>
                    </a:lnTo>
                    <a:lnTo>
                      <a:pt x="110" y="159"/>
                    </a:lnTo>
                    <a:lnTo>
                      <a:pt x="0" y="122"/>
                    </a:lnTo>
                    <a:lnTo>
                      <a:pt x="29" y="65"/>
                    </a:lnTo>
                    <a:lnTo>
                      <a:pt x="343" y="0"/>
                    </a:lnTo>
                    <a:lnTo>
                      <a:pt x="173" y="46"/>
                    </a:lnTo>
                    <a:lnTo>
                      <a:pt x="125" y="147"/>
                    </a:lnTo>
                    <a:lnTo>
                      <a:pt x="293" y="147"/>
                    </a:lnTo>
                    <a:lnTo>
                      <a:pt x="422" y="191"/>
                    </a:lnTo>
                    <a:lnTo>
                      <a:pt x="97" y="366"/>
                    </a:lnTo>
                    <a:lnTo>
                      <a:pt x="78" y="360"/>
                    </a:lnTo>
                    <a:lnTo>
                      <a:pt x="200" y="2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2" name="Freeform 271"/>
              <p:cNvSpPr>
                <a:spLocks/>
              </p:cNvSpPr>
              <p:nvPr/>
            </p:nvSpPr>
            <p:spPr bwMode="auto">
              <a:xfrm>
                <a:off x="3133" y="484"/>
                <a:ext cx="109" cy="142"/>
              </a:xfrm>
              <a:custGeom>
                <a:avLst/>
                <a:gdLst>
                  <a:gd name="T0" fmla="*/ 0 w 869"/>
                  <a:gd name="T1" fmla="*/ 0 h 1138"/>
                  <a:gd name="T2" fmla="*/ 0 w 869"/>
                  <a:gd name="T3" fmla="*/ 0 h 1138"/>
                  <a:gd name="T4" fmla="*/ 0 w 869"/>
                  <a:gd name="T5" fmla="*/ 0 h 1138"/>
                  <a:gd name="T6" fmla="*/ 0 w 869"/>
                  <a:gd name="T7" fmla="*/ 0 h 1138"/>
                  <a:gd name="T8" fmla="*/ 0 w 869"/>
                  <a:gd name="T9" fmla="*/ 0 h 1138"/>
                  <a:gd name="T10" fmla="*/ 0 w 869"/>
                  <a:gd name="T11" fmla="*/ 0 h 1138"/>
                  <a:gd name="T12" fmla="*/ 0 w 869"/>
                  <a:gd name="T13" fmla="*/ 0 h 1138"/>
                  <a:gd name="T14" fmla="*/ 0 w 869"/>
                  <a:gd name="T15" fmla="*/ 0 h 1138"/>
                  <a:gd name="T16" fmla="*/ 0 w 869"/>
                  <a:gd name="T17" fmla="*/ 0 h 1138"/>
                  <a:gd name="T18" fmla="*/ 0 w 869"/>
                  <a:gd name="T19" fmla="*/ 0 h 1138"/>
                  <a:gd name="T20" fmla="*/ 0 w 869"/>
                  <a:gd name="T21" fmla="*/ 0 h 1138"/>
                  <a:gd name="T22" fmla="*/ 0 w 869"/>
                  <a:gd name="T23" fmla="*/ 0 h 1138"/>
                  <a:gd name="T24" fmla="*/ 0 w 869"/>
                  <a:gd name="T25" fmla="*/ 0 h 1138"/>
                  <a:gd name="T26" fmla="*/ 0 w 869"/>
                  <a:gd name="T27" fmla="*/ 0 h 1138"/>
                  <a:gd name="T28" fmla="*/ 0 w 869"/>
                  <a:gd name="T29" fmla="*/ 0 h 1138"/>
                  <a:gd name="T30" fmla="*/ 0 w 869"/>
                  <a:gd name="T31" fmla="*/ 0 h 1138"/>
                  <a:gd name="T32" fmla="*/ 0 w 869"/>
                  <a:gd name="T33" fmla="*/ 0 h 1138"/>
                  <a:gd name="T34" fmla="*/ 0 w 869"/>
                  <a:gd name="T35" fmla="*/ 0 h 1138"/>
                  <a:gd name="T36" fmla="*/ 0 w 869"/>
                  <a:gd name="T37" fmla="*/ 0 h 1138"/>
                  <a:gd name="T38" fmla="*/ 0 w 869"/>
                  <a:gd name="T39" fmla="*/ 0 h 1138"/>
                  <a:gd name="T40" fmla="*/ 0 w 869"/>
                  <a:gd name="T41" fmla="*/ 0 h 1138"/>
                  <a:gd name="T42" fmla="*/ 0 w 869"/>
                  <a:gd name="T43" fmla="*/ 0 h 1138"/>
                  <a:gd name="T44" fmla="*/ 0 w 869"/>
                  <a:gd name="T45" fmla="*/ 0 h 1138"/>
                  <a:gd name="T46" fmla="*/ 0 w 869"/>
                  <a:gd name="T47" fmla="*/ 0 h 1138"/>
                  <a:gd name="T48" fmla="*/ 0 w 869"/>
                  <a:gd name="T49" fmla="*/ 0 h 1138"/>
                  <a:gd name="T50" fmla="*/ 0 w 869"/>
                  <a:gd name="T51" fmla="*/ 0 h 1138"/>
                  <a:gd name="T52" fmla="*/ 0 w 869"/>
                  <a:gd name="T53" fmla="*/ 0 h 1138"/>
                  <a:gd name="T54" fmla="*/ 0 w 869"/>
                  <a:gd name="T55" fmla="*/ 0 h 1138"/>
                  <a:gd name="T56" fmla="*/ 0 w 869"/>
                  <a:gd name="T57" fmla="*/ 0 h 1138"/>
                  <a:gd name="T58" fmla="*/ 0 w 869"/>
                  <a:gd name="T59" fmla="*/ 0 h 1138"/>
                  <a:gd name="T60" fmla="*/ 0 w 869"/>
                  <a:gd name="T61" fmla="*/ 0 h 1138"/>
                  <a:gd name="T62" fmla="*/ 0 w 869"/>
                  <a:gd name="T63" fmla="*/ 0 h 1138"/>
                  <a:gd name="T64" fmla="*/ 0 w 869"/>
                  <a:gd name="T65" fmla="*/ 0 h 1138"/>
                  <a:gd name="T66" fmla="*/ 0 w 869"/>
                  <a:gd name="T67" fmla="*/ 0 h 1138"/>
                  <a:gd name="T68" fmla="*/ 0 w 869"/>
                  <a:gd name="T69" fmla="*/ 0 h 1138"/>
                  <a:gd name="T70" fmla="*/ 0 w 869"/>
                  <a:gd name="T71" fmla="*/ 0 h 1138"/>
                  <a:gd name="T72" fmla="*/ 0 w 869"/>
                  <a:gd name="T73" fmla="*/ 0 h 113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69"/>
                  <a:gd name="T112" fmla="*/ 0 h 1138"/>
                  <a:gd name="T113" fmla="*/ 869 w 869"/>
                  <a:gd name="T114" fmla="*/ 1138 h 113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69" h="1138">
                    <a:moveTo>
                      <a:pt x="494" y="77"/>
                    </a:moveTo>
                    <a:lnTo>
                      <a:pt x="564" y="103"/>
                    </a:lnTo>
                    <a:lnTo>
                      <a:pt x="593" y="197"/>
                    </a:lnTo>
                    <a:lnTo>
                      <a:pt x="740" y="229"/>
                    </a:lnTo>
                    <a:lnTo>
                      <a:pt x="758" y="165"/>
                    </a:lnTo>
                    <a:lnTo>
                      <a:pt x="834" y="367"/>
                    </a:lnTo>
                    <a:lnTo>
                      <a:pt x="846" y="422"/>
                    </a:lnTo>
                    <a:lnTo>
                      <a:pt x="841" y="471"/>
                    </a:lnTo>
                    <a:lnTo>
                      <a:pt x="813" y="488"/>
                    </a:lnTo>
                    <a:lnTo>
                      <a:pt x="775" y="503"/>
                    </a:lnTo>
                    <a:lnTo>
                      <a:pt x="740" y="497"/>
                    </a:lnTo>
                    <a:lnTo>
                      <a:pt x="716" y="477"/>
                    </a:lnTo>
                    <a:lnTo>
                      <a:pt x="677" y="471"/>
                    </a:lnTo>
                    <a:lnTo>
                      <a:pt x="661" y="477"/>
                    </a:lnTo>
                    <a:lnTo>
                      <a:pt x="652" y="488"/>
                    </a:lnTo>
                    <a:lnTo>
                      <a:pt x="634" y="483"/>
                    </a:lnTo>
                    <a:lnTo>
                      <a:pt x="613" y="479"/>
                    </a:lnTo>
                    <a:lnTo>
                      <a:pt x="602" y="457"/>
                    </a:lnTo>
                    <a:lnTo>
                      <a:pt x="611" y="413"/>
                    </a:lnTo>
                    <a:lnTo>
                      <a:pt x="617" y="391"/>
                    </a:lnTo>
                    <a:lnTo>
                      <a:pt x="626" y="367"/>
                    </a:lnTo>
                    <a:lnTo>
                      <a:pt x="465" y="527"/>
                    </a:lnTo>
                    <a:lnTo>
                      <a:pt x="419" y="479"/>
                    </a:lnTo>
                    <a:lnTo>
                      <a:pt x="419" y="374"/>
                    </a:lnTo>
                    <a:lnTo>
                      <a:pt x="318" y="378"/>
                    </a:lnTo>
                    <a:lnTo>
                      <a:pt x="226" y="308"/>
                    </a:lnTo>
                    <a:lnTo>
                      <a:pt x="226" y="130"/>
                    </a:lnTo>
                    <a:lnTo>
                      <a:pt x="162" y="22"/>
                    </a:lnTo>
                    <a:lnTo>
                      <a:pt x="99" y="0"/>
                    </a:lnTo>
                    <a:lnTo>
                      <a:pt x="140" y="93"/>
                    </a:lnTo>
                    <a:lnTo>
                      <a:pt x="99" y="197"/>
                    </a:lnTo>
                    <a:lnTo>
                      <a:pt x="20" y="132"/>
                    </a:lnTo>
                    <a:lnTo>
                      <a:pt x="0" y="174"/>
                    </a:lnTo>
                    <a:lnTo>
                      <a:pt x="20" y="246"/>
                    </a:lnTo>
                    <a:lnTo>
                      <a:pt x="62" y="301"/>
                    </a:lnTo>
                    <a:lnTo>
                      <a:pt x="72" y="337"/>
                    </a:lnTo>
                    <a:lnTo>
                      <a:pt x="74" y="367"/>
                    </a:lnTo>
                    <a:lnTo>
                      <a:pt x="99" y="398"/>
                    </a:lnTo>
                    <a:lnTo>
                      <a:pt x="131" y="402"/>
                    </a:lnTo>
                    <a:lnTo>
                      <a:pt x="162" y="402"/>
                    </a:lnTo>
                    <a:lnTo>
                      <a:pt x="171" y="398"/>
                    </a:lnTo>
                    <a:lnTo>
                      <a:pt x="210" y="655"/>
                    </a:lnTo>
                    <a:lnTo>
                      <a:pt x="239" y="750"/>
                    </a:lnTo>
                    <a:lnTo>
                      <a:pt x="323" y="900"/>
                    </a:lnTo>
                    <a:lnTo>
                      <a:pt x="404" y="1011"/>
                    </a:lnTo>
                    <a:lnTo>
                      <a:pt x="456" y="1138"/>
                    </a:lnTo>
                    <a:lnTo>
                      <a:pt x="433" y="1015"/>
                    </a:lnTo>
                    <a:lnTo>
                      <a:pt x="465" y="932"/>
                    </a:lnTo>
                    <a:lnTo>
                      <a:pt x="689" y="947"/>
                    </a:lnTo>
                    <a:lnTo>
                      <a:pt x="544" y="1050"/>
                    </a:lnTo>
                    <a:lnTo>
                      <a:pt x="735" y="956"/>
                    </a:lnTo>
                    <a:lnTo>
                      <a:pt x="802" y="918"/>
                    </a:lnTo>
                    <a:lnTo>
                      <a:pt x="740" y="897"/>
                    </a:lnTo>
                    <a:lnTo>
                      <a:pt x="518" y="895"/>
                    </a:lnTo>
                    <a:lnTo>
                      <a:pt x="491" y="881"/>
                    </a:lnTo>
                    <a:lnTo>
                      <a:pt x="477" y="854"/>
                    </a:lnTo>
                    <a:lnTo>
                      <a:pt x="470" y="837"/>
                    </a:lnTo>
                    <a:lnTo>
                      <a:pt x="551" y="665"/>
                    </a:lnTo>
                    <a:lnTo>
                      <a:pt x="580" y="642"/>
                    </a:lnTo>
                    <a:lnTo>
                      <a:pt x="599" y="628"/>
                    </a:lnTo>
                    <a:lnTo>
                      <a:pt x="540" y="618"/>
                    </a:lnTo>
                    <a:lnTo>
                      <a:pt x="516" y="602"/>
                    </a:lnTo>
                    <a:lnTo>
                      <a:pt x="503" y="582"/>
                    </a:lnTo>
                    <a:lnTo>
                      <a:pt x="491" y="549"/>
                    </a:lnTo>
                    <a:lnTo>
                      <a:pt x="494" y="531"/>
                    </a:lnTo>
                    <a:lnTo>
                      <a:pt x="544" y="549"/>
                    </a:lnTo>
                    <a:lnTo>
                      <a:pt x="773" y="529"/>
                    </a:lnTo>
                    <a:lnTo>
                      <a:pt x="834" y="503"/>
                    </a:lnTo>
                    <a:lnTo>
                      <a:pt x="864" y="459"/>
                    </a:lnTo>
                    <a:lnTo>
                      <a:pt x="869" y="398"/>
                    </a:lnTo>
                    <a:lnTo>
                      <a:pt x="760" y="119"/>
                    </a:lnTo>
                    <a:lnTo>
                      <a:pt x="712" y="44"/>
                    </a:lnTo>
                    <a:lnTo>
                      <a:pt x="683" y="38"/>
                    </a:lnTo>
                    <a:lnTo>
                      <a:pt x="652" y="38"/>
                    </a:lnTo>
                    <a:lnTo>
                      <a:pt x="494"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3" name="Freeform 272"/>
              <p:cNvSpPr>
                <a:spLocks/>
              </p:cNvSpPr>
              <p:nvPr/>
            </p:nvSpPr>
            <p:spPr bwMode="auto">
              <a:xfrm>
                <a:off x="3146" y="400"/>
                <a:ext cx="127" cy="199"/>
              </a:xfrm>
              <a:custGeom>
                <a:avLst/>
                <a:gdLst>
                  <a:gd name="T0" fmla="*/ 0 w 1017"/>
                  <a:gd name="T1" fmla="*/ 0 h 1590"/>
                  <a:gd name="T2" fmla="*/ 0 w 1017"/>
                  <a:gd name="T3" fmla="*/ 0 h 1590"/>
                  <a:gd name="T4" fmla="*/ 0 w 1017"/>
                  <a:gd name="T5" fmla="*/ 0 h 1590"/>
                  <a:gd name="T6" fmla="*/ 0 w 1017"/>
                  <a:gd name="T7" fmla="*/ 0 h 1590"/>
                  <a:gd name="T8" fmla="*/ 0 w 1017"/>
                  <a:gd name="T9" fmla="*/ 0 h 1590"/>
                  <a:gd name="T10" fmla="*/ 0 w 1017"/>
                  <a:gd name="T11" fmla="*/ 0 h 1590"/>
                  <a:gd name="T12" fmla="*/ 0 w 1017"/>
                  <a:gd name="T13" fmla="*/ 0 h 1590"/>
                  <a:gd name="T14" fmla="*/ 0 w 1017"/>
                  <a:gd name="T15" fmla="*/ 0 h 1590"/>
                  <a:gd name="T16" fmla="*/ 0 w 1017"/>
                  <a:gd name="T17" fmla="*/ 0 h 1590"/>
                  <a:gd name="T18" fmla="*/ 0 w 1017"/>
                  <a:gd name="T19" fmla="*/ 0 h 1590"/>
                  <a:gd name="T20" fmla="*/ 0 w 1017"/>
                  <a:gd name="T21" fmla="*/ 0 h 1590"/>
                  <a:gd name="T22" fmla="*/ 0 w 1017"/>
                  <a:gd name="T23" fmla="*/ 0 h 1590"/>
                  <a:gd name="T24" fmla="*/ 0 w 1017"/>
                  <a:gd name="T25" fmla="*/ 0 h 1590"/>
                  <a:gd name="T26" fmla="*/ 0 w 1017"/>
                  <a:gd name="T27" fmla="*/ 0 h 1590"/>
                  <a:gd name="T28" fmla="*/ 0 w 1017"/>
                  <a:gd name="T29" fmla="*/ 0 h 1590"/>
                  <a:gd name="T30" fmla="*/ 0 w 1017"/>
                  <a:gd name="T31" fmla="*/ 0 h 1590"/>
                  <a:gd name="T32" fmla="*/ 0 w 1017"/>
                  <a:gd name="T33" fmla="*/ 0 h 1590"/>
                  <a:gd name="T34" fmla="*/ 0 w 1017"/>
                  <a:gd name="T35" fmla="*/ 0 h 1590"/>
                  <a:gd name="T36" fmla="*/ 0 w 1017"/>
                  <a:gd name="T37" fmla="*/ 0 h 1590"/>
                  <a:gd name="T38" fmla="*/ 0 w 1017"/>
                  <a:gd name="T39" fmla="*/ 0 h 1590"/>
                  <a:gd name="T40" fmla="*/ 0 w 1017"/>
                  <a:gd name="T41" fmla="*/ 0 h 1590"/>
                  <a:gd name="T42" fmla="*/ 0 w 1017"/>
                  <a:gd name="T43" fmla="*/ 0 h 1590"/>
                  <a:gd name="T44" fmla="*/ 0 w 1017"/>
                  <a:gd name="T45" fmla="*/ 0 h 1590"/>
                  <a:gd name="T46" fmla="*/ 0 w 1017"/>
                  <a:gd name="T47" fmla="*/ 0 h 1590"/>
                  <a:gd name="T48" fmla="*/ 0 w 1017"/>
                  <a:gd name="T49" fmla="*/ 0 h 1590"/>
                  <a:gd name="T50" fmla="*/ 0 w 1017"/>
                  <a:gd name="T51" fmla="*/ 0 h 1590"/>
                  <a:gd name="T52" fmla="*/ 0 w 1017"/>
                  <a:gd name="T53" fmla="*/ 0 h 1590"/>
                  <a:gd name="T54" fmla="*/ 0 w 1017"/>
                  <a:gd name="T55" fmla="*/ 0 h 1590"/>
                  <a:gd name="T56" fmla="*/ 0 w 1017"/>
                  <a:gd name="T57" fmla="*/ 0 h 1590"/>
                  <a:gd name="T58" fmla="*/ 0 w 1017"/>
                  <a:gd name="T59" fmla="*/ 0 h 1590"/>
                  <a:gd name="T60" fmla="*/ 0 w 1017"/>
                  <a:gd name="T61" fmla="*/ 0 h 1590"/>
                  <a:gd name="T62" fmla="*/ 0 w 1017"/>
                  <a:gd name="T63" fmla="*/ 0 h 1590"/>
                  <a:gd name="T64" fmla="*/ 0 w 1017"/>
                  <a:gd name="T65" fmla="*/ 0 h 1590"/>
                  <a:gd name="T66" fmla="*/ 0 w 1017"/>
                  <a:gd name="T67" fmla="*/ 0 h 1590"/>
                  <a:gd name="T68" fmla="*/ 0 w 1017"/>
                  <a:gd name="T69" fmla="*/ 0 h 1590"/>
                  <a:gd name="T70" fmla="*/ 0 w 1017"/>
                  <a:gd name="T71" fmla="*/ 0 h 1590"/>
                  <a:gd name="T72" fmla="*/ 0 w 1017"/>
                  <a:gd name="T73" fmla="*/ 0 h 1590"/>
                  <a:gd name="T74" fmla="*/ 0 w 1017"/>
                  <a:gd name="T75" fmla="*/ 0 h 1590"/>
                  <a:gd name="T76" fmla="*/ 0 w 1017"/>
                  <a:gd name="T77" fmla="*/ 0 h 1590"/>
                  <a:gd name="T78" fmla="*/ 0 w 1017"/>
                  <a:gd name="T79" fmla="*/ 0 h 1590"/>
                  <a:gd name="T80" fmla="*/ 0 w 1017"/>
                  <a:gd name="T81" fmla="*/ 0 h 1590"/>
                  <a:gd name="T82" fmla="*/ 0 w 1017"/>
                  <a:gd name="T83" fmla="*/ 0 h 1590"/>
                  <a:gd name="T84" fmla="*/ 0 w 1017"/>
                  <a:gd name="T85" fmla="*/ 0 h 1590"/>
                  <a:gd name="T86" fmla="*/ 0 w 1017"/>
                  <a:gd name="T87" fmla="*/ 0 h 1590"/>
                  <a:gd name="T88" fmla="*/ 0 w 1017"/>
                  <a:gd name="T89" fmla="*/ 0 h 1590"/>
                  <a:gd name="T90" fmla="*/ 0 w 1017"/>
                  <a:gd name="T91" fmla="*/ 0 h 1590"/>
                  <a:gd name="T92" fmla="*/ 0 w 1017"/>
                  <a:gd name="T93" fmla="*/ 0 h 1590"/>
                  <a:gd name="T94" fmla="*/ 0 w 1017"/>
                  <a:gd name="T95" fmla="*/ 0 h 1590"/>
                  <a:gd name="T96" fmla="*/ 0 w 1017"/>
                  <a:gd name="T97" fmla="*/ 0 h 1590"/>
                  <a:gd name="T98" fmla="*/ 0 w 1017"/>
                  <a:gd name="T99" fmla="*/ 0 h 1590"/>
                  <a:gd name="T100" fmla="*/ 0 w 1017"/>
                  <a:gd name="T101" fmla="*/ 0 h 1590"/>
                  <a:gd name="T102" fmla="*/ 0 w 1017"/>
                  <a:gd name="T103" fmla="*/ 0 h 1590"/>
                  <a:gd name="T104" fmla="*/ 0 w 1017"/>
                  <a:gd name="T105" fmla="*/ 0 h 1590"/>
                  <a:gd name="T106" fmla="*/ 0 w 1017"/>
                  <a:gd name="T107" fmla="*/ 0 h 15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017"/>
                  <a:gd name="T163" fmla="*/ 0 h 1590"/>
                  <a:gd name="T164" fmla="*/ 1017 w 1017"/>
                  <a:gd name="T165" fmla="*/ 1590 h 159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017" h="1590">
                    <a:moveTo>
                      <a:pt x="78" y="744"/>
                    </a:moveTo>
                    <a:lnTo>
                      <a:pt x="127" y="633"/>
                    </a:lnTo>
                    <a:lnTo>
                      <a:pt x="224" y="549"/>
                    </a:lnTo>
                    <a:lnTo>
                      <a:pt x="224" y="373"/>
                    </a:lnTo>
                    <a:lnTo>
                      <a:pt x="283" y="332"/>
                    </a:lnTo>
                    <a:lnTo>
                      <a:pt x="378" y="323"/>
                    </a:lnTo>
                    <a:lnTo>
                      <a:pt x="542" y="341"/>
                    </a:lnTo>
                    <a:lnTo>
                      <a:pt x="542" y="454"/>
                    </a:lnTo>
                    <a:lnTo>
                      <a:pt x="588" y="617"/>
                    </a:lnTo>
                    <a:lnTo>
                      <a:pt x="465" y="553"/>
                    </a:lnTo>
                    <a:lnTo>
                      <a:pt x="461" y="562"/>
                    </a:lnTo>
                    <a:lnTo>
                      <a:pt x="632" y="749"/>
                    </a:lnTo>
                    <a:lnTo>
                      <a:pt x="698" y="881"/>
                    </a:lnTo>
                    <a:lnTo>
                      <a:pt x="758" y="1070"/>
                    </a:lnTo>
                    <a:lnTo>
                      <a:pt x="751" y="1131"/>
                    </a:lnTo>
                    <a:lnTo>
                      <a:pt x="722" y="1169"/>
                    </a:lnTo>
                    <a:lnTo>
                      <a:pt x="676" y="1199"/>
                    </a:lnTo>
                    <a:lnTo>
                      <a:pt x="608" y="1201"/>
                    </a:lnTo>
                    <a:lnTo>
                      <a:pt x="625" y="1226"/>
                    </a:lnTo>
                    <a:lnTo>
                      <a:pt x="636" y="1265"/>
                    </a:lnTo>
                    <a:lnTo>
                      <a:pt x="641" y="1283"/>
                    </a:lnTo>
                    <a:lnTo>
                      <a:pt x="518" y="1305"/>
                    </a:lnTo>
                    <a:lnTo>
                      <a:pt x="569" y="1320"/>
                    </a:lnTo>
                    <a:lnTo>
                      <a:pt x="625" y="1332"/>
                    </a:lnTo>
                    <a:lnTo>
                      <a:pt x="674" y="1349"/>
                    </a:lnTo>
                    <a:lnTo>
                      <a:pt x="685" y="1395"/>
                    </a:lnTo>
                    <a:lnTo>
                      <a:pt x="676" y="1431"/>
                    </a:lnTo>
                    <a:lnTo>
                      <a:pt x="617" y="1443"/>
                    </a:lnTo>
                    <a:lnTo>
                      <a:pt x="542" y="1443"/>
                    </a:lnTo>
                    <a:lnTo>
                      <a:pt x="461" y="1432"/>
                    </a:lnTo>
                    <a:lnTo>
                      <a:pt x="454" y="1452"/>
                    </a:lnTo>
                    <a:lnTo>
                      <a:pt x="518" y="1477"/>
                    </a:lnTo>
                    <a:lnTo>
                      <a:pt x="617" y="1503"/>
                    </a:lnTo>
                    <a:lnTo>
                      <a:pt x="641" y="1572"/>
                    </a:lnTo>
                    <a:lnTo>
                      <a:pt x="703" y="1590"/>
                    </a:lnTo>
                    <a:lnTo>
                      <a:pt x="770" y="1553"/>
                    </a:lnTo>
                    <a:lnTo>
                      <a:pt x="908" y="1247"/>
                    </a:lnTo>
                    <a:lnTo>
                      <a:pt x="945" y="1099"/>
                    </a:lnTo>
                    <a:lnTo>
                      <a:pt x="986" y="933"/>
                    </a:lnTo>
                    <a:lnTo>
                      <a:pt x="986" y="820"/>
                    </a:lnTo>
                    <a:lnTo>
                      <a:pt x="982" y="624"/>
                    </a:lnTo>
                    <a:lnTo>
                      <a:pt x="1017" y="444"/>
                    </a:lnTo>
                    <a:lnTo>
                      <a:pt x="1001" y="224"/>
                    </a:lnTo>
                    <a:lnTo>
                      <a:pt x="968" y="134"/>
                    </a:lnTo>
                    <a:lnTo>
                      <a:pt x="731" y="55"/>
                    </a:lnTo>
                    <a:lnTo>
                      <a:pt x="527" y="15"/>
                    </a:lnTo>
                    <a:lnTo>
                      <a:pt x="316" y="0"/>
                    </a:lnTo>
                    <a:lnTo>
                      <a:pt x="127" y="2"/>
                    </a:lnTo>
                    <a:lnTo>
                      <a:pt x="78" y="26"/>
                    </a:lnTo>
                    <a:lnTo>
                      <a:pt x="32" y="152"/>
                    </a:lnTo>
                    <a:lnTo>
                      <a:pt x="11" y="290"/>
                    </a:lnTo>
                    <a:lnTo>
                      <a:pt x="0" y="454"/>
                    </a:lnTo>
                    <a:lnTo>
                      <a:pt x="0" y="672"/>
                    </a:lnTo>
                    <a:lnTo>
                      <a:pt x="78" y="7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4" name="Freeform 273"/>
              <p:cNvSpPr>
                <a:spLocks/>
              </p:cNvSpPr>
              <p:nvPr/>
            </p:nvSpPr>
            <p:spPr bwMode="auto">
              <a:xfrm>
                <a:off x="3135" y="482"/>
                <a:ext cx="16" cy="14"/>
              </a:xfrm>
              <a:custGeom>
                <a:avLst/>
                <a:gdLst>
                  <a:gd name="T0" fmla="*/ 0 w 127"/>
                  <a:gd name="T1" fmla="*/ 0 h 110"/>
                  <a:gd name="T2" fmla="*/ 0 w 127"/>
                  <a:gd name="T3" fmla="*/ 0 h 110"/>
                  <a:gd name="T4" fmla="*/ 0 w 127"/>
                  <a:gd name="T5" fmla="*/ 0 h 110"/>
                  <a:gd name="T6" fmla="*/ 0 w 127"/>
                  <a:gd name="T7" fmla="*/ 0 h 110"/>
                  <a:gd name="T8" fmla="*/ 0 w 127"/>
                  <a:gd name="T9" fmla="*/ 0 h 110"/>
                  <a:gd name="T10" fmla="*/ 0 w 127"/>
                  <a:gd name="T11" fmla="*/ 0 h 110"/>
                  <a:gd name="T12" fmla="*/ 0 w 127"/>
                  <a:gd name="T13" fmla="*/ 0 h 110"/>
                  <a:gd name="T14" fmla="*/ 0 w 127"/>
                  <a:gd name="T15" fmla="*/ 0 h 110"/>
                  <a:gd name="T16" fmla="*/ 0 w 127"/>
                  <a:gd name="T17" fmla="*/ 0 h 1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7"/>
                  <a:gd name="T28" fmla="*/ 0 h 110"/>
                  <a:gd name="T29" fmla="*/ 127 w 127"/>
                  <a:gd name="T30" fmla="*/ 110 h 1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7" h="110">
                    <a:moveTo>
                      <a:pt x="0" y="110"/>
                    </a:moveTo>
                    <a:lnTo>
                      <a:pt x="24" y="24"/>
                    </a:lnTo>
                    <a:lnTo>
                      <a:pt x="49" y="0"/>
                    </a:lnTo>
                    <a:lnTo>
                      <a:pt x="86" y="9"/>
                    </a:lnTo>
                    <a:lnTo>
                      <a:pt x="118" y="24"/>
                    </a:lnTo>
                    <a:lnTo>
                      <a:pt x="127" y="57"/>
                    </a:lnTo>
                    <a:lnTo>
                      <a:pt x="86" y="44"/>
                    </a:lnTo>
                    <a:lnTo>
                      <a:pt x="28" y="76"/>
                    </a:lnTo>
                    <a:lnTo>
                      <a:pt x="0"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5" name="Freeform 274"/>
              <p:cNvSpPr>
                <a:spLocks/>
              </p:cNvSpPr>
              <p:nvPr/>
            </p:nvSpPr>
            <p:spPr bwMode="auto">
              <a:xfrm>
                <a:off x="2657" y="555"/>
                <a:ext cx="394" cy="427"/>
              </a:xfrm>
              <a:custGeom>
                <a:avLst/>
                <a:gdLst>
                  <a:gd name="T0" fmla="*/ 0 w 3151"/>
                  <a:gd name="T1" fmla="*/ 0 h 3416"/>
                  <a:gd name="T2" fmla="*/ 0 w 3151"/>
                  <a:gd name="T3" fmla="*/ 0 h 3416"/>
                  <a:gd name="T4" fmla="*/ 0 w 3151"/>
                  <a:gd name="T5" fmla="*/ 0 h 3416"/>
                  <a:gd name="T6" fmla="*/ 0 w 3151"/>
                  <a:gd name="T7" fmla="*/ 0 h 3416"/>
                  <a:gd name="T8" fmla="*/ 0 w 3151"/>
                  <a:gd name="T9" fmla="*/ 0 h 3416"/>
                  <a:gd name="T10" fmla="*/ 0 w 3151"/>
                  <a:gd name="T11" fmla="*/ 0 h 3416"/>
                  <a:gd name="T12" fmla="*/ 0 w 3151"/>
                  <a:gd name="T13" fmla="*/ 0 h 3416"/>
                  <a:gd name="T14" fmla="*/ 0 w 3151"/>
                  <a:gd name="T15" fmla="*/ 0 h 3416"/>
                  <a:gd name="T16" fmla="*/ 0 w 3151"/>
                  <a:gd name="T17" fmla="*/ 0 h 3416"/>
                  <a:gd name="T18" fmla="*/ 0 w 3151"/>
                  <a:gd name="T19" fmla="*/ 0 h 3416"/>
                  <a:gd name="T20" fmla="*/ 0 w 3151"/>
                  <a:gd name="T21" fmla="*/ 0 h 3416"/>
                  <a:gd name="T22" fmla="*/ 0 w 3151"/>
                  <a:gd name="T23" fmla="*/ 0 h 3416"/>
                  <a:gd name="T24" fmla="*/ 0 w 3151"/>
                  <a:gd name="T25" fmla="*/ 0 h 3416"/>
                  <a:gd name="T26" fmla="*/ 0 w 3151"/>
                  <a:gd name="T27" fmla="*/ 0 h 3416"/>
                  <a:gd name="T28" fmla="*/ 0 w 3151"/>
                  <a:gd name="T29" fmla="*/ 0 h 3416"/>
                  <a:gd name="T30" fmla="*/ 0 w 3151"/>
                  <a:gd name="T31" fmla="*/ 0 h 3416"/>
                  <a:gd name="T32" fmla="*/ 0 w 3151"/>
                  <a:gd name="T33" fmla="*/ 0 h 3416"/>
                  <a:gd name="T34" fmla="*/ 0 w 3151"/>
                  <a:gd name="T35" fmla="*/ 0 h 3416"/>
                  <a:gd name="T36" fmla="*/ 0 w 3151"/>
                  <a:gd name="T37" fmla="*/ 0 h 3416"/>
                  <a:gd name="T38" fmla="*/ 0 w 3151"/>
                  <a:gd name="T39" fmla="*/ 0 h 3416"/>
                  <a:gd name="T40" fmla="*/ 0 w 3151"/>
                  <a:gd name="T41" fmla="*/ 0 h 3416"/>
                  <a:gd name="T42" fmla="*/ 0 w 3151"/>
                  <a:gd name="T43" fmla="*/ 0 h 3416"/>
                  <a:gd name="T44" fmla="*/ 0 w 3151"/>
                  <a:gd name="T45" fmla="*/ 0 h 3416"/>
                  <a:gd name="T46" fmla="*/ 0 w 3151"/>
                  <a:gd name="T47" fmla="*/ 0 h 3416"/>
                  <a:gd name="T48" fmla="*/ 0 w 3151"/>
                  <a:gd name="T49" fmla="*/ 0 h 3416"/>
                  <a:gd name="T50" fmla="*/ 0 w 3151"/>
                  <a:gd name="T51" fmla="*/ 0 h 3416"/>
                  <a:gd name="T52" fmla="*/ 0 w 3151"/>
                  <a:gd name="T53" fmla="*/ 0 h 3416"/>
                  <a:gd name="T54" fmla="*/ 0 w 3151"/>
                  <a:gd name="T55" fmla="*/ 0 h 3416"/>
                  <a:gd name="T56" fmla="*/ 0 w 3151"/>
                  <a:gd name="T57" fmla="*/ 0 h 3416"/>
                  <a:gd name="T58" fmla="*/ 0 w 3151"/>
                  <a:gd name="T59" fmla="*/ 0 h 3416"/>
                  <a:gd name="T60" fmla="*/ 0 w 3151"/>
                  <a:gd name="T61" fmla="*/ 0 h 3416"/>
                  <a:gd name="T62" fmla="*/ 0 w 3151"/>
                  <a:gd name="T63" fmla="*/ 0 h 3416"/>
                  <a:gd name="T64" fmla="*/ 0 w 3151"/>
                  <a:gd name="T65" fmla="*/ 0 h 3416"/>
                  <a:gd name="T66" fmla="*/ 0 w 3151"/>
                  <a:gd name="T67" fmla="*/ 0 h 3416"/>
                  <a:gd name="T68" fmla="*/ 0 w 3151"/>
                  <a:gd name="T69" fmla="*/ 0 h 3416"/>
                  <a:gd name="T70" fmla="*/ 0 w 3151"/>
                  <a:gd name="T71" fmla="*/ 0 h 3416"/>
                  <a:gd name="T72" fmla="*/ 0 w 3151"/>
                  <a:gd name="T73" fmla="*/ 0 h 3416"/>
                  <a:gd name="T74" fmla="*/ 0 w 3151"/>
                  <a:gd name="T75" fmla="*/ 0 h 3416"/>
                  <a:gd name="T76" fmla="*/ 0 w 3151"/>
                  <a:gd name="T77" fmla="*/ 0 h 3416"/>
                  <a:gd name="T78" fmla="*/ 0 w 3151"/>
                  <a:gd name="T79" fmla="*/ 0 h 3416"/>
                  <a:gd name="T80" fmla="*/ 0 w 3151"/>
                  <a:gd name="T81" fmla="*/ 0 h 3416"/>
                  <a:gd name="T82" fmla="*/ 0 w 3151"/>
                  <a:gd name="T83" fmla="*/ 0 h 3416"/>
                  <a:gd name="T84" fmla="*/ 0 w 3151"/>
                  <a:gd name="T85" fmla="*/ 0 h 3416"/>
                  <a:gd name="T86" fmla="*/ 0 w 3151"/>
                  <a:gd name="T87" fmla="*/ 0 h 3416"/>
                  <a:gd name="T88" fmla="*/ 0 w 3151"/>
                  <a:gd name="T89" fmla="*/ 0 h 3416"/>
                  <a:gd name="T90" fmla="*/ 0 w 3151"/>
                  <a:gd name="T91" fmla="*/ 0 h 3416"/>
                  <a:gd name="T92" fmla="*/ 0 w 3151"/>
                  <a:gd name="T93" fmla="*/ 0 h 3416"/>
                  <a:gd name="T94" fmla="*/ 0 w 3151"/>
                  <a:gd name="T95" fmla="*/ 0 h 3416"/>
                  <a:gd name="T96" fmla="*/ 0 w 3151"/>
                  <a:gd name="T97" fmla="*/ 0 h 34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151"/>
                  <a:gd name="T148" fmla="*/ 0 h 3416"/>
                  <a:gd name="T149" fmla="*/ 3151 w 3151"/>
                  <a:gd name="T150" fmla="*/ 3416 h 34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151" h="3416">
                    <a:moveTo>
                      <a:pt x="2596" y="156"/>
                    </a:moveTo>
                    <a:lnTo>
                      <a:pt x="2561" y="145"/>
                    </a:lnTo>
                    <a:lnTo>
                      <a:pt x="2561" y="578"/>
                    </a:lnTo>
                    <a:lnTo>
                      <a:pt x="2476" y="479"/>
                    </a:lnTo>
                    <a:lnTo>
                      <a:pt x="2428" y="479"/>
                    </a:lnTo>
                    <a:lnTo>
                      <a:pt x="2404" y="807"/>
                    </a:lnTo>
                    <a:lnTo>
                      <a:pt x="2116" y="770"/>
                    </a:lnTo>
                    <a:lnTo>
                      <a:pt x="2197" y="906"/>
                    </a:lnTo>
                    <a:lnTo>
                      <a:pt x="2197" y="843"/>
                    </a:lnTo>
                    <a:lnTo>
                      <a:pt x="2222" y="807"/>
                    </a:lnTo>
                    <a:lnTo>
                      <a:pt x="2369" y="880"/>
                    </a:lnTo>
                    <a:lnTo>
                      <a:pt x="2268" y="1021"/>
                    </a:lnTo>
                    <a:lnTo>
                      <a:pt x="2187" y="1093"/>
                    </a:lnTo>
                    <a:lnTo>
                      <a:pt x="2101" y="1130"/>
                    </a:lnTo>
                    <a:lnTo>
                      <a:pt x="2004" y="1130"/>
                    </a:lnTo>
                    <a:lnTo>
                      <a:pt x="1800" y="1081"/>
                    </a:lnTo>
                    <a:lnTo>
                      <a:pt x="1787" y="1130"/>
                    </a:lnTo>
                    <a:lnTo>
                      <a:pt x="1918" y="1168"/>
                    </a:lnTo>
                    <a:lnTo>
                      <a:pt x="2004" y="1178"/>
                    </a:lnTo>
                    <a:lnTo>
                      <a:pt x="2268" y="1192"/>
                    </a:lnTo>
                    <a:lnTo>
                      <a:pt x="2139" y="1275"/>
                    </a:lnTo>
                    <a:lnTo>
                      <a:pt x="1953" y="1313"/>
                    </a:lnTo>
                    <a:lnTo>
                      <a:pt x="1750" y="1313"/>
                    </a:lnTo>
                    <a:lnTo>
                      <a:pt x="1593" y="1275"/>
                    </a:lnTo>
                    <a:lnTo>
                      <a:pt x="1413" y="1216"/>
                    </a:lnTo>
                    <a:lnTo>
                      <a:pt x="1390" y="1238"/>
                    </a:lnTo>
                    <a:lnTo>
                      <a:pt x="1512" y="1334"/>
                    </a:lnTo>
                    <a:lnTo>
                      <a:pt x="1655" y="1408"/>
                    </a:lnTo>
                    <a:lnTo>
                      <a:pt x="1800" y="1440"/>
                    </a:lnTo>
                    <a:lnTo>
                      <a:pt x="2017" y="1477"/>
                    </a:lnTo>
                    <a:lnTo>
                      <a:pt x="1824" y="1585"/>
                    </a:lnTo>
                    <a:lnTo>
                      <a:pt x="1607" y="1671"/>
                    </a:lnTo>
                    <a:lnTo>
                      <a:pt x="1402" y="1719"/>
                    </a:lnTo>
                    <a:lnTo>
                      <a:pt x="1171" y="1743"/>
                    </a:lnTo>
                    <a:lnTo>
                      <a:pt x="1037" y="1756"/>
                    </a:lnTo>
                    <a:lnTo>
                      <a:pt x="1376" y="1743"/>
                    </a:lnTo>
                    <a:lnTo>
                      <a:pt x="1316" y="1818"/>
                    </a:lnTo>
                    <a:lnTo>
                      <a:pt x="1220" y="1877"/>
                    </a:lnTo>
                    <a:lnTo>
                      <a:pt x="1037" y="1963"/>
                    </a:lnTo>
                    <a:lnTo>
                      <a:pt x="879" y="2020"/>
                    </a:lnTo>
                    <a:lnTo>
                      <a:pt x="798" y="2053"/>
                    </a:lnTo>
                    <a:lnTo>
                      <a:pt x="1061" y="2344"/>
                    </a:lnTo>
                    <a:lnTo>
                      <a:pt x="869" y="2431"/>
                    </a:lnTo>
                    <a:lnTo>
                      <a:pt x="699" y="2535"/>
                    </a:lnTo>
                    <a:lnTo>
                      <a:pt x="554" y="2681"/>
                    </a:lnTo>
                    <a:lnTo>
                      <a:pt x="435" y="2849"/>
                    </a:lnTo>
                    <a:lnTo>
                      <a:pt x="263" y="2824"/>
                    </a:lnTo>
                    <a:lnTo>
                      <a:pt x="444" y="2897"/>
                    </a:lnTo>
                    <a:lnTo>
                      <a:pt x="591" y="2992"/>
                    </a:lnTo>
                    <a:lnTo>
                      <a:pt x="627" y="3055"/>
                    </a:lnTo>
                    <a:lnTo>
                      <a:pt x="567" y="3139"/>
                    </a:lnTo>
                    <a:lnTo>
                      <a:pt x="226" y="2958"/>
                    </a:lnTo>
                    <a:lnTo>
                      <a:pt x="240" y="2872"/>
                    </a:lnTo>
                    <a:lnTo>
                      <a:pt x="203" y="2967"/>
                    </a:lnTo>
                    <a:lnTo>
                      <a:pt x="25" y="2992"/>
                    </a:lnTo>
                    <a:lnTo>
                      <a:pt x="217" y="2983"/>
                    </a:lnTo>
                    <a:lnTo>
                      <a:pt x="309" y="3031"/>
                    </a:lnTo>
                    <a:lnTo>
                      <a:pt x="203" y="3091"/>
                    </a:lnTo>
                    <a:lnTo>
                      <a:pt x="297" y="3151"/>
                    </a:lnTo>
                    <a:lnTo>
                      <a:pt x="297" y="3187"/>
                    </a:lnTo>
                    <a:lnTo>
                      <a:pt x="141" y="3343"/>
                    </a:lnTo>
                    <a:lnTo>
                      <a:pt x="71" y="3379"/>
                    </a:lnTo>
                    <a:lnTo>
                      <a:pt x="0" y="3343"/>
                    </a:lnTo>
                    <a:lnTo>
                      <a:pt x="0" y="3379"/>
                    </a:lnTo>
                    <a:lnTo>
                      <a:pt x="71" y="3416"/>
                    </a:lnTo>
                    <a:lnTo>
                      <a:pt x="203" y="3343"/>
                    </a:lnTo>
                    <a:lnTo>
                      <a:pt x="272" y="3273"/>
                    </a:lnTo>
                    <a:lnTo>
                      <a:pt x="1556" y="3273"/>
                    </a:lnTo>
                    <a:lnTo>
                      <a:pt x="1556" y="3250"/>
                    </a:lnTo>
                    <a:lnTo>
                      <a:pt x="554" y="3250"/>
                    </a:lnTo>
                    <a:lnTo>
                      <a:pt x="604" y="3200"/>
                    </a:lnTo>
                    <a:lnTo>
                      <a:pt x="627" y="3112"/>
                    </a:lnTo>
                    <a:lnTo>
                      <a:pt x="650" y="3079"/>
                    </a:lnTo>
                    <a:lnTo>
                      <a:pt x="820" y="3079"/>
                    </a:lnTo>
                    <a:lnTo>
                      <a:pt x="1196" y="2455"/>
                    </a:lnTo>
                    <a:lnTo>
                      <a:pt x="1303" y="2308"/>
                    </a:lnTo>
                    <a:lnTo>
                      <a:pt x="1413" y="2187"/>
                    </a:lnTo>
                    <a:lnTo>
                      <a:pt x="1512" y="2095"/>
                    </a:lnTo>
                    <a:lnTo>
                      <a:pt x="1633" y="2031"/>
                    </a:lnTo>
                    <a:lnTo>
                      <a:pt x="1763" y="1998"/>
                    </a:lnTo>
                    <a:lnTo>
                      <a:pt x="1932" y="1682"/>
                    </a:lnTo>
                    <a:lnTo>
                      <a:pt x="2116" y="1537"/>
                    </a:lnTo>
                    <a:lnTo>
                      <a:pt x="2222" y="1385"/>
                    </a:lnTo>
                    <a:lnTo>
                      <a:pt x="2393" y="1300"/>
                    </a:lnTo>
                    <a:lnTo>
                      <a:pt x="2393" y="1464"/>
                    </a:lnTo>
                    <a:lnTo>
                      <a:pt x="2476" y="1288"/>
                    </a:lnTo>
                    <a:lnTo>
                      <a:pt x="2609" y="1192"/>
                    </a:lnTo>
                    <a:lnTo>
                      <a:pt x="2705" y="1477"/>
                    </a:lnTo>
                    <a:lnTo>
                      <a:pt x="3151" y="1609"/>
                    </a:lnTo>
                    <a:lnTo>
                      <a:pt x="3068" y="276"/>
                    </a:lnTo>
                    <a:lnTo>
                      <a:pt x="3029" y="230"/>
                    </a:lnTo>
                    <a:lnTo>
                      <a:pt x="2980" y="251"/>
                    </a:lnTo>
                    <a:lnTo>
                      <a:pt x="2813" y="712"/>
                    </a:lnTo>
                    <a:lnTo>
                      <a:pt x="2813" y="0"/>
                    </a:lnTo>
                    <a:lnTo>
                      <a:pt x="2767" y="746"/>
                    </a:lnTo>
                    <a:lnTo>
                      <a:pt x="2729" y="880"/>
                    </a:lnTo>
                    <a:lnTo>
                      <a:pt x="2646" y="348"/>
                    </a:lnTo>
                    <a:lnTo>
                      <a:pt x="2596" y="1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6" name="Freeform 275"/>
              <p:cNvSpPr>
                <a:spLocks/>
              </p:cNvSpPr>
              <p:nvPr/>
            </p:nvSpPr>
            <p:spPr bwMode="auto">
              <a:xfrm>
                <a:off x="2691" y="538"/>
                <a:ext cx="302" cy="363"/>
              </a:xfrm>
              <a:custGeom>
                <a:avLst/>
                <a:gdLst>
                  <a:gd name="T0" fmla="*/ 0 w 2420"/>
                  <a:gd name="T1" fmla="*/ 0 h 2909"/>
                  <a:gd name="T2" fmla="*/ 0 w 2420"/>
                  <a:gd name="T3" fmla="*/ 0 h 2909"/>
                  <a:gd name="T4" fmla="*/ 0 w 2420"/>
                  <a:gd name="T5" fmla="*/ 0 h 2909"/>
                  <a:gd name="T6" fmla="*/ 0 w 2420"/>
                  <a:gd name="T7" fmla="*/ 0 h 2909"/>
                  <a:gd name="T8" fmla="*/ 0 w 2420"/>
                  <a:gd name="T9" fmla="*/ 0 h 2909"/>
                  <a:gd name="T10" fmla="*/ 0 w 2420"/>
                  <a:gd name="T11" fmla="*/ 0 h 2909"/>
                  <a:gd name="T12" fmla="*/ 0 w 2420"/>
                  <a:gd name="T13" fmla="*/ 0 h 2909"/>
                  <a:gd name="T14" fmla="*/ 0 w 2420"/>
                  <a:gd name="T15" fmla="*/ 0 h 2909"/>
                  <a:gd name="T16" fmla="*/ 0 w 2420"/>
                  <a:gd name="T17" fmla="*/ 0 h 2909"/>
                  <a:gd name="T18" fmla="*/ 0 w 2420"/>
                  <a:gd name="T19" fmla="*/ 0 h 2909"/>
                  <a:gd name="T20" fmla="*/ 0 w 2420"/>
                  <a:gd name="T21" fmla="*/ 0 h 2909"/>
                  <a:gd name="T22" fmla="*/ 0 w 2420"/>
                  <a:gd name="T23" fmla="*/ 0 h 2909"/>
                  <a:gd name="T24" fmla="*/ 0 w 2420"/>
                  <a:gd name="T25" fmla="*/ 0 h 2909"/>
                  <a:gd name="T26" fmla="*/ 0 w 2420"/>
                  <a:gd name="T27" fmla="*/ 0 h 2909"/>
                  <a:gd name="T28" fmla="*/ 0 w 2420"/>
                  <a:gd name="T29" fmla="*/ 0 h 2909"/>
                  <a:gd name="T30" fmla="*/ 0 w 2420"/>
                  <a:gd name="T31" fmla="*/ 0 h 2909"/>
                  <a:gd name="T32" fmla="*/ 0 w 2420"/>
                  <a:gd name="T33" fmla="*/ 0 h 2909"/>
                  <a:gd name="T34" fmla="*/ 0 w 2420"/>
                  <a:gd name="T35" fmla="*/ 0 h 29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20"/>
                  <a:gd name="T55" fmla="*/ 0 h 2909"/>
                  <a:gd name="T56" fmla="*/ 2420 w 2420"/>
                  <a:gd name="T57" fmla="*/ 2909 h 29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20" h="2909">
                    <a:moveTo>
                      <a:pt x="2420" y="0"/>
                    </a:moveTo>
                    <a:lnTo>
                      <a:pt x="1681" y="564"/>
                    </a:lnTo>
                    <a:lnTo>
                      <a:pt x="1706" y="671"/>
                    </a:lnTo>
                    <a:lnTo>
                      <a:pt x="1501" y="913"/>
                    </a:lnTo>
                    <a:lnTo>
                      <a:pt x="1187" y="1007"/>
                    </a:lnTo>
                    <a:lnTo>
                      <a:pt x="800" y="1418"/>
                    </a:lnTo>
                    <a:lnTo>
                      <a:pt x="572" y="1924"/>
                    </a:lnTo>
                    <a:lnTo>
                      <a:pt x="212" y="2356"/>
                    </a:lnTo>
                    <a:lnTo>
                      <a:pt x="0" y="2909"/>
                    </a:lnTo>
                    <a:lnTo>
                      <a:pt x="233" y="2356"/>
                    </a:lnTo>
                    <a:lnTo>
                      <a:pt x="583" y="1948"/>
                    </a:lnTo>
                    <a:lnTo>
                      <a:pt x="862" y="1405"/>
                    </a:lnTo>
                    <a:lnTo>
                      <a:pt x="1215" y="1032"/>
                    </a:lnTo>
                    <a:lnTo>
                      <a:pt x="1563" y="935"/>
                    </a:lnTo>
                    <a:lnTo>
                      <a:pt x="1732" y="721"/>
                    </a:lnTo>
                    <a:lnTo>
                      <a:pt x="1872" y="838"/>
                    </a:lnTo>
                    <a:lnTo>
                      <a:pt x="1782" y="564"/>
                    </a:lnTo>
                    <a:lnTo>
                      <a:pt x="24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7" name="Freeform 276"/>
              <p:cNvSpPr>
                <a:spLocks/>
              </p:cNvSpPr>
              <p:nvPr/>
            </p:nvSpPr>
            <p:spPr bwMode="auto">
              <a:xfrm>
                <a:off x="3068" y="538"/>
                <a:ext cx="265" cy="528"/>
              </a:xfrm>
              <a:custGeom>
                <a:avLst/>
                <a:gdLst>
                  <a:gd name="T0" fmla="*/ 0 w 2128"/>
                  <a:gd name="T1" fmla="*/ 0 h 4230"/>
                  <a:gd name="T2" fmla="*/ 0 w 2128"/>
                  <a:gd name="T3" fmla="*/ 0 h 4230"/>
                  <a:gd name="T4" fmla="*/ 0 w 2128"/>
                  <a:gd name="T5" fmla="*/ 0 h 4230"/>
                  <a:gd name="T6" fmla="*/ 0 w 2128"/>
                  <a:gd name="T7" fmla="*/ 0 h 4230"/>
                  <a:gd name="T8" fmla="*/ 0 w 2128"/>
                  <a:gd name="T9" fmla="*/ 0 h 4230"/>
                  <a:gd name="T10" fmla="*/ 0 w 2128"/>
                  <a:gd name="T11" fmla="*/ 0 h 4230"/>
                  <a:gd name="T12" fmla="*/ 0 w 2128"/>
                  <a:gd name="T13" fmla="*/ 0 h 4230"/>
                  <a:gd name="T14" fmla="*/ 0 w 2128"/>
                  <a:gd name="T15" fmla="*/ 0 h 4230"/>
                  <a:gd name="T16" fmla="*/ 0 w 2128"/>
                  <a:gd name="T17" fmla="*/ 0 h 4230"/>
                  <a:gd name="T18" fmla="*/ 0 w 2128"/>
                  <a:gd name="T19" fmla="*/ 0 h 4230"/>
                  <a:gd name="T20" fmla="*/ 0 w 2128"/>
                  <a:gd name="T21" fmla="*/ 0 h 4230"/>
                  <a:gd name="T22" fmla="*/ 0 w 2128"/>
                  <a:gd name="T23" fmla="*/ 0 h 4230"/>
                  <a:gd name="T24" fmla="*/ 0 w 2128"/>
                  <a:gd name="T25" fmla="*/ 0 h 4230"/>
                  <a:gd name="T26" fmla="*/ 0 w 2128"/>
                  <a:gd name="T27" fmla="*/ 0 h 4230"/>
                  <a:gd name="T28" fmla="*/ 0 w 2128"/>
                  <a:gd name="T29" fmla="*/ 0 h 4230"/>
                  <a:gd name="T30" fmla="*/ 0 w 2128"/>
                  <a:gd name="T31" fmla="*/ 0 h 4230"/>
                  <a:gd name="T32" fmla="*/ 0 w 2128"/>
                  <a:gd name="T33" fmla="*/ 0 h 4230"/>
                  <a:gd name="T34" fmla="*/ 0 w 2128"/>
                  <a:gd name="T35" fmla="*/ 0 h 4230"/>
                  <a:gd name="T36" fmla="*/ 0 w 2128"/>
                  <a:gd name="T37" fmla="*/ 0 h 4230"/>
                  <a:gd name="T38" fmla="*/ 0 w 2128"/>
                  <a:gd name="T39" fmla="*/ 0 h 4230"/>
                  <a:gd name="T40" fmla="*/ 0 w 2128"/>
                  <a:gd name="T41" fmla="*/ 0 h 4230"/>
                  <a:gd name="T42" fmla="*/ 0 w 2128"/>
                  <a:gd name="T43" fmla="*/ 0 h 4230"/>
                  <a:gd name="T44" fmla="*/ 0 w 2128"/>
                  <a:gd name="T45" fmla="*/ 0 h 4230"/>
                  <a:gd name="T46" fmla="*/ 0 w 2128"/>
                  <a:gd name="T47" fmla="*/ 0 h 4230"/>
                  <a:gd name="T48" fmla="*/ 0 w 2128"/>
                  <a:gd name="T49" fmla="*/ 0 h 4230"/>
                  <a:gd name="T50" fmla="*/ 0 w 2128"/>
                  <a:gd name="T51" fmla="*/ 0 h 4230"/>
                  <a:gd name="T52" fmla="*/ 0 w 2128"/>
                  <a:gd name="T53" fmla="*/ 0 h 4230"/>
                  <a:gd name="T54" fmla="*/ 0 w 2128"/>
                  <a:gd name="T55" fmla="*/ 0 h 4230"/>
                  <a:gd name="T56" fmla="*/ 0 w 2128"/>
                  <a:gd name="T57" fmla="*/ 0 h 4230"/>
                  <a:gd name="T58" fmla="*/ 0 w 2128"/>
                  <a:gd name="T59" fmla="*/ 0 h 4230"/>
                  <a:gd name="T60" fmla="*/ 0 w 2128"/>
                  <a:gd name="T61" fmla="*/ 0 h 4230"/>
                  <a:gd name="T62" fmla="*/ 0 w 2128"/>
                  <a:gd name="T63" fmla="*/ 0 h 4230"/>
                  <a:gd name="T64" fmla="*/ 0 w 2128"/>
                  <a:gd name="T65" fmla="*/ 0 h 4230"/>
                  <a:gd name="T66" fmla="*/ 0 w 2128"/>
                  <a:gd name="T67" fmla="*/ 0 h 42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28"/>
                  <a:gd name="T103" fmla="*/ 0 h 4230"/>
                  <a:gd name="T104" fmla="*/ 2128 w 2128"/>
                  <a:gd name="T105" fmla="*/ 4230 h 42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28" h="4230">
                    <a:moveTo>
                      <a:pt x="1376" y="479"/>
                    </a:moveTo>
                    <a:lnTo>
                      <a:pt x="1295" y="878"/>
                    </a:lnTo>
                    <a:lnTo>
                      <a:pt x="1162" y="1214"/>
                    </a:lnTo>
                    <a:lnTo>
                      <a:pt x="1051" y="1486"/>
                    </a:lnTo>
                    <a:lnTo>
                      <a:pt x="895" y="1768"/>
                    </a:lnTo>
                    <a:lnTo>
                      <a:pt x="738" y="2010"/>
                    </a:lnTo>
                    <a:lnTo>
                      <a:pt x="592" y="2187"/>
                    </a:lnTo>
                    <a:lnTo>
                      <a:pt x="387" y="2356"/>
                    </a:lnTo>
                    <a:lnTo>
                      <a:pt x="616" y="2174"/>
                    </a:lnTo>
                    <a:lnTo>
                      <a:pt x="833" y="1911"/>
                    </a:lnTo>
                    <a:lnTo>
                      <a:pt x="1066" y="1539"/>
                    </a:lnTo>
                    <a:lnTo>
                      <a:pt x="1249" y="1139"/>
                    </a:lnTo>
                    <a:lnTo>
                      <a:pt x="1376" y="807"/>
                    </a:lnTo>
                    <a:lnTo>
                      <a:pt x="1339" y="1120"/>
                    </a:lnTo>
                    <a:lnTo>
                      <a:pt x="1162" y="1607"/>
                    </a:lnTo>
                    <a:lnTo>
                      <a:pt x="957" y="1972"/>
                    </a:lnTo>
                    <a:lnTo>
                      <a:pt x="724" y="2273"/>
                    </a:lnTo>
                    <a:lnTo>
                      <a:pt x="459" y="2487"/>
                    </a:lnTo>
                    <a:lnTo>
                      <a:pt x="291" y="2574"/>
                    </a:lnTo>
                    <a:lnTo>
                      <a:pt x="352" y="2141"/>
                    </a:lnTo>
                    <a:lnTo>
                      <a:pt x="401" y="1632"/>
                    </a:lnTo>
                    <a:lnTo>
                      <a:pt x="436" y="1236"/>
                    </a:lnTo>
                    <a:lnTo>
                      <a:pt x="459" y="733"/>
                    </a:lnTo>
                    <a:lnTo>
                      <a:pt x="473" y="442"/>
                    </a:lnTo>
                    <a:lnTo>
                      <a:pt x="521" y="214"/>
                    </a:lnTo>
                    <a:lnTo>
                      <a:pt x="567" y="58"/>
                    </a:lnTo>
                    <a:lnTo>
                      <a:pt x="607" y="0"/>
                    </a:lnTo>
                    <a:lnTo>
                      <a:pt x="535" y="73"/>
                    </a:lnTo>
                    <a:lnTo>
                      <a:pt x="473" y="240"/>
                    </a:lnTo>
                    <a:lnTo>
                      <a:pt x="424" y="550"/>
                    </a:lnTo>
                    <a:lnTo>
                      <a:pt x="401" y="1139"/>
                    </a:lnTo>
                    <a:lnTo>
                      <a:pt x="352" y="1671"/>
                    </a:lnTo>
                    <a:lnTo>
                      <a:pt x="304" y="2116"/>
                    </a:lnTo>
                    <a:lnTo>
                      <a:pt x="217" y="2583"/>
                    </a:lnTo>
                    <a:lnTo>
                      <a:pt x="84" y="2655"/>
                    </a:lnTo>
                    <a:lnTo>
                      <a:pt x="73" y="2809"/>
                    </a:lnTo>
                    <a:lnTo>
                      <a:pt x="35" y="3149"/>
                    </a:lnTo>
                    <a:lnTo>
                      <a:pt x="0" y="3449"/>
                    </a:lnTo>
                    <a:lnTo>
                      <a:pt x="314" y="3591"/>
                    </a:lnTo>
                    <a:lnTo>
                      <a:pt x="424" y="4004"/>
                    </a:lnTo>
                    <a:lnTo>
                      <a:pt x="535" y="4230"/>
                    </a:lnTo>
                    <a:lnTo>
                      <a:pt x="583" y="3677"/>
                    </a:lnTo>
                    <a:lnTo>
                      <a:pt x="607" y="3306"/>
                    </a:lnTo>
                    <a:lnTo>
                      <a:pt x="642" y="3005"/>
                    </a:lnTo>
                    <a:lnTo>
                      <a:pt x="680" y="2932"/>
                    </a:lnTo>
                    <a:lnTo>
                      <a:pt x="917" y="2667"/>
                    </a:lnTo>
                    <a:lnTo>
                      <a:pt x="1066" y="2460"/>
                    </a:lnTo>
                    <a:lnTo>
                      <a:pt x="1198" y="2238"/>
                    </a:lnTo>
                    <a:lnTo>
                      <a:pt x="1305" y="2068"/>
                    </a:lnTo>
                    <a:lnTo>
                      <a:pt x="1354" y="2058"/>
                    </a:lnTo>
                    <a:lnTo>
                      <a:pt x="1402" y="2082"/>
                    </a:lnTo>
                    <a:lnTo>
                      <a:pt x="1439" y="2150"/>
                    </a:lnTo>
                    <a:lnTo>
                      <a:pt x="1475" y="2559"/>
                    </a:lnTo>
                    <a:lnTo>
                      <a:pt x="1462" y="2860"/>
                    </a:lnTo>
                    <a:lnTo>
                      <a:pt x="1439" y="3110"/>
                    </a:lnTo>
                    <a:lnTo>
                      <a:pt x="1653" y="3077"/>
                    </a:lnTo>
                    <a:lnTo>
                      <a:pt x="1814" y="3029"/>
                    </a:lnTo>
                    <a:lnTo>
                      <a:pt x="1948" y="2967"/>
                    </a:lnTo>
                    <a:lnTo>
                      <a:pt x="2018" y="2882"/>
                    </a:lnTo>
                    <a:lnTo>
                      <a:pt x="1996" y="2082"/>
                    </a:lnTo>
                    <a:lnTo>
                      <a:pt x="2029" y="1837"/>
                    </a:lnTo>
                    <a:lnTo>
                      <a:pt x="1958" y="1803"/>
                    </a:lnTo>
                    <a:lnTo>
                      <a:pt x="2066" y="1551"/>
                    </a:lnTo>
                    <a:lnTo>
                      <a:pt x="2128" y="961"/>
                    </a:lnTo>
                    <a:lnTo>
                      <a:pt x="1861" y="744"/>
                    </a:lnTo>
                    <a:lnTo>
                      <a:pt x="1547" y="467"/>
                    </a:lnTo>
                    <a:lnTo>
                      <a:pt x="1439" y="322"/>
                    </a:lnTo>
                    <a:lnTo>
                      <a:pt x="1376" y="4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8" name="Freeform 277"/>
              <p:cNvSpPr>
                <a:spLocks/>
              </p:cNvSpPr>
              <p:nvPr/>
            </p:nvSpPr>
            <p:spPr bwMode="auto">
              <a:xfrm>
                <a:off x="3012" y="539"/>
                <a:ext cx="115" cy="21"/>
              </a:xfrm>
              <a:custGeom>
                <a:avLst/>
                <a:gdLst>
                  <a:gd name="T0" fmla="*/ 0 w 920"/>
                  <a:gd name="T1" fmla="*/ 0 h 170"/>
                  <a:gd name="T2" fmla="*/ 0 w 920"/>
                  <a:gd name="T3" fmla="*/ 0 h 170"/>
                  <a:gd name="T4" fmla="*/ 0 w 920"/>
                  <a:gd name="T5" fmla="*/ 0 h 170"/>
                  <a:gd name="T6" fmla="*/ 0 w 920"/>
                  <a:gd name="T7" fmla="*/ 0 h 170"/>
                  <a:gd name="T8" fmla="*/ 0 w 920"/>
                  <a:gd name="T9" fmla="*/ 0 h 170"/>
                  <a:gd name="T10" fmla="*/ 0 w 920"/>
                  <a:gd name="T11" fmla="*/ 0 h 170"/>
                  <a:gd name="T12" fmla="*/ 0 w 920"/>
                  <a:gd name="T13" fmla="*/ 0 h 170"/>
                  <a:gd name="T14" fmla="*/ 0 60000 65536"/>
                  <a:gd name="T15" fmla="*/ 0 60000 65536"/>
                  <a:gd name="T16" fmla="*/ 0 60000 65536"/>
                  <a:gd name="T17" fmla="*/ 0 60000 65536"/>
                  <a:gd name="T18" fmla="*/ 0 60000 65536"/>
                  <a:gd name="T19" fmla="*/ 0 60000 65536"/>
                  <a:gd name="T20" fmla="*/ 0 60000 65536"/>
                  <a:gd name="T21" fmla="*/ 0 w 920"/>
                  <a:gd name="T22" fmla="*/ 0 h 170"/>
                  <a:gd name="T23" fmla="*/ 920 w 920"/>
                  <a:gd name="T24" fmla="*/ 170 h 1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0" h="170">
                    <a:moveTo>
                      <a:pt x="0" y="0"/>
                    </a:moveTo>
                    <a:lnTo>
                      <a:pt x="385" y="49"/>
                    </a:lnTo>
                    <a:lnTo>
                      <a:pt x="617" y="49"/>
                    </a:lnTo>
                    <a:lnTo>
                      <a:pt x="920" y="25"/>
                    </a:lnTo>
                    <a:lnTo>
                      <a:pt x="459" y="170"/>
                    </a:lnTo>
                    <a:lnTo>
                      <a:pt x="313" y="8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9" name="Freeform 278"/>
              <p:cNvSpPr>
                <a:spLocks/>
              </p:cNvSpPr>
              <p:nvPr/>
            </p:nvSpPr>
            <p:spPr bwMode="auto">
              <a:xfrm>
                <a:off x="3057" y="609"/>
                <a:ext cx="32" cy="158"/>
              </a:xfrm>
              <a:custGeom>
                <a:avLst/>
                <a:gdLst>
                  <a:gd name="T0" fmla="*/ 0 w 255"/>
                  <a:gd name="T1" fmla="*/ 0 h 1263"/>
                  <a:gd name="T2" fmla="*/ 0 w 255"/>
                  <a:gd name="T3" fmla="*/ 0 h 1263"/>
                  <a:gd name="T4" fmla="*/ 0 w 255"/>
                  <a:gd name="T5" fmla="*/ 0 h 1263"/>
                  <a:gd name="T6" fmla="*/ 0 w 255"/>
                  <a:gd name="T7" fmla="*/ 0 h 1263"/>
                  <a:gd name="T8" fmla="*/ 0 w 255"/>
                  <a:gd name="T9" fmla="*/ 0 h 1263"/>
                  <a:gd name="T10" fmla="*/ 0 w 255"/>
                  <a:gd name="T11" fmla="*/ 0 h 1263"/>
                  <a:gd name="T12" fmla="*/ 0 w 255"/>
                  <a:gd name="T13" fmla="*/ 0 h 1263"/>
                  <a:gd name="T14" fmla="*/ 0 w 255"/>
                  <a:gd name="T15" fmla="*/ 0 h 1263"/>
                  <a:gd name="T16" fmla="*/ 0 60000 65536"/>
                  <a:gd name="T17" fmla="*/ 0 60000 65536"/>
                  <a:gd name="T18" fmla="*/ 0 60000 65536"/>
                  <a:gd name="T19" fmla="*/ 0 60000 65536"/>
                  <a:gd name="T20" fmla="*/ 0 60000 65536"/>
                  <a:gd name="T21" fmla="*/ 0 60000 65536"/>
                  <a:gd name="T22" fmla="*/ 0 60000 65536"/>
                  <a:gd name="T23" fmla="*/ 0 60000 65536"/>
                  <a:gd name="T24" fmla="*/ 0 w 255"/>
                  <a:gd name="T25" fmla="*/ 0 h 1263"/>
                  <a:gd name="T26" fmla="*/ 255 w 255"/>
                  <a:gd name="T27" fmla="*/ 1263 h 12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5" h="1263">
                    <a:moveTo>
                      <a:pt x="85" y="0"/>
                    </a:moveTo>
                    <a:lnTo>
                      <a:pt x="255" y="134"/>
                    </a:lnTo>
                    <a:lnTo>
                      <a:pt x="35" y="218"/>
                    </a:lnTo>
                    <a:lnTo>
                      <a:pt x="97" y="1240"/>
                    </a:lnTo>
                    <a:lnTo>
                      <a:pt x="72" y="1263"/>
                    </a:lnTo>
                    <a:lnTo>
                      <a:pt x="0" y="209"/>
                    </a:lnTo>
                    <a:lnTo>
                      <a:pt x="182" y="121"/>
                    </a:lnTo>
                    <a:lnTo>
                      <a:pt x="8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0" name="Freeform 279"/>
              <p:cNvSpPr>
                <a:spLocks/>
              </p:cNvSpPr>
              <p:nvPr/>
            </p:nvSpPr>
            <p:spPr bwMode="auto">
              <a:xfrm>
                <a:off x="3112" y="633"/>
                <a:ext cx="78" cy="136"/>
              </a:xfrm>
              <a:custGeom>
                <a:avLst/>
                <a:gdLst>
                  <a:gd name="T0" fmla="*/ 0 w 628"/>
                  <a:gd name="T1" fmla="*/ 0 h 1082"/>
                  <a:gd name="T2" fmla="*/ 0 w 628"/>
                  <a:gd name="T3" fmla="*/ 0 h 1082"/>
                  <a:gd name="T4" fmla="*/ 0 w 628"/>
                  <a:gd name="T5" fmla="*/ 0 h 1082"/>
                  <a:gd name="T6" fmla="*/ 0 w 628"/>
                  <a:gd name="T7" fmla="*/ 0 h 1082"/>
                  <a:gd name="T8" fmla="*/ 0 w 628"/>
                  <a:gd name="T9" fmla="*/ 0 h 1082"/>
                  <a:gd name="T10" fmla="*/ 0 w 628"/>
                  <a:gd name="T11" fmla="*/ 0 h 1082"/>
                  <a:gd name="T12" fmla="*/ 0 w 628"/>
                  <a:gd name="T13" fmla="*/ 0 h 1082"/>
                  <a:gd name="T14" fmla="*/ 0 w 628"/>
                  <a:gd name="T15" fmla="*/ 0 h 1082"/>
                  <a:gd name="T16" fmla="*/ 0 w 628"/>
                  <a:gd name="T17" fmla="*/ 0 h 1082"/>
                  <a:gd name="T18" fmla="*/ 0 w 628"/>
                  <a:gd name="T19" fmla="*/ 0 h 1082"/>
                  <a:gd name="T20" fmla="*/ 0 w 628"/>
                  <a:gd name="T21" fmla="*/ 0 h 1082"/>
                  <a:gd name="T22" fmla="*/ 0 w 628"/>
                  <a:gd name="T23" fmla="*/ 0 h 1082"/>
                  <a:gd name="T24" fmla="*/ 0 w 628"/>
                  <a:gd name="T25" fmla="*/ 0 h 1082"/>
                  <a:gd name="T26" fmla="*/ 0 w 628"/>
                  <a:gd name="T27" fmla="*/ 0 h 1082"/>
                  <a:gd name="T28" fmla="*/ 0 w 628"/>
                  <a:gd name="T29" fmla="*/ 0 h 1082"/>
                  <a:gd name="T30" fmla="*/ 0 w 628"/>
                  <a:gd name="T31" fmla="*/ 0 h 1082"/>
                  <a:gd name="T32" fmla="*/ 0 w 628"/>
                  <a:gd name="T33" fmla="*/ 0 h 1082"/>
                  <a:gd name="T34" fmla="*/ 0 w 628"/>
                  <a:gd name="T35" fmla="*/ 0 h 1082"/>
                  <a:gd name="T36" fmla="*/ 0 w 628"/>
                  <a:gd name="T37" fmla="*/ 0 h 1082"/>
                  <a:gd name="T38" fmla="*/ 0 w 628"/>
                  <a:gd name="T39" fmla="*/ 0 h 1082"/>
                  <a:gd name="T40" fmla="*/ 0 w 628"/>
                  <a:gd name="T41" fmla="*/ 0 h 1082"/>
                  <a:gd name="T42" fmla="*/ 0 w 628"/>
                  <a:gd name="T43" fmla="*/ 0 h 10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28"/>
                  <a:gd name="T67" fmla="*/ 0 h 1082"/>
                  <a:gd name="T68" fmla="*/ 628 w 628"/>
                  <a:gd name="T69" fmla="*/ 1082 h 108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28" h="1082">
                    <a:moveTo>
                      <a:pt x="290" y="240"/>
                    </a:moveTo>
                    <a:lnTo>
                      <a:pt x="409" y="194"/>
                    </a:lnTo>
                    <a:lnTo>
                      <a:pt x="519" y="111"/>
                    </a:lnTo>
                    <a:lnTo>
                      <a:pt x="628" y="0"/>
                    </a:lnTo>
                    <a:lnTo>
                      <a:pt x="628" y="385"/>
                    </a:lnTo>
                    <a:lnTo>
                      <a:pt x="589" y="159"/>
                    </a:lnTo>
                    <a:lnTo>
                      <a:pt x="519" y="240"/>
                    </a:lnTo>
                    <a:lnTo>
                      <a:pt x="519" y="134"/>
                    </a:lnTo>
                    <a:lnTo>
                      <a:pt x="446" y="208"/>
                    </a:lnTo>
                    <a:lnTo>
                      <a:pt x="506" y="265"/>
                    </a:lnTo>
                    <a:lnTo>
                      <a:pt x="481" y="304"/>
                    </a:lnTo>
                    <a:lnTo>
                      <a:pt x="432" y="282"/>
                    </a:lnTo>
                    <a:lnTo>
                      <a:pt x="386" y="434"/>
                    </a:lnTo>
                    <a:lnTo>
                      <a:pt x="275" y="676"/>
                    </a:lnTo>
                    <a:lnTo>
                      <a:pt x="146" y="913"/>
                    </a:lnTo>
                    <a:lnTo>
                      <a:pt x="24" y="1082"/>
                    </a:lnTo>
                    <a:lnTo>
                      <a:pt x="0" y="1012"/>
                    </a:lnTo>
                    <a:lnTo>
                      <a:pt x="158" y="807"/>
                    </a:lnTo>
                    <a:lnTo>
                      <a:pt x="264" y="592"/>
                    </a:lnTo>
                    <a:lnTo>
                      <a:pt x="372" y="372"/>
                    </a:lnTo>
                    <a:lnTo>
                      <a:pt x="409" y="219"/>
                    </a:lnTo>
                    <a:lnTo>
                      <a:pt x="290" y="2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1" name="Freeform 280"/>
              <p:cNvSpPr>
                <a:spLocks/>
              </p:cNvSpPr>
              <p:nvPr/>
            </p:nvSpPr>
            <p:spPr bwMode="auto">
              <a:xfrm>
                <a:off x="3112" y="675"/>
                <a:ext cx="63" cy="161"/>
              </a:xfrm>
              <a:custGeom>
                <a:avLst/>
                <a:gdLst>
                  <a:gd name="T0" fmla="*/ 0 w 506"/>
                  <a:gd name="T1" fmla="*/ 0 h 1286"/>
                  <a:gd name="T2" fmla="*/ 0 w 506"/>
                  <a:gd name="T3" fmla="*/ 0 h 1286"/>
                  <a:gd name="T4" fmla="*/ 0 w 506"/>
                  <a:gd name="T5" fmla="*/ 0 h 1286"/>
                  <a:gd name="T6" fmla="*/ 0 w 506"/>
                  <a:gd name="T7" fmla="*/ 0 h 1286"/>
                  <a:gd name="T8" fmla="*/ 0 w 506"/>
                  <a:gd name="T9" fmla="*/ 0 h 1286"/>
                  <a:gd name="T10" fmla="*/ 0 w 506"/>
                  <a:gd name="T11" fmla="*/ 0 h 1286"/>
                  <a:gd name="T12" fmla="*/ 0 w 506"/>
                  <a:gd name="T13" fmla="*/ 0 h 1286"/>
                  <a:gd name="T14" fmla="*/ 0 w 506"/>
                  <a:gd name="T15" fmla="*/ 0 h 1286"/>
                  <a:gd name="T16" fmla="*/ 0 w 506"/>
                  <a:gd name="T17" fmla="*/ 0 h 1286"/>
                  <a:gd name="T18" fmla="*/ 0 w 506"/>
                  <a:gd name="T19" fmla="*/ 0 h 1286"/>
                  <a:gd name="T20" fmla="*/ 0 w 506"/>
                  <a:gd name="T21" fmla="*/ 0 h 12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6"/>
                  <a:gd name="T34" fmla="*/ 0 h 1286"/>
                  <a:gd name="T35" fmla="*/ 506 w 506"/>
                  <a:gd name="T36" fmla="*/ 1286 h 12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6" h="1286">
                    <a:moveTo>
                      <a:pt x="506" y="0"/>
                    </a:moveTo>
                    <a:lnTo>
                      <a:pt x="432" y="292"/>
                    </a:lnTo>
                    <a:lnTo>
                      <a:pt x="328" y="624"/>
                    </a:lnTo>
                    <a:lnTo>
                      <a:pt x="206" y="916"/>
                    </a:lnTo>
                    <a:lnTo>
                      <a:pt x="84" y="1155"/>
                    </a:lnTo>
                    <a:lnTo>
                      <a:pt x="0" y="1286"/>
                    </a:lnTo>
                    <a:lnTo>
                      <a:pt x="97" y="1191"/>
                    </a:lnTo>
                    <a:lnTo>
                      <a:pt x="215" y="978"/>
                    </a:lnTo>
                    <a:lnTo>
                      <a:pt x="328" y="675"/>
                    </a:lnTo>
                    <a:lnTo>
                      <a:pt x="432" y="327"/>
                    </a:lnTo>
                    <a:lnTo>
                      <a:pt x="50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2" name="Freeform 281"/>
              <p:cNvSpPr>
                <a:spLocks/>
              </p:cNvSpPr>
              <p:nvPr/>
            </p:nvSpPr>
            <p:spPr bwMode="auto">
              <a:xfrm>
                <a:off x="2616" y="934"/>
                <a:ext cx="68" cy="63"/>
              </a:xfrm>
              <a:custGeom>
                <a:avLst/>
                <a:gdLst>
                  <a:gd name="T0" fmla="*/ 0 w 547"/>
                  <a:gd name="T1" fmla="*/ 0 h 503"/>
                  <a:gd name="T2" fmla="*/ 0 w 547"/>
                  <a:gd name="T3" fmla="*/ 0 h 503"/>
                  <a:gd name="T4" fmla="*/ 0 w 547"/>
                  <a:gd name="T5" fmla="*/ 0 h 503"/>
                  <a:gd name="T6" fmla="*/ 0 w 547"/>
                  <a:gd name="T7" fmla="*/ 0 h 503"/>
                  <a:gd name="T8" fmla="*/ 0 w 547"/>
                  <a:gd name="T9" fmla="*/ 0 h 503"/>
                  <a:gd name="T10" fmla="*/ 0 w 547"/>
                  <a:gd name="T11" fmla="*/ 0 h 503"/>
                  <a:gd name="T12" fmla="*/ 0 w 547"/>
                  <a:gd name="T13" fmla="*/ 0 h 503"/>
                  <a:gd name="T14" fmla="*/ 0 w 547"/>
                  <a:gd name="T15" fmla="*/ 0 h 503"/>
                  <a:gd name="T16" fmla="*/ 0 w 547"/>
                  <a:gd name="T17" fmla="*/ 0 h 503"/>
                  <a:gd name="T18" fmla="*/ 0 w 547"/>
                  <a:gd name="T19" fmla="*/ 0 h 503"/>
                  <a:gd name="T20" fmla="*/ 0 w 547"/>
                  <a:gd name="T21" fmla="*/ 0 h 503"/>
                  <a:gd name="T22" fmla="*/ 0 w 547"/>
                  <a:gd name="T23" fmla="*/ 0 h 503"/>
                  <a:gd name="T24" fmla="*/ 0 w 547"/>
                  <a:gd name="T25" fmla="*/ 0 h 503"/>
                  <a:gd name="T26" fmla="*/ 0 w 547"/>
                  <a:gd name="T27" fmla="*/ 0 h 503"/>
                  <a:gd name="T28" fmla="*/ 0 w 547"/>
                  <a:gd name="T29" fmla="*/ 0 h 503"/>
                  <a:gd name="T30" fmla="*/ 0 w 547"/>
                  <a:gd name="T31" fmla="*/ 0 h 503"/>
                  <a:gd name="T32" fmla="*/ 0 w 547"/>
                  <a:gd name="T33" fmla="*/ 0 h 503"/>
                  <a:gd name="T34" fmla="*/ 0 w 547"/>
                  <a:gd name="T35" fmla="*/ 0 h 503"/>
                  <a:gd name="T36" fmla="*/ 0 w 547"/>
                  <a:gd name="T37" fmla="*/ 0 h 503"/>
                  <a:gd name="T38" fmla="*/ 0 w 547"/>
                  <a:gd name="T39" fmla="*/ 0 h 503"/>
                  <a:gd name="T40" fmla="*/ 0 w 547"/>
                  <a:gd name="T41" fmla="*/ 0 h 5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7"/>
                  <a:gd name="T64" fmla="*/ 0 h 503"/>
                  <a:gd name="T65" fmla="*/ 547 w 547"/>
                  <a:gd name="T66" fmla="*/ 503 h 5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7" h="503">
                    <a:moveTo>
                      <a:pt x="355" y="339"/>
                    </a:moveTo>
                    <a:lnTo>
                      <a:pt x="401" y="219"/>
                    </a:lnTo>
                    <a:lnTo>
                      <a:pt x="547" y="35"/>
                    </a:lnTo>
                    <a:lnTo>
                      <a:pt x="425" y="0"/>
                    </a:lnTo>
                    <a:lnTo>
                      <a:pt x="376" y="35"/>
                    </a:lnTo>
                    <a:lnTo>
                      <a:pt x="207" y="35"/>
                    </a:lnTo>
                    <a:lnTo>
                      <a:pt x="111" y="11"/>
                    </a:lnTo>
                    <a:lnTo>
                      <a:pt x="161" y="97"/>
                    </a:lnTo>
                    <a:lnTo>
                      <a:pt x="102" y="169"/>
                    </a:lnTo>
                    <a:lnTo>
                      <a:pt x="76" y="266"/>
                    </a:lnTo>
                    <a:lnTo>
                      <a:pt x="40" y="266"/>
                    </a:lnTo>
                    <a:lnTo>
                      <a:pt x="0" y="194"/>
                    </a:lnTo>
                    <a:lnTo>
                      <a:pt x="0" y="468"/>
                    </a:lnTo>
                    <a:lnTo>
                      <a:pt x="40" y="503"/>
                    </a:lnTo>
                    <a:lnTo>
                      <a:pt x="40" y="385"/>
                    </a:lnTo>
                    <a:lnTo>
                      <a:pt x="76" y="312"/>
                    </a:lnTo>
                    <a:lnTo>
                      <a:pt x="123" y="266"/>
                    </a:lnTo>
                    <a:lnTo>
                      <a:pt x="233" y="242"/>
                    </a:lnTo>
                    <a:lnTo>
                      <a:pt x="330" y="242"/>
                    </a:lnTo>
                    <a:lnTo>
                      <a:pt x="330" y="312"/>
                    </a:lnTo>
                    <a:lnTo>
                      <a:pt x="355" y="3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3" name="Freeform 282"/>
              <p:cNvSpPr>
                <a:spLocks/>
              </p:cNvSpPr>
              <p:nvPr/>
            </p:nvSpPr>
            <p:spPr bwMode="auto">
              <a:xfrm>
                <a:off x="2605" y="932"/>
                <a:ext cx="24" cy="65"/>
              </a:xfrm>
              <a:custGeom>
                <a:avLst/>
                <a:gdLst>
                  <a:gd name="T0" fmla="*/ 0 w 194"/>
                  <a:gd name="T1" fmla="*/ 0 h 519"/>
                  <a:gd name="T2" fmla="*/ 0 w 194"/>
                  <a:gd name="T3" fmla="*/ 0 h 519"/>
                  <a:gd name="T4" fmla="*/ 0 w 194"/>
                  <a:gd name="T5" fmla="*/ 0 h 519"/>
                  <a:gd name="T6" fmla="*/ 0 w 194"/>
                  <a:gd name="T7" fmla="*/ 0 h 519"/>
                  <a:gd name="T8" fmla="*/ 0 w 194"/>
                  <a:gd name="T9" fmla="*/ 0 h 519"/>
                  <a:gd name="T10" fmla="*/ 0 w 194"/>
                  <a:gd name="T11" fmla="*/ 0 h 519"/>
                  <a:gd name="T12" fmla="*/ 0 w 194"/>
                  <a:gd name="T13" fmla="*/ 0 h 519"/>
                  <a:gd name="T14" fmla="*/ 0 60000 65536"/>
                  <a:gd name="T15" fmla="*/ 0 60000 65536"/>
                  <a:gd name="T16" fmla="*/ 0 60000 65536"/>
                  <a:gd name="T17" fmla="*/ 0 60000 65536"/>
                  <a:gd name="T18" fmla="*/ 0 60000 65536"/>
                  <a:gd name="T19" fmla="*/ 0 60000 65536"/>
                  <a:gd name="T20" fmla="*/ 0 60000 65536"/>
                  <a:gd name="T21" fmla="*/ 0 w 194"/>
                  <a:gd name="T22" fmla="*/ 0 h 519"/>
                  <a:gd name="T23" fmla="*/ 194 w 194"/>
                  <a:gd name="T24" fmla="*/ 519 h 5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4" h="519">
                    <a:moveTo>
                      <a:pt x="169" y="16"/>
                    </a:moveTo>
                    <a:lnTo>
                      <a:pt x="0" y="315"/>
                    </a:lnTo>
                    <a:lnTo>
                      <a:pt x="62" y="505"/>
                    </a:lnTo>
                    <a:lnTo>
                      <a:pt x="108" y="519"/>
                    </a:lnTo>
                    <a:lnTo>
                      <a:pt x="24" y="328"/>
                    </a:lnTo>
                    <a:lnTo>
                      <a:pt x="194" y="0"/>
                    </a:lnTo>
                    <a:lnTo>
                      <a:pt x="169"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4" name="Freeform 283"/>
              <p:cNvSpPr>
                <a:spLocks/>
              </p:cNvSpPr>
              <p:nvPr/>
            </p:nvSpPr>
            <p:spPr bwMode="auto">
              <a:xfrm>
                <a:off x="2643" y="989"/>
                <a:ext cx="296" cy="342"/>
              </a:xfrm>
              <a:custGeom>
                <a:avLst/>
                <a:gdLst>
                  <a:gd name="T0" fmla="*/ 0 w 2369"/>
                  <a:gd name="T1" fmla="*/ 0 h 2740"/>
                  <a:gd name="T2" fmla="*/ 0 w 2369"/>
                  <a:gd name="T3" fmla="*/ 0 h 2740"/>
                  <a:gd name="T4" fmla="*/ 0 w 2369"/>
                  <a:gd name="T5" fmla="*/ 0 h 2740"/>
                  <a:gd name="T6" fmla="*/ 0 w 2369"/>
                  <a:gd name="T7" fmla="*/ 0 h 2740"/>
                  <a:gd name="T8" fmla="*/ 0 w 2369"/>
                  <a:gd name="T9" fmla="*/ 0 h 2740"/>
                  <a:gd name="T10" fmla="*/ 0 w 2369"/>
                  <a:gd name="T11" fmla="*/ 0 h 2740"/>
                  <a:gd name="T12" fmla="*/ 0 w 2369"/>
                  <a:gd name="T13" fmla="*/ 0 h 2740"/>
                  <a:gd name="T14" fmla="*/ 0 w 2369"/>
                  <a:gd name="T15" fmla="*/ 0 h 2740"/>
                  <a:gd name="T16" fmla="*/ 0 w 2369"/>
                  <a:gd name="T17" fmla="*/ 0 h 2740"/>
                  <a:gd name="T18" fmla="*/ 0 w 2369"/>
                  <a:gd name="T19" fmla="*/ 0 h 2740"/>
                  <a:gd name="T20" fmla="*/ 0 w 2369"/>
                  <a:gd name="T21" fmla="*/ 0 h 2740"/>
                  <a:gd name="T22" fmla="*/ 0 w 2369"/>
                  <a:gd name="T23" fmla="*/ 0 h 2740"/>
                  <a:gd name="T24" fmla="*/ 0 w 2369"/>
                  <a:gd name="T25" fmla="*/ 0 h 2740"/>
                  <a:gd name="T26" fmla="*/ 0 w 2369"/>
                  <a:gd name="T27" fmla="*/ 0 h 2740"/>
                  <a:gd name="T28" fmla="*/ 0 w 2369"/>
                  <a:gd name="T29" fmla="*/ 0 h 2740"/>
                  <a:gd name="T30" fmla="*/ 0 w 2369"/>
                  <a:gd name="T31" fmla="*/ 0 h 2740"/>
                  <a:gd name="T32" fmla="*/ 0 w 2369"/>
                  <a:gd name="T33" fmla="*/ 0 h 2740"/>
                  <a:gd name="T34" fmla="*/ 0 w 2369"/>
                  <a:gd name="T35" fmla="*/ 0 h 2740"/>
                  <a:gd name="T36" fmla="*/ 0 w 2369"/>
                  <a:gd name="T37" fmla="*/ 0 h 2740"/>
                  <a:gd name="T38" fmla="*/ 0 w 2369"/>
                  <a:gd name="T39" fmla="*/ 0 h 2740"/>
                  <a:gd name="T40" fmla="*/ 0 w 2369"/>
                  <a:gd name="T41" fmla="*/ 0 h 2740"/>
                  <a:gd name="T42" fmla="*/ 0 w 2369"/>
                  <a:gd name="T43" fmla="*/ 0 h 2740"/>
                  <a:gd name="T44" fmla="*/ 0 w 2369"/>
                  <a:gd name="T45" fmla="*/ 0 h 2740"/>
                  <a:gd name="T46" fmla="*/ 0 w 2369"/>
                  <a:gd name="T47" fmla="*/ 0 h 2740"/>
                  <a:gd name="T48" fmla="*/ 0 w 2369"/>
                  <a:gd name="T49" fmla="*/ 0 h 2740"/>
                  <a:gd name="T50" fmla="*/ 0 w 2369"/>
                  <a:gd name="T51" fmla="*/ 0 h 2740"/>
                  <a:gd name="T52" fmla="*/ 0 w 2369"/>
                  <a:gd name="T53" fmla="*/ 0 h 2740"/>
                  <a:gd name="T54" fmla="*/ 0 w 2369"/>
                  <a:gd name="T55" fmla="*/ 0 h 2740"/>
                  <a:gd name="T56" fmla="*/ 0 w 2369"/>
                  <a:gd name="T57" fmla="*/ 0 h 2740"/>
                  <a:gd name="T58" fmla="*/ 0 w 2369"/>
                  <a:gd name="T59" fmla="*/ 0 h 2740"/>
                  <a:gd name="T60" fmla="*/ 0 w 2369"/>
                  <a:gd name="T61" fmla="*/ 0 h 2740"/>
                  <a:gd name="T62" fmla="*/ 0 w 2369"/>
                  <a:gd name="T63" fmla="*/ 0 h 2740"/>
                  <a:gd name="T64" fmla="*/ 0 w 2369"/>
                  <a:gd name="T65" fmla="*/ 0 h 2740"/>
                  <a:gd name="T66" fmla="*/ 0 w 2369"/>
                  <a:gd name="T67" fmla="*/ 0 h 2740"/>
                  <a:gd name="T68" fmla="*/ 0 w 2369"/>
                  <a:gd name="T69" fmla="*/ 0 h 2740"/>
                  <a:gd name="T70" fmla="*/ 0 w 2369"/>
                  <a:gd name="T71" fmla="*/ 0 h 2740"/>
                  <a:gd name="T72" fmla="*/ 0 w 2369"/>
                  <a:gd name="T73" fmla="*/ 0 h 2740"/>
                  <a:gd name="T74" fmla="*/ 0 w 2369"/>
                  <a:gd name="T75" fmla="*/ 0 h 2740"/>
                  <a:gd name="T76" fmla="*/ 0 w 2369"/>
                  <a:gd name="T77" fmla="*/ 0 h 2740"/>
                  <a:gd name="T78" fmla="*/ 0 w 2369"/>
                  <a:gd name="T79" fmla="*/ 0 h 2740"/>
                  <a:gd name="T80" fmla="*/ 0 w 2369"/>
                  <a:gd name="T81" fmla="*/ 0 h 2740"/>
                  <a:gd name="T82" fmla="*/ 0 w 2369"/>
                  <a:gd name="T83" fmla="*/ 0 h 2740"/>
                  <a:gd name="T84" fmla="*/ 0 w 2369"/>
                  <a:gd name="T85" fmla="*/ 0 h 2740"/>
                  <a:gd name="T86" fmla="*/ 0 w 2369"/>
                  <a:gd name="T87" fmla="*/ 0 h 2740"/>
                  <a:gd name="T88" fmla="*/ 0 w 2369"/>
                  <a:gd name="T89" fmla="*/ 0 h 2740"/>
                  <a:gd name="T90" fmla="*/ 0 w 2369"/>
                  <a:gd name="T91" fmla="*/ 0 h 2740"/>
                  <a:gd name="T92" fmla="*/ 0 w 2369"/>
                  <a:gd name="T93" fmla="*/ 0 h 2740"/>
                  <a:gd name="T94" fmla="*/ 0 w 2369"/>
                  <a:gd name="T95" fmla="*/ 0 h 2740"/>
                  <a:gd name="T96" fmla="*/ 0 w 2369"/>
                  <a:gd name="T97" fmla="*/ 0 h 2740"/>
                  <a:gd name="T98" fmla="*/ 0 w 2369"/>
                  <a:gd name="T99" fmla="*/ 0 h 2740"/>
                  <a:gd name="T100" fmla="*/ 0 w 2369"/>
                  <a:gd name="T101" fmla="*/ 0 h 2740"/>
                  <a:gd name="T102" fmla="*/ 0 w 2369"/>
                  <a:gd name="T103" fmla="*/ 0 h 2740"/>
                  <a:gd name="T104" fmla="*/ 0 w 2369"/>
                  <a:gd name="T105" fmla="*/ 0 h 2740"/>
                  <a:gd name="T106" fmla="*/ 0 w 2369"/>
                  <a:gd name="T107" fmla="*/ 0 h 274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69"/>
                  <a:gd name="T163" fmla="*/ 0 h 2740"/>
                  <a:gd name="T164" fmla="*/ 2369 w 2369"/>
                  <a:gd name="T165" fmla="*/ 2740 h 274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69" h="2740">
                    <a:moveTo>
                      <a:pt x="2222" y="68"/>
                    </a:moveTo>
                    <a:lnTo>
                      <a:pt x="2323" y="492"/>
                    </a:lnTo>
                    <a:lnTo>
                      <a:pt x="2353" y="853"/>
                    </a:lnTo>
                    <a:lnTo>
                      <a:pt x="2369" y="1262"/>
                    </a:lnTo>
                    <a:lnTo>
                      <a:pt x="2330" y="1778"/>
                    </a:lnTo>
                    <a:lnTo>
                      <a:pt x="2272" y="2209"/>
                    </a:lnTo>
                    <a:lnTo>
                      <a:pt x="2213" y="2442"/>
                    </a:lnTo>
                    <a:lnTo>
                      <a:pt x="1295" y="2740"/>
                    </a:lnTo>
                    <a:lnTo>
                      <a:pt x="1101" y="2463"/>
                    </a:lnTo>
                    <a:lnTo>
                      <a:pt x="932" y="2343"/>
                    </a:lnTo>
                    <a:lnTo>
                      <a:pt x="703" y="2308"/>
                    </a:lnTo>
                    <a:lnTo>
                      <a:pt x="375" y="2332"/>
                    </a:lnTo>
                    <a:lnTo>
                      <a:pt x="24" y="2488"/>
                    </a:lnTo>
                    <a:lnTo>
                      <a:pt x="0" y="2463"/>
                    </a:lnTo>
                    <a:lnTo>
                      <a:pt x="15" y="2391"/>
                    </a:lnTo>
                    <a:lnTo>
                      <a:pt x="121" y="2308"/>
                    </a:lnTo>
                    <a:lnTo>
                      <a:pt x="409" y="2283"/>
                    </a:lnTo>
                    <a:lnTo>
                      <a:pt x="666" y="2272"/>
                    </a:lnTo>
                    <a:lnTo>
                      <a:pt x="884" y="2283"/>
                    </a:lnTo>
                    <a:lnTo>
                      <a:pt x="797" y="1969"/>
                    </a:lnTo>
                    <a:lnTo>
                      <a:pt x="811" y="1910"/>
                    </a:lnTo>
                    <a:lnTo>
                      <a:pt x="846" y="1884"/>
                    </a:lnTo>
                    <a:lnTo>
                      <a:pt x="908" y="1898"/>
                    </a:lnTo>
                    <a:lnTo>
                      <a:pt x="1173" y="2041"/>
                    </a:lnTo>
                    <a:lnTo>
                      <a:pt x="1270" y="2030"/>
                    </a:lnTo>
                    <a:lnTo>
                      <a:pt x="1316" y="1995"/>
                    </a:lnTo>
                    <a:lnTo>
                      <a:pt x="1343" y="1933"/>
                    </a:lnTo>
                    <a:lnTo>
                      <a:pt x="1343" y="1859"/>
                    </a:lnTo>
                    <a:lnTo>
                      <a:pt x="1196" y="1430"/>
                    </a:lnTo>
                    <a:lnTo>
                      <a:pt x="1138" y="1215"/>
                    </a:lnTo>
                    <a:lnTo>
                      <a:pt x="1115" y="1022"/>
                    </a:lnTo>
                    <a:lnTo>
                      <a:pt x="1306" y="1132"/>
                    </a:lnTo>
                    <a:lnTo>
                      <a:pt x="1415" y="1250"/>
                    </a:lnTo>
                    <a:lnTo>
                      <a:pt x="1463" y="1370"/>
                    </a:lnTo>
                    <a:lnTo>
                      <a:pt x="1488" y="1488"/>
                    </a:lnTo>
                    <a:lnTo>
                      <a:pt x="1502" y="1697"/>
                    </a:lnTo>
                    <a:lnTo>
                      <a:pt x="1525" y="1358"/>
                    </a:lnTo>
                    <a:lnTo>
                      <a:pt x="1512" y="1105"/>
                    </a:lnTo>
                    <a:lnTo>
                      <a:pt x="1463" y="863"/>
                    </a:lnTo>
                    <a:lnTo>
                      <a:pt x="1378" y="549"/>
                    </a:lnTo>
                    <a:lnTo>
                      <a:pt x="1488" y="828"/>
                    </a:lnTo>
                    <a:lnTo>
                      <a:pt x="1525" y="974"/>
                    </a:lnTo>
                    <a:lnTo>
                      <a:pt x="1692" y="683"/>
                    </a:lnTo>
                    <a:lnTo>
                      <a:pt x="1931" y="471"/>
                    </a:lnTo>
                    <a:lnTo>
                      <a:pt x="1875" y="178"/>
                    </a:lnTo>
                    <a:lnTo>
                      <a:pt x="1802" y="0"/>
                    </a:lnTo>
                    <a:lnTo>
                      <a:pt x="1931" y="227"/>
                    </a:lnTo>
                    <a:lnTo>
                      <a:pt x="2055" y="503"/>
                    </a:lnTo>
                    <a:lnTo>
                      <a:pt x="2160" y="805"/>
                    </a:lnTo>
                    <a:lnTo>
                      <a:pt x="2281" y="1271"/>
                    </a:lnTo>
                    <a:lnTo>
                      <a:pt x="2299" y="863"/>
                    </a:lnTo>
                    <a:lnTo>
                      <a:pt x="2272" y="455"/>
                    </a:lnTo>
                    <a:lnTo>
                      <a:pt x="2200" y="68"/>
                    </a:lnTo>
                    <a:lnTo>
                      <a:pt x="2222"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5" name="Freeform 284"/>
              <p:cNvSpPr>
                <a:spLocks/>
              </p:cNvSpPr>
              <p:nvPr/>
            </p:nvSpPr>
            <p:spPr bwMode="auto">
              <a:xfrm>
                <a:off x="2622" y="983"/>
                <a:ext cx="236" cy="485"/>
              </a:xfrm>
              <a:custGeom>
                <a:avLst/>
                <a:gdLst>
                  <a:gd name="T0" fmla="*/ 0 w 1888"/>
                  <a:gd name="T1" fmla="*/ 0 h 3883"/>
                  <a:gd name="T2" fmla="*/ 0 w 1888"/>
                  <a:gd name="T3" fmla="*/ 0 h 3883"/>
                  <a:gd name="T4" fmla="*/ 0 w 1888"/>
                  <a:gd name="T5" fmla="*/ 0 h 3883"/>
                  <a:gd name="T6" fmla="*/ 0 w 1888"/>
                  <a:gd name="T7" fmla="*/ 0 h 3883"/>
                  <a:gd name="T8" fmla="*/ 0 w 1888"/>
                  <a:gd name="T9" fmla="*/ 0 h 3883"/>
                  <a:gd name="T10" fmla="*/ 0 w 1888"/>
                  <a:gd name="T11" fmla="*/ 0 h 3883"/>
                  <a:gd name="T12" fmla="*/ 0 w 1888"/>
                  <a:gd name="T13" fmla="*/ 0 h 3883"/>
                  <a:gd name="T14" fmla="*/ 0 w 1888"/>
                  <a:gd name="T15" fmla="*/ 0 h 3883"/>
                  <a:gd name="T16" fmla="*/ 0 w 1888"/>
                  <a:gd name="T17" fmla="*/ 0 h 3883"/>
                  <a:gd name="T18" fmla="*/ 0 w 1888"/>
                  <a:gd name="T19" fmla="*/ 0 h 3883"/>
                  <a:gd name="T20" fmla="*/ 0 w 1888"/>
                  <a:gd name="T21" fmla="*/ 0 h 3883"/>
                  <a:gd name="T22" fmla="*/ 0 w 1888"/>
                  <a:gd name="T23" fmla="*/ 0 h 3883"/>
                  <a:gd name="T24" fmla="*/ 0 w 1888"/>
                  <a:gd name="T25" fmla="*/ 0 h 3883"/>
                  <a:gd name="T26" fmla="*/ 0 w 1888"/>
                  <a:gd name="T27" fmla="*/ 0 h 3883"/>
                  <a:gd name="T28" fmla="*/ 0 w 1888"/>
                  <a:gd name="T29" fmla="*/ 0 h 3883"/>
                  <a:gd name="T30" fmla="*/ 0 w 1888"/>
                  <a:gd name="T31" fmla="*/ 0 h 3883"/>
                  <a:gd name="T32" fmla="*/ 0 w 1888"/>
                  <a:gd name="T33" fmla="*/ 0 h 3883"/>
                  <a:gd name="T34" fmla="*/ 0 w 1888"/>
                  <a:gd name="T35" fmla="*/ 0 h 3883"/>
                  <a:gd name="T36" fmla="*/ 0 w 1888"/>
                  <a:gd name="T37" fmla="*/ 0 h 3883"/>
                  <a:gd name="T38" fmla="*/ 0 w 1888"/>
                  <a:gd name="T39" fmla="*/ 0 h 3883"/>
                  <a:gd name="T40" fmla="*/ 0 w 1888"/>
                  <a:gd name="T41" fmla="*/ 0 h 3883"/>
                  <a:gd name="T42" fmla="*/ 0 w 1888"/>
                  <a:gd name="T43" fmla="*/ 0 h 3883"/>
                  <a:gd name="T44" fmla="*/ 0 w 1888"/>
                  <a:gd name="T45" fmla="*/ 0 h 3883"/>
                  <a:gd name="T46" fmla="*/ 0 w 1888"/>
                  <a:gd name="T47" fmla="*/ 0 h 3883"/>
                  <a:gd name="T48" fmla="*/ 0 w 1888"/>
                  <a:gd name="T49" fmla="*/ 0 h 3883"/>
                  <a:gd name="T50" fmla="*/ 0 w 1888"/>
                  <a:gd name="T51" fmla="*/ 0 h 3883"/>
                  <a:gd name="T52" fmla="*/ 0 w 1888"/>
                  <a:gd name="T53" fmla="*/ 0 h 3883"/>
                  <a:gd name="T54" fmla="*/ 0 w 1888"/>
                  <a:gd name="T55" fmla="*/ 0 h 3883"/>
                  <a:gd name="T56" fmla="*/ 0 w 1888"/>
                  <a:gd name="T57" fmla="*/ 0 h 3883"/>
                  <a:gd name="T58" fmla="*/ 0 w 1888"/>
                  <a:gd name="T59" fmla="*/ 0 h 3883"/>
                  <a:gd name="T60" fmla="*/ 0 w 1888"/>
                  <a:gd name="T61" fmla="*/ 0 h 3883"/>
                  <a:gd name="T62" fmla="*/ 0 w 1888"/>
                  <a:gd name="T63" fmla="*/ 0 h 3883"/>
                  <a:gd name="T64" fmla="*/ 0 w 1888"/>
                  <a:gd name="T65" fmla="*/ 0 h 3883"/>
                  <a:gd name="T66" fmla="*/ 0 w 1888"/>
                  <a:gd name="T67" fmla="*/ 0 h 3883"/>
                  <a:gd name="T68" fmla="*/ 0 w 1888"/>
                  <a:gd name="T69" fmla="*/ 0 h 3883"/>
                  <a:gd name="T70" fmla="*/ 0 w 1888"/>
                  <a:gd name="T71" fmla="*/ 0 h 3883"/>
                  <a:gd name="T72" fmla="*/ 0 w 1888"/>
                  <a:gd name="T73" fmla="*/ 0 h 3883"/>
                  <a:gd name="T74" fmla="*/ 0 w 1888"/>
                  <a:gd name="T75" fmla="*/ 0 h 3883"/>
                  <a:gd name="T76" fmla="*/ 0 w 1888"/>
                  <a:gd name="T77" fmla="*/ 0 h 3883"/>
                  <a:gd name="T78" fmla="*/ 0 w 1888"/>
                  <a:gd name="T79" fmla="*/ 0 h 3883"/>
                  <a:gd name="T80" fmla="*/ 0 w 1888"/>
                  <a:gd name="T81" fmla="*/ 0 h 3883"/>
                  <a:gd name="T82" fmla="*/ 0 w 1888"/>
                  <a:gd name="T83" fmla="*/ 0 h 3883"/>
                  <a:gd name="T84" fmla="*/ 0 w 1888"/>
                  <a:gd name="T85" fmla="*/ 0 h 3883"/>
                  <a:gd name="T86" fmla="*/ 0 w 1888"/>
                  <a:gd name="T87" fmla="*/ 0 h 3883"/>
                  <a:gd name="T88" fmla="*/ 0 w 1888"/>
                  <a:gd name="T89" fmla="*/ 0 h 3883"/>
                  <a:gd name="T90" fmla="*/ 0 w 1888"/>
                  <a:gd name="T91" fmla="*/ 0 h 3883"/>
                  <a:gd name="T92" fmla="*/ 0 w 1888"/>
                  <a:gd name="T93" fmla="*/ 0 h 3883"/>
                  <a:gd name="T94" fmla="*/ 0 w 1888"/>
                  <a:gd name="T95" fmla="*/ 0 h 3883"/>
                  <a:gd name="T96" fmla="*/ 0 w 1888"/>
                  <a:gd name="T97" fmla="*/ 0 h 388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888"/>
                  <a:gd name="T148" fmla="*/ 0 h 3883"/>
                  <a:gd name="T149" fmla="*/ 1888 w 1888"/>
                  <a:gd name="T150" fmla="*/ 3883 h 388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888" h="3883">
                    <a:moveTo>
                      <a:pt x="1888" y="0"/>
                    </a:moveTo>
                    <a:lnTo>
                      <a:pt x="1764" y="202"/>
                    </a:lnTo>
                    <a:lnTo>
                      <a:pt x="1764" y="296"/>
                    </a:lnTo>
                    <a:lnTo>
                      <a:pt x="1888" y="517"/>
                    </a:lnTo>
                    <a:lnTo>
                      <a:pt x="1694" y="259"/>
                    </a:lnTo>
                    <a:lnTo>
                      <a:pt x="1402" y="356"/>
                    </a:lnTo>
                    <a:lnTo>
                      <a:pt x="1150" y="517"/>
                    </a:lnTo>
                    <a:lnTo>
                      <a:pt x="929" y="683"/>
                    </a:lnTo>
                    <a:lnTo>
                      <a:pt x="760" y="923"/>
                    </a:lnTo>
                    <a:lnTo>
                      <a:pt x="687" y="1188"/>
                    </a:lnTo>
                    <a:lnTo>
                      <a:pt x="664" y="1571"/>
                    </a:lnTo>
                    <a:lnTo>
                      <a:pt x="687" y="1838"/>
                    </a:lnTo>
                    <a:lnTo>
                      <a:pt x="749" y="2076"/>
                    </a:lnTo>
                    <a:lnTo>
                      <a:pt x="872" y="2318"/>
                    </a:lnTo>
                    <a:lnTo>
                      <a:pt x="846" y="2306"/>
                    </a:lnTo>
                    <a:lnTo>
                      <a:pt x="749" y="2147"/>
                    </a:lnTo>
                    <a:lnTo>
                      <a:pt x="677" y="1930"/>
                    </a:lnTo>
                    <a:lnTo>
                      <a:pt x="629" y="1656"/>
                    </a:lnTo>
                    <a:lnTo>
                      <a:pt x="629" y="1439"/>
                    </a:lnTo>
                    <a:lnTo>
                      <a:pt x="652" y="1151"/>
                    </a:lnTo>
                    <a:lnTo>
                      <a:pt x="244" y="2138"/>
                    </a:lnTo>
                    <a:lnTo>
                      <a:pt x="25" y="2463"/>
                    </a:lnTo>
                    <a:lnTo>
                      <a:pt x="25" y="2534"/>
                    </a:lnTo>
                    <a:lnTo>
                      <a:pt x="99" y="2628"/>
                    </a:lnTo>
                    <a:lnTo>
                      <a:pt x="158" y="2571"/>
                    </a:lnTo>
                    <a:lnTo>
                      <a:pt x="85" y="2714"/>
                    </a:lnTo>
                    <a:lnTo>
                      <a:pt x="25" y="2954"/>
                    </a:lnTo>
                    <a:lnTo>
                      <a:pt x="498" y="3837"/>
                    </a:lnTo>
                    <a:lnTo>
                      <a:pt x="505" y="3883"/>
                    </a:lnTo>
                    <a:lnTo>
                      <a:pt x="389" y="3795"/>
                    </a:lnTo>
                    <a:lnTo>
                      <a:pt x="0" y="2991"/>
                    </a:lnTo>
                    <a:lnTo>
                      <a:pt x="0" y="2883"/>
                    </a:lnTo>
                    <a:lnTo>
                      <a:pt x="37" y="2735"/>
                    </a:lnTo>
                    <a:lnTo>
                      <a:pt x="37" y="2641"/>
                    </a:lnTo>
                    <a:lnTo>
                      <a:pt x="0" y="2546"/>
                    </a:lnTo>
                    <a:lnTo>
                      <a:pt x="0" y="2472"/>
                    </a:lnTo>
                    <a:lnTo>
                      <a:pt x="25" y="2401"/>
                    </a:lnTo>
                    <a:lnTo>
                      <a:pt x="169" y="2198"/>
                    </a:lnTo>
                    <a:lnTo>
                      <a:pt x="290" y="1956"/>
                    </a:lnTo>
                    <a:lnTo>
                      <a:pt x="446" y="1547"/>
                    </a:lnTo>
                    <a:lnTo>
                      <a:pt x="639" y="1092"/>
                    </a:lnTo>
                    <a:lnTo>
                      <a:pt x="738" y="886"/>
                    </a:lnTo>
                    <a:lnTo>
                      <a:pt x="881" y="683"/>
                    </a:lnTo>
                    <a:lnTo>
                      <a:pt x="1053" y="525"/>
                    </a:lnTo>
                    <a:lnTo>
                      <a:pt x="1270" y="381"/>
                    </a:lnTo>
                    <a:lnTo>
                      <a:pt x="1475" y="273"/>
                    </a:lnTo>
                    <a:lnTo>
                      <a:pt x="1681" y="185"/>
                    </a:lnTo>
                    <a:lnTo>
                      <a:pt x="1764" y="139"/>
                    </a:lnTo>
                    <a:lnTo>
                      <a:pt x="188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6" name="Freeform 285"/>
              <p:cNvSpPr>
                <a:spLocks/>
              </p:cNvSpPr>
              <p:nvPr/>
            </p:nvSpPr>
            <p:spPr bwMode="auto">
              <a:xfrm>
                <a:off x="2725" y="1101"/>
                <a:ext cx="54" cy="123"/>
              </a:xfrm>
              <a:custGeom>
                <a:avLst/>
                <a:gdLst>
                  <a:gd name="T0" fmla="*/ 0 w 437"/>
                  <a:gd name="T1" fmla="*/ 0 h 984"/>
                  <a:gd name="T2" fmla="*/ 0 w 437"/>
                  <a:gd name="T3" fmla="*/ 0 h 984"/>
                  <a:gd name="T4" fmla="*/ 0 w 437"/>
                  <a:gd name="T5" fmla="*/ 0 h 984"/>
                  <a:gd name="T6" fmla="*/ 0 w 437"/>
                  <a:gd name="T7" fmla="*/ 0 h 984"/>
                  <a:gd name="T8" fmla="*/ 0 w 437"/>
                  <a:gd name="T9" fmla="*/ 0 h 984"/>
                  <a:gd name="T10" fmla="*/ 0 w 437"/>
                  <a:gd name="T11" fmla="*/ 0 h 984"/>
                  <a:gd name="T12" fmla="*/ 0 w 437"/>
                  <a:gd name="T13" fmla="*/ 0 h 984"/>
                  <a:gd name="T14" fmla="*/ 0 w 437"/>
                  <a:gd name="T15" fmla="*/ 0 h 984"/>
                  <a:gd name="T16" fmla="*/ 0 w 437"/>
                  <a:gd name="T17" fmla="*/ 0 h 984"/>
                  <a:gd name="T18" fmla="*/ 0 w 437"/>
                  <a:gd name="T19" fmla="*/ 0 h 984"/>
                  <a:gd name="T20" fmla="*/ 0 w 437"/>
                  <a:gd name="T21" fmla="*/ 0 h 984"/>
                  <a:gd name="T22" fmla="*/ 0 w 437"/>
                  <a:gd name="T23" fmla="*/ 0 h 984"/>
                  <a:gd name="T24" fmla="*/ 0 w 437"/>
                  <a:gd name="T25" fmla="*/ 0 h 984"/>
                  <a:gd name="T26" fmla="*/ 0 w 437"/>
                  <a:gd name="T27" fmla="*/ 0 h 984"/>
                  <a:gd name="T28" fmla="*/ 0 w 437"/>
                  <a:gd name="T29" fmla="*/ 0 h 984"/>
                  <a:gd name="T30" fmla="*/ 0 w 437"/>
                  <a:gd name="T31" fmla="*/ 0 h 984"/>
                  <a:gd name="T32" fmla="*/ 0 w 437"/>
                  <a:gd name="T33" fmla="*/ 0 h 984"/>
                  <a:gd name="T34" fmla="*/ 0 w 437"/>
                  <a:gd name="T35" fmla="*/ 0 h 984"/>
                  <a:gd name="T36" fmla="*/ 0 w 437"/>
                  <a:gd name="T37" fmla="*/ 0 h 98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37"/>
                  <a:gd name="T58" fmla="*/ 0 h 984"/>
                  <a:gd name="T59" fmla="*/ 437 w 437"/>
                  <a:gd name="T60" fmla="*/ 984 h 98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37" h="984">
                    <a:moveTo>
                      <a:pt x="217" y="159"/>
                    </a:moveTo>
                    <a:lnTo>
                      <a:pt x="182" y="39"/>
                    </a:lnTo>
                    <a:lnTo>
                      <a:pt x="136" y="0"/>
                    </a:lnTo>
                    <a:lnTo>
                      <a:pt x="98" y="0"/>
                    </a:lnTo>
                    <a:lnTo>
                      <a:pt x="50" y="23"/>
                    </a:lnTo>
                    <a:lnTo>
                      <a:pt x="13" y="97"/>
                    </a:lnTo>
                    <a:lnTo>
                      <a:pt x="0" y="232"/>
                    </a:lnTo>
                    <a:lnTo>
                      <a:pt x="37" y="458"/>
                    </a:lnTo>
                    <a:lnTo>
                      <a:pt x="107" y="650"/>
                    </a:lnTo>
                    <a:lnTo>
                      <a:pt x="217" y="797"/>
                    </a:lnTo>
                    <a:lnTo>
                      <a:pt x="437" y="984"/>
                    </a:lnTo>
                    <a:lnTo>
                      <a:pt x="231" y="759"/>
                    </a:lnTo>
                    <a:lnTo>
                      <a:pt x="144" y="611"/>
                    </a:lnTo>
                    <a:lnTo>
                      <a:pt x="98" y="421"/>
                    </a:lnTo>
                    <a:lnTo>
                      <a:pt x="98" y="265"/>
                    </a:lnTo>
                    <a:lnTo>
                      <a:pt x="107" y="146"/>
                    </a:lnTo>
                    <a:lnTo>
                      <a:pt x="136" y="122"/>
                    </a:lnTo>
                    <a:lnTo>
                      <a:pt x="169" y="122"/>
                    </a:lnTo>
                    <a:lnTo>
                      <a:pt x="217" y="1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7" name="Freeform 286"/>
              <p:cNvSpPr>
                <a:spLocks/>
              </p:cNvSpPr>
              <p:nvPr/>
            </p:nvSpPr>
            <p:spPr bwMode="auto">
              <a:xfrm>
                <a:off x="2693" y="1338"/>
                <a:ext cx="207" cy="128"/>
              </a:xfrm>
              <a:custGeom>
                <a:avLst/>
                <a:gdLst>
                  <a:gd name="T0" fmla="*/ 0 w 1655"/>
                  <a:gd name="T1" fmla="*/ 0 h 1024"/>
                  <a:gd name="T2" fmla="*/ 0 w 1655"/>
                  <a:gd name="T3" fmla="*/ 0 h 1024"/>
                  <a:gd name="T4" fmla="*/ 0 w 1655"/>
                  <a:gd name="T5" fmla="*/ 0 h 1024"/>
                  <a:gd name="T6" fmla="*/ 0 w 1655"/>
                  <a:gd name="T7" fmla="*/ 0 h 1024"/>
                  <a:gd name="T8" fmla="*/ 0 w 1655"/>
                  <a:gd name="T9" fmla="*/ 0 h 1024"/>
                  <a:gd name="T10" fmla="*/ 0 w 1655"/>
                  <a:gd name="T11" fmla="*/ 0 h 1024"/>
                  <a:gd name="T12" fmla="*/ 0 w 1655"/>
                  <a:gd name="T13" fmla="*/ 0 h 1024"/>
                  <a:gd name="T14" fmla="*/ 0 w 1655"/>
                  <a:gd name="T15" fmla="*/ 0 h 1024"/>
                  <a:gd name="T16" fmla="*/ 0 w 1655"/>
                  <a:gd name="T17" fmla="*/ 0 h 1024"/>
                  <a:gd name="T18" fmla="*/ 0 w 1655"/>
                  <a:gd name="T19" fmla="*/ 0 h 1024"/>
                  <a:gd name="T20" fmla="*/ 0 w 1655"/>
                  <a:gd name="T21" fmla="*/ 0 h 1024"/>
                  <a:gd name="T22" fmla="*/ 0 w 1655"/>
                  <a:gd name="T23" fmla="*/ 0 h 1024"/>
                  <a:gd name="T24" fmla="*/ 0 w 1655"/>
                  <a:gd name="T25" fmla="*/ 0 h 1024"/>
                  <a:gd name="T26" fmla="*/ 0 w 1655"/>
                  <a:gd name="T27" fmla="*/ 0 h 1024"/>
                  <a:gd name="T28" fmla="*/ 0 w 1655"/>
                  <a:gd name="T29" fmla="*/ 0 h 1024"/>
                  <a:gd name="T30" fmla="*/ 0 w 1655"/>
                  <a:gd name="T31" fmla="*/ 0 h 1024"/>
                  <a:gd name="T32" fmla="*/ 0 w 1655"/>
                  <a:gd name="T33" fmla="*/ 0 h 1024"/>
                  <a:gd name="T34" fmla="*/ 0 w 1655"/>
                  <a:gd name="T35" fmla="*/ 0 h 1024"/>
                  <a:gd name="T36" fmla="*/ 0 w 1655"/>
                  <a:gd name="T37" fmla="*/ 0 h 1024"/>
                  <a:gd name="T38" fmla="*/ 0 w 1655"/>
                  <a:gd name="T39" fmla="*/ 0 h 1024"/>
                  <a:gd name="T40" fmla="*/ 0 w 1655"/>
                  <a:gd name="T41" fmla="*/ 0 h 1024"/>
                  <a:gd name="T42" fmla="*/ 0 w 1655"/>
                  <a:gd name="T43" fmla="*/ 0 h 1024"/>
                  <a:gd name="T44" fmla="*/ 0 w 1655"/>
                  <a:gd name="T45" fmla="*/ 0 h 1024"/>
                  <a:gd name="T46" fmla="*/ 0 w 1655"/>
                  <a:gd name="T47" fmla="*/ 0 h 1024"/>
                  <a:gd name="T48" fmla="*/ 0 w 1655"/>
                  <a:gd name="T49" fmla="*/ 0 h 1024"/>
                  <a:gd name="T50" fmla="*/ 0 w 1655"/>
                  <a:gd name="T51" fmla="*/ 0 h 1024"/>
                  <a:gd name="T52" fmla="*/ 0 w 1655"/>
                  <a:gd name="T53" fmla="*/ 0 h 1024"/>
                  <a:gd name="T54" fmla="*/ 0 w 1655"/>
                  <a:gd name="T55" fmla="*/ 0 h 1024"/>
                  <a:gd name="T56" fmla="*/ 0 w 1655"/>
                  <a:gd name="T57" fmla="*/ 0 h 1024"/>
                  <a:gd name="T58" fmla="*/ 0 w 1655"/>
                  <a:gd name="T59" fmla="*/ 0 h 1024"/>
                  <a:gd name="T60" fmla="*/ 0 w 1655"/>
                  <a:gd name="T61" fmla="*/ 0 h 1024"/>
                  <a:gd name="T62" fmla="*/ 0 w 1655"/>
                  <a:gd name="T63" fmla="*/ 0 h 1024"/>
                  <a:gd name="T64" fmla="*/ 0 w 1655"/>
                  <a:gd name="T65" fmla="*/ 0 h 1024"/>
                  <a:gd name="T66" fmla="*/ 0 w 1655"/>
                  <a:gd name="T67" fmla="*/ 0 h 1024"/>
                  <a:gd name="T68" fmla="*/ 0 w 1655"/>
                  <a:gd name="T69" fmla="*/ 0 h 102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55"/>
                  <a:gd name="T106" fmla="*/ 0 h 1024"/>
                  <a:gd name="T107" fmla="*/ 1655 w 1655"/>
                  <a:gd name="T108" fmla="*/ 1024 h 102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55" h="1024">
                    <a:moveTo>
                      <a:pt x="145" y="908"/>
                    </a:moveTo>
                    <a:lnTo>
                      <a:pt x="83" y="883"/>
                    </a:lnTo>
                    <a:lnTo>
                      <a:pt x="70" y="862"/>
                    </a:lnTo>
                    <a:lnTo>
                      <a:pt x="70" y="827"/>
                    </a:lnTo>
                    <a:lnTo>
                      <a:pt x="118" y="763"/>
                    </a:lnTo>
                    <a:lnTo>
                      <a:pt x="253" y="653"/>
                    </a:lnTo>
                    <a:lnTo>
                      <a:pt x="521" y="484"/>
                    </a:lnTo>
                    <a:lnTo>
                      <a:pt x="761" y="341"/>
                    </a:lnTo>
                    <a:lnTo>
                      <a:pt x="1040" y="196"/>
                    </a:lnTo>
                    <a:lnTo>
                      <a:pt x="916" y="0"/>
                    </a:lnTo>
                    <a:lnTo>
                      <a:pt x="1088" y="212"/>
                    </a:lnTo>
                    <a:lnTo>
                      <a:pt x="1584" y="138"/>
                    </a:lnTo>
                    <a:lnTo>
                      <a:pt x="1655" y="187"/>
                    </a:lnTo>
                    <a:lnTo>
                      <a:pt x="1655" y="235"/>
                    </a:lnTo>
                    <a:lnTo>
                      <a:pt x="1570" y="187"/>
                    </a:lnTo>
                    <a:lnTo>
                      <a:pt x="1088" y="242"/>
                    </a:lnTo>
                    <a:lnTo>
                      <a:pt x="906" y="365"/>
                    </a:lnTo>
                    <a:lnTo>
                      <a:pt x="833" y="453"/>
                    </a:lnTo>
                    <a:lnTo>
                      <a:pt x="1015" y="594"/>
                    </a:lnTo>
                    <a:lnTo>
                      <a:pt x="1217" y="827"/>
                    </a:lnTo>
                    <a:lnTo>
                      <a:pt x="1510" y="897"/>
                    </a:lnTo>
                    <a:lnTo>
                      <a:pt x="1655" y="738"/>
                    </a:lnTo>
                    <a:lnTo>
                      <a:pt x="1655" y="787"/>
                    </a:lnTo>
                    <a:lnTo>
                      <a:pt x="1531" y="932"/>
                    </a:lnTo>
                    <a:lnTo>
                      <a:pt x="1187" y="862"/>
                    </a:lnTo>
                    <a:lnTo>
                      <a:pt x="1051" y="677"/>
                    </a:lnTo>
                    <a:lnTo>
                      <a:pt x="991" y="607"/>
                    </a:lnTo>
                    <a:lnTo>
                      <a:pt x="749" y="802"/>
                    </a:lnTo>
                    <a:lnTo>
                      <a:pt x="435" y="932"/>
                    </a:lnTo>
                    <a:lnTo>
                      <a:pt x="217" y="996"/>
                    </a:lnTo>
                    <a:lnTo>
                      <a:pt x="0" y="1024"/>
                    </a:lnTo>
                    <a:lnTo>
                      <a:pt x="242" y="970"/>
                    </a:lnTo>
                    <a:lnTo>
                      <a:pt x="494" y="862"/>
                    </a:lnTo>
                    <a:lnTo>
                      <a:pt x="228" y="908"/>
                    </a:lnTo>
                    <a:lnTo>
                      <a:pt x="145" y="9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8" name="Freeform 287"/>
              <p:cNvSpPr>
                <a:spLocks/>
              </p:cNvSpPr>
              <p:nvPr/>
            </p:nvSpPr>
            <p:spPr bwMode="auto">
              <a:xfrm>
                <a:off x="2858" y="1364"/>
                <a:ext cx="100" cy="58"/>
              </a:xfrm>
              <a:custGeom>
                <a:avLst/>
                <a:gdLst>
                  <a:gd name="T0" fmla="*/ 0 w 800"/>
                  <a:gd name="T1" fmla="*/ 0 h 466"/>
                  <a:gd name="T2" fmla="*/ 0 w 800"/>
                  <a:gd name="T3" fmla="*/ 0 h 466"/>
                  <a:gd name="T4" fmla="*/ 0 w 800"/>
                  <a:gd name="T5" fmla="*/ 0 h 466"/>
                  <a:gd name="T6" fmla="*/ 0 w 800"/>
                  <a:gd name="T7" fmla="*/ 0 h 466"/>
                  <a:gd name="T8" fmla="*/ 0 w 800"/>
                  <a:gd name="T9" fmla="*/ 0 h 466"/>
                  <a:gd name="T10" fmla="*/ 0 w 800"/>
                  <a:gd name="T11" fmla="*/ 0 h 466"/>
                  <a:gd name="T12" fmla="*/ 0 w 800"/>
                  <a:gd name="T13" fmla="*/ 0 h 466"/>
                  <a:gd name="T14" fmla="*/ 0 w 800"/>
                  <a:gd name="T15" fmla="*/ 0 h 466"/>
                  <a:gd name="T16" fmla="*/ 0 w 800"/>
                  <a:gd name="T17" fmla="*/ 0 h 466"/>
                  <a:gd name="T18" fmla="*/ 0 w 800"/>
                  <a:gd name="T19" fmla="*/ 0 h 466"/>
                  <a:gd name="T20" fmla="*/ 0 w 800"/>
                  <a:gd name="T21" fmla="*/ 0 h 466"/>
                  <a:gd name="T22" fmla="*/ 0 w 800"/>
                  <a:gd name="T23" fmla="*/ 0 h 466"/>
                  <a:gd name="T24" fmla="*/ 0 w 800"/>
                  <a:gd name="T25" fmla="*/ 0 h 466"/>
                  <a:gd name="T26" fmla="*/ 0 w 800"/>
                  <a:gd name="T27" fmla="*/ 0 h 466"/>
                  <a:gd name="T28" fmla="*/ 0 w 800"/>
                  <a:gd name="T29" fmla="*/ 0 h 466"/>
                  <a:gd name="T30" fmla="*/ 0 w 800"/>
                  <a:gd name="T31" fmla="*/ 0 h 466"/>
                  <a:gd name="T32" fmla="*/ 0 w 800"/>
                  <a:gd name="T33" fmla="*/ 0 h 466"/>
                  <a:gd name="T34" fmla="*/ 0 w 800"/>
                  <a:gd name="T35" fmla="*/ 0 h 466"/>
                  <a:gd name="T36" fmla="*/ 0 w 800"/>
                  <a:gd name="T37" fmla="*/ 0 h 466"/>
                  <a:gd name="T38" fmla="*/ 0 w 800"/>
                  <a:gd name="T39" fmla="*/ 0 h 466"/>
                  <a:gd name="T40" fmla="*/ 0 w 800"/>
                  <a:gd name="T41" fmla="*/ 0 h 466"/>
                  <a:gd name="T42" fmla="*/ 0 w 800"/>
                  <a:gd name="T43" fmla="*/ 0 h 466"/>
                  <a:gd name="T44" fmla="*/ 0 w 800"/>
                  <a:gd name="T45" fmla="*/ 0 h 466"/>
                  <a:gd name="T46" fmla="*/ 0 w 800"/>
                  <a:gd name="T47" fmla="*/ 0 h 466"/>
                  <a:gd name="T48" fmla="*/ 0 w 800"/>
                  <a:gd name="T49" fmla="*/ 0 h 466"/>
                  <a:gd name="T50" fmla="*/ 0 w 800"/>
                  <a:gd name="T51" fmla="*/ 0 h 466"/>
                  <a:gd name="T52" fmla="*/ 0 w 800"/>
                  <a:gd name="T53" fmla="*/ 0 h 466"/>
                  <a:gd name="T54" fmla="*/ 0 w 800"/>
                  <a:gd name="T55" fmla="*/ 0 h 466"/>
                  <a:gd name="T56" fmla="*/ 0 w 800"/>
                  <a:gd name="T57" fmla="*/ 0 h 466"/>
                  <a:gd name="T58" fmla="*/ 0 w 800"/>
                  <a:gd name="T59" fmla="*/ 0 h 466"/>
                  <a:gd name="T60" fmla="*/ 0 w 800"/>
                  <a:gd name="T61" fmla="*/ 0 h 466"/>
                  <a:gd name="T62" fmla="*/ 0 w 800"/>
                  <a:gd name="T63" fmla="*/ 0 h 466"/>
                  <a:gd name="T64" fmla="*/ 0 w 800"/>
                  <a:gd name="T65" fmla="*/ 0 h 4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00"/>
                  <a:gd name="T100" fmla="*/ 0 h 466"/>
                  <a:gd name="T101" fmla="*/ 800 w 800"/>
                  <a:gd name="T102" fmla="*/ 466 h 4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00" h="466">
                    <a:moveTo>
                      <a:pt x="0" y="7"/>
                    </a:moveTo>
                    <a:lnTo>
                      <a:pt x="138" y="31"/>
                    </a:lnTo>
                    <a:lnTo>
                      <a:pt x="246" y="102"/>
                    </a:lnTo>
                    <a:lnTo>
                      <a:pt x="353" y="208"/>
                    </a:lnTo>
                    <a:lnTo>
                      <a:pt x="465" y="288"/>
                    </a:lnTo>
                    <a:lnTo>
                      <a:pt x="650" y="337"/>
                    </a:lnTo>
                    <a:lnTo>
                      <a:pt x="747" y="381"/>
                    </a:lnTo>
                    <a:lnTo>
                      <a:pt x="777" y="422"/>
                    </a:lnTo>
                    <a:lnTo>
                      <a:pt x="777" y="444"/>
                    </a:lnTo>
                    <a:lnTo>
                      <a:pt x="756" y="450"/>
                    </a:lnTo>
                    <a:lnTo>
                      <a:pt x="604" y="425"/>
                    </a:lnTo>
                    <a:lnTo>
                      <a:pt x="316" y="378"/>
                    </a:lnTo>
                    <a:lnTo>
                      <a:pt x="251" y="349"/>
                    </a:lnTo>
                    <a:lnTo>
                      <a:pt x="136" y="288"/>
                    </a:lnTo>
                    <a:lnTo>
                      <a:pt x="37" y="235"/>
                    </a:lnTo>
                    <a:lnTo>
                      <a:pt x="221" y="363"/>
                    </a:lnTo>
                    <a:lnTo>
                      <a:pt x="297" y="395"/>
                    </a:lnTo>
                    <a:lnTo>
                      <a:pt x="360" y="418"/>
                    </a:lnTo>
                    <a:lnTo>
                      <a:pt x="537" y="432"/>
                    </a:lnTo>
                    <a:lnTo>
                      <a:pt x="742" y="466"/>
                    </a:lnTo>
                    <a:lnTo>
                      <a:pt x="786" y="457"/>
                    </a:lnTo>
                    <a:lnTo>
                      <a:pt x="800" y="441"/>
                    </a:lnTo>
                    <a:lnTo>
                      <a:pt x="786" y="402"/>
                    </a:lnTo>
                    <a:lnTo>
                      <a:pt x="756" y="372"/>
                    </a:lnTo>
                    <a:lnTo>
                      <a:pt x="685" y="337"/>
                    </a:lnTo>
                    <a:lnTo>
                      <a:pt x="562" y="291"/>
                    </a:lnTo>
                    <a:lnTo>
                      <a:pt x="459" y="246"/>
                    </a:lnTo>
                    <a:lnTo>
                      <a:pt x="355" y="176"/>
                    </a:lnTo>
                    <a:lnTo>
                      <a:pt x="281" y="105"/>
                    </a:lnTo>
                    <a:lnTo>
                      <a:pt x="198" y="40"/>
                    </a:lnTo>
                    <a:lnTo>
                      <a:pt x="138" y="19"/>
                    </a:lnTo>
                    <a:lnTo>
                      <a:pt x="0" y="0"/>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9" name="Freeform 288"/>
              <p:cNvSpPr>
                <a:spLocks/>
              </p:cNvSpPr>
              <p:nvPr/>
            </p:nvSpPr>
            <p:spPr bwMode="auto">
              <a:xfrm>
                <a:off x="2858" y="1421"/>
                <a:ext cx="42" cy="12"/>
              </a:xfrm>
              <a:custGeom>
                <a:avLst/>
                <a:gdLst>
                  <a:gd name="T0" fmla="*/ 0 w 336"/>
                  <a:gd name="T1" fmla="*/ 0 h 92"/>
                  <a:gd name="T2" fmla="*/ 0 w 336"/>
                  <a:gd name="T3" fmla="*/ 0 h 92"/>
                  <a:gd name="T4" fmla="*/ 0 w 336"/>
                  <a:gd name="T5" fmla="*/ 0 h 92"/>
                  <a:gd name="T6" fmla="*/ 0 w 336"/>
                  <a:gd name="T7" fmla="*/ 0 h 92"/>
                  <a:gd name="T8" fmla="*/ 0 w 336"/>
                  <a:gd name="T9" fmla="*/ 0 h 92"/>
                  <a:gd name="T10" fmla="*/ 0 w 336"/>
                  <a:gd name="T11" fmla="*/ 0 h 92"/>
                  <a:gd name="T12" fmla="*/ 0 w 336"/>
                  <a:gd name="T13" fmla="*/ 0 h 92"/>
                  <a:gd name="T14" fmla="*/ 0 w 336"/>
                  <a:gd name="T15" fmla="*/ 0 h 92"/>
                  <a:gd name="T16" fmla="*/ 0 w 336"/>
                  <a:gd name="T17" fmla="*/ 0 h 92"/>
                  <a:gd name="T18" fmla="*/ 0 w 336"/>
                  <a:gd name="T19" fmla="*/ 0 h 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6"/>
                  <a:gd name="T31" fmla="*/ 0 h 92"/>
                  <a:gd name="T32" fmla="*/ 336 w 336"/>
                  <a:gd name="T33" fmla="*/ 92 h 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6" h="92">
                    <a:moveTo>
                      <a:pt x="336" y="35"/>
                    </a:moveTo>
                    <a:lnTo>
                      <a:pt x="309" y="49"/>
                    </a:lnTo>
                    <a:lnTo>
                      <a:pt x="246" y="49"/>
                    </a:lnTo>
                    <a:lnTo>
                      <a:pt x="138" y="35"/>
                    </a:lnTo>
                    <a:lnTo>
                      <a:pt x="0" y="0"/>
                    </a:lnTo>
                    <a:lnTo>
                      <a:pt x="125" y="58"/>
                    </a:lnTo>
                    <a:lnTo>
                      <a:pt x="217" y="83"/>
                    </a:lnTo>
                    <a:lnTo>
                      <a:pt x="281" y="88"/>
                    </a:lnTo>
                    <a:lnTo>
                      <a:pt x="336" y="92"/>
                    </a:lnTo>
                    <a:lnTo>
                      <a:pt x="336"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0" name="Freeform 289"/>
              <p:cNvSpPr>
                <a:spLocks/>
              </p:cNvSpPr>
              <p:nvPr/>
            </p:nvSpPr>
            <p:spPr bwMode="auto">
              <a:xfrm>
                <a:off x="2850" y="1436"/>
                <a:ext cx="42" cy="10"/>
              </a:xfrm>
              <a:custGeom>
                <a:avLst/>
                <a:gdLst>
                  <a:gd name="T0" fmla="*/ 0 w 334"/>
                  <a:gd name="T1" fmla="*/ 0 h 77"/>
                  <a:gd name="T2" fmla="*/ 0 w 334"/>
                  <a:gd name="T3" fmla="*/ 0 h 77"/>
                  <a:gd name="T4" fmla="*/ 0 w 334"/>
                  <a:gd name="T5" fmla="*/ 0 h 77"/>
                  <a:gd name="T6" fmla="*/ 0 w 334"/>
                  <a:gd name="T7" fmla="*/ 0 h 77"/>
                  <a:gd name="T8" fmla="*/ 0 w 334"/>
                  <a:gd name="T9" fmla="*/ 0 h 77"/>
                  <a:gd name="T10" fmla="*/ 0 w 334"/>
                  <a:gd name="T11" fmla="*/ 0 h 77"/>
                  <a:gd name="T12" fmla="*/ 0 w 334"/>
                  <a:gd name="T13" fmla="*/ 0 h 77"/>
                  <a:gd name="T14" fmla="*/ 0 w 334"/>
                  <a:gd name="T15" fmla="*/ 0 h 77"/>
                  <a:gd name="T16" fmla="*/ 0 w 334"/>
                  <a:gd name="T17" fmla="*/ 0 h 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4"/>
                  <a:gd name="T28" fmla="*/ 0 h 77"/>
                  <a:gd name="T29" fmla="*/ 334 w 334"/>
                  <a:gd name="T30" fmla="*/ 77 h 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4" h="77">
                    <a:moveTo>
                      <a:pt x="0" y="0"/>
                    </a:moveTo>
                    <a:lnTo>
                      <a:pt x="141" y="40"/>
                    </a:lnTo>
                    <a:lnTo>
                      <a:pt x="231" y="57"/>
                    </a:lnTo>
                    <a:lnTo>
                      <a:pt x="293" y="50"/>
                    </a:lnTo>
                    <a:lnTo>
                      <a:pt x="334" y="41"/>
                    </a:lnTo>
                    <a:lnTo>
                      <a:pt x="295" y="77"/>
                    </a:lnTo>
                    <a:lnTo>
                      <a:pt x="214" y="75"/>
                    </a:lnTo>
                    <a:lnTo>
                      <a:pt x="81" y="4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1" name="Freeform 290"/>
              <p:cNvSpPr>
                <a:spLocks/>
              </p:cNvSpPr>
              <p:nvPr/>
            </p:nvSpPr>
            <p:spPr bwMode="auto">
              <a:xfrm>
                <a:off x="2899" y="1317"/>
                <a:ext cx="45" cy="81"/>
              </a:xfrm>
              <a:custGeom>
                <a:avLst/>
                <a:gdLst>
                  <a:gd name="T0" fmla="*/ 0 w 365"/>
                  <a:gd name="T1" fmla="*/ 0 h 648"/>
                  <a:gd name="T2" fmla="*/ 0 w 365"/>
                  <a:gd name="T3" fmla="*/ 0 h 648"/>
                  <a:gd name="T4" fmla="*/ 0 w 365"/>
                  <a:gd name="T5" fmla="*/ 0 h 648"/>
                  <a:gd name="T6" fmla="*/ 0 w 365"/>
                  <a:gd name="T7" fmla="*/ 0 h 648"/>
                  <a:gd name="T8" fmla="*/ 0 w 365"/>
                  <a:gd name="T9" fmla="*/ 0 h 648"/>
                  <a:gd name="T10" fmla="*/ 0 w 365"/>
                  <a:gd name="T11" fmla="*/ 0 h 648"/>
                  <a:gd name="T12" fmla="*/ 0 w 365"/>
                  <a:gd name="T13" fmla="*/ 0 h 648"/>
                  <a:gd name="T14" fmla="*/ 0 w 365"/>
                  <a:gd name="T15" fmla="*/ 0 h 648"/>
                  <a:gd name="T16" fmla="*/ 0 w 365"/>
                  <a:gd name="T17" fmla="*/ 0 h 648"/>
                  <a:gd name="T18" fmla="*/ 0 w 365"/>
                  <a:gd name="T19" fmla="*/ 0 h 648"/>
                  <a:gd name="T20" fmla="*/ 0 w 365"/>
                  <a:gd name="T21" fmla="*/ 0 h 648"/>
                  <a:gd name="T22" fmla="*/ 0 w 365"/>
                  <a:gd name="T23" fmla="*/ 0 h 648"/>
                  <a:gd name="T24" fmla="*/ 0 w 365"/>
                  <a:gd name="T25" fmla="*/ 0 h 648"/>
                  <a:gd name="T26" fmla="*/ 0 w 365"/>
                  <a:gd name="T27" fmla="*/ 0 h 648"/>
                  <a:gd name="T28" fmla="*/ 0 w 365"/>
                  <a:gd name="T29" fmla="*/ 0 h 648"/>
                  <a:gd name="T30" fmla="*/ 0 w 365"/>
                  <a:gd name="T31" fmla="*/ 0 h 648"/>
                  <a:gd name="T32" fmla="*/ 0 w 365"/>
                  <a:gd name="T33" fmla="*/ 0 h 648"/>
                  <a:gd name="T34" fmla="*/ 0 w 365"/>
                  <a:gd name="T35" fmla="*/ 0 h 648"/>
                  <a:gd name="T36" fmla="*/ 0 w 365"/>
                  <a:gd name="T37" fmla="*/ 0 h 648"/>
                  <a:gd name="T38" fmla="*/ 0 w 365"/>
                  <a:gd name="T39" fmla="*/ 0 h 648"/>
                  <a:gd name="T40" fmla="*/ 0 w 365"/>
                  <a:gd name="T41" fmla="*/ 0 h 648"/>
                  <a:gd name="T42" fmla="*/ 0 w 365"/>
                  <a:gd name="T43" fmla="*/ 0 h 648"/>
                  <a:gd name="T44" fmla="*/ 0 w 365"/>
                  <a:gd name="T45" fmla="*/ 0 h 648"/>
                  <a:gd name="T46" fmla="*/ 0 w 365"/>
                  <a:gd name="T47" fmla="*/ 0 h 648"/>
                  <a:gd name="T48" fmla="*/ 0 w 365"/>
                  <a:gd name="T49" fmla="*/ 0 h 648"/>
                  <a:gd name="T50" fmla="*/ 0 w 365"/>
                  <a:gd name="T51" fmla="*/ 0 h 64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65"/>
                  <a:gd name="T79" fmla="*/ 0 h 648"/>
                  <a:gd name="T80" fmla="*/ 365 w 365"/>
                  <a:gd name="T81" fmla="*/ 648 h 64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65" h="648">
                    <a:moveTo>
                      <a:pt x="0" y="535"/>
                    </a:moveTo>
                    <a:lnTo>
                      <a:pt x="0" y="23"/>
                    </a:lnTo>
                    <a:lnTo>
                      <a:pt x="9" y="9"/>
                    </a:lnTo>
                    <a:lnTo>
                      <a:pt x="26" y="0"/>
                    </a:lnTo>
                    <a:lnTo>
                      <a:pt x="60" y="0"/>
                    </a:lnTo>
                    <a:lnTo>
                      <a:pt x="77" y="9"/>
                    </a:lnTo>
                    <a:lnTo>
                      <a:pt x="86" y="19"/>
                    </a:lnTo>
                    <a:lnTo>
                      <a:pt x="86" y="384"/>
                    </a:lnTo>
                    <a:lnTo>
                      <a:pt x="183" y="419"/>
                    </a:lnTo>
                    <a:lnTo>
                      <a:pt x="224" y="511"/>
                    </a:lnTo>
                    <a:lnTo>
                      <a:pt x="257" y="555"/>
                    </a:lnTo>
                    <a:lnTo>
                      <a:pt x="316" y="590"/>
                    </a:lnTo>
                    <a:lnTo>
                      <a:pt x="365" y="610"/>
                    </a:lnTo>
                    <a:lnTo>
                      <a:pt x="343" y="639"/>
                    </a:lnTo>
                    <a:lnTo>
                      <a:pt x="298" y="648"/>
                    </a:lnTo>
                    <a:lnTo>
                      <a:pt x="206" y="639"/>
                    </a:lnTo>
                    <a:lnTo>
                      <a:pt x="118" y="623"/>
                    </a:lnTo>
                    <a:lnTo>
                      <a:pt x="75" y="590"/>
                    </a:lnTo>
                    <a:lnTo>
                      <a:pt x="75" y="28"/>
                    </a:lnTo>
                    <a:lnTo>
                      <a:pt x="72" y="12"/>
                    </a:lnTo>
                    <a:lnTo>
                      <a:pt x="58" y="9"/>
                    </a:lnTo>
                    <a:lnTo>
                      <a:pt x="26" y="9"/>
                    </a:lnTo>
                    <a:lnTo>
                      <a:pt x="17" y="12"/>
                    </a:lnTo>
                    <a:lnTo>
                      <a:pt x="9" y="23"/>
                    </a:lnTo>
                    <a:lnTo>
                      <a:pt x="9" y="544"/>
                    </a:lnTo>
                    <a:lnTo>
                      <a:pt x="0" y="5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2" name="Freeform 291"/>
              <p:cNvSpPr>
                <a:spLocks/>
              </p:cNvSpPr>
              <p:nvPr/>
            </p:nvSpPr>
            <p:spPr bwMode="auto">
              <a:xfrm>
                <a:off x="2899" y="1414"/>
                <a:ext cx="11" cy="73"/>
              </a:xfrm>
              <a:custGeom>
                <a:avLst/>
                <a:gdLst>
                  <a:gd name="T0" fmla="*/ 0 w 86"/>
                  <a:gd name="T1" fmla="*/ 0 h 590"/>
                  <a:gd name="T2" fmla="*/ 0 w 86"/>
                  <a:gd name="T3" fmla="*/ 0 h 590"/>
                  <a:gd name="T4" fmla="*/ 0 w 86"/>
                  <a:gd name="T5" fmla="*/ 0 h 590"/>
                  <a:gd name="T6" fmla="*/ 0 w 86"/>
                  <a:gd name="T7" fmla="*/ 0 h 590"/>
                  <a:gd name="T8" fmla="*/ 0 w 86"/>
                  <a:gd name="T9" fmla="*/ 0 h 590"/>
                  <a:gd name="T10" fmla="*/ 0 w 86"/>
                  <a:gd name="T11" fmla="*/ 0 h 590"/>
                  <a:gd name="T12" fmla="*/ 0 w 86"/>
                  <a:gd name="T13" fmla="*/ 0 h 590"/>
                  <a:gd name="T14" fmla="*/ 0 w 86"/>
                  <a:gd name="T15" fmla="*/ 0 h 590"/>
                  <a:gd name="T16" fmla="*/ 0 w 86"/>
                  <a:gd name="T17" fmla="*/ 0 h 590"/>
                  <a:gd name="T18" fmla="*/ 0 w 86"/>
                  <a:gd name="T19" fmla="*/ 0 h 590"/>
                  <a:gd name="T20" fmla="*/ 0 w 86"/>
                  <a:gd name="T21" fmla="*/ 0 h 59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590"/>
                  <a:gd name="T35" fmla="*/ 86 w 86"/>
                  <a:gd name="T36" fmla="*/ 590 h 59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590">
                    <a:moveTo>
                      <a:pt x="9" y="0"/>
                    </a:moveTo>
                    <a:lnTo>
                      <a:pt x="9" y="420"/>
                    </a:lnTo>
                    <a:lnTo>
                      <a:pt x="42" y="546"/>
                    </a:lnTo>
                    <a:lnTo>
                      <a:pt x="75" y="418"/>
                    </a:lnTo>
                    <a:lnTo>
                      <a:pt x="75" y="21"/>
                    </a:lnTo>
                    <a:lnTo>
                      <a:pt x="86" y="21"/>
                    </a:lnTo>
                    <a:lnTo>
                      <a:pt x="86" y="418"/>
                    </a:lnTo>
                    <a:lnTo>
                      <a:pt x="42" y="590"/>
                    </a:lnTo>
                    <a:lnTo>
                      <a:pt x="0" y="420"/>
                    </a:lnTo>
                    <a:lnTo>
                      <a:pt x="0" y="7"/>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3" name="Freeform 292"/>
              <p:cNvSpPr>
                <a:spLocks/>
              </p:cNvSpPr>
              <p:nvPr/>
            </p:nvSpPr>
            <p:spPr bwMode="auto">
              <a:xfrm>
                <a:off x="2900" y="1464"/>
                <a:ext cx="8" cy="2"/>
              </a:xfrm>
              <a:custGeom>
                <a:avLst/>
                <a:gdLst>
                  <a:gd name="T0" fmla="*/ 0 w 70"/>
                  <a:gd name="T1" fmla="*/ 0 h 17"/>
                  <a:gd name="T2" fmla="*/ 0 w 70"/>
                  <a:gd name="T3" fmla="*/ 0 h 17"/>
                  <a:gd name="T4" fmla="*/ 0 w 70"/>
                  <a:gd name="T5" fmla="*/ 0 h 17"/>
                  <a:gd name="T6" fmla="*/ 0 w 70"/>
                  <a:gd name="T7" fmla="*/ 0 h 17"/>
                  <a:gd name="T8" fmla="*/ 0 w 70"/>
                  <a:gd name="T9" fmla="*/ 0 h 17"/>
                  <a:gd name="T10" fmla="*/ 0 w 70"/>
                  <a:gd name="T11" fmla="*/ 0 h 17"/>
                  <a:gd name="T12" fmla="*/ 0 w 70"/>
                  <a:gd name="T13" fmla="*/ 0 h 17"/>
                  <a:gd name="T14" fmla="*/ 0 w 70"/>
                  <a:gd name="T15" fmla="*/ 0 h 17"/>
                  <a:gd name="T16" fmla="*/ 0 w 70"/>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0"/>
                  <a:gd name="T28" fmla="*/ 0 h 17"/>
                  <a:gd name="T29" fmla="*/ 70 w 70"/>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0" h="17">
                    <a:moveTo>
                      <a:pt x="0" y="17"/>
                    </a:moveTo>
                    <a:lnTo>
                      <a:pt x="17" y="10"/>
                    </a:lnTo>
                    <a:lnTo>
                      <a:pt x="51" y="10"/>
                    </a:lnTo>
                    <a:lnTo>
                      <a:pt x="70" y="17"/>
                    </a:lnTo>
                    <a:lnTo>
                      <a:pt x="70" y="10"/>
                    </a:lnTo>
                    <a:lnTo>
                      <a:pt x="56" y="0"/>
                    </a:lnTo>
                    <a:lnTo>
                      <a:pt x="24" y="0"/>
                    </a:lnTo>
                    <a:lnTo>
                      <a:pt x="2" y="5"/>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4" name="Freeform 293"/>
              <p:cNvSpPr>
                <a:spLocks/>
              </p:cNvSpPr>
              <p:nvPr/>
            </p:nvSpPr>
            <p:spPr bwMode="auto">
              <a:xfrm>
                <a:off x="2925" y="994"/>
                <a:ext cx="137" cy="230"/>
              </a:xfrm>
              <a:custGeom>
                <a:avLst/>
                <a:gdLst>
                  <a:gd name="T0" fmla="*/ 0 w 1097"/>
                  <a:gd name="T1" fmla="*/ 0 h 1842"/>
                  <a:gd name="T2" fmla="*/ 0 w 1097"/>
                  <a:gd name="T3" fmla="*/ 0 h 1842"/>
                  <a:gd name="T4" fmla="*/ 0 w 1097"/>
                  <a:gd name="T5" fmla="*/ 0 h 1842"/>
                  <a:gd name="T6" fmla="*/ 0 w 1097"/>
                  <a:gd name="T7" fmla="*/ 0 h 1842"/>
                  <a:gd name="T8" fmla="*/ 0 w 1097"/>
                  <a:gd name="T9" fmla="*/ 0 h 1842"/>
                  <a:gd name="T10" fmla="*/ 0 w 1097"/>
                  <a:gd name="T11" fmla="*/ 0 h 1842"/>
                  <a:gd name="T12" fmla="*/ 0 w 1097"/>
                  <a:gd name="T13" fmla="*/ 0 h 1842"/>
                  <a:gd name="T14" fmla="*/ 0 w 1097"/>
                  <a:gd name="T15" fmla="*/ 0 h 1842"/>
                  <a:gd name="T16" fmla="*/ 0 w 1097"/>
                  <a:gd name="T17" fmla="*/ 0 h 1842"/>
                  <a:gd name="T18" fmla="*/ 0 w 1097"/>
                  <a:gd name="T19" fmla="*/ 0 h 1842"/>
                  <a:gd name="T20" fmla="*/ 0 w 1097"/>
                  <a:gd name="T21" fmla="*/ 0 h 1842"/>
                  <a:gd name="T22" fmla="*/ 0 w 1097"/>
                  <a:gd name="T23" fmla="*/ 0 h 1842"/>
                  <a:gd name="T24" fmla="*/ 0 w 1097"/>
                  <a:gd name="T25" fmla="*/ 0 h 1842"/>
                  <a:gd name="T26" fmla="*/ 0 w 1097"/>
                  <a:gd name="T27" fmla="*/ 0 h 1842"/>
                  <a:gd name="T28" fmla="*/ 0 w 1097"/>
                  <a:gd name="T29" fmla="*/ 0 h 1842"/>
                  <a:gd name="T30" fmla="*/ 0 w 1097"/>
                  <a:gd name="T31" fmla="*/ 0 h 1842"/>
                  <a:gd name="T32" fmla="*/ 0 w 1097"/>
                  <a:gd name="T33" fmla="*/ 0 h 1842"/>
                  <a:gd name="T34" fmla="*/ 0 w 1097"/>
                  <a:gd name="T35" fmla="*/ 0 h 1842"/>
                  <a:gd name="T36" fmla="*/ 0 w 1097"/>
                  <a:gd name="T37" fmla="*/ 0 h 1842"/>
                  <a:gd name="T38" fmla="*/ 0 w 1097"/>
                  <a:gd name="T39" fmla="*/ 0 h 1842"/>
                  <a:gd name="T40" fmla="*/ 0 w 1097"/>
                  <a:gd name="T41" fmla="*/ 0 h 1842"/>
                  <a:gd name="T42" fmla="*/ 0 w 1097"/>
                  <a:gd name="T43" fmla="*/ 0 h 1842"/>
                  <a:gd name="T44" fmla="*/ 0 w 1097"/>
                  <a:gd name="T45" fmla="*/ 0 h 1842"/>
                  <a:gd name="T46" fmla="*/ 0 w 1097"/>
                  <a:gd name="T47" fmla="*/ 0 h 1842"/>
                  <a:gd name="T48" fmla="*/ 0 w 1097"/>
                  <a:gd name="T49" fmla="*/ 0 h 1842"/>
                  <a:gd name="T50" fmla="*/ 0 w 1097"/>
                  <a:gd name="T51" fmla="*/ 0 h 1842"/>
                  <a:gd name="T52" fmla="*/ 0 w 1097"/>
                  <a:gd name="T53" fmla="*/ 0 h 1842"/>
                  <a:gd name="T54" fmla="*/ 0 w 1097"/>
                  <a:gd name="T55" fmla="*/ 0 h 1842"/>
                  <a:gd name="T56" fmla="*/ 0 w 1097"/>
                  <a:gd name="T57" fmla="*/ 0 h 1842"/>
                  <a:gd name="T58" fmla="*/ 0 w 1097"/>
                  <a:gd name="T59" fmla="*/ 0 h 1842"/>
                  <a:gd name="T60" fmla="*/ 0 w 1097"/>
                  <a:gd name="T61" fmla="*/ 0 h 1842"/>
                  <a:gd name="T62" fmla="*/ 0 w 1097"/>
                  <a:gd name="T63" fmla="*/ 0 h 1842"/>
                  <a:gd name="T64" fmla="*/ 0 w 1097"/>
                  <a:gd name="T65" fmla="*/ 0 h 18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97"/>
                  <a:gd name="T100" fmla="*/ 0 h 1842"/>
                  <a:gd name="T101" fmla="*/ 1097 w 1097"/>
                  <a:gd name="T102" fmla="*/ 1842 h 18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97" h="1842">
                    <a:moveTo>
                      <a:pt x="728" y="459"/>
                    </a:moveTo>
                    <a:lnTo>
                      <a:pt x="667" y="630"/>
                    </a:lnTo>
                    <a:lnTo>
                      <a:pt x="798" y="773"/>
                    </a:lnTo>
                    <a:lnTo>
                      <a:pt x="842" y="907"/>
                    </a:lnTo>
                    <a:lnTo>
                      <a:pt x="849" y="1098"/>
                    </a:lnTo>
                    <a:lnTo>
                      <a:pt x="899" y="1285"/>
                    </a:lnTo>
                    <a:lnTo>
                      <a:pt x="952" y="1388"/>
                    </a:lnTo>
                    <a:lnTo>
                      <a:pt x="1042" y="1478"/>
                    </a:lnTo>
                    <a:lnTo>
                      <a:pt x="1025" y="1538"/>
                    </a:lnTo>
                    <a:lnTo>
                      <a:pt x="933" y="1566"/>
                    </a:lnTo>
                    <a:lnTo>
                      <a:pt x="849" y="1452"/>
                    </a:lnTo>
                    <a:lnTo>
                      <a:pt x="779" y="1325"/>
                    </a:lnTo>
                    <a:lnTo>
                      <a:pt x="717" y="1129"/>
                    </a:lnTo>
                    <a:lnTo>
                      <a:pt x="678" y="966"/>
                    </a:lnTo>
                    <a:lnTo>
                      <a:pt x="737" y="1285"/>
                    </a:lnTo>
                    <a:lnTo>
                      <a:pt x="798" y="1452"/>
                    </a:lnTo>
                    <a:lnTo>
                      <a:pt x="849" y="1595"/>
                    </a:lnTo>
                    <a:lnTo>
                      <a:pt x="899" y="1690"/>
                    </a:lnTo>
                    <a:lnTo>
                      <a:pt x="842" y="1752"/>
                    </a:lnTo>
                    <a:lnTo>
                      <a:pt x="708" y="1803"/>
                    </a:lnTo>
                    <a:lnTo>
                      <a:pt x="484" y="1791"/>
                    </a:lnTo>
                    <a:lnTo>
                      <a:pt x="373" y="1771"/>
                    </a:lnTo>
                    <a:lnTo>
                      <a:pt x="373" y="1222"/>
                    </a:lnTo>
                    <a:lnTo>
                      <a:pt x="328" y="1648"/>
                    </a:lnTo>
                    <a:lnTo>
                      <a:pt x="249" y="1611"/>
                    </a:lnTo>
                    <a:lnTo>
                      <a:pt x="157" y="1547"/>
                    </a:lnTo>
                    <a:lnTo>
                      <a:pt x="205" y="1362"/>
                    </a:lnTo>
                    <a:lnTo>
                      <a:pt x="309" y="1035"/>
                    </a:lnTo>
                    <a:lnTo>
                      <a:pt x="350" y="848"/>
                    </a:lnTo>
                    <a:lnTo>
                      <a:pt x="440" y="773"/>
                    </a:lnTo>
                    <a:lnTo>
                      <a:pt x="511" y="670"/>
                    </a:lnTo>
                    <a:lnTo>
                      <a:pt x="581" y="530"/>
                    </a:lnTo>
                    <a:lnTo>
                      <a:pt x="616" y="431"/>
                    </a:lnTo>
                    <a:lnTo>
                      <a:pt x="616" y="376"/>
                    </a:lnTo>
                    <a:lnTo>
                      <a:pt x="0" y="0"/>
                    </a:lnTo>
                    <a:lnTo>
                      <a:pt x="567" y="387"/>
                    </a:lnTo>
                    <a:lnTo>
                      <a:pt x="533" y="530"/>
                    </a:lnTo>
                    <a:lnTo>
                      <a:pt x="473" y="661"/>
                    </a:lnTo>
                    <a:lnTo>
                      <a:pt x="378" y="765"/>
                    </a:lnTo>
                    <a:lnTo>
                      <a:pt x="302" y="835"/>
                    </a:lnTo>
                    <a:lnTo>
                      <a:pt x="216" y="896"/>
                    </a:lnTo>
                    <a:lnTo>
                      <a:pt x="318" y="855"/>
                    </a:lnTo>
                    <a:lnTo>
                      <a:pt x="113" y="1558"/>
                    </a:lnTo>
                    <a:lnTo>
                      <a:pt x="228" y="1648"/>
                    </a:lnTo>
                    <a:lnTo>
                      <a:pt x="318" y="1690"/>
                    </a:lnTo>
                    <a:lnTo>
                      <a:pt x="309" y="1791"/>
                    </a:lnTo>
                    <a:lnTo>
                      <a:pt x="412" y="1819"/>
                    </a:lnTo>
                    <a:lnTo>
                      <a:pt x="555" y="1833"/>
                    </a:lnTo>
                    <a:lnTo>
                      <a:pt x="717" y="1842"/>
                    </a:lnTo>
                    <a:lnTo>
                      <a:pt x="842" y="1815"/>
                    </a:lnTo>
                    <a:lnTo>
                      <a:pt x="899" y="1762"/>
                    </a:lnTo>
                    <a:lnTo>
                      <a:pt x="952" y="1720"/>
                    </a:lnTo>
                    <a:lnTo>
                      <a:pt x="1003" y="1669"/>
                    </a:lnTo>
                    <a:lnTo>
                      <a:pt x="952" y="1595"/>
                    </a:lnTo>
                    <a:lnTo>
                      <a:pt x="1036" y="1566"/>
                    </a:lnTo>
                    <a:lnTo>
                      <a:pt x="1084" y="1507"/>
                    </a:lnTo>
                    <a:lnTo>
                      <a:pt x="1097" y="1485"/>
                    </a:lnTo>
                    <a:lnTo>
                      <a:pt x="973" y="1342"/>
                    </a:lnTo>
                    <a:lnTo>
                      <a:pt x="913" y="1201"/>
                    </a:lnTo>
                    <a:lnTo>
                      <a:pt x="890" y="1049"/>
                    </a:lnTo>
                    <a:lnTo>
                      <a:pt x="871" y="896"/>
                    </a:lnTo>
                    <a:lnTo>
                      <a:pt x="842" y="795"/>
                    </a:lnTo>
                    <a:lnTo>
                      <a:pt x="798" y="714"/>
                    </a:lnTo>
                    <a:lnTo>
                      <a:pt x="717" y="611"/>
                    </a:lnTo>
                    <a:lnTo>
                      <a:pt x="772" y="466"/>
                    </a:lnTo>
                    <a:lnTo>
                      <a:pt x="728" y="4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5" name="Freeform 294"/>
              <p:cNvSpPr>
                <a:spLocks/>
              </p:cNvSpPr>
              <p:nvPr/>
            </p:nvSpPr>
            <p:spPr bwMode="auto">
              <a:xfrm>
                <a:off x="2994" y="1067"/>
                <a:ext cx="21" cy="16"/>
              </a:xfrm>
              <a:custGeom>
                <a:avLst/>
                <a:gdLst>
                  <a:gd name="T0" fmla="*/ 0 w 162"/>
                  <a:gd name="T1" fmla="*/ 0 h 126"/>
                  <a:gd name="T2" fmla="*/ 0 w 162"/>
                  <a:gd name="T3" fmla="*/ 0 h 126"/>
                  <a:gd name="T4" fmla="*/ 0 w 162"/>
                  <a:gd name="T5" fmla="*/ 0 h 126"/>
                  <a:gd name="T6" fmla="*/ 0 w 162"/>
                  <a:gd name="T7" fmla="*/ 0 h 126"/>
                  <a:gd name="T8" fmla="*/ 0 w 162"/>
                  <a:gd name="T9" fmla="*/ 0 h 126"/>
                  <a:gd name="T10" fmla="*/ 0 w 162"/>
                  <a:gd name="T11" fmla="*/ 0 h 126"/>
                  <a:gd name="T12" fmla="*/ 0 60000 65536"/>
                  <a:gd name="T13" fmla="*/ 0 60000 65536"/>
                  <a:gd name="T14" fmla="*/ 0 60000 65536"/>
                  <a:gd name="T15" fmla="*/ 0 60000 65536"/>
                  <a:gd name="T16" fmla="*/ 0 60000 65536"/>
                  <a:gd name="T17" fmla="*/ 0 60000 65536"/>
                  <a:gd name="T18" fmla="*/ 0 w 162"/>
                  <a:gd name="T19" fmla="*/ 0 h 126"/>
                  <a:gd name="T20" fmla="*/ 162 w 162"/>
                  <a:gd name="T21" fmla="*/ 126 h 126"/>
                </a:gdLst>
                <a:ahLst/>
                <a:cxnLst>
                  <a:cxn ang="T12">
                    <a:pos x="T0" y="T1"/>
                  </a:cxn>
                  <a:cxn ang="T13">
                    <a:pos x="T2" y="T3"/>
                  </a:cxn>
                  <a:cxn ang="T14">
                    <a:pos x="T4" y="T5"/>
                  </a:cxn>
                  <a:cxn ang="T15">
                    <a:pos x="T6" y="T7"/>
                  </a:cxn>
                  <a:cxn ang="T16">
                    <a:pos x="T8" y="T9"/>
                  </a:cxn>
                  <a:cxn ang="T17">
                    <a:pos x="T10" y="T11"/>
                  </a:cxn>
                </a:cxnLst>
                <a:rect l="T18" t="T19" r="T20" b="T21"/>
                <a:pathLst>
                  <a:path w="162" h="126">
                    <a:moveTo>
                      <a:pt x="0" y="126"/>
                    </a:moveTo>
                    <a:lnTo>
                      <a:pt x="61" y="95"/>
                    </a:lnTo>
                    <a:lnTo>
                      <a:pt x="132" y="0"/>
                    </a:lnTo>
                    <a:lnTo>
                      <a:pt x="162" y="73"/>
                    </a:lnTo>
                    <a:lnTo>
                      <a:pt x="100" y="104"/>
                    </a:lnTo>
                    <a:lnTo>
                      <a:pt x="0"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6" name="Freeform 295"/>
              <p:cNvSpPr>
                <a:spLocks/>
              </p:cNvSpPr>
              <p:nvPr/>
            </p:nvSpPr>
            <p:spPr bwMode="auto">
              <a:xfrm>
                <a:off x="2994" y="1035"/>
                <a:ext cx="48" cy="35"/>
              </a:xfrm>
              <a:custGeom>
                <a:avLst/>
                <a:gdLst>
                  <a:gd name="T0" fmla="*/ 0 w 378"/>
                  <a:gd name="T1" fmla="*/ 0 h 277"/>
                  <a:gd name="T2" fmla="*/ 0 w 378"/>
                  <a:gd name="T3" fmla="*/ 0 h 277"/>
                  <a:gd name="T4" fmla="*/ 0 w 378"/>
                  <a:gd name="T5" fmla="*/ 0 h 277"/>
                  <a:gd name="T6" fmla="*/ 0 w 378"/>
                  <a:gd name="T7" fmla="*/ 0 h 277"/>
                  <a:gd name="T8" fmla="*/ 0 w 378"/>
                  <a:gd name="T9" fmla="*/ 0 h 277"/>
                  <a:gd name="T10" fmla="*/ 0 w 378"/>
                  <a:gd name="T11" fmla="*/ 0 h 277"/>
                  <a:gd name="T12" fmla="*/ 0 w 378"/>
                  <a:gd name="T13" fmla="*/ 0 h 277"/>
                  <a:gd name="T14" fmla="*/ 0 w 378"/>
                  <a:gd name="T15" fmla="*/ 0 h 277"/>
                  <a:gd name="T16" fmla="*/ 0 w 378"/>
                  <a:gd name="T17" fmla="*/ 0 h 277"/>
                  <a:gd name="T18" fmla="*/ 0 w 378"/>
                  <a:gd name="T19" fmla="*/ 0 h 2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8"/>
                  <a:gd name="T31" fmla="*/ 0 h 277"/>
                  <a:gd name="T32" fmla="*/ 378 w 378"/>
                  <a:gd name="T33" fmla="*/ 277 h 2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8" h="277">
                    <a:moveTo>
                      <a:pt x="42" y="83"/>
                    </a:moveTo>
                    <a:lnTo>
                      <a:pt x="162" y="125"/>
                    </a:lnTo>
                    <a:lnTo>
                      <a:pt x="173" y="196"/>
                    </a:lnTo>
                    <a:lnTo>
                      <a:pt x="378" y="277"/>
                    </a:lnTo>
                    <a:lnTo>
                      <a:pt x="272" y="153"/>
                    </a:lnTo>
                    <a:lnTo>
                      <a:pt x="195" y="83"/>
                    </a:lnTo>
                    <a:lnTo>
                      <a:pt x="112" y="33"/>
                    </a:lnTo>
                    <a:lnTo>
                      <a:pt x="19" y="0"/>
                    </a:lnTo>
                    <a:lnTo>
                      <a:pt x="0" y="21"/>
                    </a:lnTo>
                    <a:lnTo>
                      <a:pt x="42"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7" name="Freeform 296"/>
              <p:cNvSpPr>
                <a:spLocks/>
              </p:cNvSpPr>
              <p:nvPr/>
            </p:nvSpPr>
            <p:spPr bwMode="auto">
              <a:xfrm>
                <a:off x="2989" y="966"/>
                <a:ext cx="186" cy="319"/>
              </a:xfrm>
              <a:custGeom>
                <a:avLst/>
                <a:gdLst>
                  <a:gd name="T0" fmla="*/ 0 w 1488"/>
                  <a:gd name="T1" fmla="*/ 0 h 2555"/>
                  <a:gd name="T2" fmla="*/ 0 w 1488"/>
                  <a:gd name="T3" fmla="*/ 0 h 2555"/>
                  <a:gd name="T4" fmla="*/ 0 w 1488"/>
                  <a:gd name="T5" fmla="*/ 0 h 2555"/>
                  <a:gd name="T6" fmla="*/ 0 w 1488"/>
                  <a:gd name="T7" fmla="*/ 0 h 2555"/>
                  <a:gd name="T8" fmla="*/ 0 w 1488"/>
                  <a:gd name="T9" fmla="*/ 0 h 2555"/>
                  <a:gd name="T10" fmla="*/ 0 w 1488"/>
                  <a:gd name="T11" fmla="*/ 0 h 2555"/>
                  <a:gd name="T12" fmla="*/ 0 w 1488"/>
                  <a:gd name="T13" fmla="*/ 0 h 2555"/>
                  <a:gd name="T14" fmla="*/ 0 w 1488"/>
                  <a:gd name="T15" fmla="*/ 0 h 2555"/>
                  <a:gd name="T16" fmla="*/ 0 w 1488"/>
                  <a:gd name="T17" fmla="*/ 0 h 2555"/>
                  <a:gd name="T18" fmla="*/ 0 w 1488"/>
                  <a:gd name="T19" fmla="*/ 0 h 2555"/>
                  <a:gd name="T20" fmla="*/ 0 w 1488"/>
                  <a:gd name="T21" fmla="*/ 0 h 2555"/>
                  <a:gd name="T22" fmla="*/ 0 w 1488"/>
                  <a:gd name="T23" fmla="*/ 0 h 2555"/>
                  <a:gd name="T24" fmla="*/ 0 w 1488"/>
                  <a:gd name="T25" fmla="*/ 0 h 2555"/>
                  <a:gd name="T26" fmla="*/ 0 w 1488"/>
                  <a:gd name="T27" fmla="*/ 0 h 2555"/>
                  <a:gd name="T28" fmla="*/ 0 w 1488"/>
                  <a:gd name="T29" fmla="*/ 0 h 2555"/>
                  <a:gd name="T30" fmla="*/ 0 w 1488"/>
                  <a:gd name="T31" fmla="*/ 0 h 2555"/>
                  <a:gd name="T32" fmla="*/ 0 w 1488"/>
                  <a:gd name="T33" fmla="*/ 0 h 2555"/>
                  <a:gd name="T34" fmla="*/ 0 w 1488"/>
                  <a:gd name="T35" fmla="*/ 0 h 2555"/>
                  <a:gd name="T36" fmla="*/ 0 w 1488"/>
                  <a:gd name="T37" fmla="*/ 0 h 2555"/>
                  <a:gd name="T38" fmla="*/ 0 w 1488"/>
                  <a:gd name="T39" fmla="*/ 0 h 2555"/>
                  <a:gd name="T40" fmla="*/ 0 w 1488"/>
                  <a:gd name="T41" fmla="*/ 0 h 2555"/>
                  <a:gd name="T42" fmla="*/ 0 w 1488"/>
                  <a:gd name="T43" fmla="*/ 0 h 2555"/>
                  <a:gd name="T44" fmla="*/ 0 w 1488"/>
                  <a:gd name="T45" fmla="*/ 0 h 2555"/>
                  <a:gd name="T46" fmla="*/ 0 w 1488"/>
                  <a:gd name="T47" fmla="*/ 0 h 2555"/>
                  <a:gd name="T48" fmla="*/ 0 w 1488"/>
                  <a:gd name="T49" fmla="*/ 0 h 2555"/>
                  <a:gd name="T50" fmla="*/ 0 w 1488"/>
                  <a:gd name="T51" fmla="*/ 0 h 2555"/>
                  <a:gd name="T52" fmla="*/ 0 w 1488"/>
                  <a:gd name="T53" fmla="*/ 0 h 2555"/>
                  <a:gd name="T54" fmla="*/ 0 w 1488"/>
                  <a:gd name="T55" fmla="*/ 0 h 2555"/>
                  <a:gd name="T56" fmla="*/ 0 w 1488"/>
                  <a:gd name="T57" fmla="*/ 0 h 2555"/>
                  <a:gd name="T58" fmla="*/ 0 w 1488"/>
                  <a:gd name="T59" fmla="*/ 0 h 2555"/>
                  <a:gd name="T60" fmla="*/ 0 w 1488"/>
                  <a:gd name="T61" fmla="*/ 0 h 2555"/>
                  <a:gd name="T62" fmla="*/ 0 w 1488"/>
                  <a:gd name="T63" fmla="*/ 0 h 2555"/>
                  <a:gd name="T64" fmla="*/ 0 w 1488"/>
                  <a:gd name="T65" fmla="*/ 0 h 2555"/>
                  <a:gd name="T66" fmla="*/ 0 w 1488"/>
                  <a:gd name="T67" fmla="*/ 0 h 2555"/>
                  <a:gd name="T68" fmla="*/ 0 w 1488"/>
                  <a:gd name="T69" fmla="*/ 0 h 2555"/>
                  <a:gd name="T70" fmla="*/ 0 w 1488"/>
                  <a:gd name="T71" fmla="*/ 0 h 2555"/>
                  <a:gd name="T72" fmla="*/ 0 w 1488"/>
                  <a:gd name="T73" fmla="*/ 0 h 2555"/>
                  <a:gd name="T74" fmla="*/ 0 w 1488"/>
                  <a:gd name="T75" fmla="*/ 0 h 2555"/>
                  <a:gd name="T76" fmla="*/ 0 w 1488"/>
                  <a:gd name="T77" fmla="*/ 0 h 2555"/>
                  <a:gd name="T78" fmla="*/ 0 w 1488"/>
                  <a:gd name="T79" fmla="*/ 0 h 2555"/>
                  <a:gd name="T80" fmla="*/ 0 w 1488"/>
                  <a:gd name="T81" fmla="*/ 0 h 2555"/>
                  <a:gd name="T82" fmla="*/ 0 w 1488"/>
                  <a:gd name="T83" fmla="*/ 0 h 2555"/>
                  <a:gd name="T84" fmla="*/ 0 w 1488"/>
                  <a:gd name="T85" fmla="*/ 0 h 2555"/>
                  <a:gd name="T86" fmla="*/ 0 w 1488"/>
                  <a:gd name="T87" fmla="*/ 0 h 255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88"/>
                  <a:gd name="T133" fmla="*/ 0 h 2555"/>
                  <a:gd name="T134" fmla="*/ 1488 w 1488"/>
                  <a:gd name="T135" fmla="*/ 2555 h 255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88" h="2555">
                    <a:moveTo>
                      <a:pt x="176" y="2043"/>
                    </a:moveTo>
                    <a:lnTo>
                      <a:pt x="125" y="2197"/>
                    </a:lnTo>
                    <a:lnTo>
                      <a:pt x="56" y="2351"/>
                    </a:lnTo>
                    <a:lnTo>
                      <a:pt x="0" y="2456"/>
                    </a:lnTo>
                    <a:lnTo>
                      <a:pt x="593" y="2250"/>
                    </a:lnTo>
                    <a:lnTo>
                      <a:pt x="372" y="2555"/>
                    </a:lnTo>
                    <a:lnTo>
                      <a:pt x="626" y="2280"/>
                    </a:lnTo>
                    <a:lnTo>
                      <a:pt x="769" y="2117"/>
                    </a:lnTo>
                    <a:lnTo>
                      <a:pt x="1239" y="1986"/>
                    </a:lnTo>
                    <a:lnTo>
                      <a:pt x="1465" y="2015"/>
                    </a:lnTo>
                    <a:lnTo>
                      <a:pt x="1488" y="1986"/>
                    </a:lnTo>
                    <a:lnTo>
                      <a:pt x="1272" y="1914"/>
                    </a:lnTo>
                    <a:lnTo>
                      <a:pt x="789" y="1927"/>
                    </a:lnTo>
                    <a:lnTo>
                      <a:pt x="646" y="1976"/>
                    </a:lnTo>
                    <a:lnTo>
                      <a:pt x="604" y="1967"/>
                    </a:lnTo>
                    <a:lnTo>
                      <a:pt x="604" y="1914"/>
                    </a:lnTo>
                    <a:lnTo>
                      <a:pt x="769" y="1676"/>
                    </a:lnTo>
                    <a:lnTo>
                      <a:pt x="1188" y="1395"/>
                    </a:lnTo>
                    <a:lnTo>
                      <a:pt x="1197" y="1342"/>
                    </a:lnTo>
                    <a:lnTo>
                      <a:pt x="1156" y="1353"/>
                    </a:lnTo>
                    <a:lnTo>
                      <a:pt x="714" y="1467"/>
                    </a:lnTo>
                    <a:lnTo>
                      <a:pt x="709" y="1190"/>
                    </a:lnTo>
                    <a:lnTo>
                      <a:pt x="738" y="823"/>
                    </a:lnTo>
                    <a:lnTo>
                      <a:pt x="810" y="487"/>
                    </a:lnTo>
                    <a:lnTo>
                      <a:pt x="953" y="151"/>
                    </a:lnTo>
                    <a:lnTo>
                      <a:pt x="923" y="141"/>
                    </a:lnTo>
                    <a:lnTo>
                      <a:pt x="657" y="0"/>
                    </a:lnTo>
                    <a:lnTo>
                      <a:pt x="556" y="76"/>
                    </a:lnTo>
                    <a:lnTo>
                      <a:pt x="422" y="141"/>
                    </a:lnTo>
                    <a:lnTo>
                      <a:pt x="197" y="151"/>
                    </a:lnTo>
                    <a:lnTo>
                      <a:pt x="301" y="344"/>
                    </a:lnTo>
                    <a:lnTo>
                      <a:pt x="349" y="558"/>
                    </a:lnTo>
                    <a:lnTo>
                      <a:pt x="379" y="795"/>
                    </a:lnTo>
                    <a:lnTo>
                      <a:pt x="372" y="978"/>
                    </a:lnTo>
                    <a:lnTo>
                      <a:pt x="338" y="1171"/>
                    </a:lnTo>
                    <a:lnTo>
                      <a:pt x="372" y="1386"/>
                    </a:lnTo>
                    <a:lnTo>
                      <a:pt x="441" y="1598"/>
                    </a:lnTo>
                    <a:lnTo>
                      <a:pt x="556" y="1718"/>
                    </a:lnTo>
                    <a:lnTo>
                      <a:pt x="525" y="1771"/>
                    </a:lnTo>
                    <a:lnTo>
                      <a:pt x="411" y="1819"/>
                    </a:lnTo>
                    <a:lnTo>
                      <a:pt x="432" y="1953"/>
                    </a:lnTo>
                    <a:lnTo>
                      <a:pt x="338" y="2008"/>
                    </a:lnTo>
                    <a:lnTo>
                      <a:pt x="246" y="2043"/>
                    </a:lnTo>
                    <a:lnTo>
                      <a:pt x="176" y="20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8" name="Freeform 297"/>
              <p:cNvSpPr>
                <a:spLocks/>
              </p:cNvSpPr>
              <p:nvPr/>
            </p:nvSpPr>
            <p:spPr bwMode="auto">
              <a:xfrm>
                <a:off x="3083" y="1054"/>
                <a:ext cx="105" cy="153"/>
              </a:xfrm>
              <a:custGeom>
                <a:avLst/>
                <a:gdLst>
                  <a:gd name="T0" fmla="*/ 0 w 846"/>
                  <a:gd name="T1" fmla="*/ 0 h 1230"/>
                  <a:gd name="T2" fmla="*/ 0 w 846"/>
                  <a:gd name="T3" fmla="*/ 0 h 1230"/>
                  <a:gd name="T4" fmla="*/ 0 w 846"/>
                  <a:gd name="T5" fmla="*/ 0 h 1230"/>
                  <a:gd name="T6" fmla="*/ 0 w 846"/>
                  <a:gd name="T7" fmla="*/ 0 h 1230"/>
                  <a:gd name="T8" fmla="*/ 0 w 846"/>
                  <a:gd name="T9" fmla="*/ 0 h 1230"/>
                  <a:gd name="T10" fmla="*/ 0 w 846"/>
                  <a:gd name="T11" fmla="*/ 0 h 1230"/>
                  <a:gd name="T12" fmla="*/ 0 w 846"/>
                  <a:gd name="T13" fmla="*/ 0 h 1230"/>
                  <a:gd name="T14" fmla="*/ 0 w 846"/>
                  <a:gd name="T15" fmla="*/ 0 h 1230"/>
                  <a:gd name="T16" fmla="*/ 0 w 846"/>
                  <a:gd name="T17" fmla="*/ 0 h 1230"/>
                  <a:gd name="T18" fmla="*/ 0 w 846"/>
                  <a:gd name="T19" fmla="*/ 0 h 1230"/>
                  <a:gd name="T20" fmla="*/ 0 w 846"/>
                  <a:gd name="T21" fmla="*/ 0 h 1230"/>
                  <a:gd name="T22" fmla="*/ 0 w 846"/>
                  <a:gd name="T23" fmla="*/ 0 h 1230"/>
                  <a:gd name="T24" fmla="*/ 0 w 846"/>
                  <a:gd name="T25" fmla="*/ 0 h 1230"/>
                  <a:gd name="T26" fmla="*/ 0 w 846"/>
                  <a:gd name="T27" fmla="*/ 0 h 1230"/>
                  <a:gd name="T28" fmla="*/ 0 w 846"/>
                  <a:gd name="T29" fmla="*/ 0 h 1230"/>
                  <a:gd name="T30" fmla="*/ 0 w 846"/>
                  <a:gd name="T31" fmla="*/ 0 h 1230"/>
                  <a:gd name="T32" fmla="*/ 0 w 846"/>
                  <a:gd name="T33" fmla="*/ 0 h 1230"/>
                  <a:gd name="T34" fmla="*/ 0 w 846"/>
                  <a:gd name="T35" fmla="*/ 0 h 1230"/>
                  <a:gd name="T36" fmla="*/ 0 w 846"/>
                  <a:gd name="T37" fmla="*/ 0 h 1230"/>
                  <a:gd name="T38" fmla="*/ 0 w 846"/>
                  <a:gd name="T39" fmla="*/ 0 h 123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46"/>
                  <a:gd name="T61" fmla="*/ 0 h 1230"/>
                  <a:gd name="T62" fmla="*/ 846 w 846"/>
                  <a:gd name="T63" fmla="*/ 1230 h 123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46" h="1230">
                    <a:moveTo>
                      <a:pt x="355" y="0"/>
                    </a:moveTo>
                    <a:lnTo>
                      <a:pt x="182" y="577"/>
                    </a:lnTo>
                    <a:lnTo>
                      <a:pt x="182" y="613"/>
                    </a:lnTo>
                    <a:lnTo>
                      <a:pt x="581" y="519"/>
                    </a:lnTo>
                    <a:lnTo>
                      <a:pt x="643" y="556"/>
                    </a:lnTo>
                    <a:lnTo>
                      <a:pt x="619" y="628"/>
                    </a:lnTo>
                    <a:lnTo>
                      <a:pt x="397" y="796"/>
                    </a:lnTo>
                    <a:lnTo>
                      <a:pt x="376" y="835"/>
                    </a:lnTo>
                    <a:lnTo>
                      <a:pt x="775" y="944"/>
                    </a:lnTo>
                    <a:lnTo>
                      <a:pt x="775" y="1045"/>
                    </a:lnTo>
                    <a:lnTo>
                      <a:pt x="241" y="973"/>
                    </a:lnTo>
                    <a:lnTo>
                      <a:pt x="0" y="1112"/>
                    </a:lnTo>
                    <a:lnTo>
                      <a:pt x="0" y="1132"/>
                    </a:lnTo>
                    <a:lnTo>
                      <a:pt x="367" y="1079"/>
                    </a:lnTo>
                    <a:lnTo>
                      <a:pt x="846" y="1230"/>
                    </a:lnTo>
                    <a:lnTo>
                      <a:pt x="722" y="577"/>
                    </a:lnTo>
                    <a:lnTo>
                      <a:pt x="581" y="478"/>
                    </a:lnTo>
                    <a:lnTo>
                      <a:pt x="509" y="478"/>
                    </a:lnTo>
                    <a:lnTo>
                      <a:pt x="404" y="92"/>
                    </a:lnTo>
                    <a:lnTo>
                      <a:pt x="3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9" name="Freeform 298"/>
              <p:cNvSpPr>
                <a:spLocks/>
              </p:cNvSpPr>
              <p:nvPr/>
            </p:nvSpPr>
            <p:spPr bwMode="auto">
              <a:xfrm>
                <a:off x="3027" y="1207"/>
                <a:ext cx="174" cy="151"/>
              </a:xfrm>
              <a:custGeom>
                <a:avLst/>
                <a:gdLst>
                  <a:gd name="T0" fmla="*/ 0 w 1390"/>
                  <a:gd name="T1" fmla="*/ 0 h 1202"/>
                  <a:gd name="T2" fmla="*/ 0 w 1390"/>
                  <a:gd name="T3" fmla="*/ 0 h 1202"/>
                  <a:gd name="T4" fmla="*/ 0 w 1390"/>
                  <a:gd name="T5" fmla="*/ 0 h 1202"/>
                  <a:gd name="T6" fmla="*/ 0 w 1390"/>
                  <a:gd name="T7" fmla="*/ 0 h 1202"/>
                  <a:gd name="T8" fmla="*/ 0 w 1390"/>
                  <a:gd name="T9" fmla="*/ 0 h 1202"/>
                  <a:gd name="T10" fmla="*/ 0 w 1390"/>
                  <a:gd name="T11" fmla="*/ 0 h 1202"/>
                  <a:gd name="T12" fmla="*/ 0 w 1390"/>
                  <a:gd name="T13" fmla="*/ 0 h 1202"/>
                  <a:gd name="T14" fmla="*/ 0 w 1390"/>
                  <a:gd name="T15" fmla="*/ 0 h 1202"/>
                  <a:gd name="T16" fmla="*/ 0 w 1390"/>
                  <a:gd name="T17" fmla="*/ 0 h 1202"/>
                  <a:gd name="T18" fmla="*/ 0 w 1390"/>
                  <a:gd name="T19" fmla="*/ 0 h 1202"/>
                  <a:gd name="T20" fmla="*/ 0 w 1390"/>
                  <a:gd name="T21" fmla="*/ 0 h 1202"/>
                  <a:gd name="T22" fmla="*/ 0 w 1390"/>
                  <a:gd name="T23" fmla="*/ 0 h 1202"/>
                  <a:gd name="T24" fmla="*/ 0 w 1390"/>
                  <a:gd name="T25" fmla="*/ 0 h 1202"/>
                  <a:gd name="T26" fmla="*/ 0 w 1390"/>
                  <a:gd name="T27" fmla="*/ 0 h 1202"/>
                  <a:gd name="T28" fmla="*/ 0 w 1390"/>
                  <a:gd name="T29" fmla="*/ 0 h 1202"/>
                  <a:gd name="T30" fmla="*/ 0 w 1390"/>
                  <a:gd name="T31" fmla="*/ 0 h 1202"/>
                  <a:gd name="T32" fmla="*/ 0 w 1390"/>
                  <a:gd name="T33" fmla="*/ 0 h 1202"/>
                  <a:gd name="T34" fmla="*/ 0 w 1390"/>
                  <a:gd name="T35" fmla="*/ 0 h 1202"/>
                  <a:gd name="T36" fmla="*/ 0 w 1390"/>
                  <a:gd name="T37" fmla="*/ 0 h 1202"/>
                  <a:gd name="T38" fmla="*/ 0 w 1390"/>
                  <a:gd name="T39" fmla="*/ 0 h 1202"/>
                  <a:gd name="T40" fmla="*/ 0 w 1390"/>
                  <a:gd name="T41" fmla="*/ 0 h 1202"/>
                  <a:gd name="T42" fmla="*/ 0 w 1390"/>
                  <a:gd name="T43" fmla="*/ 0 h 1202"/>
                  <a:gd name="T44" fmla="*/ 0 w 1390"/>
                  <a:gd name="T45" fmla="*/ 0 h 1202"/>
                  <a:gd name="T46" fmla="*/ 0 w 1390"/>
                  <a:gd name="T47" fmla="*/ 0 h 1202"/>
                  <a:gd name="T48" fmla="*/ 0 w 1390"/>
                  <a:gd name="T49" fmla="*/ 0 h 1202"/>
                  <a:gd name="T50" fmla="*/ 0 w 1390"/>
                  <a:gd name="T51" fmla="*/ 0 h 1202"/>
                  <a:gd name="T52" fmla="*/ 0 w 1390"/>
                  <a:gd name="T53" fmla="*/ 0 h 1202"/>
                  <a:gd name="T54" fmla="*/ 0 w 1390"/>
                  <a:gd name="T55" fmla="*/ 0 h 1202"/>
                  <a:gd name="T56" fmla="*/ 0 w 1390"/>
                  <a:gd name="T57" fmla="*/ 0 h 1202"/>
                  <a:gd name="T58" fmla="*/ 0 w 1390"/>
                  <a:gd name="T59" fmla="*/ 0 h 120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90"/>
                  <a:gd name="T91" fmla="*/ 0 h 1202"/>
                  <a:gd name="T92" fmla="*/ 1390 w 1390"/>
                  <a:gd name="T93" fmla="*/ 1202 h 120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90" h="1202">
                    <a:moveTo>
                      <a:pt x="1288" y="0"/>
                    </a:moveTo>
                    <a:lnTo>
                      <a:pt x="1288" y="124"/>
                    </a:lnTo>
                    <a:lnTo>
                      <a:pt x="769" y="499"/>
                    </a:lnTo>
                    <a:lnTo>
                      <a:pt x="980" y="400"/>
                    </a:lnTo>
                    <a:lnTo>
                      <a:pt x="1111" y="622"/>
                    </a:lnTo>
                    <a:lnTo>
                      <a:pt x="355" y="705"/>
                    </a:lnTo>
                    <a:lnTo>
                      <a:pt x="152" y="644"/>
                    </a:lnTo>
                    <a:lnTo>
                      <a:pt x="399" y="743"/>
                    </a:lnTo>
                    <a:lnTo>
                      <a:pt x="445" y="804"/>
                    </a:lnTo>
                    <a:lnTo>
                      <a:pt x="459" y="859"/>
                    </a:lnTo>
                    <a:lnTo>
                      <a:pt x="445" y="908"/>
                    </a:lnTo>
                    <a:lnTo>
                      <a:pt x="404" y="928"/>
                    </a:lnTo>
                    <a:lnTo>
                      <a:pt x="329" y="936"/>
                    </a:lnTo>
                    <a:lnTo>
                      <a:pt x="276" y="976"/>
                    </a:lnTo>
                    <a:lnTo>
                      <a:pt x="152" y="1071"/>
                    </a:lnTo>
                    <a:lnTo>
                      <a:pt x="0" y="1202"/>
                    </a:lnTo>
                    <a:lnTo>
                      <a:pt x="221" y="1046"/>
                    </a:lnTo>
                    <a:lnTo>
                      <a:pt x="399" y="989"/>
                    </a:lnTo>
                    <a:lnTo>
                      <a:pt x="542" y="970"/>
                    </a:lnTo>
                    <a:lnTo>
                      <a:pt x="624" y="936"/>
                    </a:lnTo>
                    <a:lnTo>
                      <a:pt x="899" y="936"/>
                    </a:lnTo>
                    <a:lnTo>
                      <a:pt x="1134" y="896"/>
                    </a:lnTo>
                    <a:lnTo>
                      <a:pt x="1307" y="804"/>
                    </a:lnTo>
                    <a:lnTo>
                      <a:pt x="1371" y="776"/>
                    </a:lnTo>
                    <a:lnTo>
                      <a:pt x="1362" y="644"/>
                    </a:lnTo>
                    <a:lnTo>
                      <a:pt x="1390" y="400"/>
                    </a:lnTo>
                    <a:lnTo>
                      <a:pt x="1378" y="205"/>
                    </a:lnTo>
                    <a:lnTo>
                      <a:pt x="1362" y="82"/>
                    </a:lnTo>
                    <a:lnTo>
                      <a:pt x="1323" y="34"/>
                    </a:lnTo>
                    <a:lnTo>
                      <a:pt x="128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0" name="Freeform 299"/>
              <p:cNvSpPr>
                <a:spLocks/>
              </p:cNvSpPr>
              <p:nvPr/>
            </p:nvSpPr>
            <p:spPr bwMode="auto">
              <a:xfrm>
                <a:off x="2954" y="1280"/>
                <a:ext cx="94" cy="82"/>
              </a:xfrm>
              <a:custGeom>
                <a:avLst/>
                <a:gdLst>
                  <a:gd name="T0" fmla="*/ 0 w 747"/>
                  <a:gd name="T1" fmla="*/ 0 h 662"/>
                  <a:gd name="T2" fmla="*/ 0 w 747"/>
                  <a:gd name="T3" fmla="*/ 0 h 662"/>
                  <a:gd name="T4" fmla="*/ 0 w 747"/>
                  <a:gd name="T5" fmla="*/ 0 h 662"/>
                  <a:gd name="T6" fmla="*/ 0 w 747"/>
                  <a:gd name="T7" fmla="*/ 0 h 662"/>
                  <a:gd name="T8" fmla="*/ 0 w 747"/>
                  <a:gd name="T9" fmla="*/ 0 h 662"/>
                  <a:gd name="T10" fmla="*/ 0 w 747"/>
                  <a:gd name="T11" fmla="*/ 0 h 662"/>
                  <a:gd name="T12" fmla="*/ 0 w 747"/>
                  <a:gd name="T13" fmla="*/ 0 h 662"/>
                  <a:gd name="T14" fmla="*/ 0 w 747"/>
                  <a:gd name="T15" fmla="*/ 0 h 662"/>
                  <a:gd name="T16" fmla="*/ 0 w 747"/>
                  <a:gd name="T17" fmla="*/ 0 h 662"/>
                  <a:gd name="T18" fmla="*/ 0 w 747"/>
                  <a:gd name="T19" fmla="*/ 0 h 662"/>
                  <a:gd name="T20" fmla="*/ 0 w 747"/>
                  <a:gd name="T21" fmla="*/ 0 h 662"/>
                  <a:gd name="T22" fmla="*/ 0 w 747"/>
                  <a:gd name="T23" fmla="*/ 0 h 662"/>
                  <a:gd name="T24" fmla="*/ 0 w 747"/>
                  <a:gd name="T25" fmla="*/ 0 h 662"/>
                  <a:gd name="T26" fmla="*/ 0 w 747"/>
                  <a:gd name="T27" fmla="*/ 0 h 662"/>
                  <a:gd name="T28" fmla="*/ 0 w 747"/>
                  <a:gd name="T29" fmla="*/ 0 h 6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47"/>
                  <a:gd name="T46" fmla="*/ 0 h 662"/>
                  <a:gd name="T47" fmla="*/ 747 w 747"/>
                  <a:gd name="T48" fmla="*/ 662 h 66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47" h="662">
                    <a:moveTo>
                      <a:pt x="677" y="42"/>
                    </a:moveTo>
                    <a:lnTo>
                      <a:pt x="331" y="0"/>
                    </a:lnTo>
                    <a:lnTo>
                      <a:pt x="290" y="21"/>
                    </a:lnTo>
                    <a:lnTo>
                      <a:pt x="52" y="356"/>
                    </a:lnTo>
                    <a:lnTo>
                      <a:pt x="22" y="519"/>
                    </a:lnTo>
                    <a:lnTo>
                      <a:pt x="0" y="662"/>
                    </a:lnTo>
                    <a:lnTo>
                      <a:pt x="31" y="662"/>
                    </a:lnTo>
                    <a:lnTo>
                      <a:pt x="123" y="604"/>
                    </a:lnTo>
                    <a:lnTo>
                      <a:pt x="22" y="644"/>
                    </a:lnTo>
                    <a:lnTo>
                      <a:pt x="66" y="418"/>
                    </a:lnTo>
                    <a:lnTo>
                      <a:pt x="92" y="328"/>
                    </a:lnTo>
                    <a:lnTo>
                      <a:pt x="319" y="53"/>
                    </a:lnTo>
                    <a:lnTo>
                      <a:pt x="391" y="53"/>
                    </a:lnTo>
                    <a:lnTo>
                      <a:pt x="747" y="73"/>
                    </a:lnTo>
                    <a:lnTo>
                      <a:pt x="677"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1" name="Freeform 300"/>
              <p:cNvSpPr>
                <a:spLocks/>
              </p:cNvSpPr>
              <p:nvPr/>
            </p:nvSpPr>
            <p:spPr bwMode="auto">
              <a:xfrm>
                <a:off x="2967" y="1298"/>
                <a:ext cx="49" cy="72"/>
              </a:xfrm>
              <a:custGeom>
                <a:avLst/>
                <a:gdLst>
                  <a:gd name="T0" fmla="*/ 0 w 391"/>
                  <a:gd name="T1" fmla="*/ 0 h 583"/>
                  <a:gd name="T2" fmla="*/ 0 w 391"/>
                  <a:gd name="T3" fmla="*/ 0 h 583"/>
                  <a:gd name="T4" fmla="*/ 0 w 391"/>
                  <a:gd name="T5" fmla="*/ 0 h 583"/>
                  <a:gd name="T6" fmla="*/ 0 w 391"/>
                  <a:gd name="T7" fmla="*/ 0 h 583"/>
                  <a:gd name="T8" fmla="*/ 0 w 391"/>
                  <a:gd name="T9" fmla="*/ 0 h 583"/>
                  <a:gd name="T10" fmla="*/ 0 w 391"/>
                  <a:gd name="T11" fmla="*/ 0 h 583"/>
                  <a:gd name="T12" fmla="*/ 0 w 391"/>
                  <a:gd name="T13" fmla="*/ 0 h 583"/>
                  <a:gd name="T14" fmla="*/ 0 w 391"/>
                  <a:gd name="T15" fmla="*/ 0 h 583"/>
                  <a:gd name="T16" fmla="*/ 0 w 391"/>
                  <a:gd name="T17" fmla="*/ 0 h 583"/>
                  <a:gd name="T18" fmla="*/ 0 w 391"/>
                  <a:gd name="T19" fmla="*/ 0 h 583"/>
                  <a:gd name="T20" fmla="*/ 0 w 391"/>
                  <a:gd name="T21" fmla="*/ 0 h 583"/>
                  <a:gd name="T22" fmla="*/ 0 w 391"/>
                  <a:gd name="T23" fmla="*/ 0 h 583"/>
                  <a:gd name="T24" fmla="*/ 0 w 391"/>
                  <a:gd name="T25" fmla="*/ 0 h 583"/>
                  <a:gd name="T26" fmla="*/ 0 w 391"/>
                  <a:gd name="T27" fmla="*/ 0 h 583"/>
                  <a:gd name="T28" fmla="*/ 0 w 391"/>
                  <a:gd name="T29" fmla="*/ 0 h 583"/>
                  <a:gd name="T30" fmla="*/ 0 w 391"/>
                  <a:gd name="T31" fmla="*/ 0 h 5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1"/>
                  <a:gd name="T49" fmla="*/ 0 h 583"/>
                  <a:gd name="T50" fmla="*/ 391 w 391"/>
                  <a:gd name="T51" fmla="*/ 583 h 5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1" h="583">
                    <a:moveTo>
                      <a:pt x="279" y="0"/>
                    </a:moveTo>
                    <a:lnTo>
                      <a:pt x="126" y="191"/>
                    </a:lnTo>
                    <a:lnTo>
                      <a:pt x="62" y="297"/>
                    </a:lnTo>
                    <a:lnTo>
                      <a:pt x="0" y="583"/>
                    </a:lnTo>
                    <a:lnTo>
                      <a:pt x="75" y="560"/>
                    </a:lnTo>
                    <a:lnTo>
                      <a:pt x="147" y="501"/>
                    </a:lnTo>
                    <a:lnTo>
                      <a:pt x="209" y="387"/>
                    </a:lnTo>
                    <a:lnTo>
                      <a:pt x="290" y="253"/>
                    </a:lnTo>
                    <a:lnTo>
                      <a:pt x="391" y="157"/>
                    </a:lnTo>
                    <a:lnTo>
                      <a:pt x="279" y="247"/>
                    </a:lnTo>
                    <a:lnTo>
                      <a:pt x="174" y="398"/>
                    </a:lnTo>
                    <a:lnTo>
                      <a:pt x="115" y="501"/>
                    </a:lnTo>
                    <a:lnTo>
                      <a:pt x="41" y="541"/>
                    </a:lnTo>
                    <a:lnTo>
                      <a:pt x="83" y="297"/>
                    </a:lnTo>
                    <a:lnTo>
                      <a:pt x="147" y="185"/>
                    </a:lnTo>
                    <a:lnTo>
                      <a:pt x="27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2" name="Freeform 301"/>
              <p:cNvSpPr>
                <a:spLocks/>
              </p:cNvSpPr>
              <p:nvPr/>
            </p:nvSpPr>
            <p:spPr bwMode="auto">
              <a:xfrm>
                <a:off x="2984" y="1328"/>
                <a:ext cx="80" cy="42"/>
              </a:xfrm>
              <a:custGeom>
                <a:avLst/>
                <a:gdLst>
                  <a:gd name="T0" fmla="*/ 0 w 642"/>
                  <a:gd name="T1" fmla="*/ 0 h 336"/>
                  <a:gd name="T2" fmla="*/ 0 w 642"/>
                  <a:gd name="T3" fmla="*/ 0 h 336"/>
                  <a:gd name="T4" fmla="*/ 0 w 642"/>
                  <a:gd name="T5" fmla="*/ 0 h 336"/>
                  <a:gd name="T6" fmla="*/ 0 w 642"/>
                  <a:gd name="T7" fmla="*/ 0 h 336"/>
                  <a:gd name="T8" fmla="*/ 0 w 642"/>
                  <a:gd name="T9" fmla="*/ 0 h 336"/>
                  <a:gd name="T10" fmla="*/ 0 w 642"/>
                  <a:gd name="T11" fmla="*/ 0 h 336"/>
                  <a:gd name="T12" fmla="*/ 0 w 642"/>
                  <a:gd name="T13" fmla="*/ 0 h 336"/>
                  <a:gd name="T14" fmla="*/ 0 w 642"/>
                  <a:gd name="T15" fmla="*/ 0 h 336"/>
                  <a:gd name="T16" fmla="*/ 0 w 642"/>
                  <a:gd name="T17" fmla="*/ 0 h 336"/>
                  <a:gd name="T18" fmla="*/ 0 w 642"/>
                  <a:gd name="T19" fmla="*/ 0 h 336"/>
                  <a:gd name="T20" fmla="*/ 0 w 642"/>
                  <a:gd name="T21" fmla="*/ 0 h 336"/>
                  <a:gd name="T22" fmla="*/ 0 w 642"/>
                  <a:gd name="T23" fmla="*/ 0 h 336"/>
                  <a:gd name="T24" fmla="*/ 0 w 642"/>
                  <a:gd name="T25" fmla="*/ 0 h 336"/>
                  <a:gd name="T26" fmla="*/ 0 w 642"/>
                  <a:gd name="T27" fmla="*/ 0 h 336"/>
                  <a:gd name="T28" fmla="*/ 0 w 642"/>
                  <a:gd name="T29" fmla="*/ 0 h 336"/>
                  <a:gd name="T30" fmla="*/ 0 w 642"/>
                  <a:gd name="T31" fmla="*/ 0 h 336"/>
                  <a:gd name="T32" fmla="*/ 0 w 642"/>
                  <a:gd name="T33" fmla="*/ 0 h 336"/>
                  <a:gd name="T34" fmla="*/ 0 w 642"/>
                  <a:gd name="T35" fmla="*/ 0 h 336"/>
                  <a:gd name="T36" fmla="*/ 0 w 642"/>
                  <a:gd name="T37" fmla="*/ 0 h 336"/>
                  <a:gd name="T38" fmla="*/ 0 w 642"/>
                  <a:gd name="T39" fmla="*/ 0 h 3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42"/>
                  <a:gd name="T61" fmla="*/ 0 h 336"/>
                  <a:gd name="T62" fmla="*/ 642 w 642"/>
                  <a:gd name="T63" fmla="*/ 336 h 3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42" h="336">
                    <a:moveTo>
                      <a:pt x="20" y="201"/>
                    </a:moveTo>
                    <a:lnTo>
                      <a:pt x="20" y="294"/>
                    </a:lnTo>
                    <a:lnTo>
                      <a:pt x="133" y="254"/>
                    </a:lnTo>
                    <a:lnTo>
                      <a:pt x="244" y="120"/>
                    </a:lnTo>
                    <a:lnTo>
                      <a:pt x="354" y="0"/>
                    </a:lnTo>
                    <a:lnTo>
                      <a:pt x="284" y="120"/>
                    </a:lnTo>
                    <a:lnTo>
                      <a:pt x="214" y="201"/>
                    </a:lnTo>
                    <a:lnTo>
                      <a:pt x="194" y="232"/>
                    </a:lnTo>
                    <a:lnTo>
                      <a:pt x="264" y="232"/>
                    </a:lnTo>
                    <a:lnTo>
                      <a:pt x="339" y="214"/>
                    </a:lnTo>
                    <a:lnTo>
                      <a:pt x="521" y="76"/>
                    </a:lnTo>
                    <a:lnTo>
                      <a:pt x="642" y="6"/>
                    </a:lnTo>
                    <a:lnTo>
                      <a:pt x="479" y="140"/>
                    </a:lnTo>
                    <a:lnTo>
                      <a:pt x="369" y="232"/>
                    </a:lnTo>
                    <a:lnTo>
                      <a:pt x="284" y="254"/>
                    </a:lnTo>
                    <a:lnTo>
                      <a:pt x="172" y="263"/>
                    </a:lnTo>
                    <a:lnTo>
                      <a:pt x="60" y="325"/>
                    </a:lnTo>
                    <a:lnTo>
                      <a:pt x="0" y="336"/>
                    </a:lnTo>
                    <a:lnTo>
                      <a:pt x="0" y="263"/>
                    </a:lnTo>
                    <a:lnTo>
                      <a:pt x="20" y="2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3" name="Freeform 302"/>
              <p:cNvSpPr>
                <a:spLocks/>
              </p:cNvSpPr>
              <p:nvPr/>
            </p:nvSpPr>
            <p:spPr bwMode="auto">
              <a:xfrm>
                <a:off x="2944" y="1334"/>
                <a:ext cx="15" cy="13"/>
              </a:xfrm>
              <a:custGeom>
                <a:avLst/>
                <a:gdLst>
                  <a:gd name="T0" fmla="*/ 0 w 119"/>
                  <a:gd name="T1" fmla="*/ 0 h 110"/>
                  <a:gd name="T2" fmla="*/ 0 w 119"/>
                  <a:gd name="T3" fmla="*/ 0 h 110"/>
                  <a:gd name="T4" fmla="*/ 0 w 119"/>
                  <a:gd name="T5" fmla="*/ 0 h 110"/>
                  <a:gd name="T6" fmla="*/ 0 w 119"/>
                  <a:gd name="T7" fmla="*/ 0 h 110"/>
                  <a:gd name="T8" fmla="*/ 0 w 119"/>
                  <a:gd name="T9" fmla="*/ 0 h 110"/>
                  <a:gd name="T10" fmla="*/ 0 w 119"/>
                  <a:gd name="T11" fmla="*/ 0 h 110"/>
                  <a:gd name="T12" fmla="*/ 0 w 119"/>
                  <a:gd name="T13" fmla="*/ 0 h 110"/>
                  <a:gd name="T14" fmla="*/ 0 60000 65536"/>
                  <a:gd name="T15" fmla="*/ 0 60000 65536"/>
                  <a:gd name="T16" fmla="*/ 0 60000 65536"/>
                  <a:gd name="T17" fmla="*/ 0 60000 65536"/>
                  <a:gd name="T18" fmla="*/ 0 60000 65536"/>
                  <a:gd name="T19" fmla="*/ 0 60000 65536"/>
                  <a:gd name="T20" fmla="*/ 0 60000 65536"/>
                  <a:gd name="T21" fmla="*/ 0 w 119"/>
                  <a:gd name="T22" fmla="*/ 0 h 110"/>
                  <a:gd name="T23" fmla="*/ 119 w 119"/>
                  <a:gd name="T24" fmla="*/ 110 h 1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9" h="110">
                    <a:moveTo>
                      <a:pt x="119" y="0"/>
                    </a:moveTo>
                    <a:lnTo>
                      <a:pt x="59" y="35"/>
                    </a:lnTo>
                    <a:lnTo>
                      <a:pt x="0" y="72"/>
                    </a:lnTo>
                    <a:lnTo>
                      <a:pt x="20" y="88"/>
                    </a:lnTo>
                    <a:lnTo>
                      <a:pt x="59" y="99"/>
                    </a:lnTo>
                    <a:lnTo>
                      <a:pt x="101" y="110"/>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4" name="Freeform 303"/>
              <p:cNvSpPr>
                <a:spLocks/>
              </p:cNvSpPr>
              <p:nvPr/>
            </p:nvSpPr>
            <p:spPr bwMode="auto">
              <a:xfrm>
                <a:off x="3179" y="888"/>
                <a:ext cx="264" cy="359"/>
              </a:xfrm>
              <a:custGeom>
                <a:avLst/>
                <a:gdLst>
                  <a:gd name="T0" fmla="*/ 0 w 2116"/>
                  <a:gd name="T1" fmla="*/ 0 h 2873"/>
                  <a:gd name="T2" fmla="*/ 0 w 2116"/>
                  <a:gd name="T3" fmla="*/ 0 h 2873"/>
                  <a:gd name="T4" fmla="*/ 0 w 2116"/>
                  <a:gd name="T5" fmla="*/ 0 h 2873"/>
                  <a:gd name="T6" fmla="*/ 0 w 2116"/>
                  <a:gd name="T7" fmla="*/ 0 h 2873"/>
                  <a:gd name="T8" fmla="*/ 0 w 2116"/>
                  <a:gd name="T9" fmla="*/ 0 h 2873"/>
                  <a:gd name="T10" fmla="*/ 0 w 2116"/>
                  <a:gd name="T11" fmla="*/ 0 h 2873"/>
                  <a:gd name="T12" fmla="*/ 0 w 2116"/>
                  <a:gd name="T13" fmla="*/ 0 h 2873"/>
                  <a:gd name="T14" fmla="*/ 0 w 2116"/>
                  <a:gd name="T15" fmla="*/ 0 h 2873"/>
                  <a:gd name="T16" fmla="*/ 0 w 2116"/>
                  <a:gd name="T17" fmla="*/ 0 h 2873"/>
                  <a:gd name="T18" fmla="*/ 0 w 2116"/>
                  <a:gd name="T19" fmla="*/ 0 h 2873"/>
                  <a:gd name="T20" fmla="*/ 0 w 2116"/>
                  <a:gd name="T21" fmla="*/ 0 h 2873"/>
                  <a:gd name="T22" fmla="*/ 0 w 2116"/>
                  <a:gd name="T23" fmla="*/ 0 h 2873"/>
                  <a:gd name="T24" fmla="*/ 0 w 2116"/>
                  <a:gd name="T25" fmla="*/ 0 h 2873"/>
                  <a:gd name="T26" fmla="*/ 0 w 2116"/>
                  <a:gd name="T27" fmla="*/ 0 h 2873"/>
                  <a:gd name="T28" fmla="*/ 0 w 2116"/>
                  <a:gd name="T29" fmla="*/ 0 h 2873"/>
                  <a:gd name="T30" fmla="*/ 0 w 2116"/>
                  <a:gd name="T31" fmla="*/ 0 h 2873"/>
                  <a:gd name="T32" fmla="*/ 0 w 2116"/>
                  <a:gd name="T33" fmla="*/ 0 h 2873"/>
                  <a:gd name="T34" fmla="*/ 0 w 2116"/>
                  <a:gd name="T35" fmla="*/ 0 h 2873"/>
                  <a:gd name="T36" fmla="*/ 0 w 2116"/>
                  <a:gd name="T37" fmla="*/ 0 h 2873"/>
                  <a:gd name="T38" fmla="*/ 0 w 2116"/>
                  <a:gd name="T39" fmla="*/ 0 h 2873"/>
                  <a:gd name="T40" fmla="*/ 0 w 2116"/>
                  <a:gd name="T41" fmla="*/ 0 h 2873"/>
                  <a:gd name="T42" fmla="*/ 0 w 2116"/>
                  <a:gd name="T43" fmla="*/ 0 h 2873"/>
                  <a:gd name="T44" fmla="*/ 0 w 2116"/>
                  <a:gd name="T45" fmla="*/ 0 h 2873"/>
                  <a:gd name="T46" fmla="*/ 0 w 2116"/>
                  <a:gd name="T47" fmla="*/ 0 h 2873"/>
                  <a:gd name="T48" fmla="*/ 0 w 2116"/>
                  <a:gd name="T49" fmla="*/ 0 h 2873"/>
                  <a:gd name="T50" fmla="*/ 0 w 2116"/>
                  <a:gd name="T51" fmla="*/ 0 h 2873"/>
                  <a:gd name="T52" fmla="*/ 0 w 2116"/>
                  <a:gd name="T53" fmla="*/ 0 h 2873"/>
                  <a:gd name="T54" fmla="*/ 0 w 2116"/>
                  <a:gd name="T55" fmla="*/ 0 h 2873"/>
                  <a:gd name="T56" fmla="*/ 0 w 2116"/>
                  <a:gd name="T57" fmla="*/ 0 h 2873"/>
                  <a:gd name="T58" fmla="*/ 0 w 2116"/>
                  <a:gd name="T59" fmla="*/ 0 h 2873"/>
                  <a:gd name="T60" fmla="*/ 0 w 2116"/>
                  <a:gd name="T61" fmla="*/ 0 h 2873"/>
                  <a:gd name="T62" fmla="*/ 0 w 2116"/>
                  <a:gd name="T63" fmla="*/ 0 h 2873"/>
                  <a:gd name="T64" fmla="*/ 0 w 2116"/>
                  <a:gd name="T65" fmla="*/ 0 h 2873"/>
                  <a:gd name="T66" fmla="*/ 0 w 2116"/>
                  <a:gd name="T67" fmla="*/ 0 h 2873"/>
                  <a:gd name="T68" fmla="*/ 0 w 2116"/>
                  <a:gd name="T69" fmla="*/ 0 h 2873"/>
                  <a:gd name="T70" fmla="*/ 0 w 2116"/>
                  <a:gd name="T71" fmla="*/ 0 h 287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16"/>
                  <a:gd name="T109" fmla="*/ 0 h 2873"/>
                  <a:gd name="T110" fmla="*/ 2116 w 2116"/>
                  <a:gd name="T111" fmla="*/ 2873 h 287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16" h="2873">
                    <a:moveTo>
                      <a:pt x="774" y="2560"/>
                    </a:moveTo>
                    <a:lnTo>
                      <a:pt x="495" y="2587"/>
                    </a:lnTo>
                    <a:lnTo>
                      <a:pt x="152" y="2569"/>
                    </a:lnTo>
                    <a:lnTo>
                      <a:pt x="71" y="2534"/>
                    </a:lnTo>
                    <a:lnTo>
                      <a:pt x="0" y="2172"/>
                    </a:lnTo>
                    <a:lnTo>
                      <a:pt x="101" y="1974"/>
                    </a:lnTo>
                    <a:lnTo>
                      <a:pt x="238" y="1725"/>
                    </a:lnTo>
                    <a:lnTo>
                      <a:pt x="288" y="1501"/>
                    </a:lnTo>
                    <a:lnTo>
                      <a:pt x="288" y="958"/>
                    </a:lnTo>
                    <a:lnTo>
                      <a:pt x="325" y="633"/>
                    </a:lnTo>
                    <a:lnTo>
                      <a:pt x="396" y="342"/>
                    </a:lnTo>
                    <a:lnTo>
                      <a:pt x="429" y="316"/>
                    </a:lnTo>
                    <a:lnTo>
                      <a:pt x="607" y="268"/>
                    </a:lnTo>
                    <a:lnTo>
                      <a:pt x="913" y="187"/>
                    </a:lnTo>
                    <a:lnTo>
                      <a:pt x="1152" y="72"/>
                    </a:lnTo>
                    <a:lnTo>
                      <a:pt x="1341" y="9"/>
                    </a:lnTo>
                    <a:lnTo>
                      <a:pt x="1381" y="0"/>
                    </a:lnTo>
                    <a:lnTo>
                      <a:pt x="1431" y="58"/>
                    </a:lnTo>
                    <a:lnTo>
                      <a:pt x="1549" y="46"/>
                    </a:lnTo>
                    <a:lnTo>
                      <a:pt x="1549" y="342"/>
                    </a:lnTo>
                    <a:lnTo>
                      <a:pt x="1688" y="701"/>
                    </a:lnTo>
                    <a:lnTo>
                      <a:pt x="1549" y="492"/>
                    </a:lnTo>
                    <a:lnTo>
                      <a:pt x="1538" y="846"/>
                    </a:lnTo>
                    <a:lnTo>
                      <a:pt x="1572" y="1411"/>
                    </a:lnTo>
                    <a:lnTo>
                      <a:pt x="1598" y="1944"/>
                    </a:lnTo>
                    <a:lnTo>
                      <a:pt x="1618" y="2232"/>
                    </a:lnTo>
                    <a:lnTo>
                      <a:pt x="1660" y="2516"/>
                    </a:lnTo>
                    <a:lnTo>
                      <a:pt x="1846" y="2481"/>
                    </a:lnTo>
                    <a:lnTo>
                      <a:pt x="1974" y="2437"/>
                    </a:lnTo>
                    <a:lnTo>
                      <a:pt x="2116" y="2380"/>
                    </a:lnTo>
                    <a:lnTo>
                      <a:pt x="1948" y="2468"/>
                    </a:lnTo>
                    <a:lnTo>
                      <a:pt x="1727" y="2527"/>
                    </a:lnTo>
                    <a:lnTo>
                      <a:pt x="1482" y="2576"/>
                    </a:lnTo>
                    <a:lnTo>
                      <a:pt x="1459" y="2703"/>
                    </a:lnTo>
                    <a:lnTo>
                      <a:pt x="1459" y="2516"/>
                    </a:lnTo>
                    <a:lnTo>
                      <a:pt x="1310" y="2043"/>
                    </a:lnTo>
                    <a:lnTo>
                      <a:pt x="1211" y="2004"/>
                    </a:lnTo>
                    <a:lnTo>
                      <a:pt x="1139" y="2017"/>
                    </a:lnTo>
                    <a:lnTo>
                      <a:pt x="1106" y="2055"/>
                    </a:lnTo>
                    <a:lnTo>
                      <a:pt x="1090" y="2114"/>
                    </a:lnTo>
                    <a:lnTo>
                      <a:pt x="954" y="2123"/>
                    </a:lnTo>
                    <a:lnTo>
                      <a:pt x="948" y="2191"/>
                    </a:lnTo>
                    <a:lnTo>
                      <a:pt x="1123" y="2668"/>
                    </a:lnTo>
                    <a:lnTo>
                      <a:pt x="1270" y="2843"/>
                    </a:lnTo>
                    <a:lnTo>
                      <a:pt x="1291" y="2832"/>
                    </a:lnTo>
                    <a:lnTo>
                      <a:pt x="1251" y="2499"/>
                    </a:lnTo>
                    <a:lnTo>
                      <a:pt x="1171" y="2279"/>
                    </a:lnTo>
                    <a:lnTo>
                      <a:pt x="1310" y="2576"/>
                    </a:lnTo>
                    <a:lnTo>
                      <a:pt x="1392" y="2675"/>
                    </a:lnTo>
                    <a:lnTo>
                      <a:pt x="1301" y="2595"/>
                    </a:lnTo>
                    <a:lnTo>
                      <a:pt x="1282" y="2560"/>
                    </a:lnTo>
                    <a:lnTo>
                      <a:pt x="1332" y="2826"/>
                    </a:lnTo>
                    <a:lnTo>
                      <a:pt x="1310" y="2873"/>
                    </a:lnTo>
                    <a:lnTo>
                      <a:pt x="1261" y="2873"/>
                    </a:lnTo>
                    <a:lnTo>
                      <a:pt x="1171" y="2784"/>
                    </a:lnTo>
                    <a:lnTo>
                      <a:pt x="1114" y="2784"/>
                    </a:lnTo>
                    <a:lnTo>
                      <a:pt x="1065" y="2767"/>
                    </a:lnTo>
                    <a:lnTo>
                      <a:pt x="1024" y="2776"/>
                    </a:lnTo>
                    <a:lnTo>
                      <a:pt x="844" y="2696"/>
                    </a:lnTo>
                    <a:lnTo>
                      <a:pt x="816" y="2637"/>
                    </a:lnTo>
                    <a:lnTo>
                      <a:pt x="862" y="2675"/>
                    </a:lnTo>
                    <a:lnTo>
                      <a:pt x="954" y="2668"/>
                    </a:lnTo>
                    <a:lnTo>
                      <a:pt x="858" y="2527"/>
                    </a:lnTo>
                    <a:lnTo>
                      <a:pt x="973" y="2648"/>
                    </a:lnTo>
                    <a:lnTo>
                      <a:pt x="1065" y="2648"/>
                    </a:lnTo>
                    <a:lnTo>
                      <a:pt x="1072" y="2613"/>
                    </a:lnTo>
                    <a:lnTo>
                      <a:pt x="924" y="2232"/>
                    </a:lnTo>
                    <a:lnTo>
                      <a:pt x="835" y="2272"/>
                    </a:lnTo>
                    <a:lnTo>
                      <a:pt x="807" y="2362"/>
                    </a:lnTo>
                    <a:lnTo>
                      <a:pt x="835" y="2486"/>
                    </a:lnTo>
                    <a:lnTo>
                      <a:pt x="793" y="2430"/>
                    </a:lnTo>
                    <a:lnTo>
                      <a:pt x="774" y="2451"/>
                    </a:lnTo>
                    <a:lnTo>
                      <a:pt x="774" y="25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5" name="Freeform 304"/>
              <p:cNvSpPr>
                <a:spLocks/>
              </p:cNvSpPr>
              <p:nvPr/>
            </p:nvSpPr>
            <p:spPr bwMode="auto">
              <a:xfrm>
                <a:off x="3230" y="1228"/>
                <a:ext cx="66" cy="12"/>
              </a:xfrm>
              <a:custGeom>
                <a:avLst/>
                <a:gdLst>
                  <a:gd name="T0" fmla="*/ 0 w 525"/>
                  <a:gd name="T1" fmla="*/ 0 h 97"/>
                  <a:gd name="T2" fmla="*/ 0 w 525"/>
                  <a:gd name="T3" fmla="*/ 0 h 97"/>
                  <a:gd name="T4" fmla="*/ 0 w 525"/>
                  <a:gd name="T5" fmla="*/ 0 h 97"/>
                  <a:gd name="T6" fmla="*/ 0 w 525"/>
                  <a:gd name="T7" fmla="*/ 0 h 97"/>
                  <a:gd name="T8" fmla="*/ 0 w 525"/>
                  <a:gd name="T9" fmla="*/ 0 h 97"/>
                  <a:gd name="T10" fmla="*/ 0 w 525"/>
                  <a:gd name="T11" fmla="*/ 0 h 97"/>
                  <a:gd name="T12" fmla="*/ 0 60000 65536"/>
                  <a:gd name="T13" fmla="*/ 0 60000 65536"/>
                  <a:gd name="T14" fmla="*/ 0 60000 65536"/>
                  <a:gd name="T15" fmla="*/ 0 60000 65536"/>
                  <a:gd name="T16" fmla="*/ 0 60000 65536"/>
                  <a:gd name="T17" fmla="*/ 0 60000 65536"/>
                  <a:gd name="T18" fmla="*/ 0 w 525"/>
                  <a:gd name="T19" fmla="*/ 0 h 97"/>
                  <a:gd name="T20" fmla="*/ 525 w 525"/>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525" h="97">
                    <a:moveTo>
                      <a:pt x="525" y="7"/>
                    </a:moveTo>
                    <a:lnTo>
                      <a:pt x="255" y="66"/>
                    </a:lnTo>
                    <a:lnTo>
                      <a:pt x="0" y="97"/>
                    </a:lnTo>
                    <a:lnTo>
                      <a:pt x="255" y="58"/>
                    </a:lnTo>
                    <a:lnTo>
                      <a:pt x="474" y="0"/>
                    </a:lnTo>
                    <a:lnTo>
                      <a:pt x="52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6" name="Freeform 305"/>
              <p:cNvSpPr>
                <a:spLocks/>
              </p:cNvSpPr>
              <p:nvPr/>
            </p:nvSpPr>
            <p:spPr bwMode="auto">
              <a:xfrm>
                <a:off x="3412" y="949"/>
                <a:ext cx="92" cy="290"/>
              </a:xfrm>
              <a:custGeom>
                <a:avLst/>
                <a:gdLst>
                  <a:gd name="T0" fmla="*/ 0 w 737"/>
                  <a:gd name="T1" fmla="*/ 0 h 2321"/>
                  <a:gd name="T2" fmla="*/ 0 w 737"/>
                  <a:gd name="T3" fmla="*/ 0 h 2321"/>
                  <a:gd name="T4" fmla="*/ 0 w 737"/>
                  <a:gd name="T5" fmla="*/ 0 h 2321"/>
                  <a:gd name="T6" fmla="*/ 0 w 737"/>
                  <a:gd name="T7" fmla="*/ 0 h 2321"/>
                  <a:gd name="T8" fmla="*/ 0 w 737"/>
                  <a:gd name="T9" fmla="*/ 0 h 2321"/>
                  <a:gd name="T10" fmla="*/ 0 w 737"/>
                  <a:gd name="T11" fmla="*/ 0 h 2321"/>
                  <a:gd name="T12" fmla="*/ 0 w 737"/>
                  <a:gd name="T13" fmla="*/ 0 h 2321"/>
                  <a:gd name="T14" fmla="*/ 0 w 737"/>
                  <a:gd name="T15" fmla="*/ 0 h 2321"/>
                  <a:gd name="T16" fmla="*/ 0 w 737"/>
                  <a:gd name="T17" fmla="*/ 0 h 2321"/>
                  <a:gd name="T18" fmla="*/ 0 w 737"/>
                  <a:gd name="T19" fmla="*/ 0 h 2321"/>
                  <a:gd name="T20" fmla="*/ 0 w 737"/>
                  <a:gd name="T21" fmla="*/ 0 h 2321"/>
                  <a:gd name="T22" fmla="*/ 0 w 737"/>
                  <a:gd name="T23" fmla="*/ 0 h 2321"/>
                  <a:gd name="T24" fmla="*/ 0 w 737"/>
                  <a:gd name="T25" fmla="*/ 0 h 2321"/>
                  <a:gd name="T26" fmla="*/ 0 w 737"/>
                  <a:gd name="T27" fmla="*/ 0 h 2321"/>
                  <a:gd name="T28" fmla="*/ 0 w 737"/>
                  <a:gd name="T29" fmla="*/ 0 h 2321"/>
                  <a:gd name="T30" fmla="*/ 0 w 737"/>
                  <a:gd name="T31" fmla="*/ 0 h 2321"/>
                  <a:gd name="T32" fmla="*/ 0 w 737"/>
                  <a:gd name="T33" fmla="*/ 0 h 2321"/>
                  <a:gd name="T34" fmla="*/ 0 w 737"/>
                  <a:gd name="T35" fmla="*/ 0 h 2321"/>
                  <a:gd name="T36" fmla="*/ 0 w 737"/>
                  <a:gd name="T37" fmla="*/ 0 h 2321"/>
                  <a:gd name="T38" fmla="*/ 0 w 737"/>
                  <a:gd name="T39" fmla="*/ 0 h 2321"/>
                  <a:gd name="T40" fmla="*/ 0 w 737"/>
                  <a:gd name="T41" fmla="*/ 0 h 2321"/>
                  <a:gd name="T42" fmla="*/ 0 w 737"/>
                  <a:gd name="T43" fmla="*/ 0 h 2321"/>
                  <a:gd name="T44" fmla="*/ 0 w 737"/>
                  <a:gd name="T45" fmla="*/ 0 h 2321"/>
                  <a:gd name="T46" fmla="*/ 0 w 737"/>
                  <a:gd name="T47" fmla="*/ 0 h 2321"/>
                  <a:gd name="T48" fmla="*/ 0 w 737"/>
                  <a:gd name="T49" fmla="*/ 0 h 2321"/>
                  <a:gd name="T50" fmla="*/ 0 w 737"/>
                  <a:gd name="T51" fmla="*/ 0 h 2321"/>
                  <a:gd name="T52" fmla="*/ 0 w 737"/>
                  <a:gd name="T53" fmla="*/ 0 h 2321"/>
                  <a:gd name="T54" fmla="*/ 0 w 737"/>
                  <a:gd name="T55" fmla="*/ 0 h 2321"/>
                  <a:gd name="T56" fmla="*/ 0 w 737"/>
                  <a:gd name="T57" fmla="*/ 0 h 2321"/>
                  <a:gd name="T58" fmla="*/ 0 w 737"/>
                  <a:gd name="T59" fmla="*/ 0 h 2321"/>
                  <a:gd name="T60" fmla="*/ 0 w 737"/>
                  <a:gd name="T61" fmla="*/ 0 h 2321"/>
                  <a:gd name="T62" fmla="*/ 0 w 737"/>
                  <a:gd name="T63" fmla="*/ 0 h 2321"/>
                  <a:gd name="T64" fmla="*/ 0 w 737"/>
                  <a:gd name="T65" fmla="*/ 0 h 2321"/>
                  <a:gd name="T66" fmla="*/ 0 w 737"/>
                  <a:gd name="T67" fmla="*/ 0 h 2321"/>
                  <a:gd name="T68" fmla="*/ 0 w 737"/>
                  <a:gd name="T69" fmla="*/ 0 h 2321"/>
                  <a:gd name="T70" fmla="*/ 0 w 737"/>
                  <a:gd name="T71" fmla="*/ 0 h 2321"/>
                  <a:gd name="T72" fmla="*/ 0 w 737"/>
                  <a:gd name="T73" fmla="*/ 0 h 2321"/>
                  <a:gd name="T74" fmla="*/ 0 w 737"/>
                  <a:gd name="T75" fmla="*/ 0 h 2321"/>
                  <a:gd name="T76" fmla="*/ 0 w 737"/>
                  <a:gd name="T77" fmla="*/ 0 h 2321"/>
                  <a:gd name="T78" fmla="*/ 0 w 737"/>
                  <a:gd name="T79" fmla="*/ 0 h 232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37"/>
                  <a:gd name="T121" fmla="*/ 0 h 2321"/>
                  <a:gd name="T122" fmla="*/ 737 w 737"/>
                  <a:gd name="T123" fmla="*/ 2321 h 232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37" h="2321">
                    <a:moveTo>
                      <a:pt x="102" y="0"/>
                    </a:moveTo>
                    <a:lnTo>
                      <a:pt x="102" y="115"/>
                    </a:lnTo>
                    <a:lnTo>
                      <a:pt x="0" y="418"/>
                    </a:lnTo>
                    <a:lnTo>
                      <a:pt x="14" y="431"/>
                    </a:lnTo>
                    <a:lnTo>
                      <a:pt x="133" y="99"/>
                    </a:lnTo>
                    <a:lnTo>
                      <a:pt x="221" y="179"/>
                    </a:lnTo>
                    <a:lnTo>
                      <a:pt x="244" y="249"/>
                    </a:lnTo>
                    <a:lnTo>
                      <a:pt x="172" y="453"/>
                    </a:lnTo>
                    <a:lnTo>
                      <a:pt x="143" y="642"/>
                    </a:lnTo>
                    <a:lnTo>
                      <a:pt x="133" y="947"/>
                    </a:lnTo>
                    <a:lnTo>
                      <a:pt x="143" y="1293"/>
                    </a:lnTo>
                    <a:lnTo>
                      <a:pt x="184" y="1925"/>
                    </a:lnTo>
                    <a:lnTo>
                      <a:pt x="210" y="1917"/>
                    </a:lnTo>
                    <a:lnTo>
                      <a:pt x="172" y="938"/>
                    </a:lnTo>
                    <a:lnTo>
                      <a:pt x="201" y="603"/>
                    </a:lnTo>
                    <a:lnTo>
                      <a:pt x="253" y="387"/>
                    </a:lnTo>
                    <a:lnTo>
                      <a:pt x="350" y="218"/>
                    </a:lnTo>
                    <a:lnTo>
                      <a:pt x="283" y="218"/>
                    </a:lnTo>
                    <a:lnTo>
                      <a:pt x="184" y="80"/>
                    </a:lnTo>
                    <a:lnTo>
                      <a:pt x="201" y="18"/>
                    </a:lnTo>
                    <a:lnTo>
                      <a:pt x="350" y="60"/>
                    </a:lnTo>
                    <a:lnTo>
                      <a:pt x="392" y="227"/>
                    </a:lnTo>
                    <a:lnTo>
                      <a:pt x="469" y="565"/>
                    </a:lnTo>
                    <a:lnTo>
                      <a:pt x="500" y="862"/>
                    </a:lnTo>
                    <a:lnTo>
                      <a:pt x="519" y="1262"/>
                    </a:lnTo>
                    <a:lnTo>
                      <a:pt x="541" y="1534"/>
                    </a:lnTo>
                    <a:lnTo>
                      <a:pt x="590" y="1869"/>
                    </a:lnTo>
                    <a:lnTo>
                      <a:pt x="638" y="2104"/>
                    </a:lnTo>
                    <a:lnTo>
                      <a:pt x="689" y="2301"/>
                    </a:lnTo>
                    <a:lnTo>
                      <a:pt x="737" y="2321"/>
                    </a:lnTo>
                    <a:lnTo>
                      <a:pt x="638" y="1925"/>
                    </a:lnTo>
                    <a:lnTo>
                      <a:pt x="590" y="1572"/>
                    </a:lnTo>
                    <a:lnTo>
                      <a:pt x="562" y="1255"/>
                    </a:lnTo>
                    <a:lnTo>
                      <a:pt x="541" y="938"/>
                    </a:lnTo>
                    <a:lnTo>
                      <a:pt x="519" y="702"/>
                    </a:lnTo>
                    <a:lnTo>
                      <a:pt x="489" y="495"/>
                    </a:lnTo>
                    <a:lnTo>
                      <a:pt x="449" y="297"/>
                    </a:lnTo>
                    <a:lnTo>
                      <a:pt x="401" y="106"/>
                    </a:lnTo>
                    <a:lnTo>
                      <a:pt x="378" y="53"/>
                    </a:lnTo>
                    <a:lnTo>
                      <a:pt x="1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7" name="Freeform 306"/>
              <p:cNvSpPr>
                <a:spLocks/>
              </p:cNvSpPr>
              <p:nvPr/>
            </p:nvSpPr>
            <p:spPr bwMode="auto">
              <a:xfrm>
                <a:off x="3482" y="878"/>
                <a:ext cx="247" cy="397"/>
              </a:xfrm>
              <a:custGeom>
                <a:avLst/>
                <a:gdLst>
                  <a:gd name="T0" fmla="*/ 0 w 1973"/>
                  <a:gd name="T1" fmla="*/ 0 h 3170"/>
                  <a:gd name="T2" fmla="*/ 0 w 1973"/>
                  <a:gd name="T3" fmla="*/ 0 h 3170"/>
                  <a:gd name="T4" fmla="*/ 0 w 1973"/>
                  <a:gd name="T5" fmla="*/ 0 h 3170"/>
                  <a:gd name="T6" fmla="*/ 0 w 1973"/>
                  <a:gd name="T7" fmla="*/ 0 h 3170"/>
                  <a:gd name="T8" fmla="*/ 0 w 1973"/>
                  <a:gd name="T9" fmla="*/ 0 h 3170"/>
                  <a:gd name="T10" fmla="*/ 0 w 1973"/>
                  <a:gd name="T11" fmla="*/ 0 h 3170"/>
                  <a:gd name="T12" fmla="*/ 0 w 1973"/>
                  <a:gd name="T13" fmla="*/ 0 h 3170"/>
                  <a:gd name="T14" fmla="*/ 0 w 1973"/>
                  <a:gd name="T15" fmla="*/ 0 h 3170"/>
                  <a:gd name="T16" fmla="*/ 0 w 1973"/>
                  <a:gd name="T17" fmla="*/ 0 h 3170"/>
                  <a:gd name="T18" fmla="*/ 0 w 1973"/>
                  <a:gd name="T19" fmla="*/ 0 h 3170"/>
                  <a:gd name="T20" fmla="*/ 0 w 1973"/>
                  <a:gd name="T21" fmla="*/ 0 h 3170"/>
                  <a:gd name="T22" fmla="*/ 0 w 1973"/>
                  <a:gd name="T23" fmla="*/ 0 h 3170"/>
                  <a:gd name="T24" fmla="*/ 0 w 1973"/>
                  <a:gd name="T25" fmla="*/ 0 h 3170"/>
                  <a:gd name="T26" fmla="*/ 0 w 1973"/>
                  <a:gd name="T27" fmla="*/ 0 h 3170"/>
                  <a:gd name="T28" fmla="*/ 0 w 1973"/>
                  <a:gd name="T29" fmla="*/ 0 h 3170"/>
                  <a:gd name="T30" fmla="*/ 0 w 1973"/>
                  <a:gd name="T31" fmla="*/ 0 h 3170"/>
                  <a:gd name="T32" fmla="*/ 0 w 1973"/>
                  <a:gd name="T33" fmla="*/ 0 h 3170"/>
                  <a:gd name="T34" fmla="*/ 0 w 1973"/>
                  <a:gd name="T35" fmla="*/ 0 h 3170"/>
                  <a:gd name="T36" fmla="*/ 0 w 1973"/>
                  <a:gd name="T37" fmla="*/ 0 h 3170"/>
                  <a:gd name="T38" fmla="*/ 0 w 1973"/>
                  <a:gd name="T39" fmla="*/ 0 h 3170"/>
                  <a:gd name="T40" fmla="*/ 0 w 1973"/>
                  <a:gd name="T41" fmla="*/ 0 h 3170"/>
                  <a:gd name="T42" fmla="*/ 0 w 1973"/>
                  <a:gd name="T43" fmla="*/ 0 h 3170"/>
                  <a:gd name="T44" fmla="*/ 0 w 1973"/>
                  <a:gd name="T45" fmla="*/ 0 h 3170"/>
                  <a:gd name="T46" fmla="*/ 0 w 1973"/>
                  <a:gd name="T47" fmla="*/ 0 h 3170"/>
                  <a:gd name="T48" fmla="*/ 0 w 1973"/>
                  <a:gd name="T49" fmla="*/ 0 h 3170"/>
                  <a:gd name="T50" fmla="*/ 0 w 1973"/>
                  <a:gd name="T51" fmla="*/ 0 h 3170"/>
                  <a:gd name="T52" fmla="*/ 0 w 1973"/>
                  <a:gd name="T53" fmla="*/ 0 h 3170"/>
                  <a:gd name="T54" fmla="*/ 0 w 1973"/>
                  <a:gd name="T55" fmla="*/ 0 h 3170"/>
                  <a:gd name="T56" fmla="*/ 0 w 1973"/>
                  <a:gd name="T57" fmla="*/ 0 h 3170"/>
                  <a:gd name="T58" fmla="*/ 0 w 1973"/>
                  <a:gd name="T59" fmla="*/ 0 h 3170"/>
                  <a:gd name="T60" fmla="*/ 0 w 1973"/>
                  <a:gd name="T61" fmla="*/ 0 h 3170"/>
                  <a:gd name="T62" fmla="*/ 0 w 1973"/>
                  <a:gd name="T63" fmla="*/ 0 h 3170"/>
                  <a:gd name="T64" fmla="*/ 0 w 1973"/>
                  <a:gd name="T65" fmla="*/ 0 h 3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73"/>
                  <a:gd name="T100" fmla="*/ 0 h 3170"/>
                  <a:gd name="T101" fmla="*/ 1973 w 1973"/>
                  <a:gd name="T102" fmla="*/ 3170 h 3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73" h="3170">
                    <a:moveTo>
                      <a:pt x="67" y="563"/>
                    </a:moveTo>
                    <a:lnTo>
                      <a:pt x="0" y="869"/>
                    </a:lnTo>
                    <a:lnTo>
                      <a:pt x="136" y="572"/>
                    </a:lnTo>
                    <a:lnTo>
                      <a:pt x="274" y="970"/>
                    </a:lnTo>
                    <a:lnTo>
                      <a:pt x="344" y="1394"/>
                    </a:lnTo>
                    <a:lnTo>
                      <a:pt x="383" y="1847"/>
                    </a:lnTo>
                    <a:lnTo>
                      <a:pt x="376" y="2211"/>
                    </a:lnTo>
                    <a:lnTo>
                      <a:pt x="351" y="2596"/>
                    </a:lnTo>
                    <a:lnTo>
                      <a:pt x="316" y="2822"/>
                    </a:lnTo>
                    <a:lnTo>
                      <a:pt x="272" y="2893"/>
                    </a:lnTo>
                    <a:lnTo>
                      <a:pt x="1821" y="3170"/>
                    </a:lnTo>
                    <a:lnTo>
                      <a:pt x="1973" y="2728"/>
                    </a:lnTo>
                    <a:lnTo>
                      <a:pt x="1893" y="2548"/>
                    </a:lnTo>
                    <a:lnTo>
                      <a:pt x="1836" y="2104"/>
                    </a:lnTo>
                    <a:lnTo>
                      <a:pt x="1715" y="1687"/>
                    </a:lnTo>
                    <a:lnTo>
                      <a:pt x="1544" y="1431"/>
                    </a:lnTo>
                    <a:lnTo>
                      <a:pt x="1586" y="1346"/>
                    </a:lnTo>
                    <a:lnTo>
                      <a:pt x="1575" y="1298"/>
                    </a:lnTo>
                    <a:lnTo>
                      <a:pt x="1544" y="1245"/>
                    </a:lnTo>
                    <a:lnTo>
                      <a:pt x="1506" y="1205"/>
                    </a:lnTo>
                    <a:lnTo>
                      <a:pt x="1467" y="1185"/>
                    </a:lnTo>
                    <a:lnTo>
                      <a:pt x="1432" y="887"/>
                    </a:lnTo>
                    <a:lnTo>
                      <a:pt x="1386" y="603"/>
                    </a:lnTo>
                    <a:lnTo>
                      <a:pt x="1316" y="357"/>
                    </a:lnTo>
                    <a:lnTo>
                      <a:pt x="984" y="230"/>
                    </a:lnTo>
                    <a:lnTo>
                      <a:pt x="791" y="205"/>
                    </a:lnTo>
                    <a:lnTo>
                      <a:pt x="503" y="168"/>
                    </a:lnTo>
                    <a:lnTo>
                      <a:pt x="316" y="108"/>
                    </a:lnTo>
                    <a:lnTo>
                      <a:pt x="136" y="0"/>
                    </a:lnTo>
                    <a:lnTo>
                      <a:pt x="168" y="295"/>
                    </a:lnTo>
                    <a:lnTo>
                      <a:pt x="157" y="408"/>
                    </a:lnTo>
                    <a:lnTo>
                      <a:pt x="104" y="524"/>
                    </a:lnTo>
                    <a:lnTo>
                      <a:pt x="67" y="5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8" name="Freeform 307"/>
              <p:cNvSpPr>
                <a:spLocks/>
              </p:cNvSpPr>
              <p:nvPr/>
            </p:nvSpPr>
            <p:spPr bwMode="auto">
              <a:xfrm>
                <a:off x="3230" y="1186"/>
                <a:ext cx="363" cy="201"/>
              </a:xfrm>
              <a:custGeom>
                <a:avLst/>
                <a:gdLst>
                  <a:gd name="T0" fmla="*/ 0 w 2906"/>
                  <a:gd name="T1" fmla="*/ 0 h 1607"/>
                  <a:gd name="T2" fmla="*/ 0 w 2906"/>
                  <a:gd name="T3" fmla="*/ 0 h 1607"/>
                  <a:gd name="T4" fmla="*/ 0 w 2906"/>
                  <a:gd name="T5" fmla="*/ 0 h 1607"/>
                  <a:gd name="T6" fmla="*/ 0 w 2906"/>
                  <a:gd name="T7" fmla="*/ 0 h 1607"/>
                  <a:gd name="T8" fmla="*/ 0 w 2906"/>
                  <a:gd name="T9" fmla="*/ 0 h 1607"/>
                  <a:gd name="T10" fmla="*/ 0 w 2906"/>
                  <a:gd name="T11" fmla="*/ 0 h 1607"/>
                  <a:gd name="T12" fmla="*/ 0 w 2906"/>
                  <a:gd name="T13" fmla="*/ 0 h 1607"/>
                  <a:gd name="T14" fmla="*/ 0 w 2906"/>
                  <a:gd name="T15" fmla="*/ 0 h 1607"/>
                  <a:gd name="T16" fmla="*/ 0 w 2906"/>
                  <a:gd name="T17" fmla="*/ 0 h 1607"/>
                  <a:gd name="T18" fmla="*/ 0 w 2906"/>
                  <a:gd name="T19" fmla="*/ 0 h 1607"/>
                  <a:gd name="T20" fmla="*/ 0 w 2906"/>
                  <a:gd name="T21" fmla="*/ 0 h 1607"/>
                  <a:gd name="T22" fmla="*/ 0 w 2906"/>
                  <a:gd name="T23" fmla="*/ 0 h 1607"/>
                  <a:gd name="T24" fmla="*/ 0 w 2906"/>
                  <a:gd name="T25" fmla="*/ 0 h 1607"/>
                  <a:gd name="T26" fmla="*/ 0 w 2906"/>
                  <a:gd name="T27" fmla="*/ 0 h 1607"/>
                  <a:gd name="T28" fmla="*/ 0 w 2906"/>
                  <a:gd name="T29" fmla="*/ 0 h 1607"/>
                  <a:gd name="T30" fmla="*/ 0 w 2906"/>
                  <a:gd name="T31" fmla="*/ 0 h 1607"/>
                  <a:gd name="T32" fmla="*/ 0 w 2906"/>
                  <a:gd name="T33" fmla="*/ 0 h 1607"/>
                  <a:gd name="T34" fmla="*/ 0 w 2906"/>
                  <a:gd name="T35" fmla="*/ 0 h 1607"/>
                  <a:gd name="T36" fmla="*/ 0 w 2906"/>
                  <a:gd name="T37" fmla="*/ 0 h 1607"/>
                  <a:gd name="T38" fmla="*/ 0 w 2906"/>
                  <a:gd name="T39" fmla="*/ 0 h 1607"/>
                  <a:gd name="T40" fmla="*/ 0 w 2906"/>
                  <a:gd name="T41" fmla="*/ 0 h 1607"/>
                  <a:gd name="T42" fmla="*/ 0 w 2906"/>
                  <a:gd name="T43" fmla="*/ 0 h 1607"/>
                  <a:gd name="T44" fmla="*/ 0 w 2906"/>
                  <a:gd name="T45" fmla="*/ 0 h 1607"/>
                  <a:gd name="T46" fmla="*/ 0 w 2906"/>
                  <a:gd name="T47" fmla="*/ 0 h 1607"/>
                  <a:gd name="T48" fmla="*/ 0 w 2906"/>
                  <a:gd name="T49" fmla="*/ 0 h 1607"/>
                  <a:gd name="T50" fmla="*/ 0 w 2906"/>
                  <a:gd name="T51" fmla="*/ 0 h 160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906"/>
                  <a:gd name="T79" fmla="*/ 0 h 1607"/>
                  <a:gd name="T80" fmla="*/ 2906 w 2906"/>
                  <a:gd name="T81" fmla="*/ 1607 h 160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906" h="1607">
                    <a:moveTo>
                      <a:pt x="0" y="424"/>
                    </a:moveTo>
                    <a:lnTo>
                      <a:pt x="198" y="881"/>
                    </a:lnTo>
                    <a:lnTo>
                      <a:pt x="283" y="1063"/>
                    </a:lnTo>
                    <a:lnTo>
                      <a:pt x="382" y="1206"/>
                    </a:lnTo>
                    <a:lnTo>
                      <a:pt x="488" y="1319"/>
                    </a:lnTo>
                    <a:lnTo>
                      <a:pt x="596" y="1407"/>
                    </a:lnTo>
                    <a:lnTo>
                      <a:pt x="705" y="1473"/>
                    </a:lnTo>
                    <a:lnTo>
                      <a:pt x="840" y="1524"/>
                    </a:lnTo>
                    <a:lnTo>
                      <a:pt x="1007" y="1572"/>
                    </a:lnTo>
                    <a:lnTo>
                      <a:pt x="1235" y="1598"/>
                    </a:lnTo>
                    <a:lnTo>
                      <a:pt x="1437" y="1607"/>
                    </a:lnTo>
                    <a:lnTo>
                      <a:pt x="1675" y="1598"/>
                    </a:lnTo>
                    <a:lnTo>
                      <a:pt x="1892" y="1578"/>
                    </a:lnTo>
                    <a:lnTo>
                      <a:pt x="2101" y="1534"/>
                    </a:lnTo>
                    <a:lnTo>
                      <a:pt x="2297" y="1485"/>
                    </a:lnTo>
                    <a:lnTo>
                      <a:pt x="2514" y="1446"/>
                    </a:lnTo>
                    <a:lnTo>
                      <a:pt x="2729" y="1431"/>
                    </a:lnTo>
                    <a:lnTo>
                      <a:pt x="2906" y="1431"/>
                    </a:lnTo>
                    <a:lnTo>
                      <a:pt x="2671" y="1367"/>
                    </a:lnTo>
                    <a:lnTo>
                      <a:pt x="2473" y="1257"/>
                    </a:lnTo>
                    <a:lnTo>
                      <a:pt x="2288" y="1095"/>
                    </a:lnTo>
                    <a:lnTo>
                      <a:pt x="2154" y="941"/>
                    </a:lnTo>
                    <a:lnTo>
                      <a:pt x="2070" y="811"/>
                    </a:lnTo>
                    <a:lnTo>
                      <a:pt x="1866" y="383"/>
                    </a:lnTo>
                    <a:lnTo>
                      <a:pt x="1751" y="143"/>
                    </a:lnTo>
                    <a:lnTo>
                      <a:pt x="1692"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89" name="Freeform 308"/>
              <p:cNvSpPr>
                <a:spLocks/>
              </p:cNvSpPr>
              <p:nvPr/>
            </p:nvSpPr>
            <p:spPr bwMode="auto">
              <a:xfrm>
                <a:off x="3221" y="1310"/>
                <a:ext cx="245" cy="81"/>
              </a:xfrm>
              <a:custGeom>
                <a:avLst/>
                <a:gdLst>
                  <a:gd name="T0" fmla="*/ 0 w 1964"/>
                  <a:gd name="T1" fmla="*/ 0 h 646"/>
                  <a:gd name="T2" fmla="*/ 0 w 1964"/>
                  <a:gd name="T3" fmla="*/ 0 h 646"/>
                  <a:gd name="T4" fmla="*/ 0 w 1964"/>
                  <a:gd name="T5" fmla="*/ 0 h 646"/>
                  <a:gd name="T6" fmla="*/ 0 w 1964"/>
                  <a:gd name="T7" fmla="*/ 0 h 646"/>
                  <a:gd name="T8" fmla="*/ 0 w 1964"/>
                  <a:gd name="T9" fmla="*/ 0 h 646"/>
                  <a:gd name="T10" fmla="*/ 0 w 1964"/>
                  <a:gd name="T11" fmla="*/ 0 h 646"/>
                  <a:gd name="T12" fmla="*/ 0 w 1964"/>
                  <a:gd name="T13" fmla="*/ 0 h 646"/>
                  <a:gd name="T14" fmla="*/ 0 w 1964"/>
                  <a:gd name="T15" fmla="*/ 0 h 646"/>
                  <a:gd name="T16" fmla="*/ 0 w 1964"/>
                  <a:gd name="T17" fmla="*/ 0 h 646"/>
                  <a:gd name="T18" fmla="*/ 0 w 1964"/>
                  <a:gd name="T19" fmla="*/ 0 h 646"/>
                  <a:gd name="T20" fmla="*/ 0 w 1964"/>
                  <a:gd name="T21" fmla="*/ 0 h 646"/>
                  <a:gd name="T22" fmla="*/ 0 w 1964"/>
                  <a:gd name="T23" fmla="*/ 0 h 646"/>
                  <a:gd name="T24" fmla="*/ 0 w 1964"/>
                  <a:gd name="T25" fmla="*/ 0 h 646"/>
                  <a:gd name="T26" fmla="*/ 0 w 1964"/>
                  <a:gd name="T27" fmla="*/ 0 h 646"/>
                  <a:gd name="T28" fmla="*/ 0 w 1964"/>
                  <a:gd name="T29" fmla="*/ 0 h 646"/>
                  <a:gd name="T30" fmla="*/ 0 w 1964"/>
                  <a:gd name="T31" fmla="*/ 0 h 646"/>
                  <a:gd name="T32" fmla="*/ 0 w 1964"/>
                  <a:gd name="T33" fmla="*/ 0 h 646"/>
                  <a:gd name="T34" fmla="*/ 0 w 1964"/>
                  <a:gd name="T35" fmla="*/ 0 h 646"/>
                  <a:gd name="T36" fmla="*/ 0 w 1964"/>
                  <a:gd name="T37" fmla="*/ 0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64"/>
                  <a:gd name="T58" fmla="*/ 0 h 646"/>
                  <a:gd name="T59" fmla="*/ 1964 w 1964"/>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64" h="646">
                    <a:moveTo>
                      <a:pt x="1964" y="587"/>
                    </a:moveTo>
                    <a:lnTo>
                      <a:pt x="1628" y="630"/>
                    </a:lnTo>
                    <a:lnTo>
                      <a:pt x="1250" y="646"/>
                    </a:lnTo>
                    <a:lnTo>
                      <a:pt x="924" y="625"/>
                    </a:lnTo>
                    <a:lnTo>
                      <a:pt x="716" y="563"/>
                    </a:lnTo>
                    <a:lnTo>
                      <a:pt x="542" y="488"/>
                    </a:lnTo>
                    <a:lnTo>
                      <a:pt x="355" y="367"/>
                    </a:lnTo>
                    <a:lnTo>
                      <a:pt x="175" y="215"/>
                    </a:lnTo>
                    <a:lnTo>
                      <a:pt x="0" y="72"/>
                    </a:lnTo>
                    <a:lnTo>
                      <a:pt x="325" y="0"/>
                    </a:lnTo>
                    <a:lnTo>
                      <a:pt x="415" y="160"/>
                    </a:lnTo>
                    <a:lnTo>
                      <a:pt x="551" y="319"/>
                    </a:lnTo>
                    <a:lnTo>
                      <a:pt x="703" y="436"/>
                    </a:lnTo>
                    <a:lnTo>
                      <a:pt x="866" y="510"/>
                    </a:lnTo>
                    <a:lnTo>
                      <a:pt x="1079" y="581"/>
                    </a:lnTo>
                    <a:lnTo>
                      <a:pt x="1323" y="607"/>
                    </a:lnTo>
                    <a:lnTo>
                      <a:pt x="1505" y="616"/>
                    </a:lnTo>
                    <a:lnTo>
                      <a:pt x="1674" y="609"/>
                    </a:lnTo>
                    <a:lnTo>
                      <a:pt x="1964" y="5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90" name="Line 309"/>
              <p:cNvSpPr>
                <a:spLocks noChangeShapeType="1"/>
              </p:cNvSpPr>
              <p:nvPr/>
            </p:nvSpPr>
            <p:spPr bwMode="auto">
              <a:xfrm flipV="1">
                <a:off x="2821" y="1331"/>
                <a:ext cx="78"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1" name="Freeform 310"/>
              <p:cNvSpPr>
                <a:spLocks/>
              </p:cNvSpPr>
              <p:nvPr/>
            </p:nvSpPr>
            <p:spPr bwMode="auto">
              <a:xfrm>
                <a:off x="2909" y="1321"/>
                <a:ext cx="45" cy="22"/>
              </a:xfrm>
              <a:custGeom>
                <a:avLst/>
                <a:gdLst>
                  <a:gd name="T0" fmla="*/ 0 w 360"/>
                  <a:gd name="T1" fmla="*/ 0 h 173"/>
                  <a:gd name="T2" fmla="*/ 0 w 360"/>
                  <a:gd name="T3" fmla="*/ 0 h 173"/>
                  <a:gd name="T4" fmla="*/ 0 w 360"/>
                  <a:gd name="T5" fmla="*/ 0 h 173"/>
                  <a:gd name="T6" fmla="*/ 0 60000 65536"/>
                  <a:gd name="T7" fmla="*/ 0 60000 65536"/>
                  <a:gd name="T8" fmla="*/ 0 60000 65536"/>
                  <a:gd name="T9" fmla="*/ 0 w 360"/>
                  <a:gd name="T10" fmla="*/ 0 h 173"/>
                  <a:gd name="T11" fmla="*/ 360 w 360"/>
                  <a:gd name="T12" fmla="*/ 173 h 173"/>
                </a:gdLst>
                <a:ahLst/>
                <a:cxnLst>
                  <a:cxn ang="T6">
                    <a:pos x="T0" y="T1"/>
                  </a:cxn>
                  <a:cxn ang="T7">
                    <a:pos x="T2" y="T3"/>
                  </a:cxn>
                  <a:cxn ang="T8">
                    <a:pos x="T4" y="T5"/>
                  </a:cxn>
                </a:cxnLst>
                <a:rect l="T9" t="T10" r="T11" b="T12"/>
                <a:pathLst>
                  <a:path w="360" h="173">
                    <a:moveTo>
                      <a:pt x="0" y="49"/>
                    </a:moveTo>
                    <a:lnTo>
                      <a:pt x="173" y="0"/>
                    </a:lnTo>
                    <a:lnTo>
                      <a:pt x="360" y="17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92" name="Freeform 311"/>
              <p:cNvSpPr>
                <a:spLocks/>
              </p:cNvSpPr>
              <p:nvPr/>
            </p:nvSpPr>
            <p:spPr bwMode="auto">
              <a:xfrm>
                <a:off x="2788" y="1365"/>
                <a:ext cx="284" cy="179"/>
              </a:xfrm>
              <a:custGeom>
                <a:avLst/>
                <a:gdLst>
                  <a:gd name="T0" fmla="*/ 0 w 2271"/>
                  <a:gd name="T1" fmla="*/ 0 h 1432"/>
                  <a:gd name="T2" fmla="*/ 0 w 2271"/>
                  <a:gd name="T3" fmla="*/ 0 h 1432"/>
                  <a:gd name="T4" fmla="*/ 0 w 2271"/>
                  <a:gd name="T5" fmla="*/ 0 h 1432"/>
                  <a:gd name="T6" fmla="*/ 0 w 2271"/>
                  <a:gd name="T7" fmla="*/ 0 h 1432"/>
                  <a:gd name="T8" fmla="*/ 0 60000 65536"/>
                  <a:gd name="T9" fmla="*/ 0 60000 65536"/>
                  <a:gd name="T10" fmla="*/ 0 60000 65536"/>
                  <a:gd name="T11" fmla="*/ 0 60000 65536"/>
                  <a:gd name="T12" fmla="*/ 0 w 2271"/>
                  <a:gd name="T13" fmla="*/ 0 h 1432"/>
                  <a:gd name="T14" fmla="*/ 2271 w 2271"/>
                  <a:gd name="T15" fmla="*/ 1432 h 1432"/>
                </a:gdLst>
                <a:ahLst/>
                <a:cxnLst>
                  <a:cxn ang="T8">
                    <a:pos x="T0" y="T1"/>
                  </a:cxn>
                  <a:cxn ang="T9">
                    <a:pos x="T2" y="T3"/>
                  </a:cxn>
                  <a:cxn ang="T10">
                    <a:pos x="T4" y="T5"/>
                  </a:cxn>
                  <a:cxn ang="T11">
                    <a:pos x="T6" y="T7"/>
                  </a:cxn>
                </a:cxnLst>
                <a:rect l="T12" t="T13" r="T14" b="T15"/>
                <a:pathLst>
                  <a:path w="2271" h="1432">
                    <a:moveTo>
                      <a:pt x="1512" y="0"/>
                    </a:moveTo>
                    <a:lnTo>
                      <a:pt x="2271" y="727"/>
                    </a:lnTo>
                    <a:lnTo>
                      <a:pt x="762" y="1432"/>
                    </a:lnTo>
                    <a:lnTo>
                      <a:pt x="0" y="54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93" name="Line 312"/>
              <p:cNvSpPr>
                <a:spLocks noChangeShapeType="1"/>
              </p:cNvSpPr>
              <p:nvPr/>
            </p:nvSpPr>
            <p:spPr bwMode="auto">
              <a:xfrm flipH="1" flipV="1">
                <a:off x="3814" y="1352"/>
                <a:ext cx="219" cy="4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4" name="Freeform 313"/>
              <p:cNvSpPr>
                <a:spLocks/>
              </p:cNvSpPr>
              <p:nvPr/>
            </p:nvSpPr>
            <p:spPr bwMode="auto">
              <a:xfrm>
                <a:off x="3499" y="1335"/>
                <a:ext cx="479" cy="226"/>
              </a:xfrm>
              <a:custGeom>
                <a:avLst/>
                <a:gdLst>
                  <a:gd name="T0" fmla="*/ 0 w 3830"/>
                  <a:gd name="T1" fmla="*/ 0 h 1808"/>
                  <a:gd name="T2" fmla="*/ 0 w 3830"/>
                  <a:gd name="T3" fmla="*/ 0 h 1808"/>
                  <a:gd name="T4" fmla="*/ 0 w 3830"/>
                  <a:gd name="T5" fmla="*/ 0 h 1808"/>
                  <a:gd name="T6" fmla="*/ 0 w 3830"/>
                  <a:gd name="T7" fmla="*/ 0 h 1808"/>
                  <a:gd name="T8" fmla="*/ 0 w 3830"/>
                  <a:gd name="T9" fmla="*/ 0 h 1808"/>
                  <a:gd name="T10" fmla="*/ 0 60000 65536"/>
                  <a:gd name="T11" fmla="*/ 0 60000 65536"/>
                  <a:gd name="T12" fmla="*/ 0 60000 65536"/>
                  <a:gd name="T13" fmla="*/ 0 60000 65536"/>
                  <a:gd name="T14" fmla="*/ 0 60000 65536"/>
                  <a:gd name="T15" fmla="*/ 0 w 3830"/>
                  <a:gd name="T16" fmla="*/ 0 h 1808"/>
                  <a:gd name="T17" fmla="*/ 3830 w 3830"/>
                  <a:gd name="T18" fmla="*/ 1808 h 1808"/>
                </a:gdLst>
                <a:ahLst/>
                <a:cxnLst>
                  <a:cxn ang="T10">
                    <a:pos x="T0" y="T1"/>
                  </a:cxn>
                  <a:cxn ang="T11">
                    <a:pos x="T2" y="T3"/>
                  </a:cxn>
                  <a:cxn ang="T12">
                    <a:pos x="T4" y="T5"/>
                  </a:cxn>
                  <a:cxn ang="T13">
                    <a:pos x="T6" y="T7"/>
                  </a:cxn>
                  <a:cxn ang="T14">
                    <a:pos x="T8" y="T9"/>
                  </a:cxn>
                </a:cxnLst>
                <a:rect l="T15" t="T16" r="T17" b="T18"/>
                <a:pathLst>
                  <a:path w="3830" h="1808">
                    <a:moveTo>
                      <a:pt x="2353" y="110"/>
                    </a:moveTo>
                    <a:lnTo>
                      <a:pt x="1746" y="0"/>
                    </a:lnTo>
                    <a:lnTo>
                      <a:pt x="0" y="1096"/>
                    </a:lnTo>
                    <a:lnTo>
                      <a:pt x="3155" y="1808"/>
                    </a:lnTo>
                    <a:lnTo>
                      <a:pt x="3830" y="126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95" name="Line 314"/>
              <p:cNvSpPr>
                <a:spLocks noChangeShapeType="1"/>
              </p:cNvSpPr>
              <p:nvPr/>
            </p:nvSpPr>
            <p:spPr bwMode="auto">
              <a:xfrm flipH="1" flipV="1">
                <a:off x="3921" y="1314"/>
                <a:ext cx="323" cy="5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6" name="Line 315"/>
              <p:cNvSpPr>
                <a:spLocks noChangeShapeType="1"/>
              </p:cNvSpPr>
              <p:nvPr/>
            </p:nvSpPr>
            <p:spPr bwMode="auto">
              <a:xfrm flipH="1" flipV="1">
                <a:off x="3855" y="1302"/>
                <a:ext cx="37"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7" name="Line 316"/>
              <p:cNvSpPr>
                <a:spLocks noChangeShapeType="1"/>
              </p:cNvSpPr>
              <p:nvPr/>
            </p:nvSpPr>
            <p:spPr bwMode="auto">
              <a:xfrm flipH="1" flipV="1">
                <a:off x="3460" y="1230"/>
                <a:ext cx="317" cy="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8" name="Line 317"/>
              <p:cNvSpPr>
                <a:spLocks noChangeShapeType="1"/>
              </p:cNvSpPr>
              <p:nvPr/>
            </p:nvSpPr>
            <p:spPr bwMode="auto">
              <a:xfrm flipH="1">
                <a:off x="2805" y="1247"/>
                <a:ext cx="260" cy="8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9" name="Freeform 318"/>
              <p:cNvSpPr>
                <a:spLocks/>
              </p:cNvSpPr>
              <p:nvPr/>
            </p:nvSpPr>
            <p:spPr bwMode="auto">
              <a:xfrm>
                <a:off x="2615" y="981"/>
                <a:ext cx="96" cy="410"/>
              </a:xfrm>
              <a:custGeom>
                <a:avLst/>
                <a:gdLst>
                  <a:gd name="T0" fmla="*/ 0 w 765"/>
                  <a:gd name="T1" fmla="*/ 0 h 3278"/>
                  <a:gd name="T2" fmla="*/ 0 w 765"/>
                  <a:gd name="T3" fmla="*/ 0 h 3278"/>
                  <a:gd name="T4" fmla="*/ 0 w 765"/>
                  <a:gd name="T5" fmla="*/ 0 h 3278"/>
                  <a:gd name="T6" fmla="*/ 0 w 765"/>
                  <a:gd name="T7" fmla="*/ 0 h 3278"/>
                  <a:gd name="T8" fmla="*/ 0 w 765"/>
                  <a:gd name="T9" fmla="*/ 0 h 3278"/>
                  <a:gd name="T10" fmla="*/ 0 w 765"/>
                  <a:gd name="T11" fmla="*/ 0 h 3278"/>
                  <a:gd name="T12" fmla="*/ 0 w 765"/>
                  <a:gd name="T13" fmla="*/ 0 h 3278"/>
                  <a:gd name="T14" fmla="*/ 0 w 765"/>
                  <a:gd name="T15" fmla="*/ 0 h 3278"/>
                  <a:gd name="T16" fmla="*/ 0 w 765"/>
                  <a:gd name="T17" fmla="*/ 0 h 3278"/>
                  <a:gd name="T18" fmla="*/ 0 w 765"/>
                  <a:gd name="T19" fmla="*/ 0 h 3278"/>
                  <a:gd name="T20" fmla="*/ 0 w 765"/>
                  <a:gd name="T21" fmla="*/ 0 h 3278"/>
                  <a:gd name="T22" fmla="*/ 0 w 765"/>
                  <a:gd name="T23" fmla="*/ 0 h 3278"/>
                  <a:gd name="T24" fmla="*/ 0 w 765"/>
                  <a:gd name="T25" fmla="*/ 0 h 3278"/>
                  <a:gd name="T26" fmla="*/ 0 w 765"/>
                  <a:gd name="T27" fmla="*/ 0 h 3278"/>
                  <a:gd name="T28" fmla="*/ 0 w 765"/>
                  <a:gd name="T29" fmla="*/ 0 h 3278"/>
                  <a:gd name="T30" fmla="*/ 0 w 765"/>
                  <a:gd name="T31" fmla="*/ 0 h 3278"/>
                  <a:gd name="T32" fmla="*/ 0 w 765"/>
                  <a:gd name="T33" fmla="*/ 0 h 3278"/>
                  <a:gd name="T34" fmla="*/ 0 w 765"/>
                  <a:gd name="T35" fmla="*/ 0 h 3278"/>
                  <a:gd name="T36" fmla="*/ 0 w 765"/>
                  <a:gd name="T37" fmla="*/ 0 h 3278"/>
                  <a:gd name="T38" fmla="*/ 0 w 765"/>
                  <a:gd name="T39" fmla="*/ 0 h 3278"/>
                  <a:gd name="T40" fmla="*/ 0 w 765"/>
                  <a:gd name="T41" fmla="*/ 0 h 3278"/>
                  <a:gd name="T42" fmla="*/ 0 w 765"/>
                  <a:gd name="T43" fmla="*/ 0 h 32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65"/>
                  <a:gd name="T67" fmla="*/ 0 h 3278"/>
                  <a:gd name="T68" fmla="*/ 765 w 765"/>
                  <a:gd name="T69" fmla="*/ 3278 h 32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65" h="3278">
                    <a:moveTo>
                      <a:pt x="40" y="85"/>
                    </a:moveTo>
                    <a:lnTo>
                      <a:pt x="40" y="1540"/>
                    </a:lnTo>
                    <a:lnTo>
                      <a:pt x="196" y="1446"/>
                    </a:lnTo>
                    <a:lnTo>
                      <a:pt x="339" y="1309"/>
                    </a:lnTo>
                    <a:lnTo>
                      <a:pt x="551" y="1118"/>
                    </a:lnTo>
                    <a:lnTo>
                      <a:pt x="706" y="1008"/>
                    </a:lnTo>
                    <a:lnTo>
                      <a:pt x="765" y="971"/>
                    </a:lnTo>
                    <a:lnTo>
                      <a:pt x="602" y="1367"/>
                    </a:lnTo>
                    <a:lnTo>
                      <a:pt x="473" y="1703"/>
                    </a:lnTo>
                    <a:lnTo>
                      <a:pt x="339" y="2041"/>
                    </a:lnTo>
                    <a:lnTo>
                      <a:pt x="244" y="2204"/>
                    </a:lnTo>
                    <a:lnTo>
                      <a:pt x="115" y="2384"/>
                    </a:lnTo>
                    <a:lnTo>
                      <a:pt x="78" y="2455"/>
                    </a:lnTo>
                    <a:lnTo>
                      <a:pt x="69" y="2571"/>
                    </a:lnTo>
                    <a:lnTo>
                      <a:pt x="106" y="2674"/>
                    </a:lnTo>
                    <a:lnTo>
                      <a:pt x="78" y="2877"/>
                    </a:lnTo>
                    <a:lnTo>
                      <a:pt x="78" y="2953"/>
                    </a:lnTo>
                    <a:lnTo>
                      <a:pt x="106" y="3061"/>
                    </a:lnTo>
                    <a:lnTo>
                      <a:pt x="203" y="3214"/>
                    </a:lnTo>
                    <a:lnTo>
                      <a:pt x="0" y="3278"/>
                    </a:lnTo>
                    <a:lnTo>
                      <a:pt x="0" y="0"/>
                    </a:lnTo>
                    <a:lnTo>
                      <a:pt x="40"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7" name="Freeform 319"/>
            <p:cNvSpPr>
              <a:spLocks/>
            </p:cNvSpPr>
            <p:nvPr/>
          </p:nvSpPr>
          <p:spPr bwMode="auto">
            <a:xfrm>
              <a:off x="271" y="1234"/>
              <a:ext cx="3617" cy="635"/>
            </a:xfrm>
            <a:custGeom>
              <a:avLst/>
              <a:gdLst>
                <a:gd name="T0" fmla="*/ 766 w 3617"/>
                <a:gd name="T1" fmla="*/ 0 h 635"/>
                <a:gd name="T2" fmla="*/ 554 w 3617"/>
                <a:gd name="T3" fmla="*/ 38 h 635"/>
                <a:gd name="T4" fmla="*/ 379 w 3617"/>
                <a:gd name="T5" fmla="*/ 75 h 635"/>
                <a:gd name="T6" fmla="*/ 254 w 3617"/>
                <a:gd name="T7" fmla="*/ 163 h 635"/>
                <a:gd name="T8" fmla="*/ 166 w 3617"/>
                <a:gd name="T9" fmla="*/ 263 h 635"/>
                <a:gd name="T10" fmla="*/ 41 w 3617"/>
                <a:gd name="T11" fmla="*/ 300 h 635"/>
                <a:gd name="T12" fmla="*/ 4 w 3617"/>
                <a:gd name="T13" fmla="*/ 325 h 635"/>
                <a:gd name="T14" fmla="*/ 2417 w 3617"/>
                <a:gd name="T15" fmla="*/ 635 h 635"/>
                <a:gd name="T16" fmla="*/ 3617 w 3617"/>
                <a:gd name="T17" fmla="*/ 347 h 635"/>
                <a:gd name="T18" fmla="*/ 3233 w 3617"/>
                <a:gd name="T19" fmla="*/ 251 h 635"/>
                <a:gd name="T20" fmla="*/ 2321 w 3617"/>
                <a:gd name="T21" fmla="*/ 443 h 635"/>
                <a:gd name="T22" fmla="*/ 1601 w 3617"/>
                <a:gd name="T23" fmla="*/ 155 h 635"/>
                <a:gd name="T24" fmla="*/ 766 w 3617"/>
                <a:gd name="T25" fmla="*/ 0 h 6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17"/>
                <a:gd name="T40" fmla="*/ 0 h 635"/>
                <a:gd name="T41" fmla="*/ 3617 w 3617"/>
                <a:gd name="T42" fmla="*/ 635 h 6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17" h="635">
                  <a:moveTo>
                    <a:pt x="766" y="0"/>
                  </a:moveTo>
                  <a:cubicBezTo>
                    <a:pt x="697" y="24"/>
                    <a:pt x="625" y="23"/>
                    <a:pt x="554" y="38"/>
                  </a:cubicBezTo>
                  <a:cubicBezTo>
                    <a:pt x="358" y="81"/>
                    <a:pt x="541" y="49"/>
                    <a:pt x="379" y="75"/>
                  </a:cubicBezTo>
                  <a:cubicBezTo>
                    <a:pt x="336" y="108"/>
                    <a:pt x="287" y="120"/>
                    <a:pt x="254" y="163"/>
                  </a:cubicBezTo>
                  <a:cubicBezTo>
                    <a:pt x="207" y="225"/>
                    <a:pt x="224" y="235"/>
                    <a:pt x="166" y="263"/>
                  </a:cubicBezTo>
                  <a:cubicBezTo>
                    <a:pt x="128" y="282"/>
                    <a:pt x="81" y="287"/>
                    <a:pt x="41" y="300"/>
                  </a:cubicBezTo>
                  <a:cubicBezTo>
                    <a:pt x="0" y="314"/>
                    <a:pt x="4" y="300"/>
                    <a:pt x="4" y="325"/>
                  </a:cubicBezTo>
                  <a:lnTo>
                    <a:pt x="2417" y="635"/>
                  </a:lnTo>
                  <a:lnTo>
                    <a:pt x="3617" y="347"/>
                  </a:lnTo>
                  <a:lnTo>
                    <a:pt x="3233" y="251"/>
                  </a:lnTo>
                  <a:lnTo>
                    <a:pt x="2321" y="443"/>
                  </a:lnTo>
                  <a:lnTo>
                    <a:pt x="1601" y="155"/>
                  </a:lnTo>
                  <a:lnTo>
                    <a:pt x="766" y="0"/>
                  </a:lnTo>
                  <a:close/>
                </a:path>
              </a:pathLst>
            </a:custGeom>
            <a:gradFill rotWithShape="0">
              <a:gsLst>
                <a:gs pos="0">
                  <a:srgbClr val="FF6600"/>
                </a:gs>
                <a:gs pos="100000">
                  <a:srgbClr val="FFCC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grpSp>
          <p:nvGrpSpPr>
            <p:cNvPr id="8" name="Group 320"/>
            <p:cNvGrpSpPr>
              <a:grpSpLocks/>
            </p:cNvGrpSpPr>
            <p:nvPr/>
          </p:nvGrpSpPr>
          <p:grpSpPr bwMode="auto">
            <a:xfrm>
              <a:off x="270" y="726"/>
              <a:ext cx="1617" cy="836"/>
              <a:chOff x="270" y="726"/>
              <a:chExt cx="1617" cy="836"/>
            </a:xfrm>
          </p:grpSpPr>
          <p:sp>
            <p:nvSpPr>
              <p:cNvPr id="462" name="Freeform 321"/>
              <p:cNvSpPr>
                <a:spLocks/>
              </p:cNvSpPr>
              <p:nvPr/>
            </p:nvSpPr>
            <p:spPr bwMode="auto">
              <a:xfrm>
                <a:off x="1182" y="1056"/>
                <a:ext cx="705" cy="393"/>
              </a:xfrm>
              <a:custGeom>
                <a:avLst/>
                <a:gdLst>
                  <a:gd name="T0" fmla="*/ 0 w 7052"/>
                  <a:gd name="T1" fmla="*/ 0 h 3932"/>
                  <a:gd name="T2" fmla="*/ 0 w 7052"/>
                  <a:gd name="T3" fmla="*/ 0 h 3932"/>
                  <a:gd name="T4" fmla="*/ 0 w 7052"/>
                  <a:gd name="T5" fmla="*/ 0 h 3932"/>
                  <a:gd name="T6" fmla="*/ 0 w 7052"/>
                  <a:gd name="T7" fmla="*/ 0 h 3932"/>
                  <a:gd name="T8" fmla="*/ 0 w 7052"/>
                  <a:gd name="T9" fmla="*/ 0 h 3932"/>
                  <a:gd name="T10" fmla="*/ 0 w 7052"/>
                  <a:gd name="T11" fmla="*/ 0 h 3932"/>
                  <a:gd name="T12" fmla="*/ 0 w 7052"/>
                  <a:gd name="T13" fmla="*/ 0 h 3932"/>
                  <a:gd name="T14" fmla="*/ 0 w 7052"/>
                  <a:gd name="T15" fmla="*/ 0 h 3932"/>
                  <a:gd name="T16" fmla="*/ 0 w 7052"/>
                  <a:gd name="T17" fmla="*/ 0 h 3932"/>
                  <a:gd name="T18" fmla="*/ 0 w 7052"/>
                  <a:gd name="T19" fmla="*/ 0 h 3932"/>
                  <a:gd name="T20" fmla="*/ 0 w 7052"/>
                  <a:gd name="T21" fmla="*/ 0 h 3932"/>
                  <a:gd name="T22" fmla="*/ 0 w 7052"/>
                  <a:gd name="T23" fmla="*/ 0 h 3932"/>
                  <a:gd name="T24" fmla="*/ 0 w 7052"/>
                  <a:gd name="T25" fmla="*/ 0 h 3932"/>
                  <a:gd name="T26" fmla="*/ 0 w 7052"/>
                  <a:gd name="T27" fmla="*/ 0 h 3932"/>
                  <a:gd name="T28" fmla="*/ 0 w 7052"/>
                  <a:gd name="T29" fmla="*/ 0 h 3932"/>
                  <a:gd name="T30" fmla="*/ 0 w 7052"/>
                  <a:gd name="T31" fmla="*/ 0 h 3932"/>
                  <a:gd name="T32" fmla="*/ 0 w 7052"/>
                  <a:gd name="T33" fmla="*/ 0 h 3932"/>
                  <a:gd name="T34" fmla="*/ 0 w 7052"/>
                  <a:gd name="T35" fmla="*/ 0 h 39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52"/>
                  <a:gd name="T55" fmla="*/ 0 h 3932"/>
                  <a:gd name="T56" fmla="*/ 7052 w 7052"/>
                  <a:gd name="T57" fmla="*/ 3932 h 39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52" h="3932">
                    <a:moveTo>
                      <a:pt x="1320" y="3932"/>
                    </a:moveTo>
                    <a:lnTo>
                      <a:pt x="0" y="3181"/>
                    </a:lnTo>
                    <a:lnTo>
                      <a:pt x="0" y="3150"/>
                    </a:lnTo>
                    <a:lnTo>
                      <a:pt x="1795" y="2474"/>
                    </a:lnTo>
                    <a:lnTo>
                      <a:pt x="1886" y="2474"/>
                    </a:lnTo>
                    <a:lnTo>
                      <a:pt x="1973" y="2504"/>
                    </a:lnTo>
                    <a:lnTo>
                      <a:pt x="2121" y="2548"/>
                    </a:lnTo>
                    <a:lnTo>
                      <a:pt x="2834" y="0"/>
                    </a:lnTo>
                    <a:lnTo>
                      <a:pt x="3980" y="0"/>
                    </a:lnTo>
                    <a:lnTo>
                      <a:pt x="4975" y="176"/>
                    </a:lnTo>
                    <a:lnTo>
                      <a:pt x="7052" y="1148"/>
                    </a:lnTo>
                    <a:lnTo>
                      <a:pt x="7052" y="3283"/>
                    </a:lnTo>
                    <a:lnTo>
                      <a:pt x="3207" y="3740"/>
                    </a:lnTo>
                    <a:lnTo>
                      <a:pt x="2775" y="3636"/>
                    </a:lnTo>
                    <a:lnTo>
                      <a:pt x="2775" y="3740"/>
                    </a:lnTo>
                    <a:lnTo>
                      <a:pt x="2659" y="3755"/>
                    </a:lnTo>
                    <a:lnTo>
                      <a:pt x="2583" y="3621"/>
                    </a:lnTo>
                    <a:lnTo>
                      <a:pt x="1320" y="39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3" name="Freeform 322"/>
              <p:cNvSpPr>
                <a:spLocks/>
              </p:cNvSpPr>
              <p:nvPr/>
            </p:nvSpPr>
            <p:spPr bwMode="auto">
              <a:xfrm>
                <a:off x="1422" y="1076"/>
                <a:ext cx="130" cy="259"/>
              </a:xfrm>
              <a:custGeom>
                <a:avLst/>
                <a:gdLst>
                  <a:gd name="T0" fmla="*/ 0 w 1293"/>
                  <a:gd name="T1" fmla="*/ 0 h 2592"/>
                  <a:gd name="T2" fmla="*/ 0 w 1293"/>
                  <a:gd name="T3" fmla="*/ 0 h 2592"/>
                  <a:gd name="T4" fmla="*/ 0 w 1293"/>
                  <a:gd name="T5" fmla="*/ 0 h 2592"/>
                  <a:gd name="T6" fmla="*/ 0 w 1293"/>
                  <a:gd name="T7" fmla="*/ 0 h 2592"/>
                  <a:gd name="T8" fmla="*/ 0 w 1293"/>
                  <a:gd name="T9" fmla="*/ 0 h 2592"/>
                  <a:gd name="T10" fmla="*/ 0 60000 65536"/>
                  <a:gd name="T11" fmla="*/ 0 60000 65536"/>
                  <a:gd name="T12" fmla="*/ 0 60000 65536"/>
                  <a:gd name="T13" fmla="*/ 0 60000 65536"/>
                  <a:gd name="T14" fmla="*/ 0 60000 65536"/>
                  <a:gd name="T15" fmla="*/ 0 w 1293"/>
                  <a:gd name="T16" fmla="*/ 0 h 2592"/>
                  <a:gd name="T17" fmla="*/ 1293 w 1293"/>
                  <a:gd name="T18" fmla="*/ 2592 h 2592"/>
                </a:gdLst>
                <a:ahLst/>
                <a:cxnLst>
                  <a:cxn ang="T10">
                    <a:pos x="T0" y="T1"/>
                  </a:cxn>
                  <a:cxn ang="T11">
                    <a:pos x="T2" y="T3"/>
                  </a:cxn>
                  <a:cxn ang="T12">
                    <a:pos x="T4" y="T5"/>
                  </a:cxn>
                  <a:cxn ang="T13">
                    <a:pos x="T6" y="T7"/>
                  </a:cxn>
                  <a:cxn ang="T14">
                    <a:pos x="T8" y="T9"/>
                  </a:cxn>
                </a:cxnLst>
                <a:rect l="T15" t="T16" r="T17" b="T18"/>
                <a:pathLst>
                  <a:path w="1293" h="2592">
                    <a:moveTo>
                      <a:pt x="1293" y="0"/>
                    </a:moveTo>
                    <a:lnTo>
                      <a:pt x="773" y="2592"/>
                    </a:lnTo>
                    <a:lnTo>
                      <a:pt x="0" y="2313"/>
                    </a:lnTo>
                    <a:lnTo>
                      <a:pt x="582" y="30"/>
                    </a:lnTo>
                    <a:lnTo>
                      <a:pt x="1293" y="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4" name="Freeform 323"/>
              <p:cNvSpPr>
                <a:spLocks/>
              </p:cNvSpPr>
              <p:nvPr/>
            </p:nvSpPr>
            <p:spPr bwMode="auto">
              <a:xfrm>
                <a:off x="1461" y="1104"/>
                <a:ext cx="49" cy="127"/>
              </a:xfrm>
              <a:custGeom>
                <a:avLst/>
                <a:gdLst>
                  <a:gd name="T0" fmla="*/ 0 w 489"/>
                  <a:gd name="T1" fmla="*/ 0 h 1266"/>
                  <a:gd name="T2" fmla="*/ 0 w 489"/>
                  <a:gd name="T3" fmla="*/ 0 h 1266"/>
                  <a:gd name="T4" fmla="*/ 0 w 489"/>
                  <a:gd name="T5" fmla="*/ 0 h 1266"/>
                  <a:gd name="T6" fmla="*/ 0 w 489"/>
                  <a:gd name="T7" fmla="*/ 0 h 1266"/>
                  <a:gd name="T8" fmla="*/ 0 w 489"/>
                  <a:gd name="T9" fmla="*/ 0 h 1266"/>
                  <a:gd name="T10" fmla="*/ 0 w 489"/>
                  <a:gd name="T11" fmla="*/ 0 h 1266"/>
                  <a:gd name="T12" fmla="*/ 0 w 489"/>
                  <a:gd name="T13" fmla="*/ 0 h 1266"/>
                  <a:gd name="T14" fmla="*/ 0 w 489"/>
                  <a:gd name="T15" fmla="*/ 0 h 1266"/>
                  <a:gd name="T16" fmla="*/ 0 w 489"/>
                  <a:gd name="T17" fmla="*/ 0 h 1266"/>
                  <a:gd name="T18" fmla="*/ 0 w 489"/>
                  <a:gd name="T19" fmla="*/ 0 h 1266"/>
                  <a:gd name="T20" fmla="*/ 0 w 489"/>
                  <a:gd name="T21" fmla="*/ 0 h 1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9"/>
                  <a:gd name="T34" fmla="*/ 0 h 1266"/>
                  <a:gd name="T35" fmla="*/ 489 w 489"/>
                  <a:gd name="T36" fmla="*/ 1266 h 12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9" h="1266">
                    <a:moveTo>
                      <a:pt x="313" y="0"/>
                    </a:moveTo>
                    <a:lnTo>
                      <a:pt x="207" y="277"/>
                    </a:lnTo>
                    <a:lnTo>
                      <a:pt x="120" y="589"/>
                    </a:lnTo>
                    <a:lnTo>
                      <a:pt x="44" y="896"/>
                    </a:lnTo>
                    <a:lnTo>
                      <a:pt x="0" y="1222"/>
                    </a:lnTo>
                    <a:lnTo>
                      <a:pt x="195" y="1266"/>
                    </a:lnTo>
                    <a:lnTo>
                      <a:pt x="267" y="823"/>
                    </a:lnTo>
                    <a:lnTo>
                      <a:pt x="340" y="500"/>
                    </a:lnTo>
                    <a:lnTo>
                      <a:pt x="447" y="131"/>
                    </a:lnTo>
                    <a:lnTo>
                      <a:pt x="489" y="0"/>
                    </a:lnTo>
                    <a:lnTo>
                      <a:pt x="313"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5" name="Freeform 324"/>
              <p:cNvSpPr>
                <a:spLocks/>
              </p:cNvSpPr>
              <p:nvPr/>
            </p:nvSpPr>
            <p:spPr bwMode="auto">
              <a:xfrm>
                <a:off x="1476" y="1117"/>
                <a:ext cx="27" cy="52"/>
              </a:xfrm>
              <a:custGeom>
                <a:avLst/>
                <a:gdLst>
                  <a:gd name="T0" fmla="*/ 0 w 266"/>
                  <a:gd name="T1" fmla="*/ 0 h 514"/>
                  <a:gd name="T2" fmla="*/ 0 w 266"/>
                  <a:gd name="T3" fmla="*/ 0 h 514"/>
                  <a:gd name="T4" fmla="*/ 0 w 266"/>
                  <a:gd name="T5" fmla="*/ 0 h 514"/>
                  <a:gd name="T6" fmla="*/ 0 w 266"/>
                  <a:gd name="T7" fmla="*/ 0 h 514"/>
                  <a:gd name="T8" fmla="*/ 0 w 266"/>
                  <a:gd name="T9" fmla="*/ 0 h 514"/>
                  <a:gd name="T10" fmla="*/ 0 w 266"/>
                  <a:gd name="T11" fmla="*/ 0 h 514"/>
                  <a:gd name="T12" fmla="*/ 0 w 266"/>
                  <a:gd name="T13" fmla="*/ 0 h 514"/>
                  <a:gd name="T14" fmla="*/ 0 w 266"/>
                  <a:gd name="T15" fmla="*/ 0 h 514"/>
                  <a:gd name="T16" fmla="*/ 0 w 266"/>
                  <a:gd name="T17" fmla="*/ 0 h 5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6"/>
                  <a:gd name="T28" fmla="*/ 0 h 514"/>
                  <a:gd name="T29" fmla="*/ 266 w 266"/>
                  <a:gd name="T30" fmla="*/ 514 h 5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6" h="514">
                    <a:moveTo>
                      <a:pt x="162" y="0"/>
                    </a:moveTo>
                    <a:lnTo>
                      <a:pt x="103" y="163"/>
                    </a:lnTo>
                    <a:lnTo>
                      <a:pt x="46" y="354"/>
                    </a:lnTo>
                    <a:lnTo>
                      <a:pt x="0" y="500"/>
                    </a:lnTo>
                    <a:lnTo>
                      <a:pt x="120" y="514"/>
                    </a:lnTo>
                    <a:lnTo>
                      <a:pt x="162" y="322"/>
                    </a:lnTo>
                    <a:lnTo>
                      <a:pt x="222" y="146"/>
                    </a:lnTo>
                    <a:lnTo>
                      <a:pt x="266" y="0"/>
                    </a:lnTo>
                    <a:lnTo>
                      <a:pt x="16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6" name="Freeform 325"/>
              <p:cNvSpPr>
                <a:spLocks/>
              </p:cNvSpPr>
              <p:nvPr/>
            </p:nvSpPr>
            <p:spPr bwMode="auto">
              <a:xfrm>
                <a:off x="813" y="1406"/>
                <a:ext cx="438" cy="126"/>
              </a:xfrm>
              <a:custGeom>
                <a:avLst/>
                <a:gdLst>
                  <a:gd name="T0" fmla="*/ 0 w 4385"/>
                  <a:gd name="T1" fmla="*/ 0 h 1254"/>
                  <a:gd name="T2" fmla="*/ 0 w 4385"/>
                  <a:gd name="T3" fmla="*/ 0 h 1254"/>
                  <a:gd name="T4" fmla="*/ 0 w 4385"/>
                  <a:gd name="T5" fmla="*/ 0 h 1254"/>
                  <a:gd name="T6" fmla="*/ 0 w 4385"/>
                  <a:gd name="T7" fmla="*/ 0 h 1254"/>
                  <a:gd name="T8" fmla="*/ 0 w 4385"/>
                  <a:gd name="T9" fmla="*/ 0 h 1254"/>
                  <a:gd name="T10" fmla="*/ 0 60000 65536"/>
                  <a:gd name="T11" fmla="*/ 0 60000 65536"/>
                  <a:gd name="T12" fmla="*/ 0 60000 65536"/>
                  <a:gd name="T13" fmla="*/ 0 60000 65536"/>
                  <a:gd name="T14" fmla="*/ 0 60000 65536"/>
                  <a:gd name="T15" fmla="*/ 0 w 4385"/>
                  <a:gd name="T16" fmla="*/ 0 h 1254"/>
                  <a:gd name="T17" fmla="*/ 4385 w 4385"/>
                  <a:gd name="T18" fmla="*/ 1254 h 1254"/>
                </a:gdLst>
                <a:ahLst/>
                <a:cxnLst>
                  <a:cxn ang="T10">
                    <a:pos x="T0" y="T1"/>
                  </a:cxn>
                  <a:cxn ang="T11">
                    <a:pos x="T2" y="T3"/>
                  </a:cxn>
                  <a:cxn ang="T12">
                    <a:pos x="T4" y="T5"/>
                  </a:cxn>
                  <a:cxn ang="T13">
                    <a:pos x="T6" y="T7"/>
                  </a:cxn>
                  <a:cxn ang="T14">
                    <a:pos x="T8" y="T9"/>
                  </a:cxn>
                </a:cxnLst>
                <a:rect l="T15" t="T16" r="T17" b="T18"/>
                <a:pathLst>
                  <a:path w="4385" h="1254">
                    <a:moveTo>
                      <a:pt x="2393" y="1254"/>
                    </a:moveTo>
                    <a:lnTo>
                      <a:pt x="4385" y="551"/>
                    </a:lnTo>
                    <a:lnTo>
                      <a:pt x="2110" y="0"/>
                    </a:lnTo>
                    <a:lnTo>
                      <a:pt x="0" y="580"/>
                    </a:lnTo>
                    <a:lnTo>
                      <a:pt x="2393" y="125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7" name="Freeform 326"/>
              <p:cNvSpPr>
                <a:spLocks/>
              </p:cNvSpPr>
              <p:nvPr/>
            </p:nvSpPr>
            <p:spPr bwMode="auto">
              <a:xfrm>
                <a:off x="809" y="1440"/>
                <a:ext cx="101" cy="52"/>
              </a:xfrm>
              <a:custGeom>
                <a:avLst/>
                <a:gdLst>
                  <a:gd name="T0" fmla="*/ 0 w 1010"/>
                  <a:gd name="T1" fmla="*/ 0 h 519"/>
                  <a:gd name="T2" fmla="*/ 0 w 1010"/>
                  <a:gd name="T3" fmla="*/ 0 h 519"/>
                  <a:gd name="T4" fmla="*/ 0 w 1010"/>
                  <a:gd name="T5" fmla="*/ 0 h 519"/>
                  <a:gd name="T6" fmla="*/ 0 w 1010"/>
                  <a:gd name="T7" fmla="*/ 0 h 519"/>
                  <a:gd name="T8" fmla="*/ 0 w 1010"/>
                  <a:gd name="T9" fmla="*/ 0 h 519"/>
                  <a:gd name="T10" fmla="*/ 0 w 1010"/>
                  <a:gd name="T11" fmla="*/ 0 h 519"/>
                  <a:gd name="T12" fmla="*/ 0 w 1010"/>
                  <a:gd name="T13" fmla="*/ 0 h 519"/>
                  <a:gd name="T14" fmla="*/ 0 w 1010"/>
                  <a:gd name="T15" fmla="*/ 0 h 519"/>
                  <a:gd name="T16" fmla="*/ 0 60000 65536"/>
                  <a:gd name="T17" fmla="*/ 0 60000 65536"/>
                  <a:gd name="T18" fmla="*/ 0 60000 65536"/>
                  <a:gd name="T19" fmla="*/ 0 60000 65536"/>
                  <a:gd name="T20" fmla="*/ 0 60000 65536"/>
                  <a:gd name="T21" fmla="*/ 0 60000 65536"/>
                  <a:gd name="T22" fmla="*/ 0 60000 65536"/>
                  <a:gd name="T23" fmla="*/ 0 60000 65536"/>
                  <a:gd name="T24" fmla="*/ 0 w 1010"/>
                  <a:gd name="T25" fmla="*/ 0 h 519"/>
                  <a:gd name="T26" fmla="*/ 1010 w 1010"/>
                  <a:gd name="T27" fmla="*/ 519 h 5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0" h="519">
                    <a:moveTo>
                      <a:pt x="1010" y="142"/>
                    </a:moveTo>
                    <a:lnTo>
                      <a:pt x="817" y="250"/>
                    </a:lnTo>
                    <a:lnTo>
                      <a:pt x="897" y="352"/>
                    </a:lnTo>
                    <a:lnTo>
                      <a:pt x="897" y="421"/>
                    </a:lnTo>
                    <a:lnTo>
                      <a:pt x="1010" y="519"/>
                    </a:lnTo>
                    <a:lnTo>
                      <a:pt x="0" y="239"/>
                    </a:lnTo>
                    <a:lnTo>
                      <a:pt x="930" y="0"/>
                    </a:lnTo>
                    <a:lnTo>
                      <a:pt x="1010" y="142"/>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8" name="Freeform 327"/>
              <p:cNvSpPr>
                <a:spLocks/>
              </p:cNvSpPr>
              <p:nvPr/>
            </p:nvSpPr>
            <p:spPr bwMode="auto">
              <a:xfrm>
                <a:off x="276" y="1200"/>
                <a:ext cx="196" cy="356"/>
              </a:xfrm>
              <a:custGeom>
                <a:avLst/>
                <a:gdLst>
                  <a:gd name="T0" fmla="*/ 0 w 1960"/>
                  <a:gd name="T1" fmla="*/ 0 h 3560"/>
                  <a:gd name="T2" fmla="*/ 0 w 1960"/>
                  <a:gd name="T3" fmla="*/ 0 h 3560"/>
                  <a:gd name="T4" fmla="*/ 0 w 1960"/>
                  <a:gd name="T5" fmla="*/ 0 h 3560"/>
                  <a:gd name="T6" fmla="*/ 0 w 1960"/>
                  <a:gd name="T7" fmla="*/ 0 h 3560"/>
                  <a:gd name="T8" fmla="*/ 0 w 1960"/>
                  <a:gd name="T9" fmla="*/ 0 h 3560"/>
                  <a:gd name="T10" fmla="*/ 0 w 1960"/>
                  <a:gd name="T11" fmla="*/ 0 h 3560"/>
                  <a:gd name="T12" fmla="*/ 0 w 1960"/>
                  <a:gd name="T13" fmla="*/ 0 h 3560"/>
                  <a:gd name="T14" fmla="*/ 0 60000 65536"/>
                  <a:gd name="T15" fmla="*/ 0 60000 65536"/>
                  <a:gd name="T16" fmla="*/ 0 60000 65536"/>
                  <a:gd name="T17" fmla="*/ 0 60000 65536"/>
                  <a:gd name="T18" fmla="*/ 0 60000 65536"/>
                  <a:gd name="T19" fmla="*/ 0 60000 65536"/>
                  <a:gd name="T20" fmla="*/ 0 60000 65536"/>
                  <a:gd name="T21" fmla="*/ 0 w 1960"/>
                  <a:gd name="T22" fmla="*/ 0 h 3560"/>
                  <a:gd name="T23" fmla="*/ 1960 w 1960"/>
                  <a:gd name="T24" fmla="*/ 3560 h 3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0" h="3560">
                    <a:moveTo>
                      <a:pt x="0" y="402"/>
                    </a:moveTo>
                    <a:lnTo>
                      <a:pt x="167" y="310"/>
                    </a:lnTo>
                    <a:lnTo>
                      <a:pt x="498" y="184"/>
                    </a:lnTo>
                    <a:lnTo>
                      <a:pt x="1442" y="0"/>
                    </a:lnTo>
                    <a:lnTo>
                      <a:pt x="1960" y="3560"/>
                    </a:lnTo>
                    <a:lnTo>
                      <a:pt x="529" y="3045"/>
                    </a:lnTo>
                    <a:lnTo>
                      <a:pt x="0" y="40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9" name="Freeform 328"/>
              <p:cNvSpPr>
                <a:spLocks/>
              </p:cNvSpPr>
              <p:nvPr/>
            </p:nvSpPr>
            <p:spPr bwMode="auto">
              <a:xfrm>
                <a:off x="356" y="1200"/>
                <a:ext cx="120" cy="362"/>
              </a:xfrm>
              <a:custGeom>
                <a:avLst/>
                <a:gdLst>
                  <a:gd name="T0" fmla="*/ 0 w 1195"/>
                  <a:gd name="T1" fmla="*/ 0 h 3618"/>
                  <a:gd name="T2" fmla="*/ 0 w 1195"/>
                  <a:gd name="T3" fmla="*/ 0 h 3618"/>
                  <a:gd name="T4" fmla="*/ 0 w 1195"/>
                  <a:gd name="T5" fmla="*/ 0 h 3618"/>
                  <a:gd name="T6" fmla="*/ 0 w 1195"/>
                  <a:gd name="T7" fmla="*/ 0 h 3618"/>
                  <a:gd name="T8" fmla="*/ 0 w 1195"/>
                  <a:gd name="T9" fmla="*/ 0 h 3618"/>
                  <a:gd name="T10" fmla="*/ 0 w 1195"/>
                  <a:gd name="T11" fmla="*/ 0 h 3618"/>
                  <a:gd name="T12" fmla="*/ 0 w 1195"/>
                  <a:gd name="T13" fmla="*/ 0 h 3618"/>
                  <a:gd name="T14" fmla="*/ 0 w 1195"/>
                  <a:gd name="T15" fmla="*/ 0 h 3618"/>
                  <a:gd name="T16" fmla="*/ 0 w 1195"/>
                  <a:gd name="T17" fmla="*/ 0 h 3618"/>
                  <a:gd name="T18" fmla="*/ 0 w 1195"/>
                  <a:gd name="T19" fmla="*/ 0 h 3618"/>
                  <a:gd name="T20" fmla="*/ 0 w 1195"/>
                  <a:gd name="T21" fmla="*/ 0 h 3618"/>
                  <a:gd name="T22" fmla="*/ 0 w 1195"/>
                  <a:gd name="T23" fmla="*/ 0 h 3618"/>
                  <a:gd name="T24" fmla="*/ 0 w 1195"/>
                  <a:gd name="T25" fmla="*/ 0 h 3618"/>
                  <a:gd name="T26" fmla="*/ 0 w 1195"/>
                  <a:gd name="T27" fmla="*/ 0 h 3618"/>
                  <a:gd name="T28" fmla="*/ 0 w 1195"/>
                  <a:gd name="T29" fmla="*/ 0 h 3618"/>
                  <a:gd name="T30" fmla="*/ 0 w 1195"/>
                  <a:gd name="T31" fmla="*/ 0 h 3618"/>
                  <a:gd name="T32" fmla="*/ 0 w 1195"/>
                  <a:gd name="T33" fmla="*/ 0 h 3618"/>
                  <a:gd name="T34" fmla="*/ 0 w 1195"/>
                  <a:gd name="T35" fmla="*/ 0 h 3618"/>
                  <a:gd name="T36" fmla="*/ 0 w 1195"/>
                  <a:gd name="T37" fmla="*/ 0 h 3618"/>
                  <a:gd name="T38" fmla="*/ 0 w 1195"/>
                  <a:gd name="T39" fmla="*/ 0 h 3618"/>
                  <a:gd name="T40" fmla="*/ 0 w 1195"/>
                  <a:gd name="T41" fmla="*/ 0 h 3618"/>
                  <a:gd name="T42" fmla="*/ 0 w 1195"/>
                  <a:gd name="T43" fmla="*/ 0 h 361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95"/>
                  <a:gd name="T67" fmla="*/ 0 h 3618"/>
                  <a:gd name="T68" fmla="*/ 1195 w 1195"/>
                  <a:gd name="T69" fmla="*/ 3618 h 361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95" h="3618">
                    <a:moveTo>
                      <a:pt x="158" y="133"/>
                    </a:moveTo>
                    <a:lnTo>
                      <a:pt x="176" y="299"/>
                    </a:lnTo>
                    <a:lnTo>
                      <a:pt x="208" y="441"/>
                    </a:lnTo>
                    <a:lnTo>
                      <a:pt x="271" y="597"/>
                    </a:lnTo>
                    <a:lnTo>
                      <a:pt x="365" y="773"/>
                    </a:lnTo>
                    <a:lnTo>
                      <a:pt x="388" y="936"/>
                    </a:lnTo>
                    <a:lnTo>
                      <a:pt x="407" y="1173"/>
                    </a:lnTo>
                    <a:lnTo>
                      <a:pt x="375" y="1408"/>
                    </a:lnTo>
                    <a:lnTo>
                      <a:pt x="344" y="1654"/>
                    </a:lnTo>
                    <a:lnTo>
                      <a:pt x="365" y="1872"/>
                    </a:lnTo>
                    <a:lnTo>
                      <a:pt x="388" y="2119"/>
                    </a:lnTo>
                    <a:lnTo>
                      <a:pt x="426" y="2469"/>
                    </a:lnTo>
                    <a:lnTo>
                      <a:pt x="489" y="2654"/>
                    </a:lnTo>
                    <a:lnTo>
                      <a:pt x="344" y="2838"/>
                    </a:lnTo>
                    <a:lnTo>
                      <a:pt x="208" y="2480"/>
                    </a:lnTo>
                    <a:lnTo>
                      <a:pt x="43" y="2077"/>
                    </a:lnTo>
                    <a:lnTo>
                      <a:pt x="0" y="1861"/>
                    </a:lnTo>
                    <a:lnTo>
                      <a:pt x="13" y="3280"/>
                    </a:lnTo>
                    <a:lnTo>
                      <a:pt x="229" y="3618"/>
                    </a:lnTo>
                    <a:lnTo>
                      <a:pt x="1195" y="3618"/>
                    </a:lnTo>
                    <a:lnTo>
                      <a:pt x="655" y="0"/>
                    </a:lnTo>
                    <a:lnTo>
                      <a:pt x="158" y="13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0" name="Freeform 329"/>
              <p:cNvSpPr>
                <a:spLocks/>
              </p:cNvSpPr>
              <p:nvPr/>
            </p:nvSpPr>
            <p:spPr bwMode="auto">
              <a:xfrm>
                <a:off x="399" y="931"/>
                <a:ext cx="708" cy="561"/>
              </a:xfrm>
              <a:custGeom>
                <a:avLst/>
                <a:gdLst>
                  <a:gd name="T0" fmla="*/ 0 w 7082"/>
                  <a:gd name="T1" fmla="*/ 0 h 5611"/>
                  <a:gd name="T2" fmla="*/ 0 w 7082"/>
                  <a:gd name="T3" fmla="*/ 0 h 5611"/>
                  <a:gd name="T4" fmla="*/ 0 w 7082"/>
                  <a:gd name="T5" fmla="*/ 0 h 5611"/>
                  <a:gd name="T6" fmla="*/ 0 w 7082"/>
                  <a:gd name="T7" fmla="*/ 0 h 5611"/>
                  <a:gd name="T8" fmla="*/ 0 w 7082"/>
                  <a:gd name="T9" fmla="*/ 0 h 5611"/>
                  <a:gd name="T10" fmla="*/ 0 w 7082"/>
                  <a:gd name="T11" fmla="*/ 0 h 5611"/>
                  <a:gd name="T12" fmla="*/ 0 w 7082"/>
                  <a:gd name="T13" fmla="*/ 0 h 5611"/>
                  <a:gd name="T14" fmla="*/ 0 w 7082"/>
                  <a:gd name="T15" fmla="*/ 0 h 5611"/>
                  <a:gd name="T16" fmla="*/ 0 w 7082"/>
                  <a:gd name="T17" fmla="*/ 0 h 5611"/>
                  <a:gd name="T18" fmla="*/ 0 w 7082"/>
                  <a:gd name="T19" fmla="*/ 0 h 5611"/>
                  <a:gd name="T20" fmla="*/ 0 w 7082"/>
                  <a:gd name="T21" fmla="*/ 0 h 5611"/>
                  <a:gd name="T22" fmla="*/ 0 w 7082"/>
                  <a:gd name="T23" fmla="*/ 0 h 5611"/>
                  <a:gd name="T24" fmla="*/ 0 w 7082"/>
                  <a:gd name="T25" fmla="*/ 0 h 5611"/>
                  <a:gd name="T26" fmla="*/ 0 w 7082"/>
                  <a:gd name="T27" fmla="*/ 0 h 5611"/>
                  <a:gd name="T28" fmla="*/ 0 w 7082"/>
                  <a:gd name="T29" fmla="*/ 0 h 5611"/>
                  <a:gd name="T30" fmla="*/ 0 w 7082"/>
                  <a:gd name="T31" fmla="*/ 0 h 5611"/>
                  <a:gd name="T32" fmla="*/ 0 w 7082"/>
                  <a:gd name="T33" fmla="*/ 0 h 5611"/>
                  <a:gd name="T34" fmla="*/ 0 w 7082"/>
                  <a:gd name="T35" fmla="*/ 0 h 5611"/>
                  <a:gd name="T36" fmla="*/ 0 w 7082"/>
                  <a:gd name="T37" fmla="*/ 0 h 5611"/>
                  <a:gd name="T38" fmla="*/ 0 w 7082"/>
                  <a:gd name="T39" fmla="*/ 0 h 5611"/>
                  <a:gd name="T40" fmla="*/ 0 w 7082"/>
                  <a:gd name="T41" fmla="*/ 0 h 5611"/>
                  <a:gd name="T42" fmla="*/ 0 w 7082"/>
                  <a:gd name="T43" fmla="*/ 0 h 5611"/>
                  <a:gd name="T44" fmla="*/ 0 w 7082"/>
                  <a:gd name="T45" fmla="*/ 0 h 5611"/>
                  <a:gd name="T46" fmla="*/ 0 w 7082"/>
                  <a:gd name="T47" fmla="*/ 0 h 5611"/>
                  <a:gd name="T48" fmla="*/ 0 w 7082"/>
                  <a:gd name="T49" fmla="*/ 0 h 5611"/>
                  <a:gd name="T50" fmla="*/ 0 w 7082"/>
                  <a:gd name="T51" fmla="*/ 0 h 5611"/>
                  <a:gd name="T52" fmla="*/ 0 w 7082"/>
                  <a:gd name="T53" fmla="*/ 0 h 5611"/>
                  <a:gd name="T54" fmla="*/ 0 w 7082"/>
                  <a:gd name="T55" fmla="*/ 0 h 5611"/>
                  <a:gd name="T56" fmla="*/ 0 w 7082"/>
                  <a:gd name="T57" fmla="*/ 0 h 5611"/>
                  <a:gd name="T58" fmla="*/ 0 w 7082"/>
                  <a:gd name="T59" fmla="*/ 0 h 5611"/>
                  <a:gd name="T60" fmla="*/ 0 w 7082"/>
                  <a:gd name="T61" fmla="*/ 0 h 5611"/>
                  <a:gd name="T62" fmla="*/ 0 w 7082"/>
                  <a:gd name="T63" fmla="*/ 0 h 5611"/>
                  <a:gd name="T64" fmla="*/ 0 w 7082"/>
                  <a:gd name="T65" fmla="*/ 0 h 5611"/>
                  <a:gd name="T66" fmla="*/ 0 w 7082"/>
                  <a:gd name="T67" fmla="*/ 0 h 5611"/>
                  <a:gd name="T68" fmla="*/ 0 w 7082"/>
                  <a:gd name="T69" fmla="*/ 0 h 5611"/>
                  <a:gd name="T70" fmla="*/ 0 w 7082"/>
                  <a:gd name="T71" fmla="*/ 0 h 561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082"/>
                  <a:gd name="T109" fmla="*/ 0 h 5611"/>
                  <a:gd name="T110" fmla="*/ 7082 w 7082"/>
                  <a:gd name="T111" fmla="*/ 5611 h 561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082" h="5611">
                    <a:moveTo>
                      <a:pt x="2639" y="0"/>
                    </a:moveTo>
                    <a:lnTo>
                      <a:pt x="2308" y="313"/>
                    </a:lnTo>
                    <a:lnTo>
                      <a:pt x="2102" y="470"/>
                    </a:lnTo>
                    <a:lnTo>
                      <a:pt x="1344" y="705"/>
                    </a:lnTo>
                    <a:lnTo>
                      <a:pt x="978" y="847"/>
                    </a:lnTo>
                    <a:lnTo>
                      <a:pt x="600" y="1175"/>
                    </a:lnTo>
                    <a:lnTo>
                      <a:pt x="236" y="1927"/>
                    </a:lnTo>
                    <a:lnTo>
                      <a:pt x="253" y="3450"/>
                    </a:lnTo>
                    <a:lnTo>
                      <a:pt x="0" y="4468"/>
                    </a:lnTo>
                    <a:lnTo>
                      <a:pt x="317" y="5268"/>
                    </a:lnTo>
                    <a:lnTo>
                      <a:pt x="3192" y="5611"/>
                    </a:lnTo>
                    <a:lnTo>
                      <a:pt x="3983" y="4169"/>
                    </a:lnTo>
                    <a:lnTo>
                      <a:pt x="4219" y="3652"/>
                    </a:lnTo>
                    <a:lnTo>
                      <a:pt x="4474" y="3872"/>
                    </a:lnTo>
                    <a:lnTo>
                      <a:pt x="4854" y="4452"/>
                    </a:lnTo>
                    <a:lnTo>
                      <a:pt x="5596" y="4592"/>
                    </a:lnTo>
                    <a:lnTo>
                      <a:pt x="6624" y="4421"/>
                    </a:lnTo>
                    <a:lnTo>
                      <a:pt x="7067" y="4438"/>
                    </a:lnTo>
                    <a:lnTo>
                      <a:pt x="7082" y="3936"/>
                    </a:lnTo>
                    <a:lnTo>
                      <a:pt x="6926" y="3872"/>
                    </a:lnTo>
                    <a:lnTo>
                      <a:pt x="6640" y="3810"/>
                    </a:lnTo>
                    <a:lnTo>
                      <a:pt x="6087" y="3794"/>
                    </a:lnTo>
                    <a:lnTo>
                      <a:pt x="5847" y="3888"/>
                    </a:lnTo>
                    <a:lnTo>
                      <a:pt x="5818" y="3777"/>
                    </a:lnTo>
                    <a:lnTo>
                      <a:pt x="5725" y="3763"/>
                    </a:lnTo>
                    <a:lnTo>
                      <a:pt x="5642" y="3606"/>
                    </a:lnTo>
                    <a:lnTo>
                      <a:pt x="5502" y="3512"/>
                    </a:lnTo>
                    <a:lnTo>
                      <a:pt x="5405" y="3011"/>
                    </a:lnTo>
                    <a:lnTo>
                      <a:pt x="5104" y="2837"/>
                    </a:lnTo>
                    <a:lnTo>
                      <a:pt x="5058" y="2335"/>
                    </a:lnTo>
                    <a:lnTo>
                      <a:pt x="4884" y="1993"/>
                    </a:lnTo>
                    <a:lnTo>
                      <a:pt x="4901" y="1880"/>
                    </a:lnTo>
                    <a:lnTo>
                      <a:pt x="4804" y="1442"/>
                    </a:lnTo>
                    <a:lnTo>
                      <a:pt x="4285" y="1113"/>
                    </a:lnTo>
                    <a:lnTo>
                      <a:pt x="3445" y="249"/>
                    </a:lnTo>
                    <a:lnTo>
                      <a:pt x="263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1" name="Freeform 330"/>
              <p:cNvSpPr>
                <a:spLocks/>
              </p:cNvSpPr>
              <p:nvPr/>
            </p:nvSpPr>
            <p:spPr bwMode="auto">
              <a:xfrm>
                <a:off x="426" y="1461"/>
                <a:ext cx="240" cy="57"/>
              </a:xfrm>
              <a:custGeom>
                <a:avLst/>
                <a:gdLst>
                  <a:gd name="T0" fmla="*/ 0 w 2403"/>
                  <a:gd name="T1" fmla="*/ 0 h 565"/>
                  <a:gd name="T2" fmla="*/ 0 w 2403"/>
                  <a:gd name="T3" fmla="*/ 0 h 565"/>
                  <a:gd name="T4" fmla="*/ 0 w 2403"/>
                  <a:gd name="T5" fmla="*/ 0 h 565"/>
                  <a:gd name="T6" fmla="*/ 0 w 2403"/>
                  <a:gd name="T7" fmla="*/ 0 h 565"/>
                  <a:gd name="T8" fmla="*/ 0 w 2403"/>
                  <a:gd name="T9" fmla="*/ 0 h 565"/>
                  <a:gd name="T10" fmla="*/ 0 60000 65536"/>
                  <a:gd name="T11" fmla="*/ 0 60000 65536"/>
                  <a:gd name="T12" fmla="*/ 0 60000 65536"/>
                  <a:gd name="T13" fmla="*/ 0 60000 65536"/>
                  <a:gd name="T14" fmla="*/ 0 60000 65536"/>
                  <a:gd name="T15" fmla="*/ 0 w 2403"/>
                  <a:gd name="T16" fmla="*/ 0 h 565"/>
                  <a:gd name="T17" fmla="*/ 2403 w 2403"/>
                  <a:gd name="T18" fmla="*/ 565 h 565"/>
                </a:gdLst>
                <a:ahLst/>
                <a:cxnLst>
                  <a:cxn ang="T10">
                    <a:pos x="T0" y="T1"/>
                  </a:cxn>
                  <a:cxn ang="T11">
                    <a:pos x="T2" y="T3"/>
                  </a:cxn>
                  <a:cxn ang="T12">
                    <a:pos x="T4" y="T5"/>
                  </a:cxn>
                  <a:cxn ang="T13">
                    <a:pos x="T6" y="T7"/>
                  </a:cxn>
                  <a:cxn ang="T14">
                    <a:pos x="T8" y="T9"/>
                  </a:cxn>
                </a:cxnLst>
                <a:rect l="T15" t="T16" r="T17" b="T18"/>
                <a:pathLst>
                  <a:path w="2403" h="565">
                    <a:moveTo>
                      <a:pt x="0" y="0"/>
                    </a:moveTo>
                    <a:lnTo>
                      <a:pt x="31" y="220"/>
                    </a:lnTo>
                    <a:lnTo>
                      <a:pt x="835" y="565"/>
                    </a:lnTo>
                    <a:lnTo>
                      <a:pt x="2403" y="78"/>
                    </a:lnTo>
                    <a:lnTo>
                      <a:pt x="0" y="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2" name="Freeform 331"/>
              <p:cNvSpPr>
                <a:spLocks/>
              </p:cNvSpPr>
              <p:nvPr/>
            </p:nvSpPr>
            <p:spPr bwMode="auto">
              <a:xfrm>
                <a:off x="398" y="1044"/>
                <a:ext cx="332" cy="430"/>
              </a:xfrm>
              <a:custGeom>
                <a:avLst/>
                <a:gdLst>
                  <a:gd name="T0" fmla="*/ 0 w 3318"/>
                  <a:gd name="T1" fmla="*/ 0 h 4296"/>
                  <a:gd name="T2" fmla="*/ 0 w 3318"/>
                  <a:gd name="T3" fmla="*/ 0 h 4296"/>
                  <a:gd name="T4" fmla="*/ 0 w 3318"/>
                  <a:gd name="T5" fmla="*/ 0 h 4296"/>
                  <a:gd name="T6" fmla="*/ 0 w 3318"/>
                  <a:gd name="T7" fmla="*/ 0 h 4296"/>
                  <a:gd name="T8" fmla="*/ 0 w 3318"/>
                  <a:gd name="T9" fmla="*/ 0 h 4296"/>
                  <a:gd name="T10" fmla="*/ 0 w 3318"/>
                  <a:gd name="T11" fmla="*/ 0 h 4296"/>
                  <a:gd name="T12" fmla="*/ 0 w 3318"/>
                  <a:gd name="T13" fmla="*/ 0 h 4296"/>
                  <a:gd name="T14" fmla="*/ 0 w 3318"/>
                  <a:gd name="T15" fmla="*/ 0 h 4296"/>
                  <a:gd name="T16" fmla="*/ 0 w 3318"/>
                  <a:gd name="T17" fmla="*/ 0 h 4296"/>
                  <a:gd name="T18" fmla="*/ 0 w 3318"/>
                  <a:gd name="T19" fmla="*/ 0 h 4296"/>
                  <a:gd name="T20" fmla="*/ 0 w 3318"/>
                  <a:gd name="T21" fmla="*/ 0 h 4296"/>
                  <a:gd name="T22" fmla="*/ 0 w 3318"/>
                  <a:gd name="T23" fmla="*/ 0 h 4296"/>
                  <a:gd name="T24" fmla="*/ 0 w 3318"/>
                  <a:gd name="T25" fmla="*/ 0 h 4296"/>
                  <a:gd name="T26" fmla="*/ 0 w 3318"/>
                  <a:gd name="T27" fmla="*/ 0 h 4296"/>
                  <a:gd name="T28" fmla="*/ 0 w 3318"/>
                  <a:gd name="T29" fmla="*/ 0 h 4296"/>
                  <a:gd name="T30" fmla="*/ 0 w 3318"/>
                  <a:gd name="T31" fmla="*/ 0 h 4296"/>
                  <a:gd name="T32" fmla="*/ 0 w 3318"/>
                  <a:gd name="T33" fmla="*/ 0 h 4296"/>
                  <a:gd name="T34" fmla="*/ 0 w 3318"/>
                  <a:gd name="T35" fmla="*/ 0 h 4296"/>
                  <a:gd name="T36" fmla="*/ 0 w 3318"/>
                  <a:gd name="T37" fmla="*/ 0 h 4296"/>
                  <a:gd name="T38" fmla="*/ 0 w 3318"/>
                  <a:gd name="T39" fmla="*/ 0 h 4296"/>
                  <a:gd name="T40" fmla="*/ 0 w 3318"/>
                  <a:gd name="T41" fmla="*/ 0 h 4296"/>
                  <a:gd name="T42" fmla="*/ 0 w 3318"/>
                  <a:gd name="T43" fmla="*/ 0 h 4296"/>
                  <a:gd name="T44" fmla="*/ 0 w 3318"/>
                  <a:gd name="T45" fmla="*/ 0 h 4296"/>
                  <a:gd name="T46" fmla="*/ 0 w 3318"/>
                  <a:gd name="T47" fmla="*/ 0 h 4296"/>
                  <a:gd name="T48" fmla="*/ 0 w 3318"/>
                  <a:gd name="T49" fmla="*/ 0 h 4296"/>
                  <a:gd name="T50" fmla="*/ 0 w 3318"/>
                  <a:gd name="T51" fmla="*/ 0 h 4296"/>
                  <a:gd name="T52" fmla="*/ 0 w 3318"/>
                  <a:gd name="T53" fmla="*/ 0 h 4296"/>
                  <a:gd name="T54" fmla="*/ 0 w 3318"/>
                  <a:gd name="T55" fmla="*/ 0 h 4296"/>
                  <a:gd name="T56" fmla="*/ 0 w 3318"/>
                  <a:gd name="T57" fmla="*/ 0 h 4296"/>
                  <a:gd name="T58" fmla="*/ 0 w 3318"/>
                  <a:gd name="T59" fmla="*/ 0 h 4296"/>
                  <a:gd name="T60" fmla="*/ 0 w 3318"/>
                  <a:gd name="T61" fmla="*/ 0 h 4296"/>
                  <a:gd name="T62" fmla="*/ 0 w 3318"/>
                  <a:gd name="T63" fmla="*/ 0 h 4296"/>
                  <a:gd name="T64" fmla="*/ 0 w 3318"/>
                  <a:gd name="T65" fmla="*/ 0 h 4296"/>
                  <a:gd name="T66" fmla="*/ 0 w 3318"/>
                  <a:gd name="T67" fmla="*/ 0 h 4296"/>
                  <a:gd name="T68" fmla="*/ 0 w 3318"/>
                  <a:gd name="T69" fmla="*/ 0 h 429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318"/>
                  <a:gd name="T106" fmla="*/ 0 h 4296"/>
                  <a:gd name="T107" fmla="*/ 3318 w 3318"/>
                  <a:gd name="T108" fmla="*/ 4296 h 429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318" h="4296">
                    <a:moveTo>
                      <a:pt x="963" y="15"/>
                    </a:moveTo>
                    <a:lnTo>
                      <a:pt x="899" y="328"/>
                    </a:lnTo>
                    <a:lnTo>
                      <a:pt x="899" y="658"/>
                    </a:lnTo>
                    <a:lnTo>
                      <a:pt x="963" y="971"/>
                    </a:lnTo>
                    <a:lnTo>
                      <a:pt x="1059" y="1192"/>
                    </a:lnTo>
                    <a:lnTo>
                      <a:pt x="1026" y="864"/>
                    </a:lnTo>
                    <a:lnTo>
                      <a:pt x="1012" y="516"/>
                    </a:lnTo>
                    <a:lnTo>
                      <a:pt x="1043" y="344"/>
                    </a:lnTo>
                    <a:lnTo>
                      <a:pt x="1119" y="313"/>
                    </a:lnTo>
                    <a:lnTo>
                      <a:pt x="1342" y="516"/>
                    </a:lnTo>
                    <a:lnTo>
                      <a:pt x="1516" y="798"/>
                    </a:lnTo>
                    <a:lnTo>
                      <a:pt x="1579" y="1050"/>
                    </a:lnTo>
                    <a:lnTo>
                      <a:pt x="1628" y="1299"/>
                    </a:lnTo>
                    <a:lnTo>
                      <a:pt x="1516" y="1192"/>
                    </a:lnTo>
                    <a:lnTo>
                      <a:pt x="1359" y="1238"/>
                    </a:lnTo>
                    <a:lnTo>
                      <a:pt x="1261" y="1299"/>
                    </a:lnTo>
                    <a:lnTo>
                      <a:pt x="1261" y="1426"/>
                    </a:lnTo>
                    <a:lnTo>
                      <a:pt x="1312" y="1505"/>
                    </a:lnTo>
                    <a:lnTo>
                      <a:pt x="1359" y="1568"/>
                    </a:lnTo>
                    <a:lnTo>
                      <a:pt x="1073" y="1552"/>
                    </a:lnTo>
                    <a:lnTo>
                      <a:pt x="870" y="1520"/>
                    </a:lnTo>
                    <a:lnTo>
                      <a:pt x="694" y="1377"/>
                    </a:lnTo>
                    <a:lnTo>
                      <a:pt x="615" y="1473"/>
                    </a:lnTo>
                    <a:lnTo>
                      <a:pt x="615" y="1552"/>
                    </a:lnTo>
                    <a:lnTo>
                      <a:pt x="1059" y="2195"/>
                    </a:lnTo>
                    <a:lnTo>
                      <a:pt x="993" y="2367"/>
                    </a:lnTo>
                    <a:lnTo>
                      <a:pt x="917" y="2399"/>
                    </a:lnTo>
                    <a:lnTo>
                      <a:pt x="790" y="2399"/>
                    </a:lnTo>
                    <a:lnTo>
                      <a:pt x="726" y="2383"/>
                    </a:lnTo>
                    <a:lnTo>
                      <a:pt x="677" y="2665"/>
                    </a:lnTo>
                    <a:lnTo>
                      <a:pt x="993" y="2759"/>
                    </a:lnTo>
                    <a:lnTo>
                      <a:pt x="1232" y="2901"/>
                    </a:lnTo>
                    <a:lnTo>
                      <a:pt x="993" y="2901"/>
                    </a:lnTo>
                    <a:lnTo>
                      <a:pt x="677" y="2961"/>
                    </a:lnTo>
                    <a:lnTo>
                      <a:pt x="442" y="3150"/>
                    </a:lnTo>
                    <a:lnTo>
                      <a:pt x="917" y="3089"/>
                    </a:lnTo>
                    <a:lnTo>
                      <a:pt x="1295" y="3136"/>
                    </a:lnTo>
                    <a:lnTo>
                      <a:pt x="1501" y="3074"/>
                    </a:lnTo>
                    <a:lnTo>
                      <a:pt x="1501" y="2712"/>
                    </a:lnTo>
                    <a:lnTo>
                      <a:pt x="1327" y="2195"/>
                    </a:lnTo>
                    <a:lnTo>
                      <a:pt x="1532" y="2506"/>
                    </a:lnTo>
                    <a:lnTo>
                      <a:pt x="1645" y="2901"/>
                    </a:lnTo>
                    <a:lnTo>
                      <a:pt x="1657" y="3121"/>
                    </a:lnTo>
                    <a:lnTo>
                      <a:pt x="1897" y="3243"/>
                    </a:lnTo>
                    <a:lnTo>
                      <a:pt x="1961" y="3339"/>
                    </a:lnTo>
                    <a:lnTo>
                      <a:pt x="1755" y="3277"/>
                    </a:lnTo>
                    <a:lnTo>
                      <a:pt x="1501" y="3292"/>
                    </a:lnTo>
                    <a:lnTo>
                      <a:pt x="1154" y="3385"/>
                    </a:lnTo>
                    <a:lnTo>
                      <a:pt x="977" y="3496"/>
                    </a:lnTo>
                    <a:lnTo>
                      <a:pt x="1657" y="3559"/>
                    </a:lnTo>
                    <a:lnTo>
                      <a:pt x="1972" y="3432"/>
                    </a:lnTo>
                    <a:lnTo>
                      <a:pt x="2021" y="3605"/>
                    </a:lnTo>
                    <a:lnTo>
                      <a:pt x="2765" y="3683"/>
                    </a:lnTo>
                    <a:lnTo>
                      <a:pt x="2845" y="3559"/>
                    </a:lnTo>
                    <a:lnTo>
                      <a:pt x="2970" y="3449"/>
                    </a:lnTo>
                    <a:lnTo>
                      <a:pt x="3129" y="3385"/>
                    </a:lnTo>
                    <a:lnTo>
                      <a:pt x="3318" y="3339"/>
                    </a:lnTo>
                    <a:lnTo>
                      <a:pt x="3002" y="4281"/>
                    </a:lnTo>
                    <a:lnTo>
                      <a:pt x="2229" y="4247"/>
                    </a:lnTo>
                    <a:lnTo>
                      <a:pt x="1532" y="4296"/>
                    </a:lnTo>
                    <a:lnTo>
                      <a:pt x="93" y="3858"/>
                    </a:lnTo>
                    <a:lnTo>
                      <a:pt x="15" y="3576"/>
                    </a:lnTo>
                    <a:lnTo>
                      <a:pt x="0" y="3323"/>
                    </a:lnTo>
                    <a:lnTo>
                      <a:pt x="110" y="2961"/>
                    </a:lnTo>
                    <a:lnTo>
                      <a:pt x="204" y="2430"/>
                    </a:lnTo>
                    <a:lnTo>
                      <a:pt x="204" y="1568"/>
                    </a:lnTo>
                    <a:lnTo>
                      <a:pt x="251" y="957"/>
                    </a:lnTo>
                    <a:lnTo>
                      <a:pt x="379" y="486"/>
                    </a:lnTo>
                    <a:lnTo>
                      <a:pt x="662" y="109"/>
                    </a:lnTo>
                    <a:lnTo>
                      <a:pt x="899" y="0"/>
                    </a:lnTo>
                    <a:lnTo>
                      <a:pt x="963" y="1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3" name="Freeform 332"/>
              <p:cNvSpPr>
                <a:spLocks/>
              </p:cNvSpPr>
              <p:nvPr/>
            </p:nvSpPr>
            <p:spPr bwMode="auto">
              <a:xfrm>
                <a:off x="562" y="1044"/>
                <a:ext cx="168" cy="328"/>
              </a:xfrm>
              <a:custGeom>
                <a:avLst/>
                <a:gdLst>
                  <a:gd name="T0" fmla="*/ 0 w 1673"/>
                  <a:gd name="T1" fmla="*/ 0 h 3277"/>
                  <a:gd name="T2" fmla="*/ 0 w 1673"/>
                  <a:gd name="T3" fmla="*/ 0 h 3277"/>
                  <a:gd name="T4" fmla="*/ 0 w 1673"/>
                  <a:gd name="T5" fmla="*/ 0 h 3277"/>
                  <a:gd name="T6" fmla="*/ 0 w 1673"/>
                  <a:gd name="T7" fmla="*/ 0 h 3277"/>
                  <a:gd name="T8" fmla="*/ 0 w 1673"/>
                  <a:gd name="T9" fmla="*/ 0 h 3277"/>
                  <a:gd name="T10" fmla="*/ 0 w 1673"/>
                  <a:gd name="T11" fmla="*/ 0 h 3277"/>
                  <a:gd name="T12" fmla="*/ 0 w 1673"/>
                  <a:gd name="T13" fmla="*/ 0 h 3277"/>
                  <a:gd name="T14" fmla="*/ 0 w 1673"/>
                  <a:gd name="T15" fmla="*/ 0 h 3277"/>
                  <a:gd name="T16" fmla="*/ 0 w 1673"/>
                  <a:gd name="T17" fmla="*/ 0 h 3277"/>
                  <a:gd name="T18" fmla="*/ 0 w 1673"/>
                  <a:gd name="T19" fmla="*/ 0 h 3277"/>
                  <a:gd name="T20" fmla="*/ 0 w 1673"/>
                  <a:gd name="T21" fmla="*/ 0 h 3277"/>
                  <a:gd name="T22" fmla="*/ 0 w 1673"/>
                  <a:gd name="T23" fmla="*/ 0 h 3277"/>
                  <a:gd name="T24" fmla="*/ 0 w 1673"/>
                  <a:gd name="T25" fmla="*/ 0 h 3277"/>
                  <a:gd name="T26" fmla="*/ 0 w 1673"/>
                  <a:gd name="T27" fmla="*/ 0 h 3277"/>
                  <a:gd name="T28" fmla="*/ 0 w 1673"/>
                  <a:gd name="T29" fmla="*/ 0 h 3277"/>
                  <a:gd name="T30" fmla="*/ 0 w 1673"/>
                  <a:gd name="T31" fmla="*/ 0 h 3277"/>
                  <a:gd name="T32" fmla="*/ 0 w 1673"/>
                  <a:gd name="T33" fmla="*/ 0 h 3277"/>
                  <a:gd name="T34" fmla="*/ 0 w 1673"/>
                  <a:gd name="T35" fmla="*/ 0 h 3277"/>
                  <a:gd name="T36" fmla="*/ 0 w 1673"/>
                  <a:gd name="T37" fmla="*/ 0 h 3277"/>
                  <a:gd name="T38" fmla="*/ 0 w 1673"/>
                  <a:gd name="T39" fmla="*/ 0 h 3277"/>
                  <a:gd name="T40" fmla="*/ 0 w 1673"/>
                  <a:gd name="T41" fmla="*/ 0 h 3277"/>
                  <a:gd name="T42" fmla="*/ 0 w 1673"/>
                  <a:gd name="T43" fmla="*/ 0 h 3277"/>
                  <a:gd name="T44" fmla="*/ 0 w 1673"/>
                  <a:gd name="T45" fmla="*/ 0 h 3277"/>
                  <a:gd name="T46" fmla="*/ 0 w 1673"/>
                  <a:gd name="T47" fmla="*/ 0 h 3277"/>
                  <a:gd name="T48" fmla="*/ 0 w 1673"/>
                  <a:gd name="T49" fmla="*/ 0 h 3277"/>
                  <a:gd name="T50" fmla="*/ 0 w 1673"/>
                  <a:gd name="T51" fmla="*/ 0 h 3277"/>
                  <a:gd name="T52" fmla="*/ 0 w 1673"/>
                  <a:gd name="T53" fmla="*/ 0 h 3277"/>
                  <a:gd name="T54" fmla="*/ 0 w 1673"/>
                  <a:gd name="T55" fmla="*/ 0 h 3277"/>
                  <a:gd name="T56" fmla="*/ 0 w 1673"/>
                  <a:gd name="T57" fmla="*/ 0 h 3277"/>
                  <a:gd name="T58" fmla="*/ 0 w 1673"/>
                  <a:gd name="T59" fmla="*/ 0 h 3277"/>
                  <a:gd name="T60" fmla="*/ 0 w 1673"/>
                  <a:gd name="T61" fmla="*/ 0 h 327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73"/>
                  <a:gd name="T94" fmla="*/ 0 h 3277"/>
                  <a:gd name="T95" fmla="*/ 1673 w 1673"/>
                  <a:gd name="T96" fmla="*/ 3277 h 327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73" h="3277">
                    <a:moveTo>
                      <a:pt x="29" y="1377"/>
                    </a:moveTo>
                    <a:lnTo>
                      <a:pt x="156" y="1160"/>
                    </a:lnTo>
                    <a:lnTo>
                      <a:pt x="203" y="940"/>
                    </a:lnTo>
                    <a:lnTo>
                      <a:pt x="187" y="675"/>
                    </a:lnTo>
                    <a:lnTo>
                      <a:pt x="125" y="328"/>
                    </a:lnTo>
                    <a:lnTo>
                      <a:pt x="0" y="0"/>
                    </a:lnTo>
                    <a:lnTo>
                      <a:pt x="376" y="408"/>
                    </a:lnTo>
                    <a:lnTo>
                      <a:pt x="538" y="798"/>
                    </a:lnTo>
                    <a:lnTo>
                      <a:pt x="584" y="1177"/>
                    </a:lnTo>
                    <a:lnTo>
                      <a:pt x="567" y="1473"/>
                    </a:lnTo>
                    <a:lnTo>
                      <a:pt x="724" y="1366"/>
                    </a:lnTo>
                    <a:lnTo>
                      <a:pt x="440" y="1740"/>
                    </a:lnTo>
                    <a:lnTo>
                      <a:pt x="502" y="1819"/>
                    </a:lnTo>
                    <a:lnTo>
                      <a:pt x="1200" y="1130"/>
                    </a:lnTo>
                    <a:lnTo>
                      <a:pt x="758" y="1914"/>
                    </a:lnTo>
                    <a:lnTo>
                      <a:pt x="980" y="2321"/>
                    </a:lnTo>
                    <a:lnTo>
                      <a:pt x="1342" y="2037"/>
                    </a:lnTo>
                    <a:lnTo>
                      <a:pt x="1469" y="1568"/>
                    </a:lnTo>
                    <a:lnTo>
                      <a:pt x="1546" y="986"/>
                    </a:lnTo>
                    <a:lnTo>
                      <a:pt x="1673" y="580"/>
                    </a:lnTo>
                    <a:lnTo>
                      <a:pt x="1626" y="2915"/>
                    </a:lnTo>
                    <a:lnTo>
                      <a:pt x="1357" y="3260"/>
                    </a:lnTo>
                    <a:lnTo>
                      <a:pt x="1516" y="2774"/>
                    </a:lnTo>
                    <a:lnTo>
                      <a:pt x="1516" y="2506"/>
                    </a:lnTo>
                    <a:lnTo>
                      <a:pt x="1151" y="2477"/>
                    </a:lnTo>
                    <a:lnTo>
                      <a:pt x="980" y="2681"/>
                    </a:lnTo>
                    <a:lnTo>
                      <a:pt x="1184" y="2947"/>
                    </a:lnTo>
                    <a:lnTo>
                      <a:pt x="1151" y="3277"/>
                    </a:lnTo>
                    <a:lnTo>
                      <a:pt x="125" y="2947"/>
                    </a:lnTo>
                    <a:lnTo>
                      <a:pt x="47" y="2163"/>
                    </a:lnTo>
                    <a:lnTo>
                      <a:pt x="29" y="1377"/>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4" name="Freeform 333"/>
              <p:cNvSpPr>
                <a:spLocks/>
              </p:cNvSpPr>
              <p:nvPr/>
            </p:nvSpPr>
            <p:spPr bwMode="auto">
              <a:xfrm>
                <a:off x="492" y="920"/>
                <a:ext cx="182" cy="148"/>
              </a:xfrm>
              <a:custGeom>
                <a:avLst/>
                <a:gdLst>
                  <a:gd name="T0" fmla="*/ 0 w 1819"/>
                  <a:gd name="T1" fmla="*/ 0 h 1474"/>
                  <a:gd name="T2" fmla="*/ 0 w 1819"/>
                  <a:gd name="T3" fmla="*/ 0 h 1474"/>
                  <a:gd name="T4" fmla="*/ 0 w 1819"/>
                  <a:gd name="T5" fmla="*/ 0 h 1474"/>
                  <a:gd name="T6" fmla="*/ 0 w 1819"/>
                  <a:gd name="T7" fmla="*/ 0 h 1474"/>
                  <a:gd name="T8" fmla="*/ 0 w 1819"/>
                  <a:gd name="T9" fmla="*/ 0 h 1474"/>
                  <a:gd name="T10" fmla="*/ 0 w 1819"/>
                  <a:gd name="T11" fmla="*/ 0 h 1474"/>
                  <a:gd name="T12" fmla="*/ 0 w 1819"/>
                  <a:gd name="T13" fmla="*/ 0 h 1474"/>
                  <a:gd name="T14" fmla="*/ 0 w 1819"/>
                  <a:gd name="T15" fmla="*/ 0 h 1474"/>
                  <a:gd name="T16" fmla="*/ 0 w 1819"/>
                  <a:gd name="T17" fmla="*/ 0 h 1474"/>
                  <a:gd name="T18" fmla="*/ 0 w 1819"/>
                  <a:gd name="T19" fmla="*/ 0 h 1474"/>
                  <a:gd name="T20" fmla="*/ 0 w 1819"/>
                  <a:gd name="T21" fmla="*/ 0 h 1474"/>
                  <a:gd name="T22" fmla="*/ 0 w 1819"/>
                  <a:gd name="T23" fmla="*/ 0 h 1474"/>
                  <a:gd name="T24" fmla="*/ 0 w 1819"/>
                  <a:gd name="T25" fmla="*/ 0 h 14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19"/>
                  <a:gd name="T40" fmla="*/ 0 h 1474"/>
                  <a:gd name="T41" fmla="*/ 1819 w 1819"/>
                  <a:gd name="T42" fmla="*/ 1474 h 14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19" h="1474">
                    <a:moveTo>
                      <a:pt x="0" y="1003"/>
                    </a:moveTo>
                    <a:lnTo>
                      <a:pt x="508" y="957"/>
                    </a:lnTo>
                    <a:lnTo>
                      <a:pt x="1298" y="1145"/>
                    </a:lnTo>
                    <a:lnTo>
                      <a:pt x="1819" y="1474"/>
                    </a:lnTo>
                    <a:lnTo>
                      <a:pt x="1628" y="1192"/>
                    </a:lnTo>
                    <a:lnTo>
                      <a:pt x="1472" y="864"/>
                    </a:lnTo>
                    <a:lnTo>
                      <a:pt x="1802" y="359"/>
                    </a:lnTo>
                    <a:lnTo>
                      <a:pt x="1788" y="0"/>
                    </a:lnTo>
                    <a:lnTo>
                      <a:pt x="1535" y="206"/>
                    </a:lnTo>
                    <a:lnTo>
                      <a:pt x="1313" y="441"/>
                    </a:lnTo>
                    <a:lnTo>
                      <a:pt x="1201" y="533"/>
                    </a:lnTo>
                    <a:lnTo>
                      <a:pt x="159" y="910"/>
                    </a:lnTo>
                    <a:lnTo>
                      <a:pt x="0" y="1003"/>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5" name="Freeform 334"/>
              <p:cNvSpPr>
                <a:spLocks/>
              </p:cNvSpPr>
              <p:nvPr/>
            </p:nvSpPr>
            <p:spPr bwMode="auto">
              <a:xfrm>
                <a:off x="614" y="1058"/>
                <a:ext cx="124" cy="97"/>
              </a:xfrm>
              <a:custGeom>
                <a:avLst/>
                <a:gdLst>
                  <a:gd name="T0" fmla="*/ 0 w 1235"/>
                  <a:gd name="T1" fmla="*/ 0 h 971"/>
                  <a:gd name="T2" fmla="*/ 0 w 1235"/>
                  <a:gd name="T3" fmla="*/ 0 h 971"/>
                  <a:gd name="T4" fmla="*/ 0 w 1235"/>
                  <a:gd name="T5" fmla="*/ 0 h 971"/>
                  <a:gd name="T6" fmla="*/ 0 w 1235"/>
                  <a:gd name="T7" fmla="*/ 0 h 971"/>
                  <a:gd name="T8" fmla="*/ 0 w 1235"/>
                  <a:gd name="T9" fmla="*/ 0 h 971"/>
                  <a:gd name="T10" fmla="*/ 0 w 1235"/>
                  <a:gd name="T11" fmla="*/ 0 h 971"/>
                  <a:gd name="T12" fmla="*/ 0 w 1235"/>
                  <a:gd name="T13" fmla="*/ 0 h 971"/>
                  <a:gd name="T14" fmla="*/ 0 w 1235"/>
                  <a:gd name="T15" fmla="*/ 0 h 971"/>
                  <a:gd name="T16" fmla="*/ 0 w 1235"/>
                  <a:gd name="T17" fmla="*/ 0 h 971"/>
                  <a:gd name="T18" fmla="*/ 0 w 1235"/>
                  <a:gd name="T19" fmla="*/ 0 h 971"/>
                  <a:gd name="T20" fmla="*/ 0 w 1235"/>
                  <a:gd name="T21" fmla="*/ 0 h 971"/>
                  <a:gd name="T22" fmla="*/ 0 w 1235"/>
                  <a:gd name="T23" fmla="*/ 0 h 971"/>
                  <a:gd name="T24" fmla="*/ 0 w 1235"/>
                  <a:gd name="T25" fmla="*/ 0 h 9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35"/>
                  <a:gd name="T40" fmla="*/ 0 h 971"/>
                  <a:gd name="T41" fmla="*/ 1235 w 1235"/>
                  <a:gd name="T42" fmla="*/ 971 h 97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35" h="971">
                    <a:moveTo>
                      <a:pt x="711" y="251"/>
                    </a:moveTo>
                    <a:lnTo>
                      <a:pt x="886" y="251"/>
                    </a:lnTo>
                    <a:lnTo>
                      <a:pt x="793" y="438"/>
                    </a:lnTo>
                    <a:lnTo>
                      <a:pt x="633" y="626"/>
                    </a:lnTo>
                    <a:lnTo>
                      <a:pt x="411" y="751"/>
                    </a:lnTo>
                    <a:lnTo>
                      <a:pt x="0" y="922"/>
                    </a:lnTo>
                    <a:lnTo>
                      <a:pt x="335" y="971"/>
                    </a:lnTo>
                    <a:lnTo>
                      <a:pt x="651" y="957"/>
                    </a:lnTo>
                    <a:lnTo>
                      <a:pt x="871" y="861"/>
                    </a:lnTo>
                    <a:lnTo>
                      <a:pt x="1028" y="751"/>
                    </a:lnTo>
                    <a:lnTo>
                      <a:pt x="1235" y="580"/>
                    </a:lnTo>
                    <a:lnTo>
                      <a:pt x="1235" y="0"/>
                    </a:lnTo>
                    <a:lnTo>
                      <a:pt x="711" y="251"/>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6" name="Freeform 335"/>
              <p:cNvSpPr>
                <a:spLocks/>
              </p:cNvSpPr>
              <p:nvPr/>
            </p:nvSpPr>
            <p:spPr bwMode="auto">
              <a:xfrm>
                <a:off x="749" y="1027"/>
                <a:ext cx="41" cy="81"/>
              </a:xfrm>
              <a:custGeom>
                <a:avLst/>
                <a:gdLst>
                  <a:gd name="T0" fmla="*/ 0 w 410"/>
                  <a:gd name="T1" fmla="*/ 0 h 815"/>
                  <a:gd name="T2" fmla="*/ 0 w 410"/>
                  <a:gd name="T3" fmla="*/ 0 h 815"/>
                  <a:gd name="T4" fmla="*/ 0 w 410"/>
                  <a:gd name="T5" fmla="*/ 0 h 815"/>
                  <a:gd name="T6" fmla="*/ 0 w 410"/>
                  <a:gd name="T7" fmla="*/ 0 h 815"/>
                  <a:gd name="T8" fmla="*/ 0 w 410"/>
                  <a:gd name="T9" fmla="*/ 0 h 815"/>
                  <a:gd name="T10" fmla="*/ 0 60000 65536"/>
                  <a:gd name="T11" fmla="*/ 0 60000 65536"/>
                  <a:gd name="T12" fmla="*/ 0 60000 65536"/>
                  <a:gd name="T13" fmla="*/ 0 60000 65536"/>
                  <a:gd name="T14" fmla="*/ 0 60000 65536"/>
                  <a:gd name="T15" fmla="*/ 0 w 410"/>
                  <a:gd name="T16" fmla="*/ 0 h 815"/>
                  <a:gd name="T17" fmla="*/ 410 w 410"/>
                  <a:gd name="T18" fmla="*/ 815 h 815"/>
                </a:gdLst>
                <a:ahLst/>
                <a:cxnLst>
                  <a:cxn ang="T10">
                    <a:pos x="T0" y="T1"/>
                  </a:cxn>
                  <a:cxn ang="T11">
                    <a:pos x="T2" y="T3"/>
                  </a:cxn>
                  <a:cxn ang="T12">
                    <a:pos x="T4" y="T5"/>
                  </a:cxn>
                  <a:cxn ang="T13">
                    <a:pos x="T6" y="T7"/>
                  </a:cxn>
                  <a:cxn ang="T14">
                    <a:pos x="T8" y="T9"/>
                  </a:cxn>
                </a:cxnLst>
                <a:rect l="T15" t="T16" r="T17" b="T18"/>
                <a:pathLst>
                  <a:path w="410" h="815">
                    <a:moveTo>
                      <a:pt x="95" y="815"/>
                    </a:moveTo>
                    <a:lnTo>
                      <a:pt x="410" y="96"/>
                    </a:lnTo>
                    <a:lnTo>
                      <a:pt x="332" y="0"/>
                    </a:lnTo>
                    <a:lnTo>
                      <a:pt x="0" y="235"/>
                    </a:lnTo>
                    <a:lnTo>
                      <a:pt x="95" y="81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7" name="Freeform 336"/>
              <p:cNvSpPr>
                <a:spLocks/>
              </p:cNvSpPr>
              <p:nvPr/>
            </p:nvSpPr>
            <p:spPr bwMode="auto">
              <a:xfrm>
                <a:off x="769" y="1019"/>
                <a:ext cx="106" cy="345"/>
              </a:xfrm>
              <a:custGeom>
                <a:avLst/>
                <a:gdLst>
                  <a:gd name="T0" fmla="*/ 0 w 1057"/>
                  <a:gd name="T1" fmla="*/ 0 h 3448"/>
                  <a:gd name="T2" fmla="*/ 0 w 1057"/>
                  <a:gd name="T3" fmla="*/ 0 h 3448"/>
                  <a:gd name="T4" fmla="*/ 0 w 1057"/>
                  <a:gd name="T5" fmla="*/ 0 h 3448"/>
                  <a:gd name="T6" fmla="*/ 0 w 1057"/>
                  <a:gd name="T7" fmla="*/ 0 h 3448"/>
                  <a:gd name="T8" fmla="*/ 0 w 1057"/>
                  <a:gd name="T9" fmla="*/ 0 h 3448"/>
                  <a:gd name="T10" fmla="*/ 0 w 1057"/>
                  <a:gd name="T11" fmla="*/ 0 h 3448"/>
                  <a:gd name="T12" fmla="*/ 0 w 1057"/>
                  <a:gd name="T13" fmla="*/ 0 h 3448"/>
                  <a:gd name="T14" fmla="*/ 0 w 1057"/>
                  <a:gd name="T15" fmla="*/ 0 h 3448"/>
                  <a:gd name="T16" fmla="*/ 0 w 1057"/>
                  <a:gd name="T17" fmla="*/ 0 h 3448"/>
                  <a:gd name="T18" fmla="*/ 0 w 1057"/>
                  <a:gd name="T19" fmla="*/ 0 h 3448"/>
                  <a:gd name="T20" fmla="*/ 0 w 1057"/>
                  <a:gd name="T21" fmla="*/ 0 h 3448"/>
                  <a:gd name="T22" fmla="*/ 0 w 1057"/>
                  <a:gd name="T23" fmla="*/ 0 h 3448"/>
                  <a:gd name="T24" fmla="*/ 0 w 1057"/>
                  <a:gd name="T25" fmla="*/ 0 h 3448"/>
                  <a:gd name="T26" fmla="*/ 0 w 1057"/>
                  <a:gd name="T27" fmla="*/ 0 h 3448"/>
                  <a:gd name="T28" fmla="*/ 0 w 1057"/>
                  <a:gd name="T29" fmla="*/ 0 h 3448"/>
                  <a:gd name="T30" fmla="*/ 0 w 1057"/>
                  <a:gd name="T31" fmla="*/ 0 h 3448"/>
                  <a:gd name="T32" fmla="*/ 0 w 1057"/>
                  <a:gd name="T33" fmla="*/ 0 h 3448"/>
                  <a:gd name="T34" fmla="*/ 0 w 1057"/>
                  <a:gd name="T35" fmla="*/ 0 h 3448"/>
                  <a:gd name="T36" fmla="*/ 0 w 1057"/>
                  <a:gd name="T37" fmla="*/ 0 h 3448"/>
                  <a:gd name="T38" fmla="*/ 0 w 1057"/>
                  <a:gd name="T39" fmla="*/ 0 h 3448"/>
                  <a:gd name="T40" fmla="*/ 0 w 1057"/>
                  <a:gd name="T41" fmla="*/ 0 h 3448"/>
                  <a:gd name="T42" fmla="*/ 0 w 1057"/>
                  <a:gd name="T43" fmla="*/ 0 h 3448"/>
                  <a:gd name="T44" fmla="*/ 0 w 1057"/>
                  <a:gd name="T45" fmla="*/ 0 h 3448"/>
                  <a:gd name="T46" fmla="*/ 0 w 1057"/>
                  <a:gd name="T47" fmla="*/ 0 h 3448"/>
                  <a:gd name="T48" fmla="*/ 0 w 1057"/>
                  <a:gd name="T49" fmla="*/ 0 h 3448"/>
                  <a:gd name="T50" fmla="*/ 0 w 1057"/>
                  <a:gd name="T51" fmla="*/ 0 h 3448"/>
                  <a:gd name="T52" fmla="*/ 0 w 1057"/>
                  <a:gd name="T53" fmla="*/ 0 h 3448"/>
                  <a:gd name="T54" fmla="*/ 0 w 1057"/>
                  <a:gd name="T55" fmla="*/ 0 h 344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57"/>
                  <a:gd name="T85" fmla="*/ 0 h 3448"/>
                  <a:gd name="T86" fmla="*/ 1057 w 1057"/>
                  <a:gd name="T87" fmla="*/ 3448 h 344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57" h="3448">
                    <a:moveTo>
                      <a:pt x="220" y="189"/>
                    </a:moveTo>
                    <a:lnTo>
                      <a:pt x="268" y="329"/>
                    </a:lnTo>
                    <a:lnTo>
                      <a:pt x="235" y="471"/>
                    </a:lnTo>
                    <a:lnTo>
                      <a:pt x="235" y="659"/>
                    </a:lnTo>
                    <a:lnTo>
                      <a:pt x="282" y="926"/>
                    </a:lnTo>
                    <a:lnTo>
                      <a:pt x="362" y="1129"/>
                    </a:lnTo>
                    <a:lnTo>
                      <a:pt x="553" y="1428"/>
                    </a:lnTo>
                    <a:lnTo>
                      <a:pt x="442" y="1144"/>
                    </a:lnTo>
                    <a:lnTo>
                      <a:pt x="425" y="892"/>
                    </a:lnTo>
                    <a:lnTo>
                      <a:pt x="471" y="720"/>
                    </a:lnTo>
                    <a:lnTo>
                      <a:pt x="584" y="549"/>
                    </a:lnTo>
                    <a:lnTo>
                      <a:pt x="677" y="407"/>
                    </a:lnTo>
                    <a:lnTo>
                      <a:pt x="899" y="691"/>
                    </a:lnTo>
                    <a:lnTo>
                      <a:pt x="677" y="1928"/>
                    </a:lnTo>
                    <a:lnTo>
                      <a:pt x="471" y="2226"/>
                    </a:lnTo>
                    <a:lnTo>
                      <a:pt x="408" y="2728"/>
                    </a:lnTo>
                    <a:lnTo>
                      <a:pt x="171" y="2916"/>
                    </a:lnTo>
                    <a:lnTo>
                      <a:pt x="0" y="2650"/>
                    </a:lnTo>
                    <a:lnTo>
                      <a:pt x="59" y="3448"/>
                    </a:lnTo>
                    <a:lnTo>
                      <a:pt x="362" y="3308"/>
                    </a:lnTo>
                    <a:lnTo>
                      <a:pt x="537" y="2899"/>
                    </a:lnTo>
                    <a:lnTo>
                      <a:pt x="695" y="2399"/>
                    </a:lnTo>
                    <a:lnTo>
                      <a:pt x="757" y="1944"/>
                    </a:lnTo>
                    <a:lnTo>
                      <a:pt x="868" y="1663"/>
                    </a:lnTo>
                    <a:lnTo>
                      <a:pt x="1057" y="517"/>
                    </a:lnTo>
                    <a:lnTo>
                      <a:pt x="662" y="251"/>
                    </a:lnTo>
                    <a:lnTo>
                      <a:pt x="251" y="0"/>
                    </a:lnTo>
                    <a:lnTo>
                      <a:pt x="220" y="189"/>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8" name="Freeform 337"/>
              <p:cNvSpPr>
                <a:spLocks/>
              </p:cNvSpPr>
              <p:nvPr/>
            </p:nvSpPr>
            <p:spPr bwMode="auto">
              <a:xfrm>
                <a:off x="823" y="1124"/>
                <a:ext cx="303" cy="270"/>
              </a:xfrm>
              <a:custGeom>
                <a:avLst/>
                <a:gdLst>
                  <a:gd name="T0" fmla="*/ 0 w 3032"/>
                  <a:gd name="T1" fmla="*/ 0 h 2698"/>
                  <a:gd name="T2" fmla="*/ 0 w 3032"/>
                  <a:gd name="T3" fmla="*/ 0 h 2698"/>
                  <a:gd name="T4" fmla="*/ 0 w 3032"/>
                  <a:gd name="T5" fmla="*/ 0 h 2698"/>
                  <a:gd name="T6" fmla="*/ 0 w 3032"/>
                  <a:gd name="T7" fmla="*/ 0 h 2698"/>
                  <a:gd name="T8" fmla="*/ 0 w 3032"/>
                  <a:gd name="T9" fmla="*/ 0 h 2698"/>
                  <a:gd name="T10" fmla="*/ 0 w 3032"/>
                  <a:gd name="T11" fmla="*/ 0 h 2698"/>
                  <a:gd name="T12" fmla="*/ 0 w 3032"/>
                  <a:gd name="T13" fmla="*/ 0 h 2698"/>
                  <a:gd name="T14" fmla="*/ 0 w 3032"/>
                  <a:gd name="T15" fmla="*/ 0 h 2698"/>
                  <a:gd name="T16" fmla="*/ 0 w 3032"/>
                  <a:gd name="T17" fmla="*/ 0 h 2698"/>
                  <a:gd name="T18" fmla="*/ 0 w 3032"/>
                  <a:gd name="T19" fmla="*/ 0 h 2698"/>
                  <a:gd name="T20" fmla="*/ 0 w 3032"/>
                  <a:gd name="T21" fmla="*/ 0 h 2698"/>
                  <a:gd name="T22" fmla="*/ 0 w 3032"/>
                  <a:gd name="T23" fmla="*/ 0 h 2698"/>
                  <a:gd name="T24" fmla="*/ 0 w 3032"/>
                  <a:gd name="T25" fmla="*/ 0 h 2698"/>
                  <a:gd name="T26" fmla="*/ 0 w 3032"/>
                  <a:gd name="T27" fmla="*/ 0 h 2698"/>
                  <a:gd name="T28" fmla="*/ 0 w 3032"/>
                  <a:gd name="T29" fmla="*/ 0 h 2698"/>
                  <a:gd name="T30" fmla="*/ 0 w 3032"/>
                  <a:gd name="T31" fmla="*/ 0 h 2698"/>
                  <a:gd name="T32" fmla="*/ 0 w 3032"/>
                  <a:gd name="T33" fmla="*/ 0 h 2698"/>
                  <a:gd name="T34" fmla="*/ 0 w 3032"/>
                  <a:gd name="T35" fmla="*/ 0 h 2698"/>
                  <a:gd name="T36" fmla="*/ 0 w 3032"/>
                  <a:gd name="T37" fmla="*/ 0 h 2698"/>
                  <a:gd name="T38" fmla="*/ 0 w 3032"/>
                  <a:gd name="T39" fmla="*/ 0 h 2698"/>
                  <a:gd name="T40" fmla="*/ 0 w 3032"/>
                  <a:gd name="T41" fmla="*/ 0 h 2698"/>
                  <a:gd name="T42" fmla="*/ 0 w 3032"/>
                  <a:gd name="T43" fmla="*/ 0 h 2698"/>
                  <a:gd name="T44" fmla="*/ 0 w 3032"/>
                  <a:gd name="T45" fmla="*/ 0 h 2698"/>
                  <a:gd name="T46" fmla="*/ 0 w 3032"/>
                  <a:gd name="T47" fmla="*/ 0 h 2698"/>
                  <a:gd name="T48" fmla="*/ 0 w 3032"/>
                  <a:gd name="T49" fmla="*/ 0 h 2698"/>
                  <a:gd name="T50" fmla="*/ 0 w 3032"/>
                  <a:gd name="T51" fmla="*/ 0 h 2698"/>
                  <a:gd name="T52" fmla="*/ 0 w 3032"/>
                  <a:gd name="T53" fmla="*/ 0 h 2698"/>
                  <a:gd name="T54" fmla="*/ 0 w 3032"/>
                  <a:gd name="T55" fmla="*/ 0 h 2698"/>
                  <a:gd name="T56" fmla="*/ 0 w 3032"/>
                  <a:gd name="T57" fmla="*/ 0 h 2698"/>
                  <a:gd name="T58" fmla="*/ 0 w 3032"/>
                  <a:gd name="T59" fmla="*/ 0 h 269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032"/>
                  <a:gd name="T91" fmla="*/ 0 h 2698"/>
                  <a:gd name="T92" fmla="*/ 3032 w 3032"/>
                  <a:gd name="T93" fmla="*/ 2698 h 269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032" h="2698">
                    <a:moveTo>
                      <a:pt x="678" y="0"/>
                    </a:moveTo>
                    <a:lnTo>
                      <a:pt x="473" y="1003"/>
                    </a:lnTo>
                    <a:lnTo>
                      <a:pt x="805" y="1569"/>
                    </a:lnTo>
                    <a:lnTo>
                      <a:pt x="1074" y="1539"/>
                    </a:lnTo>
                    <a:lnTo>
                      <a:pt x="885" y="1694"/>
                    </a:lnTo>
                    <a:lnTo>
                      <a:pt x="551" y="1661"/>
                    </a:lnTo>
                    <a:lnTo>
                      <a:pt x="473" y="1867"/>
                    </a:lnTo>
                    <a:lnTo>
                      <a:pt x="520" y="2134"/>
                    </a:lnTo>
                    <a:lnTo>
                      <a:pt x="1342" y="1789"/>
                    </a:lnTo>
                    <a:lnTo>
                      <a:pt x="1389" y="1883"/>
                    </a:lnTo>
                    <a:lnTo>
                      <a:pt x="1106" y="2087"/>
                    </a:lnTo>
                    <a:lnTo>
                      <a:pt x="1074" y="2479"/>
                    </a:lnTo>
                    <a:lnTo>
                      <a:pt x="1247" y="2479"/>
                    </a:lnTo>
                    <a:lnTo>
                      <a:pt x="1389" y="2181"/>
                    </a:lnTo>
                    <a:lnTo>
                      <a:pt x="1644" y="2276"/>
                    </a:lnTo>
                    <a:lnTo>
                      <a:pt x="1879" y="1945"/>
                    </a:lnTo>
                    <a:lnTo>
                      <a:pt x="2086" y="2117"/>
                    </a:lnTo>
                    <a:lnTo>
                      <a:pt x="2606" y="2103"/>
                    </a:lnTo>
                    <a:lnTo>
                      <a:pt x="2781" y="2009"/>
                    </a:lnTo>
                    <a:lnTo>
                      <a:pt x="3032" y="2494"/>
                    </a:lnTo>
                    <a:lnTo>
                      <a:pt x="2937" y="2604"/>
                    </a:lnTo>
                    <a:lnTo>
                      <a:pt x="2781" y="2619"/>
                    </a:lnTo>
                    <a:lnTo>
                      <a:pt x="2544" y="2587"/>
                    </a:lnTo>
                    <a:lnTo>
                      <a:pt x="2052" y="2587"/>
                    </a:lnTo>
                    <a:lnTo>
                      <a:pt x="1153" y="2698"/>
                    </a:lnTo>
                    <a:lnTo>
                      <a:pt x="331" y="2416"/>
                    </a:lnTo>
                    <a:lnTo>
                      <a:pt x="0" y="1821"/>
                    </a:lnTo>
                    <a:lnTo>
                      <a:pt x="236" y="690"/>
                    </a:lnTo>
                    <a:lnTo>
                      <a:pt x="585" y="142"/>
                    </a:lnTo>
                    <a:lnTo>
                      <a:pt x="678"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9" name="Freeform 338"/>
              <p:cNvSpPr>
                <a:spLocks/>
              </p:cNvSpPr>
              <p:nvPr/>
            </p:nvSpPr>
            <p:spPr bwMode="auto">
              <a:xfrm>
                <a:off x="808" y="1321"/>
                <a:ext cx="102" cy="132"/>
              </a:xfrm>
              <a:custGeom>
                <a:avLst/>
                <a:gdLst>
                  <a:gd name="T0" fmla="*/ 0 w 1014"/>
                  <a:gd name="T1" fmla="*/ 0 h 1323"/>
                  <a:gd name="T2" fmla="*/ 0 w 1014"/>
                  <a:gd name="T3" fmla="*/ 0 h 1323"/>
                  <a:gd name="T4" fmla="*/ 0 w 1014"/>
                  <a:gd name="T5" fmla="*/ 0 h 1323"/>
                  <a:gd name="T6" fmla="*/ 0 w 1014"/>
                  <a:gd name="T7" fmla="*/ 0 h 1323"/>
                  <a:gd name="T8" fmla="*/ 0 w 1014"/>
                  <a:gd name="T9" fmla="*/ 0 h 1323"/>
                  <a:gd name="T10" fmla="*/ 0 w 1014"/>
                  <a:gd name="T11" fmla="*/ 0 h 1323"/>
                  <a:gd name="T12" fmla="*/ 0 w 1014"/>
                  <a:gd name="T13" fmla="*/ 0 h 1323"/>
                  <a:gd name="T14" fmla="*/ 0 w 1014"/>
                  <a:gd name="T15" fmla="*/ 0 h 1323"/>
                  <a:gd name="T16" fmla="*/ 0 w 1014"/>
                  <a:gd name="T17" fmla="*/ 0 h 1323"/>
                  <a:gd name="T18" fmla="*/ 0 w 1014"/>
                  <a:gd name="T19" fmla="*/ 0 h 13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4"/>
                  <a:gd name="T31" fmla="*/ 0 h 1323"/>
                  <a:gd name="T32" fmla="*/ 1014 w 1014"/>
                  <a:gd name="T33" fmla="*/ 1323 h 13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4" h="1323">
                    <a:moveTo>
                      <a:pt x="1014" y="1323"/>
                    </a:moveTo>
                    <a:lnTo>
                      <a:pt x="885" y="1226"/>
                    </a:lnTo>
                    <a:lnTo>
                      <a:pt x="0" y="72"/>
                    </a:lnTo>
                    <a:lnTo>
                      <a:pt x="0" y="36"/>
                    </a:lnTo>
                    <a:lnTo>
                      <a:pt x="17" y="12"/>
                    </a:lnTo>
                    <a:lnTo>
                      <a:pt x="42" y="0"/>
                    </a:lnTo>
                    <a:lnTo>
                      <a:pt x="77" y="7"/>
                    </a:lnTo>
                    <a:lnTo>
                      <a:pt x="89" y="21"/>
                    </a:lnTo>
                    <a:lnTo>
                      <a:pt x="953" y="1167"/>
                    </a:lnTo>
                    <a:lnTo>
                      <a:pt x="1014" y="1323"/>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0" name="Freeform 339"/>
              <p:cNvSpPr>
                <a:spLocks/>
              </p:cNvSpPr>
              <p:nvPr/>
            </p:nvSpPr>
            <p:spPr bwMode="auto">
              <a:xfrm>
                <a:off x="1085" y="1305"/>
                <a:ext cx="191" cy="89"/>
              </a:xfrm>
              <a:custGeom>
                <a:avLst/>
                <a:gdLst>
                  <a:gd name="T0" fmla="*/ 0 w 1908"/>
                  <a:gd name="T1" fmla="*/ 0 h 884"/>
                  <a:gd name="T2" fmla="*/ 0 w 1908"/>
                  <a:gd name="T3" fmla="*/ 0 h 884"/>
                  <a:gd name="T4" fmla="*/ 0 w 1908"/>
                  <a:gd name="T5" fmla="*/ 0 h 884"/>
                  <a:gd name="T6" fmla="*/ 0 w 1908"/>
                  <a:gd name="T7" fmla="*/ 0 h 884"/>
                  <a:gd name="T8" fmla="*/ 0 w 1908"/>
                  <a:gd name="T9" fmla="*/ 0 h 884"/>
                  <a:gd name="T10" fmla="*/ 0 w 1908"/>
                  <a:gd name="T11" fmla="*/ 0 h 884"/>
                  <a:gd name="T12" fmla="*/ 0 w 1908"/>
                  <a:gd name="T13" fmla="*/ 0 h 884"/>
                  <a:gd name="T14" fmla="*/ 0 w 1908"/>
                  <a:gd name="T15" fmla="*/ 0 h 884"/>
                  <a:gd name="T16" fmla="*/ 0 w 1908"/>
                  <a:gd name="T17" fmla="*/ 0 h 884"/>
                  <a:gd name="T18" fmla="*/ 0 w 1908"/>
                  <a:gd name="T19" fmla="*/ 0 h 884"/>
                  <a:gd name="T20" fmla="*/ 0 w 1908"/>
                  <a:gd name="T21" fmla="*/ 0 h 884"/>
                  <a:gd name="T22" fmla="*/ 0 w 1908"/>
                  <a:gd name="T23" fmla="*/ 0 h 884"/>
                  <a:gd name="T24" fmla="*/ 0 w 1908"/>
                  <a:gd name="T25" fmla="*/ 0 h 884"/>
                  <a:gd name="T26" fmla="*/ 0 w 1908"/>
                  <a:gd name="T27" fmla="*/ 0 h 884"/>
                  <a:gd name="T28" fmla="*/ 0 w 1908"/>
                  <a:gd name="T29" fmla="*/ 0 h 884"/>
                  <a:gd name="T30" fmla="*/ 0 w 1908"/>
                  <a:gd name="T31" fmla="*/ 0 h 884"/>
                  <a:gd name="T32" fmla="*/ 0 w 1908"/>
                  <a:gd name="T33" fmla="*/ 0 h 884"/>
                  <a:gd name="T34" fmla="*/ 0 w 1908"/>
                  <a:gd name="T35" fmla="*/ 0 h 884"/>
                  <a:gd name="T36" fmla="*/ 0 w 1908"/>
                  <a:gd name="T37" fmla="*/ 0 h 88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08"/>
                  <a:gd name="T58" fmla="*/ 0 h 884"/>
                  <a:gd name="T59" fmla="*/ 1908 w 1908"/>
                  <a:gd name="T60" fmla="*/ 884 h 88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08" h="884">
                    <a:moveTo>
                      <a:pt x="18" y="576"/>
                    </a:moveTo>
                    <a:lnTo>
                      <a:pt x="600" y="756"/>
                    </a:lnTo>
                    <a:lnTo>
                      <a:pt x="1000" y="756"/>
                    </a:lnTo>
                    <a:lnTo>
                      <a:pt x="1273" y="884"/>
                    </a:lnTo>
                    <a:lnTo>
                      <a:pt x="1326" y="864"/>
                    </a:lnTo>
                    <a:lnTo>
                      <a:pt x="1290" y="720"/>
                    </a:lnTo>
                    <a:lnTo>
                      <a:pt x="1019" y="593"/>
                    </a:lnTo>
                    <a:lnTo>
                      <a:pt x="837" y="593"/>
                    </a:lnTo>
                    <a:lnTo>
                      <a:pt x="837" y="487"/>
                    </a:lnTo>
                    <a:lnTo>
                      <a:pt x="1326" y="324"/>
                    </a:lnTo>
                    <a:lnTo>
                      <a:pt x="1564" y="344"/>
                    </a:lnTo>
                    <a:lnTo>
                      <a:pt x="1673" y="487"/>
                    </a:lnTo>
                    <a:lnTo>
                      <a:pt x="1800" y="576"/>
                    </a:lnTo>
                    <a:lnTo>
                      <a:pt x="1908" y="576"/>
                    </a:lnTo>
                    <a:lnTo>
                      <a:pt x="1673" y="144"/>
                    </a:lnTo>
                    <a:lnTo>
                      <a:pt x="1000" y="0"/>
                    </a:lnTo>
                    <a:lnTo>
                      <a:pt x="202" y="235"/>
                    </a:lnTo>
                    <a:lnTo>
                      <a:pt x="0" y="487"/>
                    </a:lnTo>
                    <a:lnTo>
                      <a:pt x="18" y="57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1" name="Freeform 340"/>
              <p:cNvSpPr>
                <a:spLocks/>
              </p:cNvSpPr>
              <p:nvPr/>
            </p:nvSpPr>
            <p:spPr bwMode="auto">
              <a:xfrm>
                <a:off x="698" y="1343"/>
                <a:ext cx="218" cy="119"/>
              </a:xfrm>
              <a:custGeom>
                <a:avLst/>
                <a:gdLst>
                  <a:gd name="T0" fmla="*/ 0 w 2180"/>
                  <a:gd name="T1" fmla="*/ 0 h 1188"/>
                  <a:gd name="T2" fmla="*/ 0 w 2180"/>
                  <a:gd name="T3" fmla="*/ 0 h 1188"/>
                  <a:gd name="T4" fmla="*/ 0 w 2180"/>
                  <a:gd name="T5" fmla="*/ 0 h 1188"/>
                  <a:gd name="T6" fmla="*/ 0 w 2180"/>
                  <a:gd name="T7" fmla="*/ 0 h 1188"/>
                  <a:gd name="T8" fmla="*/ 0 w 2180"/>
                  <a:gd name="T9" fmla="*/ 0 h 1188"/>
                  <a:gd name="T10" fmla="*/ 0 w 2180"/>
                  <a:gd name="T11" fmla="*/ 0 h 1188"/>
                  <a:gd name="T12" fmla="*/ 0 w 2180"/>
                  <a:gd name="T13" fmla="*/ 0 h 1188"/>
                  <a:gd name="T14" fmla="*/ 0 w 2180"/>
                  <a:gd name="T15" fmla="*/ 0 h 1188"/>
                  <a:gd name="T16" fmla="*/ 0 w 2180"/>
                  <a:gd name="T17" fmla="*/ 0 h 1188"/>
                  <a:gd name="T18" fmla="*/ 0 w 2180"/>
                  <a:gd name="T19" fmla="*/ 0 h 1188"/>
                  <a:gd name="T20" fmla="*/ 0 w 2180"/>
                  <a:gd name="T21" fmla="*/ 0 h 1188"/>
                  <a:gd name="T22" fmla="*/ 0 w 2180"/>
                  <a:gd name="T23" fmla="*/ 0 h 1188"/>
                  <a:gd name="T24" fmla="*/ 0 w 2180"/>
                  <a:gd name="T25" fmla="*/ 0 h 1188"/>
                  <a:gd name="T26" fmla="*/ 0 w 2180"/>
                  <a:gd name="T27" fmla="*/ 0 h 1188"/>
                  <a:gd name="T28" fmla="*/ 0 w 2180"/>
                  <a:gd name="T29" fmla="*/ 0 h 1188"/>
                  <a:gd name="T30" fmla="*/ 0 w 2180"/>
                  <a:gd name="T31" fmla="*/ 0 h 1188"/>
                  <a:gd name="T32" fmla="*/ 0 w 2180"/>
                  <a:gd name="T33" fmla="*/ 0 h 1188"/>
                  <a:gd name="T34" fmla="*/ 0 w 2180"/>
                  <a:gd name="T35" fmla="*/ 0 h 1188"/>
                  <a:gd name="T36" fmla="*/ 0 w 2180"/>
                  <a:gd name="T37" fmla="*/ 0 h 1188"/>
                  <a:gd name="T38" fmla="*/ 0 w 2180"/>
                  <a:gd name="T39" fmla="*/ 0 h 118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80"/>
                  <a:gd name="T61" fmla="*/ 0 h 1188"/>
                  <a:gd name="T62" fmla="*/ 2180 w 2180"/>
                  <a:gd name="T63" fmla="*/ 1188 h 118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80" h="1188">
                    <a:moveTo>
                      <a:pt x="0" y="1098"/>
                    </a:moveTo>
                    <a:lnTo>
                      <a:pt x="872" y="1188"/>
                    </a:lnTo>
                    <a:lnTo>
                      <a:pt x="1182" y="1188"/>
                    </a:lnTo>
                    <a:lnTo>
                      <a:pt x="1309" y="1115"/>
                    </a:lnTo>
                    <a:lnTo>
                      <a:pt x="1489" y="1151"/>
                    </a:lnTo>
                    <a:lnTo>
                      <a:pt x="1651" y="1062"/>
                    </a:lnTo>
                    <a:lnTo>
                      <a:pt x="1689" y="1007"/>
                    </a:lnTo>
                    <a:lnTo>
                      <a:pt x="1815" y="953"/>
                    </a:lnTo>
                    <a:lnTo>
                      <a:pt x="1689" y="611"/>
                    </a:lnTo>
                    <a:lnTo>
                      <a:pt x="1345" y="360"/>
                    </a:lnTo>
                    <a:lnTo>
                      <a:pt x="1689" y="467"/>
                    </a:lnTo>
                    <a:lnTo>
                      <a:pt x="2016" y="775"/>
                    </a:lnTo>
                    <a:lnTo>
                      <a:pt x="2164" y="793"/>
                    </a:lnTo>
                    <a:lnTo>
                      <a:pt x="2180" y="719"/>
                    </a:lnTo>
                    <a:lnTo>
                      <a:pt x="2126" y="611"/>
                    </a:lnTo>
                    <a:lnTo>
                      <a:pt x="1762" y="160"/>
                    </a:lnTo>
                    <a:lnTo>
                      <a:pt x="1052" y="0"/>
                    </a:lnTo>
                    <a:lnTo>
                      <a:pt x="945" y="33"/>
                    </a:lnTo>
                    <a:lnTo>
                      <a:pt x="17" y="916"/>
                    </a:lnTo>
                    <a:lnTo>
                      <a:pt x="0" y="109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2" name="Freeform 341"/>
              <p:cNvSpPr>
                <a:spLocks/>
              </p:cNvSpPr>
              <p:nvPr/>
            </p:nvSpPr>
            <p:spPr bwMode="auto">
              <a:xfrm>
                <a:off x="721" y="1048"/>
                <a:ext cx="55" cy="331"/>
              </a:xfrm>
              <a:custGeom>
                <a:avLst/>
                <a:gdLst>
                  <a:gd name="T0" fmla="*/ 0 w 544"/>
                  <a:gd name="T1" fmla="*/ 0 h 3319"/>
                  <a:gd name="T2" fmla="*/ 0 w 544"/>
                  <a:gd name="T3" fmla="*/ 0 h 3319"/>
                  <a:gd name="T4" fmla="*/ 0 w 544"/>
                  <a:gd name="T5" fmla="*/ 0 h 3319"/>
                  <a:gd name="T6" fmla="*/ 0 w 544"/>
                  <a:gd name="T7" fmla="*/ 0 h 3319"/>
                  <a:gd name="T8" fmla="*/ 0 w 544"/>
                  <a:gd name="T9" fmla="*/ 0 h 3319"/>
                  <a:gd name="T10" fmla="*/ 0 w 544"/>
                  <a:gd name="T11" fmla="*/ 0 h 3319"/>
                  <a:gd name="T12" fmla="*/ 0 w 544"/>
                  <a:gd name="T13" fmla="*/ 0 h 3319"/>
                  <a:gd name="T14" fmla="*/ 0 w 544"/>
                  <a:gd name="T15" fmla="*/ 0 h 3319"/>
                  <a:gd name="T16" fmla="*/ 0 w 544"/>
                  <a:gd name="T17" fmla="*/ 0 h 3319"/>
                  <a:gd name="T18" fmla="*/ 0 w 544"/>
                  <a:gd name="T19" fmla="*/ 0 h 3319"/>
                  <a:gd name="T20" fmla="*/ 0 w 544"/>
                  <a:gd name="T21" fmla="*/ 0 h 3319"/>
                  <a:gd name="T22" fmla="*/ 0 w 544"/>
                  <a:gd name="T23" fmla="*/ 0 h 3319"/>
                  <a:gd name="T24" fmla="*/ 0 w 544"/>
                  <a:gd name="T25" fmla="*/ 0 h 3319"/>
                  <a:gd name="T26" fmla="*/ 0 w 544"/>
                  <a:gd name="T27" fmla="*/ 0 h 3319"/>
                  <a:gd name="T28" fmla="*/ 0 w 544"/>
                  <a:gd name="T29" fmla="*/ 0 h 3319"/>
                  <a:gd name="T30" fmla="*/ 0 w 544"/>
                  <a:gd name="T31" fmla="*/ 0 h 3319"/>
                  <a:gd name="T32" fmla="*/ 0 w 544"/>
                  <a:gd name="T33" fmla="*/ 0 h 3319"/>
                  <a:gd name="T34" fmla="*/ 0 w 544"/>
                  <a:gd name="T35" fmla="*/ 0 h 3319"/>
                  <a:gd name="T36" fmla="*/ 0 w 544"/>
                  <a:gd name="T37" fmla="*/ 0 h 3319"/>
                  <a:gd name="T38" fmla="*/ 0 w 544"/>
                  <a:gd name="T39" fmla="*/ 0 h 33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44"/>
                  <a:gd name="T61" fmla="*/ 0 h 3319"/>
                  <a:gd name="T62" fmla="*/ 544 w 544"/>
                  <a:gd name="T63" fmla="*/ 3319 h 331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44" h="3319">
                    <a:moveTo>
                      <a:pt x="326" y="0"/>
                    </a:moveTo>
                    <a:lnTo>
                      <a:pt x="419" y="111"/>
                    </a:lnTo>
                    <a:lnTo>
                      <a:pt x="436" y="236"/>
                    </a:lnTo>
                    <a:lnTo>
                      <a:pt x="345" y="578"/>
                    </a:lnTo>
                    <a:lnTo>
                      <a:pt x="419" y="866"/>
                    </a:lnTo>
                    <a:lnTo>
                      <a:pt x="472" y="1120"/>
                    </a:lnTo>
                    <a:lnTo>
                      <a:pt x="472" y="1317"/>
                    </a:lnTo>
                    <a:lnTo>
                      <a:pt x="472" y="1948"/>
                    </a:lnTo>
                    <a:lnTo>
                      <a:pt x="489" y="2308"/>
                    </a:lnTo>
                    <a:lnTo>
                      <a:pt x="544" y="2704"/>
                    </a:lnTo>
                    <a:lnTo>
                      <a:pt x="146" y="3319"/>
                    </a:lnTo>
                    <a:lnTo>
                      <a:pt x="72" y="2344"/>
                    </a:lnTo>
                    <a:lnTo>
                      <a:pt x="36" y="1660"/>
                    </a:lnTo>
                    <a:lnTo>
                      <a:pt x="0" y="1246"/>
                    </a:lnTo>
                    <a:lnTo>
                      <a:pt x="91" y="813"/>
                    </a:lnTo>
                    <a:lnTo>
                      <a:pt x="199" y="578"/>
                    </a:lnTo>
                    <a:lnTo>
                      <a:pt x="163" y="362"/>
                    </a:lnTo>
                    <a:lnTo>
                      <a:pt x="146" y="200"/>
                    </a:lnTo>
                    <a:lnTo>
                      <a:pt x="235" y="0"/>
                    </a:lnTo>
                    <a:lnTo>
                      <a:pt x="326"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3" name="Freeform 342"/>
              <p:cNvSpPr>
                <a:spLocks/>
              </p:cNvSpPr>
              <p:nvPr/>
            </p:nvSpPr>
            <p:spPr bwMode="auto">
              <a:xfrm>
                <a:off x="723" y="1048"/>
                <a:ext cx="62" cy="335"/>
              </a:xfrm>
              <a:custGeom>
                <a:avLst/>
                <a:gdLst>
                  <a:gd name="T0" fmla="*/ 0 w 618"/>
                  <a:gd name="T1" fmla="*/ 0 h 3354"/>
                  <a:gd name="T2" fmla="*/ 0 w 618"/>
                  <a:gd name="T3" fmla="*/ 0 h 3354"/>
                  <a:gd name="T4" fmla="*/ 0 w 618"/>
                  <a:gd name="T5" fmla="*/ 0 h 3354"/>
                  <a:gd name="T6" fmla="*/ 0 w 618"/>
                  <a:gd name="T7" fmla="*/ 0 h 3354"/>
                  <a:gd name="T8" fmla="*/ 0 w 618"/>
                  <a:gd name="T9" fmla="*/ 0 h 3354"/>
                  <a:gd name="T10" fmla="*/ 0 w 618"/>
                  <a:gd name="T11" fmla="*/ 0 h 3354"/>
                  <a:gd name="T12" fmla="*/ 0 w 618"/>
                  <a:gd name="T13" fmla="*/ 0 h 3354"/>
                  <a:gd name="T14" fmla="*/ 0 w 618"/>
                  <a:gd name="T15" fmla="*/ 0 h 3354"/>
                  <a:gd name="T16" fmla="*/ 0 w 618"/>
                  <a:gd name="T17" fmla="*/ 0 h 3354"/>
                  <a:gd name="T18" fmla="*/ 0 w 618"/>
                  <a:gd name="T19" fmla="*/ 0 h 3354"/>
                  <a:gd name="T20" fmla="*/ 0 w 618"/>
                  <a:gd name="T21" fmla="*/ 0 h 3354"/>
                  <a:gd name="T22" fmla="*/ 0 w 618"/>
                  <a:gd name="T23" fmla="*/ 0 h 3354"/>
                  <a:gd name="T24" fmla="*/ 0 w 618"/>
                  <a:gd name="T25" fmla="*/ 0 h 3354"/>
                  <a:gd name="T26" fmla="*/ 0 w 618"/>
                  <a:gd name="T27" fmla="*/ 0 h 3354"/>
                  <a:gd name="T28" fmla="*/ 0 w 618"/>
                  <a:gd name="T29" fmla="*/ 0 h 3354"/>
                  <a:gd name="T30" fmla="*/ 0 w 618"/>
                  <a:gd name="T31" fmla="*/ 0 h 3354"/>
                  <a:gd name="T32" fmla="*/ 0 w 618"/>
                  <a:gd name="T33" fmla="*/ 0 h 3354"/>
                  <a:gd name="T34" fmla="*/ 0 w 618"/>
                  <a:gd name="T35" fmla="*/ 0 h 3354"/>
                  <a:gd name="T36" fmla="*/ 0 w 618"/>
                  <a:gd name="T37" fmla="*/ 0 h 3354"/>
                  <a:gd name="T38" fmla="*/ 0 w 618"/>
                  <a:gd name="T39" fmla="*/ 0 h 3354"/>
                  <a:gd name="T40" fmla="*/ 0 w 618"/>
                  <a:gd name="T41" fmla="*/ 0 h 3354"/>
                  <a:gd name="T42" fmla="*/ 0 w 618"/>
                  <a:gd name="T43" fmla="*/ 0 h 3354"/>
                  <a:gd name="T44" fmla="*/ 0 w 618"/>
                  <a:gd name="T45" fmla="*/ 0 h 3354"/>
                  <a:gd name="T46" fmla="*/ 0 w 618"/>
                  <a:gd name="T47" fmla="*/ 0 h 3354"/>
                  <a:gd name="T48" fmla="*/ 0 w 618"/>
                  <a:gd name="T49" fmla="*/ 0 h 3354"/>
                  <a:gd name="T50" fmla="*/ 0 w 618"/>
                  <a:gd name="T51" fmla="*/ 0 h 3354"/>
                  <a:gd name="T52" fmla="*/ 0 w 618"/>
                  <a:gd name="T53" fmla="*/ 0 h 335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18"/>
                  <a:gd name="T82" fmla="*/ 0 h 3354"/>
                  <a:gd name="T83" fmla="*/ 618 w 618"/>
                  <a:gd name="T84" fmla="*/ 3354 h 335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18" h="3354">
                    <a:moveTo>
                      <a:pt x="291" y="0"/>
                    </a:moveTo>
                    <a:lnTo>
                      <a:pt x="235" y="255"/>
                    </a:lnTo>
                    <a:lnTo>
                      <a:pt x="235" y="382"/>
                    </a:lnTo>
                    <a:lnTo>
                      <a:pt x="343" y="524"/>
                    </a:lnTo>
                    <a:lnTo>
                      <a:pt x="326" y="615"/>
                    </a:lnTo>
                    <a:lnTo>
                      <a:pt x="417" y="957"/>
                    </a:lnTo>
                    <a:lnTo>
                      <a:pt x="326" y="722"/>
                    </a:lnTo>
                    <a:lnTo>
                      <a:pt x="326" y="886"/>
                    </a:lnTo>
                    <a:lnTo>
                      <a:pt x="254" y="1029"/>
                    </a:lnTo>
                    <a:lnTo>
                      <a:pt x="254" y="704"/>
                    </a:lnTo>
                    <a:lnTo>
                      <a:pt x="144" y="993"/>
                    </a:lnTo>
                    <a:lnTo>
                      <a:pt x="89" y="1389"/>
                    </a:lnTo>
                    <a:lnTo>
                      <a:pt x="89" y="1733"/>
                    </a:lnTo>
                    <a:lnTo>
                      <a:pt x="163" y="2488"/>
                    </a:lnTo>
                    <a:lnTo>
                      <a:pt x="180" y="3136"/>
                    </a:lnTo>
                    <a:lnTo>
                      <a:pt x="525" y="2688"/>
                    </a:lnTo>
                    <a:lnTo>
                      <a:pt x="618" y="3048"/>
                    </a:lnTo>
                    <a:lnTo>
                      <a:pt x="36" y="3354"/>
                    </a:lnTo>
                    <a:lnTo>
                      <a:pt x="36" y="2761"/>
                    </a:lnTo>
                    <a:lnTo>
                      <a:pt x="0" y="1804"/>
                    </a:lnTo>
                    <a:lnTo>
                      <a:pt x="0" y="1335"/>
                    </a:lnTo>
                    <a:lnTo>
                      <a:pt x="53" y="957"/>
                    </a:lnTo>
                    <a:lnTo>
                      <a:pt x="108" y="651"/>
                    </a:lnTo>
                    <a:lnTo>
                      <a:pt x="144" y="329"/>
                    </a:lnTo>
                    <a:lnTo>
                      <a:pt x="180" y="129"/>
                    </a:lnTo>
                    <a:lnTo>
                      <a:pt x="254" y="0"/>
                    </a:lnTo>
                    <a:lnTo>
                      <a:pt x="291"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4" name="Freeform 343"/>
              <p:cNvSpPr>
                <a:spLocks/>
              </p:cNvSpPr>
              <p:nvPr/>
            </p:nvSpPr>
            <p:spPr bwMode="auto">
              <a:xfrm>
                <a:off x="671" y="788"/>
                <a:ext cx="240" cy="264"/>
              </a:xfrm>
              <a:custGeom>
                <a:avLst/>
                <a:gdLst>
                  <a:gd name="T0" fmla="*/ 0 w 2401"/>
                  <a:gd name="T1" fmla="*/ 0 h 2643"/>
                  <a:gd name="T2" fmla="*/ 0 w 2401"/>
                  <a:gd name="T3" fmla="*/ 0 h 2643"/>
                  <a:gd name="T4" fmla="*/ 0 w 2401"/>
                  <a:gd name="T5" fmla="*/ 0 h 2643"/>
                  <a:gd name="T6" fmla="*/ 0 w 2401"/>
                  <a:gd name="T7" fmla="*/ 0 h 2643"/>
                  <a:gd name="T8" fmla="*/ 0 w 2401"/>
                  <a:gd name="T9" fmla="*/ 0 h 2643"/>
                  <a:gd name="T10" fmla="*/ 0 w 2401"/>
                  <a:gd name="T11" fmla="*/ 0 h 2643"/>
                  <a:gd name="T12" fmla="*/ 0 w 2401"/>
                  <a:gd name="T13" fmla="*/ 0 h 2643"/>
                  <a:gd name="T14" fmla="*/ 0 w 2401"/>
                  <a:gd name="T15" fmla="*/ 0 h 2643"/>
                  <a:gd name="T16" fmla="*/ 0 w 2401"/>
                  <a:gd name="T17" fmla="*/ 0 h 2643"/>
                  <a:gd name="T18" fmla="*/ 0 w 2401"/>
                  <a:gd name="T19" fmla="*/ 0 h 2643"/>
                  <a:gd name="T20" fmla="*/ 0 w 2401"/>
                  <a:gd name="T21" fmla="*/ 0 h 2643"/>
                  <a:gd name="T22" fmla="*/ 0 w 2401"/>
                  <a:gd name="T23" fmla="*/ 0 h 2643"/>
                  <a:gd name="T24" fmla="*/ 0 w 2401"/>
                  <a:gd name="T25" fmla="*/ 0 h 2643"/>
                  <a:gd name="T26" fmla="*/ 0 w 2401"/>
                  <a:gd name="T27" fmla="*/ 0 h 2643"/>
                  <a:gd name="T28" fmla="*/ 0 w 2401"/>
                  <a:gd name="T29" fmla="*/ 0 h 2643"/>
                  <a:gd name="T30" fmla="*/ 0 w 2401"/>
                  <a:gd name="T31" fmla="*/ 0 h 2643"/>
                  <a:gd name="T32" fmla="*/ 0 w 2401"/>
                  <a:gd name="T33" fmla="*/ 0 h 2643"/>
                  <a:gd name="T34" fmla="*/ 0 w 2401"/>
                  <a:gd name="T35" fmla="*/ 0 h 2643"/>
                  <a:gd name="T36" fmla="*/ 0 w 2401"/>
                  <a:gd name="T37" fmla="*/ 0 h 2643"/>
                  <a:gd name="T38" fmla="*/ 0 w 2401"/>
                  <a:gd name="T39" fmla="*/ 0 h 2643"/>
                  <a:gd name="T40" fmla="*/ 0 w 2401"/>
                  <a:gd name="T41" fmla="*/ 0 h 2643"/>
                  <a:gd name="T42" fmla="*/ 0 w 2401"/>
                  <a:gd name="T43" fmla="*/ 0 h 2643"/>
                  <a:gd name="T44" fmla="*/ 0 w 2401"/>
                  <a:gd name="T45" fmla="*/ 0 h 2643"/>
                  <a:gd name="T46" fmla="*/ 0 w 2401"/>
                  <a:gd name="T47" fmla="*/ 0 h 2643"/>
                  <a:gd name="T48" fmla="*/ 0 w 2401"/>
                  <a:gd name="T49" fmla="*/ 0 h 264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401"/>
                  <a:gd name="T76" fmla="*/ 0 h 2643"/>
                  <a:gd name="T77" fmla="*/ 2401 w 2401"/>
                  <a:gd name="T78" fmla="*/ 2643 h 264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401" h="2643">
                    <a:moveTo>
                      <a:pt x="0" y="1417"/>
                    </a:moveTo>
                    <a:lnTo>
                      <a:pt x="16" y="1637"/>
                    </a:lnTo>
                    <a:lnTo>
                      <a:pt x="126" y="1943"/>
                    </a:lnTo>
                    <a:lnTo>
                      <a:pt x="244" y="2110"/>
                    </a:lnTo>
                    <a:lnTo>
                      <a:pt x="594" y="2474"/>
                    </a:lnTo>
                    <a:lnTo>
                      <a:pt x="757" y="2643"/>
                    </a:lnTo>
                    <a:lnTo>
                      <a:pt x="1191" y="2355"/>
                    </a:lnTo>
                    <a:lnTo>
                      <a:pt x="1361" y="2442"/>
                    </a:lnTo>
                    <a:lnTo>
                      <a:pt x="1677" y="2474"/>
                    </a:lnTo>
                    <a:lnTo>
                      <a:pt x="1786" y="2330"/>
                    </a:lnTo>
                    <a:lnTo>
                      <a:pt x="1761" y="2179"/>
                    </a:lnTo>
                    <a:lnTo>
                      <a:pt x="1786" y="2143"/>
                    </a:lnTo>
                    <a:lnTo>
                      <a:pt x="1897" y="2110"/>
                    </a:lnTo>
                    <a:lnTo>
                      <a:pt x="1922" y="2010"/>
                    </a:lnTo>
                    <a:lnTo>
                      <a:pt x="2000" y="1952"/>
                    </a:lnTo>
                    <a:lnTo>
                      <a:pt x="2144" y="1707"/>
                    </a:lnTo>
                    <a:lnTo>
                      <a:pt x="2265" y="1741"/>
                    </a:lnTo>
                    <a:lnTo>
                      <a:pt x="2330" y="1690"/>
                    </a:lnTo>
                    <a:lnTo>
                      <a:pt x="2221" y="1157"/>
                    </a:lnTo>
                    <a:lnTo>
                      <a:pt x="2364" y="1074"/>
                    </a:lnTo>
                    <a:lnTo>
                      <a:pt x="2401" y="657"/>
                    </a:lnTo>
                    <a:lnTo>
                      <a:pt x="952" y="0"/>
                    </a:lnTo>
                    <a:lnTo>
                      <a:pt x="304" y="583"/>
                    </a:lnTo>
                    <a:lnTo>
                      <a:pt x="304" y="1030"/>
                    </a:lnTo>
                    <a:lnTo>
                      <a:pt x="0" y="141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5" name="Freeform 344"/>
              <p:cNvSpPr>
                <a:spLocks/>
              </p:cNvSpPr>
              <p:nvPr/>
            </p:nvSpPr>
            <p:spPr bwMode="auto">
              <a:xfrm>
                <a:off x="707" y="765"/>
                <a:ext cx="228" cy="107"/>
              </a:xfrm>
              <a:custGeom>
                <a:avLst/>
                <a:gdLst>
                  <a:gd name="T0" fmla="*/ 0 w 2280"/>
                  <a:gd name="T1" fmla="*/ 0 h 1064"/>
                  <a:gd name="T2" fmla="*/ 0 w 2280"/>
                  <a:gd name="T3" fmla="*/ 0 h 1064"/>
                  <a:gd name="T4" fmla="*/ 0 w 2280"/>
                  <a:gd name="T5" fmla="*/ 0 h 1064"/>
                  <a:gd name="T6" fmla="*/ 0 w 2280"/>
                  <a:gd name="T7" fmla="*/ 0 h 1064"/>
                  <a:gd name="T8" fmla="*/ 0 w 2280"/>
                  <a:gd name="T9" fmla="*/ 0 h 1064"/>
                  <a:gd name="T10" fmla="*/ 0 w 2280"/>
                  <a:gd name="T11" fmla="*/ 0 h 1064"/>
                  <a:gd name="T12" fmla="*/ 0 w 2280"/>
                  <a:gd name="T13" fmla="*/ 0 h 1064"/>
                  <a:gd name="T14" fmla="*/ 0 w 2280"/>
                  <a:gd name="T15" fmla="*/ 0 h 1064"/>
                  <a:gd name="T16" fmla="*/ 0 w 2280"/>
                  <a:gd name="T17" fmla="*/ 0 h 1064"/>
                  <a:gd name="T18" fmla="*/ 0 w 2280"/>
                  <a:gd name="T19" fmla="*/ 0 h 1064"/>
                  <a:gd name="T20" fmla="*/ 0 w 2280"/>
                  <a:gd name="T21" fmla="*/ 0 h 10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80"/>
                  <a:gd name="T34" fmla="*/ 0 h 1064"/>
                  <a:gd name="T35" fmla="*/ 2280 w 2280"/>
                  <a:gd name="T36" fmla="*/ 1064 h 10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80" h="1064">
                    <a:moveTo>
                      <a:pt x="0" y="953"/>
                    </a:moveTo>
                    <a:lnTo>
                      <a:pt x="296" y="893"/>
                    </a:lnTo>
                    <a:lnTo>
                      <a:pt x="381" y="979"/>
                    </a:lnTo>
                    <a:lnTo>
                      <a:pt x="552" y="1064"/>
                    </a:lnTo>
                    <a:lnTo>
                      <a:pt x="1184" y="784"/>
                    </a:lnTo>
                    <a:lnTo>
                      <a:pt x="1184" y="507"/>
                    </a:lnTo>
                    <a:lnTo>
                      <a:pt x="1736" y="753"/>
                    </a:lnTo>
                    <a:lnTo>
                      <a:pt x="2280" y="793"/>
                    </a:lnTo>
                    <a:lnTo>
                      <a:pt x="1547" y="0"/>
                    </a:lnTo>
                    <a:lnTo>
                      <a:pt x="237" y="369"/>
                    </a:lnTo>
                    <a:lnTo>
                      <a:pt x="0" y="95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6" name="Freeform 345"/>
              <p:cNvSpPr>
                <a:spLocks/>
              </p:cNvSpPr>
              <p:nvPr/>
            </p:nvSpPr>
            <p:spPr bwMode="auto">
              <a:xfrm>
                <a:off x="746" y="916"/>
                <a:ext cx="140" cy="135"/>
              </a:xfrm>
              <a:custGeom>
                <a:avLst/>
                <a:gdLst>
                  <a:gd name="T0" fmla="*/ 0 w 1393"/>
                  <a:gd name="T1" fmla="*/ 0 h 1349"/>
                  <a:gd name="T2" fmla="*/ 0 w 1393"/>
                  <a:gd name="T3" fmla="*/ 0 h 1349"/>
                  <a:gd name="T4" fmla="*/ 0 w 1393"/>
                  <a:gd name="T5" fmla="*/ 0 h 1349"/>
                  <a:gd name="T6" fmla="*/ 0 w 1393"/>
                  <a:gd name="T7" fmla="*/ 0 h 1349"/>
                  <a:gd name="T8" fmla="*/ 0 w 1393"/>
                  <a:gd name="T9" fmla="*/ 0 h 1349"/>
                  <a:gd name="T10" fmla="*/ 0 w 1393"/>
                  <a:gd name="T11" fmla="*/ 0 h 1349"/>
                  <a:gd name="T12" fmla="*/ 0 w 1393"/>
                  <a:gd name="T13" fmla="*/ 0 h 1349"/>
                  <a:gd name="T14" fmla="*/ 0 w 1393"/>
                  <a:gd name="T15" fmla="*/ 0 h 1349"/>
                  <a:gd name="T16" fmla="*/ 0 w 1393"/>
                  <a:gd name="T17" fmla="*/ 0 h 1349"/>
                  <a:gd name="T18" fmla="*/ 0 w 1393"/>
                  <a:gd name="T19" fmla="*/ 0 h 1349"/>
                  <a:gd name="T20" fmla="*/ 0 w 1393"/>
                  <a:gd name="T21" fmla="*/ 0 h 1349"/>
                  <a:gd name="T22" fmla="*/ 0 w 1393"/>
                  <a:gd name="T23" fmla="*/ 0 h 1349"/>
                  <a:gd name="T24" fmla="*/ 0 w 1393"/>
                  <a:gd name="T25" fmla="*/ 0 h 1349"/>
                  <a:gd name="T26" fmla="*/ 0 w 1393"/>
                  <a:gd name="T27" fmla="*/ 0 h 1349"/>
                  <a:gd name="T28" fmla="*/ 0 w 1393"/>
                  <a:gd name="T29" fmla="*/ 0 h 1349"/>
                  <a:gd name="T30" fmla="*/ 0 w 1393"/>
                  <a:gd name="T31" fmla="*/ 0 h 1349"/>
                  <a:gd name="T32" fmla="*/ 0 w 1393"/>
                  <a:gd name="T33" fmla="*/ 0 h 1349"/>
                  <a:gd name="T34" fmla="*/ 0 w 1393"/>
                  <a:gd name="T35" fmla="*/ 0 h 1349"/>
                  <a:gd name="T36" fmla="*/ 0 w 1393"/>
                  <a:gd name="T37" fmla="*/ 0 h 1349"/>
                  <a:gd name="T38" fmla="*/ 0 w 1393"/>
                  <a:gd name="T39" fmla="*/ 0 h 1349"/>
                  <a:gd name="T40" fmla="*/ 0 w 1393"/>
                  <a:gd name="T41" fmla="*/ 0 h 1349"/>
                  <a:gd name="T42" fmla="*/ 0 w 1393"/>
                  <a:gd name="T43" fmla="*/ 0 h 1349"/>
                  <a:gd name="T44" fmla="*/ 0 w 1393"/>
                  <a:gd name="T45" fmla="*/ 0 h 1349"/>
                  <a:gd name="T46" fmla="*/ 0 w 1393"/>
                  <a:gd name="T47" fmla="*/ 0 h 1349"/>
                  <a:gd name="T48" fmla="*/ 0 w 1393"/>
                  <a:gd name="T49" fmla="*/ 0 h 1349"/>
                  <a:gd name="T50" fmla="*/ 0 w 1393"/>
                  <a:gd name="T51" fmla="*/ 0 h 1349"/>
                  <a:gd name="T52" fmla="*/ 0 w 1393"/>
                  <a:gd name="T53" fmla="*/ 0 h 1349"/>
                  <a:gd name="T54" fmla="*/ 0 w 1393"/>
                  <a:gd name="T55" fmla="*/ 0 h 1349"/>
                  <a:gd name="T56" fmla="*/ 0 w 1393"/>
                  <a:gd name="T57" fmla="*/ 0 h 1349"/>
                  <a:gd name="T58" fmla="*/ 0 w 1393"/>
                  <a:gd name="T59" fmla="*/ 0 h 1349"/>
                  <a:gd name="T60" fmla="*/ 0 w 1393"/>
                  <a:gd name="T61" fmla="*/ 0 h 1349"/>
                  <a:gd name="T62" fmla="*/ 0 w 1393"/>
                  <a:gd name="T63" fmla="*/ 0 h 1349"/>
                  <a:gd name="T64" fmla="*/ 0 w 1393"/>
                  <a:gd name="T65" fmla="*/ 0 h 1349"/>
                  <a:gd name="T66" fmla="*/ 0 w 1393"/>
                  <a:gd name="T67" fmla="*/ 0 h 1349"/>
                  <a:gd name="T68" fmla="*/ 0 w 1393"/>
                  <a:gd name="T69" fmla="*/ 0 h 134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393"/>
                  <a:gd name="T106" fmla="*/ 0 h 1349"/>
                  <a:gd name="T107" fmla="*/ 1393 w 1393"/>
                  <a:gd name="T108" fmla="*/ 1349 h 134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393" h="1349">
                    <a:moveTo>
                      <a:pt x="49" y="105"/>
                    </a:moveTo>
                    <a:lnTo>
                      <a:pt x="49" y="433"/>
                    </a:lnTo>
                    <a:lnTo>
                      <a:pt x="266" y="678"/>
                    </a:lnTo>
                    <a:lnTo>
                      <a:pt x="628" y="1116"/>
                    </a:lnTo>
                    <a:lnTo>
                      <a:pt x="928" y="1165"/>
                    </a:lnTo>
                    <a:lnTo>
                      <a:pt x="1029" y="1036"/>
                    </a:lnTo>
                    <a:lnTo>
                      <a:pt x="999" y="911"/>
                    </a:lnTo>
                    <a:lnTo>
                      <a:pt x="893" y="964"/>
                    </a:lnTo>
                    <a:lnTo>
                      <a:pt x="853" y="928"/>
                    </a:lnTo>
                    <a:lnTo>
                      <a:pt x="973" y="814"/>
                    </a:lnTo>
                    <a:lnTo>
                      <a:pt x="1097" y="822"/>
                    </a:lnTo>
                    <a:lnTo>
                      <a:pt x="1158" y="776"/>
                    </a:lnTo>
                    <a:lnTo>
                      <a:pt x="1158" y="712"/>
                    </a:lnTo>
                    <a:lnTo>
                      <a:pt x="1249" y="663"/>
                    </a:lnTo>
                    <a:lnTo>
                      <a:pt x="1319" y="482"/>
                    </a:lnTo>
                    <a:lnTo>
                      <a:pt x="1393" y="441"/>
                    </a:lnTo>
                    <a:lnTo>
                      <a:pt x="1264" y="672"/>
                    </a:lnTo>
                    <a:lnTo>
                      <a:pt x="1199" y="729"/>
                    </a:lnTo>
                    <a:lnTo>
                      <a:pt x="1199" y="822"/>
                    </a:lnTo>
                    <a:lnTo>
                      <a:pt x="1166" y="854"/>
                    </a:lnTo>
                    <a:lnTo>
                      <a:pt x="1046" y="869"/>
                    </a:lnTo>
                    <a:lnTo>
                      <a:pt x="1029" y="902"/>
                    </a:lnTo>
                    <a:lnTo>
                      <a:pt x="1063" y="1022"/>
                    </a:lnTo>
                    <a:lnTo>
                      <a:pt x="1057" y="1062"/>
                    </a:lnTo>
                    <a:lnTo>
                      <a:pt x="950" y="1197"/>
                    </a:lnTo>
                    <a:lnTo>
                      <a:pt x="919" y="1206"/>
                    </a:lnTo>
                    <a:lnTo>
                      <a:pt x="701" y="1206"/>
                    </a:lnTo>
                    <a:lnTo>
                      <a:pt x="426" y="1116"/>
                    </a:lnTo>
                    <a:lnTo>
                      <a:pt x="57" y="1349"/>
                    </a:lnTo>
                    <a:lnTo>
                      <a:pt x="201" y="1068"/>
                    </a:lnTo>
                    <a:lnTo>
                      <a:pt x="330" y="1076"/>
                    </a:lnTo>
                    <a:lnTo>
                      <a:pt x="137" y="712"/>
                    </a:lnTo>
                    <a:lnTo>
                      <a:pt x="0" y="583"/>
                    </a:lnTo>
                    <a:lnTo>
                      <a:pt x="0" y="0"/>
                    </a:lnTo>
                    <a:lnTo>
                      <a:pt x="49" y="1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7" name="Freeform 346"/>
              <p:cNvSpPr>
                <a:spLocks/>
              </p:cNvSpPr>
              <p:nvPr/>
            </p:nvSpPr>
            <p:spPr bwMode="auto">
              <a:xfrm>
                <a:off x="824" y="973"/>
                <a:ext cx="17" cy="22"/>
              </a:xfrm>
              <a:custGeom>
                <a:avLst/>
                <a:gdLst>
                  <a:gd name="T0" fmla="*/ 0 w 175"/>
                  <a:gd name="T1" fmla="*/ 0 h 218"/>
                  <a:gd name="T2" fmla="*/ 0 w 175"/>
                  <a:gd name="T3" fmla="*/ 0 h 218"/>
                  <a:gd name="T4" fmla="*/ 0 w 175"/>
                  <a:gd name="T5" fmla="*/ 0 h 218"/>
                  <a:gd name="T6" fmla="*/ 0 w 175"/>
                  <a:gd name="T7" fmla="*/ 0 h 218"/>
                  <a:gd name="T8" fmla="*/ 0 w 175"/>
                  <a:gd name="T9" fmla="*/ 0 h 218"/>
                  <a:gd name="T10" fmla="*/ 0 w 175"/>
                  <a:gd name="T11" fmla="*/ 0 h 218"/>
                  <a:gd name="T12" fmla="*/ 0 60000 65536"/>
                  <a:gd name="T13" fmla="*/ 0 60000 65536"/>
                  <a:gd name="T14" fmla="*/ 0 60000 65536"/>
                  <a:gd name="T15" fmla="*/ 0 60000 65536"/>
                  <a:gd name="T16" fmla="*/ 0 60000 65536"/>
                  <a:gd name="T17" fmla="*/ 0 60000 65536"/>
                  <a:gd name="T18" fmla="*/ 0 w 175"/>
                  <a:gd name="T19" fmla="*/ 0 h 218"/>
                  <a:gd name="T20" fmla="*/ 175 w 175"/>
                  <a:gd name="T21" fmla="*/ 218 h 218"/>
                </a:gdLst>
                <a:ahLst/>
                <a:cxnLst>
                  <a:cxn ang="T12">
                    <a:pos x="T0" y="T1"/>
                  </a:cxn>
                  <a:cxn ang="T13">
                    <a:pos x="T2" y="T3"/>
                  </a:cxn>
                  <a:cxn ang="T14">
                    <a:pos x="T4" y="T5"/>
                  </a:cxn>
                  <a:cxn ang="T15">
                    <a:pos x="T6" y="T7"/>
                  </a:cxn>
                  <a:cxn ang="T16">
                    <a:pos x="T8" y="T9"/>
                  </a:cxn>
                  <a:cxn ang="T17">
                    <a:pos x="T10" y="T11"/>
                  </a:cxn>
                </a:cxnLst>
                <a:rect l="T18" t="T19" r="T20" b="T21"/>
                <a:pathLst>
                  <a:path w="175" h="218">
                    <a:moveTo>
                      <a:pt x="175" y="91"/>
                    </a:moveTo>
                    <a:lnTo>
                      <a:pt x="175" y="0"/>
                    </a:lnTo>
                    <a:lnTo>
                      <a:pt x="78" y="0"/>
                    </a:lnTo>
                    <a:lnTo>
                      <a:pt x="0" y="63"/>
                    </a:lnTo>
                    <a:lnTo>
                      <a:pt x="0" y="218"/>
                    </a:lnTo>
                    <a:lnTo>
                      <a:pt x="175"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8" name="Line 347"/>
              <p:cNvSpPr>
                <a:spLocks noChangeShapeType="1"/>
              </p:cNvSpPr>
              <p:nvPr/>
            </p:nvSpPr>
            <p:spPr bwMode="auto">
              <a:xfrm>
                <a:off x="841" y="982"/>
                <a:ext cx="2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9" name="Freeform 348"/>
              <p:cNvSpPr>
                <a:spLocks/>
              </p:cNvSpPr>
              <p:nvPr/>
            </p:nvSpPr>
            <p:spPr bwMode="auto">
              <a:xfrm>
                <a:off x="849" y="853"/>
                <a:ext cx="62" cy="110"/>
              </a:xfrm>
              <a:custGeom>
                <a:avLst/>
                <a:gdLst>
                  <a:gd name="T0" fmla="*/ 0 w 622"/>
                  <a:gd name="T1" fmla="*/ 0 h 1099"/>
                  <a:gd name="T2" fmla="*/ 0 w 622"/>
                  <a:gd name="T3" fmla="*/ 0 h 1099"/>
                  <a:gd name="T4" fmla="*/ 0 w 622"/>
                  <a:gd name="T5" fmla="*/ 0 h 1099"/>
                  <a:gd name="T6" fmla="*/ 0 w 622"/>
                  <a:gd name="T7" fmla="*/ 0 h 1099"/>
                  <a:gd name="T8" fmla="*/ 0 w 622"/>
                  <a:gd name="T9" fmla="*/ 0 h 1099"/>
                  <a:gd name="T10" fmla="*/ 0 w 622"/>
                  <a:gd name="T11" fmla="*/ 0 h 1099"/>
                  <a:gd name="T12" fmla="*/ 0 w 622"/>
                  <a:gd name="T13" fmla="*/ 0 h 1099"/>
                  <a:gd name="T14" fmla="*/ 0 w 622"/>
                  <a:gd name="T15" fmla="*/ 0 h 1099"/>
                  <a:gd name="T16" fmla="*/ 0 w 622"/>
                  <a:gd name="T17" fmla="*/ 0 h 1099"/>
                  <a:gd name="T18" fmla="*/ 0 w 622"/>
                  <a:gd name="T19" fmla="*/ 0 h 1099"/>
                  <a:gd name="T20" fmla="*/ 0 w 622"/>
                  <a:gd name="T21" fmla="*/ 0 h 1099"/>
                  <a:gd name="T22" fmla="*/ 0 w 622"/>
                  <a:gd name="T23" fmla="*/ 0 h 1099"/>
                  <a:gd name="T24" fmla="*/ 0 w 622"/>
                  <a:gd name="T25" fmla="*/ 0 h 1099"/>
                  <a:gd name="T26" fmla="*/ 0 w 622"/>
                  <a:gd name="T27" fmla="*/ 0 h 1099"/>
                  <a:gd name="T28" fmla="*/ 0 w 622"/>
                  <a:gd name="T29" fmla="*/ 0 h 1099"/>
                  <a:gd name="T30" fmla="*/ 0 w 622"/>
                  <a:gd name="T31" fmla="*/ 0 h 1099"/>
                  <a:gd name="T32" fmla="*/ 0 w 622"/>
                  <a:gd name="T33" fmla="*/ 0 h 1099"/>
                  <a:gd name="T34" fmla="*/ 0 w 622"/>
                  <a:gd name="T35" fmla="*/ 0 h 1099"/>
                  <a:gd name="T36" fmla="*/ 0 w 622"/>
                  <a:gd name="T37" fmla="*/ 0 h 1099"/>
                  <a:gd name="T38" fmla="*/ 0 w 622"/>
                  <a:gd name="T39" fmla="*/ 0 h 1099"/>
                  <a:gd name="T40" fmla="*/ 0 w 622"/>
                  <a:gd name="T41" fmla="*/ 0 h 1099"/>
                  <a:gd name="T42" fmla="*/ 0 w 622"/>
                  <a:gd name="T43" fmla="*/ 0 h 1099"/>
                  <a:gd name="T44" fmla="*/ 0 w 622"/>
                  <a:gd name="T45" fmla="*/ 0 h 1099"/>
                  <a:gd name="T46" fmla="*/ 0 w 622"/>
                  <a:gd name="T47" fmla="*/ 0 h 1099"/>
                  <a:gd name="T48" fmla="*/ 0 w 622"/>
                  <a:gd name="T49" fmla="*/ 0 h 1099"/>
                  <a:gd name="T50" fmla="*/ 0 w 622"/>
                  <a:gd name="T51" fmla="*/ 0 h 1099"/>
                  <a:gd name="T52" fmla="*/ 0 w 622"/>
                  <a:gd name="T53" fmla="*/ 0 h 1099"/>
                  <a:gd name="T54" fmla="*/ 0 w 622"/>
                  <a:gd name="T55" fmla="*/ 0 h 109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2"/>
                  <a:gd name="T85" fmla="*/ 0 h 1099"/>
                  <a:gd name="T86" fmla="*/ 622 w 622"/>
                  <a:gd name="T87" fmla="*/ 1099 h 109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2" h="1099">
                    <a:moveTo>
                      <a:pt x="226" y="957"/>
                    </a:moveTo>
                    <a:lnTo>
                      <a:pt x="259" y="1012"/>
                    </a:lnTo>
                    <a:lnTo>
                      <a:pt x="347" y="1012"/>
                    </a:lnTo>
                    <a:lnTo>
                      <a:pt x="476" y="1069"/>
                    </a:lnTo>
                    <a:lnTo>
                      <a:pt x="548" y="1026"/>
                    </a:lnTo>
                    <a:lnTo>
                      <a:pt x="428" y="502"/>
                    </a:lnTo>
                    <a:lnTo>
                      <a:pt x="347" y="484"/>
                    </a:lnTo>
                    <a:lnTo>
                      <a:pt x="266" y="540"/>
                    </a:lnTo>
                    <a:lnTo>
                      <a:pt x="306" y="453"/>
                    </a:lnTo>
                    <a:lnTo>
                      <a:pt x="243" y="421"/>
                    </a:lnTo>
                    <a:lnTo>
                      <a:pt x="170" y="413"/>
                    </a:lnTo>
                    <a:lnTo>
                      <a:pt x="99" y="406"/>
                    </a:lnTo>
                    <a:lnTo>
                      <a:pt x="0" y="413"/>
                    </a:lnTo>
                    <a:lnTo>
                      <a:pt x="235" y="311"/>
                    </a:lnTo>
                    <a:lnTo>
                      <a:pt x="444" y="375"/>
                    </a:lnTo>
                    <a:lnTo>
                      <a:pt x="533" y="326"/>
                    </a:lnTo>
                    <a:lnTo>
                      <a:pt x="523" y="375"/>
                    </a:lnTo>
                    <a:lnTo>
                      <a:pt x="461" y="438"/>
                    </a:lnTo>
                    <a:lnTo>
                      <a:pt x="582" y="421"/>
                    </a:lnTo>
                    <a:lnTo>
                      <a:pt x="622" y="0"/>
                    </a:lnTo>
                    <a:lnTo>
                      <a:pt x="605" y="438"/>
                    </a:lnTo>
                    <a:lnTo>
                      <a:pt x="468" y="515"/>
                    </a:lnTo>
                    <a:lnTo>
                      <a:pt x="582" y="1026"/>
                    </a:lnTo>
                    <a:lnTo>
                      <a:pt x="493" y="1099"/>
                    </a:lnTo>
                    <a:lnTo>
                      <a:pt x="324" y="1044"/>
                    </a:lnTo>
                    <a:lnTo>
                      <a:pt x="212" y="1044"/>
                    </a:lnTo>
                    <a:lnTo>
                      <a:pt x="179" y="980"/>
                    </a:lnTo>
                    <a:lnTo>
                      <a:pt x="226" y="9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0" name="Freeform 349"/>
              <p:cNvSpPr>
                <a:spLocks/>
              </p:cNvSpPr>
              <p:nvPr/>
            </p:nvSpPr>
            <p:spPr bwMode="auto">
              <a:xfrm>
                <a:off x="857" y="902"/>
                <a:ext cx="21" cy="17"/>
              </a:xfrm>
              <a:custGeom>
                <a:avLst/>
                <a:gdLst>
                  <a:gd name="T0" fmla="*/ 0 w 216"/>
                  <a:gd name="T1" fmla="*/ 0 h 171"/>
                  <a:gd name="T2" fmla="*/ 0 w 216"/>
                  <a:gd name="T3" fmla="*/ 0 h 171"/>
                  <a:gd name="T4" fmla="*/ 0 w 216"/>
                  <a:gd name="T5" fmla="*/ 0 h 171"/>
                  <a:gd name="T6" fmla="*/ 0 w 216"/>
                  <a:gd name="T7" fmla="*/ 0 h 171"/>
                  <a:gd name="T8" fmla="*/ 0 w 216"/>
                  <a:gd name="T9" fmla="*/ 0 h 171"/>
                  <a:gd name="T10" fmla="*/ 0 w 216"/>
                  <a:gd name="T11" fmla="*/ 0 h 171"/>
                  <a:gd name="T12" fmla="*/ 0 w 216"/>
                  <a:gd name="T13" fmla="*/ 0 h 171"/>
                  <a:gd name="T14" fmla="*/ 0 w 216"/>
                  <a:gd name="T15" fmla="*/ 0 h 171"/>
                  <a:gd name="T16" fmla="*/ 0 w 216"/>
                  <a:gd name="T17" fmla="*/ 0 h 171"/>
                  <a:gd name="T18" fmla="*/ 0 w 216"/>
                  <a:gd name="T19" fmla="*/ 0 h 1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6"/>
                  <a:gd name="T31" fmla="*/ 0 h 171"/>
                  <a:gd name="T32" fmla="*/ 216 w 216"/>
                  <a:gd name="T33" fmla="*/ 171 h 1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 h="171">
                    <a:moveTo>
                      <a:pt x="210" y="24"/>
                    </a:moveTo>
                    <a:lnTo>
                      <a:pt x="152" y="0"/>
                    </a:lnTo>
                    <a:lnTo>
                      <a:pt x="152" y="56"/>
                    </a:lnTo>
                    <a:lnTo>
                      <a:pt x="0" y="0"/>
                    </a:lnTo>
                    <a:lnTo>
                      <a:pt x="0" y="49"/>
                    </a:lnTo>
                    <a:lnTo>
                      <a:pt x="178" y="171"/>
                    </a:lnTo>
                    <a:lnTo>
                      <a:pt x="216" y="144"/>
                    </a:lnTo>
                    <a:lnTo>
                      <a:pt x="185" y="104"/>
                    </a:lnTo>
                    <a:lnTo>
                      <a:pt x="185" y="56"/>
                    </a:lnTo>
                    <a:lnTo>
                      <a:pt x="21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1" name="Freeform 350"/>
              <p:cNvSpPr>
                <a:spLocks/>
              </p:cNvSpPr>
              <p:nvPr/>
            </p:nvSpPr>
            <p:spPr bwMode="auto">
              <a:xfrm>
                <a:off x="845" y="919"/>
                <a:ext cx="25" cy="23"/>
              </a:xfrm>
              <a:custGeom>
                <a:avLst/>
                <a:gdLst>
                  <a:gd name="T0" fmla="*/ 0 w 241"/>
                  <a:gd name="T1" fmla="*/ 0 h 229"/>
                  <a:gd name="T2" fmla="*/ 0 w 241"/>
                  <a:gd name="T3" fmla="*/ 0 h 229"/>
                  <a:gd name="T4" fmla="*/ 0 w 241"/>
                  <a:gd name="T5" fmla="*/ 0 h 229"/>
                  <a:gd name="T6" fmla="*/ 0 w 241"/>
                  <a:gd name="T7" fmla="*/ 0 h 229"/>
                  <a:gd name="T8" fmla="*/ 0 w 241"/>
                  <a:gd name="T9" fmla="*/ 0 h 229"/>
                  <a:gd name="T10" fmla="*/ 0 w 241"/>
                  <a:gd name="T11" fmla="*/ 0 h 229"/>
                  <a:gd name="T12" fmla="*/ 0 w 241"/>
                  <a:gd name="T13" fmla="*/ 0 h 229"/>
                  <a:gd name="T14" fmla="*/ 0 w 241"/>
                  <a:gd name="T15" fmla="*/ 0 h 229"/>
                  <a:gd name="T16" fmla="*/ 0 w 241"/>
                  <a:gd name="T17" fmla="*/ 0 h 229"/>
                  <a:gd name="T18" fmla="*/ 0 w 241"/>
                  <a:gd name="T19" fmla="*/ 0 h 2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1"/>
                  <a:gd name="T31" fmla="*/ 0 h 229"/>
                  <a:gd name="T32" fmla="*/ 241 w 241"/>
                  <a:gd name="T33" fmla="*/ 229 h 2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1" h="229">
                    <a:moveTo>
                      <a:pt x="241" y="5"/>
                    </a:moveTo>
                    <a:lnTo>
                      <a:pt x="144" y="5"/>
                    </a:lnTo>
                    <a:lnTo>
                      <a:pt x="144" y="78"/>
                    </a:lnTo>
                    <a:lnTo>
                      <a:pt x="0" y="0"/>
                    </a:lnTo>
                    <a:lnTo>
                      <a:pt x="0" y="78"/>
                    </a:lnTo>
                    <a:lnTo>
                      <a:pt x="66" y="229"/>
                    </a:lnTo>
                    <a:lnTo>
                      <a:pt x="175" y="100"/>
                    </a:lnTo>
                    <a:lnTo>
                      <a:pt x="175" y="54"/>
                    </a:lnTo>
                    <a:lnTo>
                      <a:pt x="217" y="37"/>
                    </a:lnTo>
                    <a:lnTo>
                      <a:pt x="241"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2" name="Freeform 351"/>
              <p:cNvSpPr>
                <a:spLocks/>
              </p:cNvSpPr>
              <p:nvPr/>
            </p:nvSpPr>
            <p:spPr bwMode="auto">
              <a:xfrm>
                <a:off x="653" y="765"/>
                <a:ext cx="293" cy="169"/>
              </a:xfrm>
              <a:custGeom>
                <a:avLst/>
                <a:gdLst>
                  <a:gd name="T0" fmla="*/ 0 w 2925"/>
                  <a:gd name="T1" fmla="*/ 0 h 1689"/>
                  <a:gd name="T2" fmla="*/ 0 w 2925"/>
                  <a:gd name="T3" fmla="*/ 0 h 1689"/>
                  <a:gd name="T4" fmla="*/ 0 w 2925"/>
                  <a:gd name="T5" fmla="*/ 0 h 1689"/>
                  <a:gd name="T6" fmla="*/ 0 w 2925"/>
                  <a:gd name="T7" fmla="*/ 0 h 1689"/>
                  <a:gd name="T8" fmla="*/ 0 w 2925"/>
                  <a:gd name="T9" fmla="*/ 0 h 1689"/>
                  <a:gd name="T10" fmla="*/ 0 w 2925"/>
                  <a:gd name="T11" fmla="*/ 0 h 1689"/>
                  <a:gd name="T12" fmla="*/ 0 w 2925"/>
                  <a:gd name="T13" fmla="*/ 0 h 1689"/>
                  <a:gd name="T14" fmla="*/ 0 w 2925"/>
                  <a:gd name="T15" fmla="*/ 0 h 1689"/>
                  <a:gd name="T16" fmla="*/ 0 w 2925"/>
                  <a:gd name="T17" fmla="*/ 0 h 1689"/>
                  <a:gd name="T18" fmla="*/ 0 w 2925"/>
                  <a:gd name="T19" fmla="*/ 0 h 1689"/>
                  <a:gd name="T20" fmla="*/ 0 w 2925"/>
                  <a:gd name="T21" fmla="*/ 0 h 1689"/>
                  <a:gd name="T22" fmla="*/ 0 w 2925"/>
                  <a:gd name="T23" fmla="*/ 0 h 1689"/>
                  <a:gd name="T24" fmla="*/ 0 w 2925"/>
                  <a:gd name="T25" fmla="*/ 0 h 1689"/>
                  <a:gd name="T26" fmla="*/ 0 w 2925"/>
                  <a:gd name="T27" fmla="*/ 0 h 1689"/>
                  <a:gd name="T28" fmla="*/ 0 w 2925"/>
                  <a:gd name="T29" fmla="*/ 0 h 1689"/>
                  <a:gd name="T30" fmla="*/ 0 w 2925"/>
                  <a:gd name="T31" fmla="*/ 0 h 1689"/>
                  <a:gd name="T32" fmla="*/ 0 w 2925"/>
                  <a:gd name="T33" fmla="*/ 0 h 1689"/>
                  <a:gd name="T34" fmla="*/ 0 w 2925"/>
                  <a:gd name="T35" fmla="*/ 0 h 1689"/>
                  <a:gd name="T36" fmla="*/ 0 w 2925"/>
                  <a:gd name="T37" fmla="*/ 0 h 1689"/>
                  <a:gd name="T38" fmla="*/ 0 w 2925"/>
                  <a:gd name="T39" fmla="*/ 0 h 1689"/>
                  <a:gd name="T40" fmla="*/ 0 w 2925"/>
                  <a:gd name="T41" fmla="*/ 0 h 1689"/>
                  <a:gd name="T42" fmla="*/ 0 w 2925"/>
                  <a:gd name="T43" fmla="*/ 0 h 1689"/>
                  <a:gd name="T44" fmla="*/ 0 w 2925"/>
                  <a:gd name="T45" fmla="*/ 0 h 1689"/>
                  <a:gd name="T46" fmla="*/ 0 w 2925"/>
                  <a:gd name="T47" fmla="*/ 0 h 1689"/>
                  <a:gd name="T48" fmla="*/ 0 w 2925"/>
                  <a:gd name="T49" fmla="*/ 0 h 1689"/>
                  <a:gd name="T50" fmla="*/ 0 w 2925"/>
                  <a:gd name="T51" fmla="*/ 0 h 1689"/>
                  <a:gd name="T52" fmla="*/ 0 w 2925"/>
                  <a:gd name="T53" fmla="*/ 0 h 1689"/>
                  <a:gd name="T54" fmla="*/ 0 w 2925"/>
                  <a:gd name="T55" fmla="*/ 0 h 1689"/>
                  <a:gd name="T56" fmla="*/ 0 w 2925"/>
                  <a:gd name="T57" fmla="*/ 0 h 1689"/>
                  <a:gd name="T58" fmla="*/ 0 w 2925"/>
                  <a:gd name="T59" fmla="*/ 0 h 1689"/>
                  <a:gd name="T60" fmla="*/ 0 w 2925"/>
                  <a:gd name="T61" fmla="*/ 0 h 1689"/>
                  <a:gd name="T62" fmla="*/ 0 w 2925"/>
                  <a:gd name="T63" fmla="*/ 0 h 1689"/>
                  <a:gd name="T64" fmla="*/ 0 w 2925"/>
                  <a:gd name="T65" fmla="*/ 0 h 168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925"/>
                  <a:gd name="T100" fmla="*/ 0 h 1689"/>
                  <a:gd name="T101" fmla="*/ 2925 w 2925"/>
                  <a:gd name="T102" fmla="*/ 1689 h 168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925" h="1689">
                    <a:moveTo>
                      <a:pt x="1766" y="612"/>
                    </a:moveTo>
                    <a:lnTo>
                      <a:pt x="1766" y="813"/>
                    </a:lnTo>
                    <a:lnTo>
                      <a:pt x="1603" y="862"/>
                    </a:lnTo>
                    <a:lnTo>
                      <a:pt x="1723" y="891"/>
                    </a:lnTo>
                    <a:lnTo>
                      <a:pt x="1650" y="954"/>
                    </a:lnTo>
                    <a:lnTo>
                      <a:pt x="1436" y="949"/>
                    </a:lnTo>
                    <a:lnTo>
                      <a:pt x="1290" y="1177"/>
                    </a:lnTo>
                    <a:lnTo>
                      <a:pt x="1042" y="1052"/>
                    </a:lnTo>
                    <a:lnTo>
                      <a:pt x="985" y="931"/>
                    </a:lnTo>
                    <a:lnTo>
                      <a:pt x="1330" y="931"/>
                    </a:lnTo>
                    <a:lnTo>
                      <a:pt x="1645" y="796"/>
                    </a:lnTo>
                    <a:lnTo>
                      <a:pt x="1427" y="741"/>
                    </a:lnTo>
                    <a:lnTo>
                      <a:pt x="1645" y="683"/>
                    </a:lnTo>
                    <a:lnTo>
                      <a:pt x="1443" y="574"/>
                    </a:lnTo>
                    <a:lnTo>
                      <a:pt x="1290" y="565"/>
                    </a:lnTo>
                    <a:lnTo>
                      <a:pt x="1497" y="502"/>
                    </a:lnTo>
                    <a:lnTo>
                      <a:pt x="1396" y="445"/>
                    </a:lnTo>
                    <a:lnTo>
                      <a:pt x="1201" y="405"/>
                    </a:lnTo>
                    <a:lnTo>
                      <a:pt x="970" y="463"/>
                    </a:lnTo>
                    <a:lnTo>
                      <a:pt x="1129" y="565"/>
                    </a:lnTo>
                    <a:lnTo>
                      <a:pt x="999" y="627"/>
                    </a:lnTo>
                    <a:lnTo>
                      <a:pt x="1123" y="683"/>
                    </a:lnTo>
                    <a:lnTo>
                      <a:pt x="1123" y="741"/>
                    </a:lnTo>
                    <a:lnTo>
                      <a:pt x="759" y="821"/>
                    </a:lnTo>
                    <a:lnTo>
                      <a:pt x="574" y="923"/>
                    </a:lnTo>
                    <a:lnTo>
                      <a:pt x="848" y="885"/>
                    </a:lnTo>
                    <a:lnTo>
                      <a:pt x="934" y="914"/>
                    </a:lnTo>
                    <a:lnTo>
                      <a:pt x="913" y="980"/>
                    </a:lnTo>
                    <a:lnTo>
                      <a:pt x="790" y="931"/>
                    </a:lnTo>
                    <a:lnTo>
                      <a:pt x="574" y="980"/>
                    </a:lnTo>
                    <a:lnTo>
                      <a:pt x="574" y="1177"/>
                    </a:lnTo>
                    <a:lnTo>
                      <a:pt x="719" y="1554"/>
                    </a:lnTo>
                    <a:lnTo>
                      <a:pt x="799" y="1577"/>
                    </a:lnTo>
                    <a:lnTo>
                      <a:pt x="903" y="1529"/>
                    </a:lnTo>
                    <a:lnTo>
                      <a:pt x="807" y="1624"/>
                    </a:lnTo>
                    <a:lnTo>
                      <a:pt x="693" y="1577"/>
                    </a:lnTo>
                    <a:lnTo>
                      <a:pt x="588" y="1291"/>
                    </a:lnTo>
                    <a:lnTo>
                      <a:pt x="477" y="1458"/>
                    </a:lnTo>
                    <a:lnTo>
                      <a:pt x="316" y="1540"/>
                    </a:lnTo>
                    <a:lnTo>
                      <a:pt x="275" y="1689"/>
                    </a:lnTo>
                    <a:lnTo>
                      <a:pt x="68" y="1689"/>
                    </a:lnTo>
                    <a:lnTo>
                      <a:pt x="0" y="1393"/>
                    </a:lnTo>
                    <a:lnTo>
                      <a:pt x="123" y="1131"/>
                    </a:lnTo>
                    <a:lnTo>
                      <a:pt x="123" y="732"/>
                    </a:lnTo>
                    <a:lnTo>
                      <a:pt x="348" y="125"/>
                    </a:lnTo>
                    <a:lnTo>
                      <a:pt x="541" y="0"/>
                    </a:lnTo>
                    <a:lnTo>
                      <a:pt x="1603" y="174"/>
                    </a:lnTo>
                    <a:lnTo>
                      <a:pt x="1805" y="294"/>
                    </a:lnTo>
                    <a:lnTo>
                      <a:pt x="1723" y="358"/>
                    </a:lnTo>
                    <a:lnTo>
                      <a:pt x="1927" y="542"/>
                    </a:lnTo>
                    <a:lnTo>
                      <a:pt x="2169" y="542"/>
                    </a:lnTo>
                    <a:lnTo>
                      <a:pt x="2136" y="612"/>
                    </a:lnTo>
                    <a:lnTo>
                      <a:pt x="2385" y="660"/>
                    </a:lnTo>
                    <a:lnTo>
                      <a:pt x="2338" y="709"/>
                    </a:lnTo>
                    <a:lnTo>
                      <a:pt x="2740" y="756"/>
                    </a:lnTo>
                    <a:lnTo>
                      <a:pt x="2634" y="374"/>
                    </a:lnTo>
                    <a:lnTo>
                      <a:pt x="2829" y="638"/>
                    </a:lnTo>
                    <a:lnTo>
                      <a:pt x="2925" y="891"/>
                    </a:lnTo>
                    <a:lnTo>
                      <a:pt x="2893" y="940"/>
                    </a:lnTo>
                    <a:lnTo>
                      <a:pt x="2651" y="931"/>
                    </a:lnTo>
                    <a:lnTo>
                      <a:pt x="2490" y="914"/>
                    </a:lnTo>
                    <a:lnTo>
                      <a:pt x="2353" y="867"/>
                    </a:lnTo>
                    <a:lnTo>
                      <a:pt x="2442" y="836"/>
                    </a:lnTo>
                    <a:lnTo>
                      <a:pt x="2216" y="813"/>
                    </a:lnTo>
                    <a:lnTo>
                      <a:pt x="2014" y="732"/>
                    </a:lnTo>
                    <a:lnTo>
                      <a:pt x="1828" y="645"/>
                    </a:lnTo>
                    <a:lnTo>
                      <a:pt x="1766" y="6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3" name="Freeform 352"/>
              <p:cNvSpPr>
                <a:spLocks/>
              </p:cNvSpPr>
              <p:nvPr/>
            </p:nvSpPr>
            <p:spPr bwMode="auto">
              <a:xfrm>
                <a:off x="701" y="726"/>
                <a:ext cx="235" cy="116"/>
              </a:xfrm>
              <a:custGeom>
                <a:avLst/>
                <a:gdLst>
                  <a:gd name="T0" fmla="*/ 0 w 2352"/>
                  <a:gd name="T1" fmla="*/ 0 h 1163"/>
                  <a:gd name="T2" fmla="*/ 0 w 2352"/>
                  <a:gd name="T3" fmla="*/ 0 h 1163"/>
                  <a:gd name="T4" fmla="*/ 0 w 2352"/>
                  <a:gd name="T5" fmla="*/ 0 h 1163"/>
                  <a:gd name="T6" fmla="*/ 0 w 2352"/>
                  <a:gd name="T7" fmla="*/ 0 h 1163"/>
                  <a:gd name="T8" fmla="*/ 0 w 2352"/>
                  <a:gd name="T9" fmla="*/ 0 h 1163"/>
                  <a:gd name="T10" fmla="*/ 0 w 2352"/>
                  <a:gd name="T11" fmla="*/ 0 h 1163"/>
                  <a:gd name="T12" fmla="*/ 0 w 2352"/>
                  <a:gd name="T13" fmla="*/ 0 h 1163"/>
                  <a:gd name="T14" fmla="*/ 0 w 2352"/>
                  <a:gd name="T15" fmla="*/ 0 h 1163"/>
                  <a:gd name="T16" fmla="*/ 0 w 2352"/>
                  <a:gd name="T17" fmla="*/ 0 h 1163"/>
                  <a:gd name="T18" fmla="*/ 0 w 2352"/>
                  <a:gd name="T19" fmla="*/ 0 h 1163"/>
                  <a:gd name="T20" fmla="*/ 0 w 2352"/>
                  <a:gd name="T21" fmla="*/ 0 h 1163"/>
                  <a:gd name="T22" fmla="*/ 0 w 2352"/>
                  <a:gd name="T23" fmla="*/ 0 h 1163"/>
                  <a:gd name="T24" fmla="*/ 0 w 2352"/>
                  <a:gd name="T25" fmla="*/ 0 h 1163"/>
                  <a:gd name="T26" fmla="*/ 0 w 2352"/>
                  <a:gd name="T27" fmla="*/ 0 h 1163"/>
                  <a:gd name="T28" fmla="*/ 0 w 2352"/>
                  <a:gd name="T29" fmla="*/ 0 h 1163"/>
                  <a:gd name="T30" fmla="*/ 0 w 2352"/>
                  <a:gd name="T31" fmla="*/ 0 h 1163"/>
                  <a:gd name="T32" fmla="*/ 0 w 2352"/>
                  <a:gd name="T33" fmla="*/ 0 h 1163"/>
                  <a:gd name="T34" fmla="*/ 0 w 2352"/>
                  <a:gd name="T35" fmla="*/ 0 h 1163"/>
                  <a:gd name="T36" fmla="*/ 0 w 2352"/>
                  <a:gd name="T37" fmla="*/ 0 h 11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52"/>
                  <a:gd name="T58" fmla="*/ 0 h 1163"/>
                  <a:gd name="T59" fmla="*/ 2352 w 2352"/>
                  <a:gd name="T60" fmla="*/ 1163 h 11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52" h="1163">
                    <a:moveTo>
                      <a:pt x="2286" y="1163"/>
                    </a:moveTo>
                    <a:lnTo>
                      <a:pt x="1886" y="995"/>
                    </a:lnTo>
                    <a:lnTo>
                      <a:pt x="1933" y="957"/>
                    </a:lnTo>
                    <a:lnTo>
                      <a:pt x="1683" y="855"/>
                    </a:lnTo>
                    <a:lnTo>
                      <a:pt x="1571" y="855"/>
                    </a:lnTo>
                    <a:lnTo>
                      <a:pt x="1465" y="757"/>
                    </a:lnTo>
                    <a:lnTo>
                      <a:pt x="1554" y="686"/>
                    </a:lnTo>
                    <a:lnTo>
                      <a:pt x="1173" y="597"/>
                    </a:lnTo>
                    <a:lnTo>
                      <a:pt x="0" y="439"/>
                    </a:lnTo>
                    <a:lnTo>
                      <a:pt x="155" y="175"/>
                    </a:lnTo>
                    <a:lnTo>
                      <a:pt x="555" y="24"/>
                    </a:lnTo>
                    <a:lnTo>
                      <a:pt x="908" y="0"/>
                    </a:lnTo>
                    <a:lnTo>
                      <a:pt x="1313" y="80"/>
                    </a:lnTo>
                    <a:lnTo>
                      <a:pt x="1650" y="222"/>
                    </a:lnTo>
                    <a:lnTo>
                      <a:pt x="1899" y="430"/>
                    </a:lnTo>
                    <a:lnTo>
                      <a:pt x="2068" y="597"/>
                    </a:lnTo>
                    <a:lnTo>
                      <a:pt x="2223" y="813"/>
                    </a:lnTo>
                    <a:lnTo>
                      <a:pt x="2352" y="1030"/>
                    </a:lnTo>
                    <a:lnTo>
                      <a:pt x="2286" y="11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4" name="Freeform 353"/>
              <p:cNvSpPr>
                <a:spLocks/>
              </p:cNvSpPr>
              <p:nvPr/>
            </p:nvSpPr>
            <p:spPr bwMode="auto">
              <a:xfrm>
                <a:off x="719" y="862"/>
                <a:ext cx="30" cy="37"/>
              </a:xfrm>
              <a:custGeom>
                <a:avLst/>
                <a:gdLst>
                  <a:gd name="T0" fmla="*/ 0 w 301"/>
                  <a:gd name="T1" fmla="*/ 0 h 373"/>
                  <a:gd name="T2" fmla="*/ 0 w 301"/>
                  <a:gd name="T3" fmla="*/ 0 h 373"/>
                  <a:gd name="T4" fmla="*/ 0 w 301"/>
                  <a:gd name="T5" fmla="*/ 0 h 373"/>
                  <a:gd name="T6" fmla="*/ 0 w 301"/>
                  <a:gd name="T7" fmla="*/ 0 h 373"/>
                  <a:gd name="T8" fmla="*/ 0 w 301"/>
                  <a:gd name="T9" fmla="*/ 0 h 373"/>
                  <a:gd name="T10" fmla="*/ 0 w 301"/>
                  <a:gd name="T11" fmla="*/ 0 h 373"/>
                  <a:gd name="T12" fmla="*/ 0 w 301"/>
                  <a:gd name="T13" fmla="*/ 0 h 373"/>
                  <a:gd name="T14" fmla="*/ 0 w 301"/>
                  <a:gd name="T15" fmla="*/ 0 h 373"/>
                  <a:gd name="T16" fmla="*/ 0 w 301"/>
                  <a:gd name="T17" fmla="*/ 0 h 373"/>
                  <a:gd name="T18" fmla="*/ 0 w 301"/>
                  <a:gd name="T19" fmla="*/ 0 h 373"/>
                  <a:gd name="T20" fmla="*/ 0 w 301"/>
                  <a:gd name="T21" fmla="*/ 0 h 373"/>
                  <a:gd name="T22" fmla="*/ 0 w 301"/>
                  <a:gd name="T23" fmla="*/ 0 h 373"/>
                  <a:gd name="T24" fmla="*/ 0 w 301"/>
                  <a:gd name="T25" fmla="*/ 0 h 373"/>
                  <a:gd name="T26" fmla="*/ 0 w 301"/>
                  <a:gd name="T27" fmla="*/ 0 h 37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01"/>
                  <a:gd name="T43" fmla="*/ 0 h 373"/>
                  <a:gd name="T44" fmla="*/ 301 w 301"/>
                  <a:gd name="T45" fmla="*/ 373 h 37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01" h="373">
                    <a:moveTo>
                      <a:pt x="301" y="151"/>
                    </a:moveTo>
                    <a:lnTo>
                      <a:pt x="178" y="67"/>
                    </a:lnTo>
                    <a:lnTo>
                      <a:pt x="178" y="0"/>
                    </a:lnTo>
                    <a:lnTo>
                      <a:pt x="26" y="26"/>
                    </a:lnTo>
                    <a:lnTo>
                      <a:pt x="0" y="214"/>
                    </a:lnTo>
                    <a:lnTo>
                      <a:pt x="163" y="96"/>
                    </a:lnTo>
                    <a:lnTo>
                      <a:pt x="220" y="142"/>
                    </a:lnTo>
                    <a:lnTo>
                      <a:pt x="107" y="231"/>
                    </a:lnTo>
                    <a:lnTo>
                      <a:pt x="107" y="335"/>
                    </a:lnTo>
                    <a:lnTo>
                      <a:pt x="282" y="373"/>
                    </a:lnTo>
                    <a:lnTo>
                      <a:pt x="251" y="303"/>
                    </a:lnTo>
                    <a:lnTo>
                      <a:pt x="251" y="265"/>
                    </a:lnTo>
                    <a:lnTo>
                      <a:pt x="301" y="206"/>
                    </a:lnTo>
                    <a:lnTo>
                      <a:pt x="301" y="1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5" name="Line 354"/>
              <p:cNvSpPr>
                <a:spLocks noChangeShapeType="1"/>
              </p:cNvSpPr>
              <p:nvPr/>
            </p:nvSpPr>
            <p:spPr bwMode="auto">
              <a:xfrm>
                <a:off x="770" y="872"/>
                <a:ext cx="6"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6" name="Line 355"/>
              <p:cNvSpPr>
                <a:spLocks noChangeShapeType="1"/>
              </p:cNvSpPr>
              <p:nvPr/>
            </p:nvSpPr>
            <p:spPr bwMode="auto">
              <a:xfrm>
                <a:off x="777" y="878"/>
                <a:ext cx="7" cy="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7" name="Line 356"/>
              <p:cNvSpPr>
                <a:spLocks noChangeShapeType="1"/>
              </p:cNvSpPr>
              <p:nvPr/>
            </p:nvSpPr>
            <p:spPr bwMode="auto">
              <a:xfrm>
                <a:off x="786" y="891"/>
                <a:ext cx="4" cy="2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8" name="Line 357"/>
              <p:cNvSpPr>
                <a:spLocks noChangeShapeType="1"/>
              </p:cNvSpPr>
              <p:nvPr/>
            </p:nvSpPr>
            <p:spPr bwMode="auto">
              <a:xfrm>
                <a:off x="794" y="901"/>
                <a:ext cx="3" cy="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9" name="Freeform 358"/>
              <p:cNvSpPr>
                <a:spLocks/>
              </p:cNvSpPr>
              <p:nvPr/>
            </p:nvSpPr>
            <p:spPr bwMode="auto">
              <a:xfrm>
                <a:off x="669" y="930"/>
                <a:ext cx="62" cy="105"/>
              </a:xfrm>
              <a:custGeom>
                <a:avLst/>
                <a:gdLst>
                  <a:gd name="T0" fmla="*/ 0 w 618"/>
                  <a:gd name="T1" fmla="*/ 0 h 1047"/>
                  <a:gd name="T2" fmla="*/ 0 w 618"/>
                  <a:gd name="T3" fmla="*/ 0 h 1047"/>
                  <a:gd name="T4" fmla="*/ 0 w 618"/>
                  <a:gd name="T5" fmla="*/ 0 h 1047"/>
                  <a:gd name="T6" fmla="*/ 0 w 618"/>
                  <a:gd name="T7" fmla="*/ 0 h 1047"/>
                  <a:gd name="T8" fmla="*/ 0 w 618"/>
                  <a:gd name="T9" fmla="*/ 0 h 1047"/>
                  <a:gd name="T10" fmla="*/ 0 w 618"/>
                  <a:gd name="T11" fmla="*/ 0 h 1047"/>
                  <a:gd name="T12" fmla="*/ 0 w 618"/>
                  <a:gd name="T13" fmla="*/ 0 h 1047"/>
                  <a:gd name="T14" fmla="*/ 0 w 618"/>
                  <a:gd name="T15" fmla="*/ 0 h 1047"/>
                  <a:gd name="T16" fmla="*/ 0 w 618"/>
                  <a:gd name="T17" fmla="*/ 0 h 1047"/>
                  <a:gd name="T18" fmla="*/ 0 w 618"/>
                  <a:gd name="T19" fmla="*/ 0 h 1047"/>
                  <a:gd name="T20" fmla="*/ 0 w 618"/>
                  <a:gd name="T21" fmla="*/ 0 h 1047"/>
                  <a:gd name="T22" fmla="*/ 0 w 618"/>
                  <a:gd name="T23" fmla="*/ 0 h 1047"/>
                  <a:gd name="T24" fmla="*/ 0 w 618"/>
                  <a:gd name="T25" fmla="*/ 0 h 1047"/>
                  <a:gd name="T26" fmla="*/ 0 w 618"/>
                  <a:gd name="T27" fmla="*/ 0 h 10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8"/>
                  <a:gd name="T43" fmla="*/ 0 h 1047"/>
                  <a:gd name="T44" fmla="*/ 618 w 618"/>
                  <a:gd name="T45" fmla="*/ 1047 h 10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8" h="1047">
                    <a:moveTo>
                      <a:pt x="46" y="18"/>
                    </a:moveTo>
                    <a:lnTo>
                      <a:pt x="46" y="114"/>
                    </a:lnTo>
                    <a:lnTo>
                      <a:pt x="71" y="267"/>
                    </a:lnTo>
                    <a:lnTo>
                      <a:pt x="144" y="458"/>
                    </a:lnTo>
                    <a:lnTo>
                      <a:pt x="218" y="591"/>
                    </a:lnTo>
                    <a:lnTo>
                      <a:pt x="313" y="712"/>
                    </a:lnTo>
                    <a:lnTo>
                      <a:pt x="618" y="1047"/>
                    </a:lnTo>
                    <a:lnTo>
                      <a:pt x="235" y="656"/>
                    </a:lnTo>
                    <a:lnTo>
                      <a:pt x="144" y="515"/>
                    </a:lnTo>
                    <a:lnTo>
                      <a:pt x="57" y="329"/>
                    </a:lnTo>
                    <a:lnTo>
                      <a:pt x="8" y="176"/>
                    </a:lnTo>
                    <a:lnTo>
                      <a:pt x="0" y="74"/>
                    </a:lnTo>
                    <a:lnTo>
                      <a:pt x="0" y="0"/>
                    </a:lnTo>
                    <a:lnTo>
                      <a:pt x="4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0" name="Freeform 359"/>
              <p:cNvSpPr>
                <a:spLocks/>
              </p:cNvSpPr>
              <p:nvPr/>
            </p:nvSpPr>
            <p:spPr bwMode="auto">
              <a:xfrm>
                <a:off x="482" y="935"/>
                <a:ext cx="192" cy="136"/>
              </a:xfrm>
              <a:custGeom>
                <a:avLst/>
                <a:gdLst>
                  <a:gd name="T0" fmla="*/ 0 w 1917"/>
                  <a:gd name="T1" fmla="*/ 0 h 1359"/>
                  <a:gd name="T2" fmla="*/ 0 w 1917"/>
                  <a:gd name="T3" fmla="*/ 0 h 1359"/>
                  <a:gd name="T4" fmla="*/ 0 w 1917"/>
                  <a:gd name="T5" fmla="*/ 0 h 1359"/>
                  <a:gd name="T6" fmla="*/ 0 w 1917"/>
                  <a:gd name="T7" fmla="*/ 0 h 1359"/>
                  <a:gd name="T8" fmla="*/ 0 w 1917"/>
                  <a:gd name="T9" fmla="*/ 0 h 1359"/>
                  <a:gd name="T10" fmla="*/ 0 w 1917"/>
                  <a:gd name="T11" fmla="*/ 0 h 1359"/>
                  <a:gd name="T12" fmla="*/ 0 w 1917"/>
                  <a:gd name="T13" fmla="*/ 0 h 1359"/>
                  <a:gd name="T14" fmla="*/ 0 w 1917"/>
                  <a:gd name="T15" fmla="*/ 0 h 1359"/>
                  <a:gd name="T16" fmla="*/ 0 w 1917"/>
                  <a:gd name="T17" fmla="*/ 0 h 1359"/>
                  <a:gd name="T18" fmla="*/ 0 w 1917"/>
                  <a:gd name="T19" fmla="*/ 0 h 1359"/>
                  <a:gd name="T20" fmla="*/ 0 w 1917"/>
                  <a:gd name="T21" fmla="*/ 0 h 1359"/>
                  <a:gd name="T22" fmla="*/ 0 w 1917"/>
                  <a:gd name="T23" fmla="*/ 0 h 1359"/>
                  <a:gd name="T24" fmla="*/ 0 w 1917"/>
                  <a:gd name="T25" fmla="*/ 0 h 1359"/>
                  <a:gd name="T26" fmla="*/ 0 w 1917"/>
                  <a:gd name="T27" fmla="*/ 0 h 1359"/>
                  <a:gd name="T28" fmla="*/ 0 w 1917"/>
                  <a:gd name="T29" fmla="*/ 0 h 1359"/>
                  <a:gd name="T30" fmla="*/ 0 w 1917"/>
                  <a:gd name="T31" fmla="*/ 0 h 1359"/>
                  <a:gd name="T32" fmla="*/ 0 w 1917"/>
                  <a:gd name="T33" fmla="*/ 0 h 1359"/>
                  <a:gd name="T34" fmla="*/ 0 w 1917"/>
                  <a:gd name="T35" fmla="*/ 0 h 1359"/>
                  <a:gd name="T36" fmla="*/ 0 w 1917"/>
                  <a:gd name="T37" fmla="*/ 0 h 1359"/>
                  <a:gd name="T38" fmla="*/ 0 w 1917"/>
                  <a:gd name="T39" fmla="*/ 0 h 1359"/>
                  <a:gd name="T40" fmla="*/ 0 w 1917"/>
                  <a:gd name="T41" fmla="*/ 0 h 1359"/>
                  <a:gd name="T42" fmla="*/ 0 w 1917"/>
                  <a:gd name="T43" fmla="*/ 0 h 1359"/>
                  <a:gd name="T44" fmla="*/ 0 w 1917"/>
                  <a:gd name="T45" fmla="*/ 0 h 1359"/>
                  <a:gd name="T46" fmla="*/ 0 w 1917"/>
                  <a:gd name="T47" fmla="*/ 0 h 1359"/>
                  <a:gd name="T48" fmla="*/ 0 w 1917"/>
                  <a:gd name="T49" fmla="*/ 0 h 1359"/>
                  <a:gd name="T50" fmla="*/ 0 w 1917"/>
                  <a:gd name="T51" fmla="*/ 0 h 1359"/>
                  <a:gd name="T52" fmla="*/ 0 w 1917"/>
                  <a:gd name="T53" fmla="*/ 0 h 1359"/>
                  <a:gd name="T54" fmla="*/ 0 w 1917"/>
                  <a:gd name="T55" fmla="*/ 0 h 1359"/>
                  <a:gd name="T56" fmla="*/ 0 w 1917"/>
                  <a:gd name="T57" fmla="*/ 0 h 1359"/>
                  <a:gd name="T58" fmla="*/ 0 w 1917"/>
                  <a:gd name="T59" fmla="*/ 0 h 13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917"/>
                  <a:gd name="T91" fmla="*/ 0 h 1359"/>
                  <a:gd name="T92" fmla="*/ 1917 w 1917"/>
                  <a:gd name="T93" fmla="*/ 1359 h 135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917" h="1359">
                    <a:moveTo>
                      <a:pt x="1724" y="0"/>
                    </a:moveTo>
                    <a:lnTo>
                      <a:pt x="1566" y="178"/>
                    </a:lnTo>
                    <a:lnTo>
                      <a:pt x="1533" y="315"/>
                    </a:lnTo>
                    <a:lnTo>
                      <a:pt x="1533" y="475"/>
                    </a:lnTo>
                    <a:lnTo>
                      <a:pt x="1628" y="790"/>
                    </a:lnTo>
                    <a:lnTo>
                      <a:pt x="1851" y="1233"/>
                    </a:lnTo>
                    <a:lnTo>
                      <a:pt x="1917" y="1359"/>
                    </a:lnTo>
                    <a:lnTo>
                      <a:pt x="1448" y="893"/>
                    </a:lnTo>
                    <a:lnTo>
                      <a:pt x="1641" y="1033"/>
                    </a:lnTo>
                    <a:lnTo>
                      <a:pt x="1641" y="893"/>
                    </a:lnTo>
                    <a:lnTo>
                      <a:pt x="1555" y="684"/>
                    </a:lnTo>
                    <a:lnTo>
                      <a:pt x="1512" y="538"/>
                    </a:lnTo>
                    <a:lnTo>
                      <a:pt x="1491" y="377"/>
                    </a:lnTo>
                    <a:lnTo>
                      <a:pt x="1395" y="411"/>
                    </a:lnTo>
                    <a:lnTo>
                      <a:pt x="1428" y="589"/>
                    </a:lnTo>
                    <a:lnTo>
                      <a:pt x="1182" y="517"/>
                    </a:lnTo>
                    <a:lnTo>
                      <a:pt x="906" y="631"/>
                    </a:lnTo>
                    <a:lnTo>
                      <a:pt x="1106" y="790"/>
                    </a:lnTo>
                    <a:lnTo>
                      <a:pt x="542" y="695"/>
                    </a:lnTo>
                    <a:lnTo>
                      <a:pt x="182" y="832"/>
                    </a:lnTo>
                    <a:lnTo>
                      <a:pt x="0" y="946"/>
                    </a:lnTo>
                    <a:lnTo>
                      <a:pt x="225" y="769"/>
                    </a:lnTo>
                    <a:lnTo>
                      <a:pt x="415" y="631"/>
                    </a:lnTo>
                    <a:lnTo>
                      <a:pt x="511" y="631"/>
                    </a:lnTo>
                    <a:lnTo>
                      <a:pt x="629" y="485"/>
                    </a:lnTo>
                    <a:lnTo>
                      <a:pt x="939" y="422"/>
                    </a:lnTo>
                    <a:lnTo>
                      <a:pt x="1150" y="315"/>
                    </a:lnTo>
                    <a:lnTo>
                      <a:pt x="1375" y="315"/>
                    </a:lnTo>
                    <a:lnTo>
                      <a:pt x="1595" y="93"/>
                    </a:lnTo>
                    <a:lnTo>
                      <a:pt x="17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1" name="Freeform 360"/>
              <p:cNvSpPr>
                <a:spLocks/>
              </p:cNvSpPr>
              <p:nvPr/>
            </p:nvSpPr>
            <p:spPr bwMode="auto">
              <a:xfrm>
                <a:off x="637" y="1050"/>
                <a:ext cx="131" cy="326"/>
              </a:xfrm>
              <a:custGeom>
                <a:avLst/>
                <a:gdLst>
                  <a:gd name="T0" fmla="*/ 0 w 1308"/>
                  <a:gd name="T1" fmla="*/ 0 h 3264"/>
                  <a:gd name="T2" fmla="*/ 0 w 1308"/>
                  <a:gd name="T3" fmla="*/ 0 h 3264"/>
                  <a:gd name="T4" fmla="*/ 0 w 1308"/>
                  <a:gd name="T5" fmla="*/ 0 h 3264"/>
                  <a:gd name="T6" fmla="*/ 0 w 1308"/>
                  <a:gd name="T7" fmla="*/ 0 h 3264"/>
                  <a:gd name="T8" fmla="*/ 0 w 1308"/>
                  <a:gd name="T9" fmla="*/ 0 h 3264"/>
                  <a:gd name="T10" fmla="*/ 0 w 1308"/>
                  <a:gd name="T11" fmla="*/ 0 h 3264"/>
                  <a:gd name="T12" fmla="*/ 0 w 1308"/>
                  <a:gd name="T13" fmla="*/ 0 h 3264"/>
                  <a:gd name="T14" fmla="*/ 0 w 1308"/>
                  <a:gd name="T15" fmla="*/ 0 h 3264"/>
                  <a:gd name="T16" fmla="*/ 0 w 1308"/>
                  <a:gd name="T17" fmla="*/ 0 h 3264"/>
                  <a:gd name="T18" fmla="*/ 0 w 1308"/>
                  <a:gd name="T19" fmla="*/ 0 h 3264"/>
                  <a:gd name="T20" fmla="*/ 0 w 1308"/>
                  <a:gd name="T21" fmla="*/ 0 h 3264"/>
                  <a:gd name="T22" fmla="*/ 0 w 1308"/>
                  <a:gd name="T23" fmla="*/ 0 h 3264"/>
                  <a:gd name="T24" fmla="*/ 0 w 1308"/>
                  <a:gd name="T25" fmla="*/ 0 h 3264"/>
                  <a:gd name="T26" fmla="*/ 0 w 1308"/>
                  <a:gd name="T27" fmla="*/ 0 h 3264"/>
                  <a:gd name="T28" fmla="*/ 0 w 1308"/>
                  <a:gd name="T29" fmla="*/ 0 h 3264"/>
                  <a:gd name="T30" fmla="*/ 0 w 1308"/>
                  <a:gd name="T31" fmla="*/ 0 h 3264"/>
                  <a:gd name="T32" fmla="*/ 0 w 1308"/>
                  <a:gd name="T33" fmla="*/ 0 h 3264"/>
                  <a:gd name="T34" fmla="*/ 0 w 1308"/>
                  <a:gd name="T35" fmla="*/ 0 h 3264"/>
                  <a:gd name="T36" fmla="*/ 0 w 1308"/>
                  <a:gd name="T37" fmla="*/ 0 h 3264"/>
                  <a:gd name="T38" fmla="*/ 0 w 1308"/>
                  <a:gd name="T39" fmla="*/ 0 h 3264"/>
                  <a:gd name="T40" fmla="*/ 0 w 1308"/>
                  <a:gd name="T41" fmla="*/ 0 h 3264"/>
                  <a:gd name="T42" fmla="*/ 0 w 1308"/>
                  <a:gd name="T43" fmla="*/ 0 h 3264"/>
                  <a:gd name="T44" fmla="*/ 0 w 1308"/>
                  <a:gd name="T45" fmla="*/ 0 h 3264"/>
                  <a:gd name="T46" fmla="*/ 0 w 1308"/>
                  <a:gd name="T47" fmla="*/ 0 h 3264"/>
                  <a:gd name="T48" fmla="*/ 0 w 1308"/>
                  <a:gd name="T49" fmla="*/ 0 h 3264"/>
                  <a:gd name="T50" fmla="*/ 0 w 1308"/>
                  <a:gd name="T51" fmla="*/ 0 h 3264"/>
                  <a:gd name="T52" fmla="*/ 0 w 1308"/>
                  <a:gd name="T53" fmla="*/ 0 h 3264"/>
                  <a:gd name="T54" fmla="*/ 0 w 1308"/>
                  <a:gd name="T55" fmla="*/ 0 h 3264"/>
                  <a:gd name="T56" fmla="*/ 0 w 1308"/>
                  <a:gd name="T57" fmla="*/ 0 h 3264"/>
                  <a:gd name="T58" fmla="*/ 0 w 1308"/>
                  <a:gd name="T59" fmla="*/ 0 h 3264"/>
                  <a:gd name="T60" fmla="*/ 0 w 1308"/>
                  <a:gd name="T61" fmla="*/ 0 h 3264"/>
                  <a:gd name="T62" fmla="*/ 0 w 1308"/>
                  <a:gd name="T63" fmla="*/ 0 h 3264"/>
                  <a:gd name="T64" fmla="*/ 0 w 1308"/>
                  <a:gd name="T65" fmla="*/ 0 h 3264"/>
                  <a:gd name="T66" fmla="*/ 0 w 1308"/>
                  <a:gd name="T67" fmla="*/ 0 h 3264"/>
                  <a:gd name="T68" fmla="*/ 0 w 1308"/>
                  <a:gd name="T69" fmla="*/ 0 h 3264"/>
                  <a:gd name="T70" fmla="*/ 0 w 1308"/>
                  <a:gd name="T71" fmla="*/ 0 h 3264"/>
                  <a:gd name="T72" fmla="*/ 0 w 1308"/>
                  <a:gd name="T73" fmla="*/ 0 h 3264"/>
                  <a:gd name="T74" fmla="*/ 0 w 1308"/>
                  <a:gd name="T75" fmla="*/ 0 h 3264"/>
                  <a:gd name="T76" fmla="*/ 0 w 1308"/>
                  <a:gd name="T77" fmla="*/ 0 h 3264"/>
                  <a:gd name="T78" fmla="*/ 0 w 1308"/>
                  <a:gd name="T79" fmla="*/ 0 h 3264"/>
                  <a:gd name="T80" fmla="*/ 0 w 1308"/>
                  <a:gd name="T81" fmla="*/ 0 h 3264"/>
                  <a:gd name="T82" fmla="*/ 0 w 1308"/>
                  <a:gd name="T83" fmla="*/ 0 h 326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08"/>
                  <a:gd name="T127" fmla="*/ 0 h 3264"/>
                  <a:gd name="T128" fmla="*/ 1308 w 1308"/>
                  <a:gd name="T129" fmla="*/ 3264 h 326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08" h="3264">
                    <a:moveTo>
                      <a:pt x="1097" y="19"/>
                    </a:moveTo>
                    <a:lnTo>
                      <a:pt x="1033" y="145"/>
                    </a:lnTo>
                    <a:lnTo>
                      <a:pt x="1033" y="325"/>
                    </a:lnTo>
                    <a:lnTo>
                      <a:pt x="1075" y="451"/>
                    </a:lnTo>
                    <a:lnTo>
                      <a:pt x="1213" y="461"/>
                    </a:lnTo>
                    <a:lnTo>
                      <a:pt x="1279" y="178"/>
                    </a:lnTo>
                    <a:lnTo>
                      <a:pt x="1308" y="220"/>
                    </a:lnTo>
                    <a:lnTo>
                      <a:pt x="1222" y="558"/>
                    </a:lnTo>
                    <a:lnTo>
                      <a:pt x="1075" y="589"/>
                    </a:lnTo>
                    <a:lnTo>
                      <a:pt x="946" y="872"/>
                    </a:lnTo>
                    <a:lnTo>
                      <a:pt x="893" y="1094"/>
                    </a:lnTo>
                    <a:lnTo>
                      <a:pt x="873" y="1347"/>
                    </a:lnTo>
                    <a:lnTo>
                      <a:pt x="926" y="1967"/>
                    </a:lnTo>
                    <a:lnTo>
                      <a:pt x="946" y="2484"/>
                    </a:lnTo>
                    <a:lnTo>
                      <a:pt x="926" y="2875"/>
                    </a:lnTo>
                    <a:lnTo>
                      <a:pt x="893" y="3264"/>
                    </a:lnTo>
                    <a:lnTo>
                      <a:pt x="500" y="3264"/>
                    </a:lnTo>
                    <a:lnTo>
                      <a:pt x="648" y="3137"/>
                    </a:lnTo>
                    <a:lnTo>
                      <a:pt x="853" y="2695"/>
                    </a:lnTo>
                    <a:lnTo>
                      <a:pt x="862" y="2380"/>
                    </a:lnTo>
                    <a:lnTo>
                      <a:pt x="693" y="2210"/>
                    </a:lnTo>
                    <a:lnTo>
                      <a:pt x="564" y="2255"/>
                    </a:lnTo>
                    <a:lnTo>
                      <a:pt x="775" y="1715"/>
                    </a:lnTo>
                    <a:lnTo>
                      <a:pt x="806" y="1126"/>
                    </a:lnTo>
                    <a:lnTo>
                      <a:pt x="936" y="578"/>
                    </a:lnTo>
                    <a:lnTo>
                      <a:pt x="754" y="789"/>
                    </a:lnTo>
                    <a:lnTo>
                      <a:pt x="553" y="925"/>
                    </a:lnTo>
                    <a:lnTo>
                      <a:pt x="351" y="1000"/>
                    </a:lnTo>
                    <a:lnTo>
                      <a:pt x="169" y="1022"/>
                    </a:lnTo>
                    <a:lnTo>
                      <a:pt x="11" y="1000"/>
                    </a:lnTo>
                    <a:lnTo>
                      <a:pt x="0" y="976"/>
                    </a:lnTo>
                    <a:lnTo>
                      <a:pt x="140" y="936"/>
                    </a:lnTo>
                    <a:lnTo>
                      <a:pt x="307" y="853"/>
                    </a:lnTo>
                    <a:lnTo>
                      <a:pt x="468" y="726"/>
                    </a:lnTo>
                    <a:lnTo>
                      <a:pt x="626" y="548"/>
                    </a:lnTo>
                    <a:lnTo>
                      <a:pt x="724" y="367"/>
                    </a:lnTo>
                    <a:lnTo>
                      <a:pt x="806" y="178"/>
                    </a:lnTo>
                    <a:lnTo>
                      <a:pt x="479" y="356"/>
                    </a:lnTo>
                    <a:lnTo>
                      <a:pt x="457" y="305"/>
                    </a:lnTo>
                    <a:lnTo>
                      <a:pt x="764" y="127"/>
                    </a:lnTo>
                    <a:lnTo>
                      <a:pt x="1086" y="0"/>
                    </a:lnTo>
                    <a:lnTo>
                      <a:pt x="109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2" name="Freeform 361"/>
              <p:cNvSpPr>
                <a:spLocks/>
              </p:cNvSpPr>
              <p:nvPr/>
            </p:nvSpPr>
            <p:spPr bwMode="auto">
              <a:xfrm>
                <a:off x="777" y="1023"/>
                <a:ext cx="16" cy="48"/>
              </a:xfrm>
              <a:custGeom>
                <a:avLst/>
                <a:gdLst>
                  <a:gd name="T0" fmla="*/ 0 w 161"/>
                  <a:gd name="T1" fmla="*/ 0 h 476"/>
                  <a:gd name="T2" fmla="*/ 0 w 161"/>
                  <a:gd name="T3" fmla="*/ 0 h 476"/>
                  <a:gd name="T4" fmla="*/ 0 w 161"/>
                  <a:gd name="T5" fmla="*/ 0 h 476"/>
                  <a:gd name="T6" fmla="*/ 0 w 161"/>
                  <a:gd name="T7" fmla="*/ 0 h 476"/>
                  <a:gd name="T8" fmla="*/ 0 w 161"/>
                  <a:gd name="T9" fmla="*/ 0 h 476"/>
                  <a:gd name="T10" fmla="*/ 0 w 161"/>
                  <a:gd name="T11" fmla="*/ 0 h 476"/>
                  <a:gd name="T12" fmla="*/ 0 60000 65536"/>
                  <a:gd name="T13" fmla="*/ 0 60000 65536"/>
                  <a:gd name="T14" fmla="*/ 0 60000 65536"/>
                  <a:gd name="T15" fmla="*/ 0 60000 65536"/>
                  <a:gd name="T16" fmla="*/ 0 60000 65536"/>
                  <a:gd name="T17" fmla="*/ 0 60000 65536"/>
                  <a:gd name="T18" fmla="*/ 0 w 161"/>
                  <a:gd name="T19" fmla="*/ 0 h 476"/>
                  <a:gd name="T20" fmla="*/ 161 w 161"/>
                  <a:gd name="T21" fmla="*/ 476 h 476"/>
                </a:gdLst>
                <a:ahLst/>
                <a:cxnLst>
                  <a:cxn ang="T12">
                    <a:pos x="T0" y="T1"/>
                  </a:cxn>
                  <a:cxn ang="T13">
                    <a:pos x="T2" y="T3"/>
                  </a:cxn>
                  <a:cxn ang="T14">
                    <a:pos x="T4" y="T5"/>
                  </a:cxn>
                  <a:cxn ang="T15">
                    <a:pos x="T6" y="T7"/>
                  </a:cxn>
                  <a:cxn ang="T16">
                    <a:pos x="T8" y="T9"/>
                  </a:cxn>
                  <a:cxn ang="T17">
                    <a:pos x="T10" y="T11"/>
                  </a:cxn>
                </a:cxnLst>
                <a:rect l="T18" t="T19" r="T20" b="T21"/>
                <a:pathLst>
                  <a:path w="161" h="476">
                    <a:moveTo>
                      <a:pt x="44" y="87"/>
                    </a:moveTo>
                    <a:lnTo>
                      <a:pt x="108" y="170"/>
                    </a:lnTo>
                    <a:lnTo>
                      <a:pt x="0" y="476"/>
                    </a:lnTo>
                    <a:lnTo>
                      <a:pt x="161" y="127"/>
                    </a:lnTo>
                    <a:lnTo>
                      <a:pt x="161" y="0"/>
                    </a:lnTo>
                    <a:lnTo>
                      <a:pt x="44"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3" name="Freeform 362"/>
              <p:cNvSpPr>
                <a:spLocks/>
              </p:cNvSpPr>
              <p:nvPr/>
            </p:nvSpPr>
            <p:spPr bwMode="auto">
              <a:xfrm>
                <a:off x="801" y="1035"/>
                <a:ext cx="38" cy="102"/>
              </a:xfrm>
              <a:custGeom>
                <a:avLst/>
                <a:gdLst>
                  <a:gd name="T0" fmla="*/ 0 w 384"/>
                  <a:gd name="T1" fmla="*/ 0 h 1023"/>
                  <a:gd name="T2" fmla="*/ 0 w 384"/>
                  <a:gd name="T3" fmla="*/ 0 h 1023"/>
                  <a:gd name="T4" fmla="*/ 0 w 384"/>
                  <a:gd name="T5" fmla="*/ 0 h 1023"/>
                  <a:gd name="T6" fmla="*/ 0 w 384"/>
                  <a:gd name="T7" fmla="*/ 0 h 1023"/>
                  <a:gd name="T8" fmla="*/ 0 w 384"/>
                  <a:gd name="T9" fmla="*/ 0 h 1023"/>
                  <a:gd name="T10" fmla="*/ 0 w 384"/>
                  <a:gd name="T11" fmla="*/ 0 h 1023"/>
                  <a:gd name="T12" fmla="*/ 0 w 384"/>
                  <a:gd name="T13" fmla="*/ 0 h 1023"/>
                  <a:gd name="T14" fmla="*/ 0 w 384"/>
                  <a:gd name="T15" fmla="*/ 0 h 1023"/>
                  <a:gd name="T16" fmla="*/ 0 w 384"/>
                  <a:gd name="T17" fmla="*/ 0 h 1023"/>
                  <a:gd name="T18" fmla="*/ 0 w 384"/>
                  <a:gd name="T19" fmla="*/ 0 h 1023"/>
                  <a:gd name="T20" fmla="*/ 0 w 384"/>
                  <a:gd name="T21" fmla="*/ 0 h 1023"/>
                  <a:gd name="T22" fmla="*/ 0 w 384"/>
                  <a:gd name="T23" fmla="*/ 0 h 1023"/>
                  <a:gd name="T24" fmla="*/ 0 w 384"/>
                  <a:gd name="T25" fmla="*/ 0 h 1023"/>
                  <a:gd name="T26" fmla="*/ 0 w 384"/>
                  <a:gd name="T27" fmla="*/ 0 h 1023"/>
                  <a:gd name="T28" fmla="*/ 0 w 384"/>
                  <a:gd name="T29" fmla="*/ 0 h 1023"/>
                  <a:gd name="T30" fmla="*/ 0 w 384"/>
                  <a:gd name="T31" fmla="*/ 0 h 1023"/>
                  <a:gd name="T32" fmla="*/ 0 w 384"/>
                  <a:gd name="T33" fmla="*/ 0 h 10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4"/>
                  <a:gd name="T52" fmla="*/ 0 h 1023"/>
                  <a:gd name="T53" fmla="*/ 384 w 384"/>
                  <a:gd name="T54" fmla="*/ 1023 h 10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4" h="1023">
                    <a:moveTo>
                      <a:pt x="84" y="0"/>
                    </a:moveTo>
                    <a:lnTo>
                      <a:pt x="127" y="96"/>
                    </a:lnTo>
                    <a:lnTo>
                      <a:pt x="53" y="203"/>
                    </a:lnTo>
                    <a:lnTo>
                      <a:pt x="11" y="307"/>
                    </a:lnTo>
                    <a:lnTo>
                      <a:pt x="0" y="445"/>
                    </a:lnTo>
                    <a:lnTo>
                      <a:pt x="11" y="591"/>
                    </a:lnTo>
                    <a:lnTo>
                      <a:pt x="31" y="760"/>
                    </a:lnTo>
                    <a:lnTo>
                      <a:pt x="127" y="1023"/>
                    </a:lnTo>
                    <a:lnTo>
                      <a:pt x="53" y="803"/>
                    </a:lnTo>
                    <a:lnTo>
                      <a:pt x="53" y="689"/>
                    </a:lnTo>
                    <a:lnTo>
                      <a:pt x="84" y="538"/>
                    </a:lnTo>
                    <a:lnTo>
                      <a:pt x="169" y="360"/>
                    </a:lnTo>
                    <a:lnTo>
                      <a:pt x="256" y="244"/>
                    </a:lnTo>
                    <a:lnTo>
                      <a:pt x="351" y="127"/>
                    </a:lnTo>
                    <a:lnTo>
                      <a:pt x="384" y="107"/>
                    </a:lnTo>
                    <a:lnTo>
                      <a:pt x="296" y="11"/>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4" name="Freeform 363"/>
              <p:cNvSpPr>
                <a:spLocks/>
              </p:cNvSpPr>
              <p:nvPr/>
            </p:nvSpPr>
            <p:spPr bwMode="auto">
              <a:xfrm>
                <a:off x="567" y="1062"/>
                <a:ext cx="41" cy="214"/>
              </a:xfrm>
              <a:custGeom>
                <a:avLst/>
                <a:gdLst>
                  <a:gd name="T0" fmla="*/ 0 w 416"/>
                  <a:gd name="T1" fmla="*/ 0 h 2150"/>
                  <a:gd name="T2" fmla="*/ 0 w 416"/>
                  <a:gd name="T3" fmla="*/ 0 h 2150"/>
                  <a:gd name="T4" fmla="*/ 0 w 416"/>
                  <a:gd name="T5" fmla="*/ 0 h 2150"/>
                  <a:gd name="T6" fmla="*/ 0 w 416"/>
                  <a:gd name="T7" fmla="*/ 0 h 2150"/>
                  <a:gd name="T8" fmla="*/ 0 w 416"/>
                  <a:gd name="T9" fmla="*/ 0 h 2150"/>
                  <a:gd name="T10" fmla="*/ 0 w 416"/>
                  <a:gd name="T11" fmla="*/ 0 h 2150"/>
                  <a:gd name="T12" fmla="*/ 0 w 416"/>
                  <a:gd name="T13" fmla="*/ 0 h 2150"/>
                  <a:gd name="T14" fmla="*/ 0 w 416"/>
                  <a:gd name="T15" fmla="*/ 0 h 2150"/>
                  <a:gd name="T16" fmla="*/ 0 w 416"/>
                  <a:gd name="T17" fmla="*/ 0 h 2150"/>
                  <a:gd name="T18" fmla="*/ 0 w 416"/>
                  <a:gd name="T19" fmla="*/ 0 h 2150"/>
                  <a:gd name="T20" fmla="*/ 0 w 416"/>
                  <a:gd name="T21" fmla="*/ 0 h 2150"/>
                  <a:gd name="T22" fmla="*/ 0 w 416"/>
                  <a:gd name="T23" fmla="*/ 0 h 2150"/>
                  <a:gd name="T24" fmla="*/ 0 w 416"/>
                  <a:gd name="T25" fmla="*/ 0 h 2150"/>
                  <a:gd name="T26" fmla="*/ 0 w 416"/>
                  <a:gd name="T27" fmla="*/ 0 h 2150"/>
                  <a:gd name="T28" fmla="*/ 0 w 416"/>
                  <a:gd name="T29" fmla="*/ 0 h 2150"/>
                  <a:gd name="T30" fmla="*/ 0 w 416"/>
                  <a:gd name="T31" fmla="*/ 0 h 2150"/>
                  <a:gd name="T32" fmla="*/ 0 w 416"/>
                  <a:gd name="T33" fmla="*/ 0 h 2150"/>
                  <a:gd name="T34" fmla="*/ 0 w 416"/>
                  <a:gd name="T35" fmla="*/ 0 h 2150"/>
                  <a:gd name="T36" fmla="*/ 0 w 416"/>
                  <a:gd name="T37" fmla="*/ 0 h 2150"/>
                  <a:gd name="T38" fmla="*/ 0 w 416"/>
                  <a:gd name="T39" fmla="*/ 0 h 2150"/>
                  <a:gd name="T40" fmla="*/ 0 w 416"/>
                  <a:gd name="T41" fmla="*/ 0 h 21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16"/>
                  <a:gd name="T64" fmla="*/ 0 h 2150"/>
                  <a:gd name="T65" fmla="*/ 416 w 416"/>
                  <a:gd name="T66" fmla="*/ 2150 h 21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16" h="2150">
                    <a:moveTo>
                      <a:pt x="43" y="0"/>
                    </a:moveTo>
                    <a:lnTo>
                      <a:pt x="159" y="231"/>
                    </a:lnTo>
                    <a:lnTo>
                      <a:pt x="214" y="442"/>
                    </a:lnTo>
                    <a:lnTo>
                      <a:pt x="225" y="662"/>
                    </a:lnTo>
                    <a:lnTo>
                      <a:pt x="214" y="915"/>
                    </a:lnTo>
                    <a:lnTo>
                      <a:pt x="159" y="1158"/>
                    </a:lnTo>
                    <a:lnTo>
                      <a:pt x="87" y="1284"/>
                    </a:lnTo>
                    <a:lnTo>
                      <a:pt x="0" y="1402"/>
                    </a:lnTo>
                    <a:lnTo>
                      <a:pt x="0" y="2150"/>
                    </a:lnTo>
                    <a:lnTo>
                      <a:pt x="129" y="2033"/>
                    </a:lnTo>
                    <a:lnTo>
                      <a:pt x="65" y="1830"/>
                    </a:lnTo>
                    <a:lnTo>
                      <a:pt x="203" y="1673"/>
                    </a:lnTo>
                    <a:lnTo>
                      <a:pt x="309" y="1506"/>
                    </a:lnTo>
                    <a:lnTo>
                      <a:pt x="372" y="1293"/>
                    </a:lnTo>
                    <a:lnTo>
                      <a:pt x="416" y="1073"/>
                    </a:lnTo>
                    <a:lnTo>
                      <a:pt x="416" y="873"/>
                    </a:lnTo>
                    <a:lnTo>
                      <a:pt x="383" y="631"/>
                    </a:lnTo>
                    <a:lnTo>
                      <a:pt x="320" y="432"/>
                    </a:lnTo>
                    <a:lnTo>
                      <a:pt x="236" y="260"/>
                    </a:lnTo>
                    <a:lnTo>
                      <a:pt x="159" y="144"/>
                    </a:lnTo>
                    <a:lnTo>
                      <a:pt x="4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5" name="Freeform 364"/>
              <p:cNvSpPr>
                <a:spLocks/>
              </p:cNvSpPr>
              <p:nvPr/>
            </p:nvSpPr>
            <p:spPr bwMode="auto">
              <a:xfrm>
                <a:off x="499" y="1055"/>
                <a:ext cx="57" cy="84"/>
              </a:xfrm>
              <a:custGeom>
                <a:avLst/>
                <a:gdLst>
                  <a:gd name="T0" fmla="*/ 0 w 573"/>
                  <a:gd name="T1" fmla="*/ 0 h 841"/>
                  <a:gd name="T2" fmla="*/ 0 w 573"/>
                  <a:gd name="T3" fmla="*/ 0 h 841"/>
                  <a:gd name="T4" fmla="*/ 0 w 573"/>
                  <a:gd name="T5" fmla="*/ 0 h 841"/>
                  <a:gd name="T6" fmla="*/ 0 w 573"/>
                  <a:gd name="T7" fmla="*/ 0 h 841"/>
                  <a:gd name="T8" fmla="*/ 0 w 573"/>
                  <a:gd name="T9" fmla="*/ 0 h 841"/>
                  <a:gd name="T10" fmla="*/ 0 w 573"/>
                  <a:gd name="T11" fmla="*/ 0 h 841"/>
                  <a:gd name="T12" fmla="*/ 0 w 573"/>
                  <a:gd name="T13" fmla="*/ 0 h 841"/>
                  <a:gd name="T14" fmla="*/ 0 w 573"/>
                  <a:gd name="T15" fmla="*/ 0 h 841"/>
                  <a:gd name="T16" fmla="*/ 0 w 573"/>
                  <a:gd name="T17" fmla="*/ 0 h 841"/>
                  <a:gd name="T18" fmla="*/ 0 w 573"/>
                  <a:gd name="T19" fmla="*/ 0 h 841"/>
                  <a:gd name="T20" fmla="*/ 0 w 573"/>
                  <a:gd name="T21" fmla="*/ 0 h 841"/>
                  <a:gd name="T22" fmla="*/ 0 w 573"/>
                  <a:gd name="T23" fmla="*/ 0 h 841"/>
                  <a:gd name="T24" fmla="*/ 0 w 573"/>
                  <a:gd name="T25" fmla="*/ 0 h 841"/>
                  <a:gd name="T26" fmla="*/ 0 w 573"/>
                  <a:gd name="T27" fmla="*/ 0 h 841"/>
                  <a:gd name="T28" fmla="*/ 0 w 573"/>
                  <a:gd name="T29" fmla="*/ 0 h 841"/>
                  <a:gd name="T30" fmla="*/ 0 w 573"/>
                  <a:gd name="T31" fmla="*/ 0 h 841"/>
                  <a:gd name="T32" fmla="*/ 0 w 573"/>
                  <a:gd name="T33" fmla="*/ 0 h 8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73"/>
                  <a:gd name="T52" fmla="*/ 0 h 841"/>
                  <a:gd name="T53" fmla="*/ 573 w 573"/>
                  <a:gd name="T54" fmla="*/ 841 h 8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73" h="841">
                    <a:moveTo>
                      <a:pt x="573" y="841"/>
                    </a:moveTo>
                    <a:lnTo>
                      <a:pt x="499" y="547"/>
                    </a:lnTo>
                    <a:lnTo>
                      <a:pt x="402" y="324"/>
                    </a:lnTo>
                    <a:lnTo>
                      <a:pt x="285" y="133"/>
                    </a:lnTo>
                    <a:lnTo>
                      <a:pt x="190" y="20"/>
                    </a:lnTo>
                    <a:lnTo>
                      <a:pt x="135" y="0"/>
                    </a:lnTo>
                    <a:lnTo>
                      <a:pt x="84" y="11"/>
                    </a:lnTo>
                    <a:lnTo>
                      <a:pt x="40" y="75"/>
                    </a:lnTo>
                    <a:lnTo>
                      <a:pt x="11" y="229"/>
                    </a:lnTo>
                    <a:lnTo>
                      <a:pt x="0" y="367"/>
                    </a:lnTo>
                    <a:lnTo>
                      <a:pt x="11" y="547"/>
                    </a:lnTo>
                    <a:lnTo>
                      <a:pt x="20" y="367"/>
                    </a:lnTo>
                    <a:lnTo>
                      <a:pt x="53" y="229"/>
                    </a:lnTo>
                    <a:lnTo>
                      <a:pt x="147" y="264"/>
                    </a:lnTo>
                    <a:lnTo>
                      <a:pt x="309" y="441"/>
                    </a:lnTo>
                    <a:lnTo>
                      <a:pt x="457" y="651"/>
                    </a:lnTo>
                    <a:lnTo>
                      <a:pt x="573" y="8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6" name="Freeform 365"/>
              <p:cNvSpPr>
                <a:spLocks/>
              </p:cNvSpPr>
              <p:nvPr/>
            </p:nvSpPr>
            <p:spPr bwMode="auto">
              <a:xfrm>
                <a:off x="398" y="1044"/>
                <a:ext cx="113" cy="350"/>
              </a:xfrm>
              <a:custGeom>
                <a:avLst/>
                <a:gdLst>
                  <a:gd name="T0" fmla="*/ 0 w 1128"/>
                  <a:gd name="T1" fmla="*/ 0 h 3499"/>
                  <a:gd name="T2" fmla="*/ 0 w 1128"/>
                  <a:gd name="T3" fmla="*/ 0 h 3499"/>
                  <a:gd name="T4" fmla="*/ 0 w 1128"/>
                  <a:gd name="T5" fmla="*/ 0 h 3499"/>
                  <a:gd name="T6" fmla="*/ 0 w 1128"/>
                  <a:gd name="T7" fmla="*/ 0 h 3499"/>
                  <a:gd name="T8" fmla="*/ 0 w 1128"/>
                  <a:gd name="T9" fmla="*/ 0 h 3499"/>
                  <a:gd name="T10" fmla="*/ 0 w 1128"/>
                  <a:gd name="T11" fmla="*/ 0 h 3499"/>
                  <a:gd name="T12" fmla="*/ 0 w 1128"/>
                  <a:gd name="T13" fmla="*/ 0 h 3499"/>
                  <a:gd name="T14" fmla="*/ 0 w 1128"/>
                  <a:gd name="T15" fmla="*/ 0 h 3499"/>
                  <a:gd name="T16" fmla="*/ 0 w 1128"/>
                  <a:gd name="T17" fmla="*/ 0 h 3499"/>
                  <a:gd name="T18" fmla="*/ 0 w 1128"/>
                  <a:gd name="T19" fmla="*/ 0 h 3499"/>
                  <a:gd name="T20" fmla="*/ 0 w 1128"/>
                  <a:gd name="T21" fmla="*/ 0 h 3499"/>
                  <a:gd name="T22" fmla="*/ 0 w 1128"/>
                  <a:gd name="T23" fmla="*/ 0 h 3499"/>
                  <a:gd name="T24" fmla="*/ 0 w 1128"/>
                  <a:gd name="T25" fmla="*/ 0 h 3499"/>
                  <a:gd name="T26" fmla="*/ 0 w 1128"/>
                  <a:gd name="T27" fmla="*/ 0 h 3499"/>
                  <a:gd name="T28" fmla="*/ 0 w 1128"/>
                  <a:gd name="T29" fmla="*/ 0 h 3499"/>
                  <a:gd name="T30" fmla="*/ 0 w 1128"/>
                  <a:gd name="T31" fmla="*/ 0 h 3499"/>
                  <a:gd name="T32" fmla="*/ 0 w 1128"/>
                  <a:gd name="T33" fmla="*/ 0 h 3499"/>
                  <a:gd name="T34" fmla="*/ 0 w 1128"/>
                  <a:gd name="T35" fmla="*/ 0 h 3499"/>
                  <a:gd name="T36" fmla="*/ 0 w 1128"/>
                  <a:gd name="T37" fmla="*/ 0 h 3499"/>
                  <a:gd name="T38" fmla="*/ 0 w 1128"/>
                  <a:gd name="T39" fmla="*/ 0 h 3499"/>
                  <a:gd name="T40" fmla="*/ 0 w 1128"/>
                  <a:gd name="T41" fmla="*/ 0 h 3499"/>
                  <a:gd name="T42" fmla="*/ 0 w 1128"/>
                  <a:gd name="T43" fmla="*/ 0 h 3499"/>
                  <a:gd name="T44" fmla="*/ 0 w 1128"/>
                  <a:gd name="T45" fmla="*/ 0 h 3499"/>
                  <a:gd name="T46" fmla="*/ 0 w 1128"/>
                  <a:gd name="T47" fmla="*/ 0 h 3499"/>
                  <a:gd name="T48" fmla="*/ 0 w 1128"/>
                  <a:gd name="T49" fmla="*/ 0 h 3499"/>
                  <a:gd name="T50" fmla="*/ 0 w 1128"/>
                  <a:gd name="T51" fmla="*/ 0 h 3499"/>
                  <a:gd name="T52" fmla="*/ 0 w 1128"/>
                  <a:gd name="T53" fmla="*/ 0 h 3499"/>
                  <a:gd name="T54" fmla="*/ 0 w 1128"/>
                  <a:gd name="T55" fmla="*/ 0 h 3499"/>
                  <a:gd name="T56" fmla="*/ 0 w 1128"/>
                  <a:gd name="T57" fmla="*/ 0 h 3499"/>
                  <a:gd name="T58" fmla="*/ 0 w 1128"/>
                  <a:gd name="T59" fmla="*/ 0 h 3499"/>
                  <a:gd name="T60" fmla="*/ 0 w 1128"/>
                  <a:gd name="T61" fmla="*/ 0 h 3499"/>
                  <a:gd name="T62" fmla="*/ 0 w 1128"/>
                  <a:gd name="T63" fmla="*/ 0 h 3499"/>
                  <a:gd name="T64" fmla="*/ 0 w 1128"/>
                  <a:gd name="T65" fmla="*/ 0 h 3499"/>
                  <a:gd name="T66" fmla="*/ 0 w 1128"/>
                  <a:gd name="T67" fmla="*/ 0 h 3499"/>
                  <a:gd name="T68" fmla="*/ 0 w 1128"/>
                  <a:gd name="T69" fmla="*/ 0 h 3499"/>
                  <a:gd name="T70" fmla="*/ 0 w 1128"/>
                  <a:gd name="T71" fmla="*/ 0 h 349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28"/>
                  <a:gd name="T109" fmla="*/ 0 h 3499"/>
                  <a:gd name="T110" fmla="*/ 1128 w 1128"/>
                  <a:gd name="T111" fmla="*/ 3499 h 349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28" h="3499">
                    <a:moveTo>
                      <a:pt x="961" y="11"/>
                    </a:moveTo>
                    <a:lnTo>
                      <a:pt x="835" y="0"/>
                    </a:lnTo>
                    <a:lnTo>
                      <a:pt x="690" y="11"/>
                    </a:lnTo>
                    <a:lnTo>
                      <a:pt x="559" y="111"/>
                    </a:lnTo>
                    <a:lnTo>
                      <a:pt x="435" y="276"/>
                    </a:lnTo>
                    <a:lnTo>
                      <a:pt x="300" y="509"/>
                    </a:lnTo>
                    <a:lnTo>
                      <a:pt x="177" y="786"/>
                    </a:lnTo>
                    <a:lnTo>
                      <a:pt x="133" y="974"/>
                    </a:lnTo>
                    <a:lnTo>
                      <a:pt x="122" y="1173"/>
                    </a:lnTo>
                    <a:lnTo>
                      <a:pt x="146" y="1362"/>
                    </a:lnTo>
                    <a:lnTo>
                      <a:pt x="157" y="1538"/>
                    </a:lnTo>
                    <a:lnTo>
                      <a:pt x="133" y="1695"/>
                    </a:lnTo>
                    <a:lnTo>
                      <a:pt x="22" y="2215"/>
                    </a:lnTo>
                    <a:lnTo>
                      <a:pt x="22" y="2346"/>
                    </a:lnTo>
                    <a:lnTo>
                      <a:pt x="55" y="2511"/>
                    </a:lnTo>
                    <a:lnTo>
                      <a:pt x="55" y="2690"/>
                    </a:lnTo>
                    <a:lnTo>
                      <a:pt x="0" y="3177"/>
                    </a:lnTo>
                    <a:lnTo>
                      <a:pt x="0" y="3354"/>
                    </a:lnTo>
                    <a:lnTo>
                      <a:pt x="11" y="3499"/>
                    </a:lnTo>
                    <a:lnTo>
                      <a:pt x="31" y="3375"/>
                    </a:lnTo>
                    <a:lnTo>
                      <a:pt x="97" y="3242"/>
                    </a:lnTo>
                    <a:lnTo>
                      <a:pt x="209" y="3100"/>
                    </a:lnTo>
                    <a:lnTo>
                      <a:pt x="279" y="3032"/>
                    </a:lnTo>
                    <a:lnTo>
                      <a:pt x="426" y="2933"/>
                    </a:lnTo>
                    <a:lnTo>
                      <a:pt x="569" y="2857"/>
                    </a:lnTo>
                    <a:lnTo>
                      <a:pt x="781" y="2823"/>
                    </a:lnTo>
                    <a:lnTo>
                      <a:pt x="971" y="2823"/>
                    </a:lnTo>
                    <a:lnTo>
                      <a:pt x="813" y="2779"/>
                    </a:lnTo>
                    <a:lnTo>
                      <a:pt x="658" y="2766"/>
                    </a:lnTo>
                    <a:lnTo>
                      <a:pt x="535" y="2779"/>
                    </a:lnTo>
                    <a:lnTo>
                      <a:pt x="726" y="1993"/>
                    </a:lnTo>
                    <a:lnTo>
                      <a:pt x="882" y="2158"/>
                    </a:lnTo>
                    <a:lnTo>
                      <a:pt x="917" y="2246"/>
                    </a:lnTo>
                    <a:lnTo>
                      <a:pt x="917" y="2326"/>
                    </a:lnTo>
                    <a:lnTo>
                      <a:pt x="870" y="2380"/>
                    </a:lnTo>
                    <a:lnTo>
                      <a:pt x="804" y="2402"/>
                    </a:lnTo>
                    <a:lnTo>
                      <a:pt x="906" y="2424"/>
                    </a:lnTo>
                    <a:lnTo>
                      <a:pt x="993" y="2415"/>
                    </a:lnTo>
                    <a:lnTo>
                      <a:pt x="1061" y="2380"/>
                    </a:lnTo>
                    <a:lnTo>
                      <a:pt x="1105" y="2326"/>
                    </a:lnTo>
                    <a:lnTo>
                      <a:pt x="1128" y="2246"/>
                    </a:lnTo>
                    <a:lnTo>
                      <a:pt x="1128" y="2158"/>
                    </a:lnTo>
                    <a:lnTo>
                      <a:pt x="1071" y="2057"/>
                    </a:lnTo>
                    <a:lnTo>
                      <a:pt x="971" y="1946"/>
                    </a:lnTo>
                    <a:lnTo>
                      <a:pt x="604" y="1559"/>
                    </a:lnTo>
                    <a:lnTo>
                      <a:pt x="512" y="1417"/>
                    </a:lnTo>
                    <a:lnTo>
                      <a:pt x="426" y="1271"/>
                    </a:lnTo>
                    <a:lnTo>
                      <a:pt x="389" y="1118"/>
                    </a:lnTo>
                    <a:lnTo>
                      <a:pt x="368" y="985"/>
                    </a:lnTo>
                    <a:lnTo>
                      <a:pt x="400" y="938"/>
                    </a:lnTo>
                    <a:lnTo>
                      <a:pt x="480" y="1160"/>
                    </a:lnTo>
                    <a:lnTo>
                      <a:pt x="546" y="1317"/>
                    </a:lnTo>
                    <a:lnTo>
                      <a:pt x="648" y="1471"/>
                    </a:lnTo>
                    <a:lnTo>
                      <a:pt x="747" y="1582"/>
                    </a:lnTo>
                    <a:lnTo>
                      <a:pt x="893" y="1682"/>
                    </a:lnTo>
                    <a:lnTo>
                      <a:pt x="982" y="1737"/>
                    </a:lnTo>
                    <a:lnTo>
                      <a:pt x="870" y="1616"/>
                    </a:lnTo>
                    <a:lnTo>
                      <a:pt x="862" y="1527"/>
                    </a:lnTo>
                    <a:lnTo>
                      <a:pt x="739" y="1396"/>
                    </a:lnTo>
                    <a:lnTo>
                      <a:pt x="671" y="1262"/>
                    </a:lnTo>
                    <a:lnTo>
                      <a:pt x="624" y="1129"/>
                    </a:lnTo>
                    <a:lnTo>
                      <a:pt x="604" y="995"/>
                    </a:lnTo>
                    <a:lnTo>
                      <a:pt x="726" y="1151"/>
                    </a:lnTo>
                    <a:lnTo>
                      <a:pt x="835" y="1229"/>
                    </a:lnTo>
                    <a:lnTo>
                      <a:pt x="948" y="1284"/>
                    </a:lnTo>
                    <a:lnTo>
                      <a:pt x="846" y="1173"/>
                    </a:lnTo>
                    <a:lnTo>
                      <a:pt x="813" y="1018"/>
                    </a:lnTo>
                    <a:lnTo>
                      <a:pt x="793" y="818"/>
                    </a:lnTo>
                    <a:lnTo>
                      <a:pt x="793" y="610"/>
                    </a:lnTo>
                    <a:lnTo>
                      <a:pt x="826" y="387"/>
                    </a:lnTo>
                    <a:lnTo>
                      <a:pt x="906" y="121"/>
                    </a:lnTo>
                    <a:lnTo>
                      <a:pt x="96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7" name="Freeform 366"/>
              <p:cNvSpPr>
                <a:spLocks/>
              </p:cNvSpPr>
              <p:nvPr/>
            </p:nvSpPr>
            <p:spPr bwMode="auto">
              <a:xfrm>
                <a:off x="499" y="1205"/>
                <a:ext cx="60" cy="21"/>
              </a:xfrm>
              <a:custGeom>
                <a:avLst/>
                <a:gdLst>
                  <a:gd name="T0" fmla="*/ 0 w 602"/>
                  <a:gd name="T1" fmla="*/ 0 h 213"/>
                  <a:gd name="T2" fmla="*/ 0 w 602"/>
                  <a:gd name="T3" fmla="*/ 0 h 213"/>
                  <a:gd name="T4" fmla="*/ 0 w 602"/>
                  <a:gd name="T5" fmla="*/ 0 h 213"/>
                  <a:gd name="T6" fmla="*/ 0 w 602"/>
                  <a:gd name="T7" fmla="*/ 0 h 213"/>
                  <a:gd name="T8" fmla="*/ 0 w 602"/>
                  <a:gd name="T9" fmla="*/ 0 h 213"/>
                  <a:gd name="T10" fmla="*/ 0 w 602"/>
                  <a:gd name="T11" fmla="*/ 0 h 213"/>
                  <a:gd name="T12" fmla="*/ 0 w 602"/>
                  <a:gd name="T13" fmla="*/ 0 h 213"/>
                  <a:gd name="T14" fmla="*/ 0 w 602"/>
                  <a:gd name="T15" fmla="*/ 0 h 213"/>
                  <a:gd name="T16" fmla="*/ 0 w 602"/>
                  <a:gd name="T17" fmla="*/ 0 h 213"/>
                  <a:gd name="T18" fmla="*/ 0 w 602"/>
                  <a:gd name="T19" fmla="*/ 0 h 213"/>
                  <a:gd name="T20" fmla="*/ 0 w 602"/>
                  <a:gd name="T21" fmla="*/ 0 h 2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02"/>
                  <a:gd name="T34" fmla="*/ 0 h 213"/>
                  <a:gd name="T35" fmla="*/ 602 w 602"/>
                  <a:gd name="T36" fmla="*/ 213 h 21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02" h="213">
                    <a:moveTo>
                      <a:pt x="99" y="176"/>
                    </a:moveTo>
                    <a:lnTo>
                      <a:pt x="222" y="213"/>
                    </a:lnTo>
                    <a:lnTo>
                      <a:pt x="357" y="213"/>
                    </a:lnTo>
                    <a:lnTo>
                      <a:pt x="493" y="189"/>
                    </a:lnTo>
                    <a:lnTo>
                      <a:pt x="602" y="122"/>
                    </a:lnTo>
                    <a:lnTo>
                      <a:pt x="524" y="0"/>
                    </a:lnTo>
                    <a:lnTo>
                      <a:pt x="413" y="89"/>
                    </a:lnTo>
                    <a:lnTo>
                      <a:pt x="302" y="122"/>
                    </a:lnTo>
                    <a:lnTo>
                      <a:pt x="180" y="134"/>
                    </a:lnTo>
                    <a:lnTo>
                      <a:pt x="0" y="134"/>
                    </a:lnTo>
                    <a:lnTo>
                      <a:pt x="99" y="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8" name="Freeform 367"/>
              <p:cNvSpPr>
                <a:spLocks/>
              </p:cNvSpPr>
              <p:nvPr/>
            </p:nvSpPr>
            <p:spPr bwMode="auto">
              <a:xfrm>
                <a:off x="525" y="1164"/>
                <a:ext cx="202" cy="213"/>
              </a:xfrm>
              <a:custGeom>
                <a:avLst/>
                <a:gdLst>
                  <a:gd name="T0" fmla="*/ 0 w 2010"/>
                  <a:gd name="T1" fmla="*/ 0 h 2128"/>
                  <a:gd name="T2" fmla="*/ 0 w 2010"/>
                  <a:gd name="T3" fmla="*/ 0 h 2128"/>
                  <a:gd name="T4" fmla="*/ 0 w 2010"/>
                  <a:gd name="T5" fmla="*/ 0 h 2128"/>
                  <a:gd name="T6" fmla="*/ 0 w 2010"/>
                  <a:gd name="T7" fmla="*/ 0 h 2128"/>
                  <a:gd name="T8" fmla="*/ 0 w 2010"/>
                  <a:gd name="T9" fmla="*/ 0 h 2128"/>
                  <a:gd name="T10" fmla="*/ 0 w 2010"/>
                  <a:gd name="T11" fmla="*/ 0 h 2128"/>
                  <a:gd name="T12" fmla="*/ 0 w 2010"/>
                  <a:gd name="T13" fmla="*/ 0 h 2128"/>
                  <a:gd name="T14" fmla="*/ 0 w 2010"/>
                  <a:gd name="T15" fmla="*/ 0 h 2128"/>
                  <a:gd name="T16" fmla="*/ 0 w 2010"/>
                  <a:gd name="T17" fmla="*/ 0 h 2128"/>
                  <a:gd name="T18" fmla="*/ 0 w 2010"/>
                  <a:gd name="T19" fmla="*/ 0 h 2128"/>
                  <a:gd name="T20" fmla="*/ 0 w 2010"/>
                  <a:gd name="T21" fmla="*/ 0 h 2128"/>
                  <a:gd name="T22" fmla="*/ 0 w 2010"/>
                  <a:gd name="T23" fmla="*/ 0 h 2128"/>
                  <a:gd name="T24" fmla="*/ 0 w 2010"/>
                  <a:gd name="T25" fmla="*/ 0 h 2128"/>
                  <a:gd name="T26" fmla="*/ 0 w 2010"/>
                  <a:gd name="T27" fmla="*/ 0 h 2128"/>
                  <a:gd name="T28" fmla="*/ 0 w 2010"/>
                  <a:gd name="T29" fmla="*/ 0 h 2128"/>
                  <a:gd name="T30" fmla="*/ 0 w 2010"/>
                  <a:gd name="T31" fmla="*/ 0 h 2128"/>
                  <a:gd name="T32" fmla="*/ 0 w 2010"/>
                  <a:gd name="T33" fmla="*/ 0 h 2128"/>
                  <a:gd name="T34" fmla="*/ 0 w 2010"/>
                  <a:gd name="T35" fmla="*/ 0 h 2128"/>
                  <a:gd name="T36" fmla="*/ 0 w 2010"/>
                  <a:gd name="T37" fmla="*/ 0 h 2128"/>
                  <a:gd name="T38" fmla="*/ 0 w 2010"/>
                  <a:gd name="T39" fmla="*/ 0 h 2128"/>
                  <a:gd name="T40" fmla="*/ 0 w 2010"/>
                  <a:gd name="T41" fmla="*/ 0 h 2128"/>
                  <a:gd name="T42" fmla="*/ 0 w 2010"/>
                  <a:gd name="T43" fmla="*/ 0 h 2128"/>
                  <a:gd name="T44" fmla="*/ 0 w 2010"/>
                  <a:gd name="T45" fmla="*/ 0 h 2128"/>
                  <a:gd name="T46" fmla="*/ 0 w 2010"/>
                  <a:gd name="T47" fmla="*/ 0 h 2128"/>
                  <a:gd name="T48" fmla="*/ 0 w 2010"/>
                  <a:gd name="T49" fmla="*/ 0 h 2128"/>
                  <a:gd name="T50" fmla="*/ 0 w 2010"/>
                  <a:gd name="T51" fmla="*/ 0 h 2128"/>
                  <a:gd name="T52" fmla="*/ 0 w 2010"/>
                  <a:gd name="T53" fmla="*/ 0 h 2128"/>
                  <a:gd name="T54" fmla="*/ 0 w 2010"/>
                  <a:gd name="T55" fmla="*/ 0 h 2128"/>
                  <a:gd name="T56" fmla="*/ 0 w 2010"/>
                  <a:gd name="T57" fmla="*/ 0 h 2128"/>
                  <a:gd name="T58" fmla="*/ 0 w 2010"/>
                  <a:gd name="T59" fmla="*/ 0 h 2128"/>
                  <a:gd name="T60" fmla="*/ 0 w 2010"/>
                  <a:gd name="T61" fmla="*/ 0 h 212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010"/>
                  <a:gd name="T94" fmla="*/ 0 h 2128"/>
                  <a:gd name="T95" fmla="*/ 2010 w 2010"/>
                  <a:gd name="T96" fmla="*/ 2128 h 212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010" h="2128">
                    <a:moveTo>
                      <a:pt x="153" y="866"/>
                    </a:moveTo>
                    <a:lnTo>
                      <a:pt x="44" y="997"/>
                    </a:lnTo>
                    <a:lnTo>
                      <a:pt x="211" y="1306"/>
                    </a:lnTo>
                    <a:lnTo>
                      <a:pt x="277" y="1508"/>
                    </a:lnTo>
                    <a:lnTo>
                      <a:pt x="300" y="1618"/>
                    </a:lnTo>
                    <a:lnTo>
                      <a:pt x="324" y="1739"/>
                    </a:lnTo>
                    <a:lnTo>
                      <a:pt x="308" y="1863"/>
                    </a:lnTo>
                    <a:lnTo>
                      <a:pt x="300" y="1950"/>
                    </a:lnTo>
                    <a:lnTo>
                      <a:pt x="0" y="2060"/>
                    </a:lnTo>
                    <a:lnTo>
                      <a:pt x="289" y="1982"/>
                    </a:lnTo>
                    <a:lnTo>
                      <a:pt x="391" y="1972"/>
                    </a:lnTo>
                    <a:lnTo>
                      <a:pt x="491" y="1982"/>
                    </a:lnTo>
                    <a:lnTo>
                      <a:pt x="556" y="2016"/>
                    </a:lnTo>
                    <a:lnTo>
                      <a:pt x="601" y="2047"/>
                    </a:lnTo>
                    <a:lnTo>
                      <a:pt x="668" y="2116"/>
                    </a:lnTo>
                    <a:lnTo>
                      <a:pt x="882" y="2094"/>
                    </a:lnTo>
                    <a:lnTo>
                      <a:pt x="1497" y="2128"/>
                    </a:lnTo>
                    <a:lnTo>
                      <a:pt x="2010" y="2116"/>
                    </a:lnTo>
                    <a:lnTo>
                      <a:pt x="1261" y="2029"/>
                    </a:lnTo>
                    <a:lnTo>
                      <a:pt x="1363" y="1770"/>
                    </a:lnTo>
                    <a:lnTo>
                      <a:pt x="1081" y="1419"/>
                    </a:lnTo>
                    <a:lnTo>
                      <a:pt x="1317" y="1243"/>
                    </a:lnTo>
                    <a:lnTo>
                      <a:pt x="1183" y="1243"/>
                    </a:lnTo>
                    <a:lnTo>
                      <a:pt x="926" y="832"/>
                    </a:lnTo>
                    <a:lnTo>
                      <a:pt x="926" y="654"/>
                    </a:lnTo>
                    <a:lnTo>
                      <a:pt x="1486" y="0"/>
                    </a:lnTo>
                    <a:lnTo>
                      <a:pt x="413" y="1074"/>
                    </a:lnTo>
                    <a:lnTo>
                      <a:pt x="324" y="1452"/>
                    </a:lnTo>
                    <a:lnTo>
                      <a:pt x="277" y="1230"/>
                    </a:lnTo>
                    <a:lnTo>
                      <a:pt x="211" y="974"/>
                    </a:lnTo>
                    <a:lnTo>
                      <a:pt x="153"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9" name="Freeform 368"/>
              <p:cNvSpPr>
                <a:spLocks/>
              </p:cNvSpPr>
              <p:nvPr/>
            </p:nvSpPr>
            <p:spPr bwMode="auto">
              <a:xfrm>
                <a:off x="400" y="1358"/>
                <a:ext cx="288" cy="126"/>
              </a:xfrm>
              <a:custGeom>
                <a:avLst/>
                <a:gdLst>
                  <a:gd name="T0" fmla="*/ 0 w 2883"/>
                  <a:gd name="T1" fmla="*/ 0 h 1262"/>
                  <a:gd name="T2" fmla="*/ 0 w 2883"/>
                  <a:gd name="T3" fmla="*/ 0 h 1262"/>
                  <a:gd name="T4" fmla="*/ 0 w 2883"/>
                  <a:gd name="T5" fmla="*/ 0 h 1262"/>
                  <a:gd name="T6" fmla="*/ 0 w 2883"/>
                  <a:gd name="T7" fmla="*/ 0 h 1262"/>
                  <a:gd name="T8" fmla="*/ 0 w 2883"/>
                  <a:gd name="T9" fmla="*/ 0 h 1262"/>
                  <a:gd name="T10" fmla="*/ 0 w 2883"/>
                  <a:gd name="T11" fmla="*/ 0 h 1262"/>
                  <a:gd name="T12" fmla="*/ 0 w 2883"/>
                  <a:gd name="T13" fmla="*/ 0 h 1262"/>
                  <a:gd name="T14" fmla="*/ 0 w 2883"/>
                  <a:gd name="T15" fmla="*/ 0 h 1262"/>
                  <a:gd name="T16" fmla="*/ 0 w 2883"/>
                  <a:gd name="T17" fmla="*/ 0 h 1262"/>
                  <a:gd name="T18" fmla="*/ 0 w 2883"/>
                  <a:gd name="T19" fmla="*/ 0 h 1262"/>
                  <a:gd name="T20" fmla="*/ 0 w 2883"/>
                  <a:gd name="T21" fmla="*/ 0 h 1262"/>
                  <a:gd name="T22" fmla="*/ 0 w 2883"/>
                  <a:gd name="T23" fmla="*/ 0 h 1262"/>
                  <a:gd name="T24" fmla="*/ 0 w 2883"/>
                  <a:gd name="T25" fmla="*/ 0 h 1262"/>
                  <a:gd name="T26" fmla="*/ 0 w 2883"/>
                  <a:gd name="T27" fmla="*/ 0 h 1262"/>
                  <a:gd name="T28" fmla="*/ 0 w 2883"/>
                  <a:gd name="T29" fmla="*/ 0 h 1262"/>
                  <a:gd name="T30" fmla="*/ 0 w 2883"/>
                  <a:gd name="T31" fmla="*/ 0 h 1262"/>
                  <a:gd name="T32" fmla="*/ 0 w 2883"/>
                  <a:gd name="T33" fmla="*/ 0 h 1262"/>
                  <a:gd name="T34" fmla="*/ 0 w 2883"/>
                  <a:gd name="T35" fmla="*/ 0 h 1262"/>
                  <a:gd name="T36" fmla="*/ 0 w 2883"/>
                  <a:gd name="T37" fmla="*/ 0 h 1262"/>
                  <a:gd name="T38" fmla="*/ 0 w 2883"/>
                  <a:gd name="T39" fmla="*/ 0 h 1262"/>
                  <a:gd name="T40" fmla="*/ 0 w 2883"/>
                  <a:gd name="T41" fmla="*/ 0 h 1262"/>
                  <a:gd name="T42" fmla="*/ 0 w 2883"/>
                  <a:gd name="T43" fmla="*/ 0 h 1262"/>
                  <a:gd name="T44" fmla="*/ 0 w 2883"/>
                  <a:gd name="T45" fmla="*/ 0 h 1262"/>
                  <a:gd name="T46" fmla="*/ 0 w 2883"/>
                  <a:gd name="T47" fmla="*/ 0 h 1262"/>
                  <a:gd name="T48" fmla="*/ 0 w 2883"/>
                  <a:gd name="T49" fmla="*/ 0 h 1262"/>
                  <a:gd name="T50" fmla="*/ 0 w 2883"/>
                  <a:gd name="T51" fmla="*/ 0 h 1262"/>
                  <a:gd name="T52" fmla="*/ 0 w 2883"/>
                  <a:gd name="T53" fmla="*/ 0 h 1262"/>
                  <a:gd name="T54" fmla="*/ 0 w 2883"/>
                  <a:gd name="T55" fmla="*/ 0 h 1262"/>
                  <a:gd name="T56" fmla="*/ 0 w 2883"/>
                  <a:gd name="T57" fmla="*/ 0 h 1262"/>
                  <a:gd name="T58" fmla="*/ 0 w 2883"/>
                  <a:gd name="T59" fmla="*/ 0 h 1262"/>
                  <a:gd name="T60" fmla="*/ 0 w 2883"/>
                  <a:gd name="T61" fmla="*/ 0 h 1262"/>
                  <a:gd name="T62" fmla="*/ 0 w 2883"/>
                  <a:gd name="T63" fmla="*/ 0 h 1262"/>
                  <a:gd name="T64" fmla="*/ 0 w 2883"/>
                  <a:gd name="T65" fmla="*/ 0 h 1262"/>
                  <a:gd name="T66" fmla="*/ 0 w 2883"/>
                  <a:gd name="T67" fmla="*/ 0 h 1262"/>
                  <a:gd name="T68" fmla="*/ 0 w 2883"/>
                  <a:gd name="T69" fmla="*/ 0 h 1262"/>
                  <a:gd name="T70" fmla="*/ 0 w 2883"/>
                  <a:gd name="T71" fmla="*/ 0 h 1262"/>
                  <a:gd name="T72" fmla="*/ 0 w 2883"/>
                  <a:gd name="T73" fmla="*/ 0 h 1262"/>
                  <a:gd name="T74" fmla="*/ 0 w 2883"/>
                  <a:gd name="T75" fmla="*/ 0 h 1262"/>
                  <a:gd name="T76" fmla="*/ 0 w 2883"/>
                  <a:gd name="T77" fmla="*/ 0 h 1262"/>
                  <a:gd name="T78" fmla="*/ 0 w 2883"/>
                  <a:gd name="T79" fmla="*/ 0 h 1262"/>
                  <a:gd name="T80" fmla="*/ 0 w 2883"/>
                  <a:gd name="T81" fmla="*/ 0 h 1262"/>
                  <a:gd name="T82" fmla="*/ 0 w 2883"/>
                  <a:gd name="T83" fmla="*/ 0 h 1262"/>
                  <a:gd name="T84" fmla="*/ 0 w 2883"/>
                  <a:gd name="T85" fmla="*/ 0 h 1262"/>
                  <a:gd name="T86" fmla="*/ 0 w 2883"/>
                  <a:gd name="T87" fmla="*/ 0 h 1262"/>
                  <a:gd name="T88" fmla="*/ 0 w 2883"/>
                  <a:gd name="T89" fmla="*/ 0 h 1262"/>
                  <a:gd name="T90" fmla="*/ 0 w 2883"/>
                  <a:gd name="T91" fmla="*/ 0 h 1262"/>
                  <a:gd name="T92" fmla="*/ 0 w 2883"/>
                  <a:gd name="T93" fmla="*/ 0 h 126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883"/>
                  <a:gd name="T142" fmla="*/ 0 h 1262"/>
                  <a:gd name="T143" fmla="*/ 2883 w 2883"/>
                  <a:gd name="T144" fmla="*/ 1262 h 126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883" h="1262">
                    <a:moveTo>
                      <a:pt x="0" y="454"/>
                    </a:moveTo>
                    <a:lnTo>
                      <a:pt x="67" y="920"/>
                    </a:lnTo>
                    <a:lnTo>
                      <a:pt x="100" y="986"/>
                    </a:lnTo>
                    <a:lnTo>
                      <a:pt x="200" y="1060"/>
                    </a:lnTo>
                    <a:lnTo>
                      <a:pt x="291" y="1084"/>
                    </a:lnTo>
                    <a:lnTo>
                      <a:pt x="615" y="1096"/>
                    </a:lnTo>
                    <a:lnTo>
                      <a:pt x="813" y="1153"/>
                    </a:lnTo>
                    <a:lnTo>
                      <a:pt x="949" y="1209"/>
                    </a:lnTo>
                    <a:lnTo>
                      <a:pt x="1028" y="1262"/>
                    </a:lnTo>
                    <a:lnTo>
                      <a:pt x="1240" y="1240"/>
                    </a:lnTo>
                    <a:lnTo>
                      <a:pt x="1406" y="1220"/>
                    </a:lnTo>
                    <a:lnTo>
                      <a:pt x="1597" y="1175"/>
                    </a:lnTo>
                    <a:lnTo>
                      <a:pt x="1777" y="1153"/>
                    </a:lnTo>
                    <a:lnTo>
                      <a:pt x="2012" y="1143"/>
                    </a:lnTo>
                    <a:lnTo>
                      <a:pt x="2883" y="1131"/>
                    </a:lnTo>
                    <a:lnTo>
                      <a:pt x="2839" y="952"/>
                    </a:lnTo>
                    <a:lnTo>
                      <a:pt x="2783" y="851"/>
                    </a:lnTo>
                    <a:lnTo>
                      <a:pt x="2739" y="776"/>
                    </a:lnTo>
                    <a:lnTo>
                      <a:pt x="2683" y="743"/>
                    </a:lnTo>
                    <a:lnTo>
                      <a:pt x="1913" y="633"/>
                    </a:lnTo>
                    <a:lnTo>
                      <a:pt x="1877" y="766"/>
                    </a:lnTo>
                    <a:lnTo>
                      <a:pt x="1866" y="907"/>
                    </a:lnTo>
                    <a:lnTo>
                      <a:pt x="1866" y="1031"/>
                    </a:lnTo>
                    <a:lnTo>
                      <a:pt x="1866" y="1120"/>
                    </a:lnTo>
                    <a:lnTo>
                      <a:pt x="1799" y="1107"/>
                    </a:lnTo>
                    <a:lnTo>
                      <a:pt x="1788" y="952"/>
                    </a:lnTo>
                    <a:lnTo>
                      <a:pt x="1799" y="766"/>
                    </a:lnTo>
                    <a:lnTo>
                      <a:pt x="1819" y="643"/>
                    </a:lnTo>
                    <a:lnTo>
                      <a:pt x="1866" y="489"/>
                    </a:lnTo>
                    <a:lnTo>
                      <a:pt x="1921" y="365"/>
                    </a:lnTo>
                    <a:lnTo>
                      <a:pt x="1819" y="410"/>
                    </a:lnTo>
                    <a:lnTo>
                      <a:pt x="1733" y="476"/>
                    </a:lnTo>
                    <a:lnTo>
                      <a:pt x="1666" y="554"/>
                    </a:lnTo>
                    <a:lnTo>
                      <a:pt x="1655" y="586"/>
                    </a:lnTo>
                    <a:lnTo>
                      <a:pt x="735" y="442"/>
                    </a:lnTo>
                    <a:lnTo>
                      <a:pt x="735" y="343"/>
                    </a:lnTo>
                    <a:lnTo>
                      <a:pt x="771" y="232"/>
                    </a:lnTo>
                    <a:lnTo>
                      <a:pt x="840" y="133"/>
                    </a:lnTo>
                    <a:lnTo>
                      <a:pt x="926" y="65"/>
                    </a:lnTo>
                    <a:lnTo>
                      <a:pt x="1093" y="0"/>
                    </a:lnTo>
                    <a:lnTo>
                      <a:pt x="840" y="23"/>
                    </a:lnTo>
                    <a:lnTo>
                      <a:pt x="558" y="99"/>
                    </a:lnTo>
                    <a:lnTo>
                      <a:pt x="378" y="201"/>
                    </a:lnTo>
                    <a:lnTo>
                      <a:pt x="247" y="311"/>
                    </a:lnTo>
                    <a:lnTo>
                      <a:pt x="135" y="489"/>
                    </a:lnTo>
                    <a:lnTo>
                      <a:pt x="75" y="618"/>
                    </a:lnTo>
                    <a:lnTo>
                      <a:pt x="0" y="4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0" name="Freeform 369"/>
              <p:cNvSpPr>
                <a:spLocks/>
              </p:cNvSpPr>
              <p:nvPr/>
            </p:nvSpPr>
            <p:spPr bwMode="auto">
              <a:xfrm>
                <a:off x="685" y="1345"/>
                <a:ext cx="231" cy="126"/>
              </a:xfrm>
              <a:custGeom>
                <a:avLst/>
                <a:gdLst>
                  <a:gd name="T0" fmla="*/ 0 w 2306"/>
                  <a:gd name="T1" fmla="*/ 0 h 1263"/>
                  <a:gd name="T2" fmla="*/ 0 w 2306"/>
                  <a:gd name="T3" fmla="*/ 0 h 1263"/>
                  <a:gd name="T4" fmla="*/ 0 w 2306"/>
                  <a:gd name="T5" fmla="*/ 0 h 1263"/>
                  <a:gd name="T6" fmla="*/ 0 w 2306"/>
                  <a:gd name="T7" fmla="*/ 0 h 1263"/>
                  <a:gd name="T8" fmla="*/ 0 w 2306"/>
                  <a:gd name="T9" fmla="*/ 0 h 1263"/>
                  <a:gd name="T10" fmla="*/ 0 w 2306"/>
                  <a:gd name="T11" fmla="*/ 0 h 1263"/>
                  <a:gd name="T12" fmla="*/ 0 w 2306"/>
                  <a:gd name="T13" fmla="*/ 0 h 1263"/>
                  <a:gd name="T14" fmla="*/ 0 w 2306"/>
                  <a:gd name="T15" fmla="*/ 0 h 1263"/>
                  <a:gd name="T16" fmla="*/ 0 w 2306"/>
                  <a:gd name="T17" fmla="*/ 0 h 1263"/>
                  <a:gd name="T18" fmla="*/ 0 w 2306"/>
                  <a:gd name="T19" fmla="*/ 0 h 1263"/>
                  <a:gd name="T20" fmla="*/ 0 w 2306"/>
                  <a:gd name="T21" fmla="*/ 0 h 1263"/>
                  <a:gd name="T22" fmla="*/ 0 w 2306"/>
                  <a:gd name="T23" fmla="*/ 0 h 1263"/>
                  <a:gd name="T24" fmla="*/ 0 w 2306"/>
                  <a:gd name="T25" fmla="*/ 0 h 1263"/>
                  <a:gd name="T26" fmla="*/ 0 w 2306"/>
                  <a:gd name="T27" fmla="*/ 0 h 1263"/>
                  <a:gd name="T28" fmla="*/ 0 w 2306"/>
                  <a:gd name="T29" fmla="*/ 0 h 1263"/>
                  <a:gd name="T30" fmla="*/ 0 w 2306"/>
                  <a:gd name="T31" fmla="*/ 0 h 1263"/>
                  <a:gd name="T32" fmla="*/ 0 w 2306"/>
                  <a:gd name="T33" fmla="*/ 0 h 1263"/>
                  <a:gd name="T34" fmla="*/ 0 w 2306"/>
                  <a:gd name="T35" fmla="*/ 0 h 1263"/>
                  <a:gd name="T36" fmla="*/ 0 w 2306"/>
                  <a:gd name="T37" fmla="*/ 0 h 1263"/>
                  <a:gd name="T38" fmla="*/ 0 w 2306"/>
                  <a:gd name="T39" fmla="*/ 0 h 1263"/>
                  <a:gd name="T40" fmla="*/ 0 w 2306"/>
                  <a:gd name="T41" fmla="*/ 0 h 1263"/>
                  <a:gd name="T42" fmla="*/ 0 w 2306"/>
                  <a:gd name="T43" fmla="*/ 0 h 1263"/>
                  <a:gd name="T44" fmla="*/ 0 w 2306"/>
                  <a:gd name="T45" fmla="*/ 0 h 1263"/>
                  <a:gd name="T46" fmla="*/ 0 w 2306"/>
                  <a:gd name="T47" fmla="*/ 0 h 1263"/>
                  <a:gd name="T48" fmla="*/ 0 w 2306"/>
                  <a:gd name="T49" fmla="*/ 0 h 1263"/>
                  <a:gd name="T50" fmla="*/ 0 w 2306"/>
                  <a:gd name="T51" fmla="*/ 0 h 1263"/>
                  <a:gd name="T52" fmla="*/ 0 w 2306"/>
                  <a:gd name="T53" fmla="*/ 0 h 1263"/>
                  <a:gd name="T54" fmla="*/ 0 w 2306"/>
                  <a:gd name="T55" fmla="*/ 0 h 1263"/>
                  <a:gd name="T56" fmla="*/ 0 w 2306"/>
                  <a:gd name="T57" fmla="*/ 0 h 1263"/>
                  <a:gd name="T58" fmla="*/ 0 w 2306"/>
                  <a:gd name="T59" fmla="*/ 0 h 1263"/>
                  <a:gd name="T60" fmla="*/ 0 w 2306"/>
                  <a:gd name="T61" fmla="*/ 0 h 1263"/>
                  <a:gd name="T62" fmla="*/ 0 w 2306"/>
                  <a:gd name="T63" fmla="*/ 0 h 1263"/>
                  <a:gd name="T64" fmla="*/ 0 w 2306"/>
                  <a:gd name="T65" fmla="*/ 0 h 1263"/>
                  <a:gd name="T66" fmla="*/ 0 w 2306"/>
                  <a:gd name="T67" fmla="*/ 0 h 1263"/>
                  <a:gd name="T68" fmla="*/ 0 w 2306"/>
                  <a:gd name="T69" fmla="*/ 0 h 1263"/>
                  <a:gd name="T70" fmla="*/ 0 w 2306"/>
                  <a:gd name="T71" fmla="*/ 0 h 1263"/>
                  <a:gd name="T72" fmla="*/ 0 w 2306"/>
                  <a:gd name="T73" fmla="*/ 0 h 1263"/>
                  <a:gd name="T74" fmla="*/ 0 w 2306"/>
                  <a:gd name="T75" fmla="*/ 0 h 1263"/>
                  <a:gd name="T76" fmla="*/ 0 w 2306"/>
                  <a:gd name="T77" fmla="*/ 0 h 1263"/>
                  <a:gd name="T78" fmla="*/ 0 w 2306"/>
                  <a:gd name="T79" fmla="*/ 0 h 1263"/>
                  <a:gd name="T80" fmla="*/ 0 w 2306"/>
                  <a:gd name="T81" fmla="*/ 0 h 1263"/>
                  <a:gd name="T82" fmla="*/ 0 w 2306"/>
                  <a:gd name="T83" fmla="*/ 0 h 1263"/>
                  <a:gd name="T84" fmla="*/ 0 w 2306"/>
                  <a:gd name="T85" fmla="*/ 0 h 1263"/>
                  <a:gd name="T86" fmla="*/ 0 w 2306"/>
                  <a:gd name="T87" fmla="*/ 0 h 1263"/>
                  <a:gd name="T88" fmla="*/ 0 w 2306"/>
                  <a:gd name="T89" fmla="*/ 0 h 1263"/>
                  <a:gd name="T90" fmla="*/ 0 w 2306"/>
                  <a:gd name="T91" fmla="*/ 0 h 1263"/>
                  <a:gd name="T92" fmla="*/ 0 w 2306"/>
                  <a:gd name="T93" fmla="*/ 0 h 1263"/>
                  <a:gd name="T94" fmla="*/ 0 w 2306"/>
                  <a:gd name="T95" fmla="*/ 0 h 1263"/>
                  <a:gd name="T96" fmla="*/ 0 w 2306"/>
                  <a:gd name="T97" fmla="*/ 0 h 1263"/>
                  <a:gd name="T98" fmla="*/ 0 w 2306"/>
                  <a:gd name="T99" fmla="*/ 0 h 1263"/>
                  <a:gd name="T100" fmla="*/ 0 w 2306"/>
                  <a:gd name="T101" fmla="*/ 0 h 1263"/>
                  <a:gd name="T102" fmla="*/ 0 w 2306"/>
                  <a:gd name="T103" fmla="*/ 0 h 1263"/>
                  <a:gd name="T104" fmla="*/ 0 w 2306"/>
                  <a:gd name="T105" fmla="*/ 0 h 1263"/>
                  <a:gd name="T106" fmla="*/ 0 w 2306"/>
                  <a:gd name="T107" fmla="*/ 0 h 1263"/>
                  <a:gd name="T108" fmla="*/ 0 w 2306"/>
                  <a:gd name="T109" fmla="*/ 0 h 1263"/>
                  <a:gd name="T110" fmla="*/ 0 w 2306"/>
                  <a:gd name="T111" fmla="*/ 0 h 1263"/>
                  <a:gd name="T112" fmla="*/ 0 w 2306"/>
                  <a:gd name="T113" fmla="*/ 0 h 1263"/>
                  <a:gd name="T114" fmla="*/ 0 w 2306"/>
                  <a:gd name="T115" fmla="*/ 0 h 1263"/>
                  <a:gd name="T116" fmla="*/ 0 w 2306"/>
                  <a:gd name="T117" fmla="*/ 0 h 1263"/>
                  <a:gd name="T118" fmla="*/ 0 w 2306"/>
                  <a:gd name="T119" fmla="*/ 0 h 1263"/>
                  <a:gd name="T120" fmla="*/ 0 w 2306"/>
                  <a:gd name="T121" fmla="*/ 0 h 126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06"/>
                  <a:gd name="T184" fmla="*/ 0 h 1263"/>
                  <a:gd name="T185" fmla="*/ 2306 w 2306"/>
                  <a:gd name="T186" fmla="*/ 1263 h 126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06" h="1263">
                    <a:moveTo>
                      <a:pt x="125" y="1263"/>
                    </a:moveTo>
                    <a:lnTo>
                      <a:pt x="70" y="1163"/>
                    </a:lnTo>
                    <a:lnTo>
                      <a:pt x="34" y="1052"/>
                    </a:lnTo>
                    <a:lnTo>
                      <a:pt x="0" y="917"/>
                    </a:lnTo>
                    <a:lnTo>
                      <a:pt x="0" y="786"/>
                    </a:lnTo>
                    <a:lnTo>
                      <a:pt x="23" y="655"/>
                    </a:lnTo>
                    <a:lnTo>
                      <a:pt x="91" y="532"/>
                    </a:lnTo>
                    <a:lnTo>
                      <a:pt x="180" y="455"/>
                    </a:lnTo>
                    <a:lnTo>
                      <a:pt x="292" y="375"/>
                    </a:lnTo>
                    <a:lnTo>
                      <a:pt x="1131" y="0"/>
                    </a:lnTo>
                    <a:lnTo>
                      <a:pt x="1029" y="121"/>
                    </a:lnTo>
                    <a:lnTo>
                      <a:pt x="929" y="166"/>
                    </a:lnTo>
                    <a:lnTo>
                      <a:pt x="906" y="210"/>
                    </a:lnTo>
                    <a:lnTo>
                      <a:pt x="929" y="343"/>
                    </a:lnTo>
                    <a:lnTo>
                      <a:pt x="916" y="375"/>
                    </a:lnTo>
                    <a:lnTo>
                      <a:pt x="796" y="419"/>
                    </a:lnTo>
                    <a:lnTo>
                      <a:pt x="760" y="475"/>
                    </a:lnTo>
                    <a:lnTo>
                      <a:pt x="807" y="641"/>
                    </a:lnTo>
                    <a:lnTo>
                      <a:pt x="772" y="697"/>
                    </a:lnTo>
                    <a:lnTo>
                      <a:pt x="514" y="864"/>
                    </a:lnTo>
                    <a:lnTo>
                      <a:pt x="323" y="917"/>
                    </a:lnTo>
                    <a:lnTo>
                      <a:pt x="192" y="950"/>
                    </a:lnTo>
                    <a:lnTo>
                      <a:pt x="156" y="995"/>
                    </a:lnTo>
                    <a:lnTo>
                      <a:pt x="156" y="1039"/>
                    </a:lnTo>
                    <a:lnTo>
                      <a:pt x="718" y="1118"/>
                    </a:lnTo>
                    <a:lnTo>
                      <a:pt x="1143" y="1130"/>
                    </a:lnTo>
                    <a:lnTo>
                      <a:pt x="1298" y="1130"/>
                    </a:lnTo>
                    <a:lnTo>
                      <a:pt x="1365" y="1076"/>
                    </a:lnTo>
                    <a:lnTo>
                      <a:pt x="1018" y="864"/>
                    </a:lnTo>
                    <a:lnTo>
                      <a:pt x="1311" y="1019"/>
                    </a:lnTo>
                    <a:lnTo>
                      <a:pt x="1611" y="1118"/>
                    </a:lnTo>
                    <a:lnTo>
                      <a:pt x="1778" y="1052"/>
                    </a:lnTo>
                    <a:lnTo>
                      <a:pt x="1778" y="963"/>
                    </a:lnTo>
                    <a:lnTo>
                      <a:pt x="1454" y="739"/>
                    </a:lnTo>
                    <a:lnTo>
                      <a:pt x="1120" y="542"/>
                    </a:lnTo>
                    <a:lnTo>
                      <a:pt x="1543" y="730"/>
                    </a:lnTo>
                    <a:lnTo>
                      <a:pt x="1836" y="972"/>
                    </a:lnTo>
                    <a:lnTo>
                      <a:pt x="1935" y="917"/>
                    </a:lnTo>
                    <a:lnTo>
                      <a:pt x="1778" y="608"/>
                    </a:lnTo>
                    <a:lnTo>
                      <a:pt x="1243" y="241"/>
                    </a:lnTo>
                    <a:lnTo>
                      <a:pt x="1734" y="288"/>
                    </a:lnTo>
                    <a:lnTo>
                      <a:pt x="2204" y="750"/>
                    </a:lnTo>
                    <a:lnTo>
                      <a:pt x="2306" y="765"/>
                    </a:lnTo>
                    <a:lnTo>
                      <a:pt x="2215" y="807"/>
                    </a:lnTo>
                    <a:lnTo>
                      <a:pt x="2104" y="786"/>
                    </a:lnTo>
                    <a:lnTo>
                      <a:pt x="1734" y="475"/>
                    </a:lnTo>
                    <a:lnTo>
                      <a:pt x="1632" y="455"/>
                    </a:lnTo>
                    <a:lnTo>
                      <a:pt x="1812" y="608"/>
                    </a:lnTo>
                    <a:lnTo>
                      <a:pt x="2003" y="941"/>
                    </a:lnTo>
                    <a:lnTo>
                      <a:pt x="1946" y="1019"/>
                    </a:lnTo>
                    <a:lnTo>
                      <a:pt x="1867" y="1030"/>
                    </a:lnTo>
                    <a:lnTo>
                      <a:pt x="1791" y="1118"/>
                    </a:lnTo>
                    <a:lnTo>
                      <a:pt x="1656" y="1150"/>
                    </a:lnTo>
                    <a:lnTo>
                      <a:pt x="1465" y="1139"/>
                    </a:lnTo>
                    <a:lnTo>
                      <a:pt x="1400" y="1192"/>
                    </a:lnTo>
                    <a:lnTo>
                      <a:pt x="1274" y="1228"/>
                    </a:lnTo>
                    <a:lnTo>
                      <a:pt x="736" y="1216"/>
                    </a:lnTo>
                    <a:lnTo>
                      <a:pt x="305" y="1163"/>
                    </a:lnTo>
                    <a:lnTo>
                      <a:pt x="237" y="1239"/>
                    </a:lnTo>
                    <a:lnTo>
                      <a:pt x="180" y="1263"/>
                    </a:lnTo>
                    <a:lnTo>
                      <a:pt x="125" y="12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1" name="Freeform 370"/>
              <p:cNvSpPr>
                <a:spLocks/>
              </p:cNvSpPr>
              <p:nvPr/>
            </p:nvSpPr>
            <p:spPr bwMode="auto">
              <a:xfrm>
                <a:off x="757" y="1105"/>
                <a:ext cx="30" cy="248"/>
              </a:xfrm>
              <a:custGeom>
                <a:avLst/>
                <a:gdLst>
                  <a:gd name="T0" fmla="*/ 0 w 300"/>
                  <a:gd name="T1" fmla="*/ 0 h 2480"/>
                  <a:gd name="T2" fmla="*/ 0 w 300"/>
                  <a:gd name="T3" fmla="*/ 0 h 2480"/>
                  <a:gd name="T4" fmla="*/ 0 w 300"/>
                  <a:gd name="T5" fmla="*/ 0 h 2480"/>
                  <a:gd name="T6" fmla="*/ 0 w 300"/>
                  <a:gd name="T7" fmla="*/ 0 h 2480"/>
                  <a:gd name="T8" fmla="*/ 0 w 300"/>
                  <a:gd name="T9" fmla="*/ 0 h 2480"/>
                  <a:gd name="T10" fmla="*/ 0 w 300"/>
                  <a:gd name="T11" fmla="*/ 0 h 2480"/>
                  <a:gd name="T12" fmla="*/ 0 w 300"/>
                  <a:gd name="T13" fmla="*/ 0 h 2480"/>
                  <a:gd name="T14" fmla="*/ 0 w 300"/>
                  <a:gd name="T15" fmla="*/ 0 h 2480"/>
                  <a:gd name="T16" fmla="*/ 0 w 300"/>
                  <a:gd name="T17" fmla="*/ 0 h 2480"/>
                  <a:gd name="T18" fmla="*/ 0 w 300"/>
                  <a:gd name="T19" fmla="*/ 0 h 2480"/>
                  <a:gd name="T20" fmla="*/ 0 w 300"/>
                  <a:gd name="T21" fmla="*/ 0 h 2480"/>
                  <a:gd name="T22" fmla="*/ 0 w 300"/>
                  <a:gd name="T23" fmla="*/ 0 h 2480"/>
                  <a:gd name="T24" fmla="*/ 0 w 300"/>
                  <a:gd name="T25" fmla="*/ 0 h 2480"/>
                  <a:gd name="T26" fmla="*/ 0 w 300"/>
                  <a:gd name="T27" fmla="*/ 0 h 2480"/>
                  <a:gd name="T28" fmla="*/ 0 w 300"/>
                  <a:gd name="T29" fmla="*/ 0 h 2480"/>
                  <a:gd name="T30" fmla="*/ 0 w 300"/>
                  <a:gd name="T31" fmla="*/ 0 h 2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00"/>
                  <a:gd name="T49" fmla="*/ 0 h 2480"/>
                  <a:gd name="T50" fmla="*/ 300 w 300"/>
                  <a:gd name="T51" fmla="*/ 2480 h 24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00" h="2480">
                    <a:moveTo>
                      <a:pt x="0" y="0"/>
                    </a:moveTo>
                    <a:lnTo>
                      <a:pt x="54" y="142"/>
                    </a:lnTo>
                    <a:lnTo>
                      <a:pt x="122" y="408"/>
                    </a:lnTo>
                    <a:lnTo>
                      <a:pt x="143" y="786"/>
                    </a:lnTo>
                    <a:lnTo>
                      <a:pt x="143" y="1336"/>
                    </a:lnTo>
                    <a:lnTo>
                      <a:pt x="178" y="1814"/>
                    </a:lnTo>
                    <a:lnTo>
                      <a:pt x="245" y="2258"/>
                    </a:lnTo>
                    <a:lnTo>
                      <a:pt x="300" y="2458"/>
                    </a:lnTo>
                    <a:lnTo>
                      <a:pt x="256" y="2480"/>
                    </a:lnTo>
                    <a:lnTo>
                      <a:pt x="188" y="2134"/>
                    </a:lnTo>
                    <a:lnTo>
                      <a:pt x="135" y="1758"/>
                    </a:lnTo>
                    <a:lnTo>
                      <a:pt x="112" y="1403"/>
                    </a:lnTo>
                    <a:lnTo>
                      <a:pt x="101" y="728"/>
                    </a:lnTo>
                    <a:lnTo>
                      <a:pt x="89" y="452"/>
                    </a:lnTo>
                    <a:lnTo>
                      <a:pt x="54" y="23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2" name="Freeform 371"/>
              <p:cNvSpPr>
                <a:spLocks/>
              </p:cNvSpPr>
              <p:nvPr/>
            </p:nvSpPr>
            <p:spPr bwMode="auto">
              <a:xfrm>
                <a:off x="845" y="1377"/>
                <a:ext cx="65" cy="76"/>
              </a:xfrm>
              <a:custGeom>
                <a:avLst/>
                <a:gdLst>
                  <a:gd name="T0" fmla="*/ 0 w 650"/>
                  <a:gd name="T1" fmla="*/ 0 h 769"/>
                  <a:gd name="T2" fmla="*/ 0 w 650"/>
                  <a:gd name="T3" fmla="*/ 0 h 769"/>
                  <a:gd name="T4" fmla="*/ 0 w 650"/>
                  <a:gd name="T5" fmla="*/ 0 h 769"/>
                  <a:gd name="T6" fmla="*/ 0 w 650"/>
                  <a:gd name="T7" fmla="*/ 0 h 769"/>
                  <a:gd name="T8" fmla="*/ 0 w 650"/>
                  <a:gd name="T9" fmla="*/ 0 h 769"/>
                  <a:gd name="T10" fmla="*/ 0 60000 65536"/>
                  <a:gd name="T11" fmla="*/ 0 60000 65536"/>
                  <a:gd name="T12" fmla="*/ 0 60000 65536"/>
                  <a:gd name="T13" fmla="*/ 0 60000 65536"/>
                  <a:gd name="T14" fmla="*/ 0 60000 65536"/>
                  <a:gd name="T15" fmla="*/ 0 w 650"/>
                  <a:gd name="T16" fmla="*/ 0 h 769"/>
                  <a:gd name="T17" fmla="*/ 650 w 650"/>
                  <a:gd name="T18" fmla="*/ 769 h 769"/>
                </a:gdLst>
                <a:ahLst/>
                <a:cxnLst>
                  <a:cxn ang="T10">
                    <a:pos x="T0" y="T1"/>
                  </a:cxn>
                  <a:cxn ang="T11">
                    <a:pos x="T2" y="T3"/>
                  </a:cxn>
                  <a:cxn ang="T12">
                    <a:pos x="T4" y="T5"/>
                  </a:cxn>
                  <a:cxn ang="T13">
                    <a:pos x="T6" y="T7"/>
                  </a:cxn>
                  <a:cxn ang="T14">
                    <a:pos x="T8" y="T9"/>
                  </a:cxn>
                </a:cxnLst>
                <a:rect l="T15" t="T16" r="T17" b="T18"/>
                <a:pathLst>
                  <a:path w="650" h="769">
                    <a:moveTo>
                      <a:pt x="0" y="0"/>
                    </a:moveTo>
                    <a:lnTo>
                      <a:pt x="526" y="676"/>
                    </a:lnTo>
                    <a:lnTo>
                      <a:pt x="650" y="769"/>
                    </a:lnTo>
                    <a:lnTo>
                      <a:pt x="593" y="622"/>
                    </a:lnTo>
                    <a:lnTo>
                      <a:pt x="379" y="32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13" name="Freeform 372"/>
              <p:cNvSpPr>
                <a:spLocks/>
              </p:cNvSpPr>
              <p:nvPr/>
            </p:nvSpPr>
            <p:spPr bwMode="auto">
              <a:xfrm>
                <a:off x="808" y="1321"/>
                <a:ext cx="32" cy="33"/>
              </a:xfrm>
              <a:custGeom>
                <a:avLst/>
                <a:gdLst>
                  <a:gd name="T0" fmla="*/ 0 w 320"/>
                  <a:gd name="T1" fmla="*/ 0 h 328"/>
                  <a:gd name="T2" fmla="*/ 0 w 320"/>
                  <a:gd name="T3" fmla="*/ 0 h 328"/>
                  <a:gd name="T4" fmla="*/ 0 w 320"/>
                  <a:gd name="T5" fmla="*/ 0 h 328"/>
                  <a:gd name="T6" fmla="*/ 0 w 320"/>
                  <a:gd name="T7" fmla="*/ 0 h 328"/>
                  <a:gd name="T8" fmla="*/ 0 w 320"/>
                  <a:gd name="T9" fmla="*/ 0 h 328"/>
                  <a:gd name="T10" fmla="*/ 0 w 320"/>
                  <a:gd name="T11" fmla="*/ 0 h 328"/>
                  <a:gd name="T12" fmla="*/ 0 60000 65536"/>
                  <a:gd name="T13" fmla="*/ 0 60000 65536"/>
                  <a:gd name="T14" fmla="*/ 0 60000 65536"/>
                  <a:gd name="T15" fmla="*/ 0 60000 65536"/>
                  <a:gd name="T16" fmla="*/ 0 60000 65536"/>
                  <a:gd name="T17" fmla="*/ 0 60000 65536"/>
                  <a:gd name="T18" fmla="*/ 0 w 320"/>
                  <a:gd name="T19" fmla="*/ 0 h 328"/>
                  <a:gd name="T20" fmla="*/ 320 w 320"/>
                  <a:gd name="T21" fmla="*/ 328 h 328"/>
                </a:gdLst>
                <a:ahLst/>
                <a:cxnLst>
                  <a:cxn ang="T12">
                    <a:pos x="T0" y="T1"/>
                  </a:cxn>
                  <a:cxn ang="T13">
                    <a:pos x="T2" y="T3"/>
                  </a:cxn>
                  <a:cxn ang="T14">
                    <a:pos x="T4" y="T5"/>
                  </a:cxn>
                  <a:cxn ang="T15">
                    <a:pos x="T6" y="T7"/>
                  </a:cxn>
                  <a:cxn ang="T16">
                    <a:pos x="T8" y="T9"/>
                  </a:cxn>
                  <a:cxn ang="T17">
                    <a:pos x="T10" y="T11"/>
                  </a:cxn>
                </a:cxnLst>
                <a:rect l="T18" t="T19" r="T20" b="T21"/>
                <a:pathLst>
                  <a:path w="320" h="328">
                    <a:moveTo>
                      <a:pt x="148" y="283"/>
                    </a:moveTo>
                    <a:lnTo>
                      <a:pt x="0" y="78"/>
                    </a:lnTo>
                    <a:lnTo>
                      <a:pt x="0" y="34"/>
                    </a:lnTo>
                    <a:lnTo>
                      <a:pt x="35" y="0"/>
                    </a:lnTo>
                    <a:lnTo>
                      <a:pt x="79" y="10"/>
                    </a:lnTo>
                    <a:lnTo>
                      <a:pt x="320" y="328"/>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14" name="Freeform 373"/>
              <p:cNvSpPr>
                <a:spLocks/>
              </p:cNvSpPr>
              <p:nvPr/>
            </p:nvSpPr>
            <p:spPr bwMode="auto">
              <a:xfrm>
                <a:off x="806" y="1346"/>
                <a:ext cx="110" cy="70"/>
              </a:xfrm>
              <a:custGeom>
                <a:avLst/>
                <a:gdLst>
                  <a:gd name="T0" fmla="*/ 0 w 1097"/>
                  <a:gd name="T1" fmla="*/ 0 h 703"/>
                  <a:gd name="T2" fmla="*/ 0 w 1097"/>
                  <a:gd name="T3" fmla="*/ 0 h 703"/>
                  <a:gd name="T4" fmla="*/ 0 w 1097"/>
                  <a:gd name="T5" fmla="*/ 0 h 703"/>
                  <a:gd name="T6" fmla="*/ 0 w 1097"/>
                  <a:gd name="T7" fmla="*/ 0 h 703"/>
                  <a:gd name="T8" fmla="*/ 0 w 1097"/>
                  <a:gd name="T9" fmla="*/ 0 h 703"/>
                  <a:gd name="T10" fmla="*/ 0 w 1097"/>
                  <a:gd name="T11" fmla="*/ 0 h 703"/>
                  <a:gd name="T12" fmla="*/ 0 w 1097"/>
                  <a:gd name="T13" fmla="*/ 0 h 703"/>
                  <a:gd name="T14" fmla="*/ 0 w 1097"/>
                  <a:gd name="T15" fmla="*/ 0 h 703"/>
                  <a:gd name="T16" fmla="*/ 0 60000 65536"/>
                  <a:gd name="T17" fmla="*/ 0 60000 65536"/>
                  <a:gd name="T18" fmla="*/ 0 60000 65536"/>
                  <a:gd name="T19" fmla="*/ 0 60000 65536"/>
                  <a:gd name="T20" fmla="*/ 0 60000 65536"/>
                  <a:gd name="T21" fmla="*/ 0 60000 65536"/>
                  <a:gd name="T22" fmla="*/ 0 60000 65536"/>
                  <a:gd name="T23" fmla="*/ 0 60000 65536"/>
                  <a:gd name="T24" fmla="*/ 0 w 1097"/>
                  <a:gd name="T25" fmla="*/ 0 h 703"/>
                  <a:gd name="T26" fmla="*/ 1097 w 1097"/>
                  <a:gd name="T27" fmla="*/ 703 h 7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97" h="703">
                    <a:moveTo>
                      <a:pt x="0" y="0"/>
                    </a:moveTo>
                    <a:lnTo>
                      <a:pt x="709" y="114"/>
                    </a:lnTo>
                    <a:lnTo>
                      <a:pt x="1097" y="644"/>
                    </a:lnTo>
                    <a:lnTo>
                      <a:pt x="1097" y="703"/>
                    </a:lnTo>
                    <a:lnTo>
                      <a:pt x="1073" y="657"/>
                    </a:lnTo>
                    <a:lnTo>
                      <a:pt x="662" y="169"/>
                    </a:lnTo>
                    <a:lnTo>
                      <a:pt x="47" y="2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5" name="Freeform 374"/>
              <p:cNvSpPr>
                <a:spLocks/>
              </p:cNvSpPr>
              <p:nvPr/>
            </p:nvSpPr>
            <p:spPr bwMode="auto">
              <a:xfrm>
                <a:off x="816" y="1056"/>
                <a:ext cx="112" cy="298"/>
              </a:xfrm>
              <a:custGeom>
                <a:avLst/>
                <a:gdLst>
                  <a:gd name="T0" fmla="*/ 0 w 1122"/>
                  <a:gd name="T1" fmla="*/ 0 h 2984"/>
                  <a:gd name="T2" fmla="*/ 0 w 1122"/>
                  <a:gd name="T3" fmla="*/ 0 h 2984"/>
                  <a:gd name="T4" fmla="*/ 0 w 1122"/>
                  <a:gd name="T5" fmla="*/ 0 h 2984"/>
                  <a:gd name="T6" fmla="*/ 0 w 1122"/>
                  <a:gd name="T7" fmla="*/ 0 h 2984"/>
                  <a:gd name="T8" fmla="*/ 0 w 1122"/>
                  <a:gd name="T9" fmla="*/ 0 h 2984"/>
                  <a:gd name="T10" fmla="*/ 0 w 1122"/>
                  <a:gd name="T11" fmla="*/ 0 h 2984"/>
                  <a:gd name="T12" fmla="*/ 0 w 1122"/>
                  <a:gd name="T13" fmla="*/ 0 h 2984"/>
                  <a:gd name="T14" fmla="*/ 0 w 1122"/>
                  <a:gd name="T15" fmla="*/ 0 h 2984"/>
                  <a:gd name="T16" fmla="*/ 0 w 1122"/>
                  <a:gd name="T17" fmla="*/ 0 h 2984"/>
                  <a:gd name="T18" fmla="*/ 0 w 1122"/>
                  <a:gd name="T19" fmla="*/ 0 h 2984"/>
                  <a:gd name="T20" fmla="*/ 0 w 1122"/>
                  <a:gd name="T21" fmla="*/ 0 h 2984"/>
                  <a:gd name="T22" fmla="*/ 0 w 1122"/>
                  <a:gd name="T23" fmla="*/ 0 h 2984"/>
                  <a:gd name="T24" fmla="*/ 0 w 1122"/>
                  <a:gd name="T25" fmla="*/ 0 h 2984"/>
                  <a:gd name="T26" fmla="*/ 0 w 1122"/>
                  <a:gd name="T27" fmla="*/ 0 h 2984"/>
                  <a:gd name="T28" fmla="*/ 0 w 1122"/>
                  <a:gd name="T29" fmla="*/ 0 h 2984"/>
                  <a:gd name="T30" fmla="*/ 0 w 1122"/>
                  <a:gd name="T31" fmla="*/ 0 h 2984"/>
                  <a:gd name="T32" fmla="*/ 0 w 1122"/>
                  <a:gd name="T33" fmla="*/ 0 h 2984"/>
                  <a:gd name="T34" fmla="*/ 0 w 1122"/>
                  <a:gd name="T35" fmla="*/ 0 h 2984"/>
                  <a:gd name="T36" fmla="*/ 0 w 1122"/>
                  <a:gd name="T37" fmla="*/ 0 h 2984"/>
                  <a:gd name="T38" fmla="*/ 0 w 1122"/>
                  <a:gd name="T39" fmla="*/ 0 h 2984"/>
                  <a:gd name="T40" fmla="*/ 0 w 1122"/>
                  <a:gd name="T41" fmla="*/ 0 h 2984"/>
                  <a:gd name="T42" fmla="*/ 0 w 1122"/>
                  <a:gd name="T43" fmla="*/ 0 h 2984"/>
                  <a:gd name="T44" fmla="*/ 0 w 1122"/>
                  <a:gd name="T45" fmla="*/ 0 h 2984"/>
                  <a:gd name="T46" fmla="*/ 0 w 1122"/>
                  <a:gd name="T47" fmla="*/ 0 h 2984"/>
                  <a:gd name="T48" fmla="*/ 0 w 1122"/>
                  <a:gd name="T49" fmla="*/ 0 h 2984"/>
                  <a:gd name="T50" fmla="*/ 0 w 1122"/>
                  <a:gd name="T51" fmla="*/ 0 h 2984"/>
                  <a:gd name="T52" fmla="*/ 0 w 1122"/>
                  <a:gd name="T53" fmla="*/ 0 h 2984"/>
                  <a:gd name="T54" fmla="*/ 0 w 1122"/>
                  <a:gd name="T55" fmla="*/ 0 h 29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2"/>
                  <a:gd name="T85" fmla="*/ 0 h 2984"/>
                  <a:gd name="T86" fmla="*/ 1122 w 1122"/>
                  <a:gd name="T87" fmla="*/ 2984 h 298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2" h="2984">
                    <a:moveTo>
                      <a:pt x="343" y="0"/>
                    </a:moveTo>
                    <a:lnTo>
                      <a:pt x="584" y="178"/>
                    </a:lnTo>
                    <a:lnTo>
                      <a:pt x="356" y="1366"/>
                    </a:lnTo>
                    <a:lnTo>
                      <a:pt x="183" y="1828"/>
                    </a:lnTo>
                    <a:lnTo>
                      <a:pt x="183" y="2135"/>
                    </a:lnTo>
                    <a:lnTo>
                      <a:pt x="0" y="2656"/>
                    </a:lnTo>
                    <a:lnTo>
                      <a:pt x="92" y="2575"/>
                    </a:lnTo>
                    <a:lnTo>
                      <a:pt x="309" y="2984"/>
                    </a:lnTo>
                    <a:lnTo>
                      <a:pt x="1122" y="2612"/>
                    </a:lnTo>
                    <a:lnTo>
                      <a:pt x="1018" y="2612"/>
                    </a:lnTo>
                    <a:lnTo>
                      <a:pt x="766" y="2703"/>
                    </a:lnTo>
                    <a:lnTo>
                      <a:pt x="629" y="2703"/>
                    </a:lnTo>
                    <a:lnTo>
                      <a:pt x="538" y="2612"/>
                    </a:lnTo>
                    <a:lnTo>
                      <a:pt x="560" y="2497"/>
                    </a:lnTo>
                    <a:lnTo>
                      <a:pt x="183" y="2362"/>
                    </a:lnTo>
                    <a:lnTo>
                      <a:pt x="241" y="2135"/>
                    </a:lnTo>
                    <a:lnTo>
                      <a:pt x="550" y="2385"/>
                    </a:lnTo>
                    <a:lnTo>
                      <a:pt x="867" y="2385"/>
                    </a:lnTo>
                    <a:lnTo>
                      <a:pt x="709" y="2339"/>
                    </a:lnTo>
                    <a:lnTo>
                      <a:pt x="319" y="1841"/>
                    </a:lnTo>
                    <a:lnTo>
                      <a:pt x="319" y="1593"/>
                    </a:lnTo>
                    <a:lnTo>
                      <a:pt x="629" y="1106"/>
                    </a:lnTo>
                    <a:lnTo>
                      <a:pt x="753" y="689"/>
                    </a:lnTo>
                    <a:lnTo>
                      <a:pt x="698" y="382"/>
                    </a:lnTo>
                    <a:lnTo>
                      <a:pt x="722" y="653"/>
                    </a:lnTo>
                    <a:lnTo>
                      <a:pt x="480" y="1030"/>
                    </a:lnTo>
                    <a:lnTo>
                      <a:pt x="616" y="169"/>
                    </a:lnTo>
                    <a:lnTo>
                      <a:pt x="34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6" name="Freeform 375"/>
              <p:cNvSpPr>
                <a:spLocks/>
              </p:cNvSpPr>
              <p:nvPr/>
            </p:nvSpPr>
            <p:spPr bwMode="auto">
              <a:xfrm>
                <a:off x="864" y="1142"/>
                <a:ext cx="75" cy="92"/>
              </a:xfrm>
              <a:custGeom>
                <a:avLst/>
                <a:gdLst>
                  <a:gd name="T0" fmla="*/ 0 w 751"/>
                  <a:gd name="T1" fmla="*/ 0 h 915"/>
                  <a:gd name="T2" fmla="*/ 0 w 751"/>
                  <a:gd name="T3" fmla="*/ 0 h 915"/>
                  <a:gd name="T4" fmla="*/ 0 w 751"/>
                  <a:gd name="T5" fmla="*/ 0 h 915"/>
                  <a:gd name="T6" fmla="*/ 0 w 751"/>
                  <a:gd name="T7" fmla="*/ 0 h 915"/>
                  <a:gd name="T8" fmla="*/ 0 w 751"/>
                  <a:gd name="T9" fmla="*/ 0 h 915"/>
                  <a:gd name="T10" fmla="*/ 0 w 751"/>
                  <a:gd name="T11" fmla="*/ 0 h 915"/>
                  <a:gd name="T12" fmla="*/ 0 w 751"/>
                  <a:gd name="T13" fmla="*/ 0 h 915"/>
                  <a:gd name="T14" fmla="*/ 0 w 751"/>
                  <a:gd name="T15" fmla="*/ 0 h 915"/>
                  <a:gd name="T16" fmla="*/ 0 w 751"/>
                  <a:gd name="T17" fmla="*/ 0 h 915"/>
                  <a:gd name="T18" fmla="*/ 0 w 751"/>
                  <a:gd name="T19" fmla="*/ 0 h 915"/>
                  <a:gd name="T20" fmla="*/ 0 w 751"/>
                  <a:gd name="T21" fmla="*/ 0 h 9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1"/>
                  <a:gd name="T34" fmla="*/ 0 h 915"/>
                  <a:gd name="T35" fmla="*/ 751 w 751"/>
                  <a:gd name="T36" fmla="*/ 915 h 9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1" h="915">
                    <a:moveTo>
                      <a:pt x="309" y="0"/>
                    </a:moveTo>
                    <a:lnTo>
                      <a:pt x="442" y="260"/>
                    </a:lnTo>
                    <a:lnTo>
                      <a:pt x="442" y="453"/>
                    </a:lnTo>
                    <a:lnTo>
                      <a:pt x="538" y="735"/>
                    </a:lnTo>
                    <a:lnTo>
                      <a:pt x="751" y="915"/>
                    </a:lnTo>
                    <a:lnTo>
                      <a:pt x="432" y="735"/>
                    </a:lnTo>
                    <a:lnTo>
                      <a:pt x="0" y="849"/>
                    </a:lnTo>
                    <a:lnTo>
                      <a:pt x="296" y="575"/>
                    </a:lnTo>
                    <a:lnTo>
                      <a:pt x="411" y="564"/>
                    </a:lnTo>
                    <a:lnTo>
                      <a:pt x="411" y="271"/>
                    </a:lnTo>
                    <a:lnTo>
                      <a:pt x="30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7" name="Freeform 376"/>
              <p:cNvSpPr>
                <a:spLocks/>
              </p:cNvSpPr>
              <p:nvPr/>
            </p:nvSpPr>
            <p:spPr bwMode="auto">
              <a:xfrm>
                <a:off x="885" y="1245"/>
                <a:ext cx="90" cy="115"/>
              </a:xfrm>
              <a:custGeom>
                <a:avLst/>
                <a:gdLst>
                  <a:gd name="T0" fmla="*/ 0 w 902"/>
                  <a:gd name="T1" fmla="*/ 0 h 1143"/>
                  <a:gd name="T2" fmla="*/ 0 w 902"/>
                  <a:gd name="T3" fmla="*/ 0 h 1143"/>
                  <a:gd name="T4" fmla="*/ 0 w 902"/>
                  <a:gd name="T5" fmla="*/ 0 h 1143"/>
                  <a:gd name="T6" fmla="*/ 0 w 902"/>
                  <a:gd name="T7" fmla="*/ 0 h 1143"/>
                  <a:gd name="T8" fmla="*/ 0 w 902"/>
                  <a:gd name="T9" fmla="*/ 0 h 1143"/>
                  <a:gd name="T10" fmla="*/ 0 w 902"/>
                  <a:gd name="T11" fmla="*/ 0 h 1143"/>
                  <a:gd name="T12" fmla="*/ 0 w 902"/>
                  <a:gd name="T13" fmla="*/ 0 h 1143"/>
                  <a:gd name="T14" fmla="*/ 0 w 902"/>
                  <a:gd name="T15" fmla="*/ 0 h 1143"/>
                  <a:gd name="T16" fmla="*/ 0 w 902"/>
                  <a:gd name="T17" fmla="*/ 0 h 1143"/>
                  <a:gd name="T18" fmla="*/ 0 w 902"/>
                  <a:gd name="T19" fmla="*/ 0 h 1143"/>
                  <a:gd name="T20" fmla="*/ 0 w 902"/>
                  <a:gd name="T21" fmla="*/ 0 h 1143"/>
                  <a:gd name="T22" fmla="*/ 0 w 902"/>
                  <a:gd name="T23" fmla="*/ 0 h 1143"/>
                  <a:gd name="T24" fmla="*/ 0 w 902"/>
                  <a:gd name="T25" fmla="*/ 0 h 1143"/>
                  <a:gd name="T26" fmla="*/ 0 w 902"/>
                  <a:gd name="T27" fmla="*/ 0 h 1143"/>
                  <a:gd name="T28" fmla="*/ 0 w 902"/>
                  <a:gd name="T29" fmla="*/ 0 h 1143"/>
                  <a:gd name="T30" fmla="*/ 0 w 902"/>
                  <a:gd name="T31" fmla="*/ 0 h 1143"/>
                  <a:gd name="T32" fmla="*/ 0 w 902"/>
                  <a:gd name="T33" fmla="*/ 0 h 1143"/>
                  <a:gd name="T34" fmla="*/ 0 w 902"/>
                  <a:gd name="T35" fmla="*/ 0 h 1143"/>
                  <a:gd name="T36" fmla="*/ 0 w 902"/>
                  <a:gd name="T37" fmla="*/ 0 h 11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02"/>
                  <a:gd name="T58" fmla="*/ 0 h 1143"/>
                  <a:gd name="T59" fmla="*/ 902 w 902"/>
                  <a:gd name="T60" fmla="*/ 1143 h 11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02" h="1143">
                    <a:moveTo>
                      <a:pt x="562" y="0"/>
                    </a:moveTo>
                    <a:lnTo>
                      <a:pt x="606" y="352"/>
                    </a:lnTo>
                    <a:lnTo>
                      <a:pt x="377" y="599"/>
                    </a:lnTo>
                    <a:lnTo>
                      <a:pt x="24" y="599"/>
                    </a:lnTo>
                    <a:lnTo>
                      <a:pt x="0" y="644"/>
                    </a:lnTo>
                    <a:lnTo>
                      <a:pt x="37" y="701"/>
                    </a:lnTo>
                    <a:lnTo>
                      <a:pt x="674" y="565"/>
                    </a:lnTo>
                    <a:lnTo>
                      <a:pt x="448" y="578"/>
                    </a:lnTo>
                    <a:lnTo>
                      <a:pt x="629" y="441"/>
                    </a:lnTo>
                    <a:lnTo>
                      <a:pt x="777" y="453"/>
                    </a:lnTo>
                    <a:lnTo>
                      <a:pt x="858" y="588"/>
                    </a:lnTo>
                    <a:lnTo>
                      <a:pt x="479" y="815"/>
                    </a:lnTo>
                    <a:lnTo>
                      <a:pt x="390" y="995"/>
                    </a:lnTo>
                    <a:lnTo>
                      <a:pt x="502" y="1143"/>
                    </a:lnTo>
                    <a:lnTo>
                      <a:pt x="708" y="745"/>
                    </a:lnTo>
                    <a:lnTo>
                      <a:pt x="902" y="621"/>
                    </a:lnTo>
                    <a:lnTo>
                      <a:pt x="871" y="432"/>
                    </a:lnTo>
                    <a:lnTo>
                      <a:pt x="661" y="375"/>
                    </a:lnTo>
                    <a:lnTo>
                      <a:pt x="5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8" name="Freeform 377"/>
              <p:cNvSpPr>
                <a:spLocks/>
              </p:cNvSpPr>
              <p:nvPr/>
            </p:nvSpPr>
            <p:spPr bwMode="auto">
              <a:xfrm>
                <a:off x="876" y="1304"/>
                <a:ext cx="423" cy="96"/>
              </a:xfrm>
              <a:custGeom>
                <a:avLst/>
                <a:gdLst>
                  <a:gd name="T0" fmla="*/ 0 w 4238"/>
                  <a:gd name="T1" fmla="*/ 0 h 962"/>
                  <a:gd name="T2" fmla="*/ 0 w 4238"/>
                  <a:gd name="T3" fmla="*/ 0 h 962"/>
                  <a:gd name="T4" fmla="*/ 0 w 4238"/>
                  <a:gd name="T5" fmla="*/ 0 h 962"/>
                  <a:gd name="T6" fmla="*/ 0 w 4238"/>
                  <a:gd name="T7" fmla="*/ 0 h 962"/>
                  <a:gd name="T8" fmla="*/ 0 w 4238"/>
                  <a:gd name="T9" fmla="*/ 0 h 962"/>
                  <a:gd name="T10" fmla="*/ 0 w 4238"/>
                  <a:gd name="T11" fmla="*/ 0 h 962"/>
                  <a:gd name="T12" fmla="*/ 0 w 4238"/>
                  <a:gd name="T13" fmla="*/ 0 h 962"/>
                  <a:gd name="T14" fmla="*/ 0 w 4238"/>
                  <a:gd name="T15" fmla="*/ 0 h 962"/>
                  <a:gd name="T16" fmla="*/ 0 w 4238"/>
                  <a:gd name="T17" fmla="*/ 0 h 962"/>
                  <a:gd name="T18" fmla="*/ 0 w 4238"/>
                  <a:gd name="T19" fmla="*/ 0 h 962"/>
                  <a:gd name="T20" fmla="*/ 0 w 4238"/>
                  <a:gd name="T21" fmla="*/ 0 h 962"/>
                  <a:gd name="T22" fmla="*/ 0 w 4238"/>
                  <a:gd name="T23" fmla="*/ 0 h 962"/>
                  <a:gd name="T24" fmla="*/ 0 w 4238"/>
                  <a:gd name="T25" fmla="*/ 0 h 962"/>
                  <a:gd name="T26" fmla="*/ 0 w 4238"/>
                  <a:gd name="T27" fmla="*/ 0 h 962"/>
                  <a:gd name="T28" fmla="*/ 0 w 4238"/>
                  <a:gd name="T29" fmla="*/ 0 h 962"/>
                  <a:gd name="T30" fmla="*/ 0 w 4238"/>
                  <a:gd name="T31" fmla="*/ 0 h 962"/>
                  <a:gd name="T32" fmla="*/ 0 w 4238"/>
                  <a:gd name="T33" fmla="*/ 0 h 962"/>
                  <a:gd name="T34" fmla="*/ 0 w 4238"/>
                  <a:gd name="T35" fmla="*/ 0 h 962"/>
                  <a:gd name="T36" fmla="*/ 0 w 4238"/>
                  <a:gd name="T37" fmla="*/ 0 h 962"/>
                  <a:gd name="T38" fmla="*/ 0 w 4238"/>
                  <a:gd name="T39" fmla="*/ 0 h 962"/>
                  <a:gd name="T40" fmla="*/ 0 w 4238"/>
                  <a:gd name="T41" fmla="*/ 0 h 962"/>
                  <a:gd name="T42" fmla="*/ 0 w 4238"/>
                  <a:gd name="T43" fmla="*/ 0 h 962"/>
                  <a:gd name="T44" fmla="*/ 0 w 4238"/>
                  <a:gd name="T45" fmla="*/ 0 h 962"/>
                  <a:gd name="T46" fmla="*/ 0 w 4238"/>
                  <a:gd name="T47" fmla="*/ 0 h 962"/>
                  <a:gd name="T48" fmla="*/ 0 w 4238"/>
                  <a:gd name="T49" fmla="*/ 0 h 962"/>
                  <a:gd name="T50" fmla="*/ 0 w 4238"/>
                  <a:gd name="T51" fmla="*/ 0 h 962"/>
                  <a:gd name="T52" fmla="*/ 0 w 4238"/>
                  <a:gd name="T53" fmla="*/ 0 h 962"/>
                  <a:gd name="T54" fmla="*/ 0 w 4238"/>
                  <a:gd name="T55" fmla="*/ 0 h 962"/>
                  <a:gd name="T56" fmla="*/ 0 w 4238"/>
                  <a:gd name="T57" fmla="*/ 0 h 962"/>
                  <a:gd name="T58" fmla="*/ 0 w 4238"/>
                  <a:gd name="T59" fmla="*/ 0 h 962"/>
                  <a:gd name="T60" fmla="*/ 0 w 4238"/>
                  <a:gd name="T61" fmla="*/ 0 h 962"/>
                  <a:gd name="T62" fmla="*/ 0 w 4238"/>
                  <a:gd name="T63" fmla="*/ 0 h 962"/>
                  <a:gd name="T64" fmla="*/ 0 w 4238"/>
                  <a:gd name="T65" fmla="*/ 0 h 962"/>
                  <a:gd name="T66" fmla="*/ 0 w 4238"/>
                  <a:gd name="T67" fmla="*/ 0 h 962"/>
                  <a:gd name="T68" fmla="*/ 0 w 4238"/>
                  <a:gd name="T69" fmla="*/ 0 h 962"/>
                  <a:gd name="T70" fmla="*/ 0 w 4238"/>
                  <a:gd name="T71" fmla="*/ 0 h 962"/>
                  <a:gd name="T72" fmla="*/ 0 w 4238"/>
                  <a:gd name="T73" fmla="*/ 0 h 962"/>
                  <a:gd name="T74" fmla="*/ 0 w 4238"/>
                  <a:gd name="T75" fmla="*/ 0 h 962"/>
                  <a:gd name="T76" fmla="*/ 0 w 4238"/>
                  <a:gd name="T77" fmla="*/ 0 h 962"/>
                  <a:gd name="T78" fmla="*/ 0 w 4238"/>
                  <a:gd name="T79" fmla="*/ 0 h 962"/>
                  <a:gd name="T80" fmla="*/ 0 w 4238"/>
                  <a:gd name="T81" fmla="*/ 0 h 962"/>
                  <a:gd name="T82" fmla="*/ 0 w 4238"/>
                  <a:gd name="T83" fmla="*/ 0 h 962"/>
                  <a:gd name="T84" fmla="*/ 0 w 4238"/>
                  <a:gd name="T85" fmla="*/ 0 h 962"/>
                  <a:gd name="T86" fmla="*/ 0 w 4238"/>
                  <a:gd name="T87" fmla="*/ 0 h 962"/>
                  <a:gd name="T88" fmla="*/ 0 w 4238"/>
                  <a:gd name="T89" fmla="*/ 0 h 962"/>
                  <a:gd name="T90" fmla="*/ 0 w 4238"/>
                  <a:gd name="T91" fmla="*/ 0 h 962"/>
                  <a:gd name="T92" fmla="*/ 0 w 4238"/>
                  <a:gd name="T93" fmla="*/ 0 h 962"/>
                  <a:gd name="T94" fmla="*/ 0 w 4238"/>
                  <a:gd name="T95" fmla="*/ 0 h 962"/>
                  <a:gd name="T96" fmla="*/ 0 w 4238"/>
                  <a:gd name="T97" fmla="*/ 0 h 962"/>
                  <a:gd name="T98" fmla="*/ 0 w 4238"/>
                  <a:gd name="T99" fmla="*/ 0 h 962"/>
                  <a:gd name="T100" fmla="*/ 0 w 4238"/>
                  <a:gd name="T101" fmla="*/ 0 h 962"/>
                  <a:gd name="T102" fmla="*/ 0 w 4238"/>
                  <a:gd name="T103" fmla="*/ 0 h 962"/>
                  <a:gd name="T104" fmla="*/ 0 w 4238"/>
                  <a:gd name="T105" fmla="*/ 0 h 962"/>
                  <a:gd name="T106" fmla="*/ 0 w 4238"/>
                  <a:gd name="T107" fmla="*/ 0 h 962"/>
                  <a:gd name="T108" fmla="*/ 0 w 4238"/>
                  <a:gd name="T109" fmla="*/ 0 h 962"/>
                  <a:gd name="T110" fmla="*/ 0 w 4238"/>
                  <a:gd name="T111" fmla="*/ 0 h 962"/>
                  <a:gd name="T112" fmla="*/ 0 w 4238"/>
                  <a:gd name="T113" fmla="*/ 0 h 962"/>
                  <a:gd name="T114" fmla="*/ 0 w 4238"/>
                  <a:gd name="T115" fmla="*/ 0 h 962"/>
                  <a:gd name="T116" fmla="*/ 0 w 4238"/>
                  <a:gd name="T117" fmla="*/ 0 h 962"/>
                  <a:gd name="T118" fmla="*/ 0 w 4238"/>
                  <a:gd name="T119" fmla="*/ 0 h 962"/>
                  <a:gd name="T120" fmla="*/ 0 w 4238"/>
                  <a:gd name="T121" fmla="*/ 0 h 962"/>
                  <a:gd name="T122" fmla="*/ 0 w 4238"/>
                  <a:gd name="T123" fmla="*/ 0 h 96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4238"/>
                  <a:gd name="T187" fmla="*/ 0 h 962"/>
                  <a:gd name="T188" fmla="*/ 4238 w 4238"/>
                  <a:gd name="T189" fmla="*/ 962 h 96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4238" h="962">
                    <a:moveTo>
                      <a:pt x="0" y="542"/>
                    </a:moveTo>
                    <a:lnTo>
                      <a:pt x="401" y="316"/>
                    </a:lnTo>
                    <a:lnTo>
                      <a:pt x="308" y="532"/>
                    </a:lnTo>
                    <a:lnTo>
                      <a:pt x="308" y="680"/>
                    </a:lnTo>
                    <a:lnTo>
                      <a:pt x="606" y="757"/>
                    </a:lnTo>
                    <a:lnTo>
                      <a:pt x="799" y="284"/>
                    </a:lnTo>
                    <a:lnTo>
                      <a:pt x="879" y="248"/>
                    </a:lnTo>
                    <a:lnTo>
                      <a:pt x="915" y="147"/>
                    </a:lnTo>
                    <a:lnTo>
                      <a:pt x="915" y="579"/>
                    </a:lnTo>
                    <a:lnTo>
                      <a:pt x="1017" y="712"/>
                    </a:lnTo>
                    <a:lnTo>
                      <a:pt x="1121" y="712"/>
                    </a:lnTo>
                    <a:lnTo>
                      <a:pt x="1074" y="488"/>
                    </a:lnTo>
                    <a:lnTo>
                      <a:pt x="1246" y="193"/>
                    </a:lnTo>
                    <a:lnTo>
                      <a:pt x="1347" y="147"/>
                    </a:lnTo>
                    <a:lnTo>
                      <a:pt x="1290" y="488"/>
                    </a:lnTo>
                    <a:lnTo>
                      <a:pt x="1474" y="702"/>
                    </a:lnTo>
                    <a:lnTo>
                      <a:pt x="1508" y="418"/>
                    </a:lnTo>
                    <a:lnTo>
                      <a:pt x="1568" y="295"/>
                    </a:lnTo>
                    <a:lnTo>
                      <a:pt x="1679" y="204"/>
                    </a:lnTo>
                    <a:lnTo>
                      <a:pt x="1599" y="327"/>
                    </a:lnTo>
                    <a:lnTo>
                      <a:pt x="1599" y="441"/>
                    </a:lnTo>
                    <a:lnTo>
                      <a:pt x="2101" y="464"/>
                    </a:lnTo>
                    <a:lnTo>
                      <a:pt x="2181" y="316"/>
                    </a:lnTo>
                    <a:lnTo>
                      <a:pt x="2274" y="193"/>
                    </a:lnTo>
                    <a:lnTo>
                      <a:pt x="3107" y="0"/>
                    </a:lnTo>
                    <a:lnTo>
                      <a:pt x="3758" y="126"/>
                    </a:lnTo>
                    <a:lnTo>
                      <a:pt x="3838" y="204"/>
                    </a:lnTo>
                    <a:lnTo>
                      <a:pt x="4238" y="453"/>
                    </a:lnTo>
                    <a:lnTo>
                      <a:pt x="4178" y="498"/>
                    </a:lnTo>
                    <a:lnTo>
                      <a:pt x="3962" y="453"/>
                    </a:lnTo>
                    <a:lnTo>
                      <a:pt x="4045" y="633"/>
                    </a:lnTo>
                    <a:lnTo>
                      <a:pt x="3975" y="633"/>
                    </a:lnTo>
                    <a:lnTo>
                      <a:pt x="3827" y="579"/>
                    </a:lnTo>
                    <a:lnTo>
                      <a:pt x="3975" y="611"/>
                    </a:lnTo>
                    <a:lnTo>
                      <a:pt x="3985" y="566"/>
                    </a:lnTo>
                    <a:lnTo>
                      <a:pt x="3769" y="170"/>
                    </a:lnTo>
                    <a:lnTo>
                      <a:pt x="3118" y="33"/>
                    </a:lnTo>
                    <a:lnTo>
                      <a:pt x="2672" y="157"/>
                    </a:lnTo>
                    <a:lnTo>
                      <a:pt x="2605" y="261"/>
                    </a:lnTo>
                    <a:lnTo>
                      <a:pt x="2571" y="295"/>
                    </a:lnTo>
                    <a:lnTo>
                      <a:pt x="2285" y="384"/>
                    </a:lnTo>
                    <a:lnTo>
                      <a:pt x="2545" y="542"/>
                    </a:lnTo>
                    <a:lnTo>
                      <a:pt x="2605" y="642"/>
                    </a:lnTo>
                    <a:lnTo>
                      <a:pt x="2605" y="702"/>
                    </a:lnTo>
                    <a:lnTo>
                      <a:pt x="2558" y="712"/>
                    </a:lnTo>
                    <a:lnTo>
                      <a:pt x="2192" y="621"/>
                    </a:lnTo>
                    <a:lnTo>
                      <a:pt x="2137" y="598"/>
                    </a:lnTo>
                    <a:lnTo>
                      <a:pt x="2148" y="691"/>
                    </a:lnTo>
                    <a:lnTo>
                      <a:pt x="2205" y="803"/>
                    </a:lnTo>
                    <a:lnTo>
                      <a:pt x="2274" y="826"/>
                    </a:lnTo>
                    <a:lnTo>
                      <a:pt x="2343" y="826"/>
                    </a:lnTo>
                    <a:lnTo>
                      <a:pt x="2446" y="769"/>
                    </a:lnTo>
                    <a:lnTo>
                      <a:pt x="2343" y="860"/>
                    </a:lnTo>
                    <a:lnTo>
                      <a:pt x="2236" y="871"/>
                    </a:lnTo>
                    <a:lnTo>
                      <a:pt x="1952" y="837"/>
                    </a:lnTo>
                    <a:lnTo>
                      <a:pt x="1654" y="826"/>
                    </a:lnTo>
                    <a:lnTo>
                      <a:pt x="1530" y="860"/>
                    </a:lnTo>
                    <a:lnTo>
                      <a:pt x="1290" y="915"/>
                    </a:lnTo>
                    <a:lnTo>
                      <a:pt x="570" y="962"/>
                    </a:lnTo>
                    <a:lnTo>
                      <a:pt x="401" y="892"/>
                    </a:lnTo>
                    <a:lnTo>
                      <a:pt x="273" y="892"/>
                    </a:lnTo>
                    <a:lnTo>
                      <a:pt x="0" y="5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9" name="Freeform 378"/>
              <p:cNvSpPr>
                <a:spLocks/>
              </p:cNvSpPr>
              <p:nvPr/>
            </p:nvSpPr>
            <p:spPr bwMode="auto">
              <a:xfrm>
                <a:off x="974" y="1307"/>
                <a:ext cx="47" cy="34"/>
              </a:xfrm>
              <a:custGeom>
                <a:avLst/>
                <a:gdLst>
                  <a:gd name="T0" fmla="*/ 0 w 470"/>
                  <a:gd name="T1" fmla="*/ 0 h 338"/>
                  <a:gd name="T2" fmla="*/ 0 w 470"/>
                  <a:gd name="T3" fmla="*/ 0 h 338"/>
                  <a:gd name="T4" fmla="*/ 0 w 470"/>
                  <a:gd name="T5" fmla="*/ 0 h 338"/>
                  <a:gd name="T6" fmla="*/ 0 w 470"/>
                  <a:gd name="T7" fmla="*/ 0 h 338"/>
                  <a:gd name="T8" fmla="*/ 0 w 470"/>
                  <a:gd name="T9" fmla="*/ 0 h 338"/>
                  <a:gd name="T10" fmla="*/ 0 w 470"/>
                  <a:gd name="T11" fmla="*/ 0 h 338"/>
                  <a:gd name="T12" fmla="*/ 0 w 470"/>
                  <a:gd name="T13" fmla="*/ 0 h 338"/>
                  <a:gd name="T14" fmla="*/ 0 w 470"/>
                  <a:gd name="T15" fmla="*/ 0 h 338"/>
                  <a:gd name="T16" fmla="*/ 0 60000 65536"/>
                  <a:gd name="T17" fmla="*/ 0 60000 65536"/>
                  <a:gd name="T18" fmla="*/ 0 60000 65536"/>
                  <a:gd name="T19" fmla="*/ 0 60000 65536"/>
                  <a:gd name="T20" fmla="*/ 0 60000 65536"/>
                  <a:gd name="T21" fmla="*/ 0 60000 65536"/>
                  <a:gd name="T22" fmla="*/ 0 60000 65536"/>
                  <a:gd name="T23" fmla="*/ 0 60000 65536"/>
                  <a:gd name="T24" fmla="*/ 0 w 470"/>
                  <a:gd name="T25" fmla="*/ 0 h 338"/>
                  <a:gd name="T26" fmla="*/ 470 w 470"/>
                  <a:gd name="T27" fmla="*/ 338 h 3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0" h="338">
                    <a:moveTo>
                      <a:pt x="67" y="0"/>
                    </a:moveTo>
                    <a:lnTo>
                      <a:pt x="67" y="137"/>
                    </a:lnTo>
                    <a:lnTo>
                      <a:pt x="0" y="338"/>
                    </a:lnTo>
                    <a:lnTo>
                      <a:pt x="250" y="80"/>
                    </a:lnTo>
                    <a:lnTo>
                      <a:pt x="470" y="36"/>
                    </a:lnTo>
                    <a:lnTo>
                      <a:pt x="276" y="0"/>
                    </a:lnTo>
                    <a:lnTo>
                      <a:pt x="182" y="56"/>
                    </a:lnTo>
                    <a:lnTo>
                      <a:pt x="6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0" name="Freeform 379"/>
              <p:cNvSpPr>
                <a:spLocks/>
              </p:cNvSpPr>
              <p:nvPr/>
            </p:nvSpPr>
            <p:spPr bwMode="auto">
              <a:xfrm>
                <a:off x="1029" y="1310"/>
                <a:ext cx="63" cy="11"/>
              </a:xfrm>
              <a:custGeom>
                <a:avLst/>
                <a:gdLst>
                  <a:gd name="T0" fmla="*/ 0 w 638"/>
                  <a:gd name="T1" fmla="*/ 0 h 114"/>
                  <a:gd name="T2" fmla="*/ 0 w 638"/>
                  <a:gd name="T3" fmla="*/ 0 h 114"/>
                  <a:gd name="T4" fmla="*/ 0 w 638"/>
                  <a:gd name="T5" fmla="*/ 0 h 114"/>
                  <a:gd name="T6" fmla="*/ 0 w 638"/>
                  <a:gd name="T7" fmla="*/ 0 h 114"/>
                  <a:gd name="T8" fmla="*/ 0 w 638"/>
                  <a:gd name="T9" fmla="*/ 0 h 114"/>
                  <a:gd name="T10" fmla="*/ 0 w 638"/>
                  <a:gd name="T11" fmla="*/ 0 h 114"/>
                  <a:gd name="T12" fmla="*/ 0 60000 65536"/>
                  <a:gd name="T13" fmla="*/ 0 60000 65536"/>
                  <a:gd name="T14" fmla="*/ 0 60000 65536"/>
                  <a:gd name="T15" fmla="*/ 0 60000 65536"/>
                  <a:gd name="T16" fmla="*/ 0 60000 65536"/>
                  <a:gd name="T17" fmla="*/ 0 60000 65536"/>
                  <a:gd name="T18" fmla="*/ 0 w 638"/>
                  <a:gd name="T19" fmla="*/ 0 h 114"/>
                  <a:gd name="T20" fmla="*/ 638 w 638"/>
                  <a:gd name="T21" fmla="*/ 114 h 114"/>
                </a:gdLst>
                <a:ahLst/>
                <a:cxnLst>
                  <a:cxn ang="T12">
                    <a:pos x="T0" y="T1"/>
                  </a:cxn>
                  <a:cxn ang="T13">
                    <a:pos x="T2" y="T3"/>
                  </a:cxn>
                  <a:cxn ang="T14">
                    <a:pos x="T4" y="T5"/>
                  </a:cxn>
                  <a:cxn ang="T15">
                    <a:pos x="T6" y="T7"/>
                  </a:cxn>
                  <a:cxn ang="T16">
                    <a:pos x="T8" y="T9"/>
                  </a:cxn>
                  <a:cxn ang="T17">
                    <a:pos x="T10" y="T11"/>
                  </a:cxn>
                </a:cxnLst>
                <a:rect l="T18" t="T19" r="T20" b="T21"/>
                <a:pathLst>
                  <a:path w="638" h="114">
                    <a:moveTo>
                      <a:pt x="0" y="0"/>
                    </a:moveTo>
                    <a:lnTo>
                      <a:pt x="207" y="114"/>
                    </a:lnTo>
                    <a:lnTo>
                      <a:pt x="400" y="46"/>
                    </a:lnTo>
                    <a:lnTo>
                      <a:pt x="638" y="70"/>
                    </a:lnTo>
                    <a:lnTo>
                      <a:pt x="378"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1" name="Freeform 380"/>
              <p:cNvSpPr>
                <a:spLocks/>
              </p:cNvSpPr>
              <p:nvPr/>
            </p:nvSpPr>
            <p:spPr bwMode="auto">
              <a:xfrm>
                <a:off x="1163" y="1334"/>
                <a:ext cx="101" cy="61"/>
              </a:xfrm>
              <a:custGeom>
                <a:avLst/>
                <a:gdLst>
                  <a:gd name="T0" fmla="*/ 0 w 1014"/>
                  <a:gd name="T1" fmla="*/ 0 h 609"/>
                  <a:gd name="T2" fmla="*/ 0 w 1014"/>
                  <a:gd name="T3" fmla="*/ 0 h 609"/>
                  <a:gd name="T4" fmla="*/ 0 w 1014"/>
                  <a:gd name="T5" fmla="*/ 0 h 609"/>
                  <a:gd name="T6" fmla="*/ 0 w 1014"/>
                  <a:gd name="T7" fmla="*/ 0 h 609"/>
                  <a:gd name="T8" fmla="*/ 0 w 1014"/>
                  <a:gd name="T9" fmla="*/ 0 h 609"/>
                  <a:gd name="T10" fmla="*/ 0 w 1014"/>
                  <a:gd name="T11" fmla="*/ 0 h 609"/>
                  <a:gd name="T12" fmla="*/ 0 w 1014"/>
                  <a:gd name="T13" fmla="*/ 0 h 609"/>
                  <a:gd name="T14" fmla="*/ 0 w 1014"/>
                  <a:gd name="T15" fmla="*/ 0 h 609"/>
                  <a:gd name="T16" fmla="*/ 0 w 1014"/>
                  <a:gd name="T17" fmla="*/ 0 h 609"/>
                  <a:gd name="T18" fmla="*/ 0 w 1014"/>
                  <a:gd name="T19" fmla="*/ 0 h 609"/>
                  <a:gd name="T20" fmla="*/ 0 w 1014"/>
                  <a:gd name="T21" fmla="*/ 0 h 609"/>
                  <a:gd name="T22" fmla="*/ 0 w 1014"/>
                  <a:gd name="T23" fmla="*/ 0 h 609"/>
                  <a:gd name="T24" fmla="*/ 0 w 1014"/>
                  <a:gd name="T25" fmla="*/ 0 h 609"/>
                  <a:gd name="T26" fmla="*/ 0 w 1014"/>
                  <a:gd name="T27" fmla="*/ 0 h 609"/>
                  <a:gd name="T28" fmla="*/ 0 w 1014"/>
                  <a:gd name="T29" fmla="*/ 0 h 609"/>
                  <a:gd name="T30" fmla="*/ 0 w 1014"/>
                  <a:gd name="T31" fmla="*/ 0 h 609"/>
                  <a:gd name="T32" fmla="*/ 0 w 1014"/>
                  <a:gd name="T33" fmla="*/ 0 h 609"/>
                  <a:gd name="T34" fmla="*/ 0 w 1014"/>
                  <a:gd name="T35" fmla="*/ 0 h 609"/>
                  <a:gd name="T36" fmla="*/ 0 w 1014"/>
                  <a:gd name="T37" fmla="*/ 0 h 609"/>
                  <a:gd name="T38" fmla="*/ 0 w 1014"/>
                  <a:gd name="T39" fmla="*/ 0 h 609"/>
                  <a:gd name="T40" fmla="*/ 0 w 1014"/>
                  <a:gd name="T41" fmla="*/ 0 h 609"/>
                  <a:gd name="T42" fmla="*/ 0 w 1014"/>
                  <a:gd name="T43" fmla="*/ 0 h 609"/>
                  <a:gd name="T44" fmla="*/ 0 w 1014"/>
                  <a:gd name="T45" fmla="*/ 0 h 609"/>
                  <a:gd name="T46" fmla="*/ 0 w 1014"/>
                  <a:gd name="T47" fmla="*/ 0 h 609"/>
                  <a:gd name="T48" fmla="*/ 0 w 1014"/>
                  <a:gd name="T49" fmla="*/ 0 h 609"/>
                  <a:gd name="T50" fmla="*/ 0 w 1014"/>
                  <a:gd name="T51" fmla="*/ 0 h 609"/>
                  <a:gd name="T52" fmla="*/ 0 w 1014"/>
                  <a:gd name="T53" fmla="*/ 0 h 609"/>
                  <a:gd name="T54" fmla="*/ 0 w 1014"/>
                  <a:gd name="T55" fmla="*/ 0 h 60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14"/>
                  <a:gd name="T85" fmla="*/ 0 h 609"/>
                  <a:gd name="T86" fmla="*/ 1014 w 1014"/>
                  <a:gd name="T87" fmla="*/ 609 h 60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14" h="609">
                    <a:moveTo>
                      <a:pt x="1014" y="284"/>
                    </a:moveTo>
                    <a:lnTo>
                      <a:pt x="899" y="158"/>
                    </a:lnTo>
                    <a:lnTo>
                      <a:pt x="830" y="21"/>
                    </a:lnTo>
                    <a:lnTo>
                      <a:pt x="648" y="32"/>
                    </a:lnTo>
                    <a:lnTo>
                      <a:pt x="468" y="9"/>
                    </a:lnTo>
                    <a:lnTo>
                      <a:pt x="112" y="136"/>
                    </a:lnTo>
                    <a:lnTo>
                      <a:pt x="55" y="0"/>
                    </a:lnTo>
                    <a:lnTo>
                      <a:pt x="21" y="55"/>
                    </a:lnTo>
                    <a:lnTo>
                      <a:pt x="0" y="158"/>
                    </a:lnTo>
                    <a:lnTo>
                      <a:pt x="10" y="247"/>
                    </a:lnTo>
                    <a:lnTo>
                      <a:pt x="68" y="316"/>
                    </a:lnTo>
                    <a:lnTo>
                      <a:pt x="258" y="316"/>
                    </a:lnTo>
                    <a:lnTo>
                      <a:pt x="512" y="451"/>
                    </a:lnTo>
                    <a:lnTo>
                      <a:pt x="533" y="565"/>
                    </a:lnTo>
                    <a:lnTo>
                      <a:pt x="522" y="609"/>
                    </a:lnTo>
                    <a:lnTo>
                      <a:pt x="566" y="576"/>
                    </a:lnTo>
                    <a:lnTo>
                      <a:pt x="555" y="485"/>
                    </a:lnTo>
                    <a:lnTo>
                      <a:pt x="499" y="371"/>
                    </a:lnTo>
                    <a:lnTo>
                      <a:pt x="258" y="284"/>
                    </a:lnTo>
                    <a:lnTo>
                      <a:pt x="146" y="271"/>
                    </a:lnTo>
                    <a:lnTo>
                      <a:pt x="122" y="237"/>
                    </a:lnTo>
                    <a:lnTo>
                      <a:pt x="384" y="158"/>
                    </a:lnTo>
                    <a:lnTo>
                      <a:pt x="566" y="89"/>
                    </a:lnTo>
                    <a:lnTo>
                      <a:pt x="728" y="76"/>
                    </a:lnTo>
                    <a:lnTo>
                      <a:pt x="795" y="76"/>
                    </a:lnTo>
                    <a:lnTo>
                      <a:pt x="842" y="193"/>
                    </a:lnTo>
                    <a:lnTo>
                      <a:pt x="946" y="284"/>
                    </a:lnTo>
                    <a:lnTo>
                      <a:pt x="1014" y="2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2" name="Freeform 381"/>
              <p:cNvSpPr>
                <a:spLocks/>
              </p:cNvSpPr>
              <p:nvPr/>
            </p:nvSpPr>
            <p:spPr bwMode="auto">
              <a:xfrm>
                <a:off x="1144" y="1375"/>
                <a:ext cx="66" cy="20"/>
              </a:xfrm>
              <a:custGeom>
                <a:avLst/>
                <a:gdLst>
                  <a:gd name="T0" fmla="*/ 0 w 665"/>
                  <a:gd name="T1" fmla="*/ 0 h 192"/>
                  <a:gd name="T2" fmla="*/ 0 w 665"/>
                  <a:gd name="T3" fmla="*/ 0 h 192"/>
                  <a:gd name="T4" fmla="*/ 0 w 665"/>
                  <a:gd name="T5" fmla="*/ 0 h 192"/>
                  <a:gd name="T6" fmla="*/ 0 w 665"/>
                  <a:gd name="T7" fmla="*/ 0 h 192"/>
                  <a:gd name="T8" fmla="*/ 0 w 665"/>
                  <a:gd name="T9" fmla="*/ 0 h 192"/>
                  <a:gd name="T10" fmla="*/ 0 w 665"/>
                  <a:gd name="T11" fmla="*/ 0 h 192"/>
                  <a:gd name="T12" fmla="*/ 0 w 665"/>
                  <a:gd name="T13" fmla="*/ 0 h 192"/>
                  <a:gd name="T14" fmla="*/ 0 w 665"/>
                  <a:gd name="T15" fmla="*/ 0 h 192"/>
                  <a:gd name="T16" fmla="*/ 0 w 665"/>
                  <a:gd name="T17" fmla="*/ 0 h 192"/>
                  <a:gd name="T18" fmla="*/ 0 w 665"/>
                  <a:gd name="T19" fmla="*/ 0 h 1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65"/>
                  <a:gd name="T31" fmla="*/ 0 h 192"/>
                  <a:gd name="T32" fmla="*/ 665 w 665"/>
                  <a:gd name="T33" fmla="*/ 192 h 1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65" h="192">
                    <a:moveTo>
                      <a:pt x="0" y="57"/>
                    </a:moveTo>
                    <a:lnTo>
                      <a:pt x="320" y="68"/>
                    </a:lnTo>
                    <a:lnTo>
                      <a:pt x="538" y="114"/>
                    </a:lnTo>
                    <a:lnTo>
                      <a:pt x="665" y="192"/>
                    </a:lnTo>
                    <a:lnTo>
                      <a:pt x="655" y="159"/>
                    </a:lnTo>
                    <a:lnTo>
                      <a:pt x="493" y="57"/>
                    </a:lnTo>
                    <a:lnTo>
                      <a:pt x="366" y="0"/>
                    </a:lnTo>
                    <a:lnTo>
                      <a:pt x="262" y="0"/>
                    </a:lnTo>
                    <a:lnTo>
                      <a:pt x="0" y="34"/>
                    </a:lnTo>
                    <a:lnTo>
                      <a:pt x="0" y="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3" name="Freeform 382"/>
              <p:cNvSpPr>
                <a:spLocks/>
              </p:cNvSpPr>
              <p:nvPr/>
            </p:nvSpPr>
            <p:spPr bwMode="auto">
              <a:xfrm>
                <a:off x="428" y="1455"/>
                <a:ext cx="438" cy="107"/>
              </a:xfrm>
              <a:custGeom>
                <a:avLst/>
                <a:gdLst>
                  <a:gd name="T0" fmla="*/ 0 w 4375"/>
                  <a:gd name="T1" fmla="*/ 0 h 1073"/>
                  <a:gd name="T2" fmla="*/ 0 w 4375"/>
                  <a:gd name="T3" fmla="*/ 0 h 1073"/>
                  <a:gd name="T4" fmla="*/ 0 w 4375"/>
                  <a:gd name="T5" fmla="*/ 0 h 1073"/>
                  <a:gd name="T6" fmla="*/ 0 w 4375"/>
                  <a:gd name="T7" fmla="*/ 0 h 1073"/>
                  <a:gd name="T8" fmla="*/ 0 w 4375"/>
                  <a:gd name="T9" fmla="*/ 0 h 1073"/>
                  <a:gd name="T10" fmla="*/ 0 w 4375"/>
                  <a:gd name="T11" fmla="*/ 0 h 1073"/>
                  <a:gd name="T12" fmla="*/ 0 w 4375"/>
                  <a:gd name="T13" fmla="*/ 0 h 1073"/>
                  <a:gd name="T14" fmla="*/ 0 w 4375"/>
                  <a:gd name="T15" fmla="*/ 0 h 1073"/>
                  <a:gd name="T16" fmla="*/ 0 w 4375"/>
                  <a:gd name="T17" fmla="*/ 0 h 1073"/>
                  <a:gd name="T18" fmla="*/ 0 w 4375"/>
                  <a:gd name="T19" fmla="*/ 0 h 1073"/>
                  <a:gd name="T20" fmla="*/ 0 w 4375"/>
                  <a:gd name="T21" fmla="*/ 0 h 1073"/>
                  <a:gd name="T22" fmla="*/ 0 w 4375"/>
                  <a:gd name="T23" fmla="*/ 0 h 1073"/>
                  <a:gd name="T24" fmla="*/ 0 w 4375"/>
                  <a:gd name="T25" fmla="*/ 0 h 10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75"/>
                  <a:gd name="T40" fmla="*/ 0 h 1073"/>
                  <a:gd name="T41" fmla="*/ 4375 w 4375"/>
                  <a:gd name="T42" fmla="*/ 1073 h 10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75" h="1073">
                    <a:moveTo>
                      <a:pt x="155" y="246"/>
                    </a:moveTo>
                    <a:lnTo>
                      <a:pt x="342" y="246"/>
                    </a:lnTo>
                    <a:lnTo>
                      <a:pt x="744" y="431"/>
                    </a:lnTo>
                    <a:lnTo>
                      <a:pt x="1457" y="307"/>
                    </a:lnTo>
                    <a:lnTo>
                      <a:pt x="1955" y="155"/>
                    </a:lnTo>
                    <a:lnTo>
                      <a:pt x="2701" y="155"/>
                    </a:lnTo>
                    <a:lnTo>
                      <a:pt x="2885" y="0"/>
                    </a:lnTo>
                    <a:lnTo>
                      <a:pt x="3477" y="62"/>
                    </a:lnTo>
                    <a:lnTo>
                      <a:pt x="4375" y="1073"/>
                    </a:lnTo>
                    <a:lnTo>
                      <a:pt x="311" y="1073"/>
                    </a:lnTo>
                    <a:lnTo>
                      <a:pt x="30" y="675"/>
                    </a:lnTo>
                    <a:lnTo>
                      <a:pt x="0" y="246"/>
                    </a:lnTo>
                    <a:lnTo>
                      <a:pt x="155" y="2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4" name="Line 383"/>
              <p:cNvSpPr>
                <a:spLocks noChangeShapeType="1"/>
              </p:cNvSpPr>
              <p:nvPr/>
            </p:nvSpPr>
            <p:spPr bwMode="auto">
              <a:xfrm>
                <a:off x="798" y="1464"/>
                <a:ext cx="93" cy="9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5" name="Freeform 384"/>
              <p:cNvSpPr>
                <a:spLocks/>
              </p:cNvSpPr>
              <p:nvPr/>
            </p:nvSpPr>
            <p:spPr bwMode="auto">
              <a:xfrm>
                <a:off x="270" y="1237"/>
                <a:ext cx="133" cy="325"/>
              </a:xfrm>
              <a:custGeom>
                <a:avLst/>
                <a:gdLst>
                  <a:gd name="T0" fmla="*/ 0 w 1335"/>
                  <a:gd name="T1" fmla="*/ 0 h 3254"/>
                  <a:gd name="T2" fmla="*/ 0 w 1335"/>
                  <a:gd name="T3" fmla="*/ 0 h 3254"/>
                  <a:gd name="T4" fmla="*/ 0 w 1335"/>
                  <a:gd name="T5" fmla="*/ 0 h 3254"/>
                  <a:gd name="T6" fmla="*/ 0 w 1335"/>
                  <a:gd name="T7" fmla="*/ 0 h 3254"/>
                  <a:gd name="T8" fmla="*/ 0 w 1335"/>
                  <a:gd name="T9" fmla="*/ 0 h 3254"/>
                  <a:gd name="T10" fmla="*/ 0 w 1335"/>
                  <a:gd name="T11" fmla="*/ 0 h 3254"/>
                  <a:gd name="T12" fmla="*/ 0 w 1335"/>
                  <a:gd name="T13" fmla="*/ 0 h 3254"/>
                  <a:gd name="T14" fmla="*/ 0 w 1335"/>
                  <a:gd name="T15" fmla="*/ 0 h 3254"/>
                  <a:gd name="T16" fmla="*/ 0 w 1335"/>
                  <a:gd name="T17" fmla="*/ 0 h 3254"/>
                  <a:gd name="T18" fmla="*/ 0 w 1335"/>
                  <a:gd name="T19" fmla="*/ 0 h 3254"/>
                  <a:gd name="T20" fmla="*/ 0 w 1335"/>
                  <a:gd name="T21" fmla="*/ 0 h 3254"/>
                  <a:gd name="T22" fmla="*/ 0 w 1335"/>
                  <a:gd name="T23" fmla="*/ 0 h 3254"/>
                  <a:gd name="T24" fmla="*/ 0 w 1335"/>
                  <a:gd name="T25" fmla="*/ 0 h 3254"/>
                  <a:gd name="T26" fmla="*/ 0 w 1335"/>
                  <a:gd name="T27" fmla="*/ 0 h 32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35"/>
                  <a:gd name="T43" fmla="*/ 0 h 3254"/>
                  <a:gd name="T44" fmla="*/ 1335 w 1335"/>
                  <a:gd name="T45" fmla="*/ 3254 h 325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35" h="3254">
                    <a:moveTo>
                      <a:pt x="435" y="3254"/>
                    </a:moveTo>
                    <a:lnTo>
                      <a:pt x="0" y="184"/>
                    </a:lnTo>
                    <a:lnTo>
                      <a:pt x="66" y="30"/>
                    </a:lnTo>
                    <a:lnTo>
                      <a:pt x="316" y="0"/>
                    </a:lnTo>
                    <a:lnTo>
                      <a:pt x="655" y="184"/>
                    </a:lnTo>
                    <a:lnTo>
                      <a:pt x="813" y="491"/>
                    </a:lnTo>
                    <a:lnTo>
                      <a:pt x="875" y="1015"/>
                    </a:lnTo>
                    <a:lnTo>
                      <a:pt x="875" y="1659"/>
                    </a:lnTo>
                    <a:lnTo>
                      <a:pt x="1000" y="2152"/>
                    </a:lnTo>
                    <a:lnTo>
                      <a:pt x="1091" y="2397"/>
                    </a:lnTo>
                    <a:lnTo>
                      <a:pt x="1122" y="2705"/>
                    </a:lnTo>
                    <a:lnTo>
                      <a:pt x="1122" y="2918"/>
                    </a:lnTo>
                    <a:lnTo>
                      <a:pt x="1335" y="3254"/>
                    </a:lnTo>
                    <a:lnTo>
                      <a:pt x="435" y="32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6" name="Freeform 385"/>
              <p:cNvSpPr>
                <a:spLocks/>
              </p:cNvSpPr>
              <p:nvPr/>
            </p:nvSpPr>
            <p:spPr bwMode="auto">
              <a:xfrm>
                <a:off x="314" y="1195"/>
                <a:ext cx="105" cy="28"/>
              </a:xfrm>
              <a:custGeom>
                <a:avLst/>
                <a:gdLst>
                  <a:gd name="T0" fmla="*/ 0 w 1045"/>
                  <a:gd name="T1" fmla="*/ 0 h 275"/>
                  <a:gd name="T2" fmla="*/ 0 w 1045"/>
                  <a:gd name="T3" fmla="*/ 0 h 275"/>
                  <a:gd name="T4" fmla="*/ 0 w 1045"/>
                  <a:gd name="T5" fmla="*/ 0 h 275"/>
                  <a:gd name="T6" fmla="*/ 0 w 1045"/>
                  <a:gd name="T7" fmla="*/ 0 h 275"/>
                  <a:gd name="T8" fmla="*/ 0 w 1045"/>
                  <a:gd name="T9" fmla="*/ 0 h 275"/>
                  <a:gd name="T10" fmla="*/ 0 w 1045"/>
                  <a:gd name="T11" fmla="*/ 0 h 275"/>
                  <a:gd name="T12" fmla="*/ 0 w 1045"/>
                  <a:gd name="T13" fmla="*/ 0 h 275"/>
                  <a:gd name="T14" fmla="*/ 0 60000 65536"/>
                  <a:gd name="T15" fmla="*/ 0 60000 65536"/>
                  <a:gd name="T16" fmla="*/ 0 60000 65536"/>
                  <a:gd name="T17" fmla="*/ 0 60000 65536"/>
                  <a:gd name="T18" fmla="*/ 0 60000 65536"/>
                  <a:gd name="T19" fmla="*/ 0 60000 65536"/>
                  <a:gd name="T20" fmla="*/ 0 60000 65536"/>
                  <a:gd name="T21" fmla="*/ 0 w 1045"/>
                  <a:gd name="T22" fmla="*/ 0 h 275"/>
                  <a:gd name="T23" fmla="*/ 1045 w 1045"/>
                  <a:gd name="T24" fmla="*/ 275 h 2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5" h="275">
                    <a:moveTo>
                      <a:pt x="0" y="275"/>
                    </a:moveTo>
                    <a:lnTo>
                      <a:pt x="398" y="148"/>
                    </a:lnTo>
                    <a:lnTo>
                      <a:pt x="700" y="62"/>
                    </a:lnTo>
                    <a:lnTo>
                      <a:pt x="1040" y="0"/>
                    </a:lnTo>
                    <a:lnTo>
                      <a:pt x="1045" y="91"/>
                    </a:lnTo>
                    <a:lnTo>
                      <a:pt x="558" y="197"/>
                    </a:lnTo>
                    <a:lnTo>
                      <a:pt x="0" y="2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7" name="Freeform 386"/>
              <p:cNvSpPr>
                <a:spLocks/>
              </p:cNvSpPr>
              <p:nvPr/>
            </p:nvSpPr>
            <p:spPr bwMode="auto">
              <a:xfrm>
                <a:off x="1493" y="1381"/>
                <a:ext cx="36" cy="35"/>
              </a:xfrm>
              <a:custGeom>
                <a:avLst/>
                <a:gdLst>
                  <a:gd name="T0" fmla="*/ 0 w 360"/>
                  <a:gd name="T1" fmla="*/ 0 h 357"/>
                  <a:gd name="T2" fmla="*/ 0 w 360"/>
                  <a:gd name="T3" fmla="*/ 0 h 357"/>
                  <a:gd name="T4" fmla="*/ 0 w 360"/>
                  <a:gd name="T5" fmla="*/ 0 h 357"/>
                  <a:gd name="T6" fmla="*/ 0 w 360"/>
                  <a:gd name="T7" fmla="*/ 0 h 357"/>
                  <a:gd name="T8" fmla="*/ 0 w 360"/>
                  <a:gd name="T9" fmla="*/ 0 h 357"/>
                  <a:gd name="T10" fmla="*/ 0 w 360"/>
                  <a:gd name="T11" fmla="*/ 0 h 357"/>
                  <a:gd name="T12" fmla="*/ 0 w 360"/>
                  <a:gd name="T13" fmla="*/ 0 h 357"/>
                  <a:gd name="T14" fmla="*/ 0 w 360"/>
                  <a:gd name="T15" fmla="*/ 0 h 357"/>
                  <a:gd name="T16" fmla="*/ 0 w 360"/>
                  <a:gd name="T17" fmla="*/ 0 h 357"/>
                  <a:gd name="T18" fmla="*/ 0 w 360"/>
                  <a:gd name="T19" fmla="*/ 0 h 357"/>
                  <a:gd name="T20" fmla="*/ 0 w 360"/>
                  <a:gd name="T21" fmla="*/ 0 h 357"/>
                  <a:gd name="T22" fmla="*/ 0 w 360"/>
                  <a:gd name="T23" fmla="*/ 0 h 357"/>
                  <a:gd name="T24" fmla="*/ 0 w 360"/>
                  <a:gd name="T25" fmla="*/ 0 h 357"/>
                  <a:gd name="T26" fmla="*/ 0 w 360"/>
                  <a:gd name="T27" fmla="*/ 0 h 357"/>
                  <a:gd name="T28" fmla="*/ 0 w 360"/>
                  <a:gd name="T29" fmla="*/ 0 h 357"/>
                  <a:gd name="T30" fmla="*/ 0 w 360"/>
                  <a:gd name="T31" fmla="*/ 0 h 357"/>
                  <a:gd name="T32" fmla="*/ 0 w 360"/>
                  <a:gd name="T33" fmla="*/ 0 h 357"/>
                  <a:gd name="T34" fmla="*/ 0 w 360"/>
                  <a:gd name="T35" fmla="*/ 0 h 357"/>
                  <a:gd name="T36" fmla="*/ 0 w 360"/>
                  <a:gd name="T37" fmla="*/ 0 h 357"/>
                  <a:gd name="T38" fmla="*/ 0 w 360"/>
                  <a:gd name="T39" fmla="*/ 0 h 357"/>
                  <a:gd name="T40" fmla="*/ 0 w 360"/>
                  <a:gd name="T41" fmla="*/ 0 h 357"/>
                  <a:gd name="T42" fmla="*/ 0 w 360"/>
                  <a:gd name="T43" fmla="*/ 0 h 357"/>
                  <a:gd name="T44" fmla="*/ 0 w 360"/>
                  <a:gd name="T45" fmla="*/ 0 h 357"/>
                  <a:gd name="T46" fmla="*/ 0 w 360"/>
                  <a:gd name="T47" fmla="*/ 0 h 357"/>
                  <a:gd name="T48" fmla="*/ 0 w 360"/>
                  <a:gd name="T49" fmla="*/ 0 h 357"/>
                  <a:gd name="T50" fmla="*/ 0 w 360"/>
                  <a:gd name="T51" fmla="*/ 0 h 357"/>
                  <a:gd name="T52" fmla="*/ 0 w 360"/>
                  <a:gd name="T53" fmla="*/ 0 h 357"/>
                  <a:gd name="T54" fmla="*/ 0 w 360"/>
                  <a:gd name="T55" fmla="*/ 0 h 357"/>
                  <a:gd name="T56" fmla="*/ 0 w 360"/>
                  <a:gd name="T57" fmla="*/ 0 h 357"/>
                  <a:gd name="T58" fmla="*/ 0 w 360"/>
                  <a:gd name="T59" fmla="*/ 0 h 357"/>
                  <a:gd name="T60" fmla="*/ 0 w 360"/>
                  <a:gd name="T61" fmla="*/ 0 h 357"/>
                  <a:gd name="T62" fmla="*/ 0 w 360"/>
                  <a:gd name="T63" fmla="*/ 0 h 357"/>
                  <a:gd name="T64" fmla="*/ 0 w 360"/>
                  <a:gd name="T65" fmla="*/ 0 h 357"/>
                  <a:gd name="T66" fmla="*/ 0 w 360"/>
                  <a:gd name="T67" fmla="*/ 0 h 357"/>
                  <a:gd name="T68" fmla="*/ 0 w 360"/>
                  <a:gd name="T69" fmla="*/ 0 h 357"/>
                  <a:gd name="T70" fmla="*/ 0 w 360"/>
                  <a:gd name="T71" fmla="*/ 0 h 357"/>
                  <a:gd name="T72" fmla="*/ 0 w 360"/>
                  <a:gd name="T73" fmla="*/ 0 h 35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60"/>
                  <a:gd name="T112" fmla="*/ 0 h 357"/>
                  <a:gd name="T113" fmla="*/ 360 w 360"/>
                  <a:gd name="T114" fmla="*/ 357 h 35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60" h="357">
                    <a:moveTo>
                      <a:pt x="360" y="180"/>
                    </a:moveTo>
                    <a:lnTo>
                      <a:pt x="356" y="145"/>
                    </a:lnTo>
                    <a:lnTo>
                      <a:pt x="347" y="116"/>
                    </a:lnTo>
                    <a:lnTo>
                      <a:pt x="336" y="88"/>
                    </a:lnTo>
                    <a:lnTo>
                      <a:pt x="318" y="60"/>
                    </a:lnTo>
                    <a:lnTo>
                      <a:pt x="294" y="40"/>
                    </a:lnTo>
                    <a:lnTo>
                      <a:pt x="269" y="22"/>
                    </a:lnTo>
                    <a:lnTo>
                      <a:pt x="240" y="9"/>
                    </a:lnTo>
                    <a:lnTo>
                      <a:pt x="207" y="1"/>
                    </a:lnTo>
                    <a:lnTo>
                      <a:pt x="176" y="0"/>
                    </a:lnTo>
                    <a:lnTo>
                      <a:pt x="144" y="3"/>
                    </a:lnTo>
                    <a:lnTo>
                      <a:pt x="114" y="11"/>
                    </a:lnTo>
                    <a:lnTo>
                      <a:pt x="87" y="27"/>
                    </a:lnTo>
                    <a:lnTo>
                      <a:pt x="60" y="44"/>
                    </a:lnTo>
                    <a:lnTo>
                      <a:pt x="38" y="67"/>
                    </a:lnTo>
                    <a:lnTo>
                      <a:pt x="21" y="96"/>
                    </a:lnTo>
                    <a:lnTo>
                      <a:pt x="9" y="122"/>
                    </a:lnTo>
                    <a:lnTo>
                      <a:pt x="2" y="153"/>
                    </a:lnTo>
                    <a:lnTo>
                      <a:pt x="0" y="187"/>
                    </a:lnTo>
                    <a:lnTo>
                      <a:pt x="4" y="217"/>
                    </a:lnTo>
                    <a:lnTo>
                      <a:pt x="15" y="249"/>
                    </a:lnTo>
                    <a:lnTo>
                      <a:pt x="29" y="274"/>
                    </a:lnTo>
                    <a:lnTo>
                      <a:pt x="49" y="300"/>
                    </a:lnTo>
                    <a:lnTo>
                      <a:pt x="71" y="320"/>
                    </a:lnTo>
                    <a:lnTo>
                      <a:pt x="102" y="338"/>
                    </a:lnTo>
                    <a:lnTo>
                      <a:pt x="129" y="351"/>
                    </a:lnTo>
                    <a:lnTo>
                      <a:pt x="160" y="355"/>
                    </a:lnTo>
                    <a:lnTo>
                      <a:pt x="191" y="357"/>
                    </a:lnTo>
                    <a:lnTo>
                      <a:pt x="224" y="353"/>
                    </a:lnTo>
                    <a:lnTo>
                      <a:pt x="254" y="342"/>
                    </a:lnTo>
                    <a:lnTo>
                      <a:pt x="282" y="325"/>
                    </a:lnTo>
                    <a:lnTo>
                      <a:pt x="307" y="306"/>
                    </a:lnTo>
                    <a:lnTo>
                      <a:pt x="328" y="282"/>
                    </a:lnTo>
                    <a:lnTo>
                      <a:pt x="343" y="255"/>
                    </a:lnTo>
                    <a:lnTo>
                      <a:pt x="353" y="226"/>
                    </a:lnTo>
                    <a:lnTo>
                      <a:pt x="358" y="196"/>
                    </a:lnTo>
                    <a:lnTo>
                      <a:pt x="360"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8" name="Freeform 387"/>
              <p:cNvSpPr>
                <a:spLocks/>
              </p:cNvSpPr>
              <p:nvPr/>
            </p:nvSpPr>
            <p:spPr bwMode="auto">
              <a:xfrm>
                <a:off x="1483" y="1376"/>
                <a:ext cx="37" cy="39"/>
              </a:xfrm>
              <a:custGeom>
                <a:avLst/>
                <a:gdLst>
                  <a:gd name="T0" fmla="*/ 0 w 366"/>
                  <a:gd name="T1" fmla="*/ 0 h 392"/>
                  <a:gd name="T2" fmla="*/ 0 w 366"/>
                  <a:gd name="T3" fmla="*/ 0 h 392"/>
                  <a:gd name="T4" fmla="*/ 0 w 366"/>
                  <a:gd name="T5" fmla="*/ 0 h 392"/>
                  <a:gd name="T6" fmla="*/ 0 w 366"/>
                  <a:gd name="T7" fmla="*/ 0 h 392"/>
                  <a:gd name="T8" fmla="*/ 0 w 366"/>
                  <a:gd name="T9" fmla="*/ 0 h 392"/>
                  <a:gd name="T10" fmla="*/ 0 w 366"/>
                  <a:gd name="T11" fmla="*/ 0 h 392"/>
                  <a:gd name="T12" fmla="*/ 0 w 366"/>
                  <a:gd name="T13" fmla="*/ 0 h 392"/>
                  <a:gd name="T14" fmla="*/ 0 w 366"/>
                  <a:gd name="T15" fmla="*/ 0 h 392"/>
                  <a:gd name="T16" fmla="*/ 0 w 366"/>
                  <a:gd name="T17" fmla="*/ 0 h 392"/>
                  <a:gd name="T18" fmla="*/ 0 w 366"/>
                  <a:gd name="T19" fmla="*/ 0 h 392"/>
                  <a:gd name="T20" fmla="*/ 0 w 366"/>
                  <a:gd name="T21" fmla="*/ 0 h 392"/>
                  <a:gd name="T22" fmla="*/ 0 w 366"/>
                  <a:gd name="T23" fmla="*/ 0 h 392"/>
                  <a:gd name="T24" fmla="*/ 0 w 366"/>
                  <a:gd name="T25" fmla="*/ 0 h 392"/>
                  <a:gd name="T26" fmla="*/ 0 w 366"/>
                  <a:gd name="T27" fmla="*/ 0 h 392"/>
                  <a:gd name="T28" fmla="*/ 0 w 366"/>
                  <a:gd name="T29" fmla="*/ 0 h 392"/>
                  <a:gd name="T30" fmla="*/ 0 w 366"/>
                  <a:gd name="T31" fmla="*/ 0 h 392"/>
                  <a:gd name="T32" fmla="*/ 0 w 366"/>
                  <a:gd name="T33" fmla="*/ 0 h 392"/>
                  <a:gd name="T34" fmla="*/ 0 w 366"/>
                  <a:gd name="T35" fmla="*/ 0 h 392"/>
                  <a:gd name="T36" fmla="*/ 0 w 366"/>
                  <a:gd name="T37" fmla="*/ 0 h 392"/>
                  <a:gd name="T38" fmla="*/ 0 w 366"/>
                  <a:gd name="T39" fmla="*/ 0 h 39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6"/>
                  <a:gd name="T61" fmla="*/ 0 h 392"/>
                  <a:gd name="T62" fmla="*/ 366 w 366"/>
                  <a:gd name="T63" fmla="*/ 392 h 39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6" h="392">
                    <a:moveTo>
                      <a:pt x="366" y="70"/>
                    </a:moveTo>
                    <a:lnTo>
                      <a:pt x="269" y="24"/>
                    </a:lnTo>
                    <a:lnTo>
                      <a:pt x="242" y="11"/>
                    </a:lnTo>
                    <a:lnTo>
                      <a:pt x="210" y="2"/>
                    </a:lnTo>
                    <a:lnTo>
                      <a:pt x="178" y="0"/>
                    </a:lnTo>
                    <a:lnTo>
                      <a:pt x="144" y="2"/>
                    </a:lnTo>
                    <a:lnTo>
                      <a:pt x="117" y="13"/>
                    </a:lnTo>
                    <a:lnTo>
                      <a:pt x="87" y="26"/>
                    </a:lnTo>
                    <a:lnTo>
                      <a:pt x="62" y="46"/>
                    </a:lnTo>
                    <a:lnTo>
                      <a:pt x="40" y="68"/>
                    </a:lnTo>
                    <a:lnTo>
                      <a:pt x="24" y="95"/>
                    </a:lnTo>
                    <a:lnTo>
                      <a:pt x="11" y="124"/>
                    </a:lnTo>
                    <a:lnTo>
                      <a:pt x="2" y="155"/>
                    </a:lnTo>
                    <a:lnTo>
                      <a:pt x="0" y="186"/>
                    </a:lnTo>
                    <a:lnTo>
                      <a:pt x="7" y="219"/>
                    </a:lnTo>
                    <a:lnTo>
                      <a:pt x="15" y="248"/>
                    </a:lnTo>
                    <a:lnTo>
                      <a:pt x="31" y="275"/>
                    </a:lnTo>
                    <a:lnTo>
                      <a:pt x="51" y="301"/>
                    </a:lnTo>
                    <a:lnTo>
                      <a:pt x="75" y="320"/>
                    </a:lnTo>
                    <a:lnTo>
                      <a:pt x="211" y="39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29" name="Freeform 388"/>
              <p:cNvSpPr>
                <a:spLocks/>
              </p:cNvSpPr>
              <p:nvPr/>
            </p:nvSpPr>
            <p:spPr bwMode="auto">
              <a:xfrm>
                <a:off x="1312" y="1363"/>
                <a:ext cx="233" cy="86"/>
              </a:xfrm>
              <a:custGeom>
                <a:avLst/>
                <a:gdLst>
                  <a:gd name="T0" fmla="*/ 0 w 2323"/>
                  <a:gd name="T1" fmla="*/ 0 h 858"/>
                  <a:gd name="T2" fmla="*/ 0 w 2323"/>
                  <a:gd name="T3" fmla="*/ 0 h 858"/>
                  <a:gd name="T4" fmla="*/ 0 w 2323"/>
                  <a:gd name="T5" fmla="*/ 0 h 858"/>
                  <a:gd name="T6" fmla="*/ 0 w 2323"/>
                  <a:gd name="T7" fmla="*/ 0 h 858"/>
                  <a:gd name="T8" fmla="*/ 0 w 2323"/>
                  <a:gd name="T9" fmla="*/ 0 h 858"/>
                  <a:gd name="T10" fmla="*/ 0 w 2323"/>
                  <a:gd name="T11" fmla="*/ 0 h 858"/>
                  <a:gd name="T12" fmla="*/ 0 w 2323"/>
                  <a:gd name="T13" fmla="*/ 0 h 858"/>
                  <a:gd name="T14" fmla="*/ 0 w 2323"/>
                  <a:gd name="T15" fmla="*/ 0 h 858"/>
                  <a:gd name="T16" fmla="*/ 0 w 2323"/>
                  <a:gd name="T17" fmla="*/ 0 h 858"/>
                  <a:gd name="T18" fmla="*/ 0 w 2323"/>
                  <a:gd name="T19" fmla="*/ 0 h 858"/>
                  <a:gd name="T20" fmla="*/ 0 w 2323"/>
                  <a:gd name="T21" fmla="*/ 0 h 858"/>
                  <a:gd name="T22" fmla="*/ 0 w 2323"/>
                  <a:gd name="T23" fmla="*/ 0 h 858"/>
                  <a:gd name="T24" fmla="*/ 0 w 2323"/>
                  <a:gd name="T25" fmla="*/ 0 h 858"/>
                  <a:gd name="T26" fmla="*/ 0 w 2323"/>
                  <a:gd name="T27" fmla="*/ 0 h 858"/>
                  <a:gd name="T28" fmla="*/ 0 w 2323"/>
                  <a:gd name="T29" fmla="*/ 0 h 858"/>
                  <a:gd name="T30" fmla="*/ 0 w 2323"/>
                  <a:gd name="T31" fmla="*/ 0 h 858"/>
                  <a:gd name="T32" fmla="*/ 0 w 2323"/>
                  <a:gd name="T33" fmla="*/ 0 h 858"/>
                  <a:gd name="T34" fmla="*/ 0 w 2323"/>
                  <a:gd name="T35" fmla="*/ 0 h 858"/>
                  <a:gd name="T36" fmla="*/ 0 w 2323"/>
                  <a:gd name="T37" fmla="*/ 0 h 858"/>
                  <a:gd name="T38" fmla="*/ 0 w 2323"/>
                  <a:gd name="T39" fmla="*/ 0 h 858"/>
                  <a:gd name="T40" fmla="*/ 0 w 2323"/>
                  <a:gd name="T41" fmla="*/ 0 h 858"/>
                  <a:gd name="T42" fmla="*/ 0 w 2323"/>
                  <a:gd name="T43" fmla="*/ 0 h 858"/>
                  <a:gd name="T44" fmla="*/ 0 w 2323"/>
                  <a:gd name="T45" fmla="*/ 0 h 858"/>
                  <a:gd name="T46" fmla="*/ 0 w 2323"/>
                  <a:gd name="T47" fmla="*/ 0 h 858"/>
                  <a:gd name="T48" fmla="*/ 0 w 2323"/>
                  <a:gd name="T49" fmla="*/ 0 h 858"/>
                  <a:gd name="T50" fmla="*/ 0 w 2323"/>
                  <a:gd name="T51" fmla="*/ 0 h 858"/>
                  <a:gd name="T52" fmla="*/ 0 w 2323"/>
                  <a:gd name="T53" fmla="*/ 0 h 858"/>
                  <a:gd name="T54" fmla="*/ 0 w 2323"/>
                  <a:gd name="T55" fmla="*/ 0 h 858"/>
                  <a:gd name="T56" fmla="*/ 0 w 2323"/>
                  <a:gd name="T57" fmla="*/ 0 h 85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323"/>
                  <a:gd name="T88" fmla="*/ 0 h 858"/>
                  <a:gd name="T89" fmla="*/ 2323 w 2323"/>
                  <a:gd name="T90" fmla="*/ 858 h 85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323" h="858">
                    <a:moveTo>
                      <a:pt x="2168" y="333"/>
                    </a:moveTo>
                    <a:lnTo>
                      <a:pt x="2270" y="282"/>
                    </a:lnTo>
                    <a:lnTo>
                      <a:pt x="2308" y="238"/>
                    </a:lnTo>
                    <a:lnTo>
                      <a:pt x="2323" y="180"/>
                    </a:lnTo>
                    <a:lnTo>
                      <a:pt x="2316" y="129"/>
                    </a:lnTo>
                    <a:lnTo>
                      <a:pt x="2278" y="64"/>
                    </a:lnTo>
                    <a:lnTo>
                      <a:pt x="2212" y="15"/>
                    </a:lnTo>
                    <a:lnTo>
                      <a:pt x="2148" y="0"/>
                    </a:lnTo>
                    <a:lnTo>
                      <a:pt x="2074" y="0"/>
                    </a:lnTo>
                    <a:lnTo>
                      <a:pt x="29" y="750"/>
                    </a:lnTo>
                    <a:lnTo>
                      <a:pt x="6" y="773"/>
                    </a:lnTo>
                    <a:lnTo>
                      <a:pt x="0" y="807"/>
                    </a:lnTo>
                    <a:lnTo>
                      <a:pt x="13" y="844"/>
                    </a:lnTo>
                    <a:lnTo>
                      <a:pt x="44" y="858"/>
                    </a:lnTo>
                    <a:lnTo>
                      <a:pt x="86" y="851"/>
                    </a:lnTo>
                    <a:lnTo>
                      <a:pt x="1803" y="462"/>
                    </a:lnTo>
                    <a:lnTo>
                      <a:pt x="1755" y="420"/>
                    </a:lnTo>
                    <a:lnTo>
                      <a:pt x="1732" y="384"/>
                    </a:lnTo>
                    <a:lnTo>
                      <a:pt x="1710" y="324"/>
                    </a:lnTo>
                    <a:lnTo>
                      <a:pt x="1710" y="273"/>
                    </a:lnTo>
                    <a:lnTo>
                      <a:pt x="1732" y="217"/>
                    </a:lnTo>
                    <a:lnTo>
                      <a:pt x="1770" y="166"/>
                    </a:lnTo>
                    <a:lnTo>
                      <a:pt x="1827" y="140"/>
                    </a:lnTo>
                    <a:lnTo>
                      <a:pt x="1877" y="124"/>
                    </a:lnTo>
                    <a:lnTo>
                      <a:pt x="1937" y="129"/>
                    </a:lnTo>
                    <a:lnTo>
                      <a:pt x="2104" y="217"/>
                    </a:lnTo>
                    <a:lnTo>
                      <a:pt x="2148" y="261"/>
                    </a:lnTo>
                    <a:lnTo>
                      <a:pt x="2168" y="309"/>
                    </a:lnTo>
                    <a:lnTo>
                      <a:pt x="2168"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0" name="Line 389"/>
              <p:cNvSpPr>
                <a:spLocks noChangeShapeType="1"/>
              </p:cNvSpPr>
              <p:nvPr/>
            </p:nvSpPr>
            <p:spPr bwMode="auto">
              <a:xfrm flipH="1" flipV="1">
                <a:off x="1217" y="1394"/>
                <a:ext cx="97"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1" name="Freeform 390"/>
              <p:cNvSpPr>
                <a:spLocks/>
              </p:cNvSpPr>
              <p:nvPr/>
            </p:nvSpPr>
            <p:spPr bwMode="auto">
              <a:xfrm>
                <a:off x="1274" y="1304"/>
                <a:ext cx="260" cy="61"/>
              </a:xfrm>
              <a:custGeom>
                <a:avLst/>
                <a:gdLst>
                  <a:gd name="T0" fmla="*/ 0 w 2592"/>
                  <a:gd name="T1" fmla="*/ 0 h 611"/>
                  <a:gd name="T2" fmla="*/ 0 w 2592"/>
                  <a:gd name="T3" fmla="*/ 0 h 611"/>
                  <a:gd name="T4" fmla="*/ 0 w 2592"/>
                  <a:gd name="T5" fmla="*/ 0 h 611"/>
                  <a:gd name="T6" fmla="*/ 0 w 2592"/>
                  <a:gd name="T7" fmla="*/ 0 h 611"/>
                  <a:gd name="T8" fmla="*/ 0 w 2592"/>
                  <a:gd name="T9" fmla="*/ 0 h 611"/>
                  <a:gd name="T10" fmla="*/ 0 60000 65536"/>
                  <a:gd name="T11" fmla="*/ 0 60000 65536"/>
                  <a:gd name="T12" fmla="*/ 0 60000 65536"/>
                  <a:gd name="T13" fmla="*/ 0 60000 65536"/>
                  <a:gd name="T14" fmla="*/ 0 60000 65536"/>
                  <a:gd name="T15" fmla="*/ 0 w 2592"/>
                  <a:gd name="T16" fmla="*/ 0 h 611"/>
                  <a:gd name="T17" fmla="*/ 2592 w 2592"/>
                  <a:gd name="T18" fmla="*/ 611 h 611"/>
                </a:gdLst>
                <a:ahLst/>
                <a:cxnLst>
                  <a:cxn ang="T10">
                    <a:pos x="T0" y="T1"/>
                  </a:cxn>
                  <a:cxn ang="T11">
                    <a:pos x="T2" y="T3"/>
                  </a:cxn>
                  <a:cxn ang="T12">
                    <a:pos x="T4" y="T5"/>
                  </a:cxn>
                  <a:cxn ang="T13">
                    <a:pos x="T6" y="T7"/>
                  </a:cxn>
                  <a:cxn ang="T14">
                    <a:pos x="T8" y="T9"/>
                  </a:cxn>
                </a:cxnLst>
                <a:rect l="T15" t="T16" r="T17" b="T18"/>
                <a:pathLst>
                  <a:path w="2592" h="611">
                    <a:moveTo>
                      <a:pt x="2592" y="611"/>
                    </a:moveTo>
                    <a:lnTo>
                      <a:pt x="1021" y="8"/>
                    </a:lnTo>
                    <a:lnTo>
                      <a:pt x="949" y="0"/>
                    </a:lnTo>
                    <a:lnTo>
                      <a:pt x="853" y="0"/>
                    </a:lnTo>
                    <a:lnTo>
                      <a:pt x="0" y="32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32" name="Line 391"/>
              <p:cNvSpPr>
                <a:spLocks noChangeShapeType="1"/>
              </p:cNvSpPr>
              <p:nvPr/>
            </p:nvSpPr>
            <p:spPr bwMode="auto">
              <a:xfrm flipV="1">
                <a:off x="1193" y="1346"/>
                <a:ext cx="54" cy="2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3" name="Freeform 392"/>
              <p:cNvSpPr>
                <a:spLocks/>
              </p:cNvSpPr>
              <p:nvPr/>
            </p:nvSpPr>
            <p:spPr bwMode="auto">
              <a:xfrm>
                <a:off x="1423" y="1417"/>
                <a:ext cx="25" cy="15"/>
              </a:xfrm>
              <a:custGeom>
                <a:avLst/>
                <a:gdLst>
                  <a:gd name="T0" fmla="*/ 0 w 254"/>
                  <a:gd name="T1" fmla="*/ 0 h 147"/>
                  <a:gd name="T2" fmla="*/ 0 w 254"/>
                  <a:gd name="T3" fmla="*/ 0 h 147"/>
                  <a:gd name="T4" fmla="*/ 0 w 254"/>
                  <a:gd name="T5" fmla="*/ 0 h 147"/>
                  <a:gd name="T6" fmla="*/ 0 w 254"/>
                  <a:gd name="T7" fmla="*/ 0 h 147"/>
                  <a:gd name="T8" fmla="*/ 0 60000 65536"/>
                  <a:gd name="T9" fmla="*/ 0 60000 65536"/>
                  <a:gd name="T10" fmla="*/ 0 60000 65536"/>
                  <a:gd name="T11" fmla="*/ 0 60000 65536"/>
                  <a:gd name="T12" fmla="*/ 0 w 254"/>
                  <a:gd name="T13" fmla="*/ 0 h 147"/>
                  <a:gd name="T14" fmla="*/ 254 w 254"/>
                  <a:gd name="T15" fmla="*/ 147 h 147"/>
                </a:gdLst>
                <a:ahLst/>
                <a:cxnLst>
                  <a:cxn ang="T8">
                    <a:pos x="T0" y="T1"/>
                  </a:cxn>
                  <a:cxn ang="T9">
                    <a:pos x="T2" y="T3"/>
                  </a:cxn>
                  <a:cxn ang="T10">
                    <a:pos x="T4" y="T5"/>
                  </a:cxn>
                  <a:cxn ang="T11">
                    <a:pos x="T6" y="T7"/>
                  </a:cxn>
                </a:cxnLst>
                <a:rect l="T12" t="T13" r="T14" b="T15"/>
                <a:pathLst>
                  <a:path w="254" h="147">
                    <a:moveTo>
                      <a:pt x="0" y="73"/>
                    </a:moveTo>
                    <a:lnTo>
                      <a:pt x="254" y="147"/>
                    </a:lnTo>
                    <a:lnTo>
                      <a:pt x="254" y="0"/>
                    </a:lnTo>
                    <a:lnTo>
                      <a:pt x="0"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4" name="Freeform 393"/>
              <p:cNvSpPr>
                <a:spLocks/>
              </p:cNvSpPr>
              <p:nvPr/>
            </p:nvSpPr>
            <p:spPr bwMode="auto">
              <a:xfrm>
                <a:off x="1448" y="1417"/>
                <a:ext cx="12" cy="15"/>
              </a:xfrm>
              <a:custGeom>
                <a:avLst/>
                <a:gdLst>
                  <a:gd name="T0" fmla="*/ 0 w 118"/>
                  <a:gd name="T1" fmla="*/ 0 h 147"/>
                  <a:gd name="T2" fmla="*/ 0 w 118"/>
                  <a:gd name="T3" fmla="*/ 0 h 147"/>
                  <a:gd name="T4" fmla="*/ 0 w 118"/>
                  <a:gd name="T5" fmla="*/ 0 h 147"/>
                  <a:gd name="T6" fmla="*/ 0 60000 65536"/>
                  <a:gd name="T7" fmla="*/ 0 60000 65536"/>
                  <a:gd name="T8" fmla="*/ 0 60000 65536"/>
                  <a:gd name="T9" fmla="*/ 0 w 118"/>
                  <a:gd name="T10" fmla="*/ 0 h 147"/>
                  <a:gd name="T11" fmla="*/ 118 w 118"/>
                  <a:gd name="T12" fmla="*/ 147 h 147"/>
                </a:gdLst>
                <a:ahLst/>
                <a:cxnLst>
                  <a:cxn ang="T6">
                    <a:pos x="T0" y="T1"/>
                  </a:cxn>
                  <a:cxn ang="T7">
                    <a:pos x="T2" y="T3"/>
                  </a:cxn>
                  <a:cxn ang="T8">
                    <a:pos x="T4" y="T5"/>
                  </a:cxn>
                </a:cxnLst>
                <a:rect l="T9" t="T10" r="T11" b="T12"/>
                <a:pathLst>
                  <a:path w="118" h="147">
                    <a:moveTo>
                      <a:pt x="0" y="147"/>
                    </a:moveTo>
                    <a:lnTo>
                      <a:pt x="118" y="133"/>
                    </a:lnTo>
                    <a:lnTo>
                      <a:pt x="11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35" name="Freeform 394"/>
              <p:cNvSpPr>
                <a:spLocks/>
              </p:cNvSpPr>
              <p:nvPr/>
            </p:nvSpPr>
            <p:spPr bwMode="auto">
              <a:xfrm>
                <a:off x="1394" y="1056"/>
                <a:ext cx="493" cy="373"/>
              </a:xfrm>
              <a:custGeom>
                <a:avLst/>
                <a:gdLst>
                  <a:gd name="T0" fmla="*/ 0 w 4929"/>
                  <a:gd name="T1" fmla="*/ 0 h 3731"/>
                  <a:gd name="T2" fmla="*/ 0 w 4929"/>
                  <a:gd name="T3" fmla="*/ 0 h 3731"/>
                  <a:gd name="T4" fmla="*/ 0 w 4929"/>
                  <a:gd name="T5" fmla="*/ 0 h 3731"/>
                  <a:gd name="T6" fmla="*/ 0 w 4929"/>
                  <a:gd name="T7" fmla="*/ 0 h 3731"/>
                  <a:gd name="T8" fmla="*/ 0 w 4929"/>
                  <a:gd name="T9" fmla="*/ 0 h 3731"/>
                  <a:gd name="T10" fmla="*/ 0 w 4929"/>
                  <a:gd name="T11" fmla="*/ 0 h 3731"/>
                  <a:gd name="T12" fmla="*/ 0 w 4929"/>
                  <a:gd name="T13" fmla="*/ 0 h 3731"/>
                  <a:gd name="T14" fmla="*/ 0 w 4929"/>
                  <a:gd name="T15" fmla="*/ 0 h 3731"/>
                  <a:gd name="T16" fmla="*/ 0 60000 65536"/>
                  <a:gd name="T17" fmla="*/ 0 60000 65536"/>
                  <a:gd name="T18" fmla="*/ 0 60000 65536"/>
                  <a:gd name="T19" fmla="*/ 0 60000 65536"/>
                  <a:gd name="T20" fmla="*/ 0 60000 65536"/>
                  <a:gd name="T21" fmla="*/ 0 60000 65536"/>
                  <a:gd name="T22" fmla="*/ 0 60000 65536"/>
                  <a:gd name="T23" fmla="*/ 0 60000 65536"/>
                  <a:gd name="T24" fmla="*/ 0 w 4929"/>
                  <a:gd name="T25" fmla="*/ 0 h 3731"/>
                  <a:gd name="T26" fmla="*/ 4929 w 4929"/>
                  <a:gd name="T27" fmla="*/ 3731 h 373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929" h="3731">
                    <a:moveTo>
                      <a:pt x="0" y="2549"/>
                    </a:moveTo>
                    <a:lnTo>
                      <a:pt x="716" y="0"/>
                    </a:lnTo>
                    <a:lnTo>
                      <a:pt x="1876" y="0"/>
                    </a:lnTo>
                    <a:lnTo>
                      <a:pt x="2846" y="175"/>
                    </a:lnTo>
                    <a:lnTo>
                      <a:pt x="4929" y="1148"/>
                    </a:lnTo>
                    <a:lnTo>
                      <a:pt x="4925" y="3286"/>
                    </a:lnTo>
                    <a:lnTo>
                      <a:pt x="1075" y="3731"/>
                    </a:lnTo>
                    <a:lnTo>
                      <a:pt x="656" y="362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36" name="Line 395"/>
              <p:cNvSpPr>
                <a:spLocks noChangeShapeType="1"/>
              </p:cNvSpPr>
              <p:nvPr/>
            </p:nvSpPr>
            <p:spPr bwMode="auto">
              <a:xfrm flipH="1">
                <a:off x="1518" y="1056"/>
                <a:ext cx="63" cy="3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7" name="Line 396"/>
              <p:cNvSpPr>
                <a:spLocks noChangeShapeType="1"/>
              </p:cNvSpPr>
              <p:nvPr/>
            </p:nvSpPr>
            <p:spPr bwMode="auto">
              <a:xfrm flipH="1">
                <a:off x="1503" y="1414"/>
                <a:ext cx="3" cy="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8" name="Line 397"/>
              <p:cNvSpPr>
                <a:spLocks noChangeShapeType="1"/>
              </p:cNvSpPr>
              <p:nvPr/>
            </p:nvSpPr>
            <p:spPr bwMode="auto">
              <a:xfrm flipH="1">
                <a:off x="1616" y="1073"/>
                <a:ext cx="63" cy="3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9" name="Freeform 398"/>
              <p:cNvSpPr>
                <a:spLocks/>
              </p:cNvSpPr>
              <p:nvPr/>
            </p:nvSpPr>
            <p:spPr bwMode="auto">
              <a:xfrm>
                <a:off x="1418" y="1076"/>
                <a:ext cx="133" cy="258"/>
              </a:xfrm>
              <a:custGeom>
                <a:avLst/>
                <a:gdLst>
                  <a:gd name="T0" fmla="*/ 0 w 1327"/>
                  <a:gd name="T1" fmla="*/ 0 h 2579"/>
                  <a:gd name="T2" fmla="*/ 0 w 1327"/>
                  <a:gd name="T3" fmla="*/ 0 h 2579"/>
                  <a:gd name="T4" fmla="*/ 0 w 1327"/>
                  <a:gd name="T5" fmla="*/ 0 h 2579"/>
                  <a:gd name="T6" fmla="*/ 0 w 1327"/>
                  <a:gd name="T7" fmla="*/ 0 h 2579"/>
                  <a:gd name="T8" fmla="*/ 0 w 1327"/>
                  <a:gd name="T9" fmla="*/ 0 h 2579"/>
                  <a:gd name="T10" fmla="*/ 0 w 1327"/>
                  <a:gd name="T11" fmla="*/ 0 h 2579"/>
                  <a:gd name="T12" fmla="*/ 0 w 1327"/>
                  <a:gd name="T13" fmla="*/ 0 h 2579"/>
                  <a:gd name="T14" fmla="*/ 0 w 1327"/>
                  <a:gd name="T15" fmla="*/ 0 h 2579"/>
                  <a:gd name="T16" fmla="*/ 0 w 1327"/>
                  <a:gd name="T17" fmla="*/ 0 h 2579"/>
                  <a:gd name="T18" fmla="*/ 0 w 1327"/>
                  <a:gd name="T19" fmla="*/ 0 h 2579"/>
                  <a:gd name="T20" fmla="*/ 0 w 1327"/>
                  <a:gd name="T21" fmla="*/ 0 h 2579"/>
                  <a:gd name="T22" fmla="*/ 0 w 1327"/>
                  <a:gd name="T23" fmla="*/ 0 h 2579"/>
                  <a:gd name="T24" fmla="*/ 0 w 1327"/>
                  <a:gd name="T25" fmla="*/ 0 h 2579"/>
                  <a:gd name="T26" fmla="*/ 0 w 1327"/>
                  <a:gd name="T27" fmla="*/ 0 h 2579"/>
                  <a:gd name="T28" fmla="*/ 0 w 1327"/>
                  <a:gd name="T29" fmla="*/ 0 h 25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27"/>
                  <a:gd name="T46" fmla="*/ 0 h 2579"/>
                  <a:gd name="T47" fmla="*/ 1327 w 1327"/>
                  <a:gd name="T48" fmla="*/ 2579 h 25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27" h="2579">
                    <a:moveTo>
                      <a:pt x="594" y="0"/>
                    </a:moveTo>
                    <a:lnTo>
                      <a:pt x="0" y="2330"/>
                    </a:lnTo>
                    <a:lnTo>
                      <a:pt x="774" y="2579"/>
                    </a:lnTo>
                    <a:lnTo>
                      <a:pt x="789" y="2508"/>
                    </a:lnTo>
                    <a:lnTo>
                      <a:pt x="207" y="2314"/>
                    </a:lnTo>
                    <a:lnTo>
                      <a:pt x="207" y="2077"/>
                    </a:lnTo>
                    <a:lnTo>
                      <a:pt x="269" y="1577"/>
                    </a:lnTo>
                    <a:lnTo>
                      <a:pt x="342" y="1162"/>
                    </a:lnTo>
                    <a:lnTo>
                      <a:pt x="446" y="797"/>
                    </a:lnTo>
                    <a:lnTo>
                      <a:pt x="567" y="457"/>
                    </a:lnTo>
                    <a:lnTo>
                      <a:pt x="683" y="193"/>
                    </a:lnTo>
                    <a:lnTo>
                      <a:pt x="757" y="86"/>
                    </a:lnTo>
                    <a:lnTo>
                      <a:pt x="1295" y="103"/>
                    </a:lnTo>
                    <a:lnTo>
                      <a:pt x="1327" y="0"/>
                    </a:lnTo>
                    <a:lnTo>
                      <a:pt x="59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0" name="Line 399"/>
              <p:cNvSpPr>
                <a:spLocks noChangeShapeType="1"/>
              </p:cNvSpPr>
              <p:nvPr/>
            </p:nvSpPr>
            <p:spPr bwMode="auto">
              <a:xfrm flipH="1">
                <a:off x="1500" y="1076"/>
                <a:ext cx="52" cy="26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41" name="Freeform 400"/>
              <p:cNvSpPr>
                <a:spLocks/>
              </p:cNvSpPr>
              <p:nvPr/>
            </p:nvSpPr>
            <p:spPr bwMode="auto">
              <a:xfrm>
                <a:off x="819" y="1406"/>
                <a:ext cx="431" cy="126"/>
              </a:xfrm>
              <a:custGeom>
                <a:avLst/>
                <a:gdLst>
                  <a:gd name="T0" fmla="*/ 0 w 4316"/>
                  <a:gd name="T1" fmla="*/ 0 h 1260"/>
                  <a:gd name="T2" fmla="*/ 0 w 4316"/>
                  <a:gd name="T3" fmla="*/ 0 h 1260"/>
                  <a:gd name="T4" fmla="*/ 0 w 4316"/>
                  <a:gd name="T5" fmla="*/ 0 h 1260"/>
                  <a:gd name="T6" fmla="*/ 0 w 4316"/>
                  <a:gd name="T7" fmla="*/ 0 h 1260"/>
                  <a:gd name="T8" fmla="*/ 0 w 4316"/>
                  <a:gd name="T9" fmla="*/ 0 h 1260"/>
                  <a:gd name="T10" fmla="*/ 0 60000 65536"/>
                  <a:gd name="T11" fmla="*/ 0 60000 65536"/>
                  <a:gd name="T12" fmla="*/ 0 60000 65536"/>
                  <a:gd name="T13" fmla="*/ 0 60000 65536"/>
                  <a:gd name="T14" fmla="*/ 0 60000 65536"/>
                  <a:gd name="T15" fmla="*/ 0 w 4316"/>
                  <a:gd name="T16" fmla="*/ 0 h 1260"/>
                  <a:gd name="T17" fmla="*/ 4316 w 4316"/>
                  <a:gd name="T18" fmla="*/ 1260 h 1260"/>
                </a:gdLst>
                <a:ahLst/>
                <a:cxnLst>
                  <a:cxn ang="T10">
                    <a:pos x="T0" y="T1"/>
                  </a:cxn>
                  <a:cxn ang="T11">
                    <a:pos x="T2" y="T3"/>
                  </a:cxn>
                  <a:cxn ang="T12">
                    <a:pos x="T4" y="T5"/>
                  </a:cxn>
                  <a:cxn ang="T13">
                    <a:pos x="T6" y="T7"/>
                  </a:cxn>
                  <a:cxn ang="T14">
                    <a:pos x="T8" y="T9"/>
                  </a:cxn>
                </a:cxnLst>
                <a:rect l="T15" t="T16" r="T17" b="T18"/>
                <a:pathLst>
                  <a:path w="4316" h="1260">
                    <a:moveTo>
                      <a:pt x="0" y="614"/>
                    </a:moveTo>
                    <a:lnTo>
                      <a:pt x="2329" y="1260"/>
                    </a:lnTo>
                    <a:lnTo>
                      <a:pt x="4316" y="553"/>
                    </a:lnTo>
                    <a:lnTo>
                      <a:pt x="2050" y="0"/>
                    </a:lnTo>
                    <a:lnTo>
                      <a:pt x="838" y="33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9" name="Freeform 401"/>
            <p:cNvSpPr>
              <a:spLocks/>
            </p:cNvSpPr>
            <p:nvPr/>
          </p:nvSpPr>
          <p:spPr bwMode="auto">
            <a:xfrm>
              <a:off x="624" y="1485"/>
              <a:ext cx="3264" cy="1440"/>
            </a:xfrm>
            <a:custGeom>
              <a:avLst/>
              <a:gdLst>
                <a:gd name="T0" fmla="*/ 0 w 3264"/>
                <a:gd name="T1" fmla="*/ 864 h 1440"/>
                <a:gd name="T2" fmla="*/ 288 w 3264"/>
                <a:gd name="T3" fmla="*/ 1440 h 1440"/>
                <a:gd name="T4" fmla="*/ 1488 w 3264"/>
                <a:gd name="T5" fmla="*/ 1440 h 1440"/>
                <a:gd name="T6" fmla="*/ 3264 w 3264"/>
                <a:gd name="T7" fmla="*/ 96 h 1440"/>
                <a:gd name="T8" fmla="*/ 2880 w 3264"/>
                <a:gd name="T9" fmla="*/ 0 h 1440"/>
                <a:gd name="T10" fmla="*/ 1392 w 3264"/>
                <a:gd name="T11" fmla="*/ 960 h 1440"/>
                <a:gd name="T12" fmla="*/ 720 w 3264"/>
                <a:gd name="T13" fmla="*/ 960 h 1440"/>
                <a:gd name="T14" fmla="*/ 0 w 3264"/>
                <a:gd name="T15" fmla="*/ 864 h 1440"/>
                <a:gd name="T16" fmla="*/ 0 60000 65536"/>
                <a:gd name="T17" fmla="*/ 0 60000 65536"/>
                <a:gd name="T18" fmla="*/ 0 60000 65536"/>
                <a:gd name="T19" fmla="*/ 0 60000 65536"/>
                <a:gd name="T20" fmla="*/ 0 60000 65536"/>
                <a:gd name="T21" fmla="*/ 0 60000 65536"/>
                <a:gd name="T22" fmla="*/ 0 60000 65536"/>
                <a:gd name="T23" fmla="*/ 0 60000 65536"/>
                <a:gd name="T24" fmla="*/ 0 w 3264"/>
                <a:gd name="T25" fmla="*/ 0 h 1440"/>
                <a:gd name="T26" fmla="*/ 3264 w 3264"/>
                <a:gd name="T27" fmla="*/ 1440 h 14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64" h="1440">
                  <a:moveTo>
                    <a:pt x="0" y="864"/>
                  </a:moveTo>
                  <a:lnTo>
                    <a:pt x="288" y="1440"/>
                  </a:lnTo>
                  <a:lnTo>
                    <a:pt x="1488" y="1440"/>
                  </a:lnTo>
                  <a:lnTo>
                    <a:pt x="3264" y="96"/>
                  </a:lnTo>
                  <a:lnTo>
                    <a:pt x="2880" y="0"/>
                  </a:lnTo>
                  <a:lnTo>
                    <a:pt x="1392" y="960"/>
                  </a:lnTo>
                  <a:lnTo>
                    <a:pt x="720" y="960"/>
                  </a:lnTo>
                  <a:lnTo>
                    <a:pt x="0" y="864"/>
                  </a:lnTo>
                  <a:close/>
                </a:path>
              </a:pathLst>
            </a:custGeom>
            <a:gradFill rotWithShape="0">
              <a:gsLst>
                <a:gs pos="0">
                  <a:srgbClr val="FFCC00"/>
                </a:gs>
                <a:gs pos="100000">
                  <a:srgbClr val="800080"/>
                </a:gs>
              </a:gsLst>
              <a:path path="rect">
                <a:fillToRect l="100000" b="10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grpSp>
          <p:nvGrpSpPr>
            <p:cNvPr id="10" name="Group 402"/>
            <p:cNvGrpSpPr>
              <a:grpSpLocks/>
            </p:cNvGrpSpPr>
            <p:nvPr/>
          </p:nvGrpSpPr>
          <p:grpSpPr bwMode="auto">
            <a:xfrm>
              <a:off x="76" y="1831"/>
              <a:ext cx="1417" cy="1093"/>
              <a:chOff x="76" y="1831"/>
              <a:chExt cx="1417" cy="1093"/>
            </a:xfrm>
          </p:grpSpPr>
          <p:sp>
            <p:nvSpPr>
              <p:cNvPr id="335" name="Freeform 403"/>
              <p:cNvSpPr>
                <a:spLocks/>
              </p:cNvSpPr>
              <p:nvPr/>
            </p:nvSpPr>
            <p:spPr bwMode="auto">
              <a:xfrm>
                <a:off x="746" y="1951"/>
                <a:ext cx="677" cy="734"/>
              </a:xfrm>
              <a:custGeom>
                <a:avLst/>
                <a:gdLst>
                  <a:gd name="T0" fmla="*/ 0 w 6770"/>
                  <a:gd name="T1" fmla="*/ 0 h 7343"/>
                  <a:gd name="T2" fmla="*/ 0 w 6770"/>
                  <a:gd name="T3" fmla="*/ 0 h 7343"/>
                  <a:gd name="T4" fmla="*/ 0 w 6770"/>
                  <a:gd name="T5" fmla="*/ 0 h 7343"/>
                  <a:gd name="T6" fmla="*/ 0 w 6770"/>
                  <a:gd name="T7" fmla="*/ 0 h 7343"/>
                  <a:gd name="T8" fmla="*/ 0 w 6770"/>
                  <a:gd name="T9" fmla="*/ 0 h 7343"/>
                  <a:gd name="T10" fmla="*/ 0 w 6770"/>
                  <a:gd name="T11" fmla="*/ 0 h 7343"/>
                  <a:gd name="T12" fmla="*/ 0 w 6770"/>
                  <a:gd name="T13" fmla="*/ 0 h 7343"/>
                  <a:gd name="T14" fmla="*/ 0 w 6770"/>
                  <a:gd name="T15" fmla="*/ 0 h 7343"/>
                  <a:gd name="T16" fmla="*/ 0 w 6770"/>
                  <a:gd name="T17" fmla="*/ 0 h 7343"/>
                  <a:gd name="T18" fmla="*/ 0 w 6770"/>
                  <a:gd name="T19" fmla="*/ 0 h 7343"/>
                  <a:gd name="T20" fmla="*/ 0 w 6770"/>
                  <a:gd name="T21" fmla="*/ 0 h 7343"/>
                  <a:gd name="T22" fmla="*/ 0 w 6770"/>
                  <a:gd name="T23" fmla="*/ 0 h 7343"/>
                  <a:gd name="T24" fmla="*/ 0 w 6770"/>
                  <a:gd name="T25" fmla="*/ 0 h 7343"/>
                  <a:gd name="T26" fmla="*/ 0 w 6770"/>
                  <a:gd name="T27" fmla="*/ 0 h 7343"/>
                  <a:gd name="T28" fmla="*/ 0 w 6770"/>
                  <a:gd name="T29" fmla="*/ 0 h 7343"/>
                  <a:gd name="T30" fmla="*/ 0 w 6770"/>
                  <a:gd name="T31" fmla="*/ 0 h 7343"/>
                  <a:gd name="T32" fmla="*/ 0 w 6770"/>
                  <a:gd name="T33" fmla="*/ 0 h 7343"/>
                  <a:gd name="T34" fmla="*/ 0 w 6770"/>
                  <a:gd name="T35" fmla="*/ 0 h 73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70"/>
                  <a:gd name="T55" fmla="*/ 0 h 7343"/>
                  <a:gd name="T56" fmla="*/ 6770 w 6770"/>
                  <a:gd name="T57" fmla="*/ 7343 h 73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70" h="7343">
                    <a:moveTo>
                      <a:pt x="5043" y="7343"/>
                    </a:moveTo>
                    <a:lnTo>
                      <a:pt x="0" y="5722"/>
                    </a:lnTo>
                    <a:lnTo>
                      <a:pt x="0" y="5646"/>
                    </a:lnTo>
                    <a:lnTo>
                      <a:pt x="1210" y="5043"/>
                    </a:lnTo>
                    <a:lnTo>
                      <a:pt x="984" y="5043"/>
                    </a:lnTo>
                    <a:lnTo>
                      <a:pt x="984" y="4923"/>
                    </a:lnTo>
                    <a:lnTo>
                      <a:pt x="1783" y="4558"/>
                    </a:lnTo>
                    <a:lnTo>
                      <a:pt x="361" y="4558"/>
                    </a:lnTo>
                    <a:lnTo>
                      <a:pt x="361" y="0"/>
                    </a:lnTo>
                    <a:lnTo>
                      <a:pt x="5859" y="0"/>
                    </a:lnTo>
                    <a:lnTo>
                      <a:pt x="5859" y="4558"/>
                    </a:lnTo>
                    <a:lnTo>
                      <a:pt x="4533" y="4558"/>
                    </a:lnTo>
                    <a:lnTo>
                      <a:pt x="5295" y="4923"/>
                    </a:lnTo>
                    <a:lnTo>
                      <a:pt x="5295" y="5043"/>
                    </a:lnTo>
                    <a:lnTo>
                      <a:pt x="2635" y="5043"/>
                    </a:lnTo>
                    <a:lnTo>
                      <a:pt x="6770" y="6113"/>
                    </a:lnTo>
                    <a:lnTo>
                      <a:pt x="6770" y="6207"/>
                    </a:lnTo>
                    <a:lnTo>
                      <a:pt x="5043" y="73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6" name="Rectangle 404"/>
              <p:cNvSpPr>
                <a:spLocks noChangeArrowheads="1"/>
              </p:cNvSpPr>
              <p:nvPr/>
            </p:nvSpPr>
            <p:spPr bwMode="auto">
              <a:xfrm>
                <a:off x="830" y="1999"/>
                <a:ext cx="455" cy="358"/>
              </a:xfrm>
              <a:prstGeom prst="rect">
                <a:avLst/>
              </a:prstGeom>
              <a:solidFill>
                <a:srgbClr val="51515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37" name="Freeform 405"/>
              <p:cNvSpPr>
                <a:spLocks/>
              </p:cNvSpPr>
              <p:nvPr/>
            </p:nvSpPr>
            <p:spPr bwMode="auto">
              <a:xfrm>
                <a:off x="1194" y="2738"/>
                <a:ext cx="160" cy="75"/>
              </a:xfrm>
              <a:custGeom>
                <a:avLst/>
                <a:gdLst>
                  <a:gd name="T0" fmla="*/ 0 w 1595"/>
                  <a:gd name="T1" fmla="*/ 0 h 742"/>
                  <a:gd name="T2" fmla="*/ 0 w 1595"/>
                  <a:gd name="T3" fmla="*/ 0 h 742"/>
                  <a:gd name="T4" fmla="*/ 0 w 1595"/>
                  <a:gd name="T5" fmla="*/ 0 h 742"/>
                  <a:gd name="T6" fmla="*/ 0 w 1595"/>
                  <a:gd name="T7" fmla="*/ 0 h 742"/>
                  <a:gd name="T8" fmla="*/ 0 w 1595"/>
                  <a:gd name="T9" fmla="*/ 0 h 742"/>
                  <a:gd name="T10" fmla="*/ 0 w 1595"/>
                  <a:gd name="T11" fmla="*/ 0 h 742"/>
                  <a:gd name="T12" fmla="*/ 0 w 1595"/>
                  <a:gd name="T13" fmla="*/ 0 h 742"/>
                  <a:gd name="T14" fmla="*/ 0 60000 65536"/>
                  <a:gd name="T15" fmla="*/ 0 60000 65536"/>
                  <a:gd name="T16" fmla="*/ 0 60000 65536"/>
                  <a:gd name="T17" fmla="*/ 0 60000 65536"/>
                  <a:gd name="T18" fmla="*/ 0 60000 65536"/>
                  <a:gd name="T19" fmla="*/ 0 60000 65536"/>
                  <a:gd name="T20" fmla="*/ 0 60000 65536"/>
                  <a:gd name="T21" fmla="*/ 0 w 1595"/>
                  <a:gd name="T22" fmla="*/ 0 h 742"/>
                  <a:gd name="T23" fmla="*/ 1595 w 1595"/>
                  <a:gd name="T24" fmla="*/ 742 h 7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95" h="742">
                    <a:moveTo>
                      <a:pt x="878" y="0"/>
                    </a:moveTo>
                    <a:lnTo>
                      <a:pt x="1339" y="0"/>
                    </a:lnTo>
                    <a:lnTo>
                      <a:pt x="1595" y="517"/>
                    </a:lnTo>
                    <a:lnTo>
                      <a:pt x="1534" y="742"/>
                    </a:lnTo>
                    <a:lnTo>
                      <a:pt x="0" y="742"/>
                    </a:lnTo>
                    <a:lnTo>
                      <a:pt x="0" y="529"/>
                    </a:lnTo>
                    <a:lnTo>
                      <a:pt x="87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 name="Freeform 406"/>
              <p:cNvSpPr>
                <a:spLocks/>
              </p:cNvSpPr>
              <p:nvPr/>
            </p:nvSpPr>
            <p:spPr bwMode="auto">
              <a:xfrm>
                <a:off x="749" y="2559"/>
                <a:ext cx="215" cy="109"/>
              </a:xfrm>
              <a:custGeom>
                <a:avLst/>
                <a:gdLst>
                  <a:gd name="T0" fmla="*/ 0 w 2156"/>
                  <a:gd name="T1" fmla="*/ 0 h 1089"/>
                  <a:gd name="T2" fmla="*/ 0 w 2156"/>
                  <a:gd name="T3" fmla="*/ 0 h 1089"/>
                  <a:gd name="T4" fmla="*/ 0 w 2156"/>
                  <a:gd name="T5" fmla="*/ 0 h 1089"/>
                  <a:gd name="T6" fmla="*/ 0 w 2156"/>
                  <a:gd name="T7" fmla="*/ 0 h 1089"/>
                  <a:gd name="T8" fmla="*/ 0 w 2156"/>
                  <a:gd name="T9" fmla="*/ 0 h 1089"/>
                  <a:gd name="T10" fmla="*/ 0 w 2156"/>
                  <a:gd name="T11" fmla="*/ 0 h 1089"/>
                  <a:gd name="T12" fmla="*/ 0 w 2156"/>
                  <a:gd name="T13" fmla="*/ 0 h 1089"/>
                  <a:gd name="T14" fmla="*/ 0 w 2156"/>
                  <a:gd name="T15" fmla="*/ 0 h 1089"/>
                  <a:gd name="T16" fmla="*/ 0 w 2156"/>
                  <a:gd name="T17" fmla="*/ 0 h 1089"/>
                  <a:gd name="T18" fmla="*/ 0 w 2156"/>
                  <a:gd name="T19" fmla="*/ 0 h 1089"/>
                  <a:gd name="T20" fmla="*/ 0 w 2156"/>
                  <a:gd name="T21" fmla="*/ 0 h 10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56"/>
                  <a:gd name="T34" fmla="*/ 0 h 1089"/>
                  <a:gd name="T35" fmla="*/ 2156 w 2156"/>
                  <a:gd name="T36" fmla="*/ 1089 h 10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56" h="1089">
                    <a:moveTo>
                      <a:pt x="1834" y="1089"/>
                    </a:moveTo>
                    <a:lnTo>
                      <a:pt x="1868" y="961"/>
                    </a:lnTo>
                    <a:lnTo>
                      <a:pt x="1988" y="915"/>
                    </a:lnTo>
                    <a:lnTo>
                      <a:pt x="2156" y="869"/>
                    </a:lnTo>
                    <a:lnTo>
                      <a:pt x="2141" y="551"/>
                    </a:lnTo>
                    <a:lnTo>
                      <a:pt x="1700" y="0"/>
                    </a:lnTo>
                    <a:lnTo>
                      <a:pt x="486" y="0"/>
                    </a:lnTo>
                    <a:lnTo>
                      <a:pt x="0" y="274"/>
                    </a:lnTo>
                    <a:lnTo>
                      <a:pt x="1129" y="897"/>
                    </a:lnTo>
                    <a:lnTo>
                      <a:pt x="1505" y="961"/>
                    </a:lnTo>
                    <a:lnTo>
                      <a:pt x="1834" y="1089"/>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9" name="Freeform 407"/>
              <p:cNvSpPr>
                <a:spLocks/>
              </p:cNvSpPr>
              <p:nvPr/>
            </p:nvSpPr>
            <p:spPr bwMode="auto">
              <a:xfrm>
                <a:off x="1122" y="2668"/>
                <a:ext cx="179" cy="131"/>
              </a:xfrm>
              <a:custGeom>
                <a:avLst/>
                <a:gdLst>
                  <a:gd name="T0" fmla="*/ 0 w 1785"/>
                  <a:gd name="T1" fmla="*/ 0 h 1313"/>
                  <a:gd name="T2" fmla="*/ 0 w 1785"/>
                  <a:gd name="T3" fmla="*/ 0 h 1313"/>
                  <a:gd name="T4" fmla="*/ 0 w 1785"/>
                  <a:gd name="T5" fmla="*/ 0 h 1313"/>
                  <a:gd name="T6" fmla="*/ 0 w 1785"/>
                  <a:gd name="T7" fmla="*/ 0 h 1313"/>
                  <a:gd name="T8" fmla="*/ 0 w 1785"/>
                  <a:gd name="T9" fmla="*/ 0 h 1313"/>
                  <a:gd name="T10" fmla="*/ 0 w 1785"/>
                  <a:gd name="T11" fmla="*/ 0 h 1313"/>
                  <a:gd name="T12" fmla="*/ 0 w 1785"/>
                  <a:gd name="T13" fmla="*/ 0 h 1313"/>
                  <a:gd name="T14" fmla="*/ 0 w 1785"/>
                  <a:gd name="T15" fmla="*/ 0 h 1313"/>
                  <a:gd name="T16" fmla="*/ 0 w 1785"/>
                  <a:gd name="T17" fmla="*/ 0 h 1313"/>
                  <a:gd name="T18" fmla="*/ 0 w 1785"/>
                  <a:gd name="T19" fmla="*/ 0 h 1313"/>
                  <a:gd name="T20" fmla="*/ 0 w 1785"/>
                  <a:gd name="T21" fmla="*/ 0 h 1313"/>
                  <a:gd name="T22" fmla="*/ 0 w 1785"/>
                  <a:gd name="T23" fmla="*/ 0 h 1313"/>
                  <a:gd name="T24" fmla="*/ 0 w 1785"/>
                  <a:gd name="T25" fmla="*/ 0 h 1313"/>
                  <a:gd name="T26" fmla="*/ 0 w 1785"/>
                  <a:gd name="T27" fmla="*/ 0 h 1313"/>
                  <a:gd name="T28" fmla="*/ 0 w 1785"/>
                  <a:gd name="T29" fmla="*/ 0 h 13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85"/>
                  <a:gd name="T46" fmla="*/ 0 h 1313"/>
                  <a:gd name="T47" fmla="*/ 1785 w 1785"/>
                  <a:gd name="T48" fmla="*/ 1313 h 13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85" h="1313">
                    <a:moveTo>
                      <a:pt x="1348" y="1303"/>
                    </a:moveTo>
                    <a:lnTo>
                      <a:pt x="1418" y="1208"/>
                    </a:lnTo>
                    <a:lnTo>
                      <a:pt x="1693" y="1313"/>
                    </a:lnTo>
                    <a:lnTo>
                      <a:pt x="1750" y="1313"/>
                    </a:lnTo>
                    <a:lnTo>
                      <a:pt x="1785" y="1286"/>
                    </a:lnTo>
                    <a:lnTo>
                      <a:pt x="1785" y="1149"/>
                    </a:lnTo>
                    <a:lnTo>
                      <a:pt x="1659" y="782"/>
                    </a:lnTo>
                    <a:lnTo>
                      <a:pt x="1121" y="327"/>
                    </a:lnTo>
                    <a:lnTo>
                      <a:pt x="358" y="0"/>
                    </a:lnTo>
                    <a:lnTo>
                      <a:pt x="0" y="187"/>
                    </a:lnTo>
                    <a:lnTo>
                      <a:pt x="0" y="924"/>
                    </a:lnTo>
                    <a:lnTo>
                      <a:pt x="380" y="1183"/>
                    </a:lnTo>
                    <a:lnTo>
                      <a:pt x="889" y="1223"/>
                    </a:lnTo>
                    <a:lnTo>
                      <a:pt x="1195" y="1313"/>
                    </a:lnTo>
                    <a:lnTo>
                      <a:pt x="1348" y="1303"/>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0" name="Freeform 408"/>
              <p:cNvSpPr>
                <a:spLocks/>
              </p:cNvSpPr>
              <p:nvPr/>
            </p:nvSpPr>
            <p:spPr bwMode="auto">
              <a:xfrm>
                <a:off x="76" y="2119"/>
                <a:ext cx="923" cy="750"/>
              </a:xfrm>
              <a:custGeom>
                <a:avLst/>
                <a:gdLst>
                  <a:gd name="T0" fmla="*/ 0 w 9227"/>
                  <a:gd name="T1" fmla="*/ 0 h 7499"/>
                  <a:gd name="T2" fmla="*/ 0 w 9227"/>
                  <a:gd name="T3" fmla="*/ 0 h 7499"/>
                  <a:gd name="T4" fmla="*/ 0 w 9227"/>
                  <a:gd name="T5" fmla="*/ 0 h 7499"/>
                  <a:gd name="T6" fmla="*/ 0 w 9227"/>
                  <a:gd name="T7" fmla="*/ 0 h 7499"/>
                  <a:gd name="T8" fmla="*/ 0 w 9227"/>
                  <a:gd name="T9" fmla="*/ 0 h 7499"/>
                  <a:gd name="T10" fmla="*/ 0 w 9227"/>
                  <a:gd name="T11" fmla="*/ 0 h 7499"/>
                  <a:gd name="T12" fmla="*/ 0 w 9227"/>
                  <a:gd name="T13" fmla="*/ 0 h 7499"/>
                  <a:gd name="T14" fmla="*/ 0 w 9227"/>
                  <a:gd name="T15" fmla="*/ 0 h 7499"/>
                  <a:gd name="T16" fmla="*/ 0 w 9227"/>
                  <a:gd name="T17" fmla="*/ 0 h 7499"/>
                  <a:gd name="T18" fmla="*/ 0 w 9227"/>
                  <a:gd name="T19" fmla="*/ 0 h 7499"/>
                  <a:gd name="T20" fmla="*/ 0 w 9227"/>
                  <a:gd name="T21" fmla="*/ 0 h 7499"/>
                  <a:gd name="T22" fmla="*/ 0 w 9227"/>
                  <a:gd name="T23" fmla="*/ 0 h 7499"/>
                  <a:gd name="T24" fmla="*/ 0 w 9227"/>
                  <a:gd name="T25" fmla="*/ 0 h 7499"/>
                  <a:gd name="T26" fmla="*/ 0 w 9227"/>
                  <a:gd name="T27" fmla="*/ 0 h 7499"/>
                  <a:gd name="T28" fmla="*/ 0 w 9227"/>
                  <a:gd name="T29" fmla="*/ 0 h 7499"/>
                  <a:gd name="T30" fmla="*/ 0 w 9227"/>
                  <a:gd name="T31" fmla="*/ 0 h 7499"/>
                  <a:gd name="T32" fmla="*/ 0 w 9227"/>
                  <a:gd name="T33" fmla="*/ 0 h 7499"/>
                  <a:gd name="T34" fmla="*/ 0 w 9227"/>
                  <a:gd name="T35" fmla="*/ 0 h 7499"/>
                  <a:gd name="T36" fmla="*/ 0 w 9227"/>
                  <a:gd name="T37" fmla="*/ 0 h 7499"/>
                  <a:gd name="T38" fmla="*/ 0 w 9227"/>
                  <a:gd name="T39" fmla="*/ 0 h 7499"/>
                  <a:gd name="T40" fmla="*/ 0 w 9227"/>
                  <a:gd name="T41" fmla="*/ 0 h 7499"/>
                  <a:gd name="T42" fmla="*/ 0 w 9227"/>
                  <a:gd name="T43" fmla="*/ 0 h 7499"/>
                  <a:gd name="T44" fmla="*/ 0 w 9227"/>
                  <a:gd name="T45" fmla="*/ 0 h 7499"/>
                  <a:gd name="T46" fmla="*/ 0 w 9227"/>
                  <a:gd name="T47" fmla="*/ 0 h 7499"/>
                  <a:gd name="T48" fmla="*/ 0 w 9227"/>
                  <a:gd name="T49" fmla="*/ 0 h 7499"/>
                  <a:gd name="T50" fmla="*/ 0 w 9227"/>
                  <a:gd name="T51" fmla="*/ 0 h 7499"/>
                  <a:gd name="T52" fmla="*/ 0 w 9227"/>
                  <a:gd name="T53" fmla="*/ 0 h 7499"/>
                  <a:gd name="T54" fmla="*/ 0 w 9227"/>
                  <a:gd name="T55" fmla="*/ 0 h 7499"/>
                  <a:gd name="T56" fmla="*/ 0 w 9227"/>
                  <a:gd name="T57" fmla="*/ 0 h 7499"/>
                  <a:gd name="T58" fmla="*/ 0 w 9227"/>
                  <a:gd name="T59" fmla="*/ 0 h 7499"/>
                  <a:gd name="T60" fmla="*/ 0 w 9227"/>
                  <a:gd name="T61" fmla="*/ 0 h 7499"/>
                  <a:gd name="T62" fmla="*/ 0 w 9227"/>
                  <a:gd name="T63" fmla="*/ 0 h 7499"/>
                  <a:gd name="T64" fmla="*/ 0 w 9227"/>
                  <a:gd name="T65" fmla="*/ 0 h 7499"/>
                  <a:gd name="T66" fmla="*/ 0 w 9227"/>
                  <a:gd name="T67" fmla="*/ 0 h 7499"/>
                  <a:gd name="T68" fmla="*/ 0 w 9227"/>
                  <a:gd name="T69" fmla="*/ 0 h 7499"/>
                  <a:gd name="T70" fmla="*/ 0 w 9227"/>
                  <a:gd name="T71" fmla="*/ 0 h 7499"/>
                  <a:gd name="T72" fmla="*/ 0 w 9227"/>
                  <a:gd name="T73" fmla="*/ 0 h 7499"/>
                  <a:gd name="T74" fmla="*/ 0 w 9227"/>
                  <a:gd name="T75" fmla="*/ 0 h 7499"/>
                  <a:gd name="T76" fmla="*/ 0 w 9227"/>
                  <a:gd name="T77" fmla="*/ 0 h 7499"/>
                  <a:gd name="T78" fmla="*/ 0 w 9227"/>
                  <a:gd name="T79" fmla="*/ 0 h 7499"/>
                  <a:gd name="T80" fmla="*/ 0 w 9227"/>
                  <a:gd name="T81" fmla="*/ 0 h 7499"/>
                  <a:gd name="T82" fmla="*/ 0 w 9227"/>
                  <a:gd name="T83" fmla="*/ 0 h 7499"/>
                  <a:gd name="T84" fmla="*/ 0 w 9227"/>
                  <a:gd name="T85" fmla="*/ 0 h 749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227"/>
                  <a:gd name="T130" fmla="*/ 0 h 7499"/>
                  <a:gd name="T131" fmla="*/ 9227 w 9227"/>
                  <a:gd name="T132" fmla="*/ 7499 h 749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227" h="7499">
                    <a:moveTo>
                      <a:pt x="8470" y="7073"/>
                    </a:moveTo>
                    <a:lnTo>
                      <a:pt x="8624" y="7073"/>
                    </a:lnTo>
                    <a:lnTo>
                      <a:pt x="8895" y="6908"/>
                    </a:lnTo>
                    <a:lnTo>
                      <a:pt x="9227" y="6135"/>
                    </a:lnTo>
                    <a:lnTo>
                      <a:pt x="9227" y="5853"/>
                    </a:lnTo>
                    <a:lnTo>
                      <a:pt x="8624" y="5711"/>
                    </a:lnTo>
                    <a:lnTo>
                      <a:pt x="6947" y="4816"/>
                    </a:lnTo>
                    <a:lnTo>
                      <a:pt x="6947" y="4539"/>
                    </a:lnTo>
                    <a:lnTo>
                      <a:pt x="7188" y="4379"/>
                    </a:lnTo>
                    <a:lnTo>
                      <a:pt x="6785" y="4379"/>
                    </a:lnTo>
                    <a:lnTo>
                      <a:pt x="6471" y="4307"/>
                    </a:lnTo>
                    <a:lnTo>
                      <a:pt x="5750" y="4307"/>
                    </a:lnTo>
                    <a:lnTo>
                      <a:pt x="5109" y="3922"/>
                    </a:lnTo>
                    <a:lnTo>
                      <a:pt x="4894" y="3343"/>
                    </a:lnTo>
                    <a:lnTo>
                      <a:pt x="4484" y="3151"/>
                    </a:lnTo>
                    <a:lnTo>
                      <a:pt x="4176" y="2280"/>
                    </a:lnTo>
                    <a:lnTo>
                      <a:pt x="4176" y="1971"/>
                    </a:lnTo>
                    <a:lnTo>
                      <a:pt x="3974" y="1414"/>
                    </a:lnTo>
                    <a:lnTo>
                      <a:pt x="3770" y="1226"/>
                    </a:lnTo>
                    <a:lnTo>
                      <a:pt x="3661" y="968"/>
                    </a:lnTo>
                    <a:lnTo>
                      <a:pt x="3404" y="710"/>
                    </a:lnTo>
                    <a:lnTo>
                      <a:pt x="1841" y="0"/>
                    </a:lnTo>
                    <a:lnTo>
                      <a:pt x="1488" y="121"/>
                    </a:lnTo>
                    <a:lnTo>
                      <a:pt x="1434" y="381"/>
                    </a:lnTo>
                    <a:lnTo>
                      <a:pt x="1121" y="449"/>
                    </a:lnTo>
                    <a:lnTo>
                      <a:pt x="993" y="615"/>
                    </a:lnTo>
                    <a:lnTo>
                      <a:pt x="993" y="710"/>
                    </a:lnTo>
                    <a:lnTo>
                      <a:pt x="776" y="870"/>
                    </a:lnTo>
                    <a:lnTo>
                      <a:pt x="776" y="1056"/>
                    </a:lnTo>
                    <a:lnTo>
                      <a:pt x="352" y="1535"/>
                    </a:lnTo>
                    <a:lnTo>
                      <a:pt x="17" y="2519"/>
                    </a:lnTo>
                    <a:lnTo>
                      <a:pt x="0" y="3037"/>
                    </a:lnTo>
                    <a:lnTo>
                      <a:pt x="95" y="4019"/>
                    </a:lnTo>
                    <a:lnTo>
                      <a:pt x="95" y="4912"/>
                    </a:lnTo>
                    <a:lnTo>
                      <a:pt x="148" y="5126"/>
                    </a:lnTo>
                    <a:lnTo>
                      <a:pt x="462" y="5689"/>
                    </a:lnTo>
                    <a:lnTo>
                      <a:pt x="1232" y="6652"/>
                    </a:lnTo>
                    <a:lnTo>
                      <a:pt x="1454" y="7400"/>
                    </a:lnTo>
                    <a:lnTo>
                      <a:pt x="1604" y="7499"/>
                    </a:lnTo>
                    <a:lnTo>
                      <a:pt x="1841" y="7499"/>
                    </a:lnTo>
                    <a:lnTo>
                      <a:pt x="7114" y="6606"/>
                    </a:lnTo>
                    <a:lnTo>
                      <a:pt x="8105" y="6862"/>
                    </a:lnTo>
                    <a:lnTo>
                      <a:pt x="8470" y="70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1" name="Freeform 409"/>
              <p:cNvSpPr>
                <a:spLocks/>
              </p:cNvSpPr>
              <p:nvPr/>
            </p:nvSpPr>
            <p:spPr bwMode="auto">
              <a:xfrm>
                <a:off x="242" y="2192"/>
                <a:ext cx="201" cy="235"/>
              </a:xfrm>
              <a:custGeom>
                <a:avLst/>
                <a:gdLst>
                  <a:gd name="T0" fmla="*/ 0 w 2005"/>
                  <a:gd name="T1" fmla="*/ 0 h 2354"/>
                  <a:gd name="T2" fmla="*/ 0 w 2005"/>
                  <a:gd name="T3" fmla="*/ 0 h 2354"/>
                  <a:gd name="T4" fmla="*/ 0 w 2005"/>
                  <a:gd name="T5" fmla="*/ 0 h 2354"/>
                  <a:gd name="T6" fmla="*/ 0 w 2005"/>
                  <a:gd name="T7" fmla="*/ 0 h 2354"/>
                  <a:gd name="T8" fmla="*/ 0 w 2005"/>
                  <a:gd name="T9" fmla="*/ 0 h 2354"/>
                  <a:gd name="T10" fmla="*/ 0 w 2005"/>
                  <a:gd name="T11" fmla="*/ 0 h 2354"/>
                  <a:gd name="T12" fmla="*/ 0 w 2005"/>
                  <a:gd name="T13" fmla="*/ 0 h 2354"/>
                  <a:gd name="T14" fmla="*/ 0 w 2005"/>
                  <a:gd name="T15" fmla="*/ 0 h 2354"/>
                  <a:gd name="T16" fmla="*/ 0 w 2005"/>
                  <a:gd name="T17" fmla="*/ 0 h 2354"/>
                  <a:gd name="T18" fmla="*/ 0 w 2005"/>
                  <a:gd name="T19" fmla="*/ 0 h 2354"/>
                  <a:gd name="T20" fmla="*/ 0 w 2005"/>
                  <a:gd name="T21" fmla="*/ 0 h 2354"/>
                  <a:gd name="T22" fmla="*/ 0 w 2005"/>
                  <a:gd name="T23" fmla="*/ 0 h 2354"/>
                  <a:gd name="T24" fmla="*/ 0 w 2005"/>
                  <a:gd name="T25" fmla="*/ 0 h 2354"/>
                  <a:gd name="T26" fmla="*/ 0 w 2005"/>
                  <a:gd name="T27" fmla="*/ 0 h 2354"/>
                  <a:gd name="T28" fmla="*/ 0 w 2005"/>
                  <a:gd name="T29" fmla="*/ 0 h 2354"/>
                  <a:gd name="T30" fmla="*/ 0 w 2005"/>
                  <a:gd name="T31" fmla="*/ 0 h 2354"/>
                  <a:gd name="T32" fmla="*/ 0 w 2005"/>
                  <a:gd name="T33" fmla="*/ 0 h 235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05"/>
                  <a:gd name="T52" fmla="*/ 0 h 2354"/>
                  <a:gd name="T53" fmla="*/ 2005 w 2005"/>
                  <a:gd name="T54" fmla="*/ 2354 h 235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05" h="2354">
                    <a:moveTo>
                      <a:pt x="0" y="0"/>
                    </a:moveTo>
                    <a:lnTo>
                      <a:pt x="128" y="170"/>
                    </a:lnTo>
                    <a:lnTo>
                      <a:pt x="128" y="381"/>
                    </a:lnTo>
                    <a:lnTo>
                      <a:pt x="693" y="985"/>
                    </a:lnTo>
                    <a:lnTo>
                      <a:pt x="1047" y="985"/>
                    </a:lnTo>
                    <a:lnTo>
                      <a:pt x="1446" y="1552"/>
                    </a:lnTo>
                    <a:lnTo>
                      <a:pt x="1601" y="1156"/>
                    </a:lnTo>
                    <a:lnTo>
                      <a:pt x="1601" y="1434"/>
                    </a:lnTo>
                    <a:lnTo>
                      <a:pt x="1757" y="1928"/>
                    </a:lnTo>
                    <a:lnTo>
                      <a:pt x="1803" y="2209"/>
                    </a:lnTo>
                    <a:lnTo>
                      <a:pt x="2005" y="2354"/>
                    </a:lnTo>
                    <a:lnTo>
                      <a:pt x="1730" y="897"/>
                    </a:lnTo>
                    <a:lnTo>
                      <a:pt x="1580" y="825"/>
                    </a:lnTo>
                    <a:lnTo>
                      <a:pt x="1446" y="1223"/>
                    </a:lnTo>
                    <a:lnTo>
                      <a:pt x="1122" y="807"/>
                    </a:lnTo>
                    <a:lnTo>
                      <a:pt x="238" y="142"/>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2" name="Freeform 410"/>
              <p:cNvSpPr>
                <a:spLocks/>
              </p:cNvSpPr>
              <p:nvPr/>
            </p:nvSpPr>
            <p:spPr bwMode="auto">
              <a:xfrm>
                <a:off x="154" y="2126"/>
                <a:ext cx="83" cy="99"/>
              </a:xfrm>
              <a:custGeom>
                <a:avLst/>
                <a:gdLst>
                  <a:gd name="T0" fmla="*/ 0 w 828"/>
                  <a:gd name="T1" fmla="*/ 0 h 983"/>
                  <a:gd name="T2" fmla="*/ 0 w 828"/>
                  <a:gd name="T3" fmla="*/ 0 h 983"/>
                  <a:gd name="T4" fmla="*/ 0 w 828"/>
                  <a:gd name="T5" fmla="*/ 0 h 983"/>
                  <a:gd name="T6" fmla="*/ 0 w 828"/>
                  <a:gd name="T7" fmla="*/ 0 h 983"/>
                  <a:gd name="T8" fmla="*/ 0 w 828"/>
                  <a:gd name="T9" fmla="*/ 0 h 983"/>
                  <a:gd name="T10" fmla="*/ 0 w 828"/>
                  <a:gd name="T11" fmla="*/ 0 h 983"/>
                  <a:gd name="T12" fmla="*/ 0 w 828"/>
                  <a:gd name="T13" fmla="*/ 0 h 983"/>
                  <a:gd name="T14" fmla="*/ 0 w 828"/>
                  <a:gd name="T15" fmla="*/ 0 h 983"/>
                  <a:gd name="T16" fmla="*/ 0 w 828"/>
                  <a:gd name="T17" fmla="*/ 0 h 983"/>
                  <a:gd name="T18" fmla="*/ 0 w 828"/>
                  <a:gd name="T19" fmla="*/ 0 h 983"/>
                  <a:gd name="T20" fmla="*/ 0 w 828"/>
                  <a:gd name="T21" fmla="*/ 0 h 983"/>
                  <a:gd name="T22" fmla="*/ 0 w 828"/>
                  <a:gd name="T23" fmla="*/ 0 h 983"/>
                  <a:gd name="T24" fmla="*/ 0 w 828"/>
                  <a:gd name="T25" fmla="*/ 0 h 983"/>
                  <a:gd name="T26" fmla="*/ 0 w 828"/>
                  <a:gd name="T27" fmla="*/ 0 h 983"/>
                  <a:gd name="T28" fmla="*/ 0 w 828"/>
                  <a:gd name="T29" fmla="*/ 0 h 983"/>
                  <a:gd name="T30" fmla="*/ 0 w 828"/>
                  <a:gd name="T31" fmla="*/ 0 h 9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28"/>
                  <a:gd name="T49" fmla="*/ 0 h 983"/>
                  <a:gd name="T50" fmla="*/ 828 w 828"/>
                  <a:gd name="T51" fmla="*/ 983 h 9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28" h="983">
                    <a:moveTo>
                      <a:pt x="0" y="983"/>
                    </a:moveTo>
                    <a:lnTo>
                      <a:pt x="71" y="825"/>
                    </a:lnTo>
                    <a:lnTo>
                      <a:pt x="382" y="637"/>
                    </a:lnTo>
                    <a:lnTo>
                      <a:pt x="382" y="468"/>
                    </a:lnTo>
                    <a:lnTo>
                      <a:pt x="626" y="468"/>
                    </a:lnTo>
                    <a:lnTo>
                      <a:pt x="828" y="725"/>
                    </a:lnTo>
                    <a:lnTo>
                      <a:pt x="750" y="448"/>
                    </a:lnTo>
                    <a:lnTo>
                      <a:pt x="750" y="238"/>
                    </a:lnTo>
                    <a:lnTo>
                      <a:pt x="828" y="48"/>
                    </a:lnTo>
                    <a:lnTo>
                      <a:pt x="733" y="0"/>
                    </a:lnTo>
                    <a:lnTo>
                      <a:pt x="658" y="282"/>
                    </a:lnTo>
                    <a:lnTo>
                      <a:pt x="345" y="376"/>
                    </a:lnTo>
                    <a:lnTo>
                      <a:pt x="217" y="519"/>
                    </a:lnTo>
                    <a:lnTo>
                      <a:pt x="217" y="637"/>
                    </a:lnTo>
                    <a:lnTo>
                      <a:pt x="0" y="797"/>
                    </a:lnTo>
                    <a:lnTo>
                      <a:pt x="0" y="983"/>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3" name="Freeform 411"/>
              <p:cNvSpPr>
                <a:spLocks/>
              </p:cNvSpPr>
              <p:nvPr/>
            </p:nvSpPr>
            <p:spPr bwMode="auto">
              <a:xfrm>
                <a:off x="88" y="2288"/>
                <a:ext cx="880" cy="581"/>
              </a:xfrm>
              <a:custGeom>
                <a:avLst/>
                <a:gdLst>
                  <a:gd name="T0" fmla="*/ 0 w 8798"/>
                  <a:gd name="T1" fmla="*/ 0 h 5808"/>
                  <a:gd name="T2" fmla="*/ 0 w 8798"/>
                  <a:gd name="T3" fmla="*/ 0 h 5808"/>
                  <a:gd name="T4" fmla="*/ 0 w 8798"/>
                  <a:gd name="T5" fmla="*/ 0 h 5808"/>
                  <a:gd name="T6" fmla="*/ 0 w 8798"/>
                  <a:gd name="T7" fmla="*/ 0 h 5808"/>
                  <a:gd name="T8" fmla="*/ 0 w 8798"/>
                  <a:gd name="T9" fmla="*/ 0 h 5808"/>
                  <a:gd name="T10" fmla="*/ 0 w 8798"/>
                  <a:gd name="T11" fmla="*/ 0 h 5808"/>
                  <a:gd name="T12" fmla="*/ 0 w 8798"/>
                  <a:gd name="T13" fmla="*/ 0 h 5808"/>
                  <a:gd name="T14" fmla="*/ 0 w 8798"/>
                  <a:gd name="T15" fmla="*/ 0 h 5808"/>
                  <a:gd name="T16" fmla="*/ 0 w 8798"/>
                  <a:gd name="T17" fmla="*/ 0 h 5808"/>
                  <a:gd name="T18" fmla="*/ 0 w 8798"/>
                  <a:gd name="T19" fmla="*/ 0 h 5808"/>
                  <a:gd name="T20" fmla="*/ 0 w 8798"/>
                  <a:gd name="T21" fmla="*/ 0 h 5808"/>
                  <a:gd name="T22" fmla="*/ 0 w 8798"/>
                  <a:gd name="T23" fmla="*/ 0 h 5808"/>
                  <a:gd name="T24" fmla="*/ 0 w 8798"/>
                  <a:gd name="T25" fmla="*/ 0 h 5808"/>
                  <a:gd name="T26" fmla="*/ 0 w 8798"/>
                  <a:gd name="T27" fmla="*/ 0 h 5808"/>
                  <a:gd name="T28" fmla="*/ 0 w 8798"/>
                  <a:gd name="T29" fmla="*/ 0 h 5808"/>
                  <a:gd name="T30" fmla="*/ 0 w 8798"/>
                  <a:gd name="T31" fmla="*/ 0 h 5808"/>
                  <a:gd name="T32" fmla="*/ 0 w 8798"/>
                  <a:gd name="T33" fmla="*/ 0 h 5808"/>
                  <a:gd name="T34" fmla="*/ 0 w 8798"/>
                  <a:gd name="T35" fmla="*/ 0 h 5808"/>
                  <a:gd name="T36" fmla="*/ 0 w 8798"/>
                  <a:gd name="T37" fmla="*/ 0 h 5808"/>
                  <a:gd name="T38" fmla="*/ 0 w 8798"/>
                  <a:gd name="T39" fmla="*/ 0 h 5808"/>
                  <a:gd name="T40" fmla="*/ 0 w 8798"/>
                  <a:gd name="T41" fmla="*/ 0 h 5808"/>
                  <a:gd name="T42" fmla="*/ 0 w 8798"/>
                  <a:gd name="T43" fmla="*/ 0 h 5808"/>
                  <a:gd name="T44" fmla="*/ 0 w 8798"/>
                  <a:gd name="T45" fmla="*/ 0 h 5808"/>
                  <a:gd name="T46" fmla="*/ 0 w 8798"/>
                  <a:gd name="T47" fmla="*/ 0 h 5808"/>
                  <a:gd name="T48" fmla="*/ 0 w 8798"/>
                  <a:gd name="T49" fmla="*/ 0 h 5808"/>
                  <a:gd name="T50" fmla="*/ 0 w 8798"/>
                  <a:gd name="T51" fmla="*/ 0 h 5808"/>
                  <a:gd name="T52" fmla="*/ 0 w 8798"/>
                  <a:gd name="T53" fmla="*/ 0 h 5808"/>
                  <a:gd name="T54" fmla="*/ 0 w 8798"/>
                  <a:gd name="T55" fmla="*/ 0 h 5808"/>
                  <a:gd name="T56" fmla="*/ 0 w 8798"/>
                  <a:gd name="T57" fmla="*/ 0 h 5808"/>
                  <a:gd name="T58" fmla="*/ 0 w 8798"/>
                  <a:gd name="T59" fmla="*/ 0 h 5808"/>
                  <a:gd name="T60" fmla="*/ 0 w 8798"/>
                  <a:gd name="T61" fmla="*/ 0 h 5808"/>
                  <a:gd name="T62" fmla="*/ 0 w 8798"/>
                  <a:gd name="T63" fmla="*/ 0 h 5808"/>
                  <a:gd name="T64" fmla="*/ 0 w 8798"/>
                  <a:gd name="T65" fmla="*/ 0 h 5808"/>
                  <a:gd name="T66" fmla="*/ 0 w 8798"/>
                  <a:gd name="T67" fmla="*/ 0 h 5808"/>
                  <a:gd name="T68" fmla="*/ 0 w 8798"/>
                  <a:gd name="T69" fmla="*/ 0 h 5808"/>
                  <a:gd name="T70" fmla="*/ 0 w 8798"/>
                  <a:gd name="T71" fmla="*/ 0 h 580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798"/>
                  <a:gd name="T109" fmla="*/ 0 h 5808"/>
                  <a:gd name="T110" fmla="*/ 8798 w 8798"/>
                  <a:gd name="T111" fmla="*/ 5808 h 580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798" h="5808">
                    <a:moveTo>
                      <a:pt x="1118" y="0"/>
                    </a:moveTo>
                    <a:lnTo>
                      <a:pt x="841" y="330"/>
                    </a:lnTo>
                    <a:lnTo>
                      <a:pt x="841" y="471"/>
                    </a:lnTo>
                    <a:lnTo>
                      <a:pt x="2956" y="1132"/>
                    </a:lnTo>
                    <a:lnTo>
                      <a:pt x="2481" y="1274"/>
                    </a:lnTo>
                    <a:lnTo>
                      <a:pt x="2794" y="1391"/>
                    </a:lnTo>
                    <a:lnTo>
                      <a:pt x="3048" y="1620"/>
                    </a:lnTo>
                    <a:lnTo>
                      <a:pt x="3617" y="1620"/>
                    </a:lnTo>
                    <a:lnTo>
                      <a:pt x="2882" y="2097"/>
                    </a:lnTo>
                    <a:lnTo>
                      <a:pt x="4095" y="2376"/>
                    </a:lnTo>
                    <a:lnTo>
                      <a:pt x="3450" y="2798"/>
                    </a:lnTo>
                    <a:lnTo>
                      <a:pt x="5029" y="2635"/>
                    </a:lnTo>
                    <a:lnTo>
                      <a:pt x="5232" y="2656"/>
                    </a:lnTo>
                    <a:lnTo>
                      <a:pt x="5383" y="2848"/>
                    </a:lnTo>
                    <a:lnTo>
                      <a:pt x="5291" y="3221"/>
                    </a:lnTo>
                    <a:lnTo>
                      <a:pt x="5786" y="3221"/>
                    </a:lnTo>
                    <a:lnTo>
                      <a:pt x="6762" y="3645"/>
                    </a:lnTo>
                    <a:lnTo>
                      <a:pt x="7036" y="3530"/>
                    </a:lnTo>
                    <a:lnTo>
                      <a:pt x="7363" y="3505"/>
                    </a:lnTo>
                    <a:lnTo>
                      <a:pt x="7052" y="3807"/>
                    </a:lnTo>
                    <a:lnTo>
                      <a:pt x="7052" y="4089"/>
                    </a:lnTo>
                    <a:lnTo>
                      <a:pt x="6798" y="4490"/>
                    </a:lnTo>
                    <a:lnTo>
                      <a:pt x="7207" y="4184"/>
                    </a:lnTo>
                    <a:lnTo>
                      <a:pt x="7461" y="4184"/>
                    </a:lnTo>
                    <a:lnTo>
                      <a:pt x="7419" y="4324"/>
                    </a:lnTo>
                    <a:lnTo>
                      <a:pt x="7593" y="4629"/>
                    </a:lnTo>
                    <a:lnTo>
                      <a:pt x="7593" y="3998"/>
                    </a:lnTo>
                    <a:lnTo>
                      <a:pt x="7883" y="3721"/>
                    </a:lnTo>
                    <a:lnTo>
                      <a:pt x="8067" y="3807"/>
                    </a:lnTo>
                    <a:lnTo>
                      <a:pt x="7939" y="4444"/>
                    </a:lnTo>
                    <a:lnTo>
                      <a:pt x="8285" y="3930"/>
                    </a:lnTo>
                    <a:lnTo>
                      <a:pt x="8456" y="3974"/>
                    </a:lnTo>
                    <a:lnTo>
                      <a:pt x="8195" y="4938"/>
                    </a:lnTo>
                    <a:lnTo>
                      <a:pt x="8798" y="5171"/>
                    </a:lnTo>
                    <a:lnTo>
                      <a:pt x="8544" y="5382"/>
                    </a:lnTo>
                    <a:lnTo>
                      <a:pt x="8342" y="5382"/>
                    </a:lnTo>
                    <a:lnTo>
                      <a:pt x="7957" y="5217"/>
                    </a:lnTo>
                    <a:lnTo>
                      <a:pt x="7533" y="5217"/>
                    </a:lnTo>
                    <a:lnTo>
                      <a:pt x="7074" y="5127"/>
                    </a:lnTo>
                    <a:lnTo>
                      <a:pt x="4555" y="4650"/>
                    </a:lnTo>
                    <a:lnTo>
                      <a:pt x="3415" y="4869"/>
                    </a:lnTo>
                    <a:lnTo>
                      <a:pt x="3797" y="4585"/>
                    </a:lnTo>
                    <a:lnTo>
                      <a:pt x="3797" y="4232"/>
                    </a:lnTo>
                    <a:lnTo>
                      <a:pt x="2624" y="5243"/>
                    </a:lnTo>
                    <a:lnTo>
                      <a:pt x="3547" y="3998"/>
                    </a:lnTo>
                    <a:lnTo>
                      <a:pt x="3246" y="3736"/>
                    </a:lnTo>
                    <a:lnTo>
                      <a:pt x="2845" y="4419"/>
                    </a:lnTo>
                    <a:lnTo>
                      <a:pt x="2003" y="4938"/>
                    </a:lnTo>
                    <a:lnTo>
                      <a:pt x="2003" y="4585"/>
                    </a:lnTo>
                    <a:lnTo>
                      <a:pt x="1710" y="5287"/>
                    </a:lnTo>
                    <a:lnTo>
                      <a:pt x="1817" y="3788"/>
                    </a:lnTo>
                    <a:lnTo>
                      <a:pt x="1450" y="4184"/>
                    </a:lnTo>
                    <a:lnTo>
                      <a:pt x="1561" y="4629"/>
                    </a:lnTo>
                    <a:lnTo>
                      <a:pt x="1561" y="5570"/>
                    </a:lnTo>
                    <a:lnTo>
                      <a:pt x="2498" y="5337"/>
                    </a:lnTo>
                    <a:lnTo>
                      <a:pt x="1628" y="5808"/>
                    </a:lnTo>
                    <a:lnTo>
                      <a:pt x="1412" y="5808"/>
                    </a:lnTo>
                    <a:lnTo>
                      <a:pt x="1303" y="5690"/>
                    </a:lnTo>
                    <a:lnTo>
                      <a:pt x="1084" y="4986"/>
                    </a:lnTo>
                    <a:lnTo>
                      <a:pt x="296" y="3930"/>
                    </a:lnTo>
                    <a:lnTo>
                      <a:pt x="0" y="3317"/>
                    </a:lnTo>
                    <a:lnTo>
                      <a:pt x="326" y="3788"/>
                    </a:lnTo>
                    <a:lnTo>
                      <a:pt x="510" y="3877"/>
                    </a:lnTo>
                    <a:lnTo>
                      <a:pt x="222" y="3150"/>
                    </a:lnTo>
                    <a:lnTo>
                      <a:pt x="34" y="2868"/>
                    </a:lnTo>
                    <a:lnTo>
                      <a:pt x="529" y="2656"/>
                    </a:lnTo>
                    <a:lnTo>
                      <a:pt x="182" y="2427"/>
                    </a:lnTo>
                    <a:lnTo>
                      <a:pt x="529" y="2255"/>
                    </a:lnTo>
                    <a:lnTo>
                      <a:pt x="34" y="1795"/>
                    </a:lnTo>
                    <a:lnTo>
                      <a:pt x="380" y="1795"/>
                    </a:lnTo>
                    <a:lnTo>
                      <a:pt x="380" y="1088"/>
                    </a:lnTo>
                    <a:lnTo>
                      <a:pt x="697" y="330"/>
                    </a:lnTo>
                    <a:lnTo>
                      <a:pt x="1118"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4" name="Freeform 412"/>
              <p:cNvSpPr>
                <a:spLocks/>
              </p:cNvSpPr>
              <p:nvPr/>
            </p:nvSpPr>
            <p:spPr bwMode="auto">
              <a:xfrm>
                <a:off x="475" y="2425"/>
                <a:ext cx="188" cy="155"/>
              </a:xfrm>
              <a:custGeom>
                <a:avLst/>
                <a:gdLst>
                  <a:gd name="T0" fmla="*/ 0 w 1878"/>
                  <a:gd name="T1" fmla="*/ 0 h 1552"/>
                  <a:gd name="T2" fmla="*/ 0 w 1878"/>
                  <a:gd name="T3" fmla="*/ 0 h 1552"/>
                  <a:gd name="T4" fmla="*/ 0 w 1878"/>
                  <a:gd name="T5" fmla="*/ 0 h 1552"/>
                  <a:gd name="T6" fmla="*/ 0 w 1878"/>
                  <a:gd name="T7" fmla="*/ 0 h 1552"/>
                  <a:gd name="T8" fmla="*/ 0 w 1878"/>
                  <a:gd name="T9" fmla="*/ 0 h 1552"/>
                  <a:gd name="T10" fmla="*/ 0 w 1878"/>
                  <a:gd name="T11" fmla="*/ 0 h 1552"/>
                  <a:gd name="T12" fmla="*/ 0 w 1878"/>
                  <a:gd name="T13" fmla="*/ 0 h 1552"/>
                  <a:gd name="T14" fmla="*/ 0 w 1878"/>
                  <a:gd name="T15" fmla="*/ 0 h 1552"/>
                  <a:gd name="T16" fmla="*/ 0 w 1878"/>
                  <a:gd name="T17" fmla="*/ 0 h 1552"/>
                  <a:gd name="T18" fmla="*/ 0 w 1878"/>
                  <a:gd name="T19" fmla="*/ 0 h 1552"/>
                  <a:gd name="T20" fmla="*/ 0 w 1878"/>
                  <a:gd name="T21" fmla="*/ 0 h 1552"/>
                  <a:gd name="T22" fmla="*/ 0 w 1878"/>
                  <a:gd name="T23" fmla="*/ 0 h 1552"/>
                  <a:gd name="T24" fmla="*/ 0 w 1878"/>
                  <a:gd name="T25" fmla="*/ 0 h 15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78"/>
                  <a:gd name="T40" fmla="*/ 0 h 1552"/>
                  <a:gd name="T41" fmla="*/ 1878 w 1878"/>
                  <a:gd name="T42" fmla="*/ 1552 h 15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78" h="1552">
                    <a:moveTo>
                      <a:pt x="220" y="0"/>
                    </a:moveTo>
                    <a:lnTo>
                      <a:pt x="409" y="613"/>
                    </a:lnTo>
                    <a:lnTo>
                      <a:pt x="479" y="613"/>
                    </a:lnTo>
                    <a:lnTo>
                      <a:pt x="479" y="46"/>
                    </a:lnTo>
                    <a:lnTo>
                      <a:pt x="846" y="493"/>
                    </a:lnTo>
                    <a:lnTo>
                      <a:pt x="846" y="661"/>
                    </a:lnTo>
                    <a:lnTo>
                      <a:pt x="1273" y="987"/>
                    </a:lnTo>
                    <a:lnTo>
                      <a:pt x="1878" y="1292"/>
                    </a:lnTo>
                    <a:lnTo>
                      <a:pt x="1617" y="1552"/>
                    </a:lnTo>
                    <a:lnTo>
                      <a:pt x="828" y="964"/>
                    </a:lnTo>
                    <a:lnTo>
                      <a:pt x="187" y="588"/>
                    </a:lnTo>
                    <a:lnTo>
                      <a:pt x="0" y="0"/>
                    </a:lnTo>
                    <a:lnTo>
                      <a:pt x="22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5" name="Freeform 413"/>
              <p:cNvSpPr>
                <a:spLocks/>
              </p:cNvSpPr>
              <p:nvPr/>
            </p:nvSpPr>
            <p:spPr bwMode="auto">
              <a:xfrm>
                <a:off x="397" y="2224"/>
                <a:ext cx="110" cy="269"/>
              </a:xfrm>
              <a:custGeom>
                <a:avLst/>
                <a:gdLst>
                  <a:gd name="T0" fmla="*/ 0 w 1108"/>
                  <a:gd name="T1" fmla="*/ 0 h 2690"/>
                  <a:gd name="T2" fmla="*/ 0 w 1108"/>
                  <a:gd name="T3" fmla="*/ 0 h 2690"/>
                  <a:gd name="T4" fmla="*/ 0 w 1108"/>
                  <a:gd name="T5" fmla="*/ 0 h 2690"/>
                  <a:gd name="T6" fmla="*/ 0 w 1108"/>
                  <a:gd name="T7" fmla="*/ 0 h 2690"/>
                  <a:gd name="T8" fmla="*/ 0 w 1108"/>
                  <a:gd name="T9" fmla="*/ 0 h 2690"/>
                  <a:gd name="T10" fmla="*/ 0 w 1108"/>
                  <a:gd name="T11" fmla="*/ 0 h 2690"/>
                  <a:gd name="T12" fmla="*/ 0 w 1108"/>
                  <a:gd name="T13" fmla="*/ 0 h 2690"/>
                  <a:gd name="T14" fmla="*/ 0 w 1108"/>
                  <a:gd name="T15" fmla="*/ 0 h 2690"/>
                  <a:gd name="T16" fmla="*/ 0 w 1108"/>
                  <a:gd name="T17" fmla="*/ 0 h 2690"/>
                  <a:gd name="T18" fmla="*/ 0 w 1108"/>
                  <a:gd name="T19" fmla="*/ 0 h 2690"/>
                  <a:gd name="T20" fmla="*/ 0 w 1108"/>
                  <a:gd name="T21" fmla="*/ 0 h 2690"/>
                  <a:gd name="T22" fmla="*/ 0 w 1108"/>
                  <a:gd name="T23" fmla="*/ 0 h 2690"/>
                  <a:gd name="T24" fmla="*/ 0 w 1108"/>
                  <a:gd name="T25" fmla="*/ 0 h 2690"/>
                  <a:gd name="T26" fmla="*/ 0 w 1108"/>
                  <a:gd name="T27" fmla="*/ 0 h 2690"/>
                  <a:gd name="T28" fmla="*/ 0 w 1108"/>
                  <a:gd name="T29" fmla="*/ 0 h 26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08"/>
                  <a:gd name="T46" fmla="*/ 0 h 2690"/>
                  <a:gd name="T47" fmla="*/ 1108 w 1108"/>
                  <a:gd name="T48" fmla="*/ 2690 h 269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08" h="2690">
                    <a:moveTo>
                      <a:pt x="0" y="0"/>
                    </a:moveTo>
                    <a:lnTo>
                      <a:pt x="66" y="227"/>
                    </a:lnTo>
                    <a:lnTo>
                      <a:pt x="66" y="421"/>
                    </a:lnTo>
                    <a:lnTo>
                      <a:pt x="198" y="727"/>
                    </a:lnTo>
                    <a:lnTo>
                      <a:pt x="400" y="1643"/>
                    </a:lnTo>
                    <a:lnTo>
                      <a:pt x="441" y="2005"/>
                    </a:lnTo>
                    <a:lnTo>
                      <a:pt x="906" y="2526"/>
                    </a:lnTo>
                    <a:lnTo>
                      <a:pt x="1108" y="2690"/>
                    </a:lnTo>
                    <a:lnTo>
                      <a:pt x="688" y="1458"/>
                    </a:lnTo>
                    <a:lnTo>
                      <a:pt x="597" y="988"/>
                    </a:lnTo>
                    <a:lnTo>
                      <a:pt x="415" y="697"/>
                    </a:lnTo>
                    <a:lnTo>
                      <a:pt x="415" y="580"/>
                    </a:lnTo>
                    <a:lnTo>
                      <a:pt x="285" y="273"/>
                    </a:lnTo>
                    <a:lnTo>
                      <a:pt x="70"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6" name="Freeform 414"/>
              <p:cNvSpPr>
                <a:spLocks/>
              </p:cNvSpPr>
              <p:nvPr/>
            </p:nvSpPr>
            <p:spPr bwMode="auto">
              <a:xfrm>
                <a:off x="403" y="2247"/>
                <a:ext cx="60" cy="203"/>
              </a:xfrm>
              <a:custGeom>
                <a:avLst/>
                <a:gdLst>
                  <a:gd name="T0" fmla="*/ 0 w 597"/>
                  <a:gd name="T1" fmla="*/ 0 h 2032"/>
                  <a:gd name="T2" fmla="*/ 0 w 597"/>
                  <a:gd name="T3" fmla="*/ 0 h 2032"/>
                  <a:gd name="T4" fmla="*/ 0 w 597"/>
                  <a:gd name="T5" fmla="*/ 0 h 2032"/>
                  <a:gd name="T6" fmla="*/ 0 w 597"/>
                  <a:gd name="T7" fmla="*/ 0 h 2032"/>
                  <a:gd name="T8" fmla="*/ 0 w 597"/>
                  <a:gd name="T9" fmla="*/ 0 h 2032"/>
                  <a:gd name="T10" fmla="*/ 0 w 597"/>
                  <a:gd name="T11" fmla="*/ 0 h 2032"/>
                  <a:gd name="T12" fmla="*/ 0 w 597"/>
                  <a:gd name="T13" fmla="*/ 0 h 2032"/>
                  <a:gd name="T14" fmla="*/ 0 w 597"/>
                  <a:gd name="T15" fmla="*/ 0 h 2032"/>
                  <a:gd name="T16" fmla="*/ 0 w 597"/>
                  <a:gd name="T17" fmla="*/ 0 h 2032"/>
                  <a:gd name="T18" fmla="*/ 0 w 597"/>
                  <a:gd name="T19" fmla="*/ 0 h 2032"/>
                  <a:gd name="T20" fmla="*/ 0 w 597"/>
                  <a:gd name="T21" fmla="*/ 0 h 2032"/>
                  <a:gd name="T22" fmla="*/ 0 w 597"/>
                  <a:gd name="T23" fmla="*/ 0 h 2032"/>
                  <a:gd name="T24" fmla="*/ 0 w 597"/>
                  <a:gd name="T25" fmla="*/ 0 h 20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97"/>
                  <a:gd name="T40" fmla="*/ 0 h 2032"/>
                  <a:gd name="T41" fmla="*/ 597 w 597"/>
                  <a:gd name="T42" fmla="*/ 2032 h 20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97" h="2032">
                    <a:moveTo>
                      <a:pt x="0" y="0"/>
                    </a:moveTo>
                    <a:lnTo>
                      <a:pt x="0" y="170"/>
                    </a:lnTo>
                    <a:lnTo>
                      <a:pt x="122" y="500"/>
                    </a:lnTo>
                    <a:lnTo>
                      <a:pt x="334" y="1416"/>
                    </a:lnTo>
                    <a:lnTo>
                      <a:pt x="383" y="1796"/>
                    </a:lnTo>
                    <a:lnTo>
                      <a:pt x="597" y="2032"/>
                    </a:lnTo>
                    <a:lnTo>
                      <a:pt x="433" y="1143"/>
                    </a:lnTo>
                    <a:lnTo>
                      <a:pt x="275" y="639"/>
                    </a:lnTo>
                    <a:lnTo>
                      <a:pt x="343" y="500"/>
                    </a:lnTo>
                    <a:lnTo>
                      <a:pt x="292" y="500"/>
                    </a:lnTo>
                    <a:lnTo>
                      <a:pt x="168" y="206"/>
                    </a:lnTo>
                    <a:lnTo>
                      <a:pt x="57" y="46"/>
                    </a:lnTo>
                    <a:lnTo>
                      <a:pt x="0"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7" name="Freeform 415"/>
              <p:cNvSpPr>
                <a:spLocks/>
              </p:cNvSpPr>
              <p:nvPr/>
            </p:nvSpPr>
            <p:spPr bwMode="auto">
              <a:xfrm>
                <a:off x="265" y="1831"/>
                <a:ext cx="250" cy="85"/>
              </a:xfrm>
              <a:custGeom>
                <a:avLst/>
                <a:gdLst>
                  <a:gd name="T0" fmla="*/ 0 w 2503"/>
                  <a:gd name="T1" fmla="*/ 0 h 843"/>
                  <a:gd name="T2" fmla="*/ 0 w 2503"/>
                  <a:gd name="T3" fmla="*/ 0 h 843"/>
                  <a:gd name="T4" fmla="*/ 0 w 2503"/>
                  <a:gd name="T5" fmla="*/ 0 h 843"/>
                  <a:gd name="T6" fmla="*/ 0 w 2503"/>
                  <a:gd name="T7" fmla="*/ 0 h 843"/>
                  <a:gd name="T8" fmla="*/ 0 w 2503"/>
                  <a:gd name="T9" fmla="*/ 0 h 843"/>
                  <a:gd name="T10" fmla="*/ 0 w 2503"/>
                  <a:gd name="T11" fmla="*/ 0 h 843"/>
                  <a:gd name="T12" fmla="*/ 0 w 2503"/>
                  <a:gd name="T13" fmla="*/ 0 h 843"/>
                  <a:gd name="T14" fmla="*/ 0 w 2503"/>
                  <a:gd name="T15" fmla="*/ 0 h 843"/>
                  <a:gd name="T16" fmla="*/ 0 w 2503"/>
                  <a:gd name="T17" fmla="*/ 0 h 843"/>
                  <a:gd name="T18" fmla="*/ 0 w 2503"/>
                  <a:gd name="T19" fmla="*/ 0 h 843"/>
                  <a:gd name="T20" fmla="*/ 0 w 2503"/>
                  <a:gd name="T21" fmla="*/ 0 h 84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03"/>
                  <a:gd name="T34" fmla="*/ 0 h 843"/>
                  <a:gd name="T35" fmla="*/ 2503 w 2503"/>
                  <a:gd name="T36" fmla="*/ 843 h 84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03" h="843">
                    <a:moveTo>
                      <a:pt x="2503" y="656"/>
                    </a:moveTo>
                    <a:lnTo>
                      <a:pt x="2249" y="408"/>
                    </a:lnTo>
                    <a:lnTo>
                      <a:pt x="1610" y="124"/>
                    </a:lnTo>
                    <a:lnTo>
                      <a:pt x="1005" y="0"/>
                    </a:lnTo>
                    <a:lnTo>
                      <a:pt x="412" y="0"/>
                    </a:lnTo>
                    <a:lnTo>
                      <a:pt x="0" y="308"/>
                    </a:lnTo>
                    <a:lnTo>
                      <a:pt x="1013" y="729"/>
                    </a:lnTo>
                    <a:lnTo>
                      <a:pt x="1355" y="570"/>
                    </a:lnTo>
                    <a:lnTo>
                      <a:pt x="2051" y="843"/>
                    </a:lnTo>
                    <a:lnTo>
                      <a:pt x="2469" y="756"/>
                    </a:lnTo>
                    <a:lnTo>
                      <a:pt x="2503" y="656"/>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8" name="Freeform 416"/>
              <p:cNvSpPr>
                <a:spLocks/>
              </p:cNvSpPr>
              <p:nvPr/>
            </p:nvSpPr>
            <p:spPr bwMode="auto">
              <a:xfrm>
                <a:off x="484" y="2118"/>
                <a:ext cx="13" cy="8"/>
              </a:xfrm>
              <a:custGeom>
                <a:avLst/>
                <a:gdLst>
                  <a:gd name="T0" fmla="*/ 0 w 139"/>
                  <a:gd name="T1" fmla="*/ 0 h 82"/>
                  <a:gd name="T2" fmla="*/ 0 w 139"/>
                  <a:gd name="T3" fmla="*/ 0 h 82"/>
                  <a:gd name="T4" fmla="*/ 0 w 139"/>
                  <a:gd name="T5" fmla="*/ 0 h 82"/>
                  <a:gd name="T6" fmla="*/ 0 w 139"/>
                  <a:gd name="T7" fmla="*/ 0 h 82"/>
                  <a:gd name="T8" fmla="*/ 0 60000 65536"/>
                  <a:gd name="T9" fmla="*/ 0 60000 65536"/>
                  <a:gd name="T10" fmla="*/ 0 60000 65536"/>
                  <a:gd name="T11" fmla="*/ 0 60000 65536"/>
                  <a:gd name="T12" fmla="*/ 0 w 139"/>
                  <a:gd name="T13" fmla="*/ 0 h 82"/>
                  <a:gd name="T14" fmla="*/ 139 w 139"/>
                  <a:gd name="T15" fmla="*/ 82 h 82"/>
                </a:gdLst>
                <a:ahLst/>
                <a:cxnLst>
                  <a:cxn ang="T8">
                    <a:pos x="T0" y="T1"/>
                  </a:cxn>
                  <a:cxn ang="T9">
                    <a:pos x="T2" y="T3"/>
                  </a:cxn>
                  <a:cxn ang="T10">
                    <a:pos x="T4" y="T5"/>
                  </a:cxn>
                  <a:cxn ang="T11">
                    <a:pos x="T6" y="T7"/>
                  </a:cxn>
                </a:cxnLst>
                <a:rect l="T12" t="T13" r="T14" b="T15"/>
                <a:pathLst>
                  <a:path w="139" h="82">
                    <a:moveTo>
                      <a:pt x="139" y="0"/>
                    </a:moveTo>
                    <a:lnTo>
                      <a:pt x="139" y="82"/>
                    </a:lnTo>
                    <a:lnTo>
                      <a:pt x="0" y="82"/>
                    </a:lnTo>
                    <a:lnTo>
                      <a:pt x="13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9" name="Freeform 417"/>
              <p:cNvSpPr>
                <a:spLocks/>
              </p:cNvSpPr>
              <p:nvPr/>
            </p:nvSpPr>
            <p:spPr bwMode="auto">
              <a:xfrm>
                <a:off x="272" y="1959"/>
                <a:ext cx="263" cy="257"/>
              </a:xfrm>
              <a:custGeom>
                <a:avLst/>
                <a:gdLst>
                  <a:gd name="T0" fmla="*/ 0 w 2634"/>
                  <a:gd name="T1" fmla="*/ 0 h 2562"/>
                  <a:gd name="T2" fmla="*/ 0 w 2634"/>
                  <a:gd name="T3" fmla="*/ 0 h 2562"/>
                  <a:gd name="T4" fmla="*/ 0 w 2634"/>
                  <a:gd name="T5" fmla="*/ 0 h 2562"/>
                  <a:gd name="T6" fmla="*/ 0 w 2634"/>
                  <a:gd name="T7" fmla="*/ 0 h 2562"/>
                  <a:gd name="T8" fmla="*/ 0 w 2634"/>
                  <a:gd name="T9" fmla="*/ 0 h 2562"/>
                  <a:gd name="T10" fmla="*/ 0 w 2634"/>
                  <a:gd name="T11" fmla="*/ 0 h 2562"/>
                  <a:gd name="T12" fmla="*/ 0 w 2634"/>
                  <a:gd name="T13" fmla="*/ 0 h 2562"/>
                  <a:gd name="T14" fmla="*/ 0 w 2634"/>
                  <a:gd name="T15" fmla="*/ 0 h 2562"/>
                  <a:gd name="T16" fmla="*/ 0 w 2634"/>
                  <a:gd name="T17" fmla="*/ 0 h 2562"/>
                  <a:gd name="T18" fmla="*/ 0 w 2634"/>
                  <a:gd name="T19" fmla="*/ 0 h 2562"/>
                  <a:gd name="T20" fmla="*/ 0 w 2634"/>
                  <a:gd name="T21" fmla="*/ 0 h 2562"/>
                  <a:gd name="T22" fmla="*/ 0 w 2634"/>
                  <a:gd name="T23" fmla="*/ 0 h 2562"/>
                  <a:gd name="T24" fmla="*/ 0 w 2634"/>
                  <a:gd name="T25" fmla="*/ 0 h 2562"/>
                  <a:gd name="T26" fmla="*/ 0 w 2634"/>
                  <a:gd name="T27" fmla="*/ 0 h 2562"/>
                  <a:gd name="T28" fmla="*/ 0 w 2634"/>
                  <a:gd name="T29" fmla="*/ 0 h 2562"/>
                  <a:gd name="T30" fmla="*/ 0 w 2634"/>
                  <a:gd name="T31" fmla="*/ 0 h 2562"/>
                  <a:gd name="T32" fmla="*/ 0 w 2634"/>
                  <a:gd name="T33" fmla="*/ 0 h 2562"/>
                  <a:gd name="T34" fmla="*/ 0 w 2634"/>
                  <a:gd name="T35" fmla="*/ 0 h 2562"/>
                  <a:gd name="T36" fmla="*/ 0 w 2634"/>
                  <a:gd name="T37" fmla="*/ 0 h 2562"/>
                  <a:gd name="T38" fmla="*/ 0 w 2634"/>
                  <a:gd name="T39" fmla="*/ 0 h 2562"/>
                  <a:gd name="T40" fmla="*/ 0 w 2634"/>
                  <a:gd name="T41" fmla="*/ 0 h 2562"/>
                  <a:gd name="T42" fmla="*/ 0 w 2634"/>
                  <a:gd name="T43" fmla="*/ 0 h 2562"/>
                  <a:gd name="T44" fmla="*/ 0 w 2634"/>
                  <a:gd name="T45" fmla="*/ 0 h 2562"/>
                  <a:gd name="T46" fmla="*/ 0 w 2634"/>
                  <a:gd name="T47" fmla="*/ 0 h 2562"/>
                  <a:gd name="T48" fmla="*/ 0 w 2634"/>
                  <a:gd name="T49" fmla="*/ 0 h 256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34"/>
                  <a:gd name="T76" fmla="*/ 0 h 2562"/>
                  <a:gd name="T77" fmla="*/ 2634 w 2634"/>
                  <a:gd name="T78" fmla="*/ 2562 h 256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34" h="2562">
                    <a:moveTo>
                      <a:pt x="2505" y="519"/>
                    </a:moveTo>
                    <a:lnTo>
                      <a:pt x="2344" y="0"/>
                    </a:lnTo>
                    <a:lnTo>
                      <a:pt x="321" y="531"/>
                    </a:lnTo>
                    <a:lnTo>
                      <a:pt x="0" y="1743"/>
                    </a:lnTo>
                    <a:lnTo>
                      <a:pt x="375" y="1941"/>
                    </a:lnTo>
                    <a:lnTo>
                      <a:pt x="786" y="2295"/>
                    </a:lnTo>
                    <a:lnTo>
                      <a:pt x="1228" y="2562"/>
                    </a:lnTo>
                    <a:lnTo>
                      <a:pt x="1396" y="2326"/>
                    </a:lnTo>
                    <a:lnTo>
                      <a:pt x="2093" y="2326"/>
                    </a:lnTo>
                    <a:lnTo>
                      <a:pt x="2213" y="2171"/>
                    </a:lnTo>
                    <a:lnTo>
                      <a:pt x="2213" y="2029"/>
                    </a:lnTo>
                    <a:lnTo>
                      <a:pt x="2182" y="1913"/>
                    </a:lnTo>
                    <a:lnTo>
                      <a:pt x="2282" y="1755"/>
                    </a:lnTo>
                    <a:lnTo>
                      <a:pt x="2282" y="1671"/>
                    </a:lnTo>
                    <a:lnTo>
                      <a:pt x="2118" y="1671"/>
                    </a:lnTo>
                    <a:lnTo>
                      <a:pt x="2333" y="1530"/>
                    </a:lnTo>
                    <a:lnTo>
                      <a:pt x="2382" y="1304"/>
                    </a:lnTo>
                    <a:lnTo>
                      <a:pt x="2516" y="1234"/>
                    </a:lnTo>
                    <a:lnTo>
                      <a:pt x="2625" y="1210"/>
                    </a:lnTo>
                    <a:lnTo>
                      <a:pt x="2634" y="1170"/>
                    </a:lnTo>
                    <a:lnTo>
                      <a:pt x="2616" y="1096"/>
                    </a:lnTo>
                    <a:lnTo>
                      <a:pt x="2382" y="671"/>
                    </a:lnTo>
                    <a:lnTo>
                      <a:pt x="2362" y="635"/>
                    </a:lnTo>
                    <a:lnTo>
                      <a:pt x="2454" y="547"/>
                    </a:lnTo>
                    <a:lnTo>
                      <a:pt x="2505" y="519"/>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0" name="Rectangle 418"/>
              <p:cNvSpPr>
                <a:spLocks noChangeArrowheads="1"/>
              </p:cNvSpPr>
              <p:nvPr/>
            </p:nvSpPr>
            <p:spPr bwMode="auto">
              <a:xfrm>
                <a:off x="901" y="2280"/>
                <a:ext cx="38" cy="2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1" name="Rectangle 419"/>
              <p:cNvSpPr>
                <a:spLocks noChangeArrowheads="1"/>
              </p:cNvSpPr>
              <p:nvPr/>
            </p:nvSpPr>
            <p:spPr bwMode="auto">
              <a:xfrm>
                <a:off x="939" y="2292"/>
                <a:ext cx="38" cy="11"/>
              </a:xfrm>
              <a:prstGeom prst="rect">
                <a:avLst/>
              </a:prstGeom>
              <a:solidFill>
                <a:srgbClr val="00E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2" name="Rectangle 420"/>
              <p:cNvSpPr>
                <a:spLocks noChangeArrowheads="1"/>
              </p:cNvSpPr>
              <p:nvPr/>
            </p:nvSpPr>
            <p:spPr bwMode="auto">
              <a:xfrm>
                <a:off x="977" y="2261"/>
                <a:ext cx="38" cy="4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3" name="Rectangle 421"/>
              <p:cNvSpPr>
                <a:spLocks noChangeArrowheads="1"/>
              </p:cNvSpPr>
              <p:nvPr/>
            </p:nvSpPr>
            <p:spPr bwMode="auto">
              <a:xfrm>
                <a:off x="1015" y="2249"/>
                <a:ext cx="38" cy="54"/>
              </a:xfrm>
              <a:prstGeom prst="rect">
                <a:avLst/>
              </a:prstGeom>
              <a:solidFill>
                <a:srgbClr val="00E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4" name="Rectangle 422"/>
              <p:cNvSpPr>
                <a:spLocks noChangeArrowheads="1"/>
              </p:cNvSpPr>
              <p:nvPr/>
            </p:nvSpPr>
            <p:spPr bwMode="auto">
              <a:xfrm>
                <a:off x="1053" y="2286"/>
                <a:ext cx="38" cy="1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5" name="Rectangle 423"/>
              <p:cNvSpPr>
                <a:spLocks noChangeArrowheads="1"/>
              </p:cNvSpPr>
              <p:nvPr/>
            </p:nvSpPr>
            <p:spPr bwMode="auto">
              <a:xfrm>
                <a:off x="1091" y="2182"/>
                <a:ext cx="38" cy="121"/>
              </a:xfrm>
              <a:prstGeom prst="rect">
                <a:avLst/>
              </a:prstGeom>
              <a:solidFill>
                <a:srgbClr val="00E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6" name="Rectangle 424"/>
              <p:cNvSpPr>
                <a:spLocks noChangeArrowheads="1"/>
              </p:cNvSpPr>
              <p:nvPr/>
            </p:nvSpPr>
            <p:spPr bwMode="auto">
              <a:xfrm>
                <a:off x="1129" y="2061"/>
                <a:ext cx="38" cy="24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7" name="Rectangle 425"/>
              <p:cNvSpPr>
                <a:spLocks noChangeArrowheads="1"/>
              </p:cNvSpPr>
              <p:nvPr/>
            </p:nvSpPr>
            <p:spPr bwMode="auto">
              <a:xfrm>
                <a:off x="1167" y="2079"/>
                <a:ext cx="38" cy="224"/>
              </a:xfrm>
              <a:prstGeom prst="rect">
                <a:avLst/>
              </a:prstGeom>
              <a:solidFill>
                <a:srgbClr val="00E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 name="Rectangle 426"/>
              <p:cNvSpPr>
                <a:spLocks noChangeArrowheads="1"/>
              </p:cNvSpPr>
              <p:nvPr/>
            </p:nvSpPr>
            <p:spPr bwMode="auto">
              <a:xfrm>
                <a:off x="1205" y="2067"/>
                <a:ext cx="38" cy="23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9" name="Rectangle 427"/>
              <p:cNvSpPr>
                <a:spLocks noChangeArrowheads="1"/>
              </p:cNvSpPr>
              <p:nvPr/>
            </p:nvSpPr>
            <p:spPr bwMode="auto">
              <a:xfrm>
                <a:off x="896" y="2054"/>
                <a:ext cx="19" cy="13"/>
              </a:xfrm>
              <a:prstGeom prst="rect">
                <a:avLst/>
              </a:prstGeom>
              <a:solidFill>
                <a:srgbClr val="00E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60" name="Rectangle 428"/>
              <p:cNvSpPr>
                <a:spLocks noChangeArrowheads="1"/>
              </p:cNvSpPr>
              <p:nvPr/>
            </p:nvSpPr>
            <p:spPr bwMode="auto">
              <a:xfrm>
                <a:off x="896" y="2079"/>
                <a:ext cx="19" cy="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61" name="Freeform 429"/>
              <p:cNvSpPr>
                <a:spLocks/>
              </p:cNvSpPr>
              <p:nvPr/>
            </p:nvSpPr>
            <p:spPr bwMode="auto">
              <a:xfrm>
                <a:off x="500" y="2062"/>
                <a:ext cx="35" cy="33"/>
              </a:xfrm>
              <a:custGeom>
                <a:avLst/>
                <a:gdLst>
                  <a:gd name="T0" fmla="*/ 0 w 352"/>
                  <a:gd name="T1" fmla="*/ 0 h 326"/>
                  <a:gd name="T2" fmla="*/ 0 w 352"/>
                  <a:gd name="T3" fmla="*/ 0 h 326"/>
                  <a:gd name="T4" fmla="*/ 0 w 352"/>
                  <a:gd name="T5" fmla="*/ 0 h 326"/>
                  <a:gd name="T6" fmla="*/ 0 w 352"/>
                  <a:gd name="T7" fmla="*/ 0 h 326"/>
                  <a:gd name="T8" fmla="*/ 0 w 352"/>
                  <a:gd name="T9" fmla="*/ 0 h 326"/>
                  <a:gd name="T10" fmla="*/ 0 w 352"/>
                  <a:gd name="T11" fmla="*/ 0 h 326"/>
                  <a:gd name="T12" fmla="*/ 0 w 352"/>
                  <a:gd name="T13" fmla="*/ 0 h 326"/>
                  <a:gd name="T14" fmla="*/ 0 w 352"/>
                  <a:gd name="T15" fmla="*/ 0 h 326"/>
                  <a:gd name="T16" fmla="*/ 0 w 352"/>
                  <a:gd name="T17" fmla="*/ 0 h 326"/>
                  <a:gd name="T18" fmla="*/ 0 w 352"/>
                  <a:gd name="T19" fmla="*/ 0 h 326"/>
                  <a:gd name="T20" fmla="*/ 0 w 352"/>
                  <a:gd name="T21" fmla="*/ 0 h 326"/>
                  <a:gd name="T22" fmla="*/ 0 w 352"/>
                  <a:gd name="T23" fmla="*/ 0 h 326"/>
                  <a:gd name="T24" fmla="*/ 0 w 352"/>
                  <a:gd name="T25" fmla="*/ 0 h 326"/>
                  <a:gd name="T26" fmla="*/ 0 w 352"/>
                  <a:gd name="T27" fmla="*/ 0 h 326"/>
                  <a:gd name="T28" fmla="*/ 0 w 352"/>
                  <a:gd name="T29" fmla="*/ 0 h 3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2"/>
                  <a:gd name="T46" fmla="*/ 0 h 326"/>
                  <a:gd name="T47" fmla="*/ 352 w 352"/>
                  <a:gd name="T48" fmla="*/ 326 h 3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2" h="326">
                    <a:moveTo>
                      <a:pt x="128" y="0"/>
                    </a:moveTo>
                    <a:lnTo>
                      <a:pt x="192" y="120"/>
                    </a:lnTo>
                    <a:lnTo>
                      <a:pt x="91" y="120"/>
                    </a:lnTo>
                    <a:lnTo>
                      <a:pt x="91" y="266"/>
                    </a:lnTo>
                    <a:lnTo>
                      <a:pt x="215" y="198"/>
                    </a:lnTo>
                    <a:lnTo>
                      <a:pt x="352" y="198"/>
                    </a:lnTo>
                    <a:lnTo>
                      <a:pt x="352" y="222"/>
                    </a:lnTo>
                    <a:lnTo>
                      <a:pt x="308" y="240"/>
                    </a:lnTo>
                    <a:lnTo>
                      <a:pt x="228" y="256"/>
                    </a:lnTo>
                    <a:lnTo>
                      <a:pt x="122" y="326"/>
                    </a:lnTo>
                    <a:lnTo>
                      <a:pt x="91" y="326"/>
                    </a:lnTo>
                    <a:lnTo>
                      <a:pt x="0" y="240"/>
                    </a:lnTo>
                    <a:lnTo>
                      <a:pt x="47" y="105"/>
                    </a:lnTo>
                    <a:lnTo>
                      <a:pt x="100" y="84"/>
                    </a:lnTo>
                    <a:lnTo>
                      <a:pt x="12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2" name="Freeform 430"/>
              <p:cNvSpPr>
                <a:spLocks/>
              </p:cNvSpPr>
              <p:nvPr/>
            </p:nvSpPr>
            <p:spPr bwMode="auto">
              <a:xfrm>
                <a:off x="493" y="2128"/>
                <a:ext cx="11" cy="21"/>
              </a:xfrm>
              <a:custGeom>
                <a:avLst/>
                <a:gdLst>
                  <a:gd name="T0" fmla="*/ 0 w 107"/>
                  <a:gd name="T1" fmla="*/ 0 h 203"/>
                  <a:gd name="T2" fmla="*/ 0 w 107"/>
                  <a:gd name="T3" fmla="*/ 0 h 203"/>
                  <a:gd name="T4" fmla="*/ 0 w 107"/>
                  <a:gd name="T5" fmla="*/ 0 h 203"/>
                  <a:gd name="T6" fmla="*/ 0 w 107"/>
                  <a:gd name="T7" fmla="*/ 0 h 203"/>
                  <a:gd name="T8" fmla="*/ 0 w 107"/>
                  <a:gd name="T9" fmla="*/ 0 h 203"/>
                  <a:gd name="T10" fmla="*/ 0 w 107"/>
                  <a:gd name="T11" fmla="*/ 0 h 203"/>
                  <a:gd name="T12" fmla="*/ 0 60000 65536"/>
                  <a:gd name="T13" fmla="*/ 0 60000 65536"/>
                  <a:gd name="T14" fmla="*/ 0 60000 65536"/>
                  <a:gd name="T15" fmla="*/ 0 60000 65536"/>
                  <a:gd name="T16" fmla="*/ 0 60000 65536"/>
                  <a:gd name="T17" fmla="*/ 0 60000 65536"/>
                  <a:gd name="T18" fmla="*/ 0 w 107"/>
                  <a:gd name="T19" fmla="*/ 0 h 203"/>
                  <a:gd name="T20" fmla="*/ 107 w 107"/>
                  <a:gd name="T21" fmla="*/ 203 h 203"/>
                </a:gdLst>
                <a:ahLst/>
                <a:cxnLst>
                  <a:cxn ang="T12">
                    <a:pos x="T0" y="T1"/>
                  </a:cxn>
                  <a:cxn ang="T13">
                    <a:pos x="T2" y="T3"/>
                  </a:cxn>
                  <a:cxn ang="T14">
                    <a:pos x="T4" y="T5"/>
                  </a:cxn>
                  <a:cxn ang="T15">
                    <a:pos x="T6" y="T7"/>
                  </a:cxn>
                  <a:cxn ang="T16">
                    <a:pos x="T8" y="T9"/>
                  </a:cxn>
                  <a:cxn ang="T17">
                    <a:pos x="T10" y="T11"/>
                  </a:cxn>
                </a:cxnLst>
                <a:rect l="T18" t="T19" r="T20" b="T21"/>
                <a:pathLst>
                  <a:path w="107" h="203">
                    <a:moveTo>
                      <a:pt x="53" y="0"/>
                    </a:moveTo>
                    <a:lnTo>
                      <a:pt x="53" y="67"/>
                    </a:lnTo>
                    <a:lnTo>
                      <a:pt x="0" y="203"/>
                    </a:lnTo>
                    <a:lnTo>
                      <a:pt x="107" y="67"/>
                    </a:lnTo>
                    <a:lnTo>
                      <a:pt x="107" y="0"/>
                    </a:lnTo>
                    <a:lnTo>
                      <a:pt x="5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3" name="Freeform 431"/>
              <p:cNvSpPr>
                <a:spLocks/>
              </p:cNvSpPr>
              <p:nvPr/>
            </p:nvSpPr>
            <p:spPr bwMode="auto">
              <a:xfrm>
                <a:off x="485" y="2114"/>
                <a:ext cx="24" cy="14"/>
              </a:xfrm>
              <a:custGeom>
                <a:avLst/>
                <a:gdLst>
                  <a:gd name="T0" fmla="*/ 0 w 235"/>
                  <a:gd name="T1" fmla="*/ 0 h 141"/>
                  <a:gd name="T2" fmla="*/ 0 w 235"/>
                  <a:gd name="T3" fmla="*/ 0 h 141"/>
                  <a:gd name="T4" fmla="*/ 0 w 235"/>
                  <a:gd name="T5" fmla="*/ 0 h 141"/>
                  <a:gd name="T6" fmla="*/ 0 60000 65536"/>
                  <a:gd name="T7" fmla="*/ 0 60000 65536"/>
                  <a:gd name="T8" fmla="*/ 0 60000 65536"/>
                  <a:gd name="T9" fmla="*/ 0 w 235"/>
                  <a:gd name="T10" fmla="*/ 0 h 141"/>
                  <a:gd name="T11" fmla="*/ 235 w 235"/>
                  <a:gd name="T12" fmla="*/ 141 h 141"/>
                </a:gdLst>
                <a:ahLst/>
                <a:cxnLst>
                  <a:cxn ang="T6">
                    <a:pos x="T0" y="T1"/>
                  </a:cxn>
                  <a:cxn ang="T7">
                    <a:pos x="T2" y="T3"/>
                  </a:cxn>
                  <a:cxn ang="T8">
                    <a:pos x="T4" y="T5"/>
                  </a:cxn>
                </a:cxnLst>
                <a:rect l="T9" t="T10" r="T11" b="T12"/>
                <a:pathLst>
                  <a:path w="235" h="141">
                    <a:moveTo>
                      <a:pt x="137" y="141"/>
                    </a:moveTo>
                    <a:lnTo>
                      <a:pt x="0" y="141"/>
                    </a:lnTo>
                    <a:lnTo>
                      <a:pt x="235"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64" name="Line 432"/>
              <p:cNvSpPr>
                <a:spLocks noChangeShapeType="1"/>
              </p:cNvSpPr>
              <p:nvPr/>
            </p:nvSpPr>
            <p:spPr bwMode="auto">
              <a:xfrm flipV="1">
                <a:off x="499" y="212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65" name="Freeform 433"/>
              <p:cNvSpPr>
                <a:spLocks/>
              </p:cNvSpPr>
              <p:nvPr/>
            </p:nvSpPr>
            <p:spPr bwMode="auto">
              <a:xfrm>
                <a:off x="485" y="2026"/>
                <a:ext cx="24" cy="18"/>
              </a:xfrm>
              <a:custGeom>
                <a:avLst/>
                <a:gdLst>
                  <a:gd name="T0" fmla="*/ 0 w 248"/>
                  <a:gd name="T1" fmla="*/ 0 h 176"/>
                  <a:gd name="T2" fmla="*/ 0 w 248"/>
                  <a:gd name="T3" fmla="*/ 0 h 176"/>
                  <a:gd name="T4" fmla="*/ 0 w 248"/>
                  <a:gd name="T5" fmla="*/ 0 h 176"/>
                  <a:gd name="T6" fmla="*/ 0 w 248"/>
                  <a:gd name="T7" fmla="*/ 0 h 176"/>
                  <a:gd name="T8" fmla="*/ 0 w 248"/>
                  <a:gd name="T9" fmla="*/ 0 h 176"/>
                  <a:gd name="T10" fmla="*/ 0 w 248"/>
                  <a:gd name="T11" fmla="*/ 0 h 176"/>
                  <a:gd name="T12" fmla="*/ 0 60000 65536"/>
                  <a:gd name="T13" fmla="*/ 0 60000 65536"/>
                  <a:gd name="T14" fmla="*/ 0 60000 65536"/>
                  <a:gd name="T15" fmla="*/ 0 60000 65536"/>
                  <a:gd name="T16" fmla="*/ 0 60000 65536"/>
                  <a:gd name="T17" fmla="*/ 0 60000 65536"/>
                  <a:gd name="T18" fmla="*/ 0 w 248"/>
                  <a:gd name="T19" fmla="*/ 0 h 176"/>
                  <a:gd name="T20" fmla="*/ 248 w 248"/>
                  <a:gd name="T21" fmla="*/ 176 h 176"/>
                </a:gdLst>
                <a:ahLst/>
                <a:cxnLst>
                  <a:cxn ang="T12">
                    <a:pos x="T0" y="T1"/>
                  </a:cxn>
                  <a:cxn ang="T13">
                    <a:pos x="T2" y="T3"/>
                  </a:cxn>
                  <a:cxn ang="T14">
                    <a:pos x="T4" y="T5"/>
                  </a:cxn>
                  <a:cxn ang="T15">
                    <a:pos x="T6" y="T7"/>
                  </a:cxn>
                  <a:cxn ang="T16">
                    <a:pos x="T8" y="T9"/>
                  </a:cxn>
                  <a:cxn ang="T17">
                    <a:pos x="T10" y="T11"/>
                  </a:cxn>
                </a:cxnLst>
                <a:rect l="T18" t="T19" r="T20" b="T21"/>
                <a:pathLst>
                  <a:path w="248" h="176">
                    <a:moveTo>
                      <a:pt x="0" y="120"/>
                    </a:moveTo>
                    <a:lnTo>
                      <a:pt x="103" y="176"/>
                    </a:lnTo>
                    <a:lnTo>
                      <a:pt x="103" y="120"/>
                    </a:lnTo>
                    <a:lnTo>
                      <a:pt x="248" y="56"/>
                    </a:lnTo>
                    <a:lnTo>
                      <a:pt x="195" y="0"/>
                    </a:lnTo>
                    <a:lnTo>
                      <a:pt x="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6" name="Freeform 434"/>
              <p:cNvSpPr>
                <a:spLocks/>
              </p:cNvSpPr>
              <p:nvPr/>
            </p:nvSpPr>
            <p:spPr bwMode="auto">
              <a:xfrm>
                <a:off x="470" y="2008"/>
                <a:ext cx="54" cy="18"/>
              </a:xfrm>
              <a:custGeom>
                <a:avLst/>
                <a:gdLst>
                  <a:gd name="T0" fmla="*/ 0 w 540"/>
                  <a:gd name="T1" fmla="*/ 0 h 184"/>
                  <a:gd name="T2" fmla="*/ 0 w 540"/>
                  <a:gd name="T3" fmla="*/ 0 h 184"/>
                  <a:gd name="T4" fmla="*/ 0 w 540"/>
                  <a:gd name="T5" fmla="*/ 0 h 184"/>
                  <a:gd name="T6" fmla="*/ 0 w 540"/>
                  <a:gd name="T7" fmla="*/ 0 h 184"/>
                  <a:gd name="T8" fmla="*/ 0 w 540"/>
                  <a:gd name="T9" fmla="*/ 0 h 184"/>
                  <a:gd name="T10" fmla="*/ 0 w 540"/>
                  <a:gd name="T11" fmla="*/ 0 h 184"/>
                  <a:gd name="T12" fmla="*/ 0 w 540"/>
                  <a:gd name="T13" fmla="*/ 0 h 184"/>
                  <a:gd name="T14" fmla="*/ 0 w 540"/>
                  <a:gd name="T15" fmla="*/ 0 h 184"/>
                  <a:gd name="T16" fmla="*/ 0 w 540"/>
                  <a:gd name="T17" fmla="*/ 0 h 1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40"/>
                  <a:gd name="T28" fmla="*/ 0 h 184"/>
                  <a:gd name="T29" fmla="*/ 540 w 540"/>
                  <a:gd name="T30" fmla="*/ 184 h 1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40" h="184">
                    <a:moveTo>
                      <a:pt x="540" y="0"/>
                    </a:moveTo>
                    <a:lnTo>
                      <a:pt x="540" y="50"/>
                    </a:lnTo>
                    <a:lnTo>
                      <a:pt x="395" y="120"/>
                    </a:lnTo>
                    <a:lnTo>
                      <a:pt x="250" y="120"/>
                    </a:lnTo>
                    <a:lnTo>
                      <a:pt x="80" y="184"/>
                    </a:lnTo>
                    <a:lnTo>
                      <a:pt x="0" y="184"/>
                    </a:lnTo>
                    <a:lnTo>
                      <a:pt x="262" y="64"/>
                    </a:lnTo>
                    <a:lnTo>
                      <a:pt x="395" y="64"/>
                    </a:lnTo>
                    <a:lnTo>
                      <a:pt x="5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7" name="Freeform 435"/>
              <p:cNvSpPr>
                <a:spLocks/>
              </p:cNvSpPr>
              <p:nvPr/>
            </p:nvSpPr>
            <p:spPr bwMode="auto">
              <a:xfrm>
                <a:off x="188" y="1833"/>
                <a:ext cx="342" cy="307"/>
              </a:xfrm>
              <a:custGeom>
                <a:avLst/>
                <a:gdLst>
                  <a:gd name="T0" fmla="*/ 0 w 3421"/>
                  <a:gd name="T1" fmla="*/ 0 h 3075"/>
                  <a:gd name="T2" fmla="*/ 0 w 3421"/>
                  <a:gd name="T3" fmla="*/ 0 h 3075"/>
                  <a:gd name="T4" fmla="*/ 0 w 3421"/>
                  <a:gd name="T5" fmla="*/ 0 h 3075"/>
                  <a:gd name="T6" fmla="*/ 0 w 3421"/>
                  <a:gd name="T7" fmla="*/ 0 h 3075"/>
                  <a:gd name="T8" fmla="*/ 0 w 3421"/>
                  <a:gd name="T9" fmla="*/ 0 h 3075"/>
                  <a:gd name="T10" fmla="*/ 0 w 3421"/>
                  <a:gd name="T11" fmla="*/ 0 h 3075"/>
                  <a:gd name="T12" fmla="*/ 0 w 3421"/>
                  <a:gd name="T13" fmla="*/ 0 h 3075"/>
                  <a:gd name="T14" fmla="*/ 0 w 3421"/>
                  <a:gd name="T15" fmla="*/ 0 h 3075"/>
                  <a:gd name="T16" fmla="*/ 0 w 3421"/>
                  <a:gd name="T17" fmla="*/ 0 h 3075"/>
                  <a:gd name="T18" fmla="*/ 0 w 3421"/>
                  <a:gd name="T19" fmla="*/ 0 h 3075"/>
                  <a:gd name="T20" fmla="*/ 0 w 3421"/>
                  <a:gd name="T21" fmla="*/ 0 h 3075"/>
                  <a:gd name="T22" fmla="*/ 0 w 3421"/>
                  <a:gd name="T23" fmla="*/ 0 h 3075"/>
                  <a:gd name="T24" fmla="*/ 0 w 3421"/>
                  <a:gd name="T25" fmla="*/ 0 h 3075"/>
                  <a:gd name="T26" fmla="*/ 0 w 3421"/>
                  <a:gd name="T27" fmla="*/ 0 h 3075"/>
                  <a:gd name="T28" fmla="*/ 0 w 3421"/>
                  <a:gd name="T29" fmla="*/ 0 h 3075"/>
                  <a:gd name="T30" fmla="*/ 0 w 3421"/>
                  <a:gd name="T31" fmla="*/ 0 h 3075"/>
                  <a:gd name="T32" fmla="*/ 0 w 3421"/>
                  <a:gd name="T33" fmla="*/ 0 h 3075"/>
                  <a:gd name="T34" fmla="*/ 0 w 3421"/>
                  <a:gd name="T35" fmla="*/ 0 h 3075"/>
                  <a:gd name="T36" fmla="*/ 0 w 3421"/>
                  <a:gd name="T37" fmla="*/ 0 h 3075"/>
                  <a:gd name="T38" fmla="*/ 0 w 3421"/>
                  <a:gd name="T39" fmla="*/ 0 h 3075"/>
                  <a:gd name="T40" fmla="*/ 0 w 3421"/>
                  <a:gd name="T41" fmla="*/ 0 h 3075"/>
                  <a:gd name="T42" fmla="*/ 0 w 3421"/>
                  <a:gd name="T43" fmla="*/ 0 h 3075"/>
                  <a:gd name="T44" fmla="*/ 0 w 3421"/>
                  <a:gd name="T45" fmla="*/ 0 h 3075"/>
                  <a:gd name="T46" fmla="*/ 0 w 3421"/>
                  <a:gd name="T47" fmla="*/ 0 h 3075"/>
                  <a:gd name="T48" fmla="*/ 0 w 3421"/>
                  <a:gd name="T49" fmla="*/ 0 h 3075"/>
                  <a:gd name="T50" fmla="*/ 0 w 3421"/>
                  <a:gd name="T51" fmla="*/ 0 h 3075"/>
                  <a:gd name="T52" fmla="*/ 0 w 3421"/>
                  <a:gd name="T53" fmla="*/ 0 h 3075"/>
                  <a:gd name="T54" fmla="*/ 0 w 3421"/>
                  <a:gd name="T55" fmla="*/ 0 h 3075"/>
                  <a:gd name="T56" fmla="*/ 0 w 3421"/>
                  <a:gd name="T57" fmla="*/ 0 h 3075"/>
                  <a:gd name="T58" fmla="*/ 0 w 3421"/>
                  <a:gd name="T59" fmla="*/ 0 h 3075"/>
                  <a:gd name="T60" fmla="*/ 0 w 3421"/>
                  <a:gd name="T61" fmla="*/ 0 h 3075"/>
                  <a:gd name="T62" fmla="*/ 0 w 3421"/>
                  <a:gd name="T63" fmla="*/ 0 h 3075"/>
                  <a:gd name="T64" fmla="*/ 0 w 3421"/>
                  <a:gd name="T65" fmla="*/ 0 h 3075"/>
                  <a:gd name="T66" fmla="*/ 0 w 3421"/>
                  <a:gd name="T67" fmla="*/ 0 h 3075"/>
                  <a:gd name="T68" fmla="*/ 0 w 3421"/>
                  <a:gd name="T69" fmla="*/ 0 h 3075"/>
                  <a:gd name="T70" fmla="*/ 0 w 3421"/>
                  <a:gd name="T71" fmla="*/ 0 h 3075"/>
                  <a:gd name="T72" fmla="*/ 0 w 3421"/>
                  <a:gd name="T73" fmla="*/ 0 h 3075"/>
                  <a:gd name="T74" fmla="*/ 0 w 3421"/>
                  <a:gd name="T75" fmla="*/ 0 h 3075"/>
                  <a:gd name="T76" fmla="*/ 0 w 3421"/>
                  <a:gd name="T77" fmla="*/ 0 h 3075"/>
                  <a:gd name="T78" fmla="*/ 0 w 3421"/>
                  <a:gd name="T79" fmla="*/ 0 h 3075"/>
                  <a:gd name="T80" fmla="*/ 0 w 3421"/>
                  <a:gd name="T81" fmla="*/ 0 h 3075"/>
                  <a:gd name="T82" fmla="*/ 0 w 3421"/>
                  <a:gd name="T83" fmla="*/ 0 h 3075"/>
                  <a:gd name="T84" fmla="*/ 0 w 3421"/>
                  <a:gd name="T85" fmla="*/ 0 h 3075"/>
                  <a:gd name="T86" fmla="*/ 0 w 3421"/>
                  <a:gd name="T87" fmla="*/ 0 h 3075"/>
                  <a:gd name="T88" fmla="*/ 0 w 3421"/>
                  <a:gd name="T89" fmla="*/ 0 h 3075"/>
                  <a:gd name="T90" fmla="*/ 0 w 3421"/>
                  <a:gd name="T91" fmla="*/ 0 h 3075"/>
                  <a:gd name="T92" fmla="*/ 0 w 3421"/>
                  <a:gd name="T93" fmla="*/ 0 h 3075"/>
                  <a:gd name="T94" fmla="*/ 0 w 3421"/>
                  <a:gd name="T95" fmla="*/ 0 h 3075"/>
                  <a:gd name="T96" fmla="*/ 0 w 3421"/>
                  <a:gd name="T97" fmla="*/ 0 h 3075"/>
                  <a:gd name="T98" fmla="*/ 0 w 3421"/>
                  <a:gd name="T99" fmla="*/ 0 h 3075"/>
                  <a:gd name="T100" fmla="*/ 0 w 3421"/>
                  <a:gd name="T101" fmla="*/ 0 h 3075"/>
                  <a:gd name="T102" fmla="*/ 0 w 3421"/>
                  <a:gd name="T103" fmla="*/ 0 h 3075"/>
                  <a:gd name="T104" fmla="*/ 0 w 3421"/>
                  <a:gd name="T105" fmla="*/ 0 h 3075"/>
                  <a:gd name="T106" fmla="*/ 0 w 3421"/>
                  <a:gd name="T107" fmla="*/ 0 h 3075"/>
                  <a:gd name="T108" fmla="*/ 0 w 3421"/>
                  <a:gd name="T109" fmla="*/ 0 h 3075"/>
                  <a:gd name="T110" fmla="*/ 0 w 3421"/>
                  <a:gd name="T111" fmla="*/ 0 h 3075"/>
                  <a:gd name="T112" fmla="*/ 0 w 3421"/>
                  <a:gd name="T113" fmla="*/ 0 h 307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421"/>
                  <a:gd name="T172" fmla="*/ 0 h 3075"/>
                  <a:gd name="T173" fmla="*/ 3421 w 3421"/>
                  <a:gd name="T174" fmla="*/ 3075 h 307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421" h="3075">
                    <a:moveTo>
                      <a:pt x="2835" y="1481"/>
                    </a:moveTo>
                    <a:lnTo>
                      <a:pt x="3005" y="1481"/>
                    </a:lnTo>
                    <a:lnTo>
                      <a:pt x="3326" y="1242"/>
                    </a:lnTo>
                    <a:lnTo>
                      <a:pt x="3421" y="901"/>
                    </a:lnTo>
                    <a:lnTo>
                      <a:pt x="3292" y="651"/>
                    </a:lnTo>
                    <a:lnTo>
                      <a:pt x="2994" y="764"/>
                    </a:lnTo>
                    <a:lnTo>
                      <a:pt x="2807" y="764"/>
                    </a:lnTo>
                    <a:lnTo>
                      <a:pt x="2923" y="533"/>
                    </a:lnTo>
                    <a:lnTo>
                      <a:pt x="2743" y="533"/>
                    </a:lnTo>
                    <a:lnTo>
                      <a:pt x="2639" y="613"/>
                    </a:lnTo>
                    <a:lnTo>
                      <a:pt x="2491" y="651"/>
                    </a:lnTo>
                    <a:lnTo>
                      <a:pt x="2563" y="533"/>
                    </a:lnTo>
                    <a:lnTo>
                      <a:pt x="2213" y="468"/>
                    </a:lnTo>
                    <a:lnTo>
                      <a:pt x="2263" y="373"/>
                    </a:lnTo>
                    <a:lnTo>
                      <a:pt x="2020" y="333"/>
                    </a:lnTo>
                    <a:lnTo>
                      <a:pt x="1688" y="557"/>
                    </a:lnTo>
                    <a:lnTo>
                      <a:pt x="1786" y="279"/>
                    </a:lnTo>
                    <a:lnTo>
                      <a:pt x="1543" y="427"/>
                    </a:lnTo>
                    <a:lnTo>
                      <a:pt x="1513" y="295"/>
                    </a:lnTo>
                    <a:lnTo>
                      <a:pt x="1397" y="295"/>
                    </a:lnTo>
                    <a:lnTo>
                      <a:pt x="1263" y="363"/>
                    </a:lnTo>
                    <a:lnTo>
                      <a:pt x="1263" y="227"/>
                    </a:lnTo>
                    <a:lnTo>
                      <a:pt x="1167" y="295"/>
                    </a:lnTo>
                    <a:lnTo>
                      <a:pt x="1078" y="295"/>
                    </a:lnTo>
                    <a:lnTo>
                      <a:pt x="1167" y="0"/>
                    </a:lnTo>
                    <a:lnTo>
                      <a:pt x="914" y="0"/>
                    </a:lnTo>
                    <a:lnTo>
                      <a:pt x="644" y="81"/>
                    </a:lnTo>
                    <a:lnTo>
                      <a:pt x="332" y="333"/>
                    </a:lnTo>
                    <a:lnTo>
                      <a:pt x="91" y="773"/>
                    </a:lnTo>
                    <a:lnTo>
                      <a:pt x="0" y="1254"/>
                    </a:lnTo>
                    <a:lnTo>
                      <a:pt x="0" y="1548"/>
                    </a:lnTo>
                    <a:lnTo>
                      <a:pt x="271" y="2504"/>
                    </a:lnTo>
                    <a:lnTo>
                      <a:pt x="342" y="2864"/>
                    </a:lnTo>
                    <a:lnTo>
                      <a:pt x="470" y="3021"/>
                    </a:lnTo>
                    <a:lnTo>
                      <a:pt x="634" y="3075"/>
                    </a:lnTo>
                    <a:lnTo>
                      <a:pt x="769" y="3075"/>
                    </a:lnTo>
                    <a:lnTo>
                      <a:pt x="927" y="2954"/>
                    </a:lnTo>
                    <a:lnTo>
                      <a:pt x="927" y="3075"/>
                    </a:lnTo>
                    <a:lnTo>
                      <a:pt x="1085" y="3011"/>
                    </a:lnTo>
                    <a:lnTo>
                      <a:pt x="1223" y="2733"/>
                    </a:lnTo>
                    <a:lnTo>
                      <a:pt x="1231" y="2362"/>
                    </a:lnTo>
                    <a:lnTo>
                      <a:pt x="1271" y="2187"/>
                    </a:lnTo>
                    <a:lnTo>
                      <a:pt x="1397" y="2027"/>
                    </a:lnTo>
                    <a:lnTo>
                      <a:pt x="1513" y="1971"/>
                    </a:lnTo>
                    <a:lnTo>
                      <a:pt x="1688" y="1971"/>
                    </a:lnTo>
                    <a:lnTo>
                      <a:pt x="1856" y="2082"/>
                    </a:lnTo>
                    <a:lnTo>
                      <a:pt x="1980" y="2277"/>
                    </a:lnTo>
                    <a:lnTo>
                      <a:pt x="2219" y="2265"/>
                    </a:lnTo>
                    <a:lnTo>
                      <a:pt x="2219" y="2000"/>
                    </a:lnTo>
                    <a:lnTo>
                      <a:pt x="2419" y="1729"/>
                    </a:lnTo>
                    <a:lnTo>
                      <a:pt x="2659" y="1639"/>
                    </a:lnTo>
                    <a:lnTo>
                      <a:pt x="2751" y="1521"/>
                    </a:lnTo>
                    <a:lnTo>
                      <a:pt x="2545" y="1521"/>
                    </a:lnTo>
                    <a:lnTo>
                      <a:pt x="2669" y="1437"/>
                    </a:lnTo>
                    <a:lnTo>
                      <a:pt x="2969" y="1374"/>
                    </a:lnTo>
                    <a:lnTo>
                      <a:pt x="2913" y="1452"/>
                    </a:lnTo>
                    <a:lnTo>
                      <a:pt x="2835" y="14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8" name="Freeform 436"/>
              <p:cNvSpPr>
                <a:spLocks/>
              </p:cNvSpPr>
              <p:nvPr/>
            </p:nvSpPr>
            <p:spPr bwMode="auto">
              <a:xfrm>
                <a:off x="289" y="1831"/>
                <a:ext cx="230" cy="78"/>
              </a:xfrm>
              <a:custGeom>
                <a:avLst/>
                <a:gdLst>
                  <a:gd name="T0" fmla="*/ 0 w 2297"/>
                  <a:gd name="T1" fmla="*/ 0 h 777"/>
                  <a:gd name="T2" fmla="*/ 0 w 2297"/>
                  <a:gd name="T3" fmla="*/ 0 h 777"/>
                  <a:gd name="T4" fmla="*/ 0 w 2297"/>
                  <a:gd name="T5" fmla="*/ 0 h 777"/>
                  <a:gd name="T6" fmla="*/ 0 w 2297"/>
                  <a:gd name="T7" fmla="*/ 0 h 777"/>
                  <a:gd name="T8" fmla="*/ 0 w 2297"/>
                  <a:gd name="T9" fmla="*/ 0 h 777"/>
                  <a:gd name="T10" fmla="*/ 0 w 2297"/>
                  <a:gd name="T11" fmla="*/ 0 h 777"/>
                  <a:gd name="T12" fmla="*/ 0 w 2297"/>
                  <a:gd name="T13" fmla="*/ 0 h 777"/>
                  <a:gd name="T14" fmla="*/ 0 w 2297"/>
                  <a:gd name="T15" fmla="*/ 0 h 777"/>
                  <a:gd name="T16" fmla="*/ 0 w 2297"/>
                  <a:gd name="T17" fmla="*/ 0 h 777"/>
                  <a:gd name="T18" fmla="*/ 0 w 2297"/>
                  <a:gd name="T19" fmla="*/ 0 h 777"/>
                  <a:gd name="T20" fmla="*/ 0 w 2297"/>
                  <a:gd name="T21" fmla="*/ 0 h 777"/>
                  <a:gd name="T22" fmla="*/ 0 w 2297"/>
                  <a:gd name="T23" fmla="*/ 0 h 777"/>
                  <a:gd name="T24" fmla="*/ 0 w 2297"/>
                  <a:gd name="T25" fmla="*/ 0 h 777"/>
                  <a:gd name="T26" fmla="*/ 0 w 2297"/>
                  <a:gd name="T27" fmla="*/ 0 h 777"/>
                  <a:gd name="T28" fmla="*/ 0 w 2297"/>
                  <a:gd name="T29" fmla="*/ 0 h 777"/>
                  <a:gd name="T30" fmla="*/ 0 w 2297"/>
                  <a:gd name="T31" fmla="*/ 0 h 777"/>
                  <a:gd name="T32" fmla="*/ 0 w 2297"/>
                  <a:gd name="T33" fmla="*/ 0 h 777"/>
                  <a:gd name="T34" fmla="*/ 0 w 2297"/>
                  <a:gd name="T35" fmla="*/ 0 h 777"/>
                  <a:gd name="T36" fmla="*/ 0 w 2297"/>
                  <a:gd name="T37" fmla="*/ 0 h 777"/>
                  <a:gd name="T38" fmla="*/ 0 w 2297"/>
                  <a:gd name="T39" fmla="*/ 0 h 777"/>
                  <a:gd name="T40" fmla="*/ 0 w 2297"/>
                  <a:gd name="T41" fmla="*/ 0 h 777"/>
                  <a:gd name="T42" fmla="*/ 0 w 2297"/>
                  <a:gd name="T43" fmla="*/ 0 h 777"/>
                  <a:gd name="T44" fmla="*/ 0 w 2297"/>
                  <a:gd name="T45" fmla="*/ 0 h 777"/>
                  <a:gd name="T46" fmla="*/ 0 w 2297"/>
                  <a:gd name="T47" fmla="*/ 0 h 77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97"/>
                  <a:gd name="T73" fmla="*/ 0 h 777"/>
                  <a:gd name="T74" fmla="*/ 2297 w 2297"/>
                  <a:gd name="T75" fmla="*/ 777 h 77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97" h="777">
                    <a:moveTo>
                      <a:pt x="2239" y="601"/>
                    </a:moveTo>
                    <a:lnTo>
                      <a:pt x="2027" y="395"/>
                    </a:lnTo>
                    <a:lnTo>
                      <a:pt x="1400" y="120"/>
                    </a:lnTo>
                    <a:lnTo>
                      <a:pt x="781" y="0"/>
                    </a:lnTo>
                    <a:lnTo>
                      <a:pt x="110" y="0"/>
                    </a:lnTo>
                    <a:lnTo>
                      <a:pt x="0" y="105"/>
                    </a:lnTo>
                    <a:lnTo>
                      <a:pt x="226" y="105"/>
                    </a:lnTo>
                    <a:lnTo>
                      <a:pt x="346" y="187"/>
                    </a:lnTo>
                    <a:lnTo>
                      <a:pt x="462" y="120"/>
                    </a:lnTo>
                    <a:lnTo>
                      <a:pt x="635" y="120"/>
                    </a:lnTo>
                    <a:lnTo>
                      <a:pt x="677" y="256"/>
                    </a:lnTo>
                    <a:lnTo>
                      <a:pt x="921" y="134"/>
                    </a:lnTo>
                    <a:lnTo>
                      <a:pt x="1053" y="256"/>
                    </a:lnTo>
                    <a:lnTo>
                      <a:pt x="1208" y="202"/>
                    </a:lnTo>
                    <a:lnTo>
                      <a:pt x="1502" y="322"/>
                    </a:lnTo>
                    <a:lnTo>
                      <a:pt x="1672" y="322"/>
                    </a:lnTo>
                    <a:lnTo>
                      <a:pt x="1732" y="414"/>
                    </a:lnTo>
                    <a:lnTo>
                      <a:pt x="1636" y="481"/>
                    </a:lnTo>
                    <a:lnTo>
                      <a:pt x="1809" y="481"/>
                    </a:lnTo>
                    <a:lnTo>
                      <a:pt x="1678" y="586"/>
                    </a:lnTo>
                    <a:lnTo>
                      <a:pt x="1807" y="777"/>
                    </a:lnTo>
                    <a:lnTo>
                      <a:pt x="2011" y="504"/>
                    </a:lnTo>
                    <a:lnTo>
                      <a:pt x="2297" y="693"/>
                    </a:lnTo>
                    <a:lnTo>
                      <a:pt x="2239" y="6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9" name="Freeform 437"/>
              <p:cNvSpPr>
                <a:spLocks/>
              </p:cNvSpPr>
              <p:nvPr/>
            </p:nvSpPr>
            <p:spPr bwMode="auto">
              <a:xfrm>
                <a:off x="311" y="2041"/>
                <a:ext cx="184" cy="180"/>
              </a:xfrm>
              <a:custGeom>
                <a:avLst/>
                <a:gdLst>
                  <a:gd name="T0" fmla="*/ 0 w 1837"/>
                  <a:gd name="T1" fmla="*/ 0 h 1800"/>
                  <a:gd name="T2" fmla="*/ 0 w 1837"/>
                  <a:gd name="T3" fmla="*/ 0 h 1800"/>
                  <a:gd name="T4" fmla="*/ 0 w 1837"/>
                  <a:gd name="T5" fmla="*/ 0 h 1800"/>
                  <a:gd name="T6" fmla="*/ 0 w 1837"/>
                  <a:gd name="T7" fmla="*/ 0 h 1800"/>
                  <a:gd name="T8" fmla="*/ 0 w 1837"/>
                  <a:gd name="T9" fmla="*/ 0 h 1800"/>
                  <a:gd name="T10" fmla="*/ 0 w 1837"/>
                  <a:gd name="T11" fmla="*/ 0 h 1800"/>
                  <a:gd name="T12" fmla="*/ 0 w 1837"/>
                  <a:gd name="T13" fmla="*/ 0 h 1800"/>
                  <a:gd name="T14" fmla="*/ 0 w 1837"/>
                  <a:gd name="T15" fmla="*/ 0 h 1800"/>
                  <a:gd name="T16" fmla="*/ 0 w 1837"/>
                  <a:gd name="T17" fmla="*/ 0 h 1800"/>
                  <a:gd name="T18" fmla="*/ 0 w 1837"/>
                  <a:gd name="T19" fmla="*/ 0 h 1800"/>
                  <a:gd name="T20" fmla="*/ 0 w 1837"/>
                  <a:gd name="T21" fmla="*/ 0 h 1800"/>
                  <a:gd name="T22" fmla="*/ 0 w 1837"/>
                  <a:gd name="T23" fmla="*/ 0 h 1800"/>
                  <a:gd name="T24" fmla="*/ 0 w 1837"/>
                  <a:gd name="T25" fmla="*/ 0 h 1800"/>
                  <a:gd name="T26" fmla="*/ 0 w 1837"/>
                  <a:gd name="T27" fmla="*/ 0 h 1800"/>
                  <a:gd name="T28" fmla="*/ 0 w 1837"/>
                  <a:gd name="T29" fmla="*/ 0 h 1800"/>
                  <a:gd name="T30" fmla="*/ 0 w 1837"/>
                  <a:gd name="T31" fmla="*/ 0 h 1800"/>
                  <a:gd name="T32" fmla="*/ 0 w 1837"/>
                  <a:gd name="T33" fmla="*/ 0 h 1800"/>
                  <a:gd name="T34" fmla="*/ 0 w 1837"/>
                  <a:gd name="T35" fmla="*/ 0 h 1800"/>
                  <a:gd name="T36" fmla="*/ 0 w 1837"/>
                  <a:gd name="T37" fmla="*/ 0 h 1800"/>
                  <a:gd name="T38" fmla="*/ 0 w 1837"/>
                  <a:gd name="T39" fmla="*/ 0 h 1800"/>
                  <a:gd name="T40" fmla="*/ 0 w 1837"/>
                  <a:gd name="T41" fmla="*/ 0 h 1800"/>
                  <a:gd name="T42" fmla="*/ 0 w 1837"/>
                  <a:gd name="T43" fmla="*/ 0 h 1800"/>
                  <a:gd name="T44" fmla="*/ 0 w 1837"/>
                  <a:gd name="T45" fmla="*/ 0 h 1800"/>
                  <a:gd name="T46" fmla="*/ 0 w 1837"/>
                  <a:gd name="T47" fmla="*/ 0 h 1800"/>
                  <a:gd name="T48" fmla="*/ 0 w 1837"/>
                  <a:gd name="T49" fmla="*/ 0 h 1800"/>
                  <a:gd name="T50" fmla="*/ 0 w 1837"/>
                  <a:gd name="T51" fmla="*/ 0 h 1800"/>
                  <a:gd name="T52" fmla="*/ 0 w 1837"/>
                  <a:gd name="T53" fmla="*/ 0 h 1800"/>
                  <a:gd name="T54" fmla="*/ 0 w 1837"/>
                  <a:gd name="T55" fmla="*/ 0 h 1800"/>
                  <a:gd name="T56" fmla="*/ 0 w 1837"/>
                  <a:gd name="T57" fmla="*/ 0 h 1800"/>
                  <a:gd name="T58" fmla="*/ 0 w 1837"/>
                  <a:gd name="T59" fmla="*/ 0 h 1800"/>
                  <a:gd name="T60" fmla="*/ 0 w 1837"/>
                  <a:gd name="T61" fmla="*/ 0 h 1800"/>
                  <a:gd name="T62" fmla="*/ 0 w 1837"/>
                  <a:gd name="T63" fmla="*/ 0 h 1800"/>
                  <a:gd name="T64" fmla="*/ 0 w 1837"/>
                  <a:gd name="T65" fmla="*/ 0 h 1800"/>
                  <a:gd name="T66" fmla="*/ 0 w 1837"/>
                  <a:gd name="T67" fmla="*/ 0 h 1800"/>
                  <a:gd name="T68" fmla="*/ 0 w 1837"/>
                  <a:gd name="T69" fmla="*/ 0 h 1800"/>
                  <a:gd name="T70" fmla="*/ 0 w 1837"/>
                  <a:gd name="T71" fmla="*/ 0 h 1800"/>
                  <a:gd name="T72" fmla="*/ 0 w 1837"/>
                  <a:gd name="T73" fmla="*/ 0 h 180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37"/>
                  <a:gd name="T112" fmla="*/ 0 h 1800"/>
                  <a:gd name="T113" fmla="*/ 1837 w 1837"/>
                  <a:gd name="T114" fmla="*/ 1800 h 180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37" h="1800">
                    <a:moveTo>
                      <a:pt x="70" y="78"/>
                    </a:moveTo>
                    <a:lnTo>
                      <a:pt x="48" y="145"/>
                    </a:lnTo>
                    <a:lnTo>
                      <a:pt x="48" y="252"/>
                    </a:lnTo>
                    <a:lnTo>
                      <a:pt x="208" y="586"/>
                    </a:lnTo>
                    <a:lnTo>
                      <a:pt x="457" y="746"/>
                    </a:lnTo>
                    <a:lnTo>
                      <a:pt x="561" y="746"/>
                    </a:lnTo>
                    <a:lnTo>
                      <a:pt x="675" y="521"/>
                    </a:lnTo>
                    <a:lnTo>
                      <a:pt x="709" y="120"/>
                    </a:lnTo>
                    <a:lnTo>
                      <a:pt x="988" y="52"/>
                    </a:lnTo>
                    <a:lnTo>
                      <a:pt x="1384" y="586"/>
                    </a:lnTo>
                    <a:lnTo>
                      <a:pt x="1438" y="1075"/>
                    </a:lnTo>
                    <a:lnTo>
                      <a:pt x="1494" y="1227"/>
                    </a:lnTo>
                    <a:lnTo>
                      <a:pt x="1408" y="1059"/>
                    </a:lnTo>
                    <a:lnTo>
                      <a:pt x="1356" y="746"/>
                    </a:lnTo>
                    <a:lnTo>
                      <a:pt x="1180" y="634"/>
                    </a:lnTo>
                    <a:lnTo>
                      <a:pt x="1083" y="760"/>
                    </a:lnTo>
                    <a:lnTo>
                      <a:pt x="1083" y="918"/>
                    </a:lnTo>
                    <a:lnTo>
                      <a:pt x="1188" y="1313"/>
                    </a:lnTo>
                    <a:lnTo>
                      <a:pt x="1589" y="1454"/>
                    </a:lnTo>
                    <a:lnTo>
                      <a:pt x="1640" y="1479"/>
                    </a:lnTo>
                    <a:lnTo>
                      <a:pt x="1738" y="1479"/>
                    </a:lnTo>
                    <a:lnTo>
                      <a:pt x="1837" y="1355"/>
                    </a:lnTo>
                    <a:lnTo>
                      <a:pt x="1837" y="1382"/>
                    </a:lnTo>
                    <a:lnTo>
                      <a:pt x="1723" y="1536"/>
                    </a:lnTo>
                    <a:lnTo>
                      <a:pt x="1656" y="1544"/>
                    </a:lnTo>
                    <a:lnTo>
                      <a:pt x="1095" y="1544"/>
                    </a:lnTo>
                    <a:lnTo>
                      <a:pt x="982" y="1592"/>
                    </a:lnTo>
                    <a:lnTo>
                      <a:pt x="833" y="1800"/>
                    </a:lnTo>
                    <a:lnTo>
                      <a:pt x="486" y="1544"/>
                    </a:lnTo>
                    <a:lnTo>
                      <a:pt x="827" y="1732"/>
                    </a:lnTo>
                    <a:lnTo>
                      <a:pt x="929" y="1544"/>
                    </a:lnTo>
                    <a:lnTo>
                      <a:pt x="709" y="1425"/>
                    </a:lnTo>
                    <a:lnTo>
                      <a:pt x="312" y="691"/>
                    </a:lnTo>
                    <a:lnTo>
                      <a:pt x="166" y="598"/>
                    </a:lnTo>
                    <a:lnTo>
                      <a:pt x="0" y="266"/>
                    </a:lnTo>
                    <a:lnTo>
                      <a:pt x="48" y="0"/>
                    </a:lnTo>
                    <a:lnTo>
                      <a:pt x="70"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0" name="Freeform 438"/>
              <p:cNvSpPr>
                <a:spLocks/>
              </p:cNvSpPr>
              <p:nvPr/>
            </p:nvSpPr>
            <p:spPr bwMode="auto">
              <a:xfrm>
                <a:off x="328" y="2044"/>
                <a:ext cx="39" cy="42"/>
              </a:xfrm>
              <a:custGeom>
                <a:avLst/>
                <a:gdLst>
                  <a:gd name="T0" fmla="*/ 0 w 395"/>
                  <a:gd name="T1" fmla="*/ 0 h 427"/>
                  <a:gd name="T2" fmla="*/ 0 w 395"/>
                  <a:gd name="T3" fmla="*/ 0 h 427"/>
                  <a:gd name="T4" fmla="*/ 0 w 395"/>
                  <a:gd name="T5" fmla="*/ 0 h 427"/>
                  <a:gd name="T6" fmla="*/ 0 w 395"/>
                  <a:gd name="T7" fmla="*/ 0 h 427"/>
                  <a:gd name="T8" fmla="*/ 0 w 395"/>
                  <a:gd name="T9" fmla="*/ 0 h 427"/>
                  <a:gd name="T10" fmla="*/ 0 w 395"/>
                  <a:gd name="T11" fmla="*/ 0 h 427"/>
                  <a:gd name="T12" fmla="*/ 0 w 395"/>
                  <a:gd name="T13" fmla="*/ 0 h 427"/>
                  <a:gd name="T14" fmla="*/ 0 w 395"/>
                  <a:gd name="T15" fmla="*/ 0 h 427"/>
                  <a:gd name="T16" fmla="*/ 0 w 395"/>
                  <a:gd name="T17" fmla="*/ 0 h 427"/>
                  <a:gd name="T18" fmla="*/ 0 w 395"/>
                  <a:gd name="T19" fmla="*/ 0 h 427"/>
                  <a:gd name="T20" fmla="*/ 0 w 395"/>
                  <a:gd name="T21" fmla="*/ 0 h 427"/>
                  <a:gd name="T22" fmla="*/ 0 w 395"/>
                  <a:gd name="T23" fmla="*/ 0 h 427"/>
                  <a:gd name="T24" fmla="*/ 0 w 395"/>
                  <a:gd name="T25" fmla="*/ 0 h 4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5"/>
                  <a:gd name="T40" fmla="*/ 0 h 427"/>
                  <a:gd name="T41" fmla="*/ 395 w 395"/>
                  <a:gd name="T42" fmla="*/ 427 h 4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5" h="427">
                    <a:moveTo>
                      <a:pt x="395" y="427"/>
                    </a:moveTo>
                    <a:lnTo>
                      <a:pt x="303" y="307"/>
                    </a:lnTo>
                    <a:lnTo>
                      <a:pt x="303" y="199"/>
                    </a:lnTo>
                    <a:lnTo>
                      <a:pt x="359" y="80"/>
                    </a:lnTo>
                    <a:lnTo>
                      <a:pt x="303" y="0"/>
                    </a:lnTo>
                    <a:lnTo>
                      <a:pt x="164" y="0"/>
                    </a:lnTo>
                    <a:lnTo>
                      <a:pt x="32" y="71"/>
                    </a:lnTo>
                    <a:lnTo>
                      <a:pt x="0" y="199"/>
                    </a:lnTo>
                    <a:lnTo>
                      <a:pt x="206" y="27"/>
                    </a:lnTo>
                    <a:lnTo>
                      <a:pt x="271" y="27"/>
                    </a:lnTo>
                    <a:lnTo>
                      <a:pt x="146" y="329"/>
                    </a:lnTo>
                    <a:lnTo>
                      <a:pt x="271" y="427"/>
                    </a:lnTo>
                    <a:lnTo>
                      <a:pt x="395" y="4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1" name="Freeform 439"/>
              <p:cNvSpPr>
                <a:spLocks/>
              </p:cNvSpPr>
              <p:nvPr/>
            </p:nvSpPr>
            <p:spPr bwMode="auto">
              <a:xfrm>
                <a:off x="330" y="2071"/>
                <a:ext cx="11" cy="22"/>
              </a:xfrm>
              <a:custGeom>
                <a:avLst/>
                <a:gdLst>
                  <a:gd name="T0" fmla="*/ 0 w 117"/>
                  <a:gd name="T1" fmla="*/ 0 h 225"/>
                  <a:gd name="T2" fmla="*/ 0 w 117"/>
                  <a:gd name="T3" fmla="*/ 0 h 225"/>
                  <a:gd name="T4" fmla="*/ 0 w 117"/>
                  <a:gd name="T5" fmla="*/ 0 h 225"/>
                  <a:gd name="T6" fmla="*/ 0 w 117"/>
                  <a:gd name="T7" fmla="*/ 0 h 225"/>
                  <a:gd name="T8" fmla="*/ 0 w 117"/>
                  <a:gd name="T9" fmla="*/ 0 h 225"/>
                  <a:gd name="T10" fmla="*/ 0 60000 65536"/>
                  <a:gd name="T11" fmla="*/ 0 60000 65536"/>
                  <a:gd name="T12" fmla="*/ 0 60000 65536"/>
                  <a:gd name="T13" fmla="*/ 0 60000 65536"/>
                  <a:gd name="T14" fmla="*/ 0 60000 65536"/>
                  <a:gd name="T15" fmla="*/ 0 w 117"/>
                  <a:gd name="T16" fmla="*/ 0 h 225"/>
                  <a:gd name="T17" fmla="*/ 117 w 117"/>
                  <a:gd name="T18" fmla="*/ 225 h 225"/>
                </a:gdLst>
                <a:ahLst/>
                <a:cxnLst>
                  <a:cxn ang="T10">
                    <a:pos x="T0" y="T1"/>
                  </a:cxn>
                  <a:cxn ang="T11">
                    <a:pos x="T2" y="T3"/>
                  </a:cxn>
                  <a:cxn ang="T12">
                    <a:pos x="T4" y="T5"/>
                  </a:cxn>
                  <a:cxn ang="T13">
                    <a:pos x="T6" y="T7"/>
                  </a:cxn>
                  <a:cxn ang="T14">
                    <a:pos x="T8" y="T9"/>
                  </a:cxn>
                </a:cxnLst>
                <a:rect l="T15" t="T16" r="T17" b="T18"/>
                <a:pathLst>
                  <a:path w="117" h="225">
                    <a:moveTo>
                      <a:pt x="12" y="36"/>
                    </a:moveTo>
                    <a:lnTo>
                      <a:pt x="81" y="225"/>
                    </a:lnTo>
                    <a:lnTo>
                      <a:pt x="117" y="225"/>
                    </a:lnTo>
                    <a:lnTo>
                      <a:pt x="0" y="0"/>
                    </a:lnTo>
                    <a:lnTo>
                      <a:pt x="12"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2" name="Freeform 440"/>
              <p:cNvSpPr>
                <a:spLocks/>
              </p:cNvSpPr>
              <p:nvPr/>
            </p:nvSpPr>
            <p:spPr bwMode="auto">
              <a:xfrm>
                <a:off x="285" y="2140"/>
                <a:ext cx="68" cy="50"/>
              </a:xfrm>
              <a:custGeom>
                <a:avLst/>
                <a:gdLst>
                  <a:gd name="T0" fmla="*/ 0 w 681"/>
                  <a:gd name="T1" fmla="*/ 0 h 499"/>
                  <a:gd name="T2" fmla="*/ 0 w 681"/>
                  <a:gd name="T3" fmla="*/ 0 h 499"/>
                  <a:gd name="T4" fmla="*/ 0 w 681"/>
                  <a:gd name="T5" fmla="*/ 0 h 499"/>
                  <a:gd name="T6" fmla="*/ 0 w 681"/>
                  <a:gd name="T7" fmla="*/ 0 h 499"/>
                  <a:gd name="T8" fmla="*/ 0 w 681"/>
                  <a:gd name="T9" fmla="*/ 0 h 499"/>
                  <a:gd name="T10" fmla="*/ 0 60000 65536"/>
                  <a:gd name="T11" fmla="*/ 0 60000 65536"/>
                  <a:gd name="T12" fmla="*/ 0 60000 65536"/>
                  <a:gd name="T13" fmla="*/ 0 60000 65536"/>
                  <a:gd name="T14" fmla="*/ 0 60000 65536"/>
                  <a:gd name="T15" fmla="*/ 0 w 681"/>
                  <a:gd name="T16" fmla="*/ 0 h 499"/>
                  <a:gd name="T17" fmla="*/ 681 w 681"/>
                  <a:gd name="T18" fmla="*/ 499 h 499"/>
                </a:gdLst>
                <a:ahLst/>
                <a:cxnLst>
                  <a:cxn ang="T10">
                    <a:pos x="T0" y="T1"/>
                  </a:cxn>
                  <a:cxn ang="T11">
                    <a:pos x="T2" y="T3"/>
                  </a:cxn>
                  <a:cxn ang="T12">
                    <a:pos x="T4" y="T5"/>
                  </a:cxn>
                  <a:cxn ang="T13">
                    <a:pos x="T6" y="T7"/>
                  </a:cxn>
                  <a:cxn ang="T14">
                    <a:pos x="T8" y="T9"/>
                  </a:cxn>
                </a:cxnLst>
                <a:rect l="T15" t="T16" r="T17" b="T18"/>
                <a:pathLst>
                  <a:path w="681" h="499">
                    <a:moveTo>
                      <a:pt x="0" y="0"/>
                    </a:moveTo>
                    <a:lnTo>
                      <a:pt x="244" y="259"/>
                    </a:lnTo>
                    <a:lnTo>
                      <a:pt x="681" y="499"/>
                    </a:lnTo>
                    <a:lnTo>
                      <a:pt x="224" y="10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3" name="Freeform 441"/>
              <p:cNvSpPr>
                <a:spLocks/>
              </p:cNvSpPr>
              <p:nvPr/>
            </p:nvSpPr>
            <p:spPr bwMode="auto">
              <a:xfrm>
                <a:off x="221" y="2126"/>
                <a:ext cx="17" cy="74"/>
              </a:xfrm>
              <a:custGeom>
                <a:avLst/>
                <a:gdLst>
                  <a:gd name="T0" fmla="*/ 0 w 172"/>
                  <a:gd name="T1" fmla="*/ 0 h 743"/>
                  <a:gd name="T2" fmla="*/ 0 w 172"/>
                  <a:gd name="T3" fmla="*/ 0 h 743"/>
                  <a:gd name="T4" fmla="*/ 0 w 172"/>
                  <a:gd name="T5" fmla="*/ 0 h 743"/>
                  <a:gd name="T6" fmla="*/ 0 w 172"/>
                  <a:gd name="T7" fmla="*/ 0 h 743"/>
                  <a:gd name="T8" fmla="*/ 0 w 172"/>
                  <a:gd name="T9" fmla="*/ 0 h 743"/>
                  <a:gd name="T10" fmla="*/ 0 w 172"/>
                  <a:gd name="T11" fmla="*/ 0 h 743"/>
                  <a:gd name="T12" fmla="*/ 0 w 172"/>
                  <a:gd name="T13" fmla="*/ 0 h 743"/>
                  <a:gd name="T14" fmla="*/ 0 w 172"/>
                  <a:gd name="T15" fmla="*/ 0 h 743"/>
                  <a:gd name="T16" fmla="*/ 0 60000 65536"/>
                  <a:gd name="T17" fmla="*/ 0 60000 65536"/>
                  <a:gd name="T18" fmla="*/ 0 60000 65536"/>
                  <a:gd name="T19" fmla="*/ 0 60000 65536"/>
                  <a:gd name="T20" fmla="*/ 0 60000 65536"/>
                  <a:gd name="T21" fmla="*/ 0 60000 65536"/>
                  <a:gd name="T22" fmla="*/ 0 60000 65536"/>
                  <a:gd name="T23" fmla="*/ 0 60000 65536"/>
                  <a:gd name="T24" fmla="*/ 0 w 172"/>
                  <a:gd name="T25" fmla="*/ 0 h 743"/>
                  <a:gd name="T26" fmla="*/ 172 w 172"/>
                  <a:gd name="T27" fmla="*/ 743 h 7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2" h="743">
                    <a:moveTo>
                      <a:pt x="54" y="21"/>
                    </a:moveTo>
                    <a:lnTo>
                      <a:pt x="0" y="298"/>
                    </a:lnTo>
                    <a:lnTo>
                      <a:pt x="0" y="454"/>
                    </a:lnTo>
                    <a:lnTo>
                      <a:pt x="172" y="743"/>
                    </a:lnTo>
                    <a:lnTo>
                      <a:pt x="32" y="454"/>
                    </a:lnTo>
                    <a:lnTo>
                      <a:pt x="32" y="276"/>
                    </a:lnTo>
                    <a:lnTo>
                      <a:pt x="114" y="0"/>
                    </a:lnTo>
                    <a:lnTo>
                      <a:pt x="54"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4" name="Freeform 442"/>
              <p:cNvSpPr>
                <a:spLocks/>
              </p:cNvSpPr>
              <p:nvPr/>
            </p:nvSpPr>
            <p:spPr bwMode="auto">
              <a:xfrm>
                <a:off x="244" y="2193"/>
                <a:ext cx="229" cy="268"/>
              </a:xfrm>
              <a:custGeom>
                <a:avLst/>
                <a:gdLst>
                  <a:gd name="T0" fmla="*/ 0 w 2289"/>
                  <a:gd name="T1" fmla="*/ 0 h 2681"/>
                  <a:gd name="T2" fmla="*/ 0 w 2289"/>
                  <a:gd name="T3" fmla="*/ 0 h 2681"/>
                  <a:gd name="T4" fmla="*/ 0 w 2289"/>
                  <a:gd name="T5" fmla="*/ 0 h 2681"/>
                  <a:gd name="T6" fmla="*/ 0 w 2289"/>
                  <a:gd name="T7" fmla="*/ 0 h 2681"/>
                  <a:gd name="T8" fmla="*/ 0 w 2289"/>
                  <a:gd name="T9" fmla="*/ 0 h 2681"/>
                  <a:gd name="T10" fmla="*/ 0 w 2289"/>
                  <a:gd name="T11" fmla="*/ 0 h 2681"/>
                  <a:gd name="T12" fmla="*/ 0 w 2289"/>
                  <a:gd name="T13" fmla="*/ 0 h 2681"/>
                  <a:gd name="T14" fmla="*/ 0 w 2289"/>
                  <a:gd name="T15" fmla="*/ 0 h 2681"/>
                  <a:gd name="T16" fmla="*/ 0 w 2289"/>
                  <a:gd name="T17" fmla="*/ 0 h 2681"/>
                  <a:gd name="T18" fmla="*/ 0 w 2289"/>
                  <a:gd name="T19" fmla="*/ 0 h 2681"/>
                  <a:gd name="T20" fmla="*/ 0 w 2289"/>
                  <a:gd name="T21" fmla="*/ 0 h 2681"/>
                  <a:gd name="T22" fmla="*/ 0 w 2289"/>
                  <a:gd name="T23" fmla="*/ 0 h 2681"/>
                  <a:gd name="T24" fmla="*/ 0 w 2289"/>
                  <a:gd name="T25" fmla="*/ 0 h 2681"/>
                  <a:gd name="T26" fmla="*/ 0 w 2289"/>
                  <a:gd name="T27" fmla="*/ 0 h 2681"/>
                  <a:gd name="T28" fmla="*/ 0 w 2289"/>
                  <a:gd name="T29" fmla="*/ 0 h 2681"/>
                  <a:gd name="T30" fmla="*/ 0 w 2289"/>
                  <a:gd name="T31" fmla="*/ 0 h 2681"/>
                  <a:gd name="T32" fmla="*/ 0 w 2289"/>
                  <a:gd name="T33" fmla="*/ 0 h 2681"/>
                  <a:gd name="T34" fmla="*/ 0 w 2289"/>
                  <a:gd name="T35" fmla="*/ 0 h 2681"/>
                  <a:gd name="T36" fmla="*/ 0 w 2289"/>
                  <a:gd name="T37" fmla="*/ 0 h 2681"/>
                  <a:gd name="T38" fmla="*/ 0 w 2289"/>
                  <a:gd name="T39" fmla="*/ 0 h 2681"/>
                  <a:gd name="T40" fmla="*/ 0 w 2289"/>
                  <a:gd name="T41" fmla="*/ 0 h 2681"/>
                  <a:gd name="T42" fmla="*/ 0 w 2289"/>
                  <a:gd name="T43" fmla="*/ 0 h 2681"/>
                  <a:gd name="T44" fmla="*/ 0 w 2289"/>
                  <a:gd name="T45" fmla="*/ 0 h 2681"/>
                  <a:gd name="T46" fmla="*/ 0 w 2289"/>
                  <a:gd name="T47" fmla="*/ 0 h 2681"/>
                  <a:gd name="T48" fmla="*/ 0 w 2289"/>
                  <a:gd name="T49" fmla="*/ 0 h 268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289"/>
                  <a:gd name="T76" fmla="*/ 0 h 2681"/>
                  <a:gd name="T77" fmla="*/ 2289 w 2289"/>
                  <a:gd name="T78" fmla="*/ 2681 h 268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289" h="2681">
                    <a:moveTo>
                      <a:pt x="0" y="0"/>
                    </a:moveTo>
                    <a:lnTo>
                      <a:pt x="591" y="328"/>
                    </a:lnTo>
                    <a:lnTo>
                      <a:pt x="1236" y="880"/>
                    </a:lnTo>
                    <a:lnTo>
                      <a:pt x="1452" y="1152"/>
                    </a:lnTo>
                    <a:lnTo>
                      <a:pt x="1604" y="700"/>
                    </a:lnTo>
                    <a:lnTo>
                      <a:pt x="1745" y="847"/>
                    </a:lnTo>
                    <a:lnTo>
                      <a:pt x="1857" y="1050"/>
                    </a:lnTo>
                    <a:lnTo>
                      <a:pt x="1764" y="1050"/>
                    </a:lnTo>
                    <a:lnTo>
                      <a:pt x="1957" y="1828"/>
                    </a:lnTo>
                    <a:lnTo>
                      <a:pt x="2019" y="2358"/>
                    </a:lnTo>
                    <a:lnTo>
                      <a:pt x="2289" y="2681"/>
                    </a:lnTo>
                    <a:lnTo>
                      <a:pt x="1857" y="2250"/>
                    </a:lnTo>
                    <a:lnTo>
                      <a:pt x="1194" y="1902"/>
                    </a:lnTo>
                    <a:lnTo>
                      <a:pt x="1939" y="2250"/>
                    </a:lnTo>
                    <a:lnTo>
                      <a:pt x="1879" y="1902"/>
                    </a:lnTo>
                    <a:lnTo>
                      <a:pt x="1682" y="1305"/>
                    </a:lnTo>
                    <a:lnTo>
                      <a:pt x="1682" y="1006"/>
                    </a:lnTo>
                    <a:lnTo>
                      <a:pt x="1586" y="898"/>
                    </a:lnTo>
                    <a:lnTo>
                      <a:pt x="1452" y="1379"/>
                    </a:lnTo>
                    <a:lnTo>
                      <a:pt x="1100" y="822"/>
                    </a:lnTo>
                    <a:lnTo>
                      <a:pt x="917" y="748"/>
                    </a:lnTo>
                    <a:lnTo>
                      <a:pt x="743" y="748"/>
                    </a:lnTo>
                    <a:lnTo>
                      <a:pt x="253" y="277"/>
                    </a:lnTo>
                    <a:lnTo>
                      <a:pt x="216" y="1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5" name="Freeform 443"/>
              <p:cNvSpPr>
                <a:spLocks/>
              </p:cNvSpPr>
              <p:nvPr/>
            </p:nvSpPr>
            <p:spPr bwMode="auto">
              <a:xfrm>
                <a:off x="389" y="2216"/>
                <a:ext cx="51" cy="78"/>
              </a:xfrm>
              <a:custGeom>
                <a:avLst/>
                <a:gdLst>
                  <a:gd name="T0" fmla="*/ 0 w 505"/>
                  <a:gd name="T1" fmla="*/ 0 h 779"/>
                  <a:gd name="T2" fmla="*/ 0 w 505"/>
                  <a:gd name="T3" fmla="*/ 0 h 779"/>
                  <a:gd name="T4" fmla="*/ 0 w 505"/>
                  <a:gd name="T5" fmla="*/ 0 h 779"/>
                  <a:gd name="T6" fmla="*/ 0 w 505"/>
                  <a:gd name="T7" fmla="*/ 0 h 779"/>
                  <a:gd name="T8" fmla="*/ 0 w 505"/>
                  <a:gd name="T9" fmla="*/ 0 h 779"/>
                  <a:gd name="T10" fmla="*/ 0 w 505"/>
                  <a:gd name="T11" fmla="*/ 0 h 779"/>
                  <a:gd name="T12" fmla="*/ 0 w 505"/>
                  <a:gd name="T13" fmla="*/ 0 h 779"/>
                  <a:gd name="T14" fmla="*/ 0 w 505"/>
                  <a:gd name="T15" fmla="*/ 0 h 779"/>
                  <a:gd name="T16" fmla="*/ 0 w 505"/>
                  <a:gd name="T17" fmla="*/ 0 h 779"/>
                  <a:gd name="T18" fmla="*/ 0 w 505"/>
                  <a:gd name="T19" fmla="*/ 0 h 7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5"/>
                  <a:gd name="T31" fmla="*/ 0 h 779"/>
                  <a:gd name="T32" fmla="*/ 505 w 505"/>
                  <a:gd name="T33" fmla="*/ 779 h 77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5" h="779">
                    <a:moveTo>
                      <a:pt x="0" y="0"/>
                    </a:moveTo>
                    <a:lnTo>
                      <a:pt x="152" y="326"/>
                    </a:lnTo>
                    <a:lnTo>
                      <a:pt x="152" y="223"/>
                    </a:lnTo>
                    <a:lnTo>
                      <a:pt x="119" y="101"/>
                    </a:lnTo>
                    <a:lnTo>
                      <a:pt x="371" y="425"/>
                    </a:lnTo>
                    <a:lnTo>
                      <a:pt x="505" y="779"/>
                    </a:lnTo>
                    <a:lnTo>
                      <a:pt x="505" y="653"/>
                    </a:lnTo>
                    <a:lnTo>
                      <a:pt x="405" y="399"/>
                    </a:lnTo>
                    <a:lnTo>
                      <a:pt x="152"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6" name="Freeform 444"/>
              <p:cNvSpPr>
                <a:spLocks/>
              </p:cNvSpPr>
              <p:nvPr/>
            </p:nvSpPr>
            <p:spPr bwMode="auto">
              <a:xfrm>
                <a:off x="436" y="2294"/>
                <a:ext cx="73" cy="200"/>
              </a:xfrm>
              <a:custGeom>
                <a:avLst/>
                <a:gdLst>
                  <a:gd name="T0" fmla="*/ 0 w 729"/>
                  <a:gd name="T1" fmla="*/ 0 h 1999"/>
                  <a:gd name="T2" fmla="*/ 0 w 729"/>
                  <a:gd name="T3" fmla="*/ 0 h 1999"/>
                  <a:gd name="T4" fmla="*/ 0 w 729"/>
                  <a:gd name="T5" fmla="*/ 0 h 1999"/>
                  <a:gd name="T6" fmla="*/ 0 w 729"/>
                  <a:gd name="T7" fmla="*/ 0 h 1999"/>
                  <a:gd name="T8" fmla="*/ 0 w 729"/>
                  <a:gd name="T9" fmla="*/ 0 h 1999"/>
                  <a:gd name="T10" fmla="*/ 0 w 729"/>
                  <a:gd name="T11" fmla="*/ 0 h 1999"/>
                  <a:gd name="T12" fmla="*/ 0 w 729"/>
                  <a:gd name="T13" fmla="*/ 0 h 1999"/>
                  <a:gd name="T14" fmla="*/ 0 w 729"/>
                  <a:gd name="T15" fmla="*/ 0 h 1999"/>
                  <a:gd name="T16" fmla="*/ 0 w 729"/>
                  <a:gd name="T17" fmla="*/ 0 h 1999"/>
                  <a:gd name="T18" fmla="*/ 0 w 729"/>
                  <a:gd name="T19" fmla="*/ 0 h 19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9"/>
                  <a:gd name="T31" fmla="*/ 0 h 1999"/>
                  <a:gd name="T32" fmla="*/ 729 w 729"/>
                  <a:gd name="T33" fmla="*/ 1999 h 19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9" h="1999">
                    <a:moveTo>
                      <a:pt x="0" y="14"/>
                    </a:moveTo>
                    <a:lnTo>
                      <a:pt x="178" y="322"/>
                    </a:lnTo>
                    <a:lnTo>
                      <a:pt x="314" y="875"/>
                    </a:lnTo>
                    <a:lnTo>
                      <a:pt x="625" y="1873"/>
                    </a:lnTo>
                    <a:lnTo>
                      <a:pt x="729" y="1999"/>
                    </a:lnTo>
                    <a:lnTo>
                      <a:pt x="413" y="1022"/>
                    </a:lnTo>
                    <a:lnTo>
                      <a:pt x="236" y="347"/>
                    </a:lnTo>
                    <a:lnTo>
                      <a:pt x="116" y="44"/>
                    </a:lnTo>
                    <a:lnTo>
                      <a:pt x="60" y="0"/>
                    </a:lnTo>
                    <a:lnTo>
                      <a:pt x="0"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7" name="Freeform 445"/>
              <p:cNvSpPr>
                <a:spLocks/>
              </p:cNvSpPr>
              <p:nvPr/>
            </p:nvSpPr>
            <p:spPr bwMode="auto">
              <a:xfrm>
                <a:off x="485" y="2402"/>
                <a:ext cx="22" cy="24"/>
              </a:xfrm>
              <a:custGeom>
                <a:avLst/>
                <a:gdLst>
                  <a:gd name="T0" fmla="*/ 0 w 219"/>
                  <a:gd name="T1" fmla="*/ 0 h 248"/>
                  <a:gd name="T2" fmla="*/ 0 w 219"/>
                  <a:gd name="T3" fmla="*/ 0 h 248"/>
                  <a:gd name="T4" fmla="*/ 0 w 219"/>
                  <a:gd name="T5" fmla="*/ 0 h 248"/>
                  <a:gd name="T6" fmla="*/ 0 w 219"/>
                  <a:gd name="T7" fmla="*/ 0 h 248"/>
                  <a:gd name="T8" fmla="*/ 0 w 219"/>
                  <a:gd name="T9" fmla="*/ 0 h 248"/>
                  <a:gd name="T10" fmla="*/ 0 w 219"/>
                  <a:gd name="T11" fmla="*/ 0 h 248"/>
                  <a:gd name="T12" fmla="*/ 0 60000 65536"/>
                  <a:gd name="T13" fmla="*/ 0 60000 65536"/>
                  <a:gd name="T14" fmla="*/ 0 60000 65536"/>
                  <a:gd name="T15" fmla="*/ 0 60000 65536"/>
                  <a:gd name="T16" fmla="*/ 0 60000 65536"/>
                  <a:gd name="T17" fmla="*/ 0 60000 65536"/>
                  <a:gd name="T18" fmla="*/ 0 w 219"/>
                  <a:gd name="T19" fmla="*/ 0 h 248"/>
                  <a:gd name="T20" fmla="*/ 219 w 219"/>
                  <a:gd name="T21" fmla="*/ 248 h 248"/>
                </a:gdLst>
                <a:ahLst/>
                <a:cxnLst>
                  <a:cxn ang="T12">
                    <a:pos x="T0" y="T1"/>
                  </a:cxn>
                  <a:cxn ang="T13">
                    <a:pos x="T2" y="T3"/>
                  </a:cxn>
                  <a:cxn ang="T14">
                    <a:pos x="T4" y="T5"/>
                  </a:cxn>
                  <a:cxn ang="T15">
                    <a:pos x="T6" y="T7"/>
                  </a:cxn>
                  <a:cxn ang="T16">
                    <a:pos x="T8" y="T9"/>
                  </a:cxn>
                  <a:cxn ang="T17">
                    <a:pos x="T10" y="T11"/>
                  </a:cxn>
                </a:cxnLst>
                <a:rect l="T18" t="T19" r="T20" b="T21"/>
                <a:pathLst>
                  <a:path w="219" h="248">
                    <a:moveTo>
                      <a:pt x="219" y="0"/>
                    </a:moveTo>
                    <a:lnTo>
                      <a:pt x="179" y="124"/>
                    </a:lnTo>
                    <a:lnTo>
                      <a:pt x="0" y="248"/>
                    </a:lnTo>
                    <a:lnTo>
                      <a:pt x="137" y="248"/>
                    </a:lnTo>
                    <a:lnTo>
                      <a:pt x="219" y="150"/>
                    </a:lnTo>
                    <a:lnTo>
                      <a:pt x="2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8" name="Freeform 446"/>
              <p:cNvSpPr>
                <a:spLocks/>
              </p:cNvSpPr>
              <p:nvPr/>
            </p:nvSpPr>
            <p:spPr bwMode="auto">
              <a:xfrm>
                <a:off x="209" y="2306"/>
                <a:ext cx="145" cy="45"/>
              </a:xfrm>
              <a:custGeom>
                <a:avLst/>
                <a:gdLst>
                  <a:gd name="T0" fmla="*/ 0 w 1454"/>
                  <a:gd name="T1" fmla="*/ 0 h 449"/>
                  <a:gd name="T2" fmla="*/ 0 w 1454"/>
                  <a:gd name="T3" fmla="*/ 0 h 449"/>
                  <a:gd name="T4" fmla="*/ 0 w 1454"/>
                  <a:gd name="T5" fmla="*/ 0 h 449"/>
                  <a:gd name="T6" fmla="*/ 0 w 1454"/>
                  <a:gd name="T7" fmla="*/ 0 h 449"/>
                  <a:gd name="T8" fmla="*/ 0 w 1454"/>
                  <a:gd name="T9" fmla="*/ 0 h 449"/>
                  <a:gd name="T10" fmla="*/ 0 w 1454"/>
                  <a:gd name="T11" fmla="*/ 0 h 449"/>
                  <a:gd name="T12" fmla="*/ 0 w 1454"/>
                  <a:gd name="T13" fmla="*/ 0 h 449"/>
                  <a:gd name="T14" fmla="*/ 0 60000 65536"/>
                  <a:gd name="T15" fmla="*/ 0 60000 65536"/>
                  <a:gd name="T16" fmla="*/ 0 60000 65536"/>
                  <a:gd name="T17" fmla="*/ 0 60000 65536"/>
                  <a:gd name="T18" fmla="*/ 0 60000 65536"/>
                  <a:gd name="T19" fmla="*/ 0 60000 65536"/>
                  <a:gd name="T20" fmla="*/ 0 60000 65536"/>
                  <a:gd name="T21" fmla="*/ 0 w 1454"/>
                  <a:gd name="T22" fmla="*/ 0 h 449"/>
                  <a:gd name="T23" fmla="*/ 1454 w 1454"/>
                  <a:gd name="T24" fmla="*/ 449 h 4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54" h="449">
                    <a:moveTo>
                      <a:pt x="0" y="0"/>
                    </a:moveTo>
                    <a:lnTo>
                      <a:pt x="1001" y="449"/>
                    </a:lnTo>
                    <a:lnTo>
                      <a:pt x="1454" y="449"/>
                    </a:lnTo>
                    <a:lnTo>
                      <a:pt x="803" y="177"/>
                    </a:lnTo>
                    <a:lnTo>
                      <a:pt x="548" y="177"/>
                    </a:lnTo>
                    <a:lnTo>
                      <a:pt x="8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9" name="Freeform 447"/>
              <p:cNvSpPr>
                <a:spLocks/>
              </p:cNvSpPr>
              <p:nvPr/>
            </p:nvSpPr>
            <p:spPr bwMode="auto">
              <a:xfrm>
                <a:off x="217" y="2281"/>
                <a:ext cx="78" cy="28"/>
              </a:xfrm>
              <a:custGeom>
                <a:avLst/>
                <a:gdLst>
                  <a:gd name="T0" fmla="*/ 0 w 777"/>
                  <a:gd name="T1" fmla="*/ 0 h 272"/>
                  <a:gd name="T2" fmla="*/ 0 w 777"/>
                  <a:gd name="T3" fmla="*/ 0 h 272"/>
                  <a:gd name="T4" fmla="*/ 0 w 777"/>
                  <a:gd name="T5" fmla="*/ 0 h 272"/>
                  <a:gd name="T6" fmla="*/ 0 w 777"/>
                  <a:gd name="T7" fmla="*/ 0 h 272"/>
                  <a:gd name="T8" fmla="*/ 0 w 777"/>
                  <a:gd name="T9" fmla="*/ 0 h 272"/>
                  <a:gd name="T10" fmla="*/ 0 w 777"/>
                  <a:gd name="T11" fmla="*/ 0 h 272"/>
                  <a:gd name="T12" fmla="*/ 0 60000 65536"/>
                  <a:gd name="T13" fmla="*/ 0 60000 65536"/>
                  <a:gd name="T14" fmla="*/ 0 60000 65536"/>
                  <a:gd name="T15" fmla="*/ 0 60000 65536"/>
                  <a:gd name="T16" fmla="*/ 0 60000 65536"/>
                  <a:gd name="T17" fmla="*/ 0 60000 65536"/>
                  <a:gd name="T18" fmla="*/ 0 w 777"/>
                  <a:gd name="T19" fmla="*/ 0 h 272"/>
                  <a:gd name="T20" fmla="*/ 777 w 777"/>
                  <a:gd name="T21" fmla="*/ 272 h 272"/>
                </a:gdLst>
                <a:ahLst/>
                <a:cxnLst>
                  <a:cxn ang="T12">
                    <a:pos x="T0" y="T1"/>
                  </a:cxn>
                  <a:cxn ang="T13">
                    <a:pos x="T2" y="T3"/>
                  </a:cxn>
                  <a:cxn ang="T14">
                    <a:pos x="T4" y="T5"/>
                  </a:cxn>
                  <a:cxn ang="T15">
                    <a:pos x="T6" y="T7"/>
                  </a:cxn>
                  <a:cxn ang="T16">
                    <a:pos x="T8" y="T9"/>
                  </a:cxn>
                  <a:cxn ang="T17">
                    <a:pos x="T10" y="T11"/>
                  </a:cxn>
                </a:cxnLst>
                <a:rect l="T18" t="T19" r="T20" b="T21"/>
                <a:pathLst>
                  <a:path w="777" h="272">
                    <a:moveTo>
                      <a:pt x="777" y="272"/>
                    </a:moveTo>
                    <a:lnTo>
                      <a:pt x="210" y="46"/>
                    </a:lnTo>
                    <a:lnTo>
                      <a:pt x="0" y="46"/>
                    </a:lnTo>
                    <a:lnTo>
                      <a:pt x="230" y="0"/>
                    </a:lnTo>
                    <a:lnTo>
                      <a:pt x="466" y="0"/>
                    </a:lnTo>
                    <a:lnTo>
                      <a:pt x="777"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0" name="Freeform 448"/>
              <p:cNvSpPr>
                <a:spLocks/>
              </p:cNvSpPr>
              <p:nvPr/>
            </p:nvSpPr>
            <p:spPr bwMode="auto">
              <a:xfrm>
                <a:off x="107" y="2291"/>
                <a:ext cx="618" cy="508"/>
              </a:xfrm>
              <a:custGeom>
                <a:avLst/>
                <a:gdLst>
                  <a:gd name="T0" fmla="*/ 0 w 6175"/>
                  <a:gd name="T1" fmla="*/ 0 h 5078"/>
                  <a:gd name="T2" fmla="*/ 0 w 6175"/>
                  <a:gd name="T3" fmla="*/ 0 h 5078"/>
                  <a:gd name="T4" fmla="*/ 0 w 6175"/>
                  <a:gd name="T5" fmla="*/ 0 h 5078"/>
                  <a:gd name="T6" fmla="*/ 0 w 6175"/>
                  <a:gd name="T7" fmla="*/ 0 h 5078"/>
                  <a:gd name="T8" fmla="*/ 0 w 6175"/>
                  <a:gd name="T9" fmla="*/ 0 h 5078"/>
                  <a:gd name="T10" fmla="*/ 0 w 6175"/>
                  <a:gd name="T11" fmla="*/ 0 h 5078"/>
                  <a:gd name="T12" fmla="*/ 0 w 6175"/>
                  <a:gd name="T13" fmla="*/ 0 h 5078"/>
                  <a:gd name="T14" fmla="*/ 0 w 6175"/>
                  <a:gd name="T15" fmla="*/ 0 h 5078"/>
                  <a:gd name="T16" fmla="*/ 0 w 6175"/>
                  <a:gd name="T17" fmla="*/ 0 h 5078"/>
                  <a:gd name="T18" fmla="*/ 0 w 6175"/>
                  <a:gd name="T19" fmla="*/ 0 h 5078"/>
                  <a:gd name="T20" fmla="*/ 0 w 6175"/>
                  <a:gd name="T21" fmla="*/ 0 h 5078"/>
                  <a:gd name="T22" fmla="*/ 0 w 6175"/>
                  <a:gd name="T23" fmla="*/ 0 h 5078"/>
                  <a:gd name="T24" fmla="*/ 0 w 6175"/>
                  <a:gd name="T25" fmla="*/ 0 h 5078"/>
                  <a:gd name="T26" fmla="*/ 0 w 6175"/>
                  <a:gd name="T27" fmla="*/ 0 h 5078"/>
                  <a:gd name="T28" fmla="*/ 0 w 6175"/>
                  <a:gd name="T29" fmla="*/ 0 h 5078"/>
                  <a:gd name="T30" fmla="*/ 0 w 6175"/>
                  <a:gd name="T31" fmla="*/ 0 h 5078"/>
                  <a:gd name="T32" fmla="*/ 0 w 6175"/>
                  <a:gd name="T33" fmla="*/ 0 h 5078"/>
                  <a:gd name="T34" fmla="*/ 0 w 6175"/>
                  <a:gd name="T35" fmla="*/ 0 h 5078"/>
                  <a:gd name="T36" fmla="*/ 0 w 6175"/>
                  <a:gd name="T37" fmla="*/ 0 h 5078"/>
                  <a:gd name="T38" fmla="*/ 0 w 6175"/>
                  <a:gd name="T39" fmla="*/ 0 h 5078"/>
                  <a:gd name="T40" fmla="*/ 0 w 6175"/>
                  <a:gd name="T41" fmla="*/ 0 h 5078"/>
                  <a:gd name="T42" fmla="*/ 0 w 6175"/>
                  <a:gd name="T43" fmla="*/ 0 h 5078"/>
                  <a:gd name="T44" fmla="*/ 0 w 6175"/>
                  <a:gd name="T45" fmla="*/ 0 h 5078"/>
                  <a:gd name="T46" fmla="*/ 0 w 6175"/>
                  <a:gd name="T47" fmla="*/ 0 h 5078"/>
                  <a:gd name="T48" fmla="*/ 0 w 6175"/>
                  <a:gd name="T49" fmla="*/ 0 h 5078"/>
                  <a:gd name="T50" fmla="*/ 0 w 6175"/>
                  <a:gd name="T51" fmla="*/ 0 h 5078"/>
                  <a:gd name="T52" fmla="*/ 0 w 6175"/>
                  <a:gd name="T53" fmla="*/ 0 h 5078"/>
                  <a:gd name="T54" fmla="*/ 0 w 6175"/>
                  <a:gd name="T55" fmla="*/ 0 h 5078"/>
                  <a:gd name="T56" fmla="*/ 0 w 6175"/>
                  <a:gd name="T57" fmla="*/ 0 h 5078"/>
                  <a:gd name="T58" fmla="*/ 0 w 6175"/>
                  <a:gd name="T59" fmla="*/ 0 h 5078"/>
                  <a:gd name="T60" fmla="*/ 0 w 6175"/>
                  <a:gd name="T61" fmla="*/ 0 h 5078"/>
                  <a:gd name="T62" fmla="*/ 0 w 6175"/>
                  <a:gd name="T63" fmla="*/ 0 h 5078"/>
                  <a:gd name="T64" fmla="*/ 0 w 6175"/>
                  <a:gd name="T65" fmla="*/ 0 h 5078"/>
                  <a:gd name="T66" fmla="*/ 0 w 6175"/>
                  <a:gd name="T67" fmla="*/ 0 h 5078"/>
                  <a:gd name="T68" fmla="*/ 0 w 6175"/>
                  <a:gd name="T69" fmla="*/ 0 h 5078"/>
                  <a:gd name="T70" fmla="*/ 0 w 6175"/>
                  <a:gd name="T71" fmla="*/ 0 h 5078"/>
                  <a:gd name="T72" fmla="*/ 0 w 6175"/>
                  <a:gd name="T73" fmla="*/ 0 h 5078"/>
                  <a:gd name="T74" fmla="*/ 0 w 6175"/>
                  <a:gd name="T75" fmla="*/ 0 h 5078"/>
                  <a:gd name="T76" fmla="*/ 0 w 6175"/>
                  <a:gd name="T77" fmla="*/ 0 h 5078"/>
                  <a:gd name="T78" fmla="*/ 0 w 6175"/>
                  <a:gd name="T79" fmla="*/ 0 h 5078"/>
                  <a:gd name="T80" fmla="*/ 0 w 6175"/>
                  <a:gd name="T81" fmla="*/ 0 h 507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175"/>
                  <a:gd name="T124" fmla="*/ 0 h 5078"/>
                  <a:gd name="T125" fmla="*/ 6175 w 6175"/>
                  <a:gd name="T126" fmla="*/ 5078 h 507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175" h="5078">
                    <a:moveTo>
                      <a:pt x="2584" y="1102"/>
                    </a:moveTo>
                    <a:lnTo>
                      <a:pt x="407" y="571"/>
                    </a:lnTo>
                    <a:lnTo>
                      <a:pt x="545" y="296"/>
                    </a:lnTo>
                    <a:lnTo>
                      <a:pt x="938" y="0"/>
                    </a:lnTo>
                    <a:lnTo>
                      <a:pt x="507" y="296"/>
                    </a:lnTo>
                    <a:lnTo>
                      <a:pt x="216" y="1000"/>
                    </a:lnTo>
                    <a:lnTo>
                      <a:pt x="216" y="1573"/>
                    </a:lnTo>
                    <a:lnTo>
                      <a:pt x="295" y="1124"/>
                    </a:lnTo>
                    <a:lnTo>
                      <a:pt x="741" y="1827"/>
                    </a:lnTo>
                    <a:lnTo>
                      <a:pt x="741" y="2077"/>
                    </a:lnTo>
                    <a:lnTo>
                      <a:pt x="350" y="1775"/>
                    </a:lnTo>
                    <a:lnTo>
                      <a:pt x="489" y="1951"/>
                    </a:lnTo>
                    <a:lnTo>
                      <a:pt x="0" y="1849"/>
                    </a:lnTo>
                    <a:lnTo>
                      <a:pt x="369" y="2077"/>
                    </a:lnTo>
                    <a:lnTo>
                      <a:pt x="835" y="2174"/>
                    </a:lnTo>
                    <a:lnTo>
                      <a:pt x="451" y="2428"/>
                    </a:lnTo>
                    <a:lnTo>
                      <a:pt x="196" y="2428"/>
                    </a:lnTo>
                    <a:lnTo>
                      <a:pt x="432" y="2534"/>
                    </a:lnTo>
                    <a:lnTo>
                      <a:pt x="1100" y="2349"/>
                    </a:lnTo>
                    <a:lnTo>
                      <a:pt x="881" y="2626"/>
                    </a:lnTo>
                    <a:lnTo>
                      <a:pt x="295" y="2878"/>
                    </a:lnTo>
                    <a:lnTo>
                      <a:pt x="919" y="2676"/>
                    </a:lnTo>
                    <a:lnTo>
                      <a:pt x="727" y="2924"/>
                    </a:lnTo>
                    <a:lnTo>
                      <a:pt x="1252" y="3124"/>
                    </a:lnTo>
                    <a:lnTo>
                      <a:pt x="1451" y="2901"/>
                    </a:lnTo>
                    <a:lnTo>
                      <a:pt x="1310" y="3557"/>
                    </a:lnTo>
                    <a:lnTo>
                      <a:pt x="1310" y="3754"/>
                    </a:lnTo>
                    <a:lnTo>
                      <a:pt x="1526" y="3527"/>
                    </a:lnTo>
                    <a:lnTo>
                      <a:pt x="1842" y="2901"/>
                    </a:lnTo>
                    <a:lnTo>
                      <a:pt x="1743" y="3379"/>
                    </a:lnTo>
                    <a:lnTo>
                      <a:pt x="1743" y="3578"/>
                    </a:lnTo>
                    <a:lnTo>
                      <a:pt x="2073" y="2952"/>
                    </a:lnTo>
                    <a:lnTo>
                      <a:pt x="2218" y="3025"/>
                    </a:lnTo>
                    <a:lnTo>
                      <a:pt x="2055" y="3329"/>
                    </a:lnTo>
                    <a:lnTo>
                      <a:pt x="1999" y="3679"/>
                    </a:lnTo>
                    <a:lnTo>
                      <a:pt x="1743" y="4383"/>
                    </a:lnTo>
                    <a:lnTo>
                      <a:pt x="1588" y="4981"/>
                    </a:lnTo>
                    <a:lnTo>
                      <a:pt x="1821" y="4309"/>
                    </a:lnTo>
                    <a:lnTo>
                      <a:pt x="2411" y="3329"/>
                    </a:lnTo>
                    <a:lnTo>
                      <a:pt x="2411" y="3626"/>
                    </a:lnTo>
                    <a:lnTo>
                      <a:pt x="2644" y="3248"/>
                    </a:lnTo>
                    <a:lnTo>
                      <a:pt x="2861" y="3431"/>
                    </a:lnTo>
                    <a:lnTo>
                      <a:pt x="2487" y="4057"/>
                    </a:lnTo>
                    <a:lnTo>
                      <a:pt x="1901" y="4729"/>
                    </a:lnTo>
                    <a:lnTo>
                      <a:pt x="2630" y="4258"/>
                    </a:lnTo>
                    <a:lnTo>
                      <a:pt x="2996" y="3527"/>
                    </a:lnTo>
                    <a:lnTo>
                      <a:pt x="3605" y="3982"/>
                    </a:lnTo>
                    <a:lnTo>
                      <a:pt x="2566" y="5078"/>
                    </a:lnTo>
                    <a:lnTo>
                      <a:pt x="3645" y="4008"/>
                    </a:lnTo>
                    <a:lnTo>
                      <a:pt x="4020" y="4232"/>
                    </a:lnTo>
                    <a:lnTo>
                      <a:pt x="4353" y="4280"/>
                    </a:lnTo>
                    <a:lnTo>
                      <a:pt x="4841" y="4507"/>
                    </a:lnTo>
                    <a:lnTo>
                      <a:pt x="5210" y="4507"/>
                    </a:lnTo>
                    <a:lnTo>
                      <a:pt x="5994" y="4729"/>
                    </a:lnTo>
                    <a:lnTo>
                      <a:pt x="5702" y="4383"/>
                    </a:lnTo>
                    <a:lnTo>
                      <a:pt x="5702" y="4206"/>
                    </a:lnTo>
                    <a:lnTo>
                      <a:pt x="5606" y="4206"/>
                    </a:lnTo>
                    <a:lnTo>
                      <a:pt x="5486" y="3902"/>
                    </a:lnTo>
                    <a:lnTo>
                      <a:pt x="5702" y="3777"/>
                    </a:lnTo>
                    <a:lnTo>
                      <a:pt x="6175" y="3777"/>
                    </a:lnTo>
                    <a:lnTo>
                      <a:pt x="5530" y="3475"/>
                    </a:lnTo>
                    <a:lnTo>
                      <a:pt x="5114" y="3475"/>
                    </a:lnTo>
                    <a:lnTo>
                      <a:pt x="4797" y="3351"/>
                    </a:lnTo>
                    <a:lnTo>
                      <a:pt x="4412" y="3475"/>
                    </a:lnTo>
                    <a:lnTo>
                      <a:pt x="4412" y="3025"/>
                    </a:lnTo>
                    <a:lnTo>
                      <a:pt x="3588" y="2924"/>
                    </a:lnTo>
                    <a:lnTo>
                      <a:pt x="2742" y="2726"/>
                    </a:lnTo>
                    <a:lnTo>
                      <a:pt x="2171" y="2428"/>
                    </a:lnTo>
                    <a:lnTo>
                      <a:pt x="2630" y="2502"/>
                    </a:lnTo>
                    <a:lnTo>
                      <a:pt x="3094" y="2502"/>
                    </a:lnTo>
                    <a:lnTo>
                      <a:pt x="3628" y="2349"/>
                    </a:lnTo>
                    <a:lnTo>
                      <a:pt x="2630" y="2203"/>
                    </a:lnTo>
                    <a:lnTo>
                      <a:pt x="1606" y="1798"/>
                    </a:lnTo>
                    <a:lnTo>
                      <a:pt x="1434" y="1573"/>
                    </a:lnTo>
                    <a:lnTo>
                      <a:pt x="2308" y="1775"/>
                    </a:lnTo>
                    <a:lnTo>
                      <a:pt x="2861" y="1775"/>
                    </a:lnTo>
                    <a:lnTo>
                      <a:pt x="3094" y="1701"/>
                    </a:lnTo>
                    <a:lnTo>
                      <a:pt x="2782" y="1701"/>
                    </a:lnTo>
                    <a:lnTo>
                      <a:pt x="2331" y="1378"/>
                    </a:lnTo>
                    <a:lnTo>
                      <a:pt x="1703" y="1174"/>
                    </a:lnTo>
                    <a:lnTo>
                      <a:pt x="1548" y="1000"/>
                    </a:lnTo>
                    <a:lnTo>
                      <a:pt x="1977" y="1102"/>
                    </a:lnTo>
                    <a:lnTo>
                      <a:pt x="2584" y="1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1" name="Freeform 449"/>
              <p:cNvSpPr>
                <a:spLocks/>
              </p:cNvSpPr>
              <p:nvPr/>
            </p:nvSpPr>
            <p:spPr bwMode="auto">
              <a:xfrm>
                <a:off x="89" y="2547"/>
                <a:ext cx="173" cy="325"/>
              </a:xfrm>
              <a:custGeom>
                <a:avLst/>
                <a:gdLst>
                  <a:gd name="T0" fmla="*/ 0 w 1728"/>
                  <a:gd name="T1" fmla="*/ 0 h 3259"/>
                  <a:gd name="T2" fmla="*/ 0 w 1728"/>
                  <a:gd name="T3" fmla="*/ 0 h 3259"/>
                  <a:gd name="T4" fmla="*/ 0 w 1728"/>
                  <a:gd name="T5" fmla="*/ 0 h 3259"/>
                  <a:gd name="T6" fmla="*/ 0 w 1728"/>
                  <a:gd name="T7" fmla="*/ 0 h 3259"/>
                  <a:gd name="T8" fmla="*/ 0 w 1728"/>
                  <a:gd name="T9" fmla="*/ 0 h 3259"/>
                  <a:gd name="T10" fmla="*/ 0 w 1728"/>
                  <a:gd name="T11" fmla="*/ 0 h 3259"/>
                  <a:gd name="T12" fmla="*/ 0 w 1728"/>
                  <a:gd name="T13" fmla="*/ 0 h 3259"/>
                  <a:gd name="T14" fmla="*/ 0 w 1728"/>
                  <a:gd name="T15" fmla="*/ 0 h 3259"/>
                  <a:gd name="T16" fmla="*/ 0 w 1728"/>
                  <a:gd name="T17" fmla="*/ 0 h 3259"/>
                  <a:gd name="T18" fmla="*/ 0 w 1728"/>
                  <a:gd name="T19" fmla="*/ 0 h 3259"/>
                  <a:gd name="T20" fmla="*/ 0 w 1728"/>
                  <a:gd name="T21" fmla="*/ 0 h 3259"/>
                  <a:gd name="T22" fmla="*/ 0 w 1728"/>
                  <a:gd name="T23" fmla="*/ 0 h 3259"/>
                  <a:gd name="T24" fmla="*/ 0 w 1728"/>
                  <a:gd name="T25" fmla="*/ 0 h 3259"/>
                  <a:gd name="T26" fmla="*/ 0 w 1728"/>
                  <a:gd name="T27" fmla="*/ 0 h 3259"/>
                  <a:gd name="T28" fmla="*/ 0 w 1728"/>
                  <a:gd name="T29" fmla="*/ 0 h 3259"/>
                  <a:gd name="T30" fmla="*/ 0 w 1728"/>
                  <a:gd name="T31" fmla="*/ 0 h 3259"/>
                  <a:gd name="T32" fmla="*/ 0 w 1728"/>
                  <a:gd name="T33" fmla="*/ 0 h 3259"/>
                  <a:gd name="T34" fmla="*/ 0 w 1728"/>
                  <a:gd name="T35" fmla="*/ 0 h 3259"/>
                  <a:gd name="T36" fmla="*/ 0 w 1728"/>
                  <a:gd name="T37" fmla="*/ 0 h 3259"/>
                  <a:gd name="T38" fmla="*/ 0 w 1728"/>
                  <a:gd name="T39" fmla="*/ 0 h 3259"/>
                  <a:gd name="T40" fmla="*/ 0 w 1728"/>
                  <a:gd name="T41" fmla="*/ 0 h 3259"/>
                  <a:gd name="T42" fmla="*/ 0 w 1728"/>
                  <a:gd name="T43" fmla="*/ 0 h 3259"/>
                  <a:gd name="T44" fmla="*/ 0 w 1728"/>
                  <a:gd name="T45" fmla="*/ 0 h 3259"/>
                  <a:gd name="T46" fmla="*/ 0 w 1728"/>
                  <a:gd name="T47" fmla="*/ 0 h 3259"/>
                  <a:gd name="T48" fmla="*/ 0 w 1728"/>
                  <a:gd name="T49" fmla="*/ 0 h 3259"/>
                  <a:gd name="T50" fmla="*/ 0 w 1728"/>
                  <a:gd name="T51" fmla="*/ 0 h 3259"/>
                  <a:gd name="T52" fmla="*/ 0 w 1728"/>
                  <a:gd name="T53" fmla="*/ 0 h 3259"/>
                  <a:gd name="T54" fmla="*/ 0 w 1728"/>
                  <a:gd name="T55" fmla="*/ 0 h 3259"/>
                  <a:gd name="T56" fmla="*/ 0 w 1728"/>
                  <a:gd name="T57" fmla="*/ 0 h 3259"/>
                  <a:gd name="T58" fmla="*/ 0 w 1728"/>
                  <a:gd name="T59" fmla="*/ 0 h 3259"/>
                  <a:gd name="T60" fmla="*/ 0 w 1728"/>
                  <a:gd name="T61" fmla="*/ 0 h 3259"/>
                  <a:gd name="T62" fmla="*/ 0 w 1728"/>
                  <a:gd name="T63" fmla="*/ 0 h 3259"/>
                  <a:gd name="T64" fmla="*/ 0 w 1728"/>
                  <a:gd name="T65" fmla="*/ 0 h 32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28"/>
                  <a:gd name="T100" fmla="*/ 0 h 3259"/>
                  <a:gd name="T101" fmla="*/ 1728 w 1728"/>
                  <a:gd name="T102" fmla="*/ 3259 h 325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28" h="3259">
                    <a:moveTo>
                      <a:pt x="1614" y="400"/>
                    </a:moveTo>
                    <a:lnTo>
                      <a:pt x="1350" y="827"/>
                    </a:lnTo>
                    <a:lnTo>
                      <a:pt x="1350" y="1377"/>
                    </a:lnTo>
                    <a:lnTo>
                      <a:pt x="1177" y="1276"/>
                    </a:lnTo>
                    <a:lnTo>
                      <a:pt x="1432" y="2003"/>
                    </a:lnTo>
                    <a:lnTo>
                      <a:pt x="1530" y="2631"/>
                    </a:lnTo>
                    <a:lnTo>
                      <a:pt x="1394" y="2157"/>
                    </a:lnTo>
                    <a:lnTo>
                      <a:pt x="1078" y="1831"/>
                    </a:lnTo>
                    <a:lnTo>
                      <a:pt x="631" y="1604"/>
                    </a:lnTo>
                    <a:lnTo>
                      <a:pt x="1078" y="2251"/>
                    </a:lnTo>
                    <a:lnTo>
                      <a:pt x="1372" y="3161"/>
                    </a:lnTo>
                    <a:lnTo>
                      <a:pt x="1592" y="3259"/>
                    </a:lnTo>
                    <a:lnTo>
                      <a:pt x="1293" y="3230"/>
                    </a:lnTo>
                    <a:lnTo>
                      <a:pt x="1099" y="2526"/>
                    </a:lnTo>
                    <a:lnTo>
                      <a:pt x="354" y="1505"/>
                    </a:lnTo>
                    <a:lnTo>
                      <a:pt x="0" y="777"/>
                    </a:lnTo>
                    <a:lnTo>
                      <a:pt x="310" y="1328"/>
                    </a:lnTo>
                    <a:lnTo>
                      <a:pt x="1015" y="1706"/>
                    </a:lnTo>
                    <a:lnTo>
                      <a:pt x="751" y="1404"/>
                    </a:lnTo>
                    <a:lnTo>
                      <a:pt x="549" y="1074"/>
                    </a:lnTo>
                    <a:lnTo>
                      <a:pt x="669" y="1127"/>
                    </a:lnTo>
                    <a:lnTo>
                      <a:pt x="807" y="1074"/>
                    </a:lnTo>
                    <a:lnTo>
                      <a:pt x="587" y="901"/>
                    </a:lnTo>
                    <a:lnTo>
                      <a:pt x="1007" y="901"/>
                    </a:lnTo>
                    <a:lnTo>
                      <a:pt x="807" y="696"/>
                    </a:lnTo>
                    <a:lnTo>
                      <a:pt x="492" y="652"/>
                    </a:lnTo>
                    <a:lnTo>
                      <a:pt x="341" y="448"/>
                    </a:lnTo>
                    <a:lnTo>
                      <a:pt x="100" y="326"/>
                    </a:lnTo>
                    <a:lnTo>
                      <a:pt x="587" y="498"/>
                    </a:lnTo>
                    <a:lnTo>
                      <a:pt x="946" y="675"/>
                    </a:lnTo>
                    <a:lnTo>
                      <a:pt x="1198" y="675"/>
                    </a:lnTo>
                    <a:lnTo>
                      <a:pt x="1728" y="0"/>
                    </a:lnTo>
                    <a:lnTo>
                      <a:pt x="1614" y="4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2" name="Freeform 450"/>
              <p:cNvSpPr>
                <a:spLocks/>
              </p:cNvSpPr>
              <p:nvPr/>
            </p:nvSpPr>
            <p:spPr bwMode="auto">
              <a:xfrm>
                <a:off x="78" y="2158"/>
                <a:ext cx="136" cy="446"/>
              </a:xfrm>
              <a:custGeom>
                <a:avLst/>
                <a:gdLst>
                  <a:gd name="T0" fmla="*/ 0 w 1368"/>
                  <a:gd name="T1" fmla="*/ 0 h 4452"/>
                  <a:gd name="T2" fmla="*/ 0 w 1368"/>
                  <a:gd name="T3" fmla="*/ 0 h 4452"/>
                  <a:gd name="T4" fmla="*/ 0 w 1368"/>
                  <a:gd name="T5" fmla="*/ 0 h 4452"/>
                  <a:gd name="T6" fmla="*/ 0 w 1368"/>
                  <a:gd name="T7" fmla="*/ 0 h 4452"/>
                  <a:gd name="T8" fmla="*/ 0 w 1368"/>
                  <a:gd name="T9" fmla="*/ 0 h 4452"/>
                  <a:gd name="T10" fmla="*/ 0 w 1368"/>
                  <a:gd name="T11" fmla="*/ 0 h 4452"/>
                  <a:gd name="T12" fmla="*/ 0 w 1368"/>
                  <a:gd name="T13" fmla="*/ 0 h 4452"/>
                  <a:gd name="T14" fmla="*/ 0 w 1368"/>
                  <a:gd name="T15" fmla="*/ 0 h 4452"/>
                  <a:gd name="T16" fmla="*/ 0 w 1368"/>
                  <a:gd name="T17" fmla="*/ 0 h 4452"/>
                  <a:gd name="T18" fmla="*/ 0 w 1368"/>
                  <a:gd name="T19" fmla="*/ 0 h 4452"/>
                  <a:gd name="T20" fmla="*/ 0 w 1368"/>
                  <a:gd name="T21" fmla="*/ 0 h 44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8"/>
                  <a:gd name="T34" fmla="*/ 0 h 4452"/>
                  <a:gd name="T35" fmla="*/ 1368 w 1368"/>
                  <a:gd name="T36" fmla="*/ 4452 h 44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8" h="4452">
                    <a:moveTo>
                      <a:pt x="99" y="4452"/>
                    </a:moveTo>
                    <a:lnTo>
                      <a:pt x="99" y="3706"/>
                    </a:lnTo>
                    <a:lnTo>
                      <a:pt x="0" y="2706"/>
                    </a:lnTo>
                    <a:lnTo>
                      <a:pt x="23" y="2130"/>
                    </a:lnTo>
                    <a:lnTo>
                      <a:pt x="353" y="1146"/>
                    </a:lnTo>
                    <a:lnTo>
                      <a:pt x="784" y="676"/>
                    </a:lnTo>
                    <a:lnTo>
                      <a:pt x="784" y="501"/>
                    </a:lnTo>
                    <a:lnTo>
                      <a:pt x="1000" y="321"/>
                    </a:lnTo>
                    <a:lnTo>
                      <a:pt x="1000" y="222"/>
                    </a:lnTo>
                    <a:lnTo>
                      <a:pt x="1130" y="73"/>
                    </a:lnTo>
                    <a:lnTo>
                      <a:pt x="136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83" name="Freeform 451"/>
              <p:cNvSpPr>
                <a:spLocks/>
              </p:cNvSpPr>
              <p:nvPr/>
            </p:nvSpPr>
            <p:spPr bwMode="auto">
              <a:xfrm>
                <a:off x="422" y="2196"/>
                <a:ext cx="103" cy="306"/>
              </a:xfrm>
              <a:custGeom>
                <a:avLst/>
                <a:gdLst>
                  <a:gd name="T0" fmla="*/ 0 w 1021"/>
                  <a:gd name="T1" fmla="*/ 0 h 3058"/>
                  <a:gd name="T2" fmla="*/ 0 w 1021"/>
                  <a:gd name="T3" fmla="*/ 0 h 3058"/>
                  <a:gd name="T4" fmla="*/ 0 w 1021"/>
                  <a:gd name="T5" fmla="*/ 0 h 3058"/>
                  <a:gd name="T6" fmla="*/ 0 w 1021"/>
                  <a:gd name="T7" fmla="*/ 0 h 3058"/>
                  <a:gd name="T8" fmla="*/ 0 w 1021"/>
                  <a:gd name="T9" fmla="*/ 0 h 3058"/>
                  <a:gd name="T10" fmla="*/ 0 w 1021"/>
                  <a:gd name="T11" fmla="*/ 0 h 3058"/>
                  <a:gd name="T12" fmla="*/ 0 w 1021"/>
                  <a:gd name="T13" fmla="*/ 0 h 3058"/>
                  <a:gd name="T14" fmla="*/ 0 w 1021"/>
                  <a:gd name="T15" fmla="*/ 0 h 3058"/>
                  <a:gd name="T16" fmla="*/ 0 60000 65536"/>
                  <a:gd name="T17" fmla="*/ 0 60000 65536"/>
                  <a:gd name="T18" fmla="*/ 0 60000 65536"/>
                  <a:gd name="T19" fmla="*/ 0 60000 65536"/>
                  <a:gd name="T20" fmla="*/ 0 60000 65536"/>
                  <a:gd name="T21" fmla="*/ 0 60000 65536"/>
                  <a:gd name="T22" fmla="*/ 0 60000 65536"/>
                  <a:gd name="T23" fmla="*/ 0 60000 65536"/>
                  <a:gd name="T24" fmla="*/ 0 w 1021"/>
                  <a:gd name="T25" fmla="*/ 0 h 3058"/>
                  <a:gd name="T26" fmla="*/ 1021 w 1021"/>
                  <a:gd name="T27" fmla="*/ 3058 h 30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1" h="3058">
                    <a:moveTo>
                      <a:pt x="0" y="0"/>
                    </a:moveTo>
                    <a:lnTo>
                      <a:pt x="238" y="228"/>
                    </a:lnTo>
                    <a:lnTo>
                      <a:pt x="316" y="452"/>
                    </a:lnTo>
                    <a:lnTo>
                      <a:pt x="551" y="700"/>
                    </a:lnTo>
                    <a:lnTo>
                      <a:pt x="729" y="1230"/>
                    </a:lnTo>
                    <a:lnTo>
                      <a:pt x="729" y="1502"/>
                    </a:lnTo>
                    <a:lnTo>
                      <a:pt x="1021" y="2349"/>
                    </a:lnTo>
                    <a:lnTo>
                      <a:pt x="1021" y="3058"/>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84" name="Freeform 452"/>
              <p:cNvSpPr>
                <a:spLocks/>
              </p:cNvSpPr>
              <p:nvPr/>
            </p:nvSpPr>
            <p:spPr bwMode="auto">
              <a:xfrm>
                <a:off x="525" y="2429"/>
                <a:ext cx="39" cy="95"/>
              </a:xfrm>
              <a:custGeom>
                <a:avLst/>
                <a:gdLst>
                  <a:gd name="T0" fmla="*/ 0 w 393"/>
                  <a:gd name="T1" fmla="*/ 0 h 952"/>
                  <a:gd name="T2" fmla="*/ 0 w 393"/>
                  <a:gd name="T3" fmla="*/ 0 h 952"/>
                  <a:gd name="T4" fmla="*/ 0 w 393"/>
                  <a:gd name="T5" fmla="*/ 0 h 952"/>
                  <a:gd name="T6" fmla="*/ 0 w 393"/>
                  <a:gd name="T7" fmla="*/ 0 h 952"/>
                  <a:gd name="T8" fmla="*/ 0 w 393"/>
                  <a:gd name="T9" fmla="*/ 0 h 952"/>
                  <a:gd name="T10" fmla="*/ 0 w 393"/>
                  <a:gd name="T11" fmla="*/ 0 h 952"/>
                  <a:gd name="T12" fmla="*/ 0 w 393"/>
                  <a:gd name="T13" fmla="*/ 0 h 952"/>
                  <a:gd name="T14" fmla="*/ 0 w 393"/>
                  <a:gd name="T15" fmla="*/ 0 h 952"/>
                  <a:gd name="T16" fmla="*/ 0 w 393"/>
                  <a:gd name="T17" fmla="*/ 0 h 952"/>
                  <a:gd name="T18" fmla="*/ 0 w 393"/>
                  <a:gd name="T19" fmla="*/ 0 h 9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3"/>
                  <a:gd name="T31" fmla="*/ 0 h 952"/>
                  <a:gd name="T32" fmla="*/ 393 w 393"/>
                  <a:gd name="T33" fmla="*/ 952 h 95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3" h="952">
                    <a:moveTo>
                      <a:pt x="0" y="16"/>
                    </a:moveTo>
                    <a:lnTo>
                      <a:pt x="238" y="397"/>
                    </a:lnTo>
                    <a:lnTo>
                      <a:pt x="238" y="773"/>
                    </a:lnTo>
                    <a:lnTo>
                      <a:pt x="40" y="773"/>
                    </a:lnTo>
                    <a:lnTo>
                      <a:pt x="393" y="952"/>
                    </a:lnTo>
                    <a:lnTo>
                      <a:pt x="273" y="825"/>
                    </a:lnTo>
                    <a:lnTo>
                      <a:pt x="393" y="647"/>
                    </a:lnTo>
                    <a:lnTo>
                      <a:pt x="393" y="420"/>
                    </a:lnTo>
                    <a:lnTo>
                      <a:pt x="0" y="0"/>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5" name="Freeform 453"/>
              <p:cNvSpPr>
                <a:spLocks/>
              </p:cNvSpPr>
              <p:nvPr/>
            </p:nvSpPr>
            <p:spPr bwMode="auto">
              <a:xfrm>
                <a:off x="532" y="2439"/>
                <a:ext cx="59" cy="77"/>
              </a:xfrm>
              <a:custGeom>
                <a:avLst/>
                <a:gdLst>
                  <a:gd name="T0" fmla="*/ 0 w 593"/>
                  <a:gd name="T1" fmla="*/ 0 h 780"/>
                  <a:gd name="T2" fmla="*/ 0 w 593"/>
                  <a:gd name="T3" fmla="*/ 0 h 780"/>
                  <a:gd name="T4" fmla="*/ 0 w 593"/>
                  <a:gd name="T5" fmla="*/ 0 h 780"/>
                  <a:gd name="T6" fmla="*/ 0 60000 65536"/>
                  <a:gd name="T7" fmla="*/ 0 60000 65536"/>
                  <a:gd name="T8" fmla="*/ 0 60000 65536"/>
                  <a:gd name="T9" fmla="*/ 0 w 593"/>
                  <a:gd name="T10" fmla="*/ 0 h 780"/>
                  <a:gd name="T11" fmla="*/ 593 w 593"/>
                  <a:gd name="T12" fmla="*/ 780 h 780"/>
                </a:gdLst>
                <a:ahLst/>
                <a:cxnLst>
                  <a:cxn ang="T6">
                    <a:pos x="T0" y="T1"/>
                  </a:cxn>
                  <a:cxn ang="T7">
                    <a:pos x="T2" y="T3"/>
                  </a:cxn>
                  <a:cxn ang="T8">
                    <a:pos x="T4" y="T5"/>
                  </a:cxn>
                </a:cxnLst>
                <a:rect l="T9" t="T10" r="T11" b="T12"/>
                <a:pathLst>
                  <a:path w="593" h="780">
                    <a:moveTo>
                      <a:pt x="0" y="0"/>
                    </a:moveTo>
                    <a:lnTo>
                      <a:pt x="357" y="152"/>
                    </a:lnTo>
                    <a:lnTo>
                      <a:pt x="593" y="78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86" name="Freeform 454"/>
              <p:cNvSpPr>
                <a:spLocks/>
              </p:cNvSpPr>
              <p:nvPr/>
            </p:nvSpPr>
            <p:spPr bwMode="auto">
              <a:xfrm>
                <a:off x="591" y="2516"/>
                <a:ext cx="86" cy="53"/>
              </a:xfrm>
              <a:custGeom>
                <a:avLst/>
                <a:gdLst>
                  <a:gd name="T0" fmla="*/ 0 w 861"/>
                  <a:gd name="T1" fmla="*/ 0 h 526"/>
                  <a:gd name="T2" fmla="*/ 0 w 861"/>
                  <a:gd name="T3" fmla="*/ 0 h 526"/>
                  <a:gd name="T4" fmla="*/ 0 w 861"/>
                  <a:gd name="T5" fmla="*/ 0 h 526"/>
                  <a:gd name="T6" fmla="*/ 0 w 861"/>
                  <a:gd name="T7" fmla="*/ 0 h 526"/>
                  <a:gd name="T8" fmla="*/ 0 w 861"/>
                  <a:gd name="T9" fmla="*/ 0 h 526"/>
                  <a:gd name="T10" fmla="*/ 0 w 861"/>
                  <a:gd name="T11" fmla="*/ 0 h 526"/>
                  <a:gd name="T12" fmla="*/ 0 w 861"/>
                  <a:gd name="T13" fmla="*/ 0 h 526"/>
                  <a:gd name="T14" fmla="*/ 0 60000 65536"/>
                  <a:gd name="T15" fmla="*/ 0 60000 65536"/>
                  <a:gd name="T16" fmla="*/ 0 60000 65536"/>
                  <a:gd name="T17" fmla="*/ 0 60000 65536"/>
                  <a:gd name="T18" fmla="*/ 0 60000 65536"/>
                  <a:gd name="T19" fmla="*/ 0 60000 65536"/>
                  <a:gd name="T20" fmla="*/ 0 60000 65536"/>
                  <a:gd name="T21" fmla="*/ 0 w 861"/>
                  <a:gd name="T22" fmla="*/ 0 h 526"/>
                  <a:gd name="T23" fmla="*/ 861 w 861"/>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1" h="526">
                    <a:moveTo>
                      <a:pt x="0" y="0"/>
                    </a:moveTo>
                    <a:lnTo>
                      <a:pt x="174" y="200"/>
                    </a:lnTo>
                    <a:lnTo>
                      <a:pt x="645" y="402"/>
                    </a:lnTo>
                    <a:lnTo>
                      <a:pt x="549" y="526"/>
                    </a:lnTo>
                    <a:lnTo>
                      <a:pt x="861" y="350"/>
                    </a:lnTo>
                    <a:lnTo>
                      <a:pt x="13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7" name="Freeform 455"/>
              <p:cNvSpPr>
                <a:spLocks/>
              </p:cNvSpPr>
              <p:nvPr/>
            </p:nvSpPr>
            <p:spPr bwMode="auto">
              <a:xfrm>
                <a:off x="593" y="2554"/>
                <a:ext cx="231" cy="155"/>
              </a:xfrm>
              <a:custGeom>
                <a:avLst/>
                <a:gdLst>
                  <a:gd name="T0" fmla="*/ 0 w 2312"/>
                  <a:gd name="T1" fmla="*/ 0 h 1555"/>
                  <a:gd name="T2" fmla="*/ 0 w 2312"/>
                  <a:gd name="T3" fmla="*/ 0 h 1555"/>
                  <a:gd name="T4" fmla="*/ 0 w 2312"/>
                  <a:gd name="T5" fmla="*/ 0 h 1555"/>
                  <a:gd name="T6" fmla="*/ 0 w 2312"/>
                  <a:gd name="T7" fmla="*/ 0 h 1555"/>
                  <a:gd name="T8" fmla="*/ 0 w 2312"/>
                  <a:gd name="T9" fmla="*/ 0 h 1555"/>
                  <a:gd name="T10" fmla="*/ 0 w 2312"/>
                  <a:gd name="T11" fmla="*/ 0 h 1555"/>
                  <a:gd name="T12" fmla="*/ 0 w 2312"/>
                  <a:gd name="T13" fmla="*/ 0 h 1555"/>
                  <a:gd name="T14" fmla="*/ 0 w 2312"/>
                  <a:gd name="T15" fmla="*/ 0 h 1555"/>
                  <a:gd name="T16" fmla="*/ 0 w 2312"/>
                  <a:gd name="T17" fmla="*/ 0 h 1555"/>
                  <a:gd name="T18" fmla="*/ 0 w 2312"/>
                  <a:gd name="T19" fmla="*/ 0 h 1555"/>
                  <a:gd name="T20" fmla="*/ 0 w 2312"/>
                  <a:gd name="T21" fmla="*/ 0 h 1555"/>
                  <a:gd name="T22" fmla="*/ 0 w 2312"/>
                  <a:gd name="T23" fmla="*/ 0 h 1555"/>
                  <a:gd name="T24" fmla="*/ 0 w 2312"/>
                  <a:gd name="T25" fmla="*/ 0 h 1555"/>
                  <a:gd name="T26" fmla="*/ 0 w 2312"/>
                  <a:gd name="T27" fmla="*/ 0 h 1555"/>
                  <a:gd name="T28" fmla="*/ 0 w 2312"/>
                  <a:gd name="T29" fmla="*/ 0 h 1555"/>
                  <a:gd name="T30" fmla="*/ 0 w 2312"/>
                  <a:gd name="T31" fmla="*/ 0 h 1555"/>
                  <a:gd name="T32" fmla="*/ 0 w 2312"/>
                  <a:gd name="T33" fmla="*/ 0 h 1555"/>
                  <a:gd name="T34" fmla="*/ 0 w 2312"/>
                  <a:gd name="T35" fmla="*/ 0 h 1555"/>
                  <a:gd name="T36" fmla="*/ 0 w 2312"/>
                  <a:gd name="T37" fmla="*/ 0 h 1555"/>
                  <a:gd name="T38" fmla="*/ 0 w 2312"/>
                  <a:gd name="T39" fmla="*/ 0 h 15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312"/>
                  <a:gd name="T61" fmla="*/ 0 h 1555"/>
                  <a:gd name="T62" fmla="*/ 2312 w 2312"/>
                  <a:gd name="T63" fmla="*/ 1555 h 15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312" h="1555">
                    <a:moveTo>
                      <a:pt x="0" y="0"/>
                    </a:moveTo>
                    <a:lnTo>
                      <a:pt x="240" y="0"/>
                    </a:lnTo>
                    <a:lnTo>
                      <a:pt x="511" y="174"/>
                    </a:lnTo>
                    <a:lnTo>
                      <a:pt x="671" y="50"/>
                    </a:lnTo>
                    <a:lnTo>
                      <a:pt x="1036" y="50"/>
                    </a:lnTo>
                    <a:lnTo>
                      <a:pt x="1511" y="252"/>
                    </a:lnTo>
                    <a:lnTo>
                      <a:pt x="1704" y="252"/>
                    </a:lnTo>
                    <a:lnTo>
                      <a:pt x="1648" y="399"/>
                    </a:lnTo>
                    <a:lnTo>
                      <a:pt x="1648" y="551"/>
                    </a:lnTo>
                    <a:lnTo>
                      <a:pt x="2312" y="849"/>
                    </a:lnTo>
                    <a:lnTo>
                      <a:pt x="1963" y="1078"/>
                    </a:lnTo>
                    <a:lnTo>
                      <a:pt x="1867" y="1356"/>
                    </a:lnTo>
                    <a:lnTo>
                      <a:pt x="1585" y="1555"/>
                    </a:lnTo>
                    <a:lnTo>
                      <a:pt x="2023" y="952"/>
                    </a:lnTo>
                    <a:lnTo>
                      <a:pt x="1549" y="753"/>
                    </a:lnTo>
                    <a:lnTo>
                      <a:pt x="1192" y="424"/>
                    </a:lnTo>
                    <a:lnTo>
                      <a:pt x="784" y="275"/>
                    </a:lnTo>
                    <a:lnTo>
                      <a:pt x="433" y="275"/>
                    </a:lnTo>
                    <a:lnTo>
                      <a:pt x="141" y="2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8" name="Freeform 456"/>
              <p:cNvSpPr>
                <a:spLocks/>
              </p:cNvSpPr>
              <p:nvPr/>
            </p:nvSpPr>
            <p:spPr bwMode="auto">
              <a:xfrm>
                <a:off x="560" y="2567"/>
                <a:ext cx="37" cy="35"/>
              </a:xfrm>
              <a:custGeom>
                <a:avLst/>
                <a:gdLst>
                  <a:gd name="T0" fmla="*/ 0 w 372"/>
                  <a:gd name="T1" fmla="*/ 0 h 349"/>
                  <a:gd name="T2" fmla="*/ 0 w 372"/>
                  <a:gd name="T3" fmla="*/ 0 h 349"/>
                  <a:gd name="T4" fmla="*/ 0 w 372"/>
                  <a:gd name="T5" fmla="*/ 0 h 349"/>
                  <a:gd name="T6" fmla="*/ 0 w 372"/>
                  <a:gd name="T7" fmla="*/ 0 h 349"/>
                  <a:gd name="T8" fmla="*/ 0 w 372"/>
                  <a:gd name="T9" fmla="*/ 0 h 349"/>
                  <a:gd name="T10" fmla="*/ 0 60000 65536"/>
                  <a:gd name="T11" fmla="*/ 0 60000 65536"/>
                  <a:gd name="T12" fmla="*/ 0 60000 65536"/>
                  <a:gd name="T13" fmla="*/ 0 60000 65536"/>
                  <a:gd name="T14" fmla="*/ 0 60000 65536"/>
                  <a:gd name="T15" fmla="*/ 0 w 372"/>
                  <a:gd name="T16" fmla="*/ 0 h 349"/>
                  <a:gd name="T17" fmla="*/ 372 w 372"/>
                  <a:gd name="T18" fmla="*/ 349 h 349"/>
                </a:gdLst>
                <a:ahLst/>
                <a:cxnLst>
                  <a:cxn ang="T10">
                    <a:pos x="T0" y="T1"/>
                  </a:cxn>
                  <a:cxn ang="T11">
                    <a:pos x="T2" y="T3"/>
                  </a:cxn>
                  <a:cxn ang="T12">
                    <a:pos x="T4" y="T5"/>
                  </a:cxn>
                  <a:cxn ang="T13">
                    <a:pos x="T6" y="T7"/>
                  </a:cxn>
                  <a:cxn ang="T14">
                    <a:pos x="T8" y="T9"/>
                  </a:cxn>
                </a:cxnLst>
                <a:rect l="T15" t="T16" r="T17" b="T18"/>
                <a:pathLst>
                  <a:path w="372" h="349">
                    <a:moveTo>
                      <a:pt x="0" y="349"/>
                    </a:moveTo>
                    <a:lnTo>
                      <a:pt x="80" y="168"/>
                    </a:lnTo>
                    <a:lnTo>
                      <a:pt x="372" y="0"/>
                    </a:lnTo>
                    <a:lnTo>
                      <a:pt x="236" y="168"/>
                    </a:lnTo>
                    <a:lnTo>
                      <a:pt x="0" y="3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9" name="Freeform 457"/>
              <p:cNvSpPr>
                <a:spLocks/>
              </p:cNvSpPr>
              <p:nvPr/>
            </p:nvSpPr>
            <p:spPr bwMode="auto">
              <a:xfrm>
                <a:off x="756" y="2571"/>
                <a:ext cx="208" cy="98"/>
              </a:xfrm>
              <a:custGeom>
                <a:avLst/>
                <a:gdLst>
                  <a:gd name="T0" fmla="*/ 0 w 2074"/>
                  <a:gd name="T1" fmla="*/ 0 h 977"/>
                  <a:gd name="T2" fmla="*/ 0 w 2074"/>
                  <a:gd name="T3" fmla="*/ 0 h 977"/>
                  <a:gd name="T4" fmla="*/ 0 w 2074"/>
                  <a:gd name="T5" fmla="*/ 0 h 977"/>
                  <a:gd name="T6" fmla="*/ 0 w 2074"/>
                  <a:gd name="T7" fmla="*/ 0 h 977"/>
                  <a:gd name="T8" fmla="*/ 0 w 2074"/>
                  <a:gd name="T9" fmla="*/ 0 h 977"/>
                  <a:gd name="T10" fmla="*/ 0 w 2074"/>
                  <a:gd name="T11" fmla="*/ 0 h 977"/>
                  <a:gd name="T12" fmla="*/ 0 w 2074"/>
                  <a:gd name="T13" fmla="*/ 0 h 977"/>
                  <a:gd name="T14" fmla="*/ 0 w 2074"/>
                  <a:gd name="T15" fmla="*/ 0 h 977"/>
                  <a:gd name="T16" fmla="*/ 0 w 2074"/>
                  <a:gd name="T17" fmla="*/ 0 h 977"/>
                  <a:gd name="T18" fmla="*/ 0 w 2074"/>
                  <a:gd name="T19" fmla="*/ 0 h 977"/>
                  <a:gd name="T20" fmla="*/ 0 w 2074"/>
                  <a:gd name="T21" fmla="*/ 0 h 977"/>
                  <a:gd name="T22" fmla="*/ 0 w 2074"/>
                  <a:gd name="T23" fmla="*/ 0 h 977"/>
                  <a:gd name="T24" fmla="*/ 0 w 2074"/>
                  <a:gd name="T25" fmla="*/ 0 h 977"/>
                  <a:gd name="T26" fmla="*/ 0 w 2074"/>
                  <a:gd name="T27" fmla="*/ 0 h 977"/>
                  <a:gd name="T28" fmla="*/ 0 w 2074"/>
                  <a:gd name="T29" fmla="*/ 0 h 977"/>
                  <a:gd name="T30" fmla="*/ 0 w 2074"/>
                  <a:gd name="T31" fmla="*/ 0 h 977"/>
                  <a:gd name="T32" fmla="*/ 0 w 2074"/>
                  <a:gd name="T33" fmla="*/ 0 h 977"/>
                  <a:gd name="T34" fmla="*/ 0 w 2074"/>
                  <a:gd name="T35" fmla="*/ 0 h 977"/>
                  <a:gd name="T36" fmla="*/ 0 w 2074"/>
                  <a:gd name="T37" fmla="*/ 0 h 977"/>
                  <a:gd name="T38" fmla="*/ 0 w 2074"/>
                  <a:gd name="T39" fmla="*/ 0 h 977"/>
                  <a:gd name="T40" fmla="*/ 0 w 2074"/>
                  <a:gd name="T41" fmla="*/ 0 h 977"/>
                  <a:gd name="T42" fmla="*/ 0 w 2074"/>
                  <a:gd name="T43" fmla="*/ 0 h 977"/>
                  <a:gd name="T44" fmla="*/ 0 w 2074"/>
                  <a:gd name="T45" fmla="*/ 0 h 977"/>
                  <a:gd name="T46" fmla="*/ 0 w 2074"/>
                  <a:gd name="T47" fmla="*/ 0 h 977"/>
                  <a:gd name="T48" fmla="*/ 0 w 2074"/>
                  <a:gd name="T49" fmla="*/ 0 h 977"/>
                  <a:gd name="T50" fmla="*/ 0 w 2074"/>
                  <a:gd name="T51" fmla="*/ 0 h 977"/>
                  <a:gd name="T52" fmla="*/ 0 w 2074"/>
                  <a:gd name="T53" fmla="*/ 0 h 977"/>
                  <a:gd name="T54" fmla="*/ 0 w 2074"/>
                  <a:gd name="T55" fmla="*/ 0 h 977"/>
                  <a:gd name="T56" fmla="*/ 0 w 2074"/>
                  <a:gd name="T57" fmla="*/ 0 h 977"/>
                  <a:gd name="T58" fmla="*/ 0 w 2074"/>
                  <a:gd name="T59" fmla="*/ 0 h 977"/>
                  <a:gd name="T60" fmla="*/ 0 w 2074"/>
                  <a:gd name="T61" fmla="*/ 0 h 97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074"/>
                  <a:gd name="T94" fmla="*/ 0 h 977"/>
                  <a:gd name="T95" fmla="*/ 2074 w 2074"/>
                  <a:gd name="T96" fmla="*/ 977 h 97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074" h="977">
                    <a:moveTo>
                      <a:pt x="1780" y="977"/>
                    </a:moveTo>
                    <a:lnTo>
                      <a:pt x="1334" y="757"/>
                    </a:lnTo>
                    <a:lnTo>
                      <a:pt x="999" y="653"/>
                    </a:lnTo>
                    <a:lnTo>
                      <a:pt x="643" y="353"/>
                    </a:lnTo>
                    <a:lnTo>
                      <a:pt x="643" y="200"/>
                    </a:lnTo>
                    <a:lnTo>
                      <a:pt x="1427" y="653"/>
                    </a:lnTo>
                    <a:lnTo>
                      <a:pt x="1561" y="653"/>
                    </a:lnTo>
                    <a:lnTo>
                      <a:pt x="1802" y="879"/>
                    </a:lnTo>
                    <a:lnTo>
                      <a:pt x="1902" y="826"/>
                    </a:lnTo>
                    <a:lnTo>
                      <a:pt x="1979" y="879"/>
                    </a:lnTo>
                    <a:lnTo>
                      <a:pt x="2074" y="778"/>
                    </a:lnTo>
                    <a:lnTo>
                      <a:pt x="1918" y="778"/>
                    </a:lnTo>
                    <a:lnTo>
                      <a:pt x="1780" y="427"/>
                    </a:lnTo>
                    <a:lnTo>
                      <a:pt x="1840" y="305"/>
                    </a:lnTo>
                    <a:lnTo>
                      <a:pt x="1762" y="305"/>
                    </a:lnTo>
                    <a:lnTo>
                      <a:pt x="1738" y="353"/>
                    </a:lnTo>
                    <a:lnTo>
                      <a:pt x="1486" y="78"/>
                    </a:lnTo>
                    <a:lnTo>
                      <a:pt x="1486" y="278"/>
                    </a:lnTo>
                    <a:lnTo>
                      <a:pt x="1387" y="278"/>
                    </a:lnTo>
                    <a:lnTo>
                      <a:pt x="1189" y="0"/>
                    </a:lnTo>
                    <a:lnTo>
                      <a:pt x="1250" y="152"/>
                    </a:lnTo>
                    <a:lnTo>
                      <a:pt x="861" y="28"/>
                    </a:lnTo>
                    <a:lnTo>
                      <a:pt x="116" y="28"/>
                    </a:lnTo>
                    <a:lnTo>
                      <a:pt x="34" y="124"/>
                    </a:lnTo>
                    <a:lnTo>
                      <a:pt x="0" y="225"/>
                    </a:lnTo>
                    <a:lnTo>
                      <a:pt x="0" y="353"/>
                    </a:lnTo>
                    <a:lnTo>
                      <a:pt x="759" y="703"/>
                    </a:lnTo>
                    <a:lnTo>
                      <a:pt x="876" y="853"/>
                    </a:lnTo>
                    <a:lnTo>
                      <a:pt x="1309" y="853"/>
                    </a:lnTo>
                    <a:lnTo>
                      <a:pt x="1720" y="977"/>
                    </a:lnTo>
                    <a:lnTo>
                      <a:pt x="1780" y="9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0" name="Freeform 458"/>
              <p:cNvSpPr>
                <a:spLocks/>
              </p:cNvSpPr>
              <p:nvPr/>
            </p:nvSpPr>
            <p:spPr bwMode="auto">
              <a:xfrm>
                <a:off x="766" y="2557"/>
                <a:ext cx="200" cy="90"/>
              </a:xfrm>
              <a:custGeom>
                <a:avLst/>
                <a:gdLst>
                  <a:gd name="T0" fmla="*/ 0 w 1997"/>
                  <a:gd name="T1" fmla="*/ 0 h 903"/>
                  <a:gd name="T2" fmla="*/ 0 w 1997"/>
                  <a:gd name="T3" fmla="*/ 0 h 903"/>
                  <a:gd name="T4" fmla="*/ 0 w 1997"/>
                  <a:gd name="T5" fmla="*/ 0 h 903"/>
                  <a:gd name="T6" fmla="*/ 0 w 1997"/>
                  <a:gd name="T7" fmla="*/ 0 h 903"/>
                  <a:gd name="T8" fmla="*/ 0 w 1997"/>
                  <a:gd name="T9" fmla="*/ 0 h 903"/>
                  <a:gd name="T10" fmla="*/ 0 w 1997"/>
                  <a:gd name="T11" fmla="*/ 0 h 903"/>
                  <a:gd name="T12" fmla="*/ 0 w 1997"/>
                  <a:gd name="T13" fmla="*/ 0 h 903"/>
                  <a:gd name="T14" fmla="*/ 0 w 1997"/>
                  <a:gd name="T15" fmla="*/ 0 h 903"/>
                  <a:gd name="T16" fmla="*/ 0 w 1997"/>
                  <a:gd name="T17" fmla="*/ 0 h 9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97"/>
                  <a:gd name="T28" fmla="*/ 0 h 903"/>
                  <a:gd name="T29" fmla="*/ 1997 w 1997"/>
                  <a:gd name="T30" fmla="*/ 903 h 90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97" h="903">
                    <a:moveTo>
                      <a:pt x="1997" y="903"/>
                    </a:moveTo>
                    <a:lnTo>
                      <a:pt x="1997" y="573"/>
                    </a:lnTo>
                    <a:lnTo>
                      <a:pt x="1548" y="0"/>
                    </a:lnTo>
                    <a:lnTo>
                      <a:pt x="328" y="0"/>
                    </a:lnTo>
                    <a:lnTo>
                      <a:pt x="0" y="203"/>
                    </a:lnTo>
                    <a:lnTo>
                      <a:pt x="370" y="46"/>
                    </a:lnTo>
                    <a:lnTo>
                      <a:pt x="1528" y="46"/>
                    </a:lnTo>
                    <a:lnTo>
                      <a:pt x="1959" y="573"/>
                    </a:lnTo>
                    <a:lnTo>
                      <a:pt x="1997" y="9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1" name="Freeform 459"/>
              <p:cNvSpPr>
                <a:spLocks/>
              </p:cNvSpPr>
              <p:nvPr/>
            </p:nvSpPr>
            <p:spPr bwMode="auto">
              <a:xfrm>
                <a:off x="676" y="2552"/>
                <a:ext cx="121" cy="7"/>
              </a:xfrm>
              <a:custGeom>
                <a:avLst/>
                <a:gdLst>
                  <a:gd name="T0" fmla="*/ 0 w 1215"/>
                  <a:gd name="T1" fmla="*/ 0 h 74"/>
                  <a:gd name="T2" fmla="*/ 0 w 1215"/>
                  <a:gd name="T3" fmla="*/ 0 h 74"/>
                  <a:gd name="T4" fmla="*/ 0 w 1215"/>
                  <a:gd name="T5" fmla="*/ 0 h 74"/>
                  <a:gd name="T6" fmla="*/ 0 w 1215"/>
                  <a:gd name="T7" fmla="*/ 0 h 74"/>
                  <a:gd name="T8" fmla="*/ 0 60000 65536"/>
                  <a:gd name="T9" fmla="*/ 0 60000 65536"/>
                  <a:gd name="T10" fmla="*/ 0 60000 65536"/>
                  <a:gd name="T11" fmla="*/ 0 60000 65536"/>
                  <a:gd name="T12" fmla="*/ 0 w 1215"/>
                  <a:gd name="T13" fmla="*/ 0 h 74"/>
                  <a:gd name="T14" fmla="*/ 1215 w 1215"/>
                  <a:gd name="T15" fmla="*/ 74 h 74"/>
                </a:gdLst>
                <a:ahLst/>
                <a:cxnLst>
                  <a:cxn ang="T8">
                    <a:pos x="T0" y="T1"/>
                  </a:cxn>
                  <a:cxn ang="T9">
                    <a:pos x="T2" y="T3"/>
                  </a:cxn>
                  <a:cxn ang="T10">
                    <a:pos x="T4" y="T5"/>
                  </a:cxn>
                  <a:cxn ang="T11">
                    <a:pos x="T6" y="T7"/>
                  </a:cxn>
                </a:cxnLst>
                <a:rect l="T12" t="T13" r="T14" b="T15"/>
                <a:pathLst>
                  <a:path w="1215" h="74">
                    <a:moveTo>
                      <a:pt x="0" y="0"/>
                    </a:moveTo>
                    <a:lnTo>
                      <a:pt x="508" y="0"/>
                    </a:lnTo>
                    <a:lnTo>
                      <a:pt x="805" y="74"/>
                    </a:lnTo>
                    <a:lnTo>
                      <a:pt x="1215" y="7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92" name="Freeform 460"/>
              <p:cNvSpPr>
                <a:spLocks/>
              </p:cNvSpPr>
              <p:nvPr/>
            </p:nvSpPr>
            <p:spPr bwMode="auto">
              <a:xfrm>
                <a:off x="671" y="2697"/>
                <a:ext cx="255" cy="130"/>
              </a:xfrm>
              <a:custGeom>
                <a:avLst/>
                <a:gdLst>
                  <a:gd name="T0" fmla="*/ 0 w 2547"/>
                  <a:gd name="T1" fmla="*/ 0 h 1301"/>
                  <a:gd name="T2" fmla="*/ 0 w 2547"/>
                  <a:gd name="T3" fmla="*/ 0 h 1301"/>
                  <a:gd name="T4" fmla="*/ 0 w 2547"/>
                  <a:gd name="T5" fmla="*/ 0 h 1301"/>
                  <a:gd name="T6" fmla="*/ 0 w 2547"/>
                  <a:gd name="T7" fmla="*/ 0 h 1301"/>
                  <a:gd name="T8" fmla="*/ 0 w 2547"/>
                  <a:gd name="T9" fmla="*/ 0 h 1301"/>
                  <a:gd name="T10" fmla="*/ 0 w 2547"/>
                  <a:gd name="T11" fmla="*/ 0 h 1301"/>
                  <a:gd name="T12" fmla="*/ 0 w 2547"/>
                  <a:gd name="T13" fmla="*/ 0 h 1301"/>
                  <a:gd name="T14" fmla="*/ 0 w 2547"/>
                  <a:gd name="T15" fmla="*/ 0 h 1301"/>
                  <a:gd name="T16" fmla="*/ 0 w 2547"/>
                  <a:gd name="T17" fmla="*/ 0 h 1301"/>
                  <a:gd name="T18" fmla="*/ 0 w 2547"/>
                  <a:gd name="T19" fmla="*/ 0 h 1301"/>
                  <a:gd name="T20" fmla="*/ 0 w 2547"/>
                  <a:gd name="T21" fmla="*/ 0 h 1301"/>
                  <a:gd name="T22" fmla="*/ 0 w 2547"/>
                  <a:gd name="T23" fmla="*/ 0 h 1301"/>
                  <a:gd name="T24" fmla="*/ 0 w 2547"/>
                  <a:gd name="T25" fmla="*/ 0 h 1301"/>
                  <a:gd name="T26" fmla="*/ 0 w 2547"/>
                  <a:gd name="T27" fmla="*/ 0 h 1301"/>
                  <a:gd name="T28" fmla="*/ 0 w 2547"/>
                  <a:gd name="T29" fmla="*/ 0 h 1301"/>
                  <a:gd name="T30" fmla="*/ 0 w 2547"/>
                  <a:gd name="T31" fmla="*/ 0 h 1301"/>
                  <a:gd name="T32" fmla="*/ 0 w 2547"/>
                  <a:gd name="T33" fmla="*/ 0 h 1301"/>
                  <a:gd name="T34" fmla="*/ 0 w 2547"/>
                  <a:gd name="T35" fmla="*/ 0 h 1301"/>
                  <a:gd name="T36" fmla="*/ 0 w 2547"/>
                  <a:gd name="T37" fmla="*/ 0 h 1301"/>
                  <a:gd name="T38" fmla="*/ 0 w 2547"/>
                  <a:gd name="T39" fmla="*/ 0 h 1301"/>
                  <a:gd name="T40" fmla="*/ 0 w 2547"/>
                  <a:gd name="T41" fmla="*/ 0 h 1301"/>
                  <a:gd name="T42" fmla="*/ 0 w 2547"/>
                  <a:gd name="T43" fmla="*/ 0 h 1301"/>
                  <a:gd name="T44" fmla="*/ 0 w 2547"/>
                  <a:gd name="T45" fmla="*/ 0 h 1301"/>
                  <a:gd name="T46" fmla="*/ 0 w 2547"/>
                  <a:gd name="T47" fmla="*/ 0 h 1301"/>
                  <a:gd name="T48" fmla="*/ 0 w 2547"/>
                  <a:gd name="T49" fmla="*/ 0 h 130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47"/>
                  <a:gd name="T76" fmla="*/ 0 h 1301"/>
                  <a:gd name="T77" fmla="*/ 2547 w 2547"/>
                  <a:gd name="T78" fmla="*/ 1301 h 130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47" h="1301">
                    <a:moveTo>
                      <a:pt x="235" y="652"/>
                    </a:moveTo>
                    <a:lnTo>
                      <a:pt x="1846" y="1151"/>
                    </a:lnTo>
                    <a:lnTo>
                      <a:pt x="2137" y="1151"/>
                    </a:lnTo>
                    <a:lnTo>
                      <a:pt x="2547" y="1301"/>
                    </a:lnTo>
                    <a:lnTo>
                      <a:pt x="2156" y="1046"/>
                    </a:lnTo>
                    <a:lnTo>
                      <a:pt x="2351" y="426"/>
                    </a:lnTo>
                    <a:lnTo>
                      <a:pt x="2446" y="0"/>
                    </a:lnTo>
                    <a:lnTo>
                      <a:pt x="2274" y="300"/>
                    </a:lnTo>
                    <a:lnTo>
                      <a:pt x="2156" y="652"/>
                    </a:lnTo>
                    <a:lnTo>
                      <a:pt x="2156" y="924"/>
                    </a:lnTo>
                    <a:lnTo>
                      <a:pt x="1962" y="824"/>
                    </a:lnTo>
                    <a:lnTo>
                      <a:pt x="1782" y="899"/>
                    </a:lnTo>
                    <a:lnTo>
                      <a:pt x="1685" y="824"/>
                    </a:lnTo>
                    <a:lnTo>
                      <a:pt x="1570" y="347"/>
                    </a:lnTo>
                    <a:lnTo>
                      <a:pt x="1431" y="652"/>
                    </a:lnTo>
                    <a:lnTo>
                      <a:pt x="1315" y="652"/>
                    </a:lnTo>
                    <a:lnTo>
                      <a:pt x="1315" y="450"/>
                    </a:lnTo>
                    <a:lnTo>
                      <a:pt x="1431" y="201"/>
                    </a:lnTo>
                    <a:lnTo>
                      <a:pt x="1359" y="201"/>
                    </a:lnTo>
                    <a:lnTo>
                      <a:pt x="881" y="622"/>
                    </a:lnTo>
                    <a:lnTo>
                      <a:pt x="782" y="622"/>
                    </a:lnTo>
                    <a:lnTo>
                      <a:pt x="782" y="399"/>
                    </a:lnTo>
                    <a:lnTo>
                      <a:pt x="691" y="399"/>
                    </a:lnTo>
                    <a:lnTo>
                      <a:pt x="0" y="574"/>
                    </a:lnTo>
                    <a:lnTo>
                      <a:pt x="235" y="6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3" name="Freeform 461"/>
              <p:cNvSpPr>
                <a:spLocks/>
              </p:cNvSpPr>
              <p:nvPr/>
            </p:nvSpPr>
            <p:spPr bwMode="auto">
              <a:xfrm>
                <a:off x="859" y="2671"/>
                <a:ext cx="20" cy="73"/>
              </a:xfrm>
              <a:custGeom>
                <a:avLst/>
                <a:gdLst>
                  <a:gd name="T0" fmla="*/ 0 w 198"/>
                  <a:gd name="T1" fmla="*/ 0 h 729"/>
                  <a:gd name="T2" fmla="*/ 0 w 198"/>
                  <a:gd name="T3" fmla="*/ 0 h 729"/>
                  <a:gd name="T4" fmla="*/ 0 w 198"/>
                  <a:gd name="T5" fmla="*/ 0 h 729"/>
                  <a:gd name="T6" fmla="*/ 0 w 198"/>
                  <a:gd name="T7" fmla="*/ 0 h 729"/>
                  <a:gd name="T8" fmla="*/ 0 w 198"/>
                  <a:gd name="T9" fmla="*/ 0 h 729"/>
                  <a:gd name="T10" fmla="*/ 0 w 198"/>
                  <a:gd name="T11" fmla="*/ 0 h 729"/>
                  <a:gd name="T12" fmla="*/ 0 w 198"/>
                  <a:gd name="T13" fmla="*/ 0 h 729"/>
                  <a:gd name="T14" fmla="*/ 0 60000 65536"/>
                  <a:gd name="T15" fmla="*/ 0 60000 65536"/>
                  <a:gd name="T16" fmla="*/ 0 60000 65536"/>
                  <a:gd name="T17" fmla="*/ 0 60000 65536"/>
                  <a:gd name="T18" fmla="*/ 0 60000 65536"/>
                  <a:gd name="T19" fmla="*/ 0 60000 65536"/>
                  <a:gd name="T20" fmla="*/ 0 60000 65536"/>
                  <a:gd name="T21" fmla="*/ 0 w 198"/>
                  <a:gd name="T22" fmla="*/ 0 h 729"/>
                  <a:gd name="T23" fmla="*/ 198 w 198"/>
                  <a:gd name="T24" fmla="*/ 729 h 7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8" h="729">
                    <a:moveTo>
                      <a:pt x="0" y="207"/>
                    </a:moveTo>
                    <a:lnTo>
                      <a:pt x="0" y="729"/>
                    </a:lnTo>
                    <a:lnTo>
                      <a:pt x="198" y="225"/>
                    </a:lnTo>
                    <a:lnTo>
                      <a:pt x="198" y="0"/>
                    </a:lnTo>
                    <a:lnTo>
                      <a:pt x="182" y="207"/>
                    </a:lnTo>
                    <a:lnTo>
                      <a:pt x="82" y="457"/>
                    </a:lnTo>
                    <a:lnTo>
                      <a:pt x="0" y="2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4" name="Freeform 462"/>
              <p:cNvSpPr>
                <a:spLocks/>
              </p:cNvSpPr>
              <p:nvPr/>
            </p:nvSpPr>
            <p:spPr bwMode="auto">
              <a:xfrm>
                <a:off x="867" y="2656"/>
                <a:ext cx="434" cy="171"/>
              </a:xfrm>
              <a:custGeom>
                <a:avLst/>
                <a:gdLst>
                  <a:gd name="T0" fmla="*/ 0 w 4346"/>
                  <a:gd name="T1" fmla="*/ 0 h 1711"/>
                  <a:gd name="T2" fmla="*/ 0 w 4346"/>
                  <a:gd name="T3" fmla="*/ 0 h 1711"/>
                  <a:gd name="T4" fmla="*/ 0 w 4346"/>
                  <a:gd name="T5" fmla="*/ 0 h 1711"/>
                  <a:gd name="T6" fmla="*/ 0 w 4346"/>
                  <a:gd name="T7" fmla="*/ 0 h 1711"/>
                  <a:gd name="T8" fmla="*/ 0 w 4346"/>
                  <a:gd name="T9" fmla="*/ 0 h 1711"/>
                  <a:gd name="T10" fmla="*/ 0 w 4346"/>
                  <a:gd name="T11" fmla="*/ 0 h 1711"/>
                  <a:gd name="T12" fmla="*/ 0 w 4346"/>
                  <a:gd name="T13" fmla="*/ 0 h 1711"/>
                  <a:gd name="T14" fmla="*/ 0 w 4346"/>
                  <a:gd name="T15" fmla="*/ 0 h 1711"/>
                  <a:gd name="T16" fmla="*/ 0 w 4346"/>
                  <a:gd name="T17" fmla="*/ 0 h 1711"/>
                  <a:gd name="T18" fmla="*/ 0 w 4346"/>
                  <a:gd name="T19" fmla="*/ 0 h 1711"/>
                  <a:gd name="T20" fmla="*/ 0 w 4346"/>
                  <a:gd name="T21" fmla="*/ 0 h 1711"/>
                  <a:gd name="T22" fmla="*/ 0 w 4346"/>
                  <a:gd name="T23" fmla="*/ 0 h 1711"/>
                  <a:gd name="T24" fmla="*/ 0 w 4346"/>
                  <a:gd name="T25" fmla="*/ 0 h 1711"/>
                  <a:gd name="T26" fmla="*/ 0 w 4346"/>
                  <a:gd name="T27" fmla="*/ 0 h 1711"/>
                  <a:gd name="T28" fmla="*/ 0 w 4346"/>
                  <a:gd name="T29" fmla="*/ 0 h 1711"/>
                  <a:gd name="T30" fmla="*/ 0 w 4346"/>
                  <a:gd name="T31" fmla="*/ 0 h 1711"/>
                  <a:gd name="T32" fmla="*/ 0 w 4346"/>
                  <a:gd name="T33" fmla="*/ 0 h 1711"/>
                  <a:gd name="T34" fmla="*/ 0 w 4346"/>
                  <a:gd name="T35" fmla="*/ 0 h 1711"/>
                  <a:gd name="T36" fmla="*/ 0 w 4346"/>
                  <a:gd name="T37" fmla="*/ 0 h 1711"/>
                  <a:gd name="T38" fmla="*/ 0 w 4346"/>
                  <a:gd name="T39" fmla="*/ 0 h 1711"/>
                  <a:gd name="T40" fmla="*/ 0 w 4346"/>
                  <a:gd name="T41" fmla="*/ 0 h 1711"/>
                  <a:gd name="T42" fmla="*/ 0 w 4346"/>
                  <a:gd name="T43" fmla="*/ 0 h 1711"/>
                  <a:gd name="T44" fmla="*/ 0 w 4346"/>
                  <a:gd name="T45" fmla="*/ 0 h 1711"/>
                  <a:gd name="T46" fmla="*/ 0 w 4346"/>
                  <a:gd name="T47" fmla="*/ 0 h 1711"/>
                  <a:gd name="T48" fmla="*/ 0 w 4346"/>
                  <a:gd name="T49" fmla="*/ 0 h 1711"/>
                  <a:gd name="T50" fmla="*/ 0 w 4346"/>
                  <a:gd name="T51" fmla="*/ 0 h 1711"/>
                  <a:gd name="T52" fmla="*/ 0 w 4346"/>
                  <a:gd name="T53" fmla="*/ 0 h 1711"/>
                  <a:gd name="T54" fmla="*/ 0 w 4346"/>
                  <a:gd name="T55" fmla="*/ 0 h 1711"/>
                  <a:gd name="T56" fmla="*/ 0 w 4346"/>
                  <a:gd name="T57" fmla="*/ 0 h 1711"/>
                  <a:gd name="T58" fmla="*/ 0 w 4346"/>
                  <a:gd name="T59" fmla="*/ 0 h 1711"/>
                  <a:gd name="T60" fmla="*/ 0 w 4346"/>
                  <a:gd name="T61" fmla="*/ 0 h 1711"/>
                  <a:gd name="T62" fmla="*/ 0 w 4346"/>
                  <a:gd name="T63" fmla="*/ 0 h 1711"/>
                  <a:gd name="T64" fmla="*/ 0 w 4346"/>
                  <a:gd name="T65" fmla="*/ 0 h 1711"/>
                  <a:gd name="T66" fmla="*/ 0 w 4346"/>
                  <a:gd name="T67" fmla="*/ 0 h 1711"/>
                  <a:gd name="T68" fmla="*/ 0 w 4346"/>
                  <a:gd name="T69" fmla="*/ 0 h 1711"/>
                  <a:gd name="T70" fmla="*/ 0 w 4346"/>
                  <a:gd name="T71" fmla="*/ 0 h 1711"/>
                  <a:gd name="T72" fmla="*/ 0 w 4346"/>
                  <a:gd name="T73" fmla="*/ 0 h 1711"/>
                  <a:gd name="T74" fmla="*/ 0 w 4346"/>
                  <a:gd name="T75" fmla="*/ 0 h 1711"/>
                  <a:gd name="T76" fmla="*/ 0 w 4346"/>
                  <a:gd name="T77" fmla="*/ 0 h 1711"/>
                  <a:gd name="T78" fmla="*/ 0 w 4346"/>
                  <a:gd name="T79" fmla="*/ 0 h 1711"/>
                  <a:gd name="T80" fmla="*/ 0 w 4346"/>
                  <a:gd name="T81" fmla="*/ 0 h 1711"/>
                  <a:gd name="T82" fmla="*/ 0 w 4346"/>
                  <a:gd name="T83" fmla="*/ 0 h 17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346"/>
                  <a:gd name="T127" fmla="*/ 0 h 1711"/>
                  <a:gd name="T128" fmla="*/ 4346 w 4346"/>
                  <a:gd name="T129" fmla="*/ 1711 h 17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346" h="1711">
                    <a:moveTo>
                      <a:pt x="0" y="0"/>
                    </a:moveTo>
                    <a:lnTo>
                      <a:pt x="735" y="375"/>
                    </a:lnTo>
                    <a:lnTo>
                      <a:pt x="1326" y="507"/>
                    </a:lnTo>
                    <a:lnTo>
                      <a:pt x="1326" y="763"/>
                    </a:lnTo>
                    <a:lnTo>
                      <a:pt x="994" y="1551"/>
                    </a:lnTo>
                    <a:lnTo>
                      <a:pt x="725" y="1711"/>
                    </a:lnTo>
                    <a:lnTo>
                      <a:pt x="782" y="1711"/>
                    </a:lnTo>
                    <a:lnTo>
                      <a:pt x="1046" y="1580"/>
                    </a:lnTo>
                    <a:lnTo>
                      <a:pt x="1158" y="1351"/>
                    </a:lnTo>
                    <a:lnTo>
                      <a:pt x="1731" y="1517"/>
                    </a:lnTo>
                    <a:lnTo>
                      <a:pt x="2029" y="1540"/>
                    </a:lnTo>
                    <a:lnTo>
                      <a:pt x="2364" y="1540"/>
                    </a:lnTo>
                    <a:lnTo>
                      <a:pt x="3026" y="1374"/>
                    </a:lnTo>
                    <a:lnTo>
                      <a:pt x="3355" y="1374"/>
                    </a:lnTo>
                    <a:lnTo>
                      <a:pt x="3770" y="1473"/>
                    </a:lnTo>
                    <a:lnTo>
                      <a:pt x="3916" y="1429"/>
                    </a:lnTo>
                    <a:lnTo>
                      <a:pt x="3757" y="1456"/>
                    </a:lnTo>
                    <a:lnTo>
                      <a:pt x="3171" y="1238"/>
                    </a:lnTo>
                    <a:lnTo>
                      <a:pt x="2992" y="1223"/>
                    </a:lnTo>
                    <a:lnTo>
                      <a:pt x="2852" y="1062"/>
                    </a:lnTo>
                    <a:lnTo>
                      <a:pt x="3363" y="1062"/>
                    </a:lnTo>
                    <a:lnTo>
                      <a:pt x="4184" y="1456"/>
                    </a:lnTo>
                    <a:lnTo>
                      <a:pt x="4289" y="1456"/>
                    </a:lnTo>
                    <a:lnTo>
                      <a:pt x="3457" y="990"/>
                    </a:lnTo>
                    <a:lnTo>
                      <a:pt x="3114" y="864"/>
                    </a:lnTo>
                    <a:lnTo>
                      <a:pt x="2805" y="839"/>
                    </a:lnTo>
                    <a:lnTo>
                      <a:pt x="2732" y="776"/>
                    </a:lnTo>
                    <a:lnTo>
                      <a:pt x="2700" y="683"/>
                    </a:lnTo>
                    <a:lnTo>
                      <a:pt x="3557" y="736"/>
                    </a:lnTo>
                    <a:lnTo>
                      <a:pt x="4346" y="1286"/>
                    </a:lnTo>
                    <a:lnTo>
                      <a:pt x="4140" y="990"/>
                    </a:lnTo>
                    <a:lnTo>
                      <a:pt x="3646" y="647"/>
                    </a:lnTo>
                    <a:lnTo>
                      <a:pt x="2636" y="439"/>
                    </a:lnTo>
                    <a:lnTo>
                      <a:pt x="2636" y="339"/>
                    </a:lnTo>
                    <a:lnTo>
                      <a:pt x="2923" y="145"/>
                    </a:lnTo>
                    <a:lnTo>
                      <a:pt x="2770" y="145"/>
                    </a:lnTo>
                    <a:lnTo>
                      <a:pt x="1669" y="491"/>
                    </a:lnTo>
                    <a:lnTo>
                      <a:pt x="1372" y="491"/>
                    </a:lnTo>
                    <a:lnTo>
                      <a:pt x="1244" y="375"/>
                    </a:lnTo>
                    <a:lnTo>
                      <a:pt x="923" y="375"/>
                    </a:lnTo>
                    <a:lnTo>
                      <a:pt x="9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5" name="Freeform 463"/>
              <p:cNvSpPr>
                <a:spLocks/>
              </p:cNvSpPr>
              <p:nvPr/>
            </p:nvSpPr>
            <p:spPr bwMode="auto">
              <a:xfrm>
                <a:off x="1164" y="2671"/>
                <a:ext cx="139" cy="132"/>
              </a:xfrm>
              <a:custGeom>
                <a:avLst/>
                <a:gdLst>
                  <a:gd name="T0" fmla="*/ 0 w 1395"/>
                  <a:gd name="T1" fmla="*/ 0 h 1319"/>
                  <a:gd name="T2" fmla="*/ 0 w 1395"/>
                  <a:gd name="T3" fmla="*/ 0 h 1319"/>
                  <a:gd name="T4" fmla="*/ 0 w 1395"/>
                  <a:gd name="T5" fmla="*/ 0 h 1319"/>
                  <a:gd name="T6" fmla="*/ 0 w 1395"/>
                  <a:gd name="T7" fmla="*/ 0 h 1319"/>
                  <a:gd name="T8" fmla="*/ 0 w 1395"/>
                  <a:gd name="T9" fmla="*/ 0 h 1319"/>
                  <a:gd name="T10" fmla="*/ 0 w 1395"/>
                  <a:gd name="T11" fmla="*/ 0 h 1319"/>
                  <a:gd name="T12" fmla="*/ 0 w 1395"/>
                  <a:gd name="T13" fmla="*/ 0 h 1319"/>
                  <a:gd name="T14" fmla="*/ 0 w 1395"/>
                  <a:gd name="T15" fmla="*/ 0 h 1319"/>
                  <a:gd name="T16" fmla="*/ 0 w 1395"/>
                  <a:gd name="T17" fmla="*/ 0 h 1319"/>
                  <a:gd name="T18" fmla="*/ 0 w 1395"/>
                  <a:gd name="T19" fmla="*/ 0 h 1319"/>
                  <a:gd name="T20" fmla="*/ 0 w 1395"/>
                  <a:gd name="T21" fmla="*/ 0 h 13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95"/>
                  <a:gd name="T34" fmla="*/ 0 h 1319"/>
                  <a:gd name="T35" fmla="*/ 1395 w 1395"/>
                  <a:gd name="T36" fmla="*/ 1319 h 13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95" h="1319">
                    <a:moveTo>
                      <a:pt x="0" y="0"/>
                    </a:moveTo>
                    <a:lnTo>
                      <a:pt x="742" y="295"/>
                    </a:lnTo>
                    <a:lnTo>
                      <a:pt x="1288" y="752"/>
                    </a:lnTo>
                    <a:lnTo>
                      <a:pt x="1395" y="1132"/>
                    </a:lnTo>
                    <a:lnTo>
                      <a:pt x="1395" y="1275"/>
                    </a:lnTo>
                    <a:lnTo>
                      <a:pt x="1343" y="1319"/>
                    </a:lnTo>
                    <a:lnTo>
                      <a:pt x="1375" y="1256"/>
                    </a:lnTo>
                    <a:lnTo>
                      <a:pt x="1375" y="1118"/>
                    </a:lnTo>
                    <a:lnTo>
                      <a:pt x="1253" y="766"/>
                    </a:lnTo>
                    <a:lnTo>
                      <a:pt x="717" y="32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6" name="Freeform 464"/>
              <p:cNvSpPr>
                <a:spLocks/>
              </p:cNvSpPr>
              <p:nvPr/>
            </p:nvSpPr>
            <p:spPr bwMode="auto">
              <a:xfrm>
                <a:off x="1146" y="2681"/>
                <a:ext cx="94" cy="24"/>
              </a:xfrm>
              <a:custGeom>
                <a:avLst/>
                <a:gdLst>
                  <a:gd name="T0" fmla="*/ 0 w 938"/>
                  <a:gd name="T1" fmla="*/ 0 h 245"/>
                  <a:gd name="T2" fmla="*/ 0 w 938"/>
                  <a:gd name="T3" fmla="*/ 0 h 245"/>
                  <a:gd name="T4" fmla="*/ 0 w 938"/>
                  <a:gd name="T5" fmla="*/ 0 h 245"/>
                  <a:gd name="T6" fmla="*/ 0 w 938"/>
                  <a:gd name="T7" fmla="*/ 0 h 245"/>
                  <a:gd name="T8" fmla="*/ 0 60000 65536"/>
                  <a:gd name="T9" fmla="*/ 0 60000 65536"/>
                  <a:gd name="T10" fmla="*/ 0 60000 65536"/>
                  <a:gd name="T11" fmla="*/ 0 60000 65536"/>
                  <a:gd name="T12" fmla="*/ 0 w 938"/>
                  <a:gd name="T13" fmla="*/ 0 h 245"/>
                  <a:gd name="T14" fmla="*/ 938 w 938"/>
                  <a:gd name="T15" fmla="*/ 245 h 245"/>
                </a:gdLst>
                <a:ahLst/>
                <a:cxnLst>
                  <a:cxn ang="T8">
                    <a:pos x="T0" y="T1"/>
                  </a:cxn>
                  <a:cxn ang="T9">
                    <a:pos x="T2" y="T3"/>
                  </a:cxn>
                  <a:cxn ang="T10">
                    <a:pos x="T4" y="T5"/>
                  </a:cxn>
                  <a:cxn ang="T11">
                    <a:pos x="T6" y="T7"/>
                  </a:cxn>
                </a:cxnLst>
                <a:rect l="T12" t="T13" r="T14" b="T15"/>
                <a:pathLst>
                  <a:path w="938" h="245">
                    <a:moveTo>
                      <a:pt x="0" y="0"/>
                    </a:moveTo>
                    <a:lnTo>
                      <a:pt x="938" y="245"/>
                    </a:lnTo>
                    <a:lnTo>
                      <a:pt x="873" y="20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7" name="Freeform 465"/>
              <p:cNvSpPr>
                <a:spLocks/>
              </p:cNvSpPr>
              <p:nvPr/>
            </p:nvSpPr>
            <p:spPr bwMode="auto">
              <a:xfrm>
                <a:off x="1196" y="2740"/>
                <a:ext cx="160" cy="74"/>
              </a:xfrm>
              <a:custGeom>
                <a:avLst/>
                <a:gdLst>
                  <a:gd name="T0" fmla="*/ 0 w 1603"/>
                  <a:gd name="T1" fmla="*/ 0 h 741"/>
                  <a:gd name="T2" fmla="*/ 0 w 1603"/>
                  <a:gd name="T3" fmla="*/ 0 h 741"/>
                  <a:gd name="T4" fmla="*/ 0 w 1603"/>
                  <a:gd name="T5" fmla="*/ 0 h 741"/>
                  <a:gd name="T6" fmla="*/ 0 w 1603"/>
                  <a:gd name="T7" fmla="*/ 0 h 741"/>
                  <a:gd name="T8" fmla="*/ 0 w 1603"/>
                  <a:gd name="T9" fmla="*/ 0 h 741"/>
                  <a:gd name="T10" fmla="*/ 0 w 1603"/>
                  <a:gd name="T11" fmla="*/ 0 h 741"/>
                  <a:gd name="T12" fmla="*/ 0 w 1603"/>
                  <a:gd name="T13" fmla="*/ 0 h 741"/>
                  <a:gd name="T14" fmla="*/ 0 60000 65536"/>
                  <a:gd name="T15" fmla="*/ 0 60000 65536"/>
                  <a:gd name="T16" fmla="*/ 0 60000 65536"/>
                  <a:gd name="T17" fmla="*/ 0 60000 65536"/>
                  <a:gd name="T18" fmla="*/ 0 60000 65536"/>
                  <a:gd name="T19" fmla="*/ 0 60000 65536"/>
                  <a:gd name="T20" fmla="*/ 0 60000 65536"/>
                  <a:gd name="T21" fmla="*/ 0 w 1603"/>
                  <a:gd name="T22" fmla="*/ 0 h 741"/>
                  <a:gd name="T23" fmla="*/ 1603 w 1603"/>
                  <a:gd name="T24" fmla="*/ 741 h 7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03" h="741">
                    <a:moveTo>
                      <a:pt x="0" y="512"/>
                    </a:moveTo>
                    <a:lnTo>
                      <a:pt x="0" y="741"/>
                    </a:lnTo>
                    <a:lnTo>
                      <a:pt x="1538" y="741"/>
                    </a:lnTo>
                    <a:lnTo>
                      <a:pt x="1603" y="678"/>
                    </a:lnTo>
                    <a:lnTo>
                      <a:pt x="1603" y="512"/>
                    </a:lnTo>
                    <a:lnTo>
                      <a:pt x="1336" y="0"/>
                    </a:lnTo>
                    <a:lnTo>
                      <a:pt x="871"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98" name="Freeform 466"/>
              <p:cNvSpPr>
                <a:spLocks/>
              </p:cNvSpPr>
              <p:nvPr/>
            </p:nvSpPr>
            <p:spPr bwMode="auto">
              <a:xfrm>
                <a:off x="1349" y="2791"/>
                <a:ext cx="7" cy="23"/>
              </a:xfrm>
              <a:custGeom>
                <a:avLst/>
                <a:gdLst>
                  <a:gd name="T0" fmla="*/ 0 w 73"/>
                  <a:gd name="T1" fmla="*/ 0 h 229"/>
                  <a:gd name="T2" fmla="*/ 0 w 73"/>
                  <a:gd name="T3" fmla="*/ 0 h 229"/>
                  <a:gd name="T4" fmla="*/ 0 w 73"/>
                  <a:gd name="T5" fmla="*/ 0 h 229"/>
                  <a:gd name="T6" fmla="*/ 0 w 73"/>
                  <a:gd name="T7" fmla="*/ 0 h 229"/>
                  <a:gd name="T8" fmla="*/ 0 w 73"/>
                  <a:gd name="T9" fmla="*/ 0 h 229"/>
                  <a:gd name="T10" fmla="*/ 0 60000 65536"/>
                  <a:gd name="T11" fmla="*/ 0 60000 65536"/>
                  <a:gd name="T12" fmla="*/ 0 60000 65536"/>
                  <a:gd name="T13" fmla="*/ 0 60000 65536"/>
                  <a:gd name="T14" fmla="*/ 0 60000 65536"/>
                  <a:gd name="T15" fmla="*/ 0 w 73"/>
                  <a:gd name="T16" fmla="*/ 0 h 229"/>
                  <a:gd name="T17" fmla="*/ 73 w 73"/>
                  <a:gd name="T18" fmla="*/ 229 h 229"/>
                </a:gdLst>
                <a:ahLst/>
                <a:cxnLst>
                  <a:cxn ang="T10">
                    <a:pos x="T0" y="T1"/>
                  </a:cxn>
                  <a:cxn ang="T11">
                    <a:pos x="T2" y="T3"/>
                  </a:cxn>
                  <a:cxn ang="T12">
                    <a:pos x="T4" y="T5"/>
                  </a:cxn>
                  <a:cxn ang="T13">
                    <a:pos x="T6" y="T7"/>
                  </a:cxn>
                  <a:cxn ang="T14">
                    <a:pos x="T8" y="T9"/>
                  </a:cxn>
                </a:cxnLst>
                <a:rect l="T15" t="T16" r="T17" b="T18"/>
                <a:pathLst>
                  <a:path w="73" h="229">
                    <a:moveTo>
                      <a:pt x="0" y="229"/>
                    </a:moveTo>
                    <a:lnTo>
                      <a:pt x="0" y="45"/>
                    </a:lnTo>
                    <a:lnTo>
                      <a:pt x="73" y="0"/>
                    </a:lnTo>
                    <a:lnTo>
                      <a:pt x="73" y="166"/>
                    </a:lnTo>
                    <a:lnTo>
                      <a:pt x="0" y="2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9" name="Line 467"/>
              <p:cNvSpPr>
                <a:spLocks noChangeShapeType="1"/>
              </p:cNvSpPr>
              <p:nvPr/>
            </p:nvSpPr>
            <p:spPr bwMode="auto">
              <a:xfrm flipH="1">
                <a:off x="1304" y="2796"/>
                <a:ext cx="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00" name="Freeform 468"/>
              <p:cNvSpPr>
                <a:spLocks/>
              </p:cNvSpPr>
              <p:nvPr/>
            </p:nvSpPr>
            <p:spPr bwMode="auto">
              <a:xfrm>
                <a:off x="1302" y="2781"/>
                <a:ext cx="37" cy="7"/>
              </a:xfrm>
              <a:custGeom>
                <a:avLst/>
                <a:gdLst>
                  <a:gd name="T0" fmla="*/ 0 w 363"/>
                  <a:gd name="T1" fmla="*/ 0 h 66"/>
                  <a:gd name="T2" fmla="*/ 0 w 363"/>
                  <a:gd name="T3" fmla="*/ 0 h 66"/>
                  <a:gd name="T4" fmla="*/ 0 w 363"/>
                  <a:gd name="T5" fmla="*/ 0 h 66"/>
                  <a:gd name="T6" fmla="*/ 0 w 363"/>
                  <a:gd name="T7" fmla="*/ 0 h 66"/>
                  <a:gd name="T8" fmla="*/ 0 w 363"/>
                  <a:gd name="T9" fmla="*/ 0 h 66"/>
                  <a:gd name="T10" fmla="*/ 0 60000 65536"/>
                  <a:gd name="T11" fmla="*/ 0 60000 65536"/>
                  <a:gd name="T12" fmla="*/ 0 60000 65536"/>
                  <a:gd name="T13" fmla="*/ 0 60000 65536"/>
                  <a:gd name="T14" fmla="*/ 0 60000 65536"/>
                  <a:gd name="T15" fmla="*/ 0 w 363"/>
                  <a:gd name="T16" fmla="*/ 0 h 66"/>
                  <a:gd name="T17" fmla="*/ 363 w 363"/>
                  <a:gd name="T18" fmla="*/ 66 h 66"/>
                </a:gdLst>
                <a:ahLst/>
                <a:cxnLst>
                  <a:cxn ang="T10">
                    <a:pos x="T0" y="T1"/>
                  </a:cxn>
                  <a:cxn ang="T11">
                    <a:pos x="T2" y="T3"/>
                  </a:cxn>
                  <a:cxn ang="T12">
                    <a:pos x="T4" y="T5"/>
                  </a:cxn>
                  <a:cxn ang="T13">
                    <a:pos x="T6" y="T7"/>
                  </a:cxn>
                  <a:cxn ang="T14">
                    <a:pos x="T8" y="T9"/>
                  </a:cxn>
                </a:cxnLst>
                <a:rect l="T15" t="T16" r="T17" b="T18"/>
                <a:pathLst>
                  <a:path w="363" h="66">
                    <a:moveTo>
                      <a:pt x="8" y="66"/>
                    </a:moveTo>
                    <a:lnTo>
                      <a:pt x="363" y="66"/>
                    </a:lnTo>
                    <a:lnTo>
                      <a:pt x="363" y="0"/>
                    </a:lnTo>
                    <a:lnTo>
                      <a:pt x="0" y="0"/>
                    </a:lnTo>
                    <a:lnTo>
                      <a:pt x="8"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1" name="Freeform 469"/>
              <p:cNvSpPr>
                <a:spLocks/>
              </p:cNvSpPr>
              <p:nvPr/>
            </p:nvSpPr>
            <p:spPr bwMode="auto">
              <a:xfrm>
                <a:off x="1292" y="2747"/>
                <a:ext cx="47" cy="34"/>
              </a:xfrm>
              <a:custGeom>
                <a:avLst/>
                <a:gdLst>
                  <a:gd name="T0" fmla="*/ 0 w 462"/>
                  <a:gd name="T1" fmla="*/ 0 h 346"/>
                  <a:gd name="T2" fmla="*/ 0 w 462"/>
                  <a:gd name="T3" fmla="*/ 0 h 346"/>
                  <a:gd name="T4" fmla="*/ 0 w 462"/>
                  <a:gd name="T5" fmla="*/ 0 h 346"/>
                  <a:gd name="T6" fmla="*/ 0 60000 65536"/>
                  <a:gd name="T7" fmla="*/ 0 60000 65536"/>
                  <a:gd name="T8" fmla="*/ 0 60000 65536"/>
                  <a:gd name="T9" fmla="*/ 0 w 462"/>
                  <a:gd name="T10" fmla="*/ 0 h 346"/>
                  <a:gd name="T11" fmla="*/ 462 w 462"/>
                  <a:gd name="T12" fmla="*/ 346 h 346"/>
                </a:gdLst>
                <a:ahLst/>
                <a:cxnLst>
                  <a:cxn ang="T6">
                    <a:pos x="T0" y="T1"/>
                  </a:cxn>
                  <a:cxn ang="T7">
                    <a:pos x="T2" y="T3"/>
                  </a:cxn>
                  <a:cxn ang="T8">
                    <a:pos x="T4" y="T5"/>
                  </a:cxn>
                </a:cxnLst>
                <a:rect l="T9" t="T10" r="T11" b="T12"/>
                <a:pathLst>
                  <a:path w="462" h="346">
                    <a:moveTo>
                      <a:pt x="462" y="346"/>
                    </a:moveTo>
                    <a:lnTo>
                      <a:pt x="298" y="0"/>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02" name="Freeform 470"/>
              <p:cNvSpPr>
                <a:spLocks/>
              </p:cNvSpPr>
              <p:nvPr/>
            </p:nvSpPr>
            <p:spPr bwMode="auto">
              <a:xfrm>
                <a:off x="250" y="2698"/>
                <a:ext cx="615" cy="226"/>
              </a:xfrm>
              <a:custGeom>
                <a:avLst/>
                <a:gdLst>
                  <a:gd name="T0" fmla="*/ 0 w 6153"/>
                  <a:gd name="T1" fmla="*/ 0 h 2259"/>
                  <a:gd name="T2" fmla="*/ 0 w 6153"/>
                  <a:gd name="T3" fmla="*/ 0 h 2259"/>
                  <a:gd name="T4" fmla="*/ 0 w 6153"/>
                  <a:gd name="T5" fmla="*/ 0 h 2259"/>
                  <a:gd name="T6" fmla="*/ 0 w 6153"/>
                  <a:gd name="T7" fmla="*/ 0 h 2259"/>
                  <a:gd name="T8" fmla="*/ 0 w 6153"/>
                  <a:gd name="T9" fmla="*/ 0 h 2259"/>
                  <a:gd name="T10" fmla="*/ 0 w 6153"/>
                  <a:gd name="T11" fmla="*/ 0 h 2259"/>
                  <a:gd name="T12" fmla="*/ 0 w 6153"/>
                  <a:gd name="T13" fmla="*/ 0 h 2259"/>
                  <a:gd name="T14" fmla="*/ 0 w 6153"/>
                  <a:gd name="T15" fmla="*/ 0 h 2259"/>
                  <a:gd name="T16" fmla="*/ 0 w 6153"/>
                  <a:gd name="T17" fmla="*/ 0 h 2259"/>
                  <a:gd name="T18" fmla="*/ 0 w 6153"/>
                  <a:gd name="T19" fmla="*/ 0 h 2259"/>
                  <a:gd name="T20" fmla="*/ 0 w 6153"/>
                  <a:gd name="T21" fmla="*/ 0 h 2259"/>
                  <a:gd name="T22" fmla="*/ 0 w 6153"/>
                  <a:gd name="T23" fmla="*/ 0 h 2259"/>
                  <a:gd name="T24" fmla="*/ 0 w 6153"/>
                  <a:gd name="T25" fmla="*/ 0 h 2259"/>
                  <a:gd name="T26" fmla="*/ 0 w 6153"/>
                  <a:gd name="T27" fmla="*/ 0 h 2259"/>
                  <a:gd name="T28" fmla="*/ 0 w 6153"/>
                  <a:gd name="T29" fmla="*/ 0 h 2259"/>
                  <a:gd name="T30" fmla="*/ 0 w 6153"/>
                  <a:gd name="T31" fmla="*/ 0 h 22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153"/>
                  <a:gd name="T49" fmla="*/ 0 h 2259"/>
                  <a:gd name="T50" fmla="*/ 6153 w 6153"/>
                  <a:gd name="T51" fmla="*/ 2259 h 22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153" h="2259">
                    <a:moveTo>
                      <a:pt x="6153" y="2259"/>
                    </a:moveTo>
                    <a:lnTo>
                      <a:pt x="5503" y="1015"/>
                    </a:lnTo>
                    <a:lnTo>
                      <a:pt x="3916" y="519"/>
                    </a:lnTo>
                    <a:lnTo>
                      <a:pt x="3265" y="519"/>
                    </a:lnTo>
                    <a:lnTo>
                      <a:pt x="2644" y="256"/>
                    </a:lnTo>
                    <a:lnTo>
                      <a:pt x="2488" y="0"/>
                    </a:lnTo>
                    <a:lnTo>
                      <a:pt x="2520" y="384"/>
                    </a:lnTo>
                    <a:lnTo>
                      <a:pt x="2276" y="613"/>
                    </a:lnTo>
                    <a:lnTo>
                      <a:pt x="1753" y="796"/>
                    </a:lnTo>
                    <a:lnTo>
                      <a:pt x="1086" y="1246"/>
                    </a:lnTo>
                    <a:lnTo>
                      <a:pt x="861" y="1246"/>
                    </a:lnTo>
                    <a:lnTo>
                      <a:pt x="240" y="1500"/>
                    </a:lnTo>
                    <a:lnTo>
                      <a:pt x="0" y="1737"/>
                    </a:lnTo>
                    <a:lnTo>
                      <a:pt x="122" y="1969"/>
                    </a:lnTo>
                    <a:lnTo>
                      <a:pt x="122" y="2259"/>
                    </a:lnTo>
                    <a:lnTo>
                      <a:pt x="6153" y="22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3" name="Freeform 471"/>
              <p:cNvSpPr>
                <a:spLocks/>
              </p:cNvSpPr>
              <p:nvPr/>
            </p:nvSpPr>
            <p:spPr bwMode="auto">
              <a:xfrm>
                <a:off x="619" y="2445"/>
                <a:ext cx="49" cy="104"/>
              </a:xfrm>
              <a:custGeom>
                <a:avLst/>
                <a:gdLst>
                  <a:gd name="T0" fmla="*/ 0 w 494"/>
                  <a:gd name="T1" fmla="*/ 0 h 1038"/>
                  <a:gd name="T2" fmla="*/ 0 w 494"/>
                  <a:gd name="T3" fmla="*/ 0 h 1038"/>
                  <a:gd name="T4" fmla="*/ 0 w 494"/>
                  <a:gd name="T5" fmla="*/ 0 h 1038"/>
                  <a:gd name="T6" fmla="*/ 0 w 494"/>
                  <a:gd name="T7" fmla="*/ 0 h 1038"/>
                  <a:gd name="T8" fmla="*/ 0 60000 65536"/>
                  <a:gd name="T9" fmla="*/ 0 60000 65536"/>
                  <a:gd name="T10" fmla="*/ 0 60000 65536"/>
                  <a:gd name="T11" fmla="*/ 0 60000 65536"/>
                  <a:gd name="T12" fmla="*/ 0 w 494"/>
                  <a:gd name="T13" fmla="*/ 0 h 1038"/>
                  <a:gd name="T14" fmla="*/ 494 w 494"/>
                  <a:gd name="T15" fmla="*/ 1038 h 1038"/>
                </a:gdLst>
                <a:ahLst/>
                <a:cxnLst>
                  <a:cxn ang="T8">
                    <a:pos x="T0" y="T1"/>
                  </a:cxn>
                  <a:cxn ang="T9">
                    <a:pos x="T2" y="T3"/>
                  </a:cxn>
                  <a:cxn ang="T10">
                    <a:pos x="T4" y="T5"/>
                  </a:cxn>
                  <a:cxn ang="T11">
                    <a:pos x="T6" y="T7"/>
                  </a:cxn>
                </a:cxnLst>
                <a:rect l="T12" t="T13" r="T14" b="T15"/>
                <a:pathLst>
                  <a:path w="494" h="1038">
                    <a:moveTo>
                      <a:pt x="0" y="0"/>
                    </a:moveTo>
                    <a:lnTo>
                      <a:pt x="494" y="1038"/>
                    </a:lnTo>
                    <a:lnTo>
                      <a:pt x="0" y="77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4" name="Freeform 472"/>
              <p:cNvSpPr>
                <a:spLocks/>
              </p:cNvSpPr>
              <p:nvPr/>
            </p:nvSpPr>
            <p:spPr bwMode="auto">
              <a:xfrm>
                <a:off x="605" y="2389"/>
                <a:ext cx="86" cy="163"/>
              </a:xfrm>
              <a:custGeom>
                <a:avLst/>
                <a:gdLst>
                  <a:gd name="T0" fmla="*/ 0 w 864"/>
                  <a:gd name="T1" fmla="*/ 0 h 1626"/>
                  <a:gd name="T2" fmla="*/ 0 w 864"/>
                  <a:gd name="T3" fmla="*/ 0 h 1626"/>
                  <a:gd name="T4" fmla="*/ 0 w 864"/>
                  <a:gd name="T5" fmla="*/ 0 h 1626"/>
                  <a:gd name="T6" fmla="*/ 0 w 864"/>
                  <a:gd name="T7" fmla="*/ 0 h 1626"/>
                  <a:gd name="T8" fmla="*/ 0 60000 65536"/>
                  <a:gd name="T9" fmla="*/ 0 60000 65536"/>
                  <a:gd name="T10" fmla="*/ 0 60000 65536"/>
                  <a:gd name="T11" fmla="*/ 0 60000 65536"/>
                  <a:gd name="T12" fmla="*/ 0 w 864"/>
                  <a:gd name="T13" fmla="*/ 0 h 1626"/>
                  <a:gd name="T14" fmla="*/ 864 w 864"/>
                  <a:gd name="T15" fmla="*/ 1626 h 1626"/>
                </a:gdLst>
                <a:ahLst/>
                <a:cxnLst>
                  <a:cxn ang="T8">
                    <a:pos x="T0" y="T1"/>
                  </a:cxn>
                  <a:cxn ang="T9">
                    <a:pos x="T2" y="T3"/>
                  </a:cxn>
                  <a:cxn ang="T10">
                    <a:pos x="T4" y="T5"/>
                  </a:cxn>
                  <a:cxn ang="T11">
                    <a:pos x="T6" y="T7"/>
                  </a:cxn>
                </a:cxnLst>
                <a:rect l="T12" t="T13" r="T14" b="T15"/>
                <a:pathLst>
                  <a:path w="864" h="1626">
                    <a:moveTo>
                      <a:pt x="635" y="1593"/>
                    </a:moveTo>
                    <a:lnTo>
                      <a:pt x="0" y="254"/>
                    </a:lnTo>
                    <a:lnTo>
                      <a:pt x="0" y="0"/>
                    </a:lnTo>
                    <a:lnTo>
                      <a:pt x="864" y="162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05" name="Line 473"/>
              <p:cNvSpPr>
                <a:spLocks noChangeShapeType="1"/>
              </p:cNvSpPr>
              <p:nvPr/>
            </p:nvSpPr>
            <p:spPr bwMode="auto">
              <a:xfrm>
                <a:off x="833" y="2813"/>
                <a:ext cx="60" cy="1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06" name="Line 474"/>
              <p:cNvSpPr>
                <a:spLocks noChangeShapeType="1"/>
              </p:cNvSpPr>
              <p:nvPr/>
            </p:nvSpPr>
            <p:spPr bwMode="auto">
              <a:xfrm>
                <a:off x="606" y="2389"/>
                <a:ext cx="17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07" name="Freeform 475"/>
              <p:cNvSpPr>
                <a:spLocks/>
              </p:cNvSpPr>
              <p:nvPr/>
            </p:nvSpPr>
            <p:spPr bwMode="auto">
              <a:xfrm>
                <a:off x="747" y="2518"/>
                <a:ext cx="128" cy="39"/>
              </a:xfrm>
              <a:custGeom>
                <a:avLst/>
                <a:gdLst>
                  <a:gd name="T0" fmla="*/ 0 w 1280"/>
                  <a:gd name="T1" fmla="*/ 0 h 393"/>
                  <a:gd name="T2" fmla="*/ 0 w 1280"/>
                  <a:gd name="T3" fmla="*/ 0 h 393"/>
                  <a:gd name="T4" fmla="*/ 0 w 1280"/>
                  <a:gd name="T5" fmla="*/ 0 h 393"/>
                  <a:gd name="T6" fmla="*/ 0 w 1280"/>
                  <a:gd name="T7" fmla="*/ 0 h 393"/>
                  <a:gd name="T8" fmla="*/ 0 60000 65536"/>
                  <a:gd name="T9" fmla="*/ 0 60000 65536"/>
                  <a:gd name="T10" fmla="*/ 0 60000 65536"/>
                  <a:gd name="T11" fmla="*/ 0 60000 65536"/>
                  <a:gd name="T12" fmla="*/ 0 w 1280"/>
                  <a:gd name="T13" fmla="*/ 0 h 393"/>
                  <a:gd name="T14" fmla="*/ 1280 w 1280"/>
                  <a:gd name="T15" fmla="*/ 393 h 393"/>
                </a:gdLst>
                <a:ahLst/>
                <a:cxnLst>
                  <a:cxn ang="T8">
                    <a:pos x="T0" y="T1"/>
                  </a:cxn>
                  <a:cxn ang="T9">
                    <a:pos x="T2" y="T3"/>
                  </a:cxn>
                  <a:cxn ang="T10">
                    <a:pos x="T4" y="T5"/>
                  </a:cxn>
                  <a:cxn ang="T11">
                    <a:pos x="T6" y="T7"/>
                  </a:cxn>
                </a:cxnLst>
                <a:rect l="T12" t="T13" r="T14" b="T15"/>
                <a:pathLst>
                  <a:path w="1280" h="393">
                    <a:moveTo>
                      <a:pt x="1280" y="393"/>
                    </a:moveTo>
                    <a:lnTo>
                      <a:pt x="0" y="0"/>
                    </a:lnTo>
                    <a:lnTo>
                      <a:pt x="0" y="54"/>
                    </a:lnTo>
                    <a:lnTo>
                      <a:pt x="1042" y="39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08" name="Freeform 476"/>
              <p:cNvSpPr>
                <a:spLocks/>
              </p:cNvSpPr>
              <p:nvPr/>
            </p:nvSpPr>
            <p:spPr bwMode="auto">
              <a:xfrm>
                <a:off x="932" y="2564"/>
                <a:ext cx="493" cy="123"/>
              </a:xfrm>
              <a:custGeom>
                <a:avLst/>
                <a:gdLst>
                  <a:gd name="T0" fmla="*/ 0 w 4924"/>
                  <a:gd name="T1" fmla="*/ 0 h 1225"/>
                  <a:gd name="T2" fmla="*/ 0 w 4924"/>
                  <a:gd name="T3" fmla="*/ 0 h 1225"/>
                  <a:gd name="T4" fmla="*/ 0 w 4924"/>
                  <a:gd name="T5" fmla="*/ 0 h 1225"/>
                  <a:gd name="T6" fmla="*/ 0 w 4924"/>
                  <a:gd name="T7" fmla="*/ 0 h 1225"/>
                  <a:gd name="T8" fmla="*/ 0 w 4924"/>
                  <a:gd name="T9" fmla="*/ 0 h 1225"/>
                  <a:gd name="T10" fmla="*/ 0 w 4924"/>
                  <a:gd name="T11" fmla="*/ 0 h 1225"/>
                  <a:gd name="T12" fmla="*/ 0 60000 65536"/>
                  <a:gd name="T13" fmla="*/ 0 60000 65536"/>
                  <a:gd name="T14" fmla="*/ 0 60000 65536"/>
                  <a:gd name="T15" fmla="*/ 0 60000 65536"/>
                  <a:gd name="T16" fmla="*/ 0 60000 65536"/>
                  <a:gd name="T17" fmla="*/ 0 60000 65536"/>
                  <a:gd name="T18" fmla="*/ 0 w 4924"/>
                  <a:gd name="T19" fmla="*/ 0 h 1225"/>
                  <a:gd name="T20" fmla="*/ 4924 w 4924"/>
                  <a:gd name="T21" fmla="*/ 1225 h 1225"/>
                </a:gdLst>
                <a:ahLst/>
                <a:cxnLst>
                  <a:cxn ang="T12">
                    <a:pos x="T0" y="T1"/>
                  </a:cxn>
                  <a:cxn ang="T13">
                    <a:pos x="T2" y="T3"/>
                  </a:cxn>
                  <a:cxn ang="T14">
                    <a:pos x="T4" y="T5"/>
                  </a:cxn>
                  <a:cxn ang="T15">
                    <a:pos x="T6" y="T7"/>
                  </a:cxn>
                  <a:cxn ang="T16">
                    <a:pos x="T8" y="T9"/>
                  </a:cxn>
                  <a:cxn ang="T17">
                    <a:pos x="T10" y="T11"/>
                  </a:cxn>
                </a:cxnLst>
                <a:rect l="T18" t="T19" r="T20" b="T21"/>
                <a:pathLst>
                  <a:path w="4924" h="1225">
                    <a:moveTo>
                      <a:pt x="0" y="107"/>
                    </a:moveTo>
                    <a:lnTo>
                      <a:pt x="3220" y="1103"/>
                    </a:lnTo>
                    <a:lnTo>
                      <a:pt x="4924" y="0"/>
                    </a:lnTo>
                    <a:lnTo>
                      <a:pt x="4924" y="89"/>
                    </a:lnTo>
                    <a:lnTo>
                      <a:pt x="3211" y="1225"/>
                    </a:lnTo>
                    <a:lnTo>
                      <a:pt x="68" y="21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09" name="Line 477"/>
              <p:cNvSpPr>
                <a:spLocks noChangeShapeType="1"/>
              </p:cNvSpPr>
              <p:nvPr/>
            </p:nvSpPr>
            <p:spPr bwMode="auto">
              <a:xfrm flipV="1">
                <a:off x="1253" y="2676"/>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0" name="Freeform 478"/>
              <p:cNvSpPr>
                <a:spLocks/>
              </p:cNvSpPr>
              <p:nvPr/>
            </p:nvSpPr>
            <p:spPr bwMode="auto">
              <a:xfrm>
                <a:off x="747" y="2433"/>
                <a:ext cx="678" cy="131"/>
              </a:xfrm>
              <a:custGeom>
                <a:avLst/>
                <a:gdLst>
                  <a:gd name="T0" fmla="*/ 0 w 6777"/>
                  <a:gd name="T1" fmla="*/ 0 h 1317"/>
                  <a:gd name="T2" fmla="*/ 0 w 6777"/>
                  <a:gd name="T3" fmla="*/ 0 h 1317"/>
                  <a:gd name="T4" fmla="*/ 0 w 6777"/>
                  <a:gd name="T5" fmla="*/ 0 h 1317"/>
                  <a:gd name="T6" fmla="*/ 0 60000 65536"/>
                  <a:gd name="T7" fmla="*/ 0 60000 65536"/>
                  <a:gd name="T8" fmla="*/ 0 60000 65536"/>
                  <a:gd name="T9" fmla="*/ 0 w 6777"/>
                  <a:gd name="T10" fmla="*/ 0 h 1317"/>
                  <a:gd name="T11" fmla="*/ 6777 w 6777"/>
                  <a:gd name="T12" fmla="*/ 1317 h 1317"/>
                </a:gdLst>
                <a:ahLst/>
                <a:cxnLst>
                  <a:cxn ang="T6">
                    <a:pos x="T0" y="T1"/>
                  </a:cxn>
                  <a:cxn ang="T7">
                    <a:pos x="T2" y="T3"/>
                  </a:cxn>
                  <a:cxn ang="T8">
                    <a:pos x="T4" y="T5"/>
                  </a:cxn>
                </a:cxnLst>
                <a:rect l="T9" t="T10" r="T11" b="T12"/>
                <a:pathLst>
                  <a:path w="6777" h="1317">
                    <a:moveTo>
                      <a:pt x="0" y="851"/>
                    </a:moveTo>
                    <a:lnTo>
                      <a:pt x="1699" y="0"/>
                    </a:lnTo>
                    <a:lnTo>
                      <a:pt x="6777" y="131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11" name="Freeform 479"/>
              <p:cNvSpPr>
                <a:spLocks/>
              </p:cNvSpPr>
              <p:nvPr/>
            </p:nvSpPr>
            <p:spPr bwMode="auto">
              <a:xfrm>
                <a:off x="1253" y="2595"/>
                <a:ext cx="181" cy="92"/>
              </a:xfrm>
              <a:custGeom>
                <a:avLst/>
                <a:gdLst>
                  <a:gd name="T0" fmla="*/ 0 w 1808"/>
                  <a:gd name="T1" fmla="*/ 0 h 922"/>
                  <a:gd name="T2" fmla="*/ 0 w 1808"/>
                  <a:gd name="T3" fmla="*/ 0 h 922"/>
                  <a:gd name="T4" fmla="*/ 0 w 1808"/>
                  <a:gd name="T5" fmla="*/ 0 h 922"/>
                  <a:gd name="T6" fmla="*/ 0 w 1808"/>
                  <a:gd name="T7" fmla="*/ 0 h 922"/>
                  <a:gd name="T8" fmla="*/ 0 60000 65536"/>
                  <a:gd name="T9" fmla="*/ 0 60000 65536"/>
                  <a:gd name="T10" fmla="*/ 0 60000 65536"/>
                  <a:gd name="T11" fmla="*/ 0 60000 65536"/>
                  <a:gd name="T12" fmla="*/ 0 w 1808"/>
                  <a:gd name="T13" fmla="*/ 0 h 922"/>
                  <a:gd name="T14" fmla="*/ 1808 w 1808"/>
                  <a:gd name="T15" fmla="*/ 922 h 922"/>
                </a:gdLst>
                <a:ahLst/>
                <a:cxnLst>
                  <a:cxn ang="T8">
                    <a:pos x="T0" y="T1"/>
                  </a:cxn>
                  <a:cxn ang="T9">
                    <a:pos x="T2" y="T3"/>
                  </a:cxn>
                  <a:cxn ang="T10">
                    <a:pos x="T4" y="T5"/>
                  </a:cxn>
                  <a:cxn ang="T11">
                    <a:pos x="T6" y="T7"/>
                  </a:cxn>
                </a:cxnLst>
                <a:rect l="T12" t="T13" r="T14" b="T15"/>
                <a:pathLst>
                  <a:path w="1808" h="922">
                    <a:moveTo>
                      <a:pt x="0" y="922"/>
                    </a:moveTo>
                    <a:lnTo>
                      <a:pt x="1808" y="86"/>
                    </a:lnTo>
                    <a:lnTo>
                      <a:pt x="1394" y="0"/>
                    </a:lnTo>
                    <a:lnTo>
                      <a:pt x="0" y="9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2" name="Freeform 480"/>
              <p:cNvSpPr>
                <a:spLocks/>
              </p:cNvSpPr>
              <p:nvPr/>
            </p:nvSpPr>
            <p:spPr bwMode="auto">
              <a:xfrm>
                <a:off x="836" y="2468"/>
                <a:ext cx="488" cy="159"/>
              </a:xfrm>
              <a:custGeom>
                <a:avLst/>
                <a:gdLst>
                  <a:gd name="T0" fmla="*/ 0 w 4880"/>
                  <a:gd name="T1" fmla="*/ 0 h 1590"/>
                  <a:gd name="T2" fmla="*/ 0 w 4880"/>
                  <a:gd name="T3" fmla="*/ 0 h 1590"/>
                  <a:gd name="T4" fmla="*/ 0 w 4880"/>
                  <a:gd name="T5" fmla="*/ 0 h 1590"/>
                  <a:gd name="T6" fmla="*/ 0 w 4880"/>
                  <a:gd name="T7" fmla="*/ 0 h 1590"/>
                  <a:gd name="T8" fmla="*/ 0 w 4880"/>
                  <a:gd name="T9" fmla="*/ 0 h 1590"/>
                  <a:gd name="T10" fmla="*/ 0 60000 65536"/>
                  <a:gd name="T11" fmla="*/ 0 60000 65536"/>
                  <a:gd name="T12" fmla="*/ 0 60000 65536"/>
                  <a:gd name="T13" fmla="*/ 0 60000 65536"/>
                  <a:gd name="T14" fmla="*/ 0 60000 65536"/>
                  <a:gd name="T15" fmla="*/ 0 w 4880"/>
                  <a:gd name="T16" fmla="*/ 0 h 1590"/>
                  <a:gd name="T17" fmla="*/ 4880 w 4880"/>
                  <a:gd name="T18" fmla="*/ 1590 h 1590"/>
                </a:gdLst>
                <a:ahLst/>
                <a:cxnLst>
                  <a:cxn ang="T10">
                    <a:pos x="T0" y="T1"/>
                  </a:cxn>
                  <a:cxn ang="T11">
                    <a:pos x="T2" y="T3"/>
                  </a:cxn>
                  <a:cxn ang="T12">
                    <a:pos x="T4" y="T5"/>
                  </a:cxn>
                  <a:cxn ang="T13">
                    <a:pos x="T6" y="T7"/>
                  </a:cxn>
                  <a:cxn ang="T14">
                    <a:pos x="T8" y="T9"/>
                  </a:cxn>
                </a:cxnLst>
                <a:rect l="T15" t="T16" r="T17" b="T18"/>
                <a:pathLst>
                  <a:path w="4880" h="1590">
                    <a:moveTo>
                      <a:pt x="0" y="378"/>
                    </a:moveTo>
                    <a:lnTo>
                      <a:pt x="4089" y="1590"/>
                    </a:lnTo>
                    <a:lnTo>
                      <a:pt x="4880" y="1092"/>
                    </a:lnTo>
                    <a:lnTo>
                      <a:pt x="742" y="0"/>
                    </a:lnTo>
                    <a:lnTo>
                      <a:pt x="0" y="378"/>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13" name="Freeform 481"/>
              <p:cNvSpPr>
                <a:spLocks/>
              </p:cNvSpPr>
              <p:nvPr/>
            </p:nvSpPr>
            <p:spPr bwMode="auto">
              <a:xfrm>
                <a:off x="846" y="2445"/>
                <a:ext cx="44" cy="12"/>
              </a:xfrm>
              <a:custGeom>
                <a:avLst/>
                <a:gdLst>
                  <a:gd name="T0" fmla="*/ 0 w 447"/>
                  <a:gd name="T1" fmla="*/ 0 h 125"/>
                  <a:gd name="T2" fmla="*/ 0 w 447"/>
                  <a:gd name="T3" fmla="*/ 0 h 125"/>
                  <a:gd name="T4" fmla="*/ 0 w 447"/>
                  <a:gd name="T5" fmla="*/ 0 h 125"/>
                  <a:gd name="T6" fmla="*/ 0 w 447"/>
                  <a:gd name="T7" fmla="*/ 0 h 125"/>
                  <a:gd name="T8" fmla="*/ 0 60000 65536"/>
                  <a:gd name="T9" fmla="*/ 0 60000 65536"/>
                  <a:gd name="T10" fmla="*/ 0 60000 65536"/>
                  <a:gd name="T11" fmla="*/ 0 60000 65536"/>
                  <a:gd name="T12" fmla="*/ 0 w 447"/>
                  <a:gd name="T13" fmla="*/ 0 h 125"/>
                  <a:gd name="T14" fmla="*/ 447 w 447"/>
                  <a:gd name="T15" fmla="*/ 125 h 125"/>
                </a:gdLst>
                <a:ahLst/>
                <a:cxnLst>
                  <a:cxn ang="T8">
                    <a:pos x="T0" y="T1"/>
                  </a:cxn>
                  <a:cxn ang="T9">
                    <a:pos x="T2" y="T3"/>
                  </a:cxn>
                  <a:cxn ang="T10">
                    <a:pos x="T4" y="T5"/>
                  </a:cxn>
                  <a:cxn ang="T11">
                    <a:pos x="T6" y="T7"/>
                  </a:cxn>
                </a:cxnLst>
                <a:rect l="T12" t="T13" r="T14" b="T15"/>
                <a:pathLst>
                  <a:path w="447" h="125">
                    <a:moveTo>
                      <a:pt x="210" y="125"/>
                    </a:moveTo>
                    <a:lnTo>
                      <a:pt x="0" y="125"/>
                    </a:lnTo>
                    <a:lnTo>
                      <a:pt x="0" y="0"/>
                    </a:lnTo>
                    <a:lnTo>
                      <a:pt x="447"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14" name="Freeform 482"/>
              <p:cNvSpPr>
                <a:spLocks/>
              </p:cNvSpPr>
              <p:nvPr/>
            </p:nvSpPr>
            <p:spPr bwMode="auto">
              <a:xfrm>
                <a:off x="969" y="2445"/>
                <a:ext cx="307" cy="12"/>
              </a:xfrm>
              <a:custGeom>
                <a:avLst/>
                <a:gdLst>
                  <a:gd name="T0" fmla="*/ 0 w 3075"/>
                  <a:gd name="T1" fmla="*/ 0 h 125"/>
                  <a:gd name="T2" fmla="*/ 0 w 3075"/>
                  <a:gd name="T3" fmla="*/ 0 h 125"/>
                  <a:gd name="T4" fmla="*/ 0 w 3075"/>
                  <a:gd name="T5" fmla="*/ 0 h 125"/>
                  <a:gd name="T6" fmla="*/ 0 w 3075"/>
                  <a:gd name="T7" fmla="*/ 0 h 125"/>
                  <a:gd name="T8" fmla="*/ 0 60000 65536"/>
                  <a:gd name="T9" fmla="*/ 0 60000 65536"/>
                  <a:gd name="T10" fmla="*/ 0 60000 65536"/>
                  <a:gd name="T11" fmla="*/ 0 60000 65536"/>
                  <a:gd name="T12" fmla="*/ 0 w 3075"/>
                  <a:gd name="T13" fmla="*/ 0 h 125"/>
                  <a:gd name="T14" fmla="*/ 3075 w 3075"/>
                  <a:gd name="T15" fmla="*/ 125 h 125"/>
                </a:gdLst>
                <a:ahLst/>
                <a:cxnLst>
                  <a:cxn ang="T8">
                    <a:pos x="T0" y="T1"/>
                  </a:cxn>
                  <a:cxn ang="T9">
                    <a:pos x="T2" y="T3"/>
                  </a:cxn>
                  <a:cxn ang="T10">
                    <a:pos x="T4" y="T5"/>
                  </a:cxn>
                  <a:cxn ang="T11">
                    <a:pos x="T6" y="T7"/>
                  </a:cxn>
                </a:cxnLst>
                <a:rect l="T12" t="T13" r="T14" b="T15"/>
                <a:pathLst>
                  <a:path w="3075" h="125">
                    <a:moveTo>
                      <a:pt x="0" y="0"/>
                    </a:moveTo>
                    <a:lnTo>
                      <a:pt x="3075" y="0"/>
                    </a:lnTo>
                    <a:lnTo>
                      <a:pt x="3075" y="125"/>
                    </a:lnTo>
                    <a:lnTo>
                      <a:pt x="459" y="12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15" name="Line 483"/>
              <p:cNvSpPr>
                <a:spLocks noChangeShapeType="1"/>
              </p:cNvSpPr>
              <p:nvPr/>
            </p:nvSpPr>
            <p:spPr bwMode="auto">
              <a:xfrm flipV="1">
                <a:off x="846" y="2407"/>
                <a:ext cx="81" cy="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6" name="Line 484"/>
              <p:cNvSpPr>
                <a:spLocks noChangeShapeType="1"/>
              </p:cNvSpPr>
              <p:nvPr/>
            </p:nvSpPr>
            <p:spPr bwMode="auto">
              <a:xfrm flipH="1" flipV="1">
                <a:off x="1202" y="2407"/>
                <a:ext cx="74" cy="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7" name="Line 485"/>
              <p:cNvSpPr>
                <a:spLocks noChangeShapeType="1"/>
              </p:cNvSpPr>
              <p:nvPr/>
            </p:nvSpPr>
            <p:spPr bwMode="auto">
              <a:xfrm>
                <a:off x="1353" y="2432"/>
                <a:ext cx="140" cy="8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8" name="Freeform 486"/>
              <p:cNvSpPr>
                <a:spLocks/>
              </p:cNvSpPr>
              <p:nvPr/>
            </p:nvSpPr>
            <p:spPr bwMode="auto">
              <a:xfrm>
                <a:off x="1369" y="2531"/>
                <a:ext cx="124" cy="37"/>
              </a:xfrm>
              <a:custGeom>
                <a:avLst/>
                <a:gdLst>
                  <a:gd name="T0" fmla="*/ 0 w 1240"/>
                  <a:gd name="T1" fmla="*/ 0 h 369"/>
                  <a:gd name="T2" fmla="*/ 0 w 1240"/>
                  <a:gd name="T3" fmla="*/ 0 h 369"/>
                  <a:gd name="T4" fmla="*/ 0 w 1240"/>
                  <a:gd name="T5" fmla="*/ 0 h 369"/>
                  <a:gd name="T6" fmla="*/ 0 w 1240"/>
                  <a:gd name="T7" fmla="*/ 0 h 369"/>
                  <a:gd name="T8" fmla="*/ 0 w 1240"/>
                  <a:gd name="T9" fmla="*/ 0 h 369"/>
                  <a:gd name="T10" fmla="*/ 0 w 1240"/>
                  <a:gd name="T11" fmla="*/ 0 h 369"/>
                  <a:gd name="T12" fmla="*/ 0 w 1240"/>
                  <a:gd name="T13" fmla="*/ 0 h 369"/>
                  <a:gd name="T14" fmla="*/ 0 w 1240"/>
                  <a:gd name="T15" fmla="*/ 0 h 369"/>
                  <a:gd name="T16" fmla="*/ 0 w 1240"/>
                  <a:gd name="T17" fmla="*/ 0 h 369"/>
                  <a:gd name="T18" fmla="*/ 0 w 1240"/>
                  <a:gd name="T19" fmla="*/ 0 h 369"/>
                  <a:gd name="T20" fmla="*/ 0 w 1240"/>
                  <a:gd name="T21" fmla="*/ 0 h 369"/>
                  <a:gd name="T22" fmla="*/ 0 w 1240"/>
                  <a:gd name="T23" fmla="*/ 0 h 369"/>
                  <a:gd name="T24" fmla="*/ 0 w 1240"/>
                  <a:gd name="T25" fmla="*/ 0 h 369"/>
                  <a:gd name="T26" fmla="*/ 0 w 1240"/>
                  <a:gd name="T27" fmla="*/ 0 h 369"/>
                  <a:gd name="T28" fmla="*/ 0 w 1240"/>
                  <a:gd name="T29" fmla="*/ 0 h 369"/>
                  <a:gd name="T30" fmla="*/ 0 w 1240"/>
                  <a:gd name="T31" fmla="*/ 0 h 369"/>
                  <a:gd name="T32" fmla="*/ 0 w 1240"/>
                  <a:gd name="T33" fmla="*/ 0 h 369"/>
                  <a:gd name="T34" fmla="*/ 0 w 1240"/>
                  <a:gd name="T35" fmla="*/ 0 h 369"/>
                  <a:gd name="T36" fmla="*/ 0 w 1240"/>
                  <a:gd name="T37" fmla="*/ 0 h 369"/>
                  <a:gd name="T38" fmla="*/ 0 w 1240"/>
                  <a:gd name="T39" fmla="*/ 0 h 369"/>
                  <a:gd name="T40" fmla="*/ 0 w 1240"/>
                  <a:gd name="T41" fmla="*/ 0 h 369"/>
                  <a:gd name="T42" fmla="*/ 0 w 1240"/>
                  <a:gd name="T43" fmla="*/ 0 h 369"/>
                  <a:gd name="T44" fmla="*/ 0 w 1240"/>
                  <a:gd name="T45" fmla="*/ 0 h 36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0"/>
                  <a:gd name="T70" fmla="*/ 0 h 369"/>
                  <a:gd name="T71" fmla="*/ 1240 w 1240"/>
                  <a:gd name="T72" fmla="*/ 369 h 36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0" h="369">
                    <a:moveTo>
                      <a:pt x="0" y="187"/>
                    </a:moveTo>
                    <a:lnTo>
                      <a:pt x="55" y="187"/>
                    </a:lnTo>
                    <a:lnTo>
                      <a:pt x="124" y="46"/>
                    </a:lnTo>
                    <a:lnTo>
                      <a:pt x="202" y="0"/>
                    </a:lnTo>
                    <a:lnTo>
                      <a:pt x="300" y="124"/>
                    </a:lnTo>
                    <a:lnTo>
                      <a:pt x="378" y="34"/>
                    </a:lnTo>
                    <a:lnTo>
                      <a:pt x="748" y="80"/>
                    </a:lnTo>
                    <a:lnTo>
                      <a:pt x="780" y="203"/>
                    </a:lnTo>
                    <a:lnTo>
                      <a:pt x="845" y="103"/>
                    </a:lnTo>
                    <a:lnTo>
                      <a:pt x="1007" y="118"/>
                    </a:lnTo>
                    <a:lnTo>
                      <a:pt x="1069" y="193"/>
                    </a:lnTo>
                    <a:lnTo>
                      <a:pt x="1147" y="177"/>
                    </a:lnTo>
                    <a:lnTo>
                      <a:pt x="1131" y="143"/>
                    </a:lnTo>
                    <a:lnTo>
                      <a:pt x="1240" y="135"/>
                    </a:lnTo>
                    <a:lnTo>
                      <a:pt x="1240" y="369"/>
                    </a:lnTo>
                    <a:lnTo>
                      <a:pt x="805" y="345"/>
                    </a:lnTo>
                    <a:lnTo>
                      <a:pt x="767" y="283"/>
                    </a:lnTo>
                    <a:lnTo>
                      <a:pt x="723" y="327"/>
                    </a:lnTo>
                    <a:lnTo>
                      <a:pt x="603" y="327"/>
                    </a:lnTo>
                    <a:lnTo>
                      <a:pt x="542" y="159"/>
                    </a:lnTo>
                    <a:lnTo>
                      <a:pt x="542" y="315"/>
                    </a:lnTo>
                    <a:lnTo>
                      <a:pt x="498" y="315"/>
                    </a:lnTo>
                    <a:lnTo>
                      <a:pt x="0" y="1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9" name="Freeform 487"/>
              <p:cNvSpPr>
                <a:spLocks/>
              </p:cNvSpPr>
              <p:nvPr/>
            </p:nvSpPr>
            <p:spPr bwMode="auto">
              <a:xfrm>
                <a:off x="1343" y="2768"/>
                <a:ext cx="150" cy="14"/>
              </a:xfrm>
              <a:custGeom>
                <a:avLst/>
                <a:gdLst>
                  <a:gd name="T0" fmla="*/ 0 w 1499"/>
                  <a:gd name="T1" fmla="*/ 0 h 145"/>
                  <a:gd name="T2" fmla="*/ 0 w 1499"/>
                  <a:gd name="T3" fmla="*/ 0 h 145"/>
                  <a:gd name="T4" fmla="*/ 0 w 1499"/>
                  <a:gd name="T5" fmla="*/ 0 h 145"/>
                  <a:gd name="T6" fmla="*/ 0 w 1499"/>
                  <a:gd name="T7" fmla="*/ 0 h 145"/>
                  <a:gd name="T8" fmla="*/ 0 w 1499"/>
                  <a:gd name="T9" fmla="*/ 0 h 145"/>
                  <a:gd name="T10" fmla="*/ 0 w 1499"/>
                  <a:gd name="T11" fmla="*/ 0 h 145"/>
                  <a:gd name="T12" fmla="*/ 0 w 1499"/>
                  <a:gd name="T13" fmla="*/ 0 h 145"/>
                  <a:gd name="T14" fmla="*/ 0 w 1499"/>
                  <a:gd name="T15" fmla="*/ 0 h 145"/>
                  <a:gd name="T16" fmla="*/ 0 w 1499"/>
                  <a:gd name="T17" fmla="*/ 0 h 145"/>
                  <a:gd name="T18" fmla="*/ 0 w 1499"/>
                  <a:gd name="T19" fmla="*/ 0 h 145"/>
                  <a:gd name="T20" fmla="*/ 0 w 1499"/>
                  <a:gd name="T21" fmla="*/ 0 h 145"/>
                  <a:gd name="T22" fmla="*/ 0 w 1499"/>
                  <a:gd name="T23" fmla="*/ 0 h 145"/>
                  <a:gd name="T24" fmla="*/ 0 w 1499"/>
                  <a:gd name="T25" fmla="*/ 0 h 14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99"/>
                  <a:gd name="T40" fmla="*/ 0 h 145"/>
                  <a:gd name="T41" fmla="*/ 1499 w 1499"/>
                  <a:gd name="T42" fmla="*/ 145 h 14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99" h="145">
                    <a:moveTo>
                      <a:pt x="49" y="44"/>
                    </a:moveTo>
                    <a:lnTo>
                      <a:pt x="475" y="44"/>
                    </a:lnTo>
                    <a:lnTo>
                      <a:pt x="982" y="134"/>
                    </a:lnTo>
                    <a:lnTo>
                      <a:pt x="1230" y="134"/>
                    </a:lnTo>
                    <a:lnTo>
                      <a:pt x="1499" y="145"/>
                    </a:lnTo>
                    <a:lnTo>
                      <a:pt x="1499" y="108"/>
                    </a:lnTo>
                    <a:lnTo>
                      <a:pt x="1266" y="80"/>
                    </a:lnTo>
                    <a:lnTo>
                      <a:pt x="1026" y="80"/>
                    </a:lnTo>
                    <a:lnTo>
                      <a:pt x="885" y="70"/>
                    </a:lnTo>
                    <a:lnTo>
                      <a:pt x="543" y="10"/>
                    </a:lnTo>
                    <a:lnTo>
                      <a:pt x="446" y="0"/>
                    </a:lnTo>
                    <a:lnTo>
                      <a:pt x="0" y="0"/>
                    </a:lnTo>
                    <a:lnTo>
                      <a:pt x="49"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0" name="Rectangle 488"/>
              <p:cNvSpPr>
                <a:spLocks noChangeArrowheads="1"/>
              </p:cNvSpPr>
              <p:nvPr/>
            </p:nvSpPr>
            <p:spPr bwMode="auto">
              <a:xfrm>
                <a:off x="784" y="1953"/>
                <a:ext cx="550" cy="454"/>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21" name="Rectangle 489"/>
              <p:cNvSpPr>
                <a:spLocks noChangeArrowheads="1"/>
              </p:cNvSpPr>
              <p:nvPr/>
            </p:nvSpPr>
            <p:spPr bwMode="auto">
              <a:xfrm>
                <a:off x="803" y="1971"/>
                <a:ext cx="512" cy="419"/>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22" name="Rectangle 490"/>
              <p:cNvSpPr>
                <a:spLocks noChangeArrowheads="1"/>
              </p:cNvSpPr>
              <p:nvPr/>
            </p:nvSpPr>
            <p:spPr bwMode="auto">
              <a:xfrm>
                <a:off x="832" y="2001"/>
                <a:ext cx="455" cy="358"/>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23" name="Line 491"/>
              <p:cNvSpPr>
                <a:spLocks noChangeShapeType="1"/>
              </p:cNvSpPr>
              <p:nvPr/>
            </p:nvSpPr>
            <p:spPr bwMode="auto">
              <a:xfrm>
                <a:off x="860" y="205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4" name="Line 492"/>
              <p:cNvSpPr>
                <a:spLocks noChangeShapeType="1"/>
              </p:cNvSpPr>
              <p:nvPr/>
            </p:nvSpPr>
            <p:spPr bwMode="auto">
              <a:xfrm>
                <a:off x="860" y="207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5" name="Line 493"/>
              <p:cNvSpPr>
                <a:spLocks noChangeShapeType="1"/>
              </p:cNvSpPr>
              <p:nvPr/>
            </p:nvSpPr>
            <p:spPr bwMode="auto">
              <a:xfrm>
                <a:off x="860" y="2092"/>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6" name="Line 494"/>
              <p:cNvSpPr>
                <a:spLocks noChangeShapeType="1"/>
              </p:cNvSpPr>
              <p:nvPr/>
            </p:nvSpPr>
            <p:spPr bwMode="auto">
              <a:xfrm>
                <a:off x="860" y="2110"/>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7" name="Line 495"/>
              <p:cNvSpPr>
                <a:spLocks noChangeShapeType="1"/>
              </p:cNvSpPr>
              <p:nvPr/>
            </p:nvSpPr>
            <p:spPr bwMode="auto">
              <a:xfrm>
                <a:off x="860" y="212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8" name="Line 496"/>
              <p:cNvSpPr>
                <a:spLocks noChangeShapeType="1"/>
              </p:cNvSpPr>
              <p:nvPr/>
            </p:nvSpPr>
            <p:spPr bwMode="auto">
              <a:xfrm>
                <a:off x="860" y="2147"/>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9" name="Line 497"/>
              <p:cNvSpPr>
                <a:spLocks noChangeShapeType="1"/>
              </p:cNvSpPr>
              <p:nvPr/>
            </p:nvSpPr>
            <p:spPr bwMode="auto">
              <a:xfrm>
                <a:off x="860" y="216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0" name="Line 498"/>
              <p:cNvSpPr>
                <a:spLocks noChangeShapeType="1"/>
              </p:cNvSpPr>
              <p:nvPr/>
            </p:nvSpPr>
            <p:spPr bwMode="auto">
              <a:xfrm>
                <a:off x="860" y="218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1" name="Line 499"/>
              <p:cNvSpPr>
                <a:spLocks noChangeShapeType="1"/>
              </p:cNvSpPr>
              <p:nvPr/>
            </p:nvSpPr>
            <p:spPr bwMode="auto">
              <a:xfrm>
                <a:off x="860" y="2202"/>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2" name="Line 500"/>
              <p:cNvSpPr>
                <a:spLocks noChangeShapeType="1"/>
              </p:cNvSpPr>
              <p:nvPr/>
            </p:nvSpPr>
            <p:spPr bwMode="auto">
              <a:xfrm>
                <a:off x="860" y="2220"/>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3" name="Line 501"/>
              <p:cNvSpPr>
                <a:spLocks noChangeShapeType="1"/>
              </p:cNvSpPr>
              <p:nvPr/>
            </p:nvSpPr>
            <p:spPr bwMode="auto">
              <a:xfrm>
                <a:off x="860" y="223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4" name="Line 502"/>
              <p:cNvSpPr>
                <a:spLocks noChangeShapeType="1"/>
              </p:cNvSpPr>
              <p:nvPr/>
            </p:nvSpPr>
            <p:spPr bwMode="auto">
              <a:xfrm>
                <a:off x="860" y="225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5" name="Line 503"/>
              <p:cNvSpPr>
                <a:spLocks noChangeShapeType="1"/>
              </p:cNvSpPr>
              <p:nvPr/>
            </p:nvSpPr>
            <p:spPr bwMode="auto">
              <a:xfrm>
                <a:off x="860" y="227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6" name="Line 504"/>
              <p:cNvSpPr>
                <a:spLocks noChangeShapeType="1"/>
              </p:cNvSpPr>
              <p:nvPr/>
            </p:nvSpPr>
            <p:spPr bwMode="auto">
              <a:xfrm>
                <a:off x="860" y="2292"/>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7" name="Line 505"/>
              <p:cNvSpPr>
                <a:spLocks noChangeShapeType="1"/>
              </p:cNvSpPr>
              <p:nvPr/>
            </p:nvSpPr>
            <p:spPr bwMode="auto">
              <a:xfrm>
                <a:off x="903"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8" name="Line 506"/>
              <p:cNvSpPr>
                <a:spLocks noChangeShapeType="1"/>
              </p:cNvSpPr>
              <p:nvPr/>
            </p:nvSpPr>
            <p:spPr bwMode="auto">
              <a:xfrm>
                <a:off x="941"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9" name="Line 507"/>
              <p:cNvSpPr>
                <a:spLocks noChangeShapeType="1"/>
              </p:cNvSpPr>
              <p:nvPr/>
            </p:nvSpPr>
            <p:spPr bwMode="auto">
              <a:xfrm>
                <a:off x="979"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0" name="Line 508"/>
              <p:cNvSpPr>
                <a:spLocks noChangeShapeType="1"/>
              </p:cNvSpPr>
              <p:nvPr/>
            </p:nvSpPr>
            <p:spPr bwMode="auto">
              <a:xfrm>
                <a:off x="1017"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1" name="Line 509"/>
              <p:cNvSpPr>
                <a:spLocks noChangeShapeType="1"/>
              </p:cNvSpPr>
              <p:nvPr/>
            </p:nvSpPr>
            <p:spPr bwMode="auto">
              <a:xfrm>
                <a:off x="1054"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2" name="Line 510"/>
              <p:cNvSpPr>
                <a:spLocks noChangeShapeType="1"/>
              </p:cNvSpPr>
              <p:nvPr/>
            </p:nvSpPr>
            <p:spPr bwMode="auto">
              <a:xfrm>
                <a:off x="1093"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3" name="Line 511"/>
              <p:cNvSpPr>
                <a:spLocks noChangeShapeType="1"/>
              </p:cNvSpPr>
              <p:nvPr/>
            </p:nvSpPr>
            <p:spPr bwMode="auto">
              <a:xfrm>
                <a:off x="1130"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4" name="Line 512"/>
              <p:cNvSpPr>
                <a:spLocks noChangeShapeType="1"/>
              </p:cNvSpPr>
              <p:nvPr/>
            </p:nvSpPr>
            <p:spPr bwMode="auto">
              <a:xfrm>
                <a:off x="1169"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5" name="Line 513"/>
              <p:cNvSpPr>
                <a:spLocks noChangeShapeType="1"/>
              </p:cNvSpPr>
              <p:nvPr/>
            </p:nvSpPr>
            <p:spPr bwMode="auto">
              <a:xfrm>
                <a:off x="1206"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6" name="Line 514"/>
              <p:cNvSpPr>
                <a:spLocks noChangeShapeType="1"/>
              </p:cNvSpPr>
              <p:nvPr/>
            </p:nvSpPr>
            <p:spPr bwMode="auto">
              <a:xfrm>
                <a:off x="1245"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7" name="Rectangle 515"/>
              <p:cNvSpPr>
                <a:spLocks noChangeArrowheads="1"/>
              </p:cNvSpPr>
              <p:nvPr/>
            </p:nvSpPr>
            <p:spPr bwMode="auto">
              <a:xfrm>
                <a:off x="903" y="2281"/>
                <a:ext cx="38" cy="24"/>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48" name="Rectangle 516"/>
              <p:cNvSpPr>
                <a:spLocks noChangeArrowheads="1"/>
              </p:cNvSpPr>
              <p:nvPr/>
            </p:nvSpPr>
            <p:spPr bwMode="auto">
              <a:xfrm>
                <a:off x="941" y="2293"/>
                <a:ext cx="38" cy="1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49" name="Rectangle 517"/>
              <p:cNvSpPr>
                <a:spLocks noChangeArrowheads="1"/>
              </p:cNvSpPr>
              <p:nvPr/>
            </p:nvSpPr>
            <p:spPr bwMode="auto">
              <a:xfrm>
                <a:off x="979" y="2262"/>
                <a:ext cx="38" cy="43"/>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0" name="Rectangle 518"/>
              <p:cNvSpPr>
                <a:spLocks noChangeArrowheads="1"/>
              </p:cNvSpPr>
              <p:nvPr/>
            </p:nvSpPr>
            <p:spPr bwMode="auto">
              <a:xfrm>
                <a:off x="1017" y="2250"/>
                <a:ext cx="37" cy="55"/>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1" name="Rectangle 519"/>
              <p:cNvSpPr>
                <a:spLocks noChangeArrowheads="1"/>
              </p:cNvSpPr>
              <p:nvPr/>
            </p:nvSpPr>
            <p:spPr bwMode="auto">
              <a:xfrm>
                <a:off x="1054" y="2287"/>
                <a:ext cx="39" cy="18"/>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2" name="Rectangle 520"/>
              <p:cNvSpPr>
                <a:spLocks noChangeArrowheads="1"/>
              </p:cNvSpPr>
              <p:nvPr/>
            </p:nvSpPr>
            <p:spPr bwMode="auto">
              <a:xfrm>
                <a:off x="1093" y="2183"/>
                <a:ext cx="37" cy="12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3" name="Rectangle 521"/>
              <p:cNvSpPr>
                <a:spLocks noChangeArrowheads="1"/>
              </p:cNvSpPr>
              <p:nvPr/>
            </p:nvSpPr>
            <p:spPr bwMode="auto">
              <a:xfrm>
                <a:off x="1130" y="2062"/>
                <a:ext cx="39" cy="243"/>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4" name="Rectangle 522"/>
              <p:cNvSpPr>
                <a:spLocks noChangeArrowheads="1"/>
              </p:cNvSpPr>
              <p:nvPr/>
            </p:nvSpPr>
            <p:spPr bwMode="auto">
              <a:xfrm>
                <a:off x="1169" y="2080"/>
                <a:ext cx="37" cy="225"/>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5" name="Rectangle 523"/>
              <p:cNvSpPr>
                <a:spLocks noChangeArrowheads="1"/>
              </p:cNvSpPr>
              <p:nvPr/>
            </p:nvSpPr>
            <p:spPr bwMode="auto">
              <a:xfrm>
                <a:off x="1206" y="2068"/>
                <a:ext cx="39" cy="237"/>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6" name="Rectangle 524"/>
              <p:cNvSpPr>
                <a:spLocks noChangeArrowheads="1"/>
              </p:cNvSpPr>
              <p:nvPr/>
            </p:nvSpPr>
            <p:spPr bwMode="auto">
              <a:xfrm>
                <a:off x="898" y="2056"/>
                <a:ext cx="19" cy="1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7" name="Line 525"/>
              <p:cNvSpPr>
                <a:spLocks noChangeShapeType="1"/>
              </p:cNvSpPr>
              <p:nvPr/>
            </p:nvSpPr>
            <p:spPr bwMode="auto">
              <a:xfrm>
                <a:off x="931" y="2062"/>
                <a:ext cx="4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58" name="Rectangle 526"/>
              <p:cNvSpPr>
                <a:spLocks noChangeArrowheads="1"/>
              </p:cNvSpPr>
              <p:nvPr/>
            </p:nvSpPr>
            <p:spPr bwMode="auto">
              <a:xfrm>
                <a:off x="898" y="2080"/>
                <a:ext cx="19" cy="1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9" name="Line 527"/>
              <p:cNvSpPr>
                <a:spLocks noChangeShapeType="1"/>
              </p:cNvSpPr>
              <p:nvPr/>
            </p:nvSpPr>
            <p:spPr bwMode="auto">
              <a:xfrm>
                <a:off x="931" y="2086"/>
                <a:ext cx="4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60" name="Line 528"/>
              <p:cNvSpPr>
                <a:spLocks noChangeShapeType="1"/>
              </p:cNvSpPr>
              <p:nvPr/>
            </p:nvSpPr>
            <p:spPr bwMode="auto">
              <a:xfrm>
                <a:off x="977" y="2026"/>
                <a:ext cx="17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61" name="Freeform 529"/>
              <p:cNvSpPr>
                <a:spLocks/>
              </p:cNvSpPr>
              <p:nvPr/>
            </p:nvSpPr>
            <p:spPr bwMode="auto">
              <a:xfrm>
                <a:off x="884" y="2044"/>
                <a:ext cx="365" cy="261"/>
              </a:xfrm>
              <a:custGeom>
                <a:avLst/>
                <a:gdLst>
                  <a:gd name="T0" fmla="*/ 0 w 3654"/>
                  <a:gd name="T1" fmla="*/ 0 h 2614"/>
                  <a:gd name="T2" fmla="*/ 0 w 3654"/>
                  <a:gd name="T3" fmla="*/ 0 h 2614"/>
                  <a:gd name="T4" fmla="*/ 0 w 3654"/>
                  <a:gd name="T5" fmla="*/ 0 h 2614"/>
                  <a:gd name="T6" fmla="*/ 0 60000 65536"/>
                  <a:gd name="T7" fmla="*/ 0 60000 65536"/>
                  <a:gd name="T8" fmla="*/ 0 60000 65536"/>
                  <a:gd name="T9" fmla="*/ 0 w 3654"/>
                  <a:gd name="T10" fmla="*/ 0 h 2614"/>
                  <a:gd name="T11" fmla="*/ 3654 w 3654"/>
                  <a:gd name="T12" fmla="*/ 2614 h 2614"/>
                </a:gdLst>
                <a:ahLst/>
                <a:cxnLst>
                  <a:cxn ang="T6">
                    <a:pos x="T0" y="T1"/>
                  </a:cxn>
                  <a:cxn ang="T7">
                    <a:pos x="T2" y="T3"/>
                  </a:cxn>
                  <a:cxn ang="T8">
                    <a:pos x="T4" y="T5"/>
                  </a:cxn>
                </a:cxnLst>
                <a:rect l="T9" t="T10" r="T11" b="T12"/>
                <a:pathLst>
                  <a:path w="3654" h="2614">
                    <a:moveTo>
                      <a:pt x="0" y="0"/>
                    </a:moveTo>
                    <a:lnTo>
                      <a:pt x="0" y="2614"/>
                    </a:lnTo>
                    <a:lnTo>
                      <a:pt x="3654" y="261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11" name="Freeform 530"/>
            <p:cNvSpPr>
              <a:spLocks/>
            </p:cNvSpPr>
            <p:nvPr/>
          </p:nvSpPr>
          <p:spPr bwMode="auto">
            <a:xfrm>
              <a:off x="1008" y="1485"/>
              <a:ext cx="2880" cy="2784"/>
            </a:xfrm>
            <a:custGeom>
              <a:avLst/>
              <a:gdLst>
                <a:gd name="T0" fmla="*/ 2496 w 2880"/>
                <a:gd name="T1" fmla="*/ 0 h 2784"/>
                <a:gd name="T2" fmla="*/ 2880 w 2880"/>
                <a:gd name="T3" fmla="*/ 96 h 2784"/>
                <a:gd name="T4" fmla="*/ 720 w 2880"/>
                <a:gd name="T5" fmla="*/ 2784 h 2784"/>
                <a:gd name="T6" fmla="*/ 0 w 2880"/>
                <a:gd name="T7" fmla="*/ 2064 h 2784"/>
                <a:gd name="T8" fmla="*/ 960 w 2880"/>
                <a:gd name="T9" fmla="*/ 1632 h 2784"/>
                <a:gd name="T10" fmla="*/ 2496 w 2880"/>
                <a:gd name="T11" fmla="*/ 0 h 2784"/>
                <a:gd name="T12" fmla="*/ 0 60000 65536"/>
                <a:gd name="T13" fmla="*/ 0 60000 65536"/>
                <a:gd name="T14" fmla="*/ 0 60000 65536"/>
                <a:gd name="T15" fmla="*/ 0 60000 65536"/>
                <a:gd name="T16" fmla="*/ 0 60000 65536"/>
                <a:gd name="T17" fmla="*/ 0 60000 65536"/>
                <a:gd name="T18" fmla="*/ 0 w 2880"/>
                <a:gd name="T19" fmla="*/ 0 h 2784"/>
                <a:gd name="T20" fmla="*/ 2880 w 2880"/>
                <a:gd name="T21" fmla="*/ 2784 h 2784"/>
              </a:gdLst>
              <a:ahLst/>
              <a:cxnLst>
                <a:cxn ang="T12">
                  <a:pos x="T0" y="T1"/>
                </a:cxn>
                <a:cxn ang="T13">
                  <a:pos x="T2" y="T3"/>
                </a:cxn>
                <a:cxn ang="T14">
                  <a:pos x="T4" y="T5"/>
                </a:cxn>
                <a:cxn ang="T15">
                  <a:pos x="T6" y="T7"/>
                </a:cxn>
                <a:cxn ang="T16">
                  <a:pos x="T8" y="T9"/>
                </a:cxn>
                <a:cxn ang="T17">
                  <a:pos x="T10" y="T11"/>
                </a:cxn>
              </a:cxnLst>
              <a:rect l="T18" t="T19" r="T20" b="T21"/>
              <a:pathLst>
                <a:path w="2880" h="2784">
                  <a:moveTo>
                    <a:pt x="2496" y="0"/>
                  </a:moveTo>
                  <a:lnTo>
                    <a:pt x="2880" y="96"/>
                  </a:lnTo>
                  <a:lnTo>
                    <a:pt x="720" y="2784"/>
                  </a:lnTo>
                  <a:lnTo>
                    <a:pt x="0" y="2064"/>
                  </a:lnTo>
                  <a:lnTo>
                    <a:pt x="960" y="1632"/>
                  </a:lnTo>
                  <a:lnTo>
                    <a:pt x="2496" y="0"/>
                  </a:lnTo>
                  <a:close/>
                </a:path>
              </a:pathLst>
            </a:custGeom>
            <a:gradFill rotWithShape="0">
              <a:gsLst>
                <a:gs pos="0">
                  <a:srgbClr val="FFFFFF"/>
                </a:gs>
                <a:gs pos="100000">
                  <a:srgbClr val="FFCC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grpSp>
          <p:nvGrpSpPr>
            <p:cNvPr id="12" name="Group 531"/>
            <p:cNvGrpSpPr>
              <a:grpSpLocks/>
            </p:cNvGrpSpPr>
            <p:nvPr/>
          </p:nvGrpSpPr>
          <p:grpSpPr bwMode="auto">
            <a:xfrm>
              <a:off x="609" y="3146"/>
              <a:ext cx="1302" cy="1150"/>
              <a:chOff x="609" y="3146"/>
              <a:chExt cx="1302" cy="1150"/>
            </a:xfrm>
          </p:grpSpPr>
          <p:sp>
            <p:nvSpPr>
              <p:cNvPr id="259" name="Freeform 532"/>
              <p:cNvSpPr>
                <a:spLocks/>
              </p:cNvSpPr>
              <p:nvPr/>
            </p:nvSpPr>
            <p:spPr bwMode="auto">
              <a:xfrm>
                <a:off x="1136" y="3146"/>
                <a:ext cx="775" cy="890"/>
              </a:xfrm>
              <a:custGeom>
                <a:avLst/>
                <a:gdLst>
                  <a:gd name="T0" fmla="*/ 0 w 7748"/>
                  <a:gd name="T1" fmla="*/ 0 h 8896"/>
                  <a:gd name="T2" fmla="*/ 0 w 7748"/>
                  <a:gd name="T3" fmla="*/ 0 h 8896"/>
                  <a:gd name="T4" fmla="*/ 0 w 7748"/>
                  <a:gd name="T5" fmla="*/ 0 h 8896"/>
                  <a:gd name="T6" fmla="*/ 0 w 7748"/>
                  <a:gd name="T7" fmla="*/ 0 h 8896"/>
                  <a:gd name="T8" fmla="*/ 0 w 7748"/>
                  <a:gd name="T9" fmla="*/ 0 h 8896"/>
                  <a:gd name="T10" fmla="*/ 0 w 7748"/>
                  <a:gd name="T11" fmla="*/ 0 h 8896"/>
                  <a:gd name="T12" fmla="*/ 0 w 7748"/>
                  <a:gd name="T13" fmla="*/ 0 h 8896"/>
                  <a:gd name="T14" fmla="*/ 0 w 7748"/>
                  <a:gd name="T15" fmla="*/ 0 h 8896"/>
                  <a:gd name="T16" fmla="*/ 0 w 7748"/>
                  <a:gd name="T17" fmla="*/ 0 h 88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748"/>
                  <a:gd name="T28" fmla="*/ 0 h 8896"/>
                  <a:gd name="T29" fmla="*/ 7748 w 7748"/>
                  <a:gd name="T30" fmla="*/ 8896 h 88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748" h="8896">
                    <a:moveTo>
                      <a:pt x="7748" y="1106"/>
                    </a:moveTo>
                    <a:lnTo>
                      <a:pt x="4327" y="0"/>
                    </a:lnTo>
                    <a:lnTo>
                      <a:pt x="1950" y="888"/>
                    </a:lnTo>
                    <a:lnTo>
                      <a:pt x="1335" y="4540"/>
                    </a:lnTo>
                    <a:lnTo>
                      <a:pt x="98" y="5857"/>
                    </a:lnTo>
                    <a:lnTo>
                      <a:pt x="0" y="6133"/>
                    </a:lnTo>
                    <a:lnTo>
                      <a:pt x="3208" y="8896"/>
                    </a:lnTo>
                    <a:lnTo>
                      <a:pt x="7748" y="5031"/>
                    </a:lnTo>
                    <a:lnTo>
                      <a:pt x="7748" y="110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0" name="Freeform 533"/>
              <p:cNvSpPr>
                <a:spLocks/>
              </p:cNvSpPr>
              <p:nvPr/>
            </p:nvSpPr>
            <p:spPr bwMode="auto">
              <a:xfrm>
                <a:off x="1314" y="3287"/>
                <a:ext cx="340" cy="451"/>
              </a:xfrm>
              <a:custGeom>
                <a:avLst/>
                <a:gdLst>
                  <a:gd name="T0" fmla="*/ 0 w 3398"/>
                  <a:gd name="T1" fmla="*/ 0 h 4509"/>
                  <a:gd name="T2" fmla="*/ 0 w 3398"/>
                  <a:gd name="T3" fmla="*/ 0 h 4509"/>
                  <a:gd name="T4" fmla="*/ 0 w 3398"/>
                  <a:gd name="T5" fmla="*/ 0 h 4509"/>
                  <a:gd name="T6" fmla="*/ 0 w 3398"/>
                  <a:gd name="T7" fmla="*/ 0 h 4509"/>
                  <a:gd name="T8" fmla="*/ 0 w 3398"/>
                  <a:gd name="T9" fmla="*/ 0 h 4509"/>
                  <a:gd name="T10" fmla="*/ 0 60000 65536"/>
                  <a:gd name="T11" fmla="*/ 0 60000 65536"/>
                  <a:gd name="T12" fmla="*/ 0 60000 65536"/>
                  <a:gd name="T13" fmla="*/ 0 60000 65536"/>
                  <a:gd name="T14" fmla="*/ 0 60000 65536"/>
                  <a:gd name="T15" fmla="*/ 0 w 3398"/>
                  <a:gd name="T16" fmla="*/ 0 h 4509"/>
                  <a:gd name="T17" fmla="*/ 3398 w 3398"/>
                  <a:gd name="T18" fmla="*/ 4509 h 4509"/>
                </a:gdLst>
                <a:ahLst/>
                <a:cxnLst>
                  <a:cxn ang="T10">
                    <a:pos x="T0" y="T1"/>
                  </a:cxn>
                  <a:cxn ang="T11">
                    <a:pos x="T2" y="T3"/>
                  </a:cxn>
                  <a:cxn ang="T12">
                    <a:pos x="T4" y="T5"/>
                  </a:cxn>
                  <a:cxn ang="T13">
                    <a:pos x="T6" y="T7"/>
                  </a:cxn>
                  <a:cxn ang="T14">
                    <a:pos x="T8" y="T9"/>
                  </a:cxn>
                </a:cxnLst>
                <a:rect l="T15" t="T16" r="T17" b="T18"/>
                <a:pathLst>
                  <a:path w="3398" h="4509">
                    <a:moveTo>
                      <a:pt x="478" y="0"/>
                    </a:moveTo>
                    <a:lnTo>
                      <a:pt x="0" y="2852"/>
                    </a:lnTo>
                    <a:lnTo>
                      <a:pt x="2994" y="4509"/>
                    </a:lnTo>
                    <a:lnTo>
                      <a:pt x="3398" y="1194"/>
                    </a:lnTo>
                    <a:lnTo>
                      <a:pt x="478" y="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1" name="Freeform 534"/>
              <p:cNvSpPr>
                <a:spLocks/>
              </p:cNvSpPr>
              <p:nvPr/>
            </p:nvSpPr>
            <p:spPr bwMode="auto">
              <a:xfrm>
                <a:off x="611" y="3734"/>
                <a:ext cx="461" cy="562"/>
              </a:xfrm>
              <a:custGeom>
                <a:avLst/>
                <a:gdLst>
                  <a:gd name="T0" fmla="*/ 0 w 4614"/>
                  <a:gd name="T1" fmla="*/ 0 h 5620"/>
                  <a:gd name="T2" fmla="*/ 0 w 4614"/>
                  <a:gd name="T3" fmla="*/ 0 h 5620"/>
                  <a:gd name="T4" fmla="*/ 0 w 4614"/>
                  <a:gd name="T5" fmla="*/ 0 h 5620"/>
                  <a:gd name="T6" fmla="*/ 0 w 4614"/>
                  <a:gd name="T7" fmla="*/ 0 h 5620"/>
                  <a:gd name="T8" fmla="*/ 0 w 4614"/>
                  <a:gd name="T9" fmla="*/ 0 h 5620"/>
                  <a:gd name="T10" fmla="*/ 0 w 4614"/>
                  <a:gd name="T11" fmla="*/ 0 h 5620"/>
                  <a:gd name="T12" fmla="*/ 0 w 4614"/>
                  <a:gd name="T13" fmla="*/ 0 h 5620"/>
                  <a:gd name="T14" fmla="*/ 0 w 4614"/>
                  <a:gd name="T15" fmla="*/ 0 h 5620"/>
                  <a:gd name="T16" fmla="*/ 0 w 4614"/>
                  <a:gd name="T17" fmla="*/ 0 h 5620"/>
                  <a:gd name="T18" fmla="*/ 0 w 4614"/>
                  <a:gd name="T19" fmla="*/ 0 h 5620"/>
                  <a:gd name="T20" fmla="*/ 0 w 4614"/>
                  <a:gd name="T21" fmla="*/ 0 h 5620"/>
                  <a:gd name="T22" fmla="*/ 0 w 4614"/>
                  <a:gd name="T23" fmla="*/ 0 h 5620"/>
                  <a:gd name="T24" fmla="*/ 0 w 4614"/>
                  <a:gd name="T25" fmla="*/ 0 h 5620"/>
                  <a:gd name="T26" fmla="*/ 0 w 4614"/>
                  <a:gd name="T27" fmla="*/ 0 h 5620"/>
                  <a:gd name="T28" fmla="*/ 0 w 4614"/>
                  <a:gd name="T29" fmla="*/ 0 h 5620"/>
                  <a:gd name="T30" fmla="*/ 0 w 4614"/>
                  <a:gd name="T31" fmla="*/ 0 h 5620"/>
                  <a:gd name="T32" fmla="*/ 0 w 4614"/>
                  <a:gd name="T33" fmla="*/ 0 h 5620"/>
                  <a:gd name="T34" fmla="*/ 0 w 4614"/>
                  <a:gd name="T35" fmla="*/ 0 h 5620"/>
                  <a:gd name="T36" fmla="*/ 0 w 4614"/>
                  <a:gd name="T37" fmla="*/ 0 h 5620"/>
                  <a:gd name="T38" fmla="*/ 0 w 4614"/>
                  <a:gd name="T39" fmla="*/ 0 h 5620"/>
                  <a:gd name="T40" fmla="*/ 0 w 4614"/>
                  <a:gd name="T41" fmla="*/ 0 h 5620"/>
                  <a:gd name="T42" fmla="*/ 0 w 4614"/>
                  <a:gd name="T43" fmla="*/ 0 h 56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614"/>
                  <a:gd name="T67" fmla="*/ 0 h 5620"/>
                  <a:gd name="T68" fmla="*/ 4614 w 4614"/>
                  <a:gd name="T69" fmla="*/ 5620 h 56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614" h="5620">
                    <a:moveTo>
                      <a:pt x="3465" y="817"/>
                    </a:moveTo>
                    <a:lnTo>
                      <a:pt x="3748" y="1292"/>
                    </a:lnTo>
                    <a:lnTo>
                      <a:pt x="4407" y="2243"/>
                    </a:lnTo>
                    <a:lnTo>
                      <a:pt x="4538" y="2527"/>
                    </a:lnTo>
                    <a:lnTo>
                      <a:pt x="4614" y="2793"/>
                    </a:lnTo>
                    <a:lnTo>
                      <a:pt x="4598" y="3134"/>
                    </a:lnTo>
                    <a:lnTo>
                      <a:pt x="4510" y="3360"/>
                    </a:lnTo>
                    <a:lnTo>
                      <a:pt x="4278" y="3763"/>
                    </a:lnTo>
                    <a:lnTo>
                      <a:pt x="4510" y="4195"/>
                    </a:lnTo>
                    <a:lnTo>
                      <a:pt x="4464" y="4519"/>
                    </a:lnTo>
                    <a:lnTo>
                      <a:pt x="4041" y="5620"/>
                    </a:lnTo>
                    <a:lnTo>
                      <a:pt x="1482" y="5620"/>
                    </a:lnTo>
                    <a:lnTo>
                      <a:pt x="966" y="4917"/>
                    </a:lnTo>
                    <a:lnTo>
                      <a:pt x="206" y="2772"/>
                    </a:lnTo>
                    <a:lnTo>
                      <a:pt x="43" y="2165"/>
                    </a:lnTo>
                    <a:lnTo>
                      <a:pt x="0" y="1690"/>
                    </a:lnTo>
                    <a:lnTo>
                      <a:pt x="0" y="1428"/>
                    </a:lnTo>
                    <a:lnTo>
                      <a:pt x="43" y="1063"/>
                    </a:lnTo>
                    <a:lnTo>
                      <a:pt x="104" y="724"/>
                    </a:lnTo>
                    <a:lnTo>
                      <a:pt x="160" y="477"/>
                    </a:lnTo>
                    <a:lnTo>
                      <a:pt x="1468" y="0"/>
                    </a:lnTo>
                    <a:lnTo>
                      <a:pt x="3465" y="817"/>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2" name="Freeform 535"/>
              <p:cNvSpPr>
                <a:spLocks/>
              </p:cNvSpPr>
              <p:nvPr/>
            </p:nvSpPr>
            <p:spPr bwMode="auto">
              <a:xfrm>
                <a:off x="737" y="3734"/>
                <a:ext cx="161" cy="99"/>
              </a:xfrm>
              <a:custGeom>
                <a:avLst/>
                <a:gdLst>
                  <a:gd name="T0" fmla="*/ 0 w 1606"/>
                  <a:gd name="T1" fmla="*/ 0 h 991"/>
                  <a:gd name="T2" fmla="*/ 0 w 1606"/>
                  <a:gd name="T3" fmla="*/ 0 h 991"/>
                  <a:gd name="T4" fmla="*/ 0 w 1606"/>
                  <a:gd name="T5" fmla="*/ 0 h 991"/>
                  <a:gd name="T6" fmla="*/ 0 w 1606"/>
                  <a:gd name="T7" fmla="*/ 0 h 991"/>
                  <a:gd name="T8" fmla="*/ 0 w 1606"/>
                  <a:gd name="T9" fmla="*/ 0 h 991"/>
                  <a:gd name="T10" fmla="*/ 0 w 1606"/>
                  <a:gd name="T11" fmla="*/ 0 h 991"/>
                  <a:gd name="T12" fmla="*/ 0 60000 65536"/>
                  <a:gd name="T13" fmla="*/ 0 60000 65536"/>
                  <a:gd name="T14" fmla="*/ 0 60000 65536"/>
                  <a:gd name="T15" fmla="*/ 0 60000 65536"/>
                  <a:gd name="T16" fmla="*/ 0 60000 65536"/>
                  <a:gd name="T17" fmla="*/ 0 60000 65536"/>
                  <a:gd name="T18" fmla="*/ 0 w 1606"/>
                  <a:gd name="T19" fmla="*/ 0 h 991"/>
                  <a:gd name="T20" fmla="*/ 1606 w 1606"/>
                  <a:gd name="T21" fmla="*/ 991 h 991"/>
                </a:gdLst>
                <a:ahLst/>
                <a:cxnLst>
                  <a:cxn ang="T12">
                    <a:pos x="T0" y="T1"/>
                  </a:cxn>
                  <a:cxn ang="T13">
                    <a:pos x="T2" y="T3"/>
                  </a:cxn>
                  <a:cxn ang="T14">
                    <a:pos x="T4" y="T5"/>
                  </a:cxn>
                  <a:cxn ang="T15">
                    <a:pos x="T6" y="T7"/>
                  </a:cxn>
                  <a:cxn ang="T16">
                    <a:pos x="T8" y="T9"/>
                  </a:cxn>
                  <a:cxn ang="T17">
                    <a:pos x="T10" y="T11"/>
                  </a:cxn>
                </a:cxnLst>
                <a:rect l="T18" t="T19" r="T20" b="T21"/>
                <a:pathLst>
                  <a:path w="1606" h="991">
                    <a:moveTo>
                      <a:pt x="1606" y="779"/>
                    </a:moveTo>
                    <a:lnTo>
                      <a:pt x="0" y="0"/>
                    </a:lnTo>
                    <a:lnTo>
                      <a:pt x="354" y="665"/>
                    </a:lnTo>
                    <a:lnTo>
                      <a:pt x="839" y="991"/>
                    </a:lnTo>
                    <a:lnTo>
                      <a:pt x="1309" y="991"/>
                    </a:lnTo>
                    <a:lnTo>
                      <a:pt x="1606" y="779"/>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3" name="Freeform 536"/>
              <p:cNvSpPr>
                <a:spLocks/>
              </p:cNvSpPr>
              <p:nvPr/>
            </p:nvSpPr>
            <p:spPr bwMode="auto">
              <a:xfrm>
                <a:off x="998" y="3936"/>
                <a:ext cx="485" cy="358"/>
              </a:xfrm>
              <a:custGeom>
                <a:avLst/>
                <a:gdLst>
                  <a:gd name="T0" fmla="*/ 0 w 4842"/>
                  <a:gd name="T1" fmla="*/ 0 h 3580"/>
                  <a:gd name="T2" fmla="*/ 0 w 4842"/>
                  <a:gd name="T3" fmla="*/ 0 h 3580"/>
                  <a:gd name="T4" fmla="*/ 0 w 4842"/>
                  <a:gd name="T5" fmla="*/ 0 h 3580"/>
                  <a:gd name="T6" fmla="*/ 0 w 4842"/>
                  <a:gd name="T7" fmla="*/ 0 h 3580"/>
                  <a:gd name="T8" fmla="*/ 0 w 4842"/>
                  <a:gd name="T9" fmla="*/ 0 h 3580"/>
                  <a:gd name="T10" fmla="*/ 0 w 4842"/>
                  <a:gd name="T11" fmla="*/ 0 h 3580"/>
                  <a:gd name="T12" fmla="*/ 0 w 4842"/>
                  <a:gd name="T13" fmla="*/ 0 h 3580"/>
                  <a:gd name="T14" fmla="*/ 0 w 4842"/>
                  <a:gd name="T15" fmla="*/ 0 h 3580"/>
                  <a:gd name="T16" fmla="*/ 0 w 4842"/>
                  <a:gd name="T17" fmla="*/ 0 h 3580"/>
                  <a:gd name="T18" fmla="*/ 0 w 4842"/>
                  <a:gd name="T19" fmla="*/ 0 h 3580"/>
                  <a:gd name="T20" fmla="*/ 0 w 4842"/>
                  <a:gd name="T21" fmla="*/ 0 h 3580"/>
                  <a:gd name="T22" fmla="*/ 0 w 4842"/>
                  <a:gd name="T23" fmla="*/ 0 h 3580"/>
                  <a:gd name="T24" fmla="*/ 0 w 4842"/>
                  <a:gd name="T25" fmla="*/ 0 h 3580"/>
                  <a:gd name="T26" fmla="*/ 0 w 4842"/>
                  <a:gd name="T27" fmla="*/ 0 h 3580"/>
                  <a:gd name="T28" fmla="*/ 0 w 4842"/>
                  <a:gd name="T29" fmla="*/ 0 h 3580"/>
                  <a:gd name="T30" fmla="*/ 0 w 4842"/>
                  <a:gd name="T31" fmla="*/ 0 h 3580"/>
                  <a:gd name="T32" fmla="*/ 0 w 4842"/>
                  <a:gd name="T33" fmla="*/ 0 h 3580"/>
                  <a:gd name="T34" fmla="*/ 0 w 4842"/>
                  <a:gd name="T35" fmla="*/ 0 h 3580"/>
                  <a:gd name="T36" fmla="*/ 0 w 4842"/>
                  <a:gd name="T37" fmla="*/ 0 h 3580"/>
                  <a:gd name="T38" fmla="*/ 0 w 4842"/>
                  <a:gd name="T39" fmla="*/ 0 h 3580"/>
                  <a:gd name="T40" fmla="*/ 0 w 4842"/>
                  <a:gd name="T41" fmla="*/ 0 h 3580"/>
                  <a:gd name="T42" fmla="*/ 0 w 4842"/>
                  <a:gd name="T43" fmla="*/ 0 h 3580"/>
                  <a:gd name="T44" fmla="*/ 0 w 4842"/>
                  <a:gd name="T45" fmla="*/ 0 h 35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842"/>
                  <a:gd name="T70" fmla="*/ 0 h 3580"/>
                  <a:gd name="T71" fmla="*/ 4842 w 4842"/>
                  <a:gd name="T72" fmla="*/ 3580 h 35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842" h="3580">
                    <a:moveTo>
                      <a:pt x="4698" y="3580"/>
                    </a:moveTo>
                    <a:lnTo>
                      <a:pt x="4780" y="3334"/>
                    </a:lnTo>
                    <a:lnTo>
                      <a:pt x="4827" y="3063"/>
                    </a:lnTo>
                    <a:lnTo>
                      <a:pt x="4842" y="2812"/>
                    </a:lnTo>
                    <a:lnTo>
                      <a:pt x="4827" y="2504"/>
                    </a:lnTo>
                    <a:lnTo>
                      <a:pt x="4731" y="2172"/>
                    </a:lnTo>
                    <a:lnTo>
                      <a:pt x="4618" y="1943"/>
                    </a:lnTo>
                    <a:lnTo>
                      <a:pt x="2468" y="40"/>
                    </a:lnTo>
                    <a:lnTo>
                      <a:pt x="2244" y="0"/>
                    </a:lnTo>
                    <a:lnTo>
                      <a:pt x="1970" y="22"/>
                    </a:lnTo>
                    <a:lnTo>
                      <a:pt x="1668" y="80"/>
                    </a:lnTo>
                    <a:lnTo>
                      <a:pt x="899" y="307"/>
                    </a:lnTo>
                    <a:lnTo>
                      <a:pt x="607" y="351"/>
                    </a:lnTo>
                    <a:lnTo>
                      <a:pt x="719" y="702"/>
                    </a:lnTo>
                    <a:lnTo>
                      <a:pt x="736" y="1013"/>
                    </a:lnTo>
                    <a:lnTo>
                      <a:pt x="673" y="1198"/>
                    </a:lnTo>
                    <a:lnTo>
                      <a:pt x="400" y="1653"/>
                    </a:lnTo>
                    <a:lnTo>
                      <a:pt x="448" y="1924"/>
                    </a:lnTo>
                    <a:lnTo>
                      <a:pt x="626" y="2172"/>
                    </a:lnTo>
                    <a:lnTo>
                      <a:pt x="626" y="2315"/>
                    </a:lnTo>
                    <a:lnTo>
                      <a:pt x="497" y="2730"/>
                    </a:lnTo>
                    <a:lnTo>
                      <a:pt x="0" y="3580"/>
                    </a:lnTo>
                    <a:lnTo>
                      <a:pt x="4698" y="358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4" name="Freeform 537"/>
              <p:cNvSpPr>
                <a:spLocks/>
              </p:cNvSpPr>
              <p:nvPr/>
            </p:nvSpPr>
            <p:spPr bwMode="auto">
              <a:xfrm>
                <a:off x="971" y="3665"/>
                <a:ext cx="378" cy="237"/>
              </a:xfrm>
              <a:custGeom>
                <a:avLst/>
                <a:gdLst>
                  <a:gd name="T0" fmla="*/ 0 w 3784"/>
                  <a:gd name="T1" fmla="*/ 0 h 2378"/>
                  <a:gd name="T2" fmla="*/ 0 w 3784"/>
                  <a:gd name="T3" fmla="*/ 0 h 2378"/>
                  <a:gd name="T4" fmla="*/ 0 w 3784"/>
                  <a:gd name="T5" fmla="*/ 0 h 2378"/>
                  <a:gd name="T6" fmla="*/ 0 w 3784"/>
                  <a:gd name="T7" fmla="*/ 0 h 2378"/>
                  <a:gd name="T8" fmla="*/ 0 w 3784"/>
                  <a:gd name="T9" fmla="*/ 0 h 2378"/>
                  <a:gd name="T10" fmla="*/ 0 w 3784"/>
                  <a:gd name="T11" fmla="*/ 0 h 2378"/>
                  <a:gd name="T12" fmla="*/ 0 w 3784"/>
                  <a:gd name="T13" fmla="*/ 0 h 2378"/>
                  <a:gd name="T14" fmla="*/ 0 w 3784"/>
                  <a:gd name="T15" fmla="*/ 0 h 2378"/>
                  <a:gd name="T16" fmla="*/ 0 w 3784"/>
                  <a:gd name="T17" fmla="*/ 0 h 2378"/>
                  <a:gd name="T18" fmla="*/ 0 w 3784"/>
                  <a:gd name="T19" fmla="*/ 0 h 2378"/>
                  <a:gd name="T20" fmla="*/ 0 w 3784"/>
                  <a:gd name="T21" fmla="*/ 0 h 2378"/>
                  <a:gd name="T22" fmla="*/ 0 w 3784"/>
                  <a:gd name="T23" fmla="*/ 0 h 2378"/>
                  <a:gd name="T24" fmla="*/ 0 w 3784"/>
                  <a:gd name="T25" fmla="*/ 0 h 2378"/>
                  <a:gd name="T26" fmla="*/ 0 w 3784"/>
                  <a:gd name="T27" fmla="*/ 0 h 2378"/>
                  <a:gd name="T28" fmla="*/ 0 w 3784"/>
                  <a:gd name="T29" fmla="*/ 0 h 2378"/>
                  <a:gd name="T30" fmla="*/ 0 w 3784"/>
                  <a:gd name="T31" fmla="*/ 0 h 2378"/>
                  <a:gd name="T32" fmla="*/ 0 w 3784"/>
                  <a:gd name="T33" fmla="*/ 0 h 2378"/>
                  <a:gd name="T34" fmla="*/ 0 w 3784"/>
                  <a:gd name="T35" fmla="*/ 0 h 2378"/>
                  <a:gd name="T36" fmla="*/ 0 w 3784"/>
                  <a:gd name="T37" fmla="*/ 0 h 2378"/>
                  <a:gd name="T38" fmla="*/ 0 w 3784"/>
                  <a:gd name="T39" fmla="*/ 0 h 2378"/>
                  <a:gd name="T40" fmla="*/ 0 w 3784"/>
                  <a:gd name="T41" fmla="*/ 0 h 2378"/>
                  <a:gd name="T42" fmla="*/ 0 w 3784"/>
                  <a:gd name="T43" fmla="*/ 0 h 2378"/>
                  <a:gd name="T44" fmla="*/ 0 w 3784"/>
                  <a:gd name="T45" fmla="*/ 0 h 2378"/>
                  <a:gd name="T46" fmla="*/ 0 w 3784"/>
                  <a:gd name="T47" fmla="*/ 0 h 2378"/>
                  <a:gd name="T48" fmla="*/ 0 w 3784"/>
                  <a:gd name="T49" fmla="*/ 0 h 2378"/>
                  <a:gd name="T50" fmla="*/ 0 w 3784"/>
                  <a:gd name="T51" fmla="*/ 0 h 2378"/>
                  <a:gd name="T52" fmla="*/ 0 w 3784"/>
                  <a:gd name="T53" fmla="*/ 0 h 2378"/>
                  <a:gd name="T54" fmla="*/ 0 w 3784"/>
                  <a:gd name="T55" fmla="*/ 0 h 2378"/>
                  <a:gd name="T56" fmla="*/ 0 w 3784"/>
                  <a:gd name="T57" fmla="*/ 0 h 237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784"/>
                  <a:gd name="T88" fmla="*/ 0 h 2378"/>
                  <a:gd name="T89" fmla="*/ 3784 w 3784"/>
                  <a:gd name="T90" fmla="*/ 2378 h 237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784" h="2378">
                    <a:moveTo>
                      <a:pt x="432" y="2378"/>
                    </a:moveTo>
                    <a:lnTo>
                      <a:pt x="1267" y="1904"/>
                    </a:lnTo>
                    <a:lnTo>
                      <a:pt x="1747" y="1720"/>
                    </a:lnTo>
                    <a:lnTo>
                      <a:pt x="2535" y="1571"/>
                    </a:lnTo>
                    <a:lnTo>
                      <a:pt x="3259" y="1096"/>
                    </a:lnTo>
                    <a:lnTo>
                      <a:pt x="3462" y="827"/>
                    </a:lnTo>
                    <a:lnTo>
                      <a:pt x="3400" y="809"/>
                    </a:lnTo>
                    <a:lnTo>
                      <a:pt x="3176" y="849"/>
                    </a:lnTo>
                    <a:lnTo>
                      <a:pt x="2951" y="1054"/>
                    </a:lnTo>
                    <a:lnTo>
                      <a:pt x="2822" y="1158"/>
                    </a:lnTo>
                    <a:lnTo>
                      <a:pt x="2762" y="1158"/>
                    </a:lnTo>
                    <a:lnTo>
                      <a:pt x="2888" y="931"/>
                    </a:lnTo>
                    <a:lnTo>
                      <a:pt x="3271" y="680"/>
                    </a:lnTo>
                    <a:lnTo>
                      <a:pt x="3544" y="680"/>
                    </a:lnTo>
                    <a:lnTo>
                      <a:pt x="3735" y="599"/>
                    </a:lnTo>
                    <a:lnTo>
                      <a:pt x="3784" y="561"/>
                    </a:lnTo>
                    <a:lnTo>
                      <a:pt x="3784" y="516"/>
                    </a:lnTo>
                    <a:lnTo>
                      <a:pt x="3735" y="476"/>
                    </a:lnTo>
                    <a:lnTo>
                      <a:pt x="3559" y="476"/>
                    </a:lnTo>
                    <a:lnTo>
                      <a:pt x="3449" y="209"/>
                    </a:lnTo>
                    <a:lnTo>
                      <a:pt x="3079" y="38"/>
                    </a:lnTo>
                    <a:lnTo>
                      <a:pt x="2888" y="38"/>
                    </a:lnTo>
                    <a:lnTo>
                      <a:pt x="2810" y="0"/>
                    </a:lnTo>
                    <a:lnTo>
                      <a:pt x="2727" y="21"/>
                    </a:lnTo>
                    <a:lnTo>
                      <a:pt x="2647" y="83"/>
                    </a:lnTo>
                    <a:lnTo>
                      <a:pt x="1715" y="1200"/>
                    </a:lnTo>
                    <a:lnTo>
                      <a:pt x="0" y="1720"/>
                    </a:lnTo>
                    <a:lnTo>
                      <a:pt x="290" y="2193"/>
                    </a:lnTo>
                    <a:lnTo>
                      <a:pt x="432" y="2378"/>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5" name="Freeform 538"/>
              <p:cNvSpPr>
                <a:spLocks/>
              </p:cNvSpPr>
              <p:nvPr/>
            </p:nvSpPr>
            <p:spPr bwMode="auto">
              <a:xfrm>
                <a:off x="987" y="3770"/>
                <a:ext cx="462" cy="524"/>
              </a:xfrm>
              <a:custGeom>
                <a:avLst/>
                <a:gdLst>
                  <a:gd name="T0" fmla="*/ 0 w 4620"/>
                  <a:gd name="T1" fmla="*/ 0 h 5241"/>
                  <a:gd name="T2" fmla="*/ 0 w 4620"/>
                  <a:gd name="T3" fmla="*/ 0 h 5241"/>
                  <a:gd name="T4" fmla="*/ 0 w 4620"/>
                  <a:gd name="T5" fmla="*/ 0 h 5241"/>
                  <a:gd name="T6" fmla="*/ 0 w 4620"/>
                  <a:gd name="T7" fmla="*/ 0 h 5241"/>
                  <a:gd name="T8" fmla="*/ 0 w 4620"/>
                  <a:gd name="T9" fmla="*/ 0 h 5241"/>
                  <a:gd name="T10" fmla="*/ 0 w 4620"/>
                  <a:gd name="T11" fmla="*/ 0 h 5241"/>
                  <a:gd name="T12" fmla="*/ 0 w 4620"/>
                  <a:gd name="T13" fmla="*/ 0 h 5241"/>
                  <a:gd name="T14" fmla="*/ 0 w 4620"/>
                  <a:gd name="T15" fmla="*/ 0 h 5241"/>
                  <a:gd name="T16" fmla="*/ 0 w 4620"/>
                  <a:gd name="T17" fmla="*/ 0 h 5241"/>
                  <a:gd name="T18" fmla="*/ 0 w 4620"/>
                  <a:gd name="T19" fmla="*/ 0 h 5241"/>
                  <a:gd name="T20" fmla="*/ 0 w 4620"/>
                  <a:gd name="T21" fmla="*/ 0 h 5241"/>
                  <a:gd name="T22" fmla="*/ 0 w 4620"/>
                  <a:gd name="T23" fmla="*/ 0 h 5241"/>
                  <a:gd name="T24" fmla="*/ 0 w 4620"/>
                  <a:gd name="T25" fmla="*/ 0 h 5241"/>
                  <a:gd name="T26" fmla="*/ 0 w 4620"/>
                  <a:gd name="T27" fmla="*/ 0 h 5241"/>
                  <a:gd name="T28" fmla="*/ 0 w 4620"/>
                  <a:gd name="T29" fmla="*/ 0 h 5241"/>
                  <a:gd name="T30" fmla="*/ 0 w 4620"/>
                  <a:gd name="T31" fmla="*/ 0 h 5241"/>
                  <a:gd name="T32" fmla="*/ 0 w 4620"/>
                  <a:gd name="T33" fmla="*/ 0 h 5241"/>
                  <a:gd name="T34" fmla="*/ 0 w 4620"/>
                  <a:gd name="T35" fmla="*/ 0 h 5241"/>
                  <a:gd name="T36" fmla="*/ 0 w 4620"/>
                  <a:gd name="T37" fmla="*/ 0 h 5241"/>
                  <a:gd name="T38" fmla="*/ 0 w 4620"/>
                  <a:gd name="T39" fmla="*/ 0 h 5241"/>
                  <a:gd name="T40" fmla="*/ 0 w 4620"/>
                  <a:gd name="T41" fmla="*/ 0 h 5241"/>
                  <a:gd name="T42" fmla="*/ 0 w 4620"/>
                  <a:gd name="T43" fmla="*/ 0 h 5241"/>
                  <a:gd name="T44" fmla="*/ 0 w 4620"/>
                  <a:gd name="T45" fmla="*/ 0 h 5241"/>
                  <a:gd name="T46" fmla="*/ 0 w 4620"/>
                  <a:gd name="T47" fmla="*/ 0 h 5241"/>
                  <a:gd name="T48" fmla="*/ 0 w 4620"/>
                  <a:gd name="T49" fmla="*/ 0 h 5241"/>
                  <a:gd name="T50" fmla="*/ 0 w 4620"/>
                  <a:gd name="T51" fmla="*/ 0 h 5241"/>
                  <a:gd name="T52" fmla="*/ 0 w 4620"/>
                  <a:gd name="T53" fmla="*/ 0 h 5241"/>
                  <a:gd name="T54" fmla="*/ 0 w 4620"/>
                  <a:gd name="T55" fmla="*/ 0 h 5241"/>
                  <a:gd name="T56" fmla="*/ 0 w 4620"/>
                  <a:gd name="T57" fmla="*/ 0 h 5241"/>
                  <a:gd name="T58" fmla="*/ 0 w 4620"/>
                  <a:gd name="T59" fmla="*/ 0 h 5241"/>
                  <a:gd name="T60" fmla="*/ 0 w 4620"/>
                  <a:gd name="T61" fmla="*/ 0 h 5241"/>
                  <a:gd name="T62" fmla="*/ 0 w 4620"/>
                  <a:gd name="T63" fmla="*/ 0 h 5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620"/>
                  <a:gd name="T97" fmla="*/ 0 h 5241"/>
                  <a:gd name="T98" fmla="*/ 4620 w 4620"/>
                  <a:gd name="T99" fmla="*/ 5241 h 5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620" h="5241">
                    <a:moveTo>
                      <a:pt x="751" y="3873"/>
                    </a:moveTo>
                    <a:lnTo>
                      <a:pt x="915" y="3956"/>
                    </a:lnTo>
                    <a:lnTo>
                      <a:pt x="1219" y="4165"/>
                    </a:lnTo>
                    <a:lnTo>
                      <a:pt x="1493" y="4411"/>
                    </a:lnTo>
                    <a:lnTo>
                      <a:pt x="2886" y="2714"/>
                    </a:lnTo>
                    <a:lnTo>
                      <a:pt x="3110" y="1764"/>
                    </a:lnTo>
                    <a:lnTo>
                      <a:pt x="3110" y="913"/>
                    </a:lnTo>
                    <a:lnTo>
                      <a:pt x="3350" y="313"/>
                    </a:lnTo>
                    <a:lnTo>
                      <a:pt x="3593" y="124"/>
                    </a:lnTo>
                    <a:lnTo>
                      <a:pt x="3703" y="124"/>
                    </a:lnTo>
                    <a:lnTo>
                      <a:pt x="3818" y="0"/>
                    </a:lnTo>
                    <a:lnTo>
                      <a:pt x="4283" y="0"/>
                    </a:lnTo>
                    <a:lnTo>
                      <a:pt x="4378" y="146"/>
                    </a:lnTo>
                    <a:lnTo>
                      <a:pt x="4540" y="229"/>
                    </a:lnTo>
                    <a:lnTo>
                      <a:pt x="4540" y="395"/>
                    </a:lnTo>
                    <a:lnTo>
                      <a:pt x="4620" y="498"/>
                    </a:lnTo>
                    <a:lnTo>
                      <a:pt x="4620" y="706"/>
                    </a:lnTo>
                    <a:lnTo>
                      <a:pt x="4554" y="913"/>
                    </a:lnTo>
                    <a:lnTo>
                      <a:pt x="4330" y="1324"/>
                    </a:lnTo>
                    <a:lnTo>
                      <a:pt x="4201" y="1701"/>
                    </a:lnTo>
                    <a:lnTo>
                      <a:pt x="3687" y="2300"/>
                    </a:lnTo>
                    <a:lnTo>
                      <a:pt x="3547" y="2527"/>
                    </a:lnTo>
                    <a:lnTo>
                      <a:pt x="3191" y="3439"/>
                    </a:lnTo>
                    <a:lnTo>
                      <a:pt x="2918" y="4144"/>
                    </a:lnTo>
                    <a:lnTo>
                      <a:pt x="2679" y="4644"/>
                    </a:lnTo>
                    <a:lnTo>
                      <a:pt x="2274" y="5218"/>
                    </a:lnTo>
                    <a:lnTo>
                      <a:pt x="2181" y="5241"/>
                    </a:lnTo>
                    <a:lnTo>
                      <a:pt x="0" y="5241"/>
                    </a:lnTo>
                    <a:lnTo>
                      <a:pt x="500" y="4620"/>
                    </a:lnTo>
                    <a:lnTo>
                      <a:pt x="671" y="4247"/>
                    </a:lnTo>
                    <a:lnTo>
                      <a:pt x="751" y="3976"/>
                    </a:lnTo>
                    <a:lnTo>
                      <a:pt x="751" y="387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6" name="Freeform 539"/>
              <p:cNvSpPr>
                <a:spLocks/>
              </p:cNvSpPr>
              <p:nvPr/>
            </p:nvSpPr>
            <p:spPr bwMode="auto">
              <a:xfrm>
                <a:off x="754" y="3505"/>
                <a:ext cx="251" cy="310"/>
              </a:xfrm>
              <a:custGeom>
                <a:avLst/>
                <a:gdLst>
                  <a:gd name="T0" fmla="*/ 0 w 2509"/>
                  <a:gd name="T1" fmla="*/ 0 h 3099"/>
                  <a:gd name="T2" fmla="*/ 0 w 2509"/>
                  <a:gd name="T3" fmla="*/ 0 h 3099"/>
                  <a:gd name="T4" fmla="*/ 0 w 2509"/>
                  <a:gd name="T5" fmla="*/ 0 h 3099"/>
                  <a:gd name="T6" fmla="*/ 0 w 2509"/>
                  <a:gd name="T7" fmla="*/ 0 h 3099"/>
                  <a:gd name="T8" fmla="*/ 0 w 2509"/>
                  <a:gd name="T9" fmla="*/ 0 h 3099"/>
                  <a:gd name="T10" fmla="*/ 0 w 2509"/>
                  <a:gd name="T11" fmla="*/ 0 h 3099"/>
                  <a:gd name="T12" fmla="*/ 0 w 2509"/>
                  <a:gd name="T13" fmla="*/ 0 h 3099"/>
                  <a:gd name="T14" fmla="*/ 0 w 2509"/>
                  <a:gd name="T15" fmla="*/ 0 h 3099"/>
                  <a:gd name="T16" fmla="*/ 0 w 2509"/>
                  <a:gd name="T17" fmla="*/ 0 h 3099"/>
                  <a:gd name="T18" fmla="*/ 0 w 2509"/>
                  <a:gd name="T19" fmla="*/ 0 h 3099"/>
                  <a:gd name="T20" fmla="*/ 0 w 2509"/>
                  <a:gd name="T21" fmla="*/ 0 h 3099"/>
                  <a:gd name="T22" fmla="*/ 0 w 2509"/>
                  <a:gd name="T23" fmla="*/ 0 h 3099"/>
                  <a:gd name="T24" fmla="*/ 0 w 2509"/>
                  <a:gd name="T25" fmla="*/ 0 h 3099"/>
                  <a:gd name="T26" fmla="*/ 0 w 2509"/>
                  <a:gd name="T27" fmla="*/ 0 h 3099"/>
                  <a:gd name="T28" fmla="*/ 0 w 2509"/>
                  <a:gd name="T29" fmla="*/ 0 h 3099"/>
                  <a:gd name="T30" fmla="*/ 0 w 2509"/>
                  <a:gd name="T31" fmla="*/ 0 h 3099"/>
                  <a:gd name="T32" fmla="*/ 0 w 2509"/>
                  <a:gd name="T33" fmla="*/ 0 h 3099"/>
                  <a:gd name="T34" fmla="*/ 0 w 2509"/>
                  <a:gd name="T35" fmla="*/ 0 h 3099"/>
                  <a:gd name="T36" fmla="*/ 0 w 2509"/>
                  <a:gd name="T37" fmla="*/ 0 h 3099"/>
                  <a:gd name="T38" fmla="*/ 0 w 2509"/>
                  <a:gd name="T39" fmla="*/ 0 h 3099"/>
                  <a:gd name="T40" fmla="*/ 0 w 2509"/>
                  <a:gd name="T41" fmla="*/ 0 h 3099"/>
                  <a:gd name="T42" fmla="*/ 0 w 2509"/>
                  <a:gd name="T43" fmla="*/ 0 h 3099"/>
                  <a:gd name="T44" fmla="*/ 0 w 2509"/>
                  <a:gd name="T45" fmla="*/ 0 h 3099"/>
                  <a:gd name="T46" fmla="*/ 0 w 2509"/>
                  <a:gd name="T47" fmla="*/ 0 h 3099"/>
                  <a:gd name="T48" fmla="*/ 0 w 2509"/>
                  <a:gd name="T49" fmla="*/ 0 h 309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09"/>
                  <a:gd name="T76" fmla="*/ 0 h 3099"/>
                  <a:gd name="T77" fmla="*/ 2509 w 2509"/>
                  <a:gd name="T78" fmla="*/ 3099 h 309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09" h="3099">
                    <a:moveTo>
                      <a:pt x="2013" y="71"/>
                    </a:moveTo>
                    <a:lnTo>
                      <a:pt x="2213" y="431"/>
                    </a:lnTo>
                    <a:lnTo>
                      <a:pt x="2264" y="510"/>
                    </a:lnTo>
                    <a:lnTo>
                      <a:pt x="2289" y="613"/>
                    </a:lnTo>
                    <a:lnTo>
                      <a:pt x="2289" y="753"/>
                    </a:lnTo>
                    <a:lnTo>
                      <a:pt x="2469" y="1058"/>
                    </a:lnTo>
                    <a:lnTo>
                      <a:pt x="2509" y="1211"/>
                    </a:lnTo>
                    <a:lnTo>
                      <a:pt x="2509" y="1302"/>
                    </a:lnTo>
                    <a:lnTo>
                      <a:pt x="2489" y="1482"/>
                    </a:lnTo>
                    <a:lnTo>
                      <a:pt x="2409" y="1688"/>
                    </a:lnTo>
                    <a:lnTo>
                      <a:pt x="2360" y="1865"/>
                    </a:lnTo>
                    <a:lnTo>
                      <a:pt x="2360" y="1997"/>
                    </a:lnTo>
                    <a:lnTo>
                      <a:pt x="2360" y="2341"/>
                    </a:lnTo>
                    <a:lnTo>
                      <a:pt x="2400" y="2585"/>
                    </a:lnTo>
                    <a:lnTo>
                      <a:pt x="2400" y="2737"/>
                    </a:lnTo>
                    <a:lnTo>
                      <a:pt x="2360" y="2856"/>
                    </a:lnTo>
                    <a:lnTo>
                      <a:pt x="2302" y="2919"/>
                    </a:lnTo>
                    <a:lnTo>
                      <a:pt x="2173" y="3008"/>
                    </a:lnTo>
                    <a:lnTo>
                      <a:pt x="2033" y="3099"/>
                    </a:lnTo>
                    <a:lnTo>
                      <a:pt x="1507" y="3099"/>
                    </a:lnTo>
                    <a:lnTo>
                      <a:pt x="576" y="2856"/>
                    </a:lnTo>
                    <a:lnTo>
                      <a:pt x="0" y="1766"/>
                    </a:lnTo>
                    <a:lnTo>
                      <a:pt x="645" y="0"/>
                    </a:lnTo>
                    <a:lnTo>
                      <a:pt x="1656" y="304"/>
                    </a:lnTo>
                    <a:lnTo>
                      <a:pt x="2013" y="7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7" name="Freeform 540"/>
              <p:cNvSpPr>
                <a:spLocks/>
              </p:cNvSpPr>
              <p:nvPr/>
            </p:nvSpPr>
            <p:spPr bwMode="auto">
              <a:xfrm>
                <a:off x="671" y="3450"/>
                <a:ext cx="96" cy="278"/>
              </a:xfrm>
              <a:custGeom>
                <a:avLst/>
                <a:gdLst>
                  <a:gd name="T0" fmla="*/ 0 w 961"/>
                  <a:gd name="T1" fmla="*/ 0 h 2779"/>
                  <a:gd name="T2" fmla="*/ 0 w 961"/>
                  <a:gd name="T3" fmla="*/ 0 h 2779"/>
                  <a:gd name="T4" fmla="*/ 0 w 961"/>
                  <a:gd name="T5" fmla="*/ 0 h 2779"/>
                  <a:gd name="T6" fmla="*/ 0 w 961"/>
                  <a:gd name="T7" fmla="*/ 0 h 2779"/>
                  <a:gd name="T8" fmla="*/ 0 w 961"/>
                  <a:gd name="T9" fmla="*/ 0 h 2779"/>
                  <a:gd name="T10" fmla="*/ 0 w 961"/>
                  <a:gd name="T11" fmla="*/ 0 h 2779"/>
                  <a:gd name="T12" fmla="*/ 0 w 961"/>
                  <a:gd name="T13" fmla="*/ 0 h 2779"/>
                  <a:gd name="T14" fmla="*/ 0 w 961"/>
                  <a:gd name="T15" fmla="*/ 0 h 2779"/>
                  <a:gd name="T16" fmla="*/ 0 w 961"/>
                  <a:gd name="T17" fmla="*/ 0 h 2779"/>
                  <a:gd name="T18" fmla="*/ 0 w 961"/>
                  <a:gd name="T19" fmla="*/ 0 h 27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1"/>
                  <a:gd name="T31" fmla="*/ 0 h 2779"/>
                  <a:gd name="T32" fmla="*/ 961 w 961"/>
                  <a:gd name="T33" fmla="*/ 2779 h 277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1" h="2779">
                    <a:moveTo>
                      <a:pt x="961" y="163"/>
                    </a:moveTo>
                    <a:lnTo>
                      <a:pt x="513" y="2779"/>
                    </a:lnTo>
                    <a:lnTo>
                      <a:pt x="154" y="2712"/>
                    </a:lnTo>
                    <a:lnTo>
                      <a:pt x="0" y="2408"/>
                    </a:lnTo>
                    <a:lnTo>
                      <a:pt x="0" y="2086"/>
                    </a:lnTo>
                    <a:lnTo>
                      <a:pt x="87" y="1957"/>
                    </a:lnTo>
                    <a:lnTo>
                      <a:pt x="15" y="1429"/>
                    </a:lnTo>
                    <a:lnTo>
                      <a:pt x="165" y="613"/>
                    </a:lnTo>
                    <a:lnTo>
                      <a:pt x="709" y="0"/>
                    </a:lnTo>
                    <a:lnTo>
                      <a:pt x="961" y="163"/>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8" name="Freeform 541"/>
              <p:cNvSpPr>
                <a:spLocks/>
              </p:cNvSpPr>
              <p:nvPr/>
            </p:nvSpPr>
            <p:spPr bwMode="auto">
              <a:xfrm>
                <a:off x="978" y="3546"/>
                <a:ext cx="32" cy="56"/>
              </a:xfrm>
              <a:custGeom>
                <a:avLst/>
                <a:gdLst>
                  <a:gd name="T0" fmla="*/ 0 w 318"/>
                  <a:gd name="T1" fmla="*/ 0 h 559"/>
                  <a:gd name="T2" fmla="*/ 0 w 318"/>
                  <a:gd name="T3" fmla="*/ 0 h 559"/>
                  <a:gd name="T4" fmla="*/ 0 w 318"/>
                  <a:gd name="T5" fmla="*/ 0 h 559"/>
                  <a:gd name="T6" fmla="*/ 0 w 318"/>
                  <a:gd name="T7" fmla="*/ 0 h 559"/>
                  <a:gd name="T8" fmla="*/ 0 w 318"/>
                  <a:gd name="T9" fmla="*/ 0 h 559"/>
                  <a:gd name="T10" fmla="*/ 0 w 318"/>
                  <a:gd name="T11" fmla="*/ 0 h 559"/>
                  <a:gd name="T12" fmla="*/ 0 60000 65536"/>
                  <a:gd name="T13" fmla="*/ 0 60000 65536"/>
                  <a:gd name="T14" fmla="*/ 0 60000 65536"/>
                  <a:gd name="T15" fmla="*/ 0 60000 65536"/>
                  <a:gd name="T16" fmla="*/ 0 60000 65536"/>
                  <a:gd name="T17" fmla="*/ 0 60000 65536"/>
                  <a:gd name="T18" fmla="*/ 0 w 318"/>
                  <a:gd name="T19" fmla="*/ 0 h 559"/>
                  <a:gd name="T20" fmla="*/ 318 w 318"/>
                  <a:gd name="T21" fmla="*/ 559 h 559"/>
                </a:gdLst>
                <a:ahLst/>
                <a:cxnLst>
                  <a:cxn ang="T12">
                    <a:pos x="T0" y="T1"/>
                  </a:cxn>
                  <a:cxn ang="T13">
                    <a:pos x="T2" y="T3"/>
                  </a:cxn>
                  <a:cxn ang="T14">
                    <a:pos x="T4" y="T5"/>
                  </a:cxn>
                  <a:cxn ang="T15">
                    <a:pos x="T6" y="T7"/>
                  </a:cxn>
                  <a:cxn ang="T16">
                    <a:pos x="T8" y="T9"/>
                  </a:cxn>
                  <a:cxn ang="T17">
                    <a:pos x="T10" y="T11"/>
                  </a:cxn>
                </a:cxnLst>
                <a:rect l="T18" t="T19" r="T20" b="T21"/>
                <a:pathLst>
                  <a:path w="318" h="559">
                    <a:moveTo>
                      <a:pt x="197" y="559"/>
                    </a:moveTo>
                    <a:lnTo>
                      <a:pt x="318" y="498"/>
                    </a:lnTo>
                    <a:lnTo>
                      <a:pt x="318" y="218"/>
                    </a:lnTo>
                    <a:lnTo>
                      <a:pt x="0" y="0"/>
                    </a:lnTo>
                    <a:lnTo>
                      <a:pt x="49" y="191"/>
                    </a:lnTo>
                    <a:lnTo>
                      <a:pt x="197" y="559"/>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9" name="Freeform 542"/>
              <p:cNvSpPr>
                <a:spLocks/>
              </p:cNvSpPr>
              <p:nvPr/>
            </p:nvSpPr>
            <p:spPr bwMode="auto">
              <a:xfrm>
                <a:off x="854" y="3637"/>
                <a:ext cx="47" cy="27"/>
              </a:xfrm>
              <a:custGeom>
                <a:avLst/>
                <a:gdLst>
                  <a:gd name="T0" fmla="*/ 0 w 464"/>
                  <a:gd name="T1" fmla="*/ 0 h 271"/>
                  <a:gd name="T2" fmla="*/ 0 w 464"/>
                  <a:gd name="T3" fmla="*/ 0 h 271"/>
                  <a:gd name="T4" fmla="*/ 0 w 464"/>
                  <a:gd name="T5" fmla="*/ 0 h 271"/>
                  <a:gd name="T6" fmla="*/ 0 w 464"/>
                  <a:gd name="T7" fmla="*/ 0 h 271"/>
                  <a:gd name="T8" fmla="*/ 0 w 464"/>
                  <a:gd name="T9" fmla="*/ 0 h 271"/>
                  <a:gd name="T10" fmla="*/ 0 w 464"/>
                  <a:gd name="T11" fmla="*/ 0 h 271"/>
                  <a:gd name="T12" fmla="*/ 0 w 464"/>
                  <a:gd name="T13" fmla="*/ 0 h 271"/>
                  <a:gd name="T14" fmla="*/ 0 w 464"/>
                  <a:gd name="T15" fmla="*/ 0 h 271"/>
                  <a:gd name="T16" fmla="*/ 0 w 464"/>
                  <a:gd name="T17" fmla="*/ 0 h 2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4"/>
                  <a:gd name="T28" fmla="*/ 0 h 271"/>
                  <a:gd name="T29" fmla="*/ 464 w 464"/>
                  <a:gd name="T30" fmla="*/ 271 h 2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4" h="271">
                    <a:moveTo>
                      <a:pt x="0" y="194"/>
                    </a:moveTo>
                    <a:lnTo>
                      <a:pt x="217" y="0"/>
                    </a:lnTo>
                    <a:lnTo>
                      <a:pt x="437" y="0"/>
                    </a:lnTo>
                    <a:lnTo>
                      <a:pt x="464" y="31"/>
                    </a:lnTo>
                    <a:lnTo>
                      <a:pt x="437" y="127"/>
                    </a:lnTo>
                    <a:lnTo>
                      <a:pt x="355" y="220"/>
                    </a:lnTo>
                    <a:lnTo>
                      <a:pt x="248" y="271"/>
                    </a:lnTo>
                    <a:lnTo>
                      <a:pt x="58" y="271"/>
                    </a:lnTo>
                    <a:lnTo>
                      <a:pt x="0" y="19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0" name="Freeform 543"/>
              <p:cNvSpPr>
                <a:spLocks/>
              </p:cNvSpPr>
              <p:nvPr/>
            </p:nvSpPr>
            <p:spPr bwMode="auto">
              <a:xfrm>
                <a:off x="944" y="3579"/>
                <a:ext cx="32" cy="32"/>
              </a:xfrm>
              <a:custGeom>
                <a:avLst/>
                <a:gdLst>
                  <a:gd name="T0" fmla="*/ 0 w 317"/>
                  <a:gd name="T1" fmla="*/ 0 h 311"/>
                  <a:gd name="T2" fmla="*/ 0 w 317"/>
                  <a:gd name="T3" fmla="*/ 0 h 311"/>
                  <a:gd name="T4" fmla="*/ 0 w 317"/>
                  <a:gd name="T5" fmla="*/ 0 h 311"/>
                  <a:gd name="T6" fmla="*/ 0 w 317"/>
                  <a:gd name="T7" fmla="*/ 0 h 311"/>
                  <a:gd name="T8" fmla="*/ 0 w 317"/>
                  <a:gd name="T9" fmla="*/ 0 h 311"/>
                  <a:gd name="T10" fmla="*/ 0 w 317"/>
                  <a:gd name="T11" fmla="*/ 0 h 311"/>
                  <a:gd name="T12" fmla="*/ 0 w 317"/>
                  <a:gd name="T13" fmla="*/ 0 h 311"/>
                  <a:gd name="T14" fmla="*/ 0 w 317"/>
                  <a:gd name="T15" fmla="*/ 0 h 311"/>
                  <a:gd name="T16" fmla="*/ 0 w 317"/>
                  <a:gd name="T17" fmla="*/ 0 h 311"/>
                  <a:gd name="T18" fmla="*/ 0 w 317"/>
                  <a:gd name="T19" fmla="*/ 0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7"/>
                  <a:gd name="T31" fmla="*/ 0 h 311"/>
                  <a:gd name="T32" fmla="*/ 317 w 317"/>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7" h="311">
                    <a:moveTo>
                      <a:pt x="0" y="311"/>
                    </a:moveTo>
                    <a:lnTo>
                      <a:pt x="9" y="228"/>
                    </a:lnTo>
                    <a:lnTo>
                      <a:pt x="53" y="105"/>
                    </a:lnTo>
                    <a:lnTo>
                      <a:pt x="138" y="27"/>
                    </a:lnTo>
                    <a:lnTo>
                      <a:pt x="317" y="0"/>
                    </a:lnTo>
                    <a:lnTo>
                      <a:pt x="317" y="76"/>
                    </a:lnTo>
                    <a:lnTo>
                      <a:pt x="277" y="180"/>
                    </a:lnTo>
                    <a:lnTo>
                      <a:pt x="188" y="245"/>
                    </a:lnTo>
                    <a:lnTo>
                      <a:pt x="81" y="283"/>
                    </a:lnTo>
                    <a:lnTo>
                      <a:pt x="0" y="3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1" name="Freeform 544"/>
              <p:cNvSpPr>
                <a:spLocks/>
              </p:cNvSpPr>
              <p:nvPr/>
            </p:nvSpPr>
            <p:spPr bwMode="auto">
              <a:xfrm>
                <a:off x="910" y="3713"/>
                <a:ext cx="69" cy="38"/>
              </a:xfrm>
              <a:custGeom>
                <a:avLst/>
                <a:gdLst>
                  <a:gd name="T0" fmla="*/ 0 w 693"/>
                  <a:gd name="T1" fmla="*/ 0 h 383"/>
                  <a:gd name="T2" fmla="*/ 0 w 693"/>
                  <a:gd name="T3" fmla="*/ 0 h 383"/>
                  <a:gd name="T4" fmla="*/ 0 w 693"/>
                  <a:gd name="T5" fmla="*/ 0 h 383"/>
                  <a:gd name="T6" fmla="*/ 0 w 693"/>
                  <a:gd name="T7" fmla="*/ 0 h 383"/>
                  <a:gd name="T8" fmla="*/ 0 w 693"/>
                  <a:gd name="T9" fmla="*/ 0 h 383"/>
                  <a:gd name="T10" fmla="*/ 0 w 693"/>
                  <a:gd name="T11" fmla="*/ 0 h 383"/>
                  <a:gd name="T12" fmla="*/ 0 w 693"/>
                  <a:gd name="T13" fmla="*/ 0 h 383"/>
                  <a:gd name="T14" fmla="*/ 0 w 693"/>
                  <a:gd name="T15" fmla="*/ 0 h 383"/>
                  <a:gd name="T16" fmla="*/ 0 w 693"/>
                  <a:gd name="T17" fmla="*/ 0 h 3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93"/>
                  <a:gd name="T28" fmla="*/ 0 h 383"/>
                  <a:gd name="T29" fmla="*/ 693 w 693"/>
                  <a:gd name="T30" fmla="*/ 383 h 3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93" h="383">
                    <a:moveTo>
                      <a:pt x="693" y="0"/>
                    </a:moveTo>
                    <a:lnTo>
                      <a:pt x="684" y="162"/>
                    </a:lnTo>
                    <a:lnTo>
                      <a:pt x="477" y="346"/>
                    </a:lnTo>
                    <a:lnTo>
                      <a:pt x="307" y="383"/>
                    </a:lnTo>
                    <a:lnTo>
                      <a:pt x="0" y="383"/>
                    </a:lnTo>
                    <a:lnTo>
                      <a:pt x="140" y="306"/>
                    </a:lnTo>
                    <a:lnTo>
                      <a:pt x="388" y="192"/>
                    </a:lnTo>
                    <a:lnTo>
                      <a:pt x="624" y="23"/>
                    </a:lnTo>
                    <a:lnTo>
                      <a:pt x="69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2" name="Freeform 545"/>
              <p:cNvSpPr>
                <a:spLocks/>
              </p:cNvSpPr>
              <p:nvPr/>
            </p:nvSpPr>
            <p:spPr bwMode="auto">
              <a:xfrm>
                <a:off x="817" y="3602"/>
                <a:ext cx="105" cy="51"/>
              </a:xfrm>
              <a:custGeom>
                <a:avLst/>
                <a:gdLst>
                  <a:gd name="T0" fmla="*/ 0 w 1051"/>
                  <a:gd name="T1" fmla="*/ 0 h 514"/>
                  <a:gd name="T2" fmla="*/ 0 w 1051"/>
                  <a:gd name="T3" fmla="*/ 0 h 514"/>
                  <a:gd name="T4" fmla="*/ 0 w 1051"/>
                  <a:gd name="T5" fmla="*/ 0 h 514"/>
                  <a:gd name="T6" fmla="*/ 0 w 1051"/>
                  <a:gd name="T7" fmla="*/ 0 h 514"/>
                  <a:gd name="T8" fmla="*/ 0 w 1051"/>
                  <a:gd name="T9" fmla="*/ 0 h 514"/>
                  <a:gd name="T10" fmla="*/ 0 w 1051"/>
                  <a:gd name="T11" fmla="*/ 0 h 514"/>
                  <a:gd name="T12" fmla="*/ 0 w 1051"/>
                  <a:gd name="T13" fmla="*/ 0 h 514"/>
                  <a:gd name="T14" fmla="*/ 0 w 1051"/>
                  <a:gd name="T15" fmla="*/ 0 h 514"/>
                  <a:gd name="T16" fmla="*/ 0 w 1051"/>
                  <a:gd name="T17" fmla="*/ 0 h 514"/>
                  <a:gd name="T18" fmla="*/ 0 w 1051"/>
                  <a:gd name="T19" fmla="*/ 0 h 514"/>
                  <a:gd name="T20" fmla="*/ 0 w 1051"/>
                  <a:gd name="T21" fmla="*/ 0 h 514"/>
                  <a:gd name="T22" fmla="*/ 0 w 1051"/>
                  <a:gd name="T23" fmla="*/ 0 h 514"/>
                  <a:gd name="T24" fmla="*/ 0 w 1051"/>
                  <a:gd name="T25" fmla="*/ 0 h 514"/>
                  <a:gd name="T26" fmla="*/ 0 w 1051"/>
                  <a:gd name="T27" fmla="*/ 0 h 514"/>
                  <a:gd name="T28" fmla="*/ 0 w 1051"/>
                  <a:gd name="T29" fmla="*/ 0 h 514"/>
                  <a:gd name="T30" fmla="*/ 0 w 1051"/>
                  <a:gd name="T31" fmla="*/ 0 h 514"/>
                  <a:gd name="T32" fmla="*/ 0 w 1051"/>
                  <a:gd name="T33" fmla="*/ 0 h 514"/>
                  <a:gd name="T34" fmla="*/ 0 w 1051"/>
                  <a:gd name="T35" fmla="*/ 0 h 514"/>
                  <a:gd name="T36" fmla="*/ 0 w 1051"/>
                  <a:gd name="T37" fmla="*/ 0 h 514"/>
                  <a:gd name="T38" fmla="*/ 0 w 1051"/>
                  <a:gd name="T39" fmla="*/ 0 h 514"/>
                  <a:gd name="T40" fmla="*/ 0 w 1051"/>
                  <a:gd name="T41" fmla="*/ 0 h 51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1"/>
                  <a:gd name="T64" fmla="*/ 0 h 514"/>
                  <a:gd name="T65" fmla="*/ 1051 w 1051"/>
                  <a:gd name="T66" fmla="*/ 514 h 51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1" h="514">
                    <a:moveTo>
                      <a:pt x="1013" y="412"/>
                    </a:moveTo>
                    <a:lnTo>
                      <a:pt x="938" y="316"/>
                    </a:lnTo>
                    <a:lnTo>
                      <a:pt x="938" y="232"/>
                    </a:lnTo>
                    <a:lnTo>
                      <a:pt x="884" y="116"/>
                    </a:lnTo>
                    <a:lnTo>
                      <a:pt x="809" y="199"/>
                    </a:lnTo>
                    <a:lnTo>
                      <a:pt x="578" y="199"/>
                    </a:lnTo>
                    <a:lnTo>
                      <a:pt x="489" y="250"/>
                    </a:lnTo>
                    <a:lnTo>
                      <a:pt x="360" y="250"/>
                    </a:lnTo>
                    <a:lnTo>
                      <a:pt x="194" y="349"/>
                    </a:lnTo>
                    <a:lnTo>
                      <a:pt x="169" y="412"/>
                    </a:lnTo>
                    <a:lnTo>
                      <a:pt x="0" y="514"/>
                    </a:lnTo>
                    <a:lnTo>
                      <a:pt x="269" y="165"/>
                    </a:lnTo>
                    <a:lnTo>
                      <a:pt x="400" y="150"/>
                    </a:lnTo>
                    <a:lnTo>
                      <a:pt x="476" y="116"/>
                    </a:lnTo>
                    <a:lnTo>
                      <a:pt x="565" y="116"/>
                    </a:lnTo>
                    <a:lnTo>
                      <a:pt x="822" y="0"/>
                    </a:lnTo>
                    <a:lnTo>
                      <a:pt x="884" y="0"/>
                    </a:lnTo>
                    <a:lnTo>
                      <a:pt x="908" y="52"/>
                    </a:lnTo>
                    <a:lnTo>
                      <a:pt x="986" y="85"/>
                    </a:lnTo>
                    <a:lnTo>
                      <a:pt x="1051" y="301"/>
                    </a:lnTo>
                    <a:lnTo>
                      <a:pt x="1013" y="4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3" name="Freeform 546"/>
              <p:cNvSpPr>
                <a:spLocks/>
              </p:cNvSpPr>
              <p:nvPr/>
            </p:nvSpPr>
            <p:spPr bwMode="auto">
              <a:xfrm>
                <a:off x="844" y="3635"/>
                <a:ext cx="63" cy="28"/>
              </a:xfrm>
              <a:custGeom>
                <a:avLst/>
                <a:gdLst>
                  <a:gd name="T0" fmla="*/ 0 w 629"/>
                  <a:gd name="T1" fmla="*/ 0 h 280"/>
                  <a:gd name="T2" fmla="*/ 0 w 629"/>
                  <a:gd name="T3" fmla="*/ 0 h 280"/>
                  <a:gd name="T4" fmla="*/ 0 w 629"/>
                  <a:gd name="T5" fmla="*/ 0 h 280"/>
                  <a:gd name="T6" fmla="*/ 0 w 629"/>
                  <a:gd name="T7" fmla="*/ 0 h 280"/>
                  <a:gd name="T8" fmla="*/ 0 w 629"/>
                  <a:gd name="T9" fmla="*/ 0 h 280"/>
                  <a:gd name="T10" fmla="*/ 0 w 629"/>
                  <a:gd name="T11" fmla="*/ 0 h 280"/>
                  <a:gd name="T12" fmla="*/ 0 w 629"/>
                  <a:gd name="T13" fmla="*/ 0 h 280"/>
                  <a:gd name="T14" fmla="*/ 0 w 629"/>
                  <a:gd name="T15" fmla="*/ 0 h 280"/>
                  <a:gd name="T16" fmla="*/ 0 w 629"/>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29"/>
                  <a:gd name="T28" fmla="*/ 0 h 280"/>
                  <a:gd name="T29" fmla="*/ 629 w 629"/>
                  <a:gd name="T30" fmla="*/ 280 h 2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29" h="280">
                    <a:moveTo>
                      <a:pt x="629" y="80"/>
                    </a:moveTo>
                    <a:lnTo>
                      <a:pt x="527" y="0"/>
                    </a:lnTo>
                    <a:lnTo>
                      <a:pt x="334" y="0"/>
                    </a:lnTo>
                    <a:lnTo>
                      <a:pt x="207" y="80"/>
                    </a:lnTo>
                    <a:lnTo>
                      <a:pt x="0" y="280"/>
                    </a:lnTo>
                    <a:lnTo>
                      <a:pt x="235" y="149"/>
                    </a:lnTo>
                    <a:lnTo>
                      <a:pt x="334" y="33"/>
                    </a:lnTo>
                    <a:lnTo>
                      <a:pt x="527" y="33"/>
                    </a:lnTo>
                    <a:lnTo>
                      <a:pt x="629"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4" name="Freeform 547"/>
              <p:cNvSpPr>
                <a:spLocks/>
              </p:cNvSpPr>
              <p:nvPr/>
            </p:nvSpPr>
            <p:spPr bwMode="auto">
              <a:xfrm>
                <a:off x="849" y="3656"/>
                <a:ext cx="39" cy="15"/>
              </a:xfrm>
              <a:custGeom>
                <a:avLst/>
                <a:gdLst>
                  <a:gd name="T0" fmla="*/ 0 w 387"/>
                  <a:gd name="T1" fmla="*/ 0 h 144"/>
                  <a:gd name="T2" fmla="*/ 0 w 387"/>
                  <a:gd name="T3" fmla="*/ 0 h 144"/>
                  <a:gd name="T4" fmla="*/ 0 w 387"/>
                  <a:gd name="T5" fmla="*/ 0 h 144"/>
                  <a:gd name="T6" fmla="*/ 0 w 387"/>
                  <a:gd name="T7" fmla="*/ 0 h 144"/>
                  <a:gd name="T8" fmla="*/ 0 w 387"/>
                  <a:gd name="T9" fmla="*/ 0 h 144"/>
                  <a:gd name="T10" fmla="*/ 0 w 387"/>
                  <a:gd name="T11" fmla="*/ 0 h 144"/>
                  <a:gd name="T12" fmla="*/ 0 w 387"/>
                  <a:gd name="T13" fmla="*/ 0 h 144"/>
                  <a:gd name="T14" fmla="*/ 0 w 387"/>
                  <a:gd name="T15" fmla="*/ 0 h 144"/>
                  <a:gd name="T16" fmla="*/ 0 w 387"/>
                  <a:gd name="T17" fmla="*/ 0 h 144"/>
                  <a:gd name="T18" fmla="*/ 0 w 387"/>
                  <a:gd name="T19" fmla="*/ 0 h 144"/>
                  <a:gd name="T20" fmla="*/ 0 w 387"/>
                  <a:gd name="T21" fmla="*/ 0 h 1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144"/>
                  <a:gd name="T35" fmla="*/ 387 w 387"/>
                  <a:gd name="T36" fmla="*/ 144 h 1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144">
                    <a:moveTo>
                      <a:pt x="0" y="49"/>
                    </a:moveTo>
                    <a:lnTo>
                      <a:pt x="38" y="81"/>
                    </a:lnTo>
                    <a:lnTo>
                      <a:pt x="139" y="144"/>
                    </a:lnTo>
                    <a:lnTo>
                      <a:pt x="190" y="117"/>
                    </a:lnTo>
                    <a:lnTo>
                      <a:pt x="294" y="117"/>
                    </a:lnTo>
                    <a:lnTo>
                      <a:pt x="387" y="49"/>
                    </a:lnTo>
                    <a:lnTo>
                      <a:pt x="294" y="64"/>
                    </a:lnTo>
                    <a:lnTo>
                      <a:pt x="154" y="64"/>
                    </a:lnTo>
                    <a:lnTo>
                      <a:pt x="91" y="32"/>
                    </a:lnTo>
                    <a:lnTo>
                      <a:pt x="78" y="0"/>
                    </a:lnTo>
                    <a:lnTo>
                      <a:pt x="0"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5" name="Freeform 548"/>
              <p:cNvSpPr>
                <a:spLocks/>
              </p:cNvSpPr>
              <p:nvPr/>
            </p:nvSpPr>
            <p:spPr bwMode="auto">
              <a:xfrm>
                <a:off x="890" y="3643"/>
                <a:ext cx="10" cy="17"/>
              </a:xfrm>
              <a:custGeom>
                <a:avLst/>
                <a:gdLst>
                  <a:gd name="T0" fmla="*/ 0 w 103"/>
                  <a:gd name="T1" fmla="*/ 0 h 168"/>
                  <a:gd name="T2" fmla="*/ 0 w 103"/>
                  <a:gd name="T3" fmla="*/ 0 h 168"/>
                  <a:gd name="T4" fmla="*/ 0 w 103"/>
                  <a:gd name="T5" fmla="*/ 0 h 168"/>
                  <a:gd name="T6" fmla="*/ 0 w 103"/>
                  <a:gd name="T7" fmla="*/ 0 h 168"/>
                  <a:gd name="T8" fmla="*/ 0 w 103"/>
                  <a:gd name="T9" fmla="*/ 0 h 168"/>
                  <a:gd name="T10" fmla="*/ 0 w 103"/>
                  <a:gd name="T11" fmla="*/ 0 h 168"/>
                  <a:gd name="T12" fmla="*/ 0 60000 65536"/>
                  <a:gd name="T13" fmla="*/ 0 60000 65536"/>
                  <a:gd name="T14" fmla="*/ 0 60000 65536"/>
                  <a:gd name="T15" fmla="*/ 0 60000 65536"/>
                  <a:gd name="T16" fmla="*/ 0 60000 65536"/>
                  <a:gd name="T17" fmla="*/ 0 60000 65536"/>
                  <a:gd name="T18" fmla="*/ 0 w 103"/>
                  <a:gd name="T19" fmla="*/ 0 h 168"/>
                  <a:gd name="T20" fmla="*/ 103 w 103"/>
                  <a:gd name="T21" fmla="*/ 168 h 168"/>
                </a:gdLst>
                <a:ahLst/>
                <a:cxnLst>
                  <a:cxn ang="T12">
                    <a:pos x="T0" y="T1"/>
                  </a:cxn>
                  <a:cxn ang="T13">
                    <a:pos x="T2" y="T3"/>
                  </a:cxn>
                  <a:cxn ang="T14">
                    <a:pos x="T4" y="T5"/>
                  </a:cxn>
                  <a:cxn ang="T15">
                    <a:pos x="T6" y="T7"/>
                  </a:cxn>
                  <a:cxn ang="T16">
                    <a:pos x="T8" y="T9"/>
                  </a:cxn>
                  <a:cxn ang="T17">
                    <a:pos x="T10" y="T11"/>
                  </a:cxn>
                </a:cxnLst>
                <a:rect l="T18" t="T19" r="T20" b="T21"/>
                <a:pathLst>
                  <a:path w="103" h="168">
                    <a:moveTo>
                      <a:pt x="0" y="168"/>
                    </a:moveTo>
                    <a:lnTo>
                      <a:pt x="24" y="102"/>
                    </a:lnTo>
                    <a:lnTo>
                      <a:pt x="78" y="69"/>
                    </a:lnTo>
                    <a:lnTo>
                      <a:pt x="103" y="0"/>
                    </a:lnTo>
                    <a:lnTo>
                      <a:pt x="78" y="102"/>
                    </a:lnTo>
                    <a:lnTo>
                      <a:pt x="0" y="1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6" name="Freeform 549"/>
              <p:cNvSpPr>
                <a:spLocks/>
              </p:cNvSpPr>
              <p:nvPr/>
            </p:nvSpPr>
            <p:spPr bwMode="auto">
              <a:xfrm>
                <a:off x="860" y="3645"/>
                <a:ext cx="15" cy="15"/>
              </a:xfrm>
              <a:custGeom>
                <a:avLst/>
                <a:gdLst>
                  <a:gd name="T0" fmla="*/ 0 w 144"/>
                  <a:gd name="T1" fmla="*/ 0 h 150"/>
                  <a:gd name="T2" fmla="*/ 0 w 144"/>
                  <a:gd name="T3" fmla="*/ 0 h 150"/>
                  <a:gd name="T4" fmla="*/ 0 w 144"/>
                  <a:gd name="T5" fmla="*/ 0 h 150"/>
                  <a:gd name="T6" fmla="*/ 0 w 144"/>
                  <a:gd name="T7" fmla="*/ 0 h 150"/>
                  <a:gd name="T8" fmla="*/ 0 w 144"/>
                  <a:gd name="T9" fmla="*/ 0 h 150"/>
                  <a:gd name="T10" fmla="*/ 0 w 144"/>
                  <a:gd name="T11" fmla="*/ 0 h 150"/>
                  <a:gd name="T12" fmla="*/ 0 w 144"/>
                  <a:gd name="T13" fmla="*/ 0 h 150"/>
                  <a:gd name="T14" fmla="*/ 0 w 144"/>
                  <a:gd name="T15" fmla="*/ 0 h 150"/>
                  <a:gd name="T16" fmla="*/ 0 w 144"/>
                  <a:gd name="T17" fmla="*/ 0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
                  <a:gd name="T28" fmla="*/ 0 h 150"/>
                  <a:gd name="T29" fmla="*/ 144 w 14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 h="150">
                    <a:moveTo>
                      <a:pt x="0" y="99"/>
                    </a:moveTo>
                    <a:lnTo>
                      <a:pt x="27" y="133"/>
                    </a:lnTo>
                    <a:lnTo>
                      <a:pt x="70" y="150"/>
                    </a:lnTo>
                    <a:lnTo>
                      <a:pt x="91" y="150"/>
                    </a:lnTo>
                    <a:lnTo>
                      <a:pt x="131" y="118"/>
                    </a:lnTo>
                    <a:lnTo>
                      <a:pt x="144" y="66"/>
                    </a:lnTo>
                    <a:lnTo>
                      <a:pt x="131" y="19"/>
                    </a:lnTo>
                    <a:lnTo>
                      <a:pt x="104" y="0"/>
                    </a:lnTo>
                    <a:lnTo>
                      <a:pt x="0"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7" name="Freeform 550"/>
              <p:cNvSpPr>
                <a:spLocks/>
              </p:cNvSpPr>
              <p:nvPr/>
            </p:nvSpPr>
            <p:spPr bwMode="auto">
              <a:xfrm>
                <a:off x="943" y="3544"/>
                <a:ext cx="40" cy="124"/>
              </a:xfrm>
              <a:custGeom>
                <a:avLst/>
                <a:gdLst>
                  <a:gd name="T0" fmla="*/ 0 w 409"/>
                  <a:gd name="T1" fmla="*/ 0 h 1244"/>
                  <a:gd name="T2" fmla="*/ 0 w 409"/>
                  <a:gd name="T3" fmla="*/ 0 h 1244"/>
                  <a:gd name="T4" fmla="*/ 0 w 409"/>
                  <a:gd name="T5" fmla="*/ 0 h 1244"/>
                  <a:gd name="T6" fmla="*/ 0 w 409"/>
                  <a:gd name="T7" fmla="*/ 0 h 1244"/>
                  <a:gd name="T8" fmla="*/ 0 w 409"/>
                  <a:gd name="T9" fmla="*/ 0 h 1244"/>
                  <a:gd name="T10" fmla="*/ 0 w 409"/>
                  <a:gd name="T11" fmla="*/ 0 h 1244"/>
                  <a:gd name="T12" fmla="*/ 0 w 409"/>
                  <a:gd name="T13" fmla="*/ 0 h 1244"/>
                  <a:gd name="T14" fmla="*/ 0 w 409"/>
                  <a:gd name="T15" fmla="*/ 0 h 1244"/>
                  <a:gd name="T16" fmla="*/ 0 w 409"/>
                  <a:gd name="T17" fmla="*/ 0 h 1244"/>
                  <a:gd name="T18" fmla="*/ 0 w 409"/>
                  <a:gd name="T19" fmla="*/ 0 h 1244"/>
                  <a:gd name="T20" fmla="*/ 0 w 409"/>
                  <a:gd name="T21" fmla="*/ 0 h 1244"/>
                  <a:gd name="T22" fmla="*/ 0 w 409"/>
                  <a:gd name="T23" fmla="*/ 0 h 1244"/>
                  <a:gd name="T24" fmla="*/ 0 w 409"/>
                  <a:gd name="T25" fmla="*/ 0 h 1244"/>
                  <a:gd name="T26" fmla="*/ 0 w 409"/>
                  <a:gd name="T27" fmla="*/ 0 h 1244"/>
                  <a:gd name="T28" fmla="*/ 0 w 409"/>
                  <a:gd name="T29" fmla="*/ 0 h 1244"/>
                  <a:gd name="T30" fmla="*/ 0 w 409"/>
                  <a:gd name="T31" fmla="*/ 0 h 1244"/>
                  <a:gd name="T32" fmla="*/ 0 w 409"/>
                  <a:gd name="T33" fmla="*/ 0 h 1244"/>
                  <a:gd name="T34" fmla="*/ 0 w 409"/>
                  <a:gd name="T35" fmla="*/ 0 h 1244"/>
                  <a:gd name="T36" fmla="*/ 0 w 409"/>
                  <a:gd name="T37" fmla="*/ 0 h 1244"/>
                  <a:gd name="T38" fmla="*/ 0 w 409"/>
                  <a:gd name="T39" fmla="*/ 0 h 1244"/>
                  <a:gd name="T40" fmla="*/ 0 w 409"/>
                  <a:gd name="T41" fmla="*/ 0 h 1244"/>
                  <a:gd name="T42" fmla="*/ 0 w 409"/>
                  <a:gd name="T43" fmla="*/ 0 h 1244"/>
                  <a:gd name="T44" fmla="*/ 0 w 409"/>
                  <a:gd name="T45" fmla="*/ 0 h 1244"/>
                  <a:gd name="T46" fmla="*/ 0 w 409"/>
                  <a:gd name="T47" fmla="*/ 0 h 1244"/>
                  <a:gd name="T48" fmla="*/ 0 w 409"/>
                  <a:gd name="T49" fmla="*/ 0 h 1244"/>
                  <a:gd name="T50" fmla="*/ 0 w 409"/>
                  <a:gd name="T51" fmla="*/ 0 h 1244"/>
                  <a:gd name="T52" fmla="*/ 0 w 409"/>
                  <a:gd name="T53" fmla="*/ 0 h 1244"/>
                  <a:gd name="T54" fmla="*/ 0 w 409"/>
                  <a:gd name="T55" fmla="*/ 0 h 1244"/>
                  <a:gd name="T56" fmla="*/ 0 w 409"/>
                  <a:gd name="T57" fmla="*/ 0 h 1244"/>
                  <a:gd name="T58" fmla="*/ 0 w 409"/>
                  <a:gd name="T59" fmla="*/ 0 h 1244"/>
                  <a:gd name="T60" fmla="*/ 0 w 409"/>
                  <a:gd name="T61" fmla="*/ 0 h 1244"/>
                  <a:gd name="T62" fmla="*/ 0 w 409"/>
                  <a:gd name="T63" fmla="*/ 0 h 1244"/>
                  <a:gd name="T64" fmla="*/ 0 w 409"/>
                  <a:gd name="T65" fmla="*/ 0 h 1244"/>
                  <a:gd name="T66" fmla="*/ 0 w 409"/>
                  <a:gd name="T67" fmla="*/ 0 h 124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09"/>
                  <a:gd name="T103" fmla="*/ 0 h 1244"/>
                  <a:gd name="T104" fmla="*/ 409 w 409"/>
                  <a:gd name="T105" fmla="*/ 1244 h 124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09" h="1244">
                    <a:moveTo>
                      <a:pt x="87" y="564"/>
                    </a:moveTo>
                    <a:lnTo>
                      <a:pt x="142" y="564"/>
                    </a:lnTo>
                    <a:lnTo>
                      <a:pt x="178" y="513"/>
                    </a:lnTo>
                    <a:lnTo>
                      <a:pt x="178" y="397"/>
                    </a:lnTo>
                    <a:lnTo>
                      <a:pt x="318" y="365"/>
                    </a:lnTo>
                    <a:lnTo>
                      <a:pt x="153" y="365"/>
                    </a:lnTo>
                    <a:lnTo>
                      <a:pt x="216" y="284"/>
                    </a:lnTo>
                    <a:lnTo>
                      <a:pt x="256" y="180"/>
                    </a:lnTo>
                    <a:lnTo>
                      <a:pt x="356" y="100"/>
                    </a:lnTo>
                    <a:lnTo>
                      <a:pt x="409" y="234"/>
                    </a:lnTo>
                    <a:lnTo>
                      <a:pt x="369" y="69"/>
                    </a:lnTo>
                    <a:lnTo>
                      <a:pt x="333" y="0"/>
                    </a:lnTo>
                    <a:lnTo>
                      <a:pt x="265" y="0"/>
                    </a:lnTo>
                    <a:lnTo>
                      <a:pt x="216" y="136"/>
                    </a:lnTo>
                    <a:lnTo>
                      <a:pt x="153" y="180"/>
                    </a:lnTo>
                    <a:lnTo>
                      <a:pt x="60" y="333"/>
                    </a:lnTo>
                    <a:lnTo>
                      <a:pt x="60" y="446"/>
                    </a:lnTo>
                    <a:lnTo>
                      <a:pt x="25" y="513"/>
                    </a:lnTo>
                    <a:lnTo>
                      <a:pt x="0" y="680"/>
                    </a:lnTo>
                    <a:lnTo>
                      <a:pt x="25" y="744"/>
                    </a:lnTo>
                    <a:lnTo>
                      <a:pt x="60" y="844"/>
                    </a:lnTo>
                    <a:lnTo>
                      <a:pt x="229" y="1093"/>
                    </a:lnTo>
                    <a:lnTo>
                      <a:pt x="409" y="1244"/>
                    </a:lnTo>
                    <a:lnTo>
                      <a:pt x="243" y="1075"/>
                    </a:lnTo>
                    <a:lnTo>
                      <a:pt x="87" y="844"/>
                    </a:lnTo>
                    <a:lnTo>
                      <a:pt x="60" y="729"/>
                    </a:lnTo>
                    <a:lnTo>
                      <a:pt x="153" y="729"/>
                    </a:lnTo>
                    <a:lnTo>
                      <a:pt x="87" y="680"/>
                    </a:lnTo>
                    <a:lnTo>
                      <a:pt x="153" y="596"/>
                    </a:lnTo>
                    <a:lnTo>
                      <a:pt x="100" y="596"/>
                    </a:lnTo>
                    <a:lnTo>
                      <a:pt x="36" y="664"/>
                    </a:lnTo>
                    <a:lnTo>
                      <a:pt x="36" y="613"/>
                    </a:lnTo>
                    <a:lnTo>
                      <a:pt x="60" y="547"/>
                    </a:lnTo>
                    <a:lnTo>
                      <a:pt x="87" y="5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8" name="Freeform 551"/>
              <p:cNvSpPr>
                <a:spLocks/>
              </p:cNvSpPr>
              <p:nvPr/>
            </p:nvSpPr>
            <p:spPr bwMode="auto">
              <a:xfrm>
                <a:off x="957" y="3582"/>
                <a:ext cx="20" cy="25"/>
              </a:xfrm>
              <a:custGeom>
                <a:avLst/>
                <a:gdLst>
                  <a:gd name="T0" fmla="*/ 0 w 201"/>
                  <a:gd name="T1" fmla="*/ 0 h 251"/>
                  <a:gd name="T2" fmla="*/ 0 w 201"/>
                  <a:gd name="T3" fmla="*/ 0 h 251"/>
                  <a:gd name="T4" fmla="*/ 0 w 201"/>
                  <a:gd name="T5" fmla="*/ 0 h 251"/>
                  <a:gd name="T6" fmla="*/ 0 w 201"/>
                  <a:gd name="T7" fmla="*/ 0 h 251"/>
                  <a:gd name="T8" fmla="*/ 0 w 201"/>
                  <a:gd name="T9" fmla="*/ 0 h 251"/>
                  <a:gd name="T10" fmla="*/ 0 w 201"/>
                  <a:gd name="T11" fmla="*/ 0 h 251"/>
                  <a:gd name="T12" fmla="*/ 0 w 201"/>
                  <a:gd name="T13" fmla="*/ 0 h 251"/>
                  <a:gd name="T14" fmla="*/ 0 w 201"/>
                  <a:gd name="T15" fmla="*/ 0 h 251"/>
                  <a:gd name="T16" fmla="*/ 0 w 201"/>
                  <a:gd name="T17" fmla="*/ 0 h 2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1"/>
                  <a:gd name="T28" fmla="*/ 0 h 251"/>
                  <a:gd name="T29" fmla="*/ 201 w 201"/>
                  <a:gd name="T30" fmla="*/ 251 h 2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1" h="251">
                    <a:moveTo>
                      <a:pt x="0" y="251"/>
                    </a:moveTo>
                    <a:lnTo>
                      <a:pt x="101" y="216"/>
                    </a:lnTo>
                    <a:lnTo>
                      <a:pt x="176" y="153"/>
                    </a:lnTo>
                    <a:lnTo>
                      <a:pt x="201" y="66"/>
                    </a:lnTo>
                    <a:lnTo>
                      <a:pt x="191" y="0"/>
                    </a:lnTo>
                    <a:lnTo>
                      <a:pt x="191" y="53"/>
                    </a:lnTo>
                    <a:lnTo>
                      <a:pt x="152" y="133"/>
                    </a:lnTo>
                    <a:lnTo>
                      <a:pt x="87" y="199"/>
                    </a:lnTo>
                    <a:lnTo>
                      <a:pt x="0" y="2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9" name="Freeform 552"/>
              <p:cNvSpPr>
                <a:spLocks/>
              </p:cNvSpPr>
              <p:nvPr/>
            </p:nvSpPr>
            <p:spPr bwMode="auto">
              <a:xfrm>
                <a:off x="855" y="3673"/>
                <a:ext cx="33" cy="6"/>
              </a:xfrm>
              <a:custGeom>
                <a:avLst/>
                <a:gdLst>
                  <a:gd name="T0" fmla="*/ 0 w 324"/>
                  <a:gd name="T1" fmla="*/ 0 h 63"/>
                  <a:gd name="T2" fmla="*/ 0 w 324"/>
                  <a:gd name="T3" fmla="*/ 0 h 63"/>
                  <a:gd name="T4" fmla="*/ 0 w 324"/>
                  <a:gd name="T5" fmla="*/ 0 h 63"/>
                  <a:gd name="T6" fmla="*/ 0 w 324"/>
                  <a:gd name="T7" fmla="*/ 0 h 63"/>
                  <a:gd name="T8" fmla="*/ 0 w 324"/>
                  <a:gd name="T9" fmla="*/ 0 h 63"/>
                  <a:gd name="T10" fmla="*/ 0 w 324"/>
                  <a:gd name="T11" fmla="*/ 0 h 63"/>
                  <a:gd name="T12" fmla="*/ 0 w 324"/>
                  <a:gd name="T13" fmla="*/ 0 h 63"/>
                  <a:gd name="T14" fmla="*/ 0 w 324"/>
                  <a:gd name="T15" fmla="*/ 0 h 63"/>
                  <a:gd name="T16" fmla="*/ 0 w 324"/>
                  <a:gd name="T17" fmla="*/ 0 h 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4"/>
                  <a:gd name="T28" fmla="*/ 0 h 63"/>
                  <a:gd name="T29" fmla="*/ 324 w 324"/>
                  <a:gd name="T30" fmla="*/ 63 h 6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4" h="63">
                    <a:moveTo>
                      <a:pt x="324" y="0"/>
                    </a:moveTo>
                    <a:lnTo>
                      <a:pt x="244" y="31"/>
                    </a:lnTo>
                    <a:lnTo>
                      <a:pt x="167" y="46"/>
                    </a:lnTo>
                    <a:lnTo>
                      <a:pt x="91" y="46"/>
                    </a:lnTo>
                    <a:lnTo>
                      <a:pt x="0" y="31"/>
                    </a:lnTo>
                    <a:lnTo>
                      <a:pt x="76" y="63"/>
                    </a:lnTo>
                    <a:lnTo>
                      <a:pt x="193" y="63"/>
                    </a:lnTo>
                    <a:lnTo>
                      <a:pt x="284" y="46"/>
                    </a:lnTo>
                    <a:lnTo>
                      <a:pt x="3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0" name="Freeform 553"/>
              <p:cNvSpPr>
                <a:spLocks/>
              </p:cNvSpPr>
              <p:nvPr/>
            </p:nvSpPr>
            <p:spPr bwMode="auto">
              <a:xfrm>
                <a:off x="690" y="3453"/>
                <a:ext cx="297" cy="380"/>
              </a:xfrm>
              <a:custGeom>
                <a:avLst/>
                <a:gdLst>
                  <a:gd name="T0" fmla="*/ 0 w 2968"/>
                  <a:gd name="T1" fmla="*/ 0 h 3801"/>
                  <a:gd name="T2" fmla="*/ 0 w 2968"/>
                  <a:gd name="T3" fmla="*/ 0 h 3801"/>
                  <a:gd name="T4" fmla="*/ 0 w 2968"/>
                  <a:gd name="T5" fmla="*/ 0 h 3801"/>
                  <a:gd name="T6" fmla="*/ 0 w 2968"/>
                  <a:gd name="T7" fmla="*/ 0 h 3801"/>
                  <a:gd name="T8" fmla="*/ 0 w 2968"/>
                  <a:gd name="T9" fmla="*/ 0 h 3801"/>
                  <a:gd name="T10" fmla="*/ 0 w 2968"/>
                  <a:gd name="T11" fmla="*/ 0 h 3801"/>
                  <a:gd name="T12" fmla="*/ 0 w 2968"/>
                  <a:gd name="T13" fmla="*/ 0 h 3801"/>
                  <a:gd name="T14" fmla="*/ 0 w 2968"/>
                  <a:gd name="T15" fmla="*/ 0 h 3801"/>
                  <a:gd name="T16" fmla="*/ 0 w 2968"/>
                  <a:gd name="T17" fmla="*/ 0 h 3801"/>
                  <a:gd name="T18" fmla="*/ 0 w 2968"/>
                  <a:gd name="T19" fmla="*/ 0 h 3801"/>
                  <a:gd name="T20" fmla="*/ 0 w 2968"/>
                  <a:gd name="T21" fmla="*/ 0 h 3801"/>
                  <a:gd name="T22" fmla="*/ 0 w 2968"/>
                  <a:gd name="T23" fmla="*/ 0 h 3801"/>
                  <a:gd name="T24" fmla="*/ 0 w 2968"/>
                  <a:gd name="T25" fmla="*/ 0 h 3801"/>
                  <a:gd name="T26" fmla="*/ 0 w 2968"/>
                  <a:gd name="T27" fmla="*/ 0 h 3801"/>
                  <a:gd name="T28" fmla="*/ 0 w 2968"/>
                  <a:gd name="T29" fmla="*/ 0 h 3801"/>
                  <a:gd name="T30" fmla="*/ 0 w 2968"/>
                  <a:gd name="T31" fmla="*/ 0 h 3801"/>
                  <a:gd name="T32" fmla="*/ 0 w 2968"/>
                  <a:gd name="T33" fmla="*/ 0 h 3801"/>
                  <a:gd name="T34" fmla="*/ 0 w 2968"/>
                  <a:gd name="T35" fmla="*/ 0 h 3801"/>
                  <a:gd name="T36" fmla="*/ 0 w 2968"/>
                  <a:gd name="T37" fmla="*/ 0 h 3801"/>
                  <a:gd name="T38" fmla="*/ 0 w 2968"/>
                  <a:gd name="T39" fmla="*/ 0 h 3801"/>
                  <a:gd name="T40" fmla="*/ 0 w 2968"/>
                  <a:gd name="T41" fmla="*/ 0 h 3801"/>
                  <a:gd name="T42" fmla="*/ 0 w 2968"/>
                  <a:gd name="T43" fmla="*/ 0 h 3801"/>
                  <a:gd name="T44" fmla="*/ 0 w 2968"/>
                  <a:gd name="T45" fmla="*/ 0 h 3801"/>
                  <a:gd name="T46" fmla="*/ 0 w 2968"/>
                  <a:gd name="T47" fmla="*/ 0 h 3801"/>
                  <a:gd name="T48" fmla="*/ 0 w 2968"/>
                  <a:gd name="T49" fmla="*/ 0 h 3801"/>
                  <a:gd name="T50" fmla="*/ 0 w 2968"/>
                  <a:gd name="T51" fmla="*/ 0 h 3801"/>
                  <a:gd name="T52" fmla="*/ 0 w 2968"/>
                  <a:gd name="T53" fmla="*/ 0 h 3801"/>
                  <a:gd name="T54" fmla="*/ 0 w 2968"/>
                  <a:gd name="T55" fmla="*/ 0 h 3801"/>
                  <a:gd name="T56" fmla="*/ 0 w 2968"/>
                  <a:gd name="T57" fmla="*/ 0 h 3801"/>
                  <a:gd name="T58" fmla="*/ 0 w 2968"/>
                  <a:gd name="T59" fmla="*/ 0 h 3801"/>
                  <a:gd name="T60" fmla="*/ 0 w 2968"/>
                  <a:gd name="T61" fmla="*/ 0 h 3801"/>
                  <a:gd name="T62" fmla="*/ 0 w 2968"/>
                  <a:gd name="T63" fmla="*/ 0 h 3801"/>
                  <a:gd name="T64" fmla="*/ 0 w 2968"/>
                  <a:gd name="T65" fmla="*/ 0 h 3801"/>
                  <a:gd name="T66" fmla="*/ 0 w 2968"/>
                  <a:gd name="T67" fmla="*/ 0 h 3801"/>
                  <a:gd name="T68" fmla="*/ 0 w 2968"/>
                  <a:gd name="T69" fmla="*/ 0 h 3801"/>
                  <a:gd name="T70" fmla="*/ 0 w 2968"/>
                  <a:gd name="T71" fmla="*/ 0 h 3801"/>
                  <a:gd name="T72" fmla="*/ 0 w 2968"/>
                  <a:gd name="T73" fmla="*/ 0 h 3801"/>
                  <a:gd name="T74" fmla="*/ 0 w 2968"/>
                  <a:gd name="T75" fmla="*/ 0 h 3801"/>
                  <a:gd name="T76" fmla="*/ 0 w 2968"/>
                  <a:gd name="T77" fmla="*/ 0 h 3801"/>
                  <a:gd name="T78" fmla="*/ 0 w 2968"/>
                  <a:gd name="T79" fmla="*/ 0 h 3801"/>
                  <a:gd name="T80" fmla="*/ 0 w 2968"/>
                  <a:gd name="T81" fmla="*/ 0 h 3801"/>
                  <a:gd name="T82" fmla="*/ 0 w 2968"/>
                  <a:gd name="T83" fmla="*/ 0 h 380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68"/>
                  <a:gd name="T127" fmla="*/ 0 h 3801"/>
                  <a:gd name="T128" fmla="*/ 2968 w 2968"/>
                  <a:gd name="T129" fmla="*/ 3801 h 380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68" h="3801">
                    <a:moveTo>
                      <a:pt x="753" y="2378"/>
                    </a:moveTo>
                    <a:lnTo>
                      <a:pt x="1240" y="3374"/>
                    </a:lnTo>
                    <a:lnTo>
                      <a:pt x="2172" y="3621"/>
                    </a:lnTo>
                    <a:lnTo>
                      <a:pt x="2633" y="3621"/>
                    </a:lnTo>
                    <a:lnTo>
                      <a:pt x="2968" y="3438"/>
                    </a:lnTo>
                    <a:lnTo>
                      <a:pt x="2750" y="3621"/>
                    </a:lnTo>
                    <a:lnTo>
                      <a:pt x="2646" y="3653"/>
                    </a:lnTo>
                    <a:lnTo>
                      <a:pt x="2060" y="3653"/>
                    </a:lnTo>
                    <a:lnTo>
                      <a:pt x="1842" y="3801"/>
                    </a:lnTo>
                    <a:lnTo>
                      <a:pt x="1484" y="3801"/>
                    </a:lnTo>
                    <a:lnTo>
                      <a:pt x="1776" y="3734"/>
                    </a:lnTo>
                    <a:lnTo>
                      <a:pt x="1867" y="3602"/>
                    </a:lnTo>
                    <a:lnTo>
                      <a:pt x="1062" y="3403"/>
                    </a:lnTo>
                    <a:lnTo>
                      <a:pt x="187" y="2630"/>
                    </a:lnTo>
                    <a:lnTo>
                      <a:pt x="0" y="2099"/>
                    </a:lnTo>
                    <a:lnTo>
                      <a:pt x="127" y="2035"/>
                    </a:lnTo>
                    <a:lnTo>
                      <a:pt x="292" y="2179"/>
                    </a:lnTo>
                    <a:lnTo>
                      <a:pt x="140" y="1788"/>
                    </a:lnTo>
                    <a:lnTo>
                      <a:pt x="114" y="1521"/>
                    </a:lnTo>
                    <a:lnTo>
                      <a:pt x="114" y="1208"/>
                    </a:lnTo>
                    <a:lnTo>
                      <a:pt x="152" y="945"/>
                    </a:lnTo>
                    <a:lnTo>
                      <a:pt x="256" y="648"/>
                    </a:lnTo>
                    <a:lnTo>
                      <a:pt x="409" y="399"/>
                    </a:lnTo>
                    <a:lnTo>
                      <a:pt x="637" y="151"/>
                    </a:lnTo>
                    <a:lnTo>
                      <a:pt x="857" y="0"/>
                    </a:lnTo>
                    <a:lnTo>
                      <a:pt x="1318" y="511"/>
                    </a:lnTo>
                    <a:lnTo>
                      <a:pt x="1533" y="959"/>
                    </a:lnTo>
                    <a:lnTo>
                      <a:pt x="1560" y="1142"/>
                    </a:lnTo>
                    <a:lnTo>
                      <a:pt x="1545" y="1305"/>
                    </a:lnTo>
                    <a:lnTo>
                      <a:pt x="1471" y="1603"/>
                    </a:lnTo>
                    <a:lnTo>
                      <a:pt x="1471" y="1521"/>
                    </a:lnTo>
                    <a:lnTo>
                      <a:pt x="1442" y="1441"/>
                    </a:lnTo>
                    <a:lnTo>
                      <a:pt x="1393" y="1390"/>
                    </a:lnTo>
                    <a:lnTo>
                      <a:pt x="1318" y="1588"/>
                    </a:lnTo>
                    <a:lnTo>
                      <a:pt x="1227" y="1686"/>
                    </a:lnTo>
                    <a:lnTo>
                      <a:pt x="1111" y="1868"/>
                    </a:lnTo>
                    <a:lnTo>
                      <a:pt x="1062" y="2067"/>
                    </a:lnTo>
                    <a:lnTo>
                      <a:pt x="1037" y="1819"/>
                    </a:lnTo>
                    <a:lnTo>
                      <a:pt x="1037" y="1521"/>
                    </a:lnTo>
                    <a:lnTo>
                      <a:pt x="893" y="2050"/>
                    </a:lnTo>
                    <a:lnTo>
                      <a:pt x="780" y="2296"/>
                    </a:lnTo>
                    <a:lnTo>
                      <a:pt x="753" y="23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1" name="Freeform 554"/>
              <p:cNvSpPr>
                <a:spLocks/>
              </p:cNvSpPr>
              <p:nvPr/>
            </p:nvSpPr>
            <p:spPr bwMode="auto">
              <a:xfrm>
                <a:off x="614" y="3366"/>
                <a:ext cx="359" cy="499"/>
              </a:xfrm>
              <a:custGeom>
                <a:avLst/>
                <a:gdLst>
                  <a:gd name="T0" fmla="*/ 0 w 3597"/>
                  <a:gd name="T1" fmla="*/ 0 h 4990"/>
                  <a:gd name="T2" fmla="*/ 0 w 3597"/>
                  <a:gd name="T3" fmla="*/ 0 h 4990"/>
                  <a:gd name="T4" fmla="*/ 0 w 3597"/>
                  <a:gd name="T5" fmla="*/ 0 h 4990"/>
                  <a:gd name="T6" fmla="*/ 0 w 3597"/>
                  <a:gd name="T7" fmla="*/ 0 h 4990"/>
                  <a:gd name="T8" fmla="*/ 0 w 3597"/>
                  <a:gd name="T9" fmla="*/ 0 h 4990"/>
                  <a:gd name="T10" fmla="*/ 0 w 3597"/>
                  <a:gd name="T11" fmla="*/ 0 h 4990"/>
                  <a:gd name="T12" fmla="*/ 0 w 3597"/>
                  <a:gd name="T13" fmla="*/ 0 h 4990"/>
                  <a:gd name="T14" fmla="*/ 0 w 3597"/>
                  <a:gd name="T15" fmla="*/ 0 h 4990"/>
                  <a:gd name="T16" fmla="*/ 0 w 3597"/>
                  <a:gd name="T17" fmla="*/ 0 h 4990"/>
                  <a:gd name="T18" fmla="*/ 0 w 3597"/>
                  <a:gd name="T19" fmla="*/ 0 h 4990"/>
                  <a:gd name="T20" fmla="*/ 0 w 3597"/>
                  <a:gd name="T21" fmla="*/ 0 h 4990"/>
                  <a:gd name="T22" fmla="*/ 0 w 3597"/>
                  <a:gd name="T23" fmla="*/ 0 h 4990"/>
                  <a:gd name="T24" fmla="*/ 0 w 3597"/>
                  <a:gd name="T25" fmla="*/ 0 h 4990"/>
                  <a:gd name="T26" fmla="*/ 0 w 3597"/>
                  <a:gd name="T27" fmla="*/ 0 h 4990"/>
                  <a:gd name="T28" fmla="*/ 0 w 3597"/>
                  <a:gd name="T29" fmla="*/ 0 h 4990"/>
                  <a:gd name="T30" fmla="*/ 0 w 3597"/>
                  <a:gd name="T31" fmla="*/ 0 h 4990"/>
                  <a:gd name="T32" fmla="*/ 0 w 3597"/>
                  <a:gd name="T33" fmla="*/ 0 h 4990"/>
                  <a:gd name="T34" fmla="*/ 0 w 3597"/>
                  <a:gd name="T35" fmla="*/ 0 h 4990"/>
                  <a:gd name="T36" fmla="*/ 0 w 3597"/>
                  <a:gd name="T37" fmla="*/ 0 h 4990"/>
                  <a:gd name="T38" fmla="*/ 0 w 3597"/>
                  <a:gd name="T39" fmla="*/ 0 h 4990"/>
                  <a:gd name="T40" fmla="*/ 0 w 3597"/>
                  <a:gd name="T41" fmla="*/ 0 h 4990"/>
                  <a:gd name="T42" fmla="*/ 0 w 3597"/>
                  <a:gd name="T43" fmla="*/ 0 h 4990"/>
                  <a:gd name="T44" fmla="*/ 0 w 3597"/>
                  <a:gd name="T45" fmla="*/ 0 h 4990"/>
                  <a:gd name="T46" fmla="*/ 0 w 3597"/>
                  <a:gd name="T47" fmla="*/ 0 h 4990"/>
                  <a:gd name="T48" fmla="*/ 0 w 3597"/>
                  <a:gd name="T49" fmla="*/ 0 h 4990"/>
                  <a:gd name="T50" fmla="*/ 0 w 3597"/>
                  <a:gd name="T51" fmla="*/ 0 h 4990"/>
                  <a:gd name="T52" fmla="*/ 0 w 3597"/>
                  <a:gd name="T53" fmla="*/ 0 h 4990"/>
                  <a:gd name="T54" fmla="*/ 0 w 3597"/>
                  <a:gd name="T55" fmla="*/ 0 h 4990"/>
                  <a:gd name="T56" fmla="*/ 0 w 3597"/>
                  <a:gd name="T57" fmla="*/ 0 h 4990"/>
                  <a:gd name="T58" fmla="*/ 0 w 3597"/>
                  <a:gd name="T59" fmla="*/ 0 h 4990"/>
                  <a:gd name="T60" fmla="*/ 0 w 3597"/>
                  <a:gd name="T61" fmla="*/ 0 h 4990"/>
                  <a:gd name="T62" fmla="*/ 0 w 3597"/>
                  <a:gd name="T63" fmla="*/ 0 h 4990"/>
                  <a:gd name="T64" fmla="*/ 0 w 3597"/>
                  <a:gd name="T65" fmla="*/ 0 h 4990"/>
                  <a:gd name="T66" fmla="*/ 0 w 3597"/>
                  <a:gd name="T67" fmla="*/ 0 h 4990"/>
                  <a:gd name="T68" fmla="*/ 0 w 3597"/>
                  <a:gd name="T69" fmla="*/ 0 h 4990"/>
                  <a:gd name="T70" fmla="*/ 0 w 3597"/>
                  <a:gd name="T71" fmla="*/ 0 h 4990"/>
                  <a:gd name="T72" fmla="*/ 0 w 3597"/>
                  <a:gd name="T73" fmla="*/ 0 h 4990"/>
                  <a:gd name="T74" fmla="*/ 0 w 3597"/>
                  <a:gd name="T75" fmla="*/ 0 h 4990"/>
                  <a:gd name="T76" fmla="*/ 0 w 3597"/>
                  <a:gd name="T77" fmla="*/ 0 h 4990"/>
                  <a:gd name="T78" fmla="*/ 0 w 3597"/>
                  <a:gd name="T79" fmla="*/ 0 h 4990"/>
                  <a:gd name="T80" fmla="*/ 0 w 3597"/>
                  <a:gd name="T81" fmla="*/ 0 h 4990"/>
                  <a:gd name="T82" fmla="*/ 0 w 3597"/>
                  <a:gd name="T83" fmla="*/ 0 h 4990"/>
                  <a:gd name="T84" fmla="*/ 0 w 3597"/>
                  <a:gd name="T85" fmla="*/ 0 h 49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597"/>
                  <a:gd name="T130" fmla="*/ 0 h 4990"/>
                  <a:gd name="T131" fmla="*/ 3597 w 3597"/>
                  <a:gd name="T132" fmla="*/ 4990 h 49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597" h="4990">
                    <a:moveTo>
                      <a:pt x="1431" y="1008"/>
                    </a:moveTo>
                    <a:lnTo>
                      <a:pt x="1304" y="958"/>
                    </a:lnTo>
                    <a:lnTo>
                      <a:pt x="1152" y="1120"/>
                    </a:lnTo>
                    <a:lnTo>
                      <a:pt x="987" y="1368"/>
                    </a:lnTo>
                    <a:lnTo>
                      <a:pt x="858" y="1669"/>
                    </a:lnTo>
                    <a:lnTo>
                      <a:pt x="805" y="1931"/>
                    </a:lnTo>
                    <a:lnTo>
                      <a:pt x="779" y="2179"/>
                    </a:lnTo>
                    <a:lnTo>
                      <a:pt x="779" y="2413"/>
                    </a:lnTo>
                    <a:lnTo>
                      <a:pt x="818" y="2626"/>
                    </a:lnTo>
                    <a:lnTo>
                      <a:pt x="883" y="2857"/>
                    </a:lnTo>
                    <a:lnTo>
                      <a:pt x="987" y="3004"/>
                    </a:lnTo>
                    <a:lnTo>
                      <a:pt x="676" y="3004"/>
                    </a:lnTo>
                    <a:lnTo>
                      <a:pt x="652" y="3121"/>
                    </a:lnTo>
                    <a:lnTo>
                      <a:pt x="652" y="3239"/>
                    </a:lnTo>
                    <a:lnTo>
                      <a:pt x="692" y="3354"/>
                    </a:lnTo>
                    <a:lnTo>
                      <a:pt x="756" y="3470"/>
                    </a:lnTo>
                    <a:lnTo>
                      <a:pt x="805" y="3470"/>
                    </a:lnTo>
                    <a:lnTo>
                      <a:pt x="858" y="3422"/>
                    </a:lnTo>
                    <a:lnTo>
                      <a:pt x="870" y="3354"/>
                    </a:lnTo>
                    <a:lnTo>
                      <a:pt x="858" y="3188"/>
                    </a:lnTo>
                    <a:lnTo>
                      <a:pt x="1266" y="3701"/>
                    </a:lnTo>
                    <a:lnTo>
                      <a:pt x="1600" y="4328"/>
                    </a:lnTo>
                    <a:lnTo>
                      <a:pt x="2075" y="4675"/>
                    </a:lnTo>
                    <a:lnTo>
                      <a:pt x="1842" y="4592"/>
                    </a:lnTo>
                    <a:lnTo>
                      <a:pt x="1560" y="4379"/>
                    </a:lnTo>
                    <a:lnTo>
                      <a:pt x="1291" y="4046"/>
                    </a:lnTo>
                    <a:lnTo>
                      <a:pt x="1036" y="4277"/>
                    </a:lnTo>
                    <a:lnTo>
                      <a:pt x="956" y="4561"/>
                    </a:lnTo>
                    <a:lnTo>
                      <a:pt x="956" y="4726"/>
                    </a:lnTo>
                    <a:lnTo>
                      <a:pt x="1048" y="4990"/>
                    </a:lnTo>
                    <a:lnTo>
                      <a:pt x="845" y="4760"/>
                    </a:lnTo>
                    <a:lnTo>
                      <a:pt x="845" y="4906"/>
                    </a:lnTo>
                    <a:lnTo>
                      <a:pt x="589" y="4843"/>
                    </a:lnTo>
                    <a:lnTo>
                      <a:pt x="540" y="4726"/>
                    </a:lnTo>
                    <a:lnTo>
                      <a:pt x="305" y="4792"/>
                    </a:lnTo>
                    <a:lnTo>
                      <a:pt x="203" y="4643"/>
                    </a:lnTo>
                    <a:lnTo>
                      <a:pt x="127" y="4428"/>
                    </a:lnTo>
                    <a:lnTo>
                      <a:pt x="103" y="4232"/>
                    </a:lnTo>
                    <a:lnTo>
                      <a:pt x="103" y="4034"/>
                    </a:lnTo>
                    <a:lnTo>
                      <a:pt x="127" y="3868"/>
                    </a:lnTo>
                    <a:lnTo>
                      <a:pt x="203" y="3733"/>
                    </a:lnTo>
                    <a:lnTo>
                      <a:pt x="269" y="3602"/>
                    </a:lnTo>
                    <a:lnTo>
                      <a:pt x="296" y="3452"/>
                    </a:lnTo>
                    <a:lnTo>
                      <a:pt x="305" y="3288"/>
                    </a:lnTo>
                    <a:lnTo>
                      <a:pt x="269" y="3090"/>
                    </a:lnTo>
                    <a:lnTo>
                      <a:pt x="192" y="2890"/>
                    </a:lnTo>
                    <a:lnTo>
                      <a:pt x="78" y="2560"/>
                    </a:lnTo>
                    <a:lnTo>
                      <a:pt x="0" y="2264"/>
                    </a:lnTo>
                    <a:lnTo>
                      <a:pt x="0" y="1882"/>
                    </a:lnTo>
                    <a:lnTo>
                      <a:pt x="40" y="1522"/>
                    </a:lnTo>
                    <a:lnTo>
                      <a:pt x="152" y="1140"/>
                    </a:lnTo>
                    <a:lnTo>
                      <a:pt x="356" y="809"/>
                    </a:lnTo>
                    <a:lnTo>
                      <a:pt x="639" y="498"/>
                    </a:lnTo>
                    <a:lnTo>
                      <a:pt x="909" y="280"/>
                    </a:lnTo>
                    <a:lnTo>
                      <a:pt x="1213" y="114"/>
                    </a:lnTo>
                    <a:lnTo>
                      <a:pt x="1509" y="17"/>
                    </a:lnTo>
                    <a:lnTo>
                      <a:pt x="1740" y="0"/>
                    </a:lnTo>
                    <a:lnTo>
                      <a:pt x="1984" y="17"/>
                    </a:lnTo>
                    <a:lnTo>
                      <a:pt x="2253" y="102"/>
                    </a:lnTo>
                    <a:lnTo>
                      <a:pt x="2458" y="231"/>
                    </a:lnTo>
                    <a:lnTo>
                      <a:pt x="2598" y="360"/>
                    </a:lnTo>
                    <a:lnTo>
                      <a:pt x="2702" y="381"/>
                    </a:lnTo>
                    <a:lnTo>
                      <a:pt x="2941" y="381"/>
                    </a:lnTo>
                    <a:lnTo>
                      <a:pt x="3123" y="430"/>
                    </a:lnTo>
                    <a:lnTo>
                      <a:pt x="3255" y="511"/>
                    </a:lnTo>
                    <a:lnTo>
                      <a:pt x="3341" y="644"/>
                    </a:lnTo>
                    <a:lnTo>
                      <a:pt x="3366" y="809"/>
                    </a:lnTo>
                    <a:lnTo>
                      <a:pt x="3377" y="958"/>
                    </a:lnTo>
                    <a:lnTo>
                      <a:pt x="3481" y="1140"/>
                    </a:lnTo>
                    <a:lnTo>
                      <a:pt x="3506" y="1273"/>
                    </a:lnTo>
                    <a:lnTo>
                      <a:pt x="3493" y="1438"/>
                    </a:lnTo>
                    <a:lnTo>
                      <a:pt x="3468" y="1504"/>
                    </a:lnTo>
                    <a:lnTo>
                      <a:pt x="3597" y="1819"/>
                    </a:lnTo>
                    <a:lnTo>
                      <a:pt x="3377" y="1552"/>
                    </a:lnTo>
                    <a:lnTo>
                      <a:pt x="2931" y="1882"/>
                    </a:lnTo>
                    <a:lnTo>
                      <a:pt x="2880" y="1782"/>
                    </a:lnTo>
                    <a:lnTo>
                      <a:pt x="2802" y="1882"/>
                    </a:lnTo>
                    <a:lnTo>
                      <a:pt x="2636" y="1684"/>
                    </a:lnTo>
                    <a:lnTo>
                      <a:pt x="2689" y="2033"/>
                    </a:lnTo>
                    <a:lnTo>
                      <a:pt x="2611" y="1851"/>
                    </a:lnTo>
                    <a:lnTo>
                      <a:pt x="2585" y="1948"/>
                    </a:lnTo>
                    <a:lnTo>
                      <a:pt x="2486" y="1766"/>
                    </a:lnTo>
                    <a:lnTo>
                      <a:pt x="2355" y="1669"/>
                    </a:lnTo>
                    <a:lnTo>
                      <a:pt x="2240" y="1620"/>
                    </a:lnTo>
                    <a:lnTo>
                      <a:pt x="2136" y="1620"/>
                    </a:lnTo>
                    <a:lnTo>
                      <a:pt x="1431" y="10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2" name="Line 555"/>
              <p:cNvSpPr>
                <a:spLocks noChangeShapeType="1"/>
              </p:cNvSpPr>
              <p:nvPr/>
            </p:nvSpPr>
            <p:spPr bwMode="auto">
              <a:xfrm>
                <a:off x="775" y="3696"/>
                <a:ext cx="22" cy="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3" name="Line 556"/>
              <p:cNvSpPr>
                <a:spLocks noChangeShapeType="1"/>
              </p:cNvSpPr>
              <p:nvPr/>
            </p:nvSpPr>
            <p:spPr bwMode="auto">
              <a:xfrm>
                <a:off x="785" y="3702"/>
                <a:ext cx="20"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4" name="Line 557"/>
              <p:cNvSpPr>
                <a:spLocks noChangeShapeType="1"/>
              </p:cNvSpPr>
              <p:nvPr/>
            </p:nvSpPr>
            <p:spPr bwMode="auto">
              <a:xfrm>
                <a:off x="797" y="3711"/>
                <a:ext cx="17" cy="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5" name="Line 558"/>
              <p:cNvSpPr>
                <a:spLocks noChangeShapeType="1"/>
              </p:cNvSpPr>
              <p:nvPr/>
            </p:nvSpPr>
            <p:spPr bwMode="auto">
              <a:xfrm>
                <a:off x="809" y="3722"/>
                <a:ext cx="14"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6" name="Line 559"/>
              <p:cNvSpPr>
                <a:spLocks noChangeShapeType="1"/>
              </p:cNvSpPr>
              <p:nvPr/>
            </p:nvSpPr>
            <p:spPr bwMode="auto">
              <a:xfrm>
                <a:off x="822" y="3737"/>
                <a:ext cx="8" cy="1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7" name="Freeform 560"/>
              <p:cNvSpPr>
                <a:spLocks/>
              </p:cNvSpPr>
              <p:nvPr/>
            </p:nvSpPr>
            <p:spPr bwMode="auto">
              <a:xfrm>
                <a:off x="905" y="3683"/>
                <a:ext cx="25" cy="36"/>
              </a:xfrm>
              <a:custGeom>
                <a:avLst/>
                <a:gdLst>
                  <a:gd name="T0" fmla="*/ 0 w 247"/>
                  <a:gd name="T1" fmla="*/ 0 h 366"/>
                  <a:gd name="T2" fmla="*/ 0 w 247"/>
                  <a:gd name="T3" fmla="*/ 0 h 366"/>
                  <a:gd name="T4" fmla="*/ 0 w 247"/>
                  <a:gd name="T5" fmla="*/ 0 h 366"/>
                  <a:gd name="T6" fmla="*/ 0 w 247"/>
                  <a:gd name="T7" fmla="*/ 0 h 366"/>
                  <a:gd name="T8" fmla="*/ 0 w 247"/>
                  <a:gd name="T9" fmla="*/ 0 h 366"/>
                  <a:gd name="T10" fmla="*/ 0 w 247"/>
                  <a:gd name="T11" fmla="*/ 0 h 366"/>
                  <a:gd name="T12" fmla="*/ 0 w 247"/>
                  <a:gd name="T13" fmla="*/ 0 h 366"/>
                  <a:gd name="T14" fmla="*/ 0 w 247"/>
                  <a:gd name="T15" fmla="*/ 0 h 366"/>
                  <a:gd name="T16" fmla="*/ 0 w 247"/>
                  <a:gd name="T17" fmla="*/ 0 h 3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7"/>
                  <a:gd name="T28" fmla="*/ 0 h 366"/>
                  <a:gd name="T29" fmla="*/ 247 w 247"/>
                  <a:gd name="T30" fmla="*/ 366 h 3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7" h="366">
                    <a:moveTo>
                      <a:pt x="140" y="0"/>
                    </a:moveTo>
                    <a:lnTo>
                      <a:pt x="64" y="118"/>
                    </a:lnTo>
                    <a:lnTo>
                      <a:pt x="0" y="366"/>
                    </a:lnTo>
                    <a:lnTo>
                      <a:pt x="89" y="184"/>
                    </a:lnTo>
                    <a:lnTo>
                      <a:pt x="140" y="252"/>
                    </a:lnTo>
                    <a:lnTo>
                      <a:pt x="247" y="252"/>
                    </a:lnTo>
                    <a:lnTo>
                      <a:pt x="167" y="216"/>
                    </a:lnTo>
                    <a:lnTo>
                      <a:pt x="140" y="118"/>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8" name="Freeform 561"/>
              <p:cNvSpPr>
                <a:spLocks/>
              </p:cNvSpPr>
              <p:nvPr/>
            </p:nvSpPr>
            <p:spPr bwMode="auto">
              <a:xfrm>
                <a:off x="881" y="3702"/>
                <a:ext cx="108" cy="81"/>
              </a:xfrm>
              <a:custGeom>
                <a:avLst/>
                <a:gdLst>
                  <a:gd name="T0" fmla="*/ 0 w 1076"/>
                  <a:gd name="T1" fmla="*/ 0 h 811"/>
                  <a:gd name="T2" fmla="*/ 0 w 1076"/>
                  <a:gd name="T3" fmla="*/ 0 h 811"/>
                  <a:gd name="T4" fmla="*/ 0 w 1076"/>
                  <a:gd name="T5" fmla="*/ 0 h 811"/>
                  <a:gd name="T6" fmla="*/ 0 w 1076"/>
                  <a:gd name="T7" fmla="*/ 0 h 811"/>
                  <a:gd name="T8" fmla="*/ 0 w 1076"/>
                  <a:gd name="T9" fmla="*/ 0 h 811"/>
                  <a:gd name="T10" fmla="*/ 0 w 1076"/>
                  <a:gd name="T11" fmla="*/ 0 h 811"/>
                  <a:gd name="T12" fmla="*/ 0 w 1076"/>
                  <a:gd name="T13" fmla="*/ 0 h 811"/>
                  <a:gd name="T14" fmla="*/ 0 w 1076"/>
                  <a:gd name="T15" fmla="*/ 0 h 811"/>
                  <a:gd name="T16" fmla="*/ 0 w 1076"/>
                  <a:gd name="T17" fmla="*/ 0 h 811"/>
                  <a:gd name="T18" fmla="*/ 0 w 1076"/>
                  <a:gd name="T19" fmla="*/ 0 h 811"/>
                  <a:gd name="T20" fmla="*/ 0 w 1076"/>
                  <a:gd name="T21" fmla="*/ 0 h 811"/>
                  <a:gd name="T22" fmla="*/ 0 w 1076"/>
                  <a:gd name="T23" fmla="*/ 0 h 811"/>
                  <a:gd name="T24" fmla="*/ 0 w 1076"/>
                  <a:gd name="T25" fmla="*/ 0 h 811"/>
                  <a:gd name="T26" fmla="*/ 0 w 1076"/>
                  <a:gd name="T27" fmla="*/ 0 h 811"/>
                  <a:gd name="T28" fmla="*/ 0 w 1076"/>
                  <a:gd name="T29" fmla="*/ 0 h 811"/>
                  <a:gd name="T30" fmla="*/ 0 w 1076"/>
                  <a:gd name="T31" fmla="*/ 0 h 811"/>
                  <a:gd name="T32" fmla="*/ 0 w 1076"/>
                  <a:gd name="T33" fmla="*/ 0 h 811"/>
                  <a:gd name="T34" fmla="*/ 0 w 1076"/>
                  <a:gd name="T35" fmla="*/ 0 h 811"/>
                  <a:gd name="T36" fmla="*/ 0 w 1076"/>
                  <a:gd name="T37" fmla="*/ 0 h 811"/>
                  <a:gd name="T38" fmla="*/ 0 w 1076"/>
                  <a:gd name="T39" fmla="*/ 0 h 811"/>
                  <a:gd name="T40" fmla="*/ 0 w 1076"/>
                  <a:gd name="T41" fmla="*/ 0 h 811"/>
                  <a:gd name="T42" fmla="*/ 0 w 1076"/>
                  <a:gd name="T43" fmla="*/ 0 h 811"/>
                  <a:gd name="T44" fmla="*/ 0 w 1076"/>
                  <a:gd name="T45" fmla="*/ 0 h 811"/>
                  <a:gd name="T46" fmla="*/ 0 w 1076"/>
                  <a:gd name="T47" fmla="*/ 0 h 811"/>
                  <a:gd name="T48" fmla="*/ 0 w 1076"/>
                  <a:gd name="T49" fmla="*/ 0 h 811"/>
                  <a:gd name="T50" fmla="*/ 0 w 1076"/>
                  <a:gd name="T51" fmla="*/ 0 h 811"/>
                  <a:gd name="T52" fmla="*/ 0 w 1076"/>
                  <a:gd name="T53" fmla="*/ 0 h 811"/>
                  <a:gd name="T54" fmla="*/ 0 w 1076"/>
                  <a:gd name="T55" fmla="*/ 0 h 811"/>
                  <a:gd name="T56" fmla="*/ 0 w 1076"/>
                  <a:gd name="T57" fmla="*/ 0 h 811"/>
                  <a:gd name="T58" fmla="*/ 0 w 1076"/>
                  <a:gd name="T59" fmla="*/ 0 h 811"/>
                  <a:gd name="T60" fmla="*/ 0 w 1076"/>
                  <a:gd name="T61" fmla="*/ 0 h 811"/>
                  <a:gd name="T62" fmla="*/ 0 w 1076"/>
                  <a:gd name="T63" fmla="*/ 0 h 811"/>
                  <a:gd name="T64" fmla="*/ 0 w 1076"/>
                  <a:gd name="T65" fmla="*/ 0 h 811"/>
                  <a:gd name="T66" fmla="*/ 0 w 1076"/>
                  <a:gd name="T67" fmla="*/ 0 h 8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076"/>
                  <a:gd name="T103" fmla="*/ 0 h 811"/>
                  <a:gd name="T104" fmla="*/ 1076 w 1076"/>
                  <a:gd name="T105" fmla="*/ 811 h 81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076" h="811">
                    <a:moveTo>
                      <a:pt x="233" y="200"/>
                    </a:moveTo>
                    <a:lnTo>
                      <a:pt x="41" y="451"/>
                    </a:lnTo>
                    <a:lnTo>
                      <a:pt x="0" y="629"/>
                    </a:lnTo>
                    <a:lnTo>
                      <a:pt x="114" y="811"/>
                    </a:lnTo>
                    <a:lnTo>
                      <a:pt x="77" y="678"/>
                    </a:lnTo>
                    <a:lnTo>
                      <a:pt x="128" y="564"/>
                    </a:lnTo>
                    <a:lnTo>
                      <a:pt x="324" y="644"/>
                    </a:lnTo>
                    <a:lnTo>
                      <a:pt x="501" y="678"/>
                    </a:lnTo>
                    <a:lnTo>
                      <a:pt x="652" y="666"/>
                    </a:lnTo>
                    <a:lnTo>
                      <a:pt x="512" y="666"/>
                    </a:lnTo>
                    <a:lnTo>
                      <a:pt x="383" y="644"/>
                    </a:lnTo>
                    <a:lnTo>
                      <a:pt x="181" y="549"/>
                    </a:lnTo>
                    <a:lnTo>
                      <a:pt x="193" y="513"/>
                    </a:lnTo>
                    <a:lnTo>
                      <a:pt x="588" y="513"/>
                    </a:lnTo>
                    <a:lnTo>
                      <a:pt x="794" y="467"/>
                    </a:lnTo>
                    <a:lnTo>
                      <a:pt x="1025" y="267"/>
                    </a:lnTo>
                    <a:lnTo>
                      <a:pt x="985" y="217"/>
                    </a:lnTo>
                    <a:lnTo>
                      <a:pt x="985" y="267"/>
                    </a:lnTo>
                    <a:lnTo>
                      <a:pt x="758" y="451"/>
                    </a:lnTo>
                    <a:lnTo>
                      <a:pt x="616" y="480"/>
                    </a:lnTo>
                    <a:lnTo>
                      <a:pt x="419" y="480"/>
                    </a:lnTo>
                    <a:lnTo>
                      <a:pt x="419" y="451"/>
                    </a:lnTo>
                    <a:lnTo>
                      <a:pt x="563" y="365"/>
                    </a:lnTo>
                    <a:lnTo>
                      <a:pt x="676" y="314"/>
                    </a:lnTo>
                    <a:lnTo>
                      <a:pt x="972" y="118"/>
                    </a:lnTo>
                    <a:lnTo>
                      <a:pt x="1076" y="0"/>
                    </a:lnTo>
                    <a:lnTo>
                      <a:pt x="894" y="151"/>
                    </a:lnTo>
                    <a:lnTo>
                      <a:pt x="512" y="365"/>
                    </a:lnTo>
                    <a:lnTo>
                      <a:pt x="372" y="399"/>
                    </a:lnTo>
                    <a:lnTo>
                      <a:pt x="297" y="433"/>
                    </a:lnTo>
                    <a:lnTo>
                      <a:pt x="257" y="433"/>
                    </a:lnTo>
                    <a:lnTo>
                      <a:pt x="206" y="382"/>
                    </a:lnTo>
                    <a:lnTo>
                      <a:pt x="206" y="314"/>
                    </a:lnTo>
                    <a:lnTo>
                      <a:pt x="233" y="2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9" name="Freeform 562"/>
              <p:cNvSpPr>
                <a:spLocks/>
              </p:cNvSpPr>
              <p:nvPr/>
            </p:nvSpPr>
            <p:spPr bwMode="auto">
              <a:xfrm>
                <a:off x="954" y="3744"/>
                <a:ext cx="29" cy="23"/>
              </a:xfrm>
              <a:custGeom>
                <a:avLst/>
                <a:gdLst>
                  <a:gd name="T0" fmla="*/ 0 w 297"/>
                  <a:gd name="T1" fmla="*/ 0 h 228"/>
                  <a:gd name="T2" fmla="*/ 0 w 297"/>
                  <a:gd name="T3" fmla="*/ 0 h 228"/>
                  <a:gd name="T4" fmla="*/ 0 w 297"/>
                  <a:gd name="T5" fmla="*/ 0 h 228"/>
                  <a:gd name="T6" fmla="*/ 0 w 297"/>
                  <a:gd name="T7" fmla="*/ 0 h 228"/>
                  <a:gd name="T8" fmla="*/ 0 60000 65536"/>
                  <a:gd name="T9" fmla="*/ 0 60000 65536"/>
                  <a:gd name="T10" fmla="*/ 0 60000 65536"/>
                  <a:gd name="T11" fmla="*/ 0 60000 65536"/>
                  <a:gd name="T12" fmla="*/ 0 w 297"/>
                  <a:gd name="T13" fmla="*/ 0 h 228"/>
                  <a:gd name="T14" fmla="*/ 297 w 297"/>
                  <a:gd name="T15" fmla="*/ 228 h 228"/>
                </a:gdLst>
                <a:ahLst/>
                <a:cxnLst>
                  <a:cxn ang="T8">
                    <a:pos x="T0" y="T1"/>
                  </a:cxn>
                  <a:cxn ang="T9">
                    <a:pos x="T2" y="T3"/>
                  </a:cxn>
                  <a:cxn ang="T10">
                    <a:pos x="T4" y="T5"/>
                  </a:cxn>
                  <a:cxn ang="T11">
                    <a:pos x="T6" y="T7"/>
                  </a:cxn>
                </a:cxnLst>
                <a:rect l="T12" t="T13" r="T14" b="T15"/>
                <a:pathLst>
                  <a:path w="297" h="228">
                    <a:moveTo>
                      <a:pt x="0" y="228"/>
                    </a:moveTo>
                    <a:lnTo>
                      <a:pt x="117" y="180"/>
                    </a:lnTo>
                    <a:lnTo>
                      <a:pt x="244" y="84"/>
                    </a:lnTo>
                    <a:lnTo>
                      <a:pt x="297"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90" name="Freeform 563"/>
              <p:cNvSpPr>
                <a:spLocks/>
              </p:cNvSpPr>
              <p:nvPr/>
            </p:nvSpPr>
            <p:spPr bwMode="auto">
              <a:xfrm>
                <a:off x="935" y="3633"/>
                <a:ext cx="70" cy="167"/>
              </a:xfrm>
              <a:custGeom>
                <a:avLst/>
                <a:gdLst>
                  <a:gd name="T0" fmla="*/ 0 w 705"/>
                  <a:gd name="T1" fmla="*/ 0 h 1668"/>
                  <a:gd name="T2" fmla="*/ 0 w 705"/>
                  <a:gd name="T3" fmla="*/ 0 h 1668"/>
                  <a:gd name="T4" fmla="*/ 0 w 705"/>
                  <a:gd name="T5" fmla="*/ 0 h 1668"/>
                  <a:gd name="T6" fmla="*/ 0 w 705"/>
                  <a:gd name="T7" fmla="*/ 0 h 1668"/>
                  <a:gd name="T8" fmla="*/ 0 w 705"/>
                  <a:gd name="T9" fmla="*/ 0 h 1668"/>
                  <a:gd name="T10" fmla="*/ 0 w 705"/>
                  <a:gd name="T11" fmla="*/ 0 h 1668"/>
                  <a:gd name="T12" fmla="*/ 0 w 705"/>
                  <a:gd name="T13" fmla="*/ 0 h 1668"/>
                  <a:gd name="T14" fmla="*/ 0 w 705"/>
                  <a:gd name="T15" fmla="*/ 0 h 1668"/>
                  <a:gd name="T16" fmla="*/ 0 w 705"/>
                  <a:gd name="T17" fmla="*/ 0 h 1668"/>
                  <a:gd name="T18" fmla="*/ 0 w 705"/>
                  <a:gd name="T19" fmla="*/ 0 h 1668"/>
                  <a:gd name="T20" fmla="*/ 0 w 705"/>
                  <a:gd name="T21" fmla="*/ 0 h 1668"/>
                  <a:gd name="T22" fmla="*/ 0 w 705"/>
                  <a:gd name="T23" fmla="*/ 0 h 1668"/>
                  <a:gd name="T24" fmla="*/ 0 w 705"/>
                  <a:gd name="T25" fmla="*/ 0 h 1668"/>
                  <a:gd name="T26" fmla="*/ 0 w 705"/>
                  <a:gd name="T27" fmla="*/ 0 h 1668"/>
                  <a:gd name="T28" fmla="*/ 0 w 705"/>
                  <a:gd name="T29" fmla="*/ 0 h 1668"/>
                  <a:gd name="T30" fmla="*/ 0 w 705"/>
                  <a:gd name="T31" fmla="*/ 0 h 1668"/>
                  <a:gd name="T32" fmla="*/ 0 w 705"/>
                  <a:gd name="T33" fmla="*/ 0 h 1668"/>
                  <a:gd name="T34" fmla="*/ 0 w 705"/>
                  <a:gd name="T35" fmla="*/ 0 h 1668"/>
                  <a:gd name="T36" fmla="*/ 0 w 705"/>
                  <a:gd name="T37" fmla="*/ 0 h 1668"/>
                  <a:gd name="T38" fmla="*/ 0 w 705"/>
                  <a:gd name="T39" fmla="*/ 0 h 1668"/>
                  <a:gd name="T40" fmla="*/ 0 w 705"/>
                  <a:gd name="T41" fmla="*/ 0 h 1668"/>
                  <a:gd name="T42" fmla="*/ 0 w 705"/>
                  <a:gd name="T43" fmla="*/ 0 h 1668"/>
                  <a:gd name="T44" fmla="*/ 0 w 705"/>
                  <a:gd name="T45" fmla="*/ 0 h 1668"/>
                  <a:gd name="T46" fmla="*/ 0 w 705"/>
                  <a:gd name="T47" fmla="*/ 0 h 1668"/>
                  <a:gd name="T48" fmla="*/ 0 w 705"/>
                  <a:gd name="T49" fmla="*/ 0 h 1668"/>
                  <a:gd name="T50" fmla="*/ 0 w 705"/>
                  <a:gd name="T51" fmla="*/ 0 h 1668"/>
                  <a:gd name="T52" fmla="*/ 0 w 705"/>
                  <a:gd name="T53" fmla="*/ 0 h 1668"/>
                  <a:gd name="T54" fmla="*/ 0 w 705"/>
                  <a:gd name="T55" fmla="*/ 0 h 1668"/>
                  <a:gd name="T56" fmla="*/ 0 w 705"/>
                  <a:gd name="T57" fmla="*/ 0 h 1668"/>
                  <a:gd name="T58" fmla="*/ 0 w 705"/>
                  <a:gd name="T59" fmla="*/ 0 h 1668"/>
                  <a:gd name="T60" fmla="*/ 0 w 705"/>
                  <a:gd name="T61" fmla="*/ 0 h 1668"/>
                  <a:gd name="T62" fmla="*/ 0 w 705"/>
                  <a:gd name="T63" fmla="*/ 0 h 1668"/>
                  <a:gd name="T64" fmla="*/ 0 w 705"/>
                  <a:gd name="T65" fmla="*/ 0 h 16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05"/>
                  <a:gd name="T100" fmla="*/ 0 h 1668"/>
                  <a:gd name="T101" fmla="*/ 705 w 705"/>
                  <a:gd name="T102" fmla="*/ 1668 h 16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05" h="1668">
                    <a:moveTo>
                      <a:pt x="0" y="745"/>
                    </a:moveTo>
                    <a:lnTo>
                      <a:pt x="156" y="643"/>
                    </a:lnTo>
                    <a:lnTo>
                      <a:pt x="374" y="611"/>
                    </a:lnTo>
                    <a:lnTo>
                      <a:pt x="476" y="527"/>
                    </a:lnTo>
                    <a:lnTo>
                      <a:pt x="476" y="349"/>
                    </a:lnTo>
                    <a:lnTo>
                      <a:pt x="436" y="296"/>
                    </a:lnTo>
                    <a:lnTo>
                      <a:pt x="502" y="296"/>
                    </a:lnTo>
                    <a:lnTo>
                      <a:pt x="552" y="313"/>
                    </a:lnTo>
                    <a:lnTo>
                      <a:pt x="616" y="296"/>
                    </a:lnTo>
                    <a:lnTo>
                      <a:pt x="669" y="232"/>
                    </a:lnTo>
                    <a:lnTo>
                      <a:pt x="692" y="133"/>
                    </a:lnTo>
                    <a:lnTo>
                      <a:pt x="705" y="0"/>
                    </a:lnTo>
                    <a:lnTo>
                      <a:pt x="705" y="149"/>
                    </a:lnTo>
                    <a:lnTo>
                      <a:pt x="680" y="281"/>
                    </a:lnTo>
                    <a:lnTo>
                      <a:pt x="616" y="429"/>
                    </a:lnTo>
                    <a:lnTo>
                      <a:pt x="576" y="596"/>
                    </a:lnTo>
                    <a:lnTo>
                      <a:pt x="565" y="745"/>
                    </a:lnTo>
                    <a:lnTo>
                      <a:pt x="565" y="1056"/>
                    </a:lnTo>
                    <a:lnTo>
                      <a:pt x="601" y="1287"/>
                    </a:lnTo>
                    <a:lnTo>
                      <a:pt x="601" y="1471"/>
                    </a:lnTo>
                    <a:lnTo>
                      <a:pt x="565" y="1588"/>
                    </a:lnTo>
                    <a:lnTo>
                      <a:pt x="489" y="1668"/>
                    </a:lnTo>
                    <a:lnTo>
                      <a:pt x="552" y="1571"/>
                    </a:lnTo>
                    <a:lnTo>
                      <a:pt x="576" y="1471"/>
                    </a:lnTo>
                    <a:lnTo>
                      <a:pt x="576" y="1287"/>
                    </a:lnTo>
                    <a:lnTo>
                      <a:pt x="540" y="1090"/>
                    </a:lnTo>
                    <a:lnTo>
                      <a:pt x="540" y="691"/>
                    </a:lnTo>
                    <a:lnTo>
                      <a:pt x="552" y="660"/>
                    </a:lnTo>
                    <a:lnTo>
                      <a:pt x="502" y="562"/>
                    </a:lnTo>
                    <a:lnTo>
                      <a:pt x="423" y="643"/>
                    </a:lnTo>
                    <a:lnTo>
                      <a:pt x="222" y="660"/>
                    </a:lnTo>
                    <a:lnTo>
                      <a:pt x="65" y="745"/>
                    </a:lnTo>
                    <a:lnTo>
                      <a:pt x="0" y="7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1" name="Freeform 564"/>
              <p:cNvSpPr>
                <a:spLocks/>
              </p:cNvSpPr>
              <p:nvPr/>
            </p:nvSpPr>
            <p:spPr bwMode="auto">
              <a:xfrm>
                <a:off x="979" y="3563"/>
                <a:ext cx="30" cy="65"/>
              </a:xfrm>
              <a:custGeom>
                <a:avLst/>
                <a:gdLst>
                  <a:gd name="T0" fmla="*/ 0 w 296"/>
                  <a:gd name="T1" fmla="*/ 0 h 646"/>
                  <a:gd name="T2" fmla="*/ 0 w 296"/>
                  <a:gd name="T3" fmla="*/ 0 h 646"/>
                  <a:gd name="T4" fmla="*/ 0 w 296"/>
                  <a:gd name="T5" fmla="*/ 0 h 646"/>
                  <a:gd name="T6" fmla="*/ 0 w 296"/>
                  <a:gd name="T7" fmla="*/ 0 h 646"/>
                  <a:gd name="T8" fmla="*/ 0 w 296"/>
                  <a:gd name="T9" fmla="*/ 0 h 646"/>
                  <a:gd name="T10" fmla="*/ 0 w 296"/>
                  <a:gd name="T11" fmla="*/ 0 h 646"/>
                  <a:gd name="T12" fmla="*/ 0 w 296"/>
                  <a:gd name="T13" fmla="*/ 0 h 646"/>
                  <a:gd name="T14" fmla="*/ 0 w 296"/>
                  <a:gd name="T15" fmla="*/ 0 h 646"/>
                  <a:gd name="T16" fmla="*/ 0 w 296"/>
                  <a:gd name="T17" fmla="*/ 0 h 646"/>
                  <a:gd name="T18" fmla="*/ 0 w 296"/>
                  <a:gd name="T19" fmla="*/ 0 h 646"/>
                  <a:gd name="T20" fmla="*/ 0 w 296"/>
                  <a:gd name="T21" fmla="*/ 0 h 646"/>
                  <a:gd name="T22" fmla="*/ 0 w 296"/>
                  <a:gd name="T23" fmla="*/ 0 h 646"/>
                  <a:gd name="T24" fmla="*/ 0 w 296"/>
                  <a:gd name="T25" fmla="*/ 0 h 646"/>
                  <a:gd name="T26" fmla="*/ 0 w 296"/>
                  <a:gd name="T27" fmla="*/ 0 h 6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6"/>
                  <a:gd name="T43" fmla="*/ 0 h 646"/>
                  <a:gd name="T44" fmla="*/ 296 w 296"/>
                  <a:gd name="T45" fmla="*/ 646 h 6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6" h="646">
                    <a:moveTo>
                      <a:pt x="40" y="36"/>
                    </a:moveTo>
                    <a:lnTo>
                      <a:pt x="0" y="150"/>
                    </a:lnTo>
                    <a:lnTo>
                      <a:pt x="53" y="298"/>
                    </a:lnTo>
                    <a:lnTo>
                      <a:pt x="192" y="482"/>
                    </a:lnTo>
                    <a:lnTo>
                      <a:pt x="256" y="646"/>
                    </a:lnTo>
                    <a:lnTo>
                      <a:pt x="243" y="546"/>
                    </a:lnTo>
                    <a:lnTo>
                      <a:pt x="192" y="398"/>
                    </a:lnTo>
                    <a:lnTo>
                      <a:pt x="296" y="349"/>
                    </a:lnTo>
                    <a:lnTo>
                      <a:pt x="192" y="366"/>
                    </a:lnTo>
                    <a:lnTo>
                      <a:pt x="192" y="118"/>
                    </a:lnTo>
                    <a:lnTo>
                      <a:pt x="296" y="69"/>
                    </a:lnTo>
                    <a:lnTo>
                      <a:pt x="180" y="102"/>
                    </a:lnTo>
                    <a:lnTo>
                      <a:pt x="40" y="0"/>
                    </a:lnTo>
                    <a:lnTo>
                      <a:pt x="4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2" name="Freeform 565"/>
              <p:cNvSpPr>
                <a:spLocks/>
              </p:cNvSpPr>
              <p:nvPr/>
            </p:nvSpPr>
            <p:spPr bwMode="auto">
              <a:xfrm>
                <a:off x="974" y="3544"/>
                <a:ext cx="36" cy="53"/>
              </a:xfrm>
              <a:custGeom>
                <a:avLst/>
                <a:gdLst>
                  <a:gd name="T0" fmla="*/ 0 w 360"/>
                  <a:gd name="T1" fmla="*/ 0 h 533"/>
                  <a:gd name="T2" fmla="*/ 0 w 360"/>
                  <a:gd name="T3" fmla="*/ 0 h 533"/>
                  <a:gd name="T4" fmla="*/ 0 w 360"/>
                  <a:gd name="T5" fmla="*/ 0 h 533"/>
                  <a:gd name="T6" fmla="*/ 0 60000 65536"/>
                  <a:gd name="T7" fmla="*/ 0 60000 65536"/>
                  <a:gd name="T8" fmla="*/ 0 60000 65536"/>
                  <a:gd name="T9" fmla="*/ 0 w 360"/>
                  <a:gd name="T10" fmla="*/ 0 h 533"/>
                  <a:gd name="T11" fmla="*/ 360 w 360"/>
                  <a:gd name="T12" fmla="*/ 533 h 533"/>
                </a:gdLst>
                <a:ahLst/>
                <a:cxnLst>
                  <a:cxn ang="T6">
                    <a:pos x="T0" y="T1"/>
                  </a:cxn>
                  <a:cxn ang="T7">
                    <a:pos x="T2" y="T3"/>
                  </a:cxn>
                  <a:cxn ang="T8">
                    <a:pos x="T4" y="T5"/>
                  </a:cxn>
                </a:cxnLst>
                <a:rect l="T9" t="T10" r="T11" b="T12"/>
                <a:pathLst>
                  <a:path w="360" h="533">
                    <a:moveTo>
                      <a:pt x="0" y="0"/>
                    </a:moveTo>
                    <a:lnTo>
                      <a:pt x="360" y="251"/>
                    </a:lnTo>
                    <a:lnTo>
                      <a:pt x="360" y="53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93" name="Freeform 566"/>
              <p:cNvSpPr>
                <a:spLocks/>
              </p:cNvSpPr>
              <p:nvPr/>
            </p:nvSpPr>
            <p:spPr bwMode="auto">
              <a:xfrm>
                <a:off x="959" y="3473"/>
                <a:ext cx="15" cy="71"/>
              </a:xfrm>
              <a:custGeom>
                <a:avLst/>
                <a:gdLst>
                  <a:gd name="T0" fmla="*/ 0 w 153"/>
                  <a:gd name="T1" fmla="*/ 0 h 709"/>
                  <a:gd name="T2" fmla="*/ 0 w 153"/>
                  <a:gd name="T3" fmla="*/ 0 h 709"/>
                  <a:gd name="T4" fmla="*/ 0 w 153"/>
                  <a:gd name="T5" fmla="*/ 0 h 709"/>
                  <a:gd name="T6" fmla="*/ 0 w 153"/>
                  <a:gd name="T7" fmla="*/ 0 h 709"/>
                  <a:gd name="T8" fmla="*/ 0 w 153"/>
                  <a:gd name="T9" fmla="*/ 0 h 709"/>
                  <a:gd name="T10" fmla="*/ 0 w 153"/>
                  <a:gd name="T11" fmla="*/ 0 h 709"/>
                  <a:gd name="T12" fmla="*/ 0 w 153"/>
                  <a:gd name="T13" fmla="*/ 0 h 709"/>
                  <a:gd name="T14" fmla="*/ 0 w 153"/>
                  <a:gd name="T15" fmla="*/ 0 h 709"/>
                  <a:gd name="T16" fmla="*/ 0 w 153"/>
                  <a:gd name="T17" fmla="*/ 0 h 70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3"/>
                  <a:gd name="T28" fmla="*/ 0 h 709"/>
                  <a:gd name="T29" fmla="*/ 153 w 153"/>
                  <a:gd name="T30" fmla="*/ 709 h 70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3" h="709">
                    <a:moveTo>
                      <a:pt x="153" y="693"/>
                    </a:moveTo>
                    <a:lnTo>
                      <a:pt x="142" y="462"/>
                    </a:lnTo>
                    <a:lnTo>
                      <a:pt x="113" y="295"/>
                    </a:lnTo>
                    <a:lnTo>
                      <a:pt x="78" y="151"/>
                    </a:lnTo>
                    <a:lnTo>
                      <a:pt x="0" y="0"/>
                    </a:lnTo>
                    <a:lnTo>
                      <a:pt x="91" y="263"/>
                    </a:lnTo>
                    <a:lnTo>
                      <a:pt x="113" y="462"/>
                    </a:lnTo>
                    <a:lnTo>
                      <a:pt x="113" y="709"/>
                    </a:lnTo>
                    <a:lnTo>
                      <a:pt x="153" y="6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4" name="Freeform 567"/>
              <p:cNvSpPr>
                <a:spLocks/>
              </p:cNvSpPr>
              <p:nvPr/>
            </p:nvSpPr>
            <p:spPr bwMode="auto">
              <a:xfrm>
                <a:off x="1000" y="3656"/>
                <a:ext cx="67" cy="134"/>
              </a:xfrm>
              <a:custGeom>
                <a:avLst/>
                <a:gdLst>
                  <a:gd name="T0" fmla="*/ 0 w 669"/>
                  <a:gd name="T1" fmla="*/ 0 h 1339"/>
                  <a:gd name="T2" fmla="*/ 0 w 669"/>
                  <a:gd name="T3" fmla="*/ 0 h 1339"/>
                  <a:gd name="T4" fmla="*/ 0 w 669"/>
                  <a:gd name="T5" fmla="*/ 0 h 1339"/>
                  <a:gd name="T6" fmla="*/ 0 w 669"/>
                  <a:gd name="T7" fmla="*/ 0 h 1339"/>
                  <a:gd name="T8" fmla="*/ 0 w 669"/>
                  <a:gd name="T9" fmla="*/ 0 h 1339"/>
                  <a:gd name="T10" fmla="*/ 0 w 669"/>
                  <a:gd name="T11" fmla="*/ 0 h 1339"/>
                  <a:gd name="T12" fmla="*/ 0 w 669"/>
                  <a:gd name="T13" fmla="*/ 0 h 1339"/>
                  <a:gd name="T14" fmla="*/ 0 w 669"/>
                  <a:gd name="T15" fmla="*/ 0 h 1339"/>
                  <a:gd name="T16" fmla="*/ 0 w 669"/>
                  <a:gd name="T17" fmla="*/ 0 h 1339"/>
                  <a:gd name="T18" fmla="*/ 0 w 669"/>
                  <a:gd name="T19" fmla="*/ 0 h 1339"/>
                  <a:gd name="T20" fmla="*/ 0 w 669"/>
                  <a:gd name="T21" fmla="*/ 0 h 1339"/>
                  <a:gd name="T22" fmla="*/ 0 w 669"/>
                  <a:gd name="T23" fmla="*/ 0 h 1339"/>
                  <a:gd name="T24" fmla="*/ 0 w 669"/>
                  <a:gd name="T25" fmla="*/ 0 h 1339"/>
                  <a:gd name="T26" fmla="*/ 0 w 669"/>
                  <a:gd name="T27" fmla="*/ 0 h 13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9"/>
                  <a:gd name="T43" fmla="*/ 0 h 1339"/>
                  <a:gd name="T44" fmla="*/ 669 w 669"/>
                  <a:gd name="T45" fmla="*/ 1339 h 133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9" h="1339">
                    <a:moveTo>
                      <a:pt x="38" y="0"/>
                    </a:moveTo>
                    <a:lnTo>
                      <a:pt x="117" y="261"/>
                    </a:lnTo>
                    <a:lnTo>
                      <a:pt x="500" y="972"/>
                    </a:lnTo>
                    <a:lnTo>
                      <a:pt x="669" y="1156"/>
                    </a:lnTo>
                    <a:lnTo>
                      <a:pt x="669" y="1239"/>
                    </a:lnTo>
                    <a:lnTo>
                      <a:pt x="540" y="1339"/>
                    </a:lnTo>
                    <a:lnTo>
                      <a:pt x="460" y="1303"/>
                    </a:lnTo>
                    <a:lnTo>
                      <a:pt x="460" y="1008"/>
                    </a:lnTo>
                    <a:lnTo>
                      <a:pt x="335" y="773"/>
                    </a:lnTo>
                    <a:lnTo>
                      <a:pt x="195" y="513"/>
                    </a:lnTo>
                    <a:lnTo>
                      <a:pt x="78" y="295"/>
                    </a:lnTo>
                    <a:lnTo>
                      <a:pt x="26" y="166"/>
                    </a:lnTo>
                    <a:lnTo>
                      <a:pt x="0" y="64"/>
                    </a:lnTo>
                    <a:lnTo>
                      <a:pt x="3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5" name="Freeform 568"/>
              <p:cNvSpPr>
                <a:spLocks/>
              </p:cNvSpPr>
              <p:nvPr/>
            </p:nvSpPr>
            <p:spPr bwMode="auto">
              <a:xfrm>
                <a:off x="957" y="3817"/>
                <a:ext cx="117" cy="408"/>
              </a:xfrm>
              <a:custGeom>
                <a:avLst/>
                <a:gdLst>
                  <a:gd name="T0" fmla="*/ 0 w 1169"/>
                  <a:gd name="T1" fmla="*/ 0 h 4083"/>
                  <a:gd name="T2" fmla="*/ 0 w 1169"/>
                  <a:gd name="T3" fmla="*/ 0 h 4083"/>
                  <a:gd name="T4" fmla="*/ 0 w 1169"/>
                  <a:gd name="T5" fmla="*/ 0 h 4083"/>
                  <a:gd name="T6" fmla="*/ 0 w 1169"/>
                  <a:gd name="T7" fmla="*/ 0 h 4083"/>
                  <a:gd name="T8" fmla="*/ 0 w 1169"/>
                  <a:gd name="T9" fmla="*/ 0 h 4083"/>
                  <a:gd name="T10" fmla="*/ 0 w 1169"/>
                  <a:gd name="T11" fmla="*/ 0 h 4083"/>
                  <a:gd name="T12" fmla="*/ 0 w 1169"/>
                  <a:gd name="T13" fmla="*/ 0 h 4083"/>
                  <a:gd name="T14" fmla="*/ 0 w 1169"/>
                  <a:gd name="T15" fmla="*/ 0 h 4083"/>
                  <a:gd name="T16" fmla="*/ 0 w 1169"/>
                  <a:gd name="T17" fmla="*/ 0 h 4083"/>
                  <a:gd name="T18" fmla="*/ 0 w 1169"/>
                  <a:gd name="T19" fmla="*/ 0 h 4083"/>
                  <a:gd name="T20" fmla="*/ 0 w 1169"/>
                  <a:gd name="T21" fmla="*/ 0 h 4083"/>
                  <a:gd name="T22" fmla="*/ 0 w 1169"/>
                  <a:gd name="T23" fmla="*/ 0 h 4083"/>
                  <a:gd name="T24" fmla="*/ 0 w 1169"/>
                  <a:gd name="T25" fmla="*/ 0 h 4083"/>
                  <a:gd name="T26" fmla="*/ 0 w 1169"/>
                  <a:gd name="T27" fmla="*/ 0 h 4083"/>
                  <a:gd name="T28" fmla="*/ 0 w 1169"/>
                  <a:gd name="T29" fmla="*/ 0 h 4083"/>
                  <a:gd name="T30" fmla="*/ 0 w 1169"/>
                  <a:gd name="T31" fmla="*/ 0 h 4083"/>
                  <a:gd name="T32" fmla="*/ 0 w 1169"/>
                  <a:gd name="T33" fmla="*/ 0 h 4083"/>
                  <a:gd name="T34" fmla="*/ 0 w 1169"/>
                  <a:gd name="T35" fmla="*/ 0 h 4083"/>
                  <a:gd name="T36" fmla="*/ 0 w 1169"/>
                  <a:gd name="T37" fmla="*/ 0 h 4083"/>
                  <a:gd name="T38" fmla="*/ 0 w 1169"/>
                  <a:gd name="T39" fmla="*/ 0 h 4083"/>
                  <a:gd name="T40" fmla="*/ 0 w 1169"/>
                  <a:gd name="T41" fmla="*/ 0 h 4083"/>
                  <a:gd name="T42" fmla="*/ 0 w 1169"/>
                  <a:gd name="T43" fmla="*/ 0 h 4083"/>
                  <a:gd name="T44" fmla="*/ 0 w 1169"/>
                  <a:gd name="T45" fmla="*/ 0 h 4083"/>
                  <a:gd name="T46" fmla="*/ 0 w 1169"/>
                  <a:gd name="T47" fmla="*/ 0 h 4083"/>
                  <a:gd name="T48" fmla="*/ 0 w 1169"/>
                  <a:gd name="T49" fmla="*/ 0 h 4083"/>
                  <a:gd name="T50" fmla="*/ 0 w 1169"/>
                  <a:gd name="T51" fmla="*/ 0 h 4083"/>
                  <a:gd name="T52" fmla="*/ 0 w 1169"/>
                  <a:gd name="T53" fmla="*/ 0 h 4083"/>
                  <a:gd name="T54" fmla="*/ 0 w 1169"/>
                  <a:gd name="T55" fmla="*/ 0 h 4083"/>
                  <a:gd name="T56" fmla="*/ 0 w 1169"/>
                  <a:gd name="T57" fmla="*/ 0 h 4083"/>
                  <a:gd name="T58" fmla="*/ 0 w 1169"/>
                  <a:gd name="T59" fmla="*/ 0 h 4083"/>
                  <a:gd name="T60" fmla="*/ 0 w 1169"/>
                  <a:gd name="T61" fmla="*/ 0 h 4083"/>
                  <a:gd name="T62" fmla="*/ 0 w 1169"/>
                  <a:gd name="T63" fmla="*/ 0 h 4083"/>
                  <a:gd name="T64" fmla="*/ 0 w 1169"/>
                  <a:gd name="T65" fmla="*/ 0 h 4083"/>
                  <a:gd name="T66" fmla="*/ 0 w 1169"/>
                  <a:gd name="T67" fmla="*/ 0 h 4083"/>
                  <a:gd name="T68" fmla="*/ 0 w 1169"/>
                  <a:gd name="T69" fmla="*/ 0 h 4083"/>
                  <a:gd name="T70" fmla="*/ 0 w 1169"/>
                  <a:gd name="T71" fmla="*/ 0 h 4083"/>
                  <a:gd name="T72" fmla="*/ 0 w 1169"/>
                  <a:gd name="T73" fmla="*/ 0 h 4083"/>
                  <a:gd name="T74" fmla="*/ 0 w 1169"/>
                  <a:gd name="T75" fmla="*/ 0 h 4083"/>
                  <a:gd name="T76" fmla="*/ 0 w 1169"/>
                  <a:gd name="T77" fmla="*/ 0 h 4083"/>
                  <a:gd name="T78" fmla="*/ 0 w 1169"/>
                  <a:gd name="T79" fmla="*/ 0 h 4083"/>
                  <a:gd name="T80" fmla="*/ 0 w 1169"/>
                  <a:gd name="T81" fmla="*/ 0 h 4083"/>
                  <a:gd name="T82" fmla="*/ 0 w 1169"/>
                  <a:gd name="T83" fmla="*/ 0 h 4083"/>
                  <a:gd name="T84" fmla="*/ 0 w 1169"/>
                  <a:gd name="T85" fmla="*/ 0 h 4083"/>
                  <a:gd name="T86" fmla="*/ 0 w 1169"/>
                  <a:gd name="T87" fmla="*/ 0 h 4083"/>
                  <a:gd name="T88" fmla="*/ 0 w 1169"/>
                  <a:gd name="T89" fmla="*/ 0 h 4083"/>
                  <a:gd name="T90" fmla="*/ 0 w 1169"/>
                  <a:gd name="T91" fmla="*/ 0 h 408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69"/>
                  <a:gd name="T139" fmla="*/ 0 h 4083"/>
                  <a:gd name="T140" fmla="*/ 1169 w 1169"/>
                  <a:gd name="T141" fmla="*/ 4083 h 408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69" h="4083">
                    <a:moveTo>
                      <a:pt x="0" y="18"/>
                    </a:moveTo>
                    <a:lnTo>
                      <a:pt x="229" y="394"/>
                    </a:lnTo>
                    <a:lnTo>
                      <a:pt x="584" y="944"/>
                    </a:lnTo>
                    <a:lnTo>
                      <a:pt x="836" y="1304"/>
                    </a:lnTo>
                    <a:lnTo>
                      <a:pt x="997" y="1562"/>
                    </a:lnTo>
                    <a:lnTo>
                      <a:pt x="1060" y="1733"/>
                    </a:lnTo>
                    <a:lnTo>
                      <a:pt x="1118" y="1971"/>
                    </a:lnTo>
                    <a:lnTo>
                      <a:pt x="1118" y="2179"/>
                    </a:lnTo>
                    <a:lnTo>
                      <a:pt x="1073" y="2333"/>
                    </a:lnTo>
                    <a:lnTo>
                      <a:pt x="984" y="2455"/>
                    </a:lnTo>
                    <a:lnTo>
                      <a:pt x="836" y="2558"/>
                    </a:lnTo>
                    <a:lnTo>
                      <a:pt x="638" y="2590"/>
                    </a:lnTo>
                    <a:lnTo>
                      <a:pt x="638" y="2386"/>
                    </a:lnTo>
                    <a:lnTo>
                      <a:pt x="520" y="2044"/>
                    </a:lnTo>
                    <a:lnTo>
                      <a:pt x="493" y="1733"/>
                    </a:lnTo>
                    <a:lnTo>
                      <a:pt x="440" y="1613"/>
                    </a:lnTo>
                    <a:lnTo>
                      <a:pt x="120" y="1495"/>
                    </a:lnTo>
                    <a:lnTo>
                      <a:pt x="412" y="1635"/>
                    </a:lnTo>
                    <a:lnTo>
                      <a:pt x="455" y="1819"/>
                    </a:lnTo>
                    <a:lnTo>
                      <a:pt x="305" y="2111"/>
                    </a:lnTo>
                    <a:lnTo>
                      <a:pt x="187" y="2919"/>
                    </a:lnTo>
                    <a:lnTo>
                      <a:pt x="334" y="2164"/>
                    </a:lnTo>
                    <a:lnTo>
                      <a:pt x="412" y="2059"/>
                    </a:lnTo>
                    <a:lnTo>
                      <a:pt x="531" y="2215"/>
                    </a:lnTo>
                    <a:lnTo>
                      <a:pt x="584" y="2406"/>
                    </a:lnTo>
                    <a:lnTo>
                      <a:pt x="507" y="2694"/>
                    </a:lnTo>
                    <a:lnTo>
                      <a:pt x="705" y="2814"/>
                    </a:lnTo>
                    <a:lnTo>
                      <a:pt x="836" y="3159"/>
                    </a:lnTo>
                    <a:lnTo>
                      <a:pt x="997" y="3365"/>
                    </a:lnTo>
                    <a:lnTo>
                      <a:pt x="997" y="3549"/>
                    </a:lnTo>
                    <a:lnTo>
                      <a:pt x="836" y="4083"/>
                    </a:lnTo>
                    <a:lnTo>
                      <a:pt x="944" y="3930"/>
                    </a:lnTo>
                    <a:lnTo>
                      <a:pt x="1073" y="3397"/>
                    </a:lnTo>
                    <a:lnTo>
                      <a:pt x="1035" y="3261"/>
                    </a:lnTo>
                    <a:lnTo>
                      <a:pt x="931" y="3123"/>
                    </a:lnTo>
                    <a:lnTo>
                      <a:pt x="853" y="2935"/>
                    </a:lnTo>
                    <a:lnTo>
                      <a:pt x="1035" y="2694"/>
                    </a:lnTo>
                    <a:lnTo>
                      <a:pt x="1169" y="2350"/>
                    </a:lnTo>
                    <a:lnTo>
                      <a:pt x="1169" y="1988"/>
                    </a:lnTo>
                    <a:lnTo>
                      <a:pt x="1092" y="1684"/>
                    </a:lnTo>
                    <a:lnTo>
                      <a:pt x="956" y="1391"/>
                    </a:lnTo>
                    <a:lnTo>
                      <a:pt x="600" y="877"/>
                    </a:lnTo>
                    <a:lnTo>
                      <a:pt x="267" y="378"/>
                    </a:lnTo>
                    <a:lnTo>
                      <a:pt x="133" y="189"/>
                    </a:lnTo>
                    <a:lnTo>
                      <a:pt x="29" y="0"/>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6" name="Freeform 569"/>
              <p:cNvSpPr>
                <a:spLocks/>
              </p:cNvSpPr>
              <p:nvPr/>
            </p:nvSpPr>
            <p:spPr bwMode="auto">
              <a:xfrm>
                <a:off x="609" y="3788"/>
                <a:ext cx="303" cy="508"/>
              </a:xfrm>
              <a:custGeom>
                <a:avLst/>
                <a:gdLst>
                  <a:gd name="T0" fmla="*/ 0 w 3030"/>
                  <a:gd name="T1" fmla="*/ 0 h 5080"/>
                  <a:gd name="T2" fmla="*/ 0 w 3030"/>
                  <a:gd name="T3" fmla="*/ 0 h 5080"/>
                  <a:gd name="T4" fmla="*/ 0 w 3030"/>
                  <a:gd name="T5" fmla="*/ 0 h 5080"/>
                  <a:gd name="T6" fmla="*/ 0 w 3030"/>
                  <a:gd name="T7" fmla="*/ 0 h 5080"/>
                  <a:gd name="T8" fmla="*/ 0 w 3030"/>
                  <a:gd name="T9" fmla="*/ 0 h 5080"/>
                  <a:gd name="T10" fmla="*/ 0 w 3030"/>
                  <a:gd name="T11" fmla="*/ 0 h 5080"/>
                  <a:gd name="T12" fmla="*/ 0 w 3030"/>
                  <a:gd name="T13" fmla="*/ 0 h 5080"/>
                  <a:gd name="T14" fmla="*/ 0 w 3030"/>
                  <a:gd name="T15" fmla="*/ 0 h 5080"/>
                  <a:gd name="T16" fmla="*/ 0 w 3030"/>
                  <a:gd name="T17" fmla="*/ 0 h 5080"/>
                  <a:gd name="T18" fmla="*/ 0 w 3030"/>
                  <a:gd name="T19" fmla="*/ 0 h 5080"/>
                  <a:gd name="T20" fmla="*/ 0 w 3030"/>
                  <a:gd name="T21" fmla="*/ 0 h 5080"/>
                  <a:gd name="T22" fmla="*/ 0 w 3030"/>
                  <a:gd name="T23" fmla="*/ 0 h 5080"/>
                  <a:gd name="T24" fmla="*/ 0 w 3030"/>
                  <a:gd name="T25" fmla="*/ 0 h 5080"/>
                  <a:gd name="T26" fmla="*/ 0 w 3030"/>
                  <a:gd name="T27" fmla="*/ 0 h 5080"/>
                  <a:gd name="T28" fmla="*/ 0 w 3030"/>
                  <a:gd name="T29" fmla="*/ 0 h 5080"/>
                  <a:gd name="T30" fmla="*/ 0 w 3030"/>
                  <a:gd name="T31" fmla="*/ 0 h 5080"/>
                  <a:gd name="T32" fmla="*/ 0 w 3030"/>
                  <a:gd name="T33" fmla="*/ 0 h 5080"/>
                  <a:gd name="T34" fmla="*/ 0 w 3030"/>
                  <a:gd name="T35" fmla="*/ 0 h 5080"/>
                  <a:gd name="T36" fmla="*/ 0 w 3030"/>
                  <a:gd name="T37" fmla="*/ 0 h 5080"/>
                  <a:gd name="T38" fmla="*/ 0 w 3030"/>
                  <a:gd name="T39" fmla="*/ 0 h 5080"/>
                  <a:gd name="T40" fmla="*/ 0 w 3030"/>
                  <a:gd name="T41" fmla="*/ 0 h 5080"/>
                  <a:gd name="T42" fmla="*/ 0 w 3030"/>
                  <a:gd name="T43" fmla="*/ 0 h 5080"/>
                  <a:gd name="T44" fmla="*/ 0 w 3030"/>
                  <a:gd name="T45" fmla="*/ 0 h 5080"/>
                  <a:gd name="T46" fmla="*/ 0 w 3030"/>
                  <a:gd name="T47" fmla="*/ 0 h 5080"/>
                  <a:gd name="T48" fmla="*/ 0 w 3030"/>
                  <a:gd name="T49" fmla="*/ 0 h 5080"/>
                  <a:gd name="T50" fmla="*/ 0 w 3030"/>
                  <a:gd name="T51" fmla="*/ 0 h 5080"/>
                  <a:gd name="T52" fmla="*/ 0 w 3030"/>
                  <a:gd name="T53" fmla="*/ 0 h 5080"/>
                  <a:gd name="T54" fmla="*/ 0 w 3030"/>
                  <a:gd name="T55" fmla="*/ 0 h 5080"/>
                  <a:gd name="T56" fmla="*/ 0 w 3030"/>
                  <a:gd name="T57" fmla="*/ 0 h 5080"/>
                  <a:gd name="T58" fmla="*/ 0 w 3030"/>
                  <a:gd name="T59" fmla="*/ 0 h 5080"/>
                  <a:gd name="T60" fmla="*/ 0 w 3030"/>
                  <a:gd name="T61" fmla="*/ 0 h 5080"/>
                  <a:gd name="T62" fmla="*/ 0 w 3030"/>
                  <a:gd name="T63" fmla="*/ 0 h 5080"/>
                  <a:gd name="T64" fmla="*/ 0 w 3030"/>
                  <a:gd name="T65" fmla="*/ 0 h 5080"/>
                  <a:gd name="T66" fmla="*/ 0 w 3030"/>
                  <a:gd name="T67" fmla="*/ 0 h 5080"/>
                  <a:gd name="T68" fmla="*/ 0 w 3030"/>
                  <a:gd name="T69" fmla="*/ 0 h 5080"/>
                  <a:gd name="T70" fmla="*/ 0 w 3030"/>
                  <a:gd name="T71" fmla="*/ 0 h 5080"/>
                  <a:gd name="T72" fmla="*/ 0 w 3030"/>
                  <a:gd name="T73" fmla="*/ 0 h 5080"/>
                  <a:gd name="T74" fmla="*/ 0 w 3030"/>
                  <a:gd name="T75" fmla="*/ 0 h 5080"/>
                  <a:gd name="T76" fmla="*/ 0 w 3030"/>
                  <a:gd name="T77" fmla="*/ 0 h 5080"/>
                  <a:gd name="T78" fmla="*/ 0 w 3030"/>
                  <a:gd name="T79" fmla="*/ 0 h 5080"/>
                  <a:gd name="T80" fmla="*/ 0 w 3030"/>
                  <a:gd name="T81" fmla="*/ 0 h 5080"/>
                  <a:gd name="T82" fmla="*/ 0 w 3030"/>
                  <a:gd name="T83" fmla="*/ 0 h 5080"/>
                  <a:gd name="T84" fmla="*/ 0 w 3030"/>
                  <a:gd name="T85" fmla="*/ 0 h 5080"/>
                  <a:gd name="T86" fmla="*/ 0 w 3030"/>
                  <a:gd name="T87" fmla="*/ 0 h 5080"/>
                  <a:gd name="T88" fmla="*/ 0 w 3030"/>
                  <a:gd name="T89" fmla="*/ 0 h 5080"/>
                  <a:gd name="T90" fmla="*/ 0 w 3030"/>
                  <a:gd name="T91" fmla="*/ 0 h 508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030"/>
                  <a:gd name="T139" fmla="*/ 0 h 5080"/>
                  <a:gd name="T140" fmla="*/ 3030 w 3030"/>
                  <a:gd name="T141" fmla="*/ 5080 h 508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030" h="5080">
                    <a:moveTo>
                      <a:pt x="150" y="0"/>
                    </a:moveTo>
                    <a:lnTo>
                      <a:pt x="69" y="343"/>
                    </a:lnTo>
                    <a:lnTo>
                      <a:pt x="0" y="857"/>
                    </a:lnTo>
                    <a:lnTo>
                      <a:pt x="0" y="1307"/>
                    </a:lnTo>
                    <a:lnTo>
                      <a:pt x="50" y="1749"/>
                    </a:lnTo>
                    <a:lnTo>
                      <a:pt x="188" y="2261"/>
                    </a:lnTo>
                    <a:lnTo>
                      <a:pt x="480" y="3104"/>
                    </a:lnTo>
                    <a:lnTo>
                      <a:pt x="1022" y="4613"/>
                    </a:lnTo>
                    <a:lnTo>
                      <a:pt x="1156" y="4766"/>
                    </a:lnTo>
                    <a:lnTo>
                      <a:pt x="1156" y="4924"/>
                    </a:lnTo>
                    <a:lnTo>
                      <a:pt x="1274" y="5080"/>
                    </a:lnTo>
                    <a:lnTo>
                      <a:pt x="3030" y="5080"/>
                    </a:lnTo>
                    <a:lnTo>
                      <a:pt x="2246" y="4305"/>
                    </a:lnTo>
                    <a:lnTo>
                      <a:pt x="2128" y="4237"/>
                    </a:lnTo>
                    <a:lnTo>
                      <a:pt x="2007" y="4202"/>
                    </a:lnTo>
                    <a:lnTo>
                      <a:pt x="1822" y="4169"/>
                    </a:lnTo>
                    <a:lnTo>
                      <a:pt x="1755" y="4135"/>
                    </a:lnTo>
                    <a:lnTo>
                      <a:pt x="1702" y="4068"/>
                    </a:lnTo>
                    <a:lnTo>
                      <a:pt x="1702" y="4015"/>
                    </a:lnTo>
                    <a:lnTo>
                      <a:pt x="1715" y="3979"/>
                    </a:lnTo>
                    <a:lnTo>
                      <a:pt x="1766" y="3928"/>
                    </a:lnTo>
                    <a:lnTo>
                      <a:pt x="1848" y="3928"/>
                    </a:lnTo>
                    <a:lnTo>
                      <a:pt x="1942" y="3964"/>
                    </a:lnTo>
                    <a:lnTo>
                      <a:pt x="2096" y="4047"/>
                    </a:lnTo>
                    <a:lnTo>
                      <a:pt x="1916" y="3894"/>
                    </a:lnTo>
                    <a:lnTo>
                      <a:pt x="1778" y="3811"/>
                    </a:lnTo>
                    <a:lnTo>
                      <a:pt x="1636" y="3758"/>
                    </a:lnTo>
                    <a:lnTo>
                      <a:pt x="851" y="3566"/>
                    </a:lnTo>
                    <a:lnTo>
                      <a:pt x="705" y="3483"/>
                    </a:lnTo>
                    <a:lnTo>
                      <a:pt x="639" y="3362"/>
                    </a:lnTo>
                    <a:lnTo>
                      <a:pt x="609" y="3225"/>
                    </a:lnTo>
                    <a:lnTo>
                      <a:pt x="622" y="3087"/>
                    </a:lnTo>
                    <a:lnTo>
                      <a:pt x="667" y="3000"/>
                    </a:lnTo>
                    <a:lnTo>
                      <a:pt x="747" y="2984"/>
                    </a:lnTo>
                    <a:lnTo>
                      <a:pt x="851" y="2984"/>
                    </a:lnTo>
                    <a:lnTo>
                      <a:pt x="1727" y="3256"/>
                    </a:lnTo>
                    <a:lnTo>
                      <a:pt x="1090" y="2984"/>
                    </a:lnTo>
                    <a:lnTo>
                      <a:pt x="760" y="2780"/>
                    </a:lnTo>
                    <a:lnTo>
                      <a:pt x="518" y="2556"/>
                    </a:lnTo>
                    <a:lnTo>
                      <a:pt x="305" y="2230"/>
                    </a:lnTo>
                    <a:lnTo>
                      <a:pt x="158" y="1870"/>
                    </a:lnTo>
                    <a:lnTo>
                      <a:pt x="50" y="1490"/>
                    </a:lnTo>
                    <a:lnTo>
                      <a:pt x="12" y="1097"/>
                    </a:lnTo>
                    <a:lnTo>
                      <a:pt x="29" y="805"/>
                    </a:lnTo>
                    <a:lnTo>
                      <a:pt x="69" y="443"/>
                    </a:lnTo>
                    <a:lnTo>
                      <a:pt x="1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 name="Freeform 570"/>
              <p:cNvSpPr>
                <a:spLocks/>
              </p:cNvSpPr>
              <p:nvPr/>
            </p:nvSpPr>
            <p:spPr bwMode="auto">
              <a:xfrm>
                <a:off x="941" y="4169"/>
                <a:ext cx="221" cy="127"/>
              </a:xfrm>
              <a:custGeom>
                <a:avLst/>
                <a:gdLst>
                  <a:gd name="T0" fmla="*/ 0 w 2208"/>
                  <a:gd name="T1" fmla="*/ 0 h 1269"/>
                  <a:gd name="T2" fmla="*/ 0 w 2208"/>
                  <a:gd name="T3" fmla="*/ 0 h 1269"/>
                  <a:gd name="T4" fmla="*/ 0 w 2208"/>
                  <a:gd name="T5" fmla="*/ 0 h 1269"/>
                  <a:gd name="T6" fmla="*/ 0 w 2208"/>
                  <a:gd name="T7" fmla="*/ 0 h 1269"/>
                  <a:gd name="T8" fmla="*/ 0 w 2208"/>
                  <a:gd name="T9" fmla="*/ 0 h 1269"/>
                  <a:gd name="T10" fmla="*/ 0 w 2208"/>
                  <a:gd name="T11" fmla="*/ 0 h 1269"/>
                  <a:gd name="T12" fmla="*/ 0 w 2208"/>
                  <a:gd name="T13" fmla="*/ 0 h 1269"/>
                  <a:gd name="T14" fmla="*/ 0 w 2208"/>
                  <a:gd name="T15" fmla="*/ 0 h 1269"/>
                  <a:gd name="T16" fmla="*/ 0 w 2208"/>
                  <a:gd name="T17" fmla="*/ 0 h 1269"/>
                  <a:gd name="T18" fmla="*/ 0 w 2208"/>
                  <a:gd name="T19" fmla="*/ 0 h 1269"/>
                  <a:gd name="T20" fmla="*/ 0 w 2208"/>
                  <a:gd name="T21" fmla="*/ 0 h 1269"/>
                  <a:gd name="T22" fmla="*/ 0 w 2208"/>
                  <a:gd name="T23" fmla="*/ 0 h 1269"/>
                  <a:gd name="T24" fmla="*/ 0 w 2208"/>
                  <a:gd name="T25" fmla="*/ 0 h 1269"/>
                  <a:gd name="T26" fmla="*/ 0 w 2208"/>
                  <a:gd name="T27" fmla="*/ 0 h 1269"/>
                  <a:gd name="T28" fmla="*/ 0 w 2208"/>
                  <a:gd name="T29" fmla="*/ 0 h 1269"/>
                  <a:gd name="T30" fmla="*/ 0 w 2208"/>
                  <a:gd name="T31" fmla="*/ 0 h 1269"/>
                  <a:gd name="T32" fmla="*/ 0 w 2208"/>
                  <a:gd name="T33" fmla="*/ 0 h 1269"/>
                  <a:gd name="T34" fmla="*/ 0 w 2208"/>
                  <a:gd name="T35" fmla="*/ 0 h 1269"/>
                  <a:gd name="T36" fmla="*/ 0 w 2208"/>
                  <a:gd name="T37" fmla="*/ 0 h 1269"/>
                  <a:gd name="T38" fmla="*/ 0 w 2208"/>
                  <a:gd name="T39" fmla="*/ 0 h 1269"/>
                  <a:gd name="T40" fmla="*/ 0 w 2208"/>
                  <a:gd name="T41" fmla="*/ 0 h 1269"/>
                  <a:gd name="T42" fmla="*/ 0 w 2208"/>
                  <a:gd name="T43" fmla="*/ 0 h 126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08"/>
                  <a:gd name="T67" fmla="*/ 0 h 1269"/>
                  <a:gd name="T68" fmla="*/ 2208 w 2208"/>
                  <a:gd name="T69" fmla="*/ 1269 h 126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08" h="1269">
                    <a:moveTo>
                      <a:pt x="1210" y="0"/>
                    </a:moveTo>
                    <a:lnTo>
                      <a:pt x="1503" y="236"/>
                    </a:lnTo>
                    <a:lnTo>
                      <a:pt x="1783" y="515"/>
                    </a:lnTo>
                    <a:lnTo>
                      <a:pt x="2007" y="802"/>
                    </a:lnTo>
                    <a:lnTo>
                      <a:pt x="2176" y="1113"/>
                    </a:lnTo>
                    <a:lnTo>
                      <a:pt x="2208" y="1199"/>
                    </a:lnTo>
                    <a:lnTo>
                      <a:pt x="2208" y="1269"/>
                    </a:lnTo>
                    <a:lnTo>
                      <a:pt x="0" y="1269"/>
                    </a:lnTo>
                    <a:lnTo>
                      <a:pt x="239" y="1163"/>
                    </a:lnTo>
                    <a:lnTo>
                      <a:pt x="531" y="955"/>
                    </a:lnTo>
                    <a:lnTo>
                      <a:pt x="864" y="682"/>
                    </a:lnTo>
                    <a:lnTo>
                      <a:pt x="1075" y="324"/>
                    </a:lnTo>
                    <a:lnTo>
                      <a:pt x="1090" y="426"/>
                    </a:lnTo>
                    <a:lnTo>
                      <a:pt x="982" y="682"/>
                    </a:lnTo>
                    <a:lnTo>
                      <a:pt x="1768" y="1095"/>
                    </a:lnTo>
                    <a:lnTo>
                      <a:pt x="1808" y="955"/>
                    </a:lnTo>
                    <a:lnTo>
                      <a:pt x="1808" y="839"/>
                    </a:lnTo>
                    <a:lnTo>
                      <a:pt x="1783" y="704"/>
                    </a:lnTo>
                    <a:lnTo>
                      <a:pt x="1674" y="494"/>
                    </a:lnTo>
                    <a:lnTo>
                      <a:pt x="1516" y="324"/>
                    </a:lnTo>
                    <a:lnTo>
                      <a:pt x="1344" y="131"/>
                    </a:lnTo>
                    <a:lnTo>
                      <a:pt x="12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8" name="Freeform 571"/>
              <p:cNvSpPr>
                <a:spLocks/>
              </p:cNvSpPr>
              <p:nvPr/>
            </p:nvSpPr>
            <p:spPr bwMode="auto">
              <a:xfrm>
                <a:off x="810" y="3987"/>
                <a:ext cx="91" cy="152"/>
              </a:xfrm>
              <a:custGeom>
                <a:avLst/>
                <a:gdLst>
                  <a:gd name="T0" fmla="*/ 0 w 915"/>
                  <a:gd name="T1" fmla="*/ 0 h 1527"/>
                  <a:gd name="T2" fmla="*/ 0 w 915"/>
                  <a:gd name="T3" fmla="*/ 0 h 1527"/>
                  <a:gd name="T4" fmla="*/ 0 w 915"/>
                  <a:gd name="T5" fmla="*/ 0 h 1527"/>
                  <a:gd name="T6" fmla="*/ 0 w 915"/>
                  <a:gd name="T7" fmla="*/ 0 h 1527"/>
                  <a:gd name="T8" fmla="*/ 0 w 915"/>
                  <a:gd name="T9" fmla="*/ 0 h 1527"/>
                  <a:gd name="T10" fmla="*/ 0 w 915"/>
                  <a:gd name="T11" fmla="*/ 0 h 1527"/>
                  <a:gd name="T12" fmla="*/ 0 w 915"/>
                  <a:gd name="T13" fmla="*/ 0 h 1527"/>
                  <a:gd name="T14" fmla="*/ 0 w 915"/>
                  <a:gd name="T15" fmla="*/ 0 h 1527"/>
                  <a:gd name="T16" fmla="*/ 0 60000 65536"/>
                  <a:gd name="T17" fmla="*/ 0 60000 65536"/>
                  <a:gd name="T18" fmla="*/ 0 60000 65536"/>
                  <a:gd name="T19" fmla="*/ 0 60000 65536"/>
                  <a:gd name="T20" fmla="*/ 0 60000 65536"/>
                  <a:gd name="T21" fmla="*/ 0 60000 65536"/>
                  <a:gd name="T22" fmla="*/ 0 60000 65536"/>
                  <a:gd name="T23" fmla="*/ 0 60000 65536"/>
                  <a:gd name="T24" fmla="*/ 0 w 915"/>
                  <a:gd name="T25" fmla="*/ 0 h 1527"/>
                  <a:gd name="T26" fmla="*/ 915 w 915"/>
                  <a:gd name="T27" fmla="*/ 1527 h 15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15" h="1527">
                    <a:moveTo>
                      <a:pt x="0" y="1527"/>
                    </a:moveTo>
                    <a:lnTo>
                      <a:pt x="53" y="1268"/>
                    </a:lnTo>
                    <a:lnTo>
                      <a:pt x="146" y="996"/>
                    </a:lnTo>
                    <a:lnTo>
                      <a:pt x="264" y="739"/>
                    </a:lnTo>
                    <a:lnTo>
                      <a:pt x="400" y="534"/>
                    </a:lnTo>
                    <a:lnTo>
                      <a:pt x="557" y="326"/>
                    </a:lnTo>
                    <a:lnTo>
                      <a:pt x="760" y="138"/>
                    </a:lnTo>
                    <a:lnTo>
                      <a:pt x="915"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99" name="Freeform 572"/>
              <p:cNvSpPr>
                <a:spLocks/>
              </p:cNvSpPr>
              <p:nvPr/>
            </p:nvSpPr>
            <p:spPr bwMode="auto">
              <a:xfrm>
                <a:off x="762" y="3831"/>
                <a:ext cx="132" cy="159"/>
              </a:xfrm>
              <a:custGeom>
                <a:avLst/>
                <a:gdLst>
                  <a:gd name="T0" fmla="*/ 0 w 1313"/>
                  <a:gd name="T1" fmla="*/ 0 h 1595"/>
                  <a:gd name="T2" fmla="*/ 0 w 1313"/>
                  <a:gd name="T3" fmla="*/ 0 h 1595"/>
                  <a:gd name="T4" fmla="*/ 0 w 1313"/>
                  <a:gd name="T5" fmla="*/ 0 h 1595"/>
                  <a:gd name="T6" fmla="*/ 0 w 1313"/>
                  <a:gd name="T7" fmla="*/ 0 h 1595"/>
                  <a:gd name="T8" fmla="*/ 0 w 1313"/>
                  <a:gd name="T9" fmla="*/ 0 h 1595"/>
                  <a:gd name="T10" fmla="*/ 0 w 1313"/>
                  <a:gd name="T11" fmla="*/ 0 h 1595"/>
                  <a:gd name="T12" fmla="*/ 0 w 1313"/>
                  <a:gd name="T13" fmla="*/ 0 h 1595"/>
                  <a:gd name="T14" fmla="*/ 0 60000 65536"/>
                  <a:gd name="T15" fmla="*/ 0 60000 65536"/>
                  <a:gd name="T16" fmla="*/ 0 60000 65536"/>
                  <a:gd name="T17" fmla="*/ 0 60000 65536"/>
                  <a:gd name="T18" fmla="*/ 0 60000 65536"/>
                  <a:gd name="T19" fmla="*/ 0 60000 65536"/>
                  <a:gd name="T20" fmla="*/ 0 60000 65536"/>
                  <a:gd name="T21" fmla="*/ 0 w 1313"/>
                  <a:gd name="T22" fmla="*/ 0 h 1595"/>
                  <a:gd name="T23" fmla="*/ 1313 w 1313"/>
                  <a:gd name="T24" fmla="*/ 1595 h 15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3" h="1595">
                    <a:moveTo>
                      <a:pt x="1313" y="1595"/>
                    </a:moveTo>
                    <a:lnTo>
                      <a:pt x="1073" y="1166"/>
                    </a:lnTo>
                    <a:lnTo>
                      <a:pt x="686" y="942"/>
                    </a:lnTo>
                    <a:lnTo>
                      <a:pt x="529" y="705"/>
                    </a:lnTo>
                    <a:lnTo>
                      <a:pt x="247" y="447"/>
                    </a:lnTo>
                    <a:lnTo>
                      <a:pt x="171" y="343"/>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00" name="Freeform 573"/>
              <p:cNvSpPr>
                <a:spLocks/>
              </p:cNvSpPr>
              <p:nvPr/>
            </p:nvSpPr>
            <p:spPr bwMode="auto">
              <a:xfrm>
                <a:off x="965" y="3662"/>
                <a:ext cx="301" cy="197"/>
              </a:xfrm>
              <a:custGeom>
                <a:avLst/>
                <a:gdLst>
                  <a:gd name="T0" fmla="*/ 0 w 3002"/>
                  <a:gd name="T1" fmla="*/ 0 h 1970"/>
                  <a:gd name="T2" fmla="*/ 0 w 3002"/>
                  <a:gd name="T3" fmla="*/ 0 h 1970"/>
                  <a:gd name="T4" fmla="*/ 0 w 3002"/>
                  <a:gd name="T5" fmla="*/ 0 h 1970"/>
                  <a:gd name="T6" fmla="*/ 0 w 3002"/>
                  <a:gd name="T7" fmla="*/ 0 h 1970"/>
                  <a:gd name="T8" fmla="*/ 0 w 3002"/>
                  <a:gd name="T9" fmla="*/ 0 h 1970"/>
                  <a:gd name="T10" fmla="*/ 0 w 3002"/>
                  <a:gd name="T11" fmla="*/ 0 h 1970"/>
                  <a:gd name="T12" fmla="*/ 0 w 3002"/>
                  <a:gd name="T13" fmla="*/ 0 h 1970"/>
                  <a:gd name="T14" fmla="*/ 0 w 3002"/>
                  <a:gd name="T15" fmla="*/ 0 h 1970"/>
                  <a:gd name="T16" fmla="*/ 0 w 3002"/>
                  <a:gd name="T17" fmla="*/ 0 h 1970"/>
                  <a:gd name="T18" fmla="*/ 0 w 3002"/>
                  <a:gd name="T19" fmla="*/ 0 h 1970"/>
                  <a:gd name="T20" fmla="*/ 0 w 3002"/>
                  <a:gd name="T21" fmla="*/ 0 h 1970"/>
                  <a:gd name="T22" fmla="*/ 0 w 3002"/>
                  <a:gd name="T23" fmla="*/ 0 h 1970"/>
                  <a:gd name="T24" fmla="*/ 0 w 3002"/>
                  <a:gd name="T25" fmla="*/ 0 h 1970"/>
                  <a:gd name="T26" fmla="*/ 0 w 3002"/>
                  <a:gd name="T27" fmla="*/ 0 h 1970"/>
                  <a:gd name="T28" fmla="*/ 0 w 3002"/>
                  <a:gd name="T29" fmla="*/ 0 h 1970"/>
                  <a:gd name="T30" fmla="*/ 0 w 3002"/>
                  <a:gd name="T31" fmla="*/ 0 h 1970"/>
                  <a:gd name="T32" fmla="*/ 0 w 3002"/>
                  <a:gd name="T33" fmla="*/ 0 h 1970"/>
                  <a:gd name="T34" fmla="*/ 0 w 3002"/>
                  <a:gd name="T35" fmla="*/ 0 h 1970"/>
                  <a:gd name="T36" fmla="*/ 0 w 3002"/>
                  <a:gd name="T37" fmla="*/ 0 h 1970"/>
                  <a:gd name="T38" fmla="*/ 0 w 3002"/>
                  <a:gd name="T39" fmla="*/ 0 h 1970"/>
                  <a:gd name="T40" fmla="*/ 0 w 3002"/>
                  <a:gd name="T41" fmla="*/ 0 h 197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02"/>
                  <a:gd name="T64" fmla="*/ 0 h 1970"/>
                  <a:gd name="T65" fmla="*/ 3002 w 3002"/>
                  <a:gd name="T66" fmla="*/ 1970 h 197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02" h="1970">
                    <a:moveTo>
                      <a:pt x="0" y="1648"/>
                    </a:moveTo>
                    <a:lnTo>
                      <a:pt x="1539" y="1267"/>
                    </a:lnTo>
                    <a:lnTo>
                      <a:pt x="1682" y="1167"/>
                    </a:lnTo>
                    <a:lnTo>
                      <a:pt x="1819" y="1108"/>
                    </a:lnTo>
                    <a:lnTo>
                      <a:pt x="2721" y="41"/>
                    </a:lnTo>
                    <a:lnTo>
                      <a:pt x="2799" y="0"/>
                    </a:lnTo>
                    <a:lnTo>
                      <a:pt x="2890" y="0"/>
                    </a:lnTo>
                    <a:lnTo>
                      <a:pt x="3002" y="83"/>
                    </a:lnTo>
                    <a:lnTo>
                      <a:pt x="2890" y="41"/>
                    </a:lnTo>
                    <a:lnTo>
                      <a:pt x="2828" y="41"/>
                    </a:lnTo>
                    <a:lnTo>
                      <a:pt x="2737" y="83"/>
                    </a:lnTo>
                    <a:lnTo>
                      <a:pt x="2549" y="344"/>
                    </a:lnTo>
                    <a:lnTo>
                      <a:pt x="2454" y="424"/>
                    </a:lnTo>
                    <a:lnTo>
                      <a:pt x="2426" y="484"/>
                    </a:lnTo>
                    <a:lnTo>
                      <a:pt x="2426" y="545"/>
                    </a:lnTo>
                    <a:lnTo>
                      <a:pt x="1990" y="1084"/>
                    </a:lnTo>
                    <a:lnTo>
                      <a:pt x="2454" y="746"/>
                    </a:lnTo>
                    <a:lnTo>
                      <a:pt x="2053" y="1229"/>
                    </a:lnTo>
                    <a:lnTo>
                      <a:pt x="2006" y="1328"/>
                    </a:lnTo>
                    <a:lnTo>
                      <a:pt x="203" y="1970"/>
                    </a:lnTo>
                    <a:lnTo>
                      <a:pt x="0" y="16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1" name="Freeform 574"/>
              <p:cNvSpPr>
                <a:spLocks/>
              </p:cNvSpPr>
              <p:nvPr/>
            </p:nvSpPr>
            <p:spPr bwMode="auto">
              <a:xfrm>
                <a:off x="1219" y="3668"/>
                <a:ext cx="56" cy="49"/>
              </a:xfrm>
              <a:custGeom>
                <a:avLst/>
                <a:gdLst>
                  <a:gd name="T0" fmla="*/ 0 w 560"/>
                  <a:gd name="T1" fmla="*/ 0 h 485"/>
                  <a:gd name="T2" fmla="*/ 0 w 560"/>
                  <a:gd name="T3" fmla="*/ 0 h 485"/>
                  <a:gd name="T4" fmla="*/ 0 w 560"/>
                  <a:gd name="T5" fmla="*/ 0 h 485"/>
                  <a:gd name="T6" fmla="*/ 0 w 560"/>
                  <a:gd name="T7" fmla="*/ 0 h 485"/>
                  <a:gd name="T8" fmla="*/ 0 w 560"/>
                  <a:gd name="T9" fmla="*/ 0 h 485"/>
                  <a:gd name="T10" fmla="*/ 0 w 560"/>
                  <a:gd name="T11" fmla="*/ 0 h 485"/>
                  <a:gd name="T12" fmla="*/ 0 60000 65536"/>
                  <a:gd name="T13" fmla="*/ 0 60000 65536"/>
                  <a:gd name="T14" fmla="*/ 0 60000 65536"/>
                  <a:gd name="T15" fmla="*/ 0 60000 65536"/>
                  <a:gd name="T16" fmla="*/ 0 60000 65536"/>
                  <a:gd name="T17" fmla="*/ 0 60000 65536"/>
                  <a:gd name="T18" fmla="*/ 0 w 560"/>
                  <a:gd name="T19" fmla="*/ 0 h 485"/>
                  <a:gd name="T20" fmla="*/ 560 w 560"/>
                  <a:gd name="T21" fmla="*/ 485 h 485"/>
                </a:gdLst>
                <a:ahLst/>
                <a:cxnLst>
                  <a:cxn ang="T12">
                    <a:pos x="T0" y="T1"/>
                  </a:cxn>
                  <a:cxn ang="T13">
                    <a:pos x="T2" y="T3"/>
                  </a:cxn>
                  <a:cxn ang="T14">
                    <a:pos x="T4" y="T5"/>
                  </a:cxn>
                  <a:cxn ang="T15">
                    <a:pos x="T6" y="T7"/>
                  </a:cxn>
                  <a:cxn ang="T16">
                    <a:pos x="T8" y="T9"/>
                  </a:cxn>
                  <a:cxn ang="T17">
                    <a:pos x="T10" y="T11"/>
                  </a:cxn>
                </a:cxnLst>
                <a:rect l="T18" t="T19" r="T20" b="T21"/>
                <a:pathLst>
                  <a:path w="560" h="485">
                    <a:moveTo>
                      <a:pt x="0" y="424"/>
                    </a:moveTo>
                    <a:lnTo>
                      <a:pt x="435" y="0"/>
                    </a:lnTo>
                    <a:lnTo>
                      <a:pt x="560" y="0"/>
                    </a:lnTo>
                    <a:lnTo>
                      <a:pt x="93" y="485"/>
                    </a:lnTo>
                    <a:lnTo>
                      <a:pt x="93" y="404"/>
                    </a:lnTo>
                    <a:lnTo>
                      <a:pt x="0" y="4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2" name="Freeform 575"/>
              <p:cNvSpPr>
                <a:spLocks/>
              </p:cNvSpPr>
              <p:nvPr/>
            </p:nvSpPr>
            <p:spPr bwMode="auto">
              <a:xfrm>
                <a:off x="1012" y="3775"/>
                <a:ext cx="283" cy="132"/>
              </a:xfrm>
              <a:custGeom>
                <a:avLst/>
                <a:gdLst>
                  <a:gd name="T0" fmla="*/ 0 w 2833"/>
                  <a:gd name="T1" fmla="*/ 0 h 1325"/>
                  <a:gd name="T2" fmla="*/ 0 w 2833"/>
                  <a:gd name="T3" fmla="*/ 0 h 1325"/>
                  <a:gd name="T4" fmla="*/ 0 w 2833"/>
                  <a:gd name="T5" fmla="*/ 0 h 1325"/>
                  <a:gd name="T6" fmla="*/ 0 w 2833"/>
                  <a:gd name="T7" fmla="*/ 0 h 1325"/>
                  <a:gd name="T8" fmla="*/ 0 w 2833"/>
                  <a:gd name="T9" fmla="*/ 0 h 1325"/>
                  <a:gd name="T10" fmla="*/ 0 w 2833"/>
                  <a:gd name="T11" fmla="*/ 0 h 1325"/>
                  <a:gd name="T12" fmla="*/ 0 w 2833"/>
                  <a:gd name="T13" fmla="*/ 0 h 1325"/>
                  <a:gd name="T14" fmla="*/ 0 w 2833"/>
                  <a:gd name="T15" fmla="*/ 0 h 1325"/>
                  <a:gd name="T16" fmla="*/ 0 w 2833"/>
                  <a:gd name="T17" fmla="*/ 0 h 1325"/>
                  <a:gd name="T18" fmla="*/ 0 w 2833"/>
                  <a:gd name="T19" fmla="*/ 0 h 1325"/>
                  <a:gd name="T20" fmla="*/ 0 w 2833"/>
                  <a:gd name="T21" fmla="*/ 0 h 1325"/>
                  <a:gd name="T22" fmla="*/ 0 w 2833"/>
                  <a:gd name="T23" fmla="*/ 0 h 1325"/>
                  <a:gd name="T24" fmla="*/ 0 w 2833"/>
                  <a:gd name="T25" fmla="*/ 0 h 1325"/>
                  <a:gd name="T26" fmla="*/ 0 w 2833"/>
                  <a:gd name="T27" fmla="*/ 0 h 1325"/>
                  <a:gd name="T28" fmla="*/ 0 w 2833"/>
                  <a:gd name="T29" fmla="*/ 0 h 1325"/>
                  <a:gd name="T30" fmla="*/ 0 w 2833"/>
                  <a:gd name="T31" fmla="*/ 0 h 1325"/>
                  <a:gd name="T32" fmla="*/ 0 w 2833"/>
                  <a:gd name="T33" fmla="*/ 0 h 1325"/>
                  <a:gd name="T34" fmla="*/ 0 w 2833"/>
                  <a:gd name="T35" fmla="*/ 0 h 1325"/>
                  <a:gd name="T36" fmla="*/ 0 w 2833"/>
                  <a:gd name="T37" fmla="*/ 0 h 13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33"/>
                  <a:gd name="T58" fmla="*/ 0 h 1325"/>
                  <a:gd name="T59" fmla="*/ 2833 w 2833"/>
                  <a:gd name="T60" fmla="*/ 1325 h 13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33" h="1325">
                    <a:moveTo>
                      <a:pt x="63" y="1325"/>
                    </a:moveTo>
                    <a:lnTo>
                      <a:pt x="749" y="887"/>
                    </a:lnTo>
                    <a:lnTo>
                      <a:pt x="1262" y="663"/>
                    </a:lnTo>
                    <a:lnTo>
                      <a:pt x="1729" y="565"/>
                    </a:lnTo>
                    <a:lnTo>
                      <a:pt x="2130" y="523"/>
                    </a:lnTo>
                    <a:lnTo>
                      <a:pt x="2426" y="362"/>
                    </a:lnTo>
                    <a:lnTo>
                      <a:pt x="2833" y="0"/>
                    </a:lnTo>
                    <a:lnTo>
                      <a:pt x="2693" y="81"/>
                    </a:lnTo>
                    <a:lnTo>
                      <a:pt x="2582" y="81"/>
                    </a:lnTo>
                    <a:lnTo>
                      <a:pt x="2242" y="281"/>
                    </a:lnTo>
                    <a:lnTo>
                      <a:pt x="2178" y="402"/>
                    </a:lnTo>
                    <a:lnTo>
                      <a:pt x="2085" y="464"/>
                    </a:lnTo>
                    <a:lnTo>
                      <a:pt x="1884" y="501"/>
                    </a:lnTo>
                    <a:lnTo>
                      <a:pt x="1463" y="584"/>
                    </a:lnTo>
                    <a:lnTo>
                      <a:pt x="1218" y="646"/>
                    </a:lnTo>
                    <a:lnTo>
                      <a:pt x="872" y="786"/>
                    </a:lnTo>
                    <a:lnTo>
                      <a:pt x="685" y="866"/>
                    </a:lnTo>
                    <a:lnTo>
                      <a:pt x="0" y="1226"/>
                    </a:lnTo>
                    <a:lnTo>
                      <a:pt x="63" y="1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3" name="Freeform 576"/>
              <p:cNvSpPr>
                <a:spLocks/>
              </p:cNvSpPr>
              <p:nvPr/>
            </p:nvSpPr>
            <p:spPr bwMode="auto">
              <a:xfrm>
                <a:off x="1232" y="3668"/>
                <a:ext cx="113" cy="67"/>
              </a:xfrm>
              <a:custGeom>
                <a:avLst/>
                <a:gdLst>
                  <a:gd name="T0" fmla="*/ 0 w 1133"/>
                  <a:gd name="T1" fmla="*/ 0 h 665"/>
                  <a:gd name="T2" fmla="*/ 0 w 1133"/>
                  <a:gd name="T3" fmla="*/ 0 h 665"/>
                  <a:gd name="T4" fmla="*/ 0 w 1133"/>
                  <a:gd name="T5" fmla="*/ 0 h 665"/>
                  <a:gd name="T6" fmla="*/ 0 w 1133"/>
                  <a:gd name="T7" fmla="*/ 0 h 665"/>
                  <a:gd name="T8" fmla="*/ 0 w 1133"/>
                  <a:gd name="T9" fmla="*/ 0 h 665"/>
                  <a:gd name="T10" fmla="*/ 0 w 1133"/>
                  <a:gd name="T11" fmla="*/ 0 h 665"/>
                  <a:gd name="T12" fmla="*/ 0 w 1133"/>
                  <a:gd name="T13" fmla="*/ 0 h 665"/>
                  <a:gd name="T14" fmla="*/ 0 w 1133"/>
                  <a:gd name="T15" fmla="*/ 0 h 665"/>
                  <a:gd name="T16" fmla="*/ 0 w 1133"/>
                  <a:gd name="T17" fmla="*/ 0 h 665"/>
                  <a:gd name="T18" fmla="*/ 0 w 1133"/>
                  <a:gd name="T19" fmla="*/ 0 h 665"/>
                  <a:gd name="T20" fmla="*/ 0 w 1133"/>
                  <a:gd name="T21" fmla="*/ 0 h 665"/>
                  <a:gd name="T22" fmla="*/ 0 w 1133"/>
                  <a:gd name="T23" fmla="*/ 0 h 665"/>
                  <a:gd name="T24" fmla="*/ 0 w 1133"/>
                  <a:gd name="T25" fmla="*/ 0 h 665"/>
                  <a:gd name="T26" fmla="*/ 0 w 1133"/>
                  <a:gd name="T27" fmla="*/ 0 h 665"/>
                  <a:gd name="T28" fmla="*/ 0 w 1133"/>
                  <a:gd name="T29" fmla="*/ 0 h 665"/>
                  <a:gd name="T30" fmla="*/ 0 w 1133"/>
                  <a:gd name="T31" fmla="*/ 0 h 6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133"/>
                  <a:gd name="T49" fmla="*/ 0 h 665"/>
                  <a:gd name="T50" fmla="*/ 1133 w 1133"/>
                  <a:gd name="T51" fmla="*/ 665 h 6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133" h="665">
                    <a:moveTo>
                      <a:pt x="0" y="665"/>
                    </a:moveTo>
                    <a:lnTo>
                      <a:pt x="45" y="563"/>
                    </a:lnTo>
                    <a:lnTo>
                      <a:pt x="247" y="485"/>
                    </a:lnTo>
                    <a:lnTo>
                      <a:pt x="513" y="265"/>
                    </a:lnTo>
                    <a:lnTo>
                      <a:pt x="746" y="302"/>
                    </a:lnTo>
                    <a:lnTo>
                      <a:pt x="809" y="265"/>
                    </a:lnTo>
                    <a:lnTo>
                      <a:pt x="822" y="201"/>
                    </a:lnTo>
                    <a:lnTo>
                      <a:pt x="464" y="0"/>
                    </a:lnTo>
                    <a:lnTo>
                      <a:pt x="540" y="0"/>
                    </a:lnTo>
                    <a:lnTo>
                      <a:pt x="869" y="182"/>
                    </a:lnTo>
                    <a:lnTo>
                      <a:pt x="993" y="424"/>
                    </a:lnTo>
                    <a:lnTo>
                      <a:pt x="1133" y="442"/>
                    </a:lnTo>
                    <a:lnTo>
                      <a:pt x="496" y="442"/>
                    </a:lnTo>
                    <a:lnTo>
                      <a:pt x="156" y="605"/>
                    </a:lnTo>
                    <a:lnTo>
                      <a:pt x="60" y="605"/>
                    </a:lnTo>
                    <a:lnTo>
                      <a:pt x="0" y="6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4" name="Freeform 577"/>
              <p:cNvSpPr>
                <a:spLocks/>
              </p:cNvSpPr>
              <p:nvPr/>
            </p:nvSpPr>
            <p:spPr bwMode="auto">
              <a:xfrm>
                <a:off x="1240" y="3757"/>
                <a:ext cx="24" cy="24"/>
              </a:xfrm>
              <a:custGeom>
                <a:avLst/>
                <a:gdLst>
                  <a:gd name="T0" fmla="*/ 0 w 236"/>
                  <a:gd name="T1" fmla="*/ 0 h 235"/>
                  <a:gd name="T2" fmla="*/ 0 w 236"/>
                  <a:gd name="T3" fmla="*/ 0 h 235"/>
                  <a:gd name="T4" fmla="*/ 0 w 236"/>
                  <a:gd name="T5" fmla="*/ 0 h 235"/>
                  <a:gd name="T6" fmla="*/ 0 w 236"/>
                  <a:gd name="T7" fmla="*/ 0 h 235"/>
                  <a:gd name="T8" fmla="*/ 0 w 236"/>
                  <a:gd name="T9" fmla="*/ 0 h 235"/>
                  <a:gd name="T10" fmla="*/ 0 60000 65536"/>
                  <a:gd name="T11" fmla="*/ 0 60000 65536"/>
                  <a:gd name="T12" fmla="*/ 0 60000 65536"/>
                  <a:gd name="T13" fmla="*/ 0 60000 65536"/>
                  <a:gd name="T14" fmla="*/ 0 60000 65536"/>
                  <a:gd name="T15" fmla="*/ 0 w 236"/>
                  <a:gd name="T16" fmla="*/ 0 h 235"/>
                  <a:gd name="T17" fmla="*/ 236 w 236"/>
                  <a:gd name="T18" fmla="*/ 235 h 235"/>
                </a:gdLst>
                <a:ahLst/>
                <a:cxnLst>
                  <a:cxn ang="T10">
                    <a:pos x="T0" y="T1"/>
                  </a:cxn>
                  <a:cxn ang="T11">
                    <a:pos x="T2" y="T3"/>
                  </a:cxn>
                  <a:cxn ang="T12">
                    <a:pos x="T4" y="T5"/>
                  </a:cxn>
                  <a:cxn ang="T13">
                    <a:pos x="T6" y="T7"/>
                  </a:cxn>
                  <a:cxn ang="T14">
                    <a:pos x="T8" y="T9"/>
                  </a:cxn>
                </a:cxnLst>
                <a:rect l="T15" t="T16" r="T17" b="T18"/>
                <a:pathLst>
                  <a:path w="236" h="235">
                    <a:moveTo>
                      <a:pt x="96" y="235"/>
                    </a:moveTo>
                    <a:lnTo>
                      <a:pt x="236" y="0"/>
                    </a:lnTo>
                    <a:lnTo>
                      <a:pt x="67" y="135"/>
                    </a:lnTo>
                    <a:lnTo>
                      <a:pt x="0" y="235"/>
                    </a:lnTo>
                    <a:lnTo>
                      <a:pt x="96" y="2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5" name="Freeform 578"/>
              <p:cNvSpPr>
                <a:spLocks/>
              </p:cNvSpPr>
              <p:nvPr/>
            </p:nvSpPr>
            <p:spPr bwMode="auto">
              <a:xfrm>
                <a:off x="1264" y="3713"/>
                <a:ext cx="86" cy="44"/>
              </a:xfrm>
              <a:custGeom>
                <a:avLst/>
                <a:gdLst>
                  <a:gd name="T0" fmla="*/ 0 w 857"/>
                  <a:gd name="T1" fmla="*/ 0 h 447"/>
                  <a:gd name="T2" fmla="*/ 0 w 857"/>
                  <a:gd name="T3" fmla="*/ 0 h 447"/>
                  <a:gd name="T4" fmla="*/ 0 w 857"/>
                  <a:gd name="T5" fmla="*/ 0 h 447"/>
                  <a:gd name="T6" fmla="*/ 0 w 857"/>
                  <a:gd name="T7" fmla="*/ 0 h 447"/>
                  <a:gd name="T8" fmla="*/ 0 w 857"/>
                  <a:gd name="T9" fmla="*/ 0 h 447"/>
                  <a:gd name="T10" fmla="*/ 0 w 857"/>
                  <a:gd name="T11" fmla="*/ 0 h 447"/>
                  <a:gd name="T12" fmla="*/ 0 w 857"/>
                  <a:gd name="T13" fmla="*/ 0 h 447"/>
                  <a:gd name="T14" fmla="*/ 0 w 857"/>
                  <a:gd name="T15" fmla="*/ 0 h 447"/>
                  <a:gd name="T16" fmla="*/ 0 60000 65536"/>
                  <a:gd name="T17" fmla="*/ 0 60000 65536"/>
                  <a:gd name="T18" fmla="*/ 0 60000 65536"/>
                  <a:gd name="T19" fmla="*/ 0 60000 65536"/>
                  <a:gd name="T20" fmla="*/ 0 60000 65536"/>
                  <a:gd name="T21" fmla="*/ 0 60000 65536"/>
                  <a:gd name="T22" fmla="*/ 0 60000 65536"/>
                  <a:gd name="T23" fmla="*/ 0 60000 65536"/>
                  <a:gd name="T24" fmla="*/ 0 w 857"/>
                  <a:gd name="T25" fmla="*/ 0 h 447"/>
                  <a:gd name="T26" fmla="*/ 857 w 857"/>
                  <a:gd name="T27" fmla="*/ 447 h 4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57" h="447">
                    <a:moveTo>
                      <a:pt x="0" y="447"/>
                    </a:moveTo>
                    <a:lnTo>
                      <a:pt x="311" y="244"/>
                    </a:lnTo>
                    <a:lnTo>
                      <a:pt x="344" y="202"/>
                    </a:lnTo>
                    <a:lnTo>
                      <a:pt x="605" y="202"/>
                    </a:lnTo>
                    <a:lnTo>
                      <a:pt x="823" y="121"/>
                    </a:lnTo>
                    <a:lnTo>
                      <a:pt x="857" y="83"/>
                    </a:lnTo>
                    <a:lnTo>
                      <a:pt x="857" y="43"/>
                    </a:lnTo>
                    <a:lnTo>
                      <a:pt x="80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06" name="Freeform 579"/>
              <p:cNvSpPr>
                <a:spLocks/>
              </p:cNvSpPr>
              <p:nvPr/>
            </p:nvSpPr>
            <p:spPr bwMode="auto">
              <a:xfrm>
                <a:off x="1247" y="3745"/>
                <a:ext cx="70" cy="36"/>
              </a:xfrm>
              <a:custGeom>
                <a:avLst/>
                <a:gdLst>
                  <a:gd name="T0" fmla="*/ 0 w 698"/>
                  <a:gd name="T1" fmla="*/ 0 h 355"/>
                  <a:gd name="T2" fmla="*/ 0 w 698"/>
                  <a:gd name="T3" fmla="*/ 0 h 355"/>
                  <a:gd name="T4" fmla="*/ 0 w 698"/>
                  <a:gd name="T5" fmla="*/ 0 h 355"/>
                  <a:gd name="T6" fmla="*/ 0 w 698"/>
                  <a:gd name="T7" fmla="*/ 0 h 355"/>
                  <a:gd name="T8" fmla="*/ 0 w 698"/>
                  <a:gd name="T9" fmla="*/ 0 h 355"/>
                  <a:gd name="T10" fmla="*/ 0 w 698"/>
                  <a:gd name="T11" fmla="*/ 0 h 355"/>
                  <a:gd name="T12" fmla="*/ 0 60000 65536"/>
                  <a:gd name="T13" fmla="*/ 0 60000 65536"/>
                  <a:gd name="T14" fmla="*/ 0 60000 65536"/>
                  <a:gd name="T15" fmla="*/ 0 60000 65536"/>
                  <a:gd name="T16" fmla="*/ 0 60000 65536"/>
                  <a:gd name="T17" fmla="*/ 0 60000 65536"/>
                  <a:gd name="T18" fmla="*/ 0 w 698"/>
                  <a:gd name="T19" fmla="*/ 0 h 355"/>
                  <a:gd name="T20" fmla="*/ 698 w 698"/>
                  <a:gd name="T21" fmla="*/ 355 h 355"/>
                </a:gdLst>
                <a:ahLst/>
                <a:cxnLst>
                  <a:cxn ang="T12">
                    <a:pos x="T0" y="T1"/>
                  </a:cxn>
                  <a:cxn ang="T13">
                    <a:pos x="T2" y="T3"/>
                  </a:cxn>
                  <a:cxn ang="T14">
                    <a:pos x="T4" y="T5"/>
                  </a:cxn>
                  <a:cxn ang="T15">
                    <a:pos x="T6" y="T7"/>
                  </a:cxn>
                  <a:cxn ang="T16">
                    <a:pos x="T8" y="T9"/>
                  </a:cxn>
                  <a:cxn ang="T17">
                    <a:pos x="T10" y="T11"/>
                  </a:cxn>
                </a:cxnLst>
                <a:rect l="T18" t="T19" r="T20" b="T21"/>
                <a:pathLst>
                  <a:path w="698" h="355">
                    <a:moveTo>
                      <a:pt x="497" y="296"/>
                    </a:moveTo>
                    <a:lnTo>
                      <a:pt x="698" y="38"/>
                    </a:lnTo>
                    <a:lnTo>
                      <a:pt x="617" y="0"/>
                    </a:lnTo>
                    <a:lnTo>
                      <a:pt x="418" y="59"/>
                    </a:lnTo>
                    <a:lnTo>
                      <a:pt x="60" y="355"/>
                    </a:lnTo>
                    <a:lnTo>
                      <a:pt x="0" y="35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07" name="Freeform 580"/>
              <p:cNvSpPr>
                <a:spLocks/>
              </p:cNvSpPr>
              <p:nvPr/>
            </p:nvSpPr>
            <p:spPr bwMode="auto">
              <a:xfrm>
                <a:off x="1065" y="3763"/>
                <a:ext cx="330" cy="492"/>
              </a:xfrm>
              <a:custGeom>
                <a:avLst/>
                <a:gdLst>
                  <a:gd name="T0" fmla="*/ 0 w 3301"/>
                  <a:gd name="T1" fmla="*/ 0 h 4920"/>
                  <a:gd name="T2" fmla="*/ 0 w 3301"/>
                  <a:gd name="T3" fmla="*/ 0 h 4920"/>
                  <a:gd name="T4" fmla="*/ 0 w 3301"/>
                  <a:gd name="T5" fmla="*/ 0 h 4920"/>
                  <a:gd name="T6" fmla="*/ 0 w 3301"/>
                  <a:gd name="T7" fmla="*/ 0 h 4920"/>
                  <a:gd name="T8" fmla="*/ 0 w 3301"/>
                  <a:gd name="T9" fmla="*/ 0 h 4920"/>
                  <a:gd name="T10" fmla="*/ 0 w 3301"/>
                  <a:gd name="T11" fmla="*/ 0 h 4920"/>
                  <a:gd name="T12" fmla="*/ 0 w 3301"/>
                  <a:gd name="T13" fmla="*/ 0 h 4920"/>
                  <a:gd name="T14" fmla="*/ 0 w 3301"/>
                  <a:gd name="T15" fmla="*/ 0 h 4920"/>
                  <a:gd name="T16" fmla="*/ 0 w 3301"/>
                  <a:gd name="T17" fmla="*/ 0 h 4920"/>
                  <a:gd name="T18" fmla="*/ 0 w 3301"/>
                  <a:gd name="T19" fmla="*/ 0 h 4920"/>
                  <a:gd name="T20" fmla="*/ 0 w 3301"/>
                  <a:gd name="T21" fmla="*/ 0 h 4920"/>
                  <a:gd name="T22" fmla="*/ 0 w 3301"/>
                  <a:gd name="T23" fmla="*/ 0 h 4920"/>
                  <a:gd name="T24" fmla="*/ 0 w 3301"/>
                  <a:gd name="T25" fmla="*/ 0 h 4920"/>
                  <a:gd name="T26" fmla="*/ 0 w 3301"/>
                  <a:gd name="T27" fmla="*/ 0 h 4920"/>
                  <a:gd name="T28" fmla="*/ 0 w 3301"/>
                  <a:gd name="T29" fmla="*/ 0 h 4920"/>
                  <a:gd name="T30" fmla="*/ 0 w 3301"/>
                  <a:gd name="T31" fmla="*/ 0 h 4920"/>
                  <a:gd name="T32" fmla="*/ 0 w 3301"/>
                  <a:gd name="T33" fmla="*/ 0 h 4920"/>
                  <a:gd name="T34" fmla="*/ 0 w 3301"/>
                  <a:gd name="T35" fmla="*/ 0 h 4920"/>
                  <a:gd name="T36" fmla="*/ 0 w 3301"/>
                  <a:gd name="T37" fmla="*/ 0 h 4920"/>
                  <a:gd name="T38" fmla="*/ 0 w 3301"/>
                  <a:gd name="T39" fmla="*/ 0 h 4920"/>
                  <a:gd name="T40" fmla="*/ 0 w 3301"/>
                  <a:gd name="T41" fmla="*/ 0 h 4920"/>
                  <a:gd name="T42" fmla="*/ 0 w 3301"/>
                  <a:gd name="T43" fmla="*/ 0 h 4920"/>
                  <a:gd name="T44" fmla="*/ 0 w 3301"/>
                  <a:gd name="T45" fmla="*/ 0 h 4920"/>
                  <a:gd name="T46" fmla="*/ 0 w 3301"/>
                  <a:gd name="T47" fmla="*/ 0 h 4920"/>
                  <a:gd name="T48" fmla="*/ 0 w 3301"/>
                  <a:gd name="T49" fmla="*/ 0 h 4920"/>
                  <a:gd name="T50" fmla="*/ 0 w 3301"/>
                  <a:gd name="T51" fmla="*/ 0 h 4920"/>
                  <a:gd name="T52" fmla="*/ 0 w 3301"/>
                  <a:gd name="T53" fmla="*/ 0 h 4920"/>
                  <a:gd name="T54" fmla="*/ 0 w 3301"/>
                  <a:gd name="T55" fmla="*/ 0 h 4920"/>
                  <a:gd name="T56" fmla="*/ 0 w 3301"/>
                  <a:gd name="T57" fmla="*/ 0 h 4920"/>
                  <a:gd name="T58" fmla="*/ 0 w 3301"/>
                  <a:gd name="T59" fmla="*/ 0 h 4920"/>
                  <a:gd name="T60" fmla="*/ 0 w 3301"/>
                  <a:gd name="T61" fmla="*/ 0 h 4920"/>
                  <a:gd name="T62" fmla="*/ 0 w 3301"/>
                  <a:gd name="T63" fmla="*/ 0 h 4920"/>
                  <a:gd name="T64" fmla="*/ 0 w 3301"/>
                  <a:gd name="T65" fmla="*/ 0 h 4920"/>
                  <a:gd name="T66" fmla="*/ 0 w 3301"/>
                  <a:gd name="T67" fmla="*/ 0 h 4920"/>
                  <a:gd name="T68" fmla="*/ 0 w 3301"/>
                  <a:gd name="T69" fmla="*/ 0 h 4920"/>
                  <a:gd name="T70" fmla="*/ 0 w 3301"/>
                  <a:gd name="T71" fmla="*/ 0 h 4920"/>
                  <a:gd name="T72" fmla="*/ 0 w 3301"/>
                  <a:gd name="T73" fmla="*/ 0 h 4920"/>
                  <a:gd name="T74" fmla="*/ 0 w 3301"/>
                  <a:gd name="T75" fmla="*/ 0 h 4920"/>
                  <a:gd name="T76" fmla="*/ 0 w 3301"/>
                  <a:gd name="T77" fmla="*/ 0 h 4920"/>
                  <a:gd name="T78" fmla="*/ 0 w 3301"/>
                  <a:gd name="T79" fmla="*/ 0 h 4920"/>
                  <a:gd name="T80" fmla="*/ 0 w 3301"/>
                  <a:gd name="T81" fmla="*/ 0 h 4920"/>
                  <a:gd name="T82" fmla="*/ 0 w 3301"/>
                  <a:gd name="T83" fmla="*/ 0 h 4920"/>
                  <a:gd name="T84" fmla="*/ 0 w 3301"/>
                  <a:gd name="T85" fmla="*/ 0 h 4920"/>
                  <a:gd name="T86" fmla="*/ 0 w 3301"/>
                  <a:gd name="T87" fmla="*/ 0 h 4920"/>
                  <a:gd name="T88" fmla="*/ 0 w 3301"/>
                  <a:gd name="T89" fmla="*/ 0 h 4920"/>
                  <a:gd name="T90" fmla="*/ 0 w 3301"/>
                  <a:gd name="T91" fmla="*/ 0 h 4920"/>
                  <a:gd name="T92" fmla="*/ 0 w 3301"/>
                  <a:gd name="T93" fmla="*/ 0 h 4920"/>
                  <a:gd name="T94" fmla="*/ 0 w 3301"/>
                  <a:gd name="T95" fmla="*/ 0 h 4920"/>
                  <a:gd name="T96" fmla="*/ 0 w 3301"/>
                  <a:gd name="T97" fmla="*/ 0 h 4920"/>
                  <a:gd name="T98" fmla="*/ 0 w 3301"/>
                  <a:gd name="T99" fmla="*/ 0 h 4920"/>
                  <a:gd name="T100" fmla="*/ 0 w 3301"/>
                  <a:gd name="T101" fmla="*/ 0 h 492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301"/>
                  <a:gd name="T154" fmla="*/ 0 h 4920"/>
                  <a:gd name="T155" fmla="*/ 3301 w 3301"/>
                  <a:gd name="T156" fmla="*/ 4920 h 492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301" h="4920">
                    <a:moveTo>
                      <a:pt x="0" y="3953"/>
                    </a:moveTo>
                    <a:lnTo>
                      <a:pt x="207" y="4054"/>
                    </a:lnTo>
                    <a:lnTo>
                      <a:pt x="375" y="4154"/>
                    </a:lnTo>
                    <a:lnTo>
                      <a:pt x="531" y="4294"/>
                    </a:lnTo>
                    <a:lnTo>
                      <a:pt x="689" y="4418"/>
                    </a:lnTo>
                    <a:lnTo>
                      <a:pt x="796" y="4194"/>
                    </a:lnTo>
                    <a:lnTo>
                      <a:pt x="1013" y="3896"/>
                    </a:lnTo>
                    <a:lnTo>
                      <a:pt x="1340" y="3514"/>
                    </a:lnTo>
                    <a:lnTo>
                      <a:pt x="1588" y="3188"/>
                    </a:lnTo>
                    <a:lnTo>
                      <a:pt x="1884" y="2788"/>
                    </a:lnTo>
                    <a:lnTo>
                      <a:pt x="2024" y="2428"/>
                    </a:lnTo>
                    <a:lnTo>
                      <a:pt x="2164" y="2208"/>
                    </a:lnTo>
                    <a:lnTo>
                      <a:pt x="2274" y="1964"/>
                    </a:lnTo>
                    <a:lnTo>
                      <a:pt x="2304" y="1683"/>
                    </a:lnTo>
                    <a:lnTo>
                      <a:pt x="2304" y="1003"/>
                    </a:lnTo>
                    <a:lnTo>
                      <a:pt x="2570" y="379"/>
                    </a:lnTo>
                    <a:lnTo>
                      <a:pt x="2397" y="982"/>
                    </a:lnTo>
                    <a:lnTo>
                      <a:pt x="2693" y="662"/>
                    </a:lnTo>
                    <a:lnTo>
                      <a:pt x="2959" y="116"/>
                    </a:lnTo>
                    <a:lnTo>
                      <a:pt x="3110" y="0"/>
                    </a:lnTo>
                    <a:lnTo>
                      <a:pt x="3223" y="0"/>
                    </a:lnTo>
                    <a:lnTo>
                      <a:pt x="3301" y="99"/>
                    </a:lnTo>
                    <a:lnTo>
                      <a:pt x="3206" y="298"/>
                    </a:lnTo>
                    <a:lnTo>
                      <a:pt x="3110" y="116"/>
                    </a:lnTo>
                    <a:lnTo>
                      <a:pt x="3017" y="116"/>
                    </a:lnTo>
                    <a:lnTo>
                      <a:pt x="2959" y="175"/>
                    </a:lnTo>
                    <a:lnTo>
                      <a:pt x="2737" y="719"/>
                    </a:lnTo>
                    <a:lnTo>
                      <a:pt x="2737" y="821"/>
                    </a:lnTo>
                    <a:lnTo>
                      <a:pt x="2770" y="902"/>
                    </a:lnTo>
                    <a:lnTo>
                      <a:pt x="2833" y="923"/>
                    </a:lnTo>
                    <a:lnTo>
                      <a:pt x="2973" y="923"/>
                    </a:lnTo>
                    <a:lnTo>
                      <a:pt x="2939" y="1022"/>
                    </a:lnTo>
                    <a:lnTo>
                      <a:pt x="2910" y="1221"/>
                    </a:lnTo>
                    <a:lnTo>
                      <a:pt x="2850" y="1244"/>
                    </a:lnTo>
                    <a:lnTo>
                      <a:pt x="2770" y="1361"/>
                    </a:lnTo>
                    <a:lnTo>
                      <a:pt x="2723" y="1562"/>
                    </a:lnTo>
                    <a:lnTo>
                      <a:pt x="2615" y="2270"/>
                    </a:lnTo>
                    <a:lnTo>
                      <a:pt x="2553" y="2246"/>
                    </a:lnTo>
                    <a:lnTo>
                      <a:pt x="2505" y="2246"/>
                    </a:lnTo>
                    <a:lnTo>
                      <a:pt x="2459" y="2288"/>
                    </a:lnTo>
                    <a:lnTo>
                      <a:pt x="1993" y="3351"/>
                    </a:lnTo>
                    <a:lnTo>
                      <a:pt x="1668" y="3953"/>
                    </a:lnTo>
                    <a:lnTo>
                      <a:pt x="1340" y="4376"/>
                    </a:lnTo>
                    <a:lnTo>
                      <a:pt x="1060" y="4698"/>
                    </a:lnTo>
                    <a:lnTo>
                      <a:pt x="922" y="4920"/>
                    </a:lnTo>
                    <a:lnTo>
                      <a:pt x="860" y="4780"/>
                    </a:lnTo>
                    <a:lnTo>
                      <a:pt x="764" y="4618"/>
                    </a:lnTo>
                    <a:lnTo>
                      <a:pt x="593" y="4418"/>
                    </a:lnTo>
                    <a:lnTo>
                      <a:pt x="375" y="4213"/>
                    </a:lnTo>
                    <a:lnTo>
                      <a:pt x="191" y="4073"/>
                    </a:lnTo>
                    <a:lnTo>
                      <a:pt x="0" y="39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8" name="Freeform 581"/>
              <p:cNvSpPr>
                <a:spLocks/>
              </p:cNvSpPr>
              <p:nvPr/>
            </p:nvSpPr>
            <p:spPr bwMode="auto">
              <a:xfrm>
                <a:off x="1324" y="3783"/>
                <a:ext cx="22" cy="18"/>
              </a:xfrm>
              <a:custGeom>
                <a:avLst/>
                <a:gdLst>
                  <a:gd name="T0" fmla="*/ 0 w 218"/>
                  <a:gd name="T1" fmla="*/ 0 h 182"/>
                  <a:gd name="T2" fmla="*/ 0 w 218"/>
                  <a:gd name="T3" fmla="*/ 0 h 182"/>
                  <a:gd name="T4" fmla="*/ 0 w 218"/>
                  <a:gd name="T5" fmla="*/ 0 h 182"/>
                  <a:gd name="T6" fmla="*/ 0 w 218"/>
                  <a:gd name="T7" fmla="*/ 0 h 182"/>
                  <a:gd name="T8" fmla="*/ 0 w 218"/>
                  <a:gd name="T9" fmla="*/ 0 h 182"/>
                  <a:gd name="T10" fmla="*/ 0 60000 65536"/>
                  <a:gd name="T11" fmla="*/ 0 60000 65536"/>
                  <a:gd name="T12" fmla="*/ 0 60000 65536"/>
                  <a:gd name="T13" fmla="*/ 0 60000 65536"/>
                  <a:gd name="T14" fmla="*/ 0 60000 65536"/>
                  <a:gd name="T15" fmla="*/ 0 w 218"/>
                  <a:gd name="T16" fmla="*/ 0 h 182"/>
                  <a:gd name="T17" fmla="*/ 218 w 218"/>
                  <a:gd name="T18" fmla="*/ 182 h 182"/>
                </a:gdLst>
                <a:ahLst/>
                <a:cxnLst>
                  <a:cxn ang="T10">
                    <a:pos x="T0" y="T1"/>
                  </a:cxn>
                  <a:cxn ang="T11">
                    <a:pos x="T2" y="T3"/>
                  </a:cxn>
                  <a:cxn ang="T12">
                    <a:pos x="T4" y="T5"/>
                  </a:cxn>
                  <a:cxn ang="T13">
                    <a:pos x="T6" y="T7"/>
                  </a:cxn>
                  <a:cxn ang="T14">
                    <a:pos x="T8" y="T9"/>
                  </a:cxn>
                </a:cxnLst>
                <a:rect l="T15" t="T16" r="T17" b="T18"/>
                <a:pathLst>
                  <a:path w="218" h="182">
                    <a:moveTo>
                      <a:pt x="0" y="162"/>
                    </a:moveTo>
                    <a:lnTo>
                      <a:pt x="218" y="0"/>
                    </a:lnTo>
                    <a:lnTo>
                      <a:pt x="218" y="101"/>
                    </a:lnTo>
                    <a:lnTo>
                      <a:pt x="46" y="182"/>
                    </a:lnTo>
                    <a:lnTo>
                      <a:pt x="0" y="1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9" name="Freeform 582"/>
              <p:cNvSpPr>
                <a:spLocks/>
              </p:cNvSpPr>
              <p:nvPr/>
            </p:nvSpPr>
            <p:spPr bwMode="auto">
              <a:xfrm>
                <a:off x="1357" y="3765"/>
                <a:ext cx="86" cy="106"/>
              </a:xfrm>
              <a:custGeom>
                <a:avLst/>
                <a:gdLst>
                  <a:gd name="T0" fmla="*/ 0 w 855"/>
                  <a:gd name="T1" fmla="*/ 0 h 1063"/>
                  <a:gd name="T2" fmla="*/ 0 w 855"/>
                  <a:gd name="T3" fmla="*/ 0 h 1063"/>
                  <a:gd name="T4" fmla="*/ 0 w 855"/>
                  <a:gd name="T5" fmla="*/ 0 h 1063"/>
                  <a:gd name="T6" fmla="*/ 0 w 855"/>
                  <a:gd name="T7" fmla="*/ 0 h 1063"/>
                  <a:gd name="T8" fmla="*/ 0 w 855"/>
                  <a:gd name="T9" fmla="*/ 0 h 1063"/>
                  <a:gd name="T10" fmla="*/ 0 w 855"/>
                  <a:gd name="T11" fmla="*/ 0 h 1063"/>
                  <a:gd name="T12" fmla="*/ 0 w 855"/>
                  <a:gd name="T13" fmla="*/ 0 h 1063"/>
                  <a:gd name="T14" fmla="*/ 0 w 855"/>
                  <a:gd name="T15" fmla="*/ 0 h 1063"/>
                  <a:gd name="T16" fmla="*/ 0 w 855"/>
                  <a:gd name="T17" fmla="*/ 0 h 1063"/>
                  <a:gd name="T18" fmla="*/ 0 w 855"/>
                  <a:gd name="T19" fmla="*/ 0 h 1063"/>
                  <a:gd name="T20" fmla="*/ 0 w 855"/>
                  <a:gd name="T21" fmla="*/ 0 h 1063"/>
                  <a:gd name="T22" fmla="*/ 0 w 855"/>
                  <a:gd name="T23" fmla="*/ 0 h 1063"/>
                  <a:gd name="T24" fmla="*/ 0 w 855"/>
                  <a:gd name="T25" fmla="*/ 0 h 1063"/>
                  <a:gd name="T26" fmla="*/ 0 w 855"/>
                  <a:gd name="T27" fmla="*/ 0 h 1063"/>
                  <a:gd name="T28" fmla="*/ 0 w 855"/>
                  <a:gd name="T29" fmla="*/ 0 h 1063"/>
                  <a:gd name="T30" fmla="*/ 0 w 855"/>
                  <a:gd name="T31" fmla="*/ 0 h 1063"/>
                  <a:gd name="T32" fmla="*/ 0 w 855"/>
                  <a:gd name="T33" fmla="*/ 0 h 1063"/>
                  <a:gd name="T34" fmla="*/ 0 w 855"/>
                  <a:gd name="T35" fmla="*/ 0 h 1063"/>
                  <a:gd name="T36" fmla="*/ 0 w 855"/>
                  <a:gd name="T37" fmla="*/ 0 h 1063"/>
                  <a:gd name="T38" fmla="*/ 0 w 855"/>
                  <a:gd name="T39" fmla="*/ 0 h 1063"/>
                  <a:gd name="T40" fmla="*/ 0 w 855"/>
                  <a:gd name="T41" fmla="*/ 0 h 1063"/>
                  <a:gd name="T42" fmla="*/ 0 w 855"/>
                  <a:gd name="T43" fmla="*/ 0 h 1063"/>
                  <a:gd name="T44" fmla="*/ 0 w 855"/>
                  <a:gd name="T45" fmla="*/ 0 h 1063"/>
                  <a:gd name="T46" fmla="*/ 0 w 855"/>
                  <a:gd name="T47" fmla="*/ 0 h 1063"/>
                  <a:gd name="T48" fmla="*/ 0 w 855"/>
                  <a:gd name="T49" fmla="*/ 0 h 1063"/>
                  <a:gd name="T50" fmla="*/ 0 w 855"/>
                  <a:gd name="T51" fmla="*/ 0 h 1063"/>
                  <a:gd name="T52" fmla="*/ 0 w 855"/>
                  <a:gd name="T53" fmla="*/ 0 h 1063"/>
                  <a:gd name="T54" fmla="*/ 0 w 855"/>
                  <a:gd name="T55" fmla="*/ 0 h 1063"/>
                  <a:gd name="T56" fmla="*/ 0 w 855"/>
                  <a:gd name="T57" fmla="*/ 0 h 1063"/>
                  <a:gd name="T58" fmla="*/ 0 w 855"/>
                  <a:gd name="T59" fmla="*/ 0 h 1063"/>
                  <a:gd name="T60" fmla="*/ 0 w 855"/>
                  <a:gd name="T61" fmla="*/ 0 h 1063"/>
                  <a:gd name="T62" fmla="*/ 0 w 855"/>
                  <a:gd name="T63" fmla="*/ 0 h 106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55"/>
                  <a:gd name="T97" fmla="*/ 0 h 1063"/>
                  <a:gd name="T98" fmla="*/ 855 w 855"/>
                  <a:gd name="T99" fmla="*/ 1063 h 106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55" h="1063">
                    <a:moveTo>
                      <a:pt x="0" y="905"/>
                    </a:moveTo>
                    <a:lnTo>
                      <a:pt x="280" y="121"/>
                    </a:lnTo>
                    <a:lnTo>
                      <a:pt x="449" y="17"/>
                    </a:lnTo>
                    <a:lnTo>
                      <a:pt x="530" y="0"/>
                    </a:lnTo>
                    <a:lnTo>
                      <a:pt x="576" y="0"/>
                    </a:lnTo>
                    <a:lnTo>
                      <a:pt x="637" y="39"/>
                    </a:lnTo>
                    <a:lnTo>
                      <a:pt x="669" y="98"/>
                    </a:lnTo>
                    <a:lnTo>
                      <a:pt x="669" y="179"/>
                    </a:lnTo>
                    <a:lnTo>
                      <a:pt x="733" y="157"/>
                    </a:lnTo>
                    <a:lnTo>
                      <a:pt x="792" y="157"/>
                    </a:lnTo>
                    <a:lnTo>
                      <a:pt x="855" y="240"/>
                    </a:lnTo>
                    <a:lnTo>
                      <a:pt x="855" y="441"/>
                    </a:lnTo>
                    <a:lnTo>
                      <a:pt x="777" y="784"/>
                    </a:lnTo>
                    <a:lnTo>
                      <a:pt x="653" y="905"/>
                    </a:lnTo>
                    <a:lnTo>
                      <a:pt x="559" y="1063"/>
                    </a:lnTo>
                    <a:lnTo>
                      <a:pt x="669" y="784"/>
                    </a:lnTo>
                    <a:lnTo>
                      <a:pt x="746" y="682"/>
                    </a:lnTo>
                    <a:lnTo>
                      <a:pt x="826" y="401"/>
                    </a:lnTo>
                    <a:lnTo>
                      <a:pt x="826" y="318"/>
                    </a:lnTo>
                    <a:lnTo>
                      <a:pt x="746" y="261"/>
                    </a:lnTo>
                    <a:lnTo>
                      <a:pt x="653" y="261"/>
                    </a:lnTo>
                    <a:lnTo>
                      <a:pt x="530" y="621"/>
                    </a:lnTo>
                    <a:lnTo>
                      <a:pt x="420" y="744"/>
                    </a:lnTo>
                    <a:lnTo>
                      <a:pt x="324" y="943"/>
                    </a:lnTo>
                    <a:lnTo>
                      <a:pt x="604" y="261"/>
                    </a:lnTo>
                    <a:lnTo>
                      <a:pt x="604" y="179"/>
                    </a:lnTo>
                    <a:lnTo>
                      <a:pt x="576" y="121"/>
                    </a:lnTo>
                    <a:lnTo>
                      <a:pt x="513" y="98"/>
                    </a:lnTo>
                    <a:lnTo>
                      <a:pt x="449" y="98"/>
                    </a:lnTo>
                    <a:lnTo>
                      <a:pt x="388" y="140"/>
                    </a:lnTo>
                    <a:lnTo>
                      <a:pt x="13" y="1004"/>
                    </a:lnTo>
                    <a:lnTo>
                      <a:pt x="0" y="9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0" name="Freeform 583"/>
              <p:cNvSpPr>
                <a:spLocks/>
              </p:cNvSpPr>
              <p:nvPr/>
            </p:nvSpPr>
            <p:spPr bwMode="auto">
              <a:xfrm>
                <a:off x="1213" y="3807"/>
                <a:ext cx="239" cy="486"/>
              </a:xfrm>
              <a:custGeom>
                <a:avLst/>
                <a:gdLst>
                  <a:gd name="T0" fmla="*/ 0 w 2395"/>
                  <a:gd name="T1" fmla="*/ 0 h 4860"/>
                  <a:gd name="T2" fmla="*/ 0 w 2395"/>
                  <a:gd name="T3" fmla="*/ 0 h 4860"/>
                  <a:gd name="T4" fmla="*/ 0 w 2395"/>
                  <a:gd name="T5" fmla="*/ 0 h 4860"/>
                  <a:gd name="T6" fmla="*/ 0 w 2395"/>
                  <a:gd name="T7" fmla="*/ 0 h 4860"/>
                  <a:gd name="T8" fmla="*/ 0 w 2395"/>
                  <a:gd name="T9" fmla="*/ 0 h 4860"/>
                  <a:gd name="T10" fmla="*/ 0 w 2395"/>
                  <a:gd name="T11" fmla="*/ 0 h 4860"/>
                  <a:gd name="T12" fmla="*/ 0 w 2395"/>
                  <a:gd name="T13" fmla="*/ 0 h 4860"/>
                  <a:gd name="T14" fmla="*/ 0 w 2395"/>
                  <a:gd name="T15" fmla="*/ 0 h 4860"/>
                  <a:gd name="T16" fmla="*/ 0 w 2395"/>
                  <a:gd name="T17" fmla="*/ 0 h 4860"/>
                  <a:gd name="T18" fmla="*/ 0 w 2395"/>
                  <a:gd name="T19" fmla="*/ 0 h 4860"/>
                  <a:gd name="T20" fmla="*/ 0 w 2395"/>
                  <a:gd name="T21" fmla="*/ 0 h 4860"/>
                  <a:gd name="T22" fmla="*/ 0 w 2395"/>
                  <a:gd name="T23" fmla="*/ 0 h 4860"/>
                  <a:gd name="T24" fmla="*/ 0 w 2395"/>
                  <a:gd name="T25" fmla="*/ 0 h 4860"/>
                  <a:gd name="T26" fmla="*/ 0 w 2395"/>
                  <a:gd name="T27" fmla="*/ 0 h 4860"/>
                  <a:gd name="T28" fmla="*/ 0 w 2395"/>
                  <a:gd name="T29" fmla="*/ 0 h 4860"/>
                  <a:gd name="T30" fmla="*/ 0 w 2395"/>
                  <a:gd name="T31" fmla="*/ 0 h 4860"/>
                  <a:gd name="T32" fmla="*/ 0 w 2395"/>
                  <a:gd name="T33" fmla="*/ 0 h 4860"/>
                  <a:gd name="T34" fmla="*/ 0 w 2395"/>
                  <a:gd name="T35" fmla="*/ 0 h 4860"/>
                  <a:gd name="T36" fmla="*/ 0 w 2395"/>
                  <a:gd name="T37" fmla="*/ 0 h 4860"/>
                  <a:gd name="T38" fmla="*/ 0 w 2395"/>
                  <a:gd name="T39" fmla="*/ 0 h 4860"/>
                  <a:gd name="T40" fmla="*/ 0 w 2395"/>
                  <a:gd name="T41" fmla="*/ 0 h 4860"/>
                  <a:gd name="T42" fmla="*/ 0 w 2395"/>
                  <a:gd name="T43" fmla="*/ 0 h 4860"/>
                  <a:gd name="T44" fmla="*/ 0 w 2395"/>
                  <a:gd name="T45" fmla="*/ 0 h 4860"/>
                  <a:gd name="T46" fmla="*/ 0 w 2395"/>
                  <a:gd name="T47" fmla="*/ 0 h 4860"/>
                  <a:gd name="T48" fmla="*/ 0 w 2395"/>
                  <a:gd name="T49" fmla="*/ 0 h 4860"/>
                  <a:gd name="T50" fmla="*/ 0 w 2395"/>
                  <a:gd name="T51" fmla="*/ 0 h 4860"/>
                  <a:gd name="T52" fmla="*/ 0 w 2395"/>
                  <a:gd name="T53" fmla="*/ 0 h 4860"/>
                  <a:gd name="T54" fmla="*/ 0 w 2395"/>
                  <a:gd name="T55" fmla="*/ 0 h 4860"/>
                  <a:gd name="T56" fmla="*/ 0 w 2395"/>
                  <a:gd name="T57" fmla="*/ 0 h 4860"/>
                  <a:gd name="T58" fmla="*/ 0 w 2395"/>
                  <a:gd name="T59" fmla="*/ 0 h 4860"/>
                  <a:gd name="T60" fmla="*/ 0 w 2395"/>
                  <a:gd name="T61" fmla="*/ 0 h 4860"/>
                  <a:gd name="T62" fmla="*/ 0 w 2395"/>
                  <a:gd name="T63" fmla="*/ 0 h 4860"/>
                  <a:gd name="T64" fmla="*/ 0 w 2395"/>
                  <a:gd name="T65" fmla="*/ 0 h 486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95"/>
                  <a:gd name="T100" fmla="*/ 0 h 4860"/>
                  <a:gd name="T101" fmla="*/ 2395 w 2395"/>
                  <a:gd name="T102" fmla="*/ 4860 h 486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95" h="4860">
                    <a:moveTo>
                      <a:pt x="0" y="4860"/>
                    </a:moveTo>
                    <a:lnTo>
                      <a:pt x="216" y="4556"/>
                    </a:lnTo>
                    <a:lnTo>
                      <a:pt x="417" y="4238"/>
                    </a:lnTo>
                    <a:lnTo>
                      <a:pt x="652" y="3735"/>
                    </a:lnTo>
                    <a:lnTo>
                      <a:pt x="1164" y="2412"/>
                    </a:lnTo>
                    <a:lnTo>
                      <a:pt x="1321" y="2047"/>
                    </a:lnTo>
                    <a:lnTo>
                      <a:pt x="1446" y="1848"/>
                    </a:lnTo>
                    <a:lnTo>
                      <a:pt x="1615" y="1645"/>
                    </a:lnTo>
                    <a:lnTo>
                      <a:pt x="1804" y="1465"/>
                    </a:lnTo>
                    <a:lnTo>
                      <a:pt x="1927" y="1304"/>
                    </a:lnTo>
                    <a:lnTo>
                      <a:pt x="1990" y="1122"/>
                    </a:lnTo>
                    <a:lnTo>
                      <a:pt x="2050" y="944"/>
                    </a:lnTo>
                    <a:lnTo>
                      <a:pt x="2334" y="442"/>
                    </a:lnTo>
                    <a:lnTo>
                      <a:pt x="2363" y="279"/>
                    </a:lnTo>
                    <a:lnTo>
                      <a:pt x="2363" y="177"/>
                    </a:lnTo>
                    <a:lnTo>
                      <a:pt x="2334" y="102"/>
                    </a:lnTo>
                    <a:lnTo>
                      <a:pt x="2272" y="38"/>
                    </a:lnTo>
                    <a:lnTo>
                      <a:pt x="2285" y="0"/>
                    </a:lnTo>
                    <a:lnTo>
                      <a:pt x="2363" y="59"/>
                    </a:lnTo>
                    <a:lnTo>
                      <a:pt x="2395" y="140"/>
                    </a:lnTo>
                    <a:lnTo>
                      <a:pt x="2395" y="279"/>
                    </a:lnTo>
                    <a:lnTo>
                      <a:pt x="2363" y="442"/>
                    </a:lnTo>
                    <a:lnTo>
                      <a:pt x="2301" y="582"/>
                    </a:lnTo>
                    <a:lnTo>
                      <a:pt x="2099" y="963"/>
                    </a:lnTo>
                    <a:lnTo>
                      <a:pt x="1944" y="1385"/>
                    </a:lnTo>
                    <a:lnTo>
                      <a:pt x="1770" y="1584"/>
                    </a:lnTo>
                    <a:lnTo>
                      <a:pt x="1524" y="1848"/>
                    </a:lnTo>
                    <a:lnTo>
                      <a:pt x="1353" y="2085"/>
                    </a:lnTo>
                    <a:lnTo>
                      <a:pt x="1213" y="2412"/>
                    </a:lnTo>
                    <a:lnTo>
                      <a:pt x="637" y="3854"/>
                    </a:lnTo>
                    <a:lnTo>
                      <a:pt x="390" y="4378"/>
                    </a:lnTo>
                    <a:lnTo>
                      <a:pt x="44" y="4860"/>
                    </a:lnTo>
                    <a:lnTo>
                      <a:pt x="0" y="48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1" name="Freeform 584"/>
              <p:cNvSpPr>
                <a:spLocks/>
              </p:cNvSpPr>
              <p:nvPr/>
            </p:nvSpPr>
            <p:spPr bwMode="auto">
              <a:xfrm>
                <a:off x="1057" y="3934"/>
                <a:ext cx="190" cy="42"/>
              </a:xfrm>
              <a:custGeom>
                <a:avLst/>
                <a:gdLst>
                  <a:gd name="T0" fmla="*/ 0 w 1900"/>
                  <a:gd name="T1" fmla="*/ 0 h 419"/>
                  <a:gd name="T2" fmla="*/ 0 w 1900"/>
                  <a:gd name="T3" fmla="*/ 0 h 419"/>
                  <a:gd name="T4" fmla="*/ 0 w 1900"/>
                  <a:gd name="T5" fmla="*/ 0 h 419"/>
                  <a:gd name="T6" fmla="*/ 0 w 1900"/>
                  <a:gd name="T7" fmla="*/ 0 h 419"/>
                  <a:gd name="T8" fmla="*/ 0 w 1900"/>
                  <a:gd name="T9" fmla="*/ 0 h 419"/>
                  <a:gd name="T10" fmla="*/ 0 w 1900"/>
                  <a:gd name="T11" fmla="*/ 0 h 419"/>
                  <a:gd name="T12" fmla="*/ 0 w 1900"/>
                  <a:gd name="T13" fmla="*/ 0 h 419"/>
                  <a:gd name="T14" fmla="*/ 0 w 1900"/>
                  <a:gd name="T15" fmla="*/ 0 h 419"/>
                  <a:gd name="T16" fmla="*/ 0 w 1900"/>
                  <a:gd name="T17" fmla="*/ 0 h 419"/>
                  <a:gd name="T18" fmla="*/ 0 w 1900"/>
                  <a:gd name="T19" fmla="*/ 0 h 419"/>
                  <a:gd name="T20" fmla="*/ 0 w 1900"/>
                  <a:gd name="T21" fmla="*/ 0 h 419"/>
                  <a:gd name="T22" fmla="*/ 0 w 1900"/>
                  <a:gd name="T23" fmla="*/ 0 h 419"/>
                  <a:gd name="T24" fmla="*/ 0 w 1900"/>
                  <a:gd name="T25" fmla="*/ 0 h 4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0"/>
                  <a:gd name="T40" fmla="*/ 0 h 419"/>
                  <a:gd name="T41" fmla="*/ 1900 w 1900"/>
                  <a:gd name="T42" fmla="*/ 419 h 4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0" h="419">
                    <a:moveTo>
                      <a:pt x="61" y="419"/>
                    </a:moveTo>
                    <a:lnTo>
                      <a:pt x="389" y="362"/>
                    </a:lnTo>
                    <a:lnTo>
                      <a:pt x="885" y="199"/>
                    </a:lnTo>
                    <a:lnTo>
                      <a:pt x="1416" y="60"/>
                    </a:lnTo>
                    <a:lnTo>
                      <a:pt x="1711" y="60"/>
                    </a:lnTo>
                    <a:lnTo>
                      <a:pt x="1900" y="97"/>
                    </a:lnTo>
                    <a:lnTo>
                      <a:pt x="1833" y="38"/>
                    </a:lnTo>
                    <a:lnTo>
                      <a:pt x="1694" y="0"/>
                    </a:lnTo>
                    <a:lnTo>
                      <a:pt x="1416" y="0"/>
                    </a:lnTo>
                    <a:lnTo>
                      <a:pt x="1120" y="60"/>
                    </a:lnTo>
                    <a:lnTo>
                      <a:pt x="419" y="258"/>
                    </a:lnTo>
                    <a:lnTo>
                      <a:pt x="0" y="341"/>
                    </a:lnTo>
                    <a:lnTo>
                      <a:pt x="61" y="4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2" name="Freeform 585"/>
              <p:cNvSpPr>
                <a:spLocks/>
              </p:cNvSpPr>
              <p:nvPr/>
            </p:nvSpPr>
            <p:spPr bwMode="auto">
              <a:xfrm>
                <a:off x="1466" y="4143"/>
                <a:ext cx="19" cy="140"/>
              </a:xfrm>
              <a:custGeom>
                <a:avLst/>
                <a:gdLst>
                  <a:gd name="T0" fmla="*/ 0 w 193"/>
                  <a:gd name="T1" fmla="*/ 0 h 1395"/>
                  <a:gd name="T2" fmla="*/ 0 w 193"/>
                  <a:gd name="T3" fmla="*/ 0 h 1395"/>
                  <a:gd name="T4" fmla="*/ 0 w 193"/>
                  <a:gd name="T5" fmla="*/ 0 h 1395"/>
                  <a:gd name="T6" fmla="*/ 0 w 193"/>
                  <a:gd name="T7" fmla="*/ 0 h 1395"/>
                  <a:gd name="T8" fmla="*/ 0 w 193"/>
                  <a:gd name="T9" fmla="*/ 0 h 1395"/>
                  <a:gd name="T10" fmla="*/ 0 w 193"/>
                  <a:gd name="T11" fmla="*/ 0 h 1395"/>
                  <a:gd name="T12" fmla="*/ 0 w 193"/>
                  <a:gd name="T13" fmla="*/ 0 h 1395"/>
                  <a:gd name="T14" fmla="*/ 0 w 193"/>
                  <a:gd name="T15" fmla="*/ 0 h 1395"/>
                  <a:gd name="T16" fmla="*/ 0 w 193"/>
                  <a:gd name="T17" fmla="*/ 0 h 1395"/>
                  <a:gd name="T18" fmla="*/ 0 w 193"/>
                  <a:gd name="T19" fmla="*/ 0 h 13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3"/>
                  <a:gd name="T31" fmla="*/ 0 h 1395"/>
                  <a:gd name="T32" fmla="*/ 193 w 193"/>
                  <a:gd name="T33" fmla="*/ 1395 h 139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3" h="1395">
                    <a:moveTo>
                      <a:pt x="0" y="0"/>
                    </a:moveTo>
                    <a:lnTo>
                      <a:pt x="94" y="329"/>
                    </a:lnTo>
                    <a:lnTo>
                      <a:pt x="127" y="576"/>
                    </a:lnTo>
                    <a:lnTo>
                      <a:pt x="127" y="1027"/>
                    </a:lnTo>
                    <a:lnTo>
                      <a:pt x="67" y="1395"/>
                    </a:lnTo>
                    <a:lnTo>
                      <a:pt x="160" y="1069"/>
                    </a:lnTo>
                    <a:lnTo>
                      <a:pt x="193" y="822"/>
                    </a:lnTo>
                    <a:lnTo>
                      <a:pt x="193" y="496"/>
                    </a:lnTo>
                    <a:lnTo>
                      <a:pt x="94" y="12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3" name="Line 586"/>
              <p:cNvSpPr>
                <a:spLocks noChangeShapeType="1"/>
              </p:cNvSpPr>
              <p:nvPr/>
            </p:nvSpPr>
            <p:spPr bwMode="auto">
              <a:xfrm flipH="1" flipV="1">
                <a:off x="1342" y="4027"/>
                <a:ext cx="302"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4" name="Line 587"/>
              <p:cNvSpPr>
                <a:spLocks noChangeShapeType="1"/>
              </p:cNvSpPr>
              <p:nvPr/>
            </p:nvSpPr>
            <p:spPr bwMode="auto">
              <a:xfrm flipH="1" flipV="1">
                <a:off x="1134" y="3842"/>
                <a:ext cx="151"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5" name="Line 588"/>
              <p:cNvSpPr>
                <a:spLocks noChangeShapeType="1"/>
              </p:cNvSpPr>
              <p:nvPr/>
            </p:nvSpPr>
            <p:spPr bwMode="auto">
              <a:xfrm flipH="1" flipV="1">
                <a:off x="990" y="3716"/>
                <a:ext cx="97" cy="8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6" name="Line 589"/>
              <p:cNvSpPr>
                <a:spLocks noChangeShapeType="1"/>
              </p:cNvSpPr>
              <p:nvPr/>
            </p:nvSpPr>
            <p:spPr bwMode="auto">
              <a:xfrm flipH="1" flipV="1">
                <a:off x="1355" y="4006"/>
                <a:ext cx="325" cy="28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7" name="Line 590"/>
              <p:cNvSpPr>
                <a:spLocks noChangeShapeType="1"/>
              </p:cNvSpPr>
              <p:nvPr/>
            </p:nvSpPr>
            <p:spPr bwMode="auto">
              <a:xfrm flipH="1" flipV="1">
                <a:off x="1163" y="3835"/>
                <a:ext cx="132" cy="1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8" name="Line 591"/>
              <p:cNvSpPr>
                <a:spLocks noChangeShapeType="1"/>
              </p:cNvSpPr>
              <p:nvPr/>
            </p:nvSpPr>
            <p:spPr bwMode="auto">
              <a:xfrm>
                <a:off x="993" y="3685"/>
                <a:ext cx="123" cy="10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9" name="Line 592"/>
              <p:cNvSpPr>
                <a:spLocks noChangeShapeType="1"/>
              </p:cNvSpPr>
              <p:nvPr/>
            </p:nvSpPr>
            <p:spPr bwMode="auto">
              <a:xfrm flipV="1">
                <a:off x="990" y="3366"/>
                <a:ext cx="317" cy="1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0" name="Freeform 593"/>
              <p:cNvSpPr>
                <a:spLocks/>
              </p:cNvSpPr>
              <p:nvPr/>
            </p:nvSpPr>
            <p:spPr bwMode="auto">
              <a:xfrm>
                <a:off x="1379" y="3648"/>
                <a:ext cx="532" cy="388"/>
              </a:xfrm>
              <a:custGeom>
                <a:avLst/>
                <a:gdLst>
                  <a:gd name="T0" fmla="*/ 0 w 5313"/>
                  <a:gd name="T1" fmla="*/ 0 h 3875"/>
                  <a:gd name="T2" fmla="*/ 0 w 5313"/>
                  <a:gd name="T3" fmla="*/ 0 h 3875"/>
                  <a:gd name="T4" fmla="*/ 0 w 5313"/>
                  <a:gd name="T5" fmla="*/ 0 h 3875"/>
                  <a:gd name="T6" fmla="*/ 0 60000 65536"/>
                  <a:gd name="T7" fmla="*/ 0 60000 65536"/>
                  <a:gd name="T8" fmla="*/ 0 60000 65536"/>
                  <a:gd name="T9" fmla="*/ 0 w 5313"/>
                  <a:gd name="T10" fmla="*/ 0 h 3875"/>
                  <a:gd name="T11" fmla="*/ 5313 w 5313"/>
                  <a:gd name="T12" fmla="*/ 3875 h 3875"/>
                </a:gdLst>
                <a:ahLst/>
                <a:cxnLst>
                  <a:cxn ang="T6">
                    <a:pos x="T0" y="T1"/>
                  </a:cxn>
                  <a:cxn ang="T7">
                    <a:pos x="T2" y="T3"/>
                  </a:cxn>
                  <a:cxn ang="T8">
                    <a:pos x="T4" y="T5"/>
                  </a:cxn>
                </a:cxnLst>
                <a:rect l="T9" t="T10" r="T11" b="T12"/>
                <a:pathLst>
                  <a:path w="5313" h="3875">
                    <a:moveTo>
                      <a:pt x="5313" y="0"/>
                    </a:moveTo>
                    <a:lnTo>
                      <a:pt x="769" y="3875"/>
                    </a:lnTo>
                    <a:lnTo>
                      <a:pt x="0" y="3218"/>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21" name="Line 594"/>
              <p:cNvSpPr>
                <a:spLocks noChangeShapeType="1"/>
              </p:cNvSpPr>
              <p:nvPr/>
            </p:nvSpPr>
            <p:spPr bwMode="auto">
              <a:xfrm flipH="1" flipV="1">
                <a:off x="1212" y="3828"/>
                <a:ext cx="84" cy="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2" name="Freeform 595"/>
              <p:cNvSpPr>
                <a:spLocks/>
              </p:cNvSpPr>
              <p:nvPr/>
            </p:nvSpPr>
            <p:spPr bwMode="auto">
              <a:xfrm>
                <a:off x="1136" y="3602"/>
                <a:ext cx="133" cy="172"/>
              </a:xfrm>
              <a:custGeom>
                <a:avLst/>
                <a:gdLst>
                  <a:gd name="T0" fmla="*/ 0 w 1332"/>
                  <a:gd name="T1" fmla="*/ 0 h 1720"/>
                  <a:gd name="T2" fmla="*/ 0 w 1332"/>
                  <a:gd name="T3" fmla="*/ 0 h 1720"/>
                  <a:gd name="T4" fmla="*/ 0 w 1332"/>
                  <a:gd name="T5" fmla="*/ 0 h 1720"/>
                  <a:gd name="T6" fmla="*/ 0 w 1332"/>
                  <a:gd name="T7" fmla="*/ 0 h 1720"/>
                  <a:gd name="T8" fmla="*/ 0 60000 65536"/>
                  <a:gd name="T9" fmla="*/ 0 60000 65536"/>
                  <a:gd name="T10" fmla="*/ 0 60000 65536"/>
                  <a:gd name="T11" fmla="*/ 0 60000 65536"/>
                  <a:gd name="T12" fmla="*/ 0 w 1332"/>
                  <a:gd name="T13" fmla="*/ 0 h 1720"/>
                  <a:gd name="T14" fmla="*/ 1332 w 1332"/>
                  <a:gd name="T15" fmla="*/ 1720 h 1720"/>
                </a:gdLst>
                <a:ahLst/>
                <a:cxnLst>
                  <a:cxn ang="T8">
                    <a:pos x="T0" y="T1"/>
                  </a:cxn>
                  <a:cxn ang="T9">
                    <a:pos x="T2" y="T3"/>
                  </a:cxn>
                  <a:cxn ang="T10">
                    <a:pos x="T4" y="T5"/>
                  </a:cxn>
                  <a:cxn ang="T11">
                    <a:pos x="T6" y="T7"/>
                  </a:cxn>
                </a:cxnLst>
                <a:rect l="T12" t="T13" r="T14" b="T15"/>
                <a:pathLst>
                  <a:path w="1332" h="1720">
                    <a:moveTo>
                      <a:pt x="136" y="1720"/>
                    </a:moveTo>
                    <a:lnTo>
                      <a:pt x="0" y="1600"/>
                    </a:lnTo>
                    <a:lnTo>
                      <a:pt x="78" y="1340"/>
                    </a:lnTo>
                    <a:lnTo>
                      <a:pt x="1332"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23" name="Freeform 596"/>
              <p:cNvSpPr>
                <a:spLocks/>
              </p:cNvSpPr>
              <p:nvPr/>
            </p:nvSpPr>
            <p:spPr bwMode="auto">
              <a:xfrm>
                <a:off x="1269" y="3602"/>
                <a:ext cx="366" cy="389"/>
              </a:xfrm>
              <a:custGeom>
                <a:avLst/>
                <a:gdLst>
                  <a:gd name="T0" fmla="*/ 0 w 3666"/>
                  <a:gd name="T1" fmla="*/ 0 h 3892"/>
                  <a:gd name="T2" fmla="*/ 0 w 3666"/>
                  <a:gd name="T3" fmla="*/ 0 h 3892"/>
                  <a:gd name="T4" fmla="*/ 0 w 3666"/>
                  <a:gd name="T5" fmla="*/ 0 h 3892"/>
                  <a:gd name="T6" fmla="*/ 0 w 3666"/>
                  <a:gd name="T7" fmla="*/ 0 h 3892"/>
                  <a:gd name="T8" fmla="*/ 0 60000 65536"/>
                  <a:gd name="T9" fmla="*/ 0 60000 65536"/>
                  <a:gd name="T10" fmla="*/ 0 60000 65536"/>
                  <a:gd name="T11" fmla="*/ 0 60000 65536"/>
                  <a:gd name="T12" fmla="*/ 0 w 3666"/>
                  <a:gd name="T13" fmla="*/ 0 h 3892"/>
                  <a:gd name="T14" fmla="*/ 3666 w 3666"/>
                  <a:gd name="T15" fmla="*/ 3892 h 3892"/>
                </a:gdLst>
                <a:ahLst/>
                <a:cxnLst>
                  <a:cxn ang="T8">
                    <a:pos x="T0" y="T1"/>
                  </a:cxn>
                  <a:cxn ang="T9">
                    <a:pos x="T2" y="T3"/>
                  </a:cxn>
                  <a:cxn ang="T10">
                    <a:pos x="T4" y="T5"/>
                  </a:cxn>
                  <a:cxn ang="T11">
                    <a:pos x="T6" y="T7"/>
                  </a:cxn>
                </a:cxnLst>
                <a:rect l="T12" t="T13" r="T14" b="T15"/>
                <a:pathLst>
                  <a:path w="3666" h="3892">
                    <a:moveTo>
                      <a:pt x="0" y="0"/>
                    </a:moveTo>
                    <a:lnTo>
                      <a:pt x="3666" y="2098"/>
                    </a:lnTo>
                    <a:lnTo>
                      <a:pt x="1973" y="3892"/>
                    </a:lnTo>
                    <a:lnTo>
                      <a:pt x="1389" y="342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24" name="Line 597"/>
              <p:cNvSpPr>
                <a:spLocks noChangeShapeType="1"/>
              </p:cNvSpPr>
              <p:nvPr/>
            </p:nvSpPr>
            <p:spPr bwMode="auto">
              <a:xfrm flipH="1" flipV="1">
                <a:off x="1245" y="3816"/>
                <a:ext cx="53"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5" name="Line 598"/>
              <p:cNvSpPr>
                <a:spLocks noChangeShapeType="1"/>
              </p:cNvSpPr>
              <p:nvPr/>
            </p:nvSpPr>
            <p:spPr bwMode="auto">
              <a:xfrm>
                <a:off x="1145" y="3736"/>
                <a:ext cx="20" cy="1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6" name="Line 599"/>
              <p:cNvSpPr>
                <a:spLocks noChangeShapeType="1"/>
              </p:cNvSpPr>
              <p:nvPr/>
            </p:nvSpPr>
            <p:spPr bwMode="auto">
              <a:xfrm>
                <a:off x="1269" y="3798"/>
                <a:ext cx="43" cy="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7" name="Freeform 600"/>
              <p:cNvSpPr>
                <a:spLocks/>
              </p:cNvSpPr>
              <p:nvPr/>
            </p:nvSpPr>
            <p:spPr bwMode="auto">
              <a:xfrm>
                <a:off x="1266" y="3658"/>
                <a:ext cx="293" cy="284"/>
              </a:xfrm>
              <a:custGeom>
                <a:avLst/>
                <a:gdLst>
                  <a:gd name="T0" fmla="*/ 0 w 2922"/>
                  <a:gd name="T1" fmla="*/ 0 h 2844"/>
                  <a:gd name="T2" fmla="*/ 0 w 2922"/>
                  <a:gd name="T3" fmla="*/ 0 h 2844"/>
                  <a:gd name="T4" fmla="*/ 0 w 2922"/>
                  <a:gd name="T5" fmla="*/ 0 h 2844"/>
                  <a:gd name="T6" fmla="*/ 0 w 2922"/>
                  <a:gd name="T7" fmla="*/ 0 h 2844"/>
                  <a:gd name="T8" fmla="*/ 0 60000 65536"/>
                  <a:gd name="T9" fmla="*/ 0 60000 65536"/>
                  <a:gd name="T10" fmla="*/ 0 60000 65536"/>
                  <a:gd name="T11" fmla="*/ 0 60000 65536"/>
                  <a:gd name="T12" fmla="*/ 0 w 2922"/>
                  <a:gd name="T13" fmla="*/ 0 h 2844"/>
                  <a:gd name="T14" fmla="*/ 2922 w 2922"/>
                  <a:gd name="T15" fmla="*/ 2844 h 2844"/>
                </a:gdLst>
                <a:ahLst/>
                <a:cxnLst>
                  <a:cxn ang="T8">
                    <a:pos x="T0" y="T1"/>
                  </a:cxn>
                  <a:cxn ang="T9">
                    <a:pos x="T2" y="T3"/>
                  </a:cxn>
                  <a:cxn ang="T10">
                    <a:pos x="T4" y="T5"/>
                  </a:cxn>
                  <a:cxn ang="T11">
                    <a:pos x="T6" y="T7"/>
                  </a:cxn>
                </a:cxnLst>
                <a:rect l="T12" t="T13" r="T14" b="T15"/>
                <a:pathLst>
                  <a:path w="2922" h="2844">
                    <a:moveTo>
                      <a:pt x="1512" y="2552"/>
                    </a:moveTo>
                    <a:lnTo>
                      <a:pt x="1897" y="2844"/>
                    </a:lnTo>
                    <a:lnTo>
                      <a:pt x="2922" y="1768"/>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28" name="Freeform 601"/>
              <p:cNvSpPr>
                <a:spLocks/>
              </p:cNvSpPr>
              <p:nvPr/>
            </p:nvSpPr>
            <p:spPr bwMode="auto">
              <a:xfrm>
                <a:off x="1269" y="3235"/>
                <a:ext cx="419" cy="577"/>
              </a:xfrm>
              <a:custGeom>
                <a:avLst/>
                <a:gdLst>
                  <a:gd name="T0" fmla="*/ 0 w 4183"/>
                  <a:gd name="T1" fmla="*/ 0 h 5770"/>
                  <a:gd name="T2" fmla="*/ 0 w 4183"/>
                  <a:gd name="T3" fmla="*/ 0 h 5770"/>
                  <a:gd name="T4" fmla="*/ 0 w 4183"/>
                  <a:gd name="T5" fmla="*/ 0 h 5770"/>
                  <a:gd name="T6" fmla="*/ 0 w 4183"/>
                  <a:gd name="T7" fmla="*/ 0 h 5770"/>
                  <a:gd name="T8" fmla="*/ 0 60000 65536"/>
                  <a:gd name="T9" fmla="*/ 0 60000 65536"/>
                  <a:gd name="T10" fmla="*/ 0 60000 65536"/>
                  <a:gd name="T11" fmla="*/ 0 60000 65536"/>
                  <a:gd name="T12" fmla="*/ 0 w 4183"/>
                  <a:gd name="T13" fmla="*/ 0 h 5770"/>
                  <a:gd name="T14" fmla="*/ 4183 w 4183"/>
                  <a:gd name="T15" fmla="*/ 5770 h 5770"/>
                </a:gdLst>
                <a:ahLst/>
                <a:cxnLst>
                  <a:cxn ang="T8">
                    <a:pos x="T0" y="T1"/>
                  </a:cxn>
                  <a:cxn ang="T9">
                    <a:pos x="T2" y="T3"/>
                  </a:cxn>
                  <a:cxn ang="T10">
                    <a:pos x="T4" y="T5"/>
                  </a:cxn>
                  <a:cxn ang="T11">
                    <a:pos x="T6" y="T7"/>
                  </a:cxn>
                </a:cxnLst>
                <a:rect l="T12" t="T13" r="T14" b="T15"/>
                <a:pathLst>
                  <a:path w="4183" h="5770">
                    <a:moveTo>
                      <a:pt x="0" y="3668"/>
                    </a:moveTo>
                    <a:lnTo>
                      <a:pt x="615" y="0"/>
                    </a:lnTo>
                    <a:lnTo>
                      <a:pt x="4183" y="1522"/>
                    </a:lnTo>
                    <a:lnTo>
                      <a:pt x="3663" y="577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29" name="Line 602"/>
              <p:cNvSpPr>
                <a:spLocks noChangeShapeType="1"/>
              </p:cNvSpPr>
              <p:nvPr/>
            </p:nvSpPr>
            <p:spPr bwMode="auto">
              <a:xfrm flipV="1">
                <a:off x="1688" y="3256"/>
                <a:ext cx="222" cy="1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0" name="Line 603"/>
              <p:cNvSpPr>
                <a:spLocks noChangeShapeType="1"/>
              </p:cNvSpPr>
              <p:nvPr/>
            </p:nvSpPr>
            <p:spPr bwMode="auto">
              <a:xfrm flipV="1">
                <a:off x="1331" y="3183"/>
                <a:ext cx="139" cy="5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1" name="Freeform 604"/>
              <p:cNvSpPr>
                <a:spLocks/>
              </p:cNvSpPr>
              <p:nvPr/>
            </p:nvSpPr>
            <p:spPr bwMode="auto">
              <a:xfrm>
                <a:off x="1300" y="3281"/>
                <a:ext cx="354" cy="482"/>
              </a:xfrm>
              <a:custGeom>
                <a:avLst/>
                <a:gdLst>
                  <a:gd name="T0" fmla="*/ 0 w 3532"/>
                  <a:gd name="T1" fmla="*/ 0 h 4815"/>
                  <a:gd name="T2" fmla="*/ 0 w 3532"/>
                  <a:gd name="T3" fmla="*/ 0 h 4815"/>
                  <a:gd name="T4" fmla="*/ 0 w 3532"/>
                  <a:gd name="T5" fmla="*/ 0 h 4815"/>
                  <a:gd name="T6" fmla="*/ 0 w 3532"/>
                  <a:gd name="T7" fmla="*/ 0 h 4815"/>
                  <a:gd name="T8" fmla="*/ 0 w 3532"/>
                  <a:gd name="T9" fmla="*/ 0 h 4815"/>
                  <a:gd name="T10" fmla="*/ 0 60000 65536"/>
                  <a:gd name="T11" fmla="*/ 0 60000 65536"/>
                  <a:gd name="T12" fmla="*/ 0 60000 65536"/>
                  <a:gd name="T13" fmla="*/ 0 60000 65536"/>
                  <a:gd name="T14" fmla="*/ 0 60000 65536"/>
                  <a:gd name="T15" fmla="*/ 0 w 3532"/>
                  <a:gd name="T16" fmla="*/ 0 h 4815"/>
                  <a:gd name="T17" fmla="*/ 3532 w 3532"/>
                  <a:gd name="T18" fmla="*/ 4815 h 4815"/>
                </a:gdLst>
                <a:ahLst/>
                <a:cxnLst>
                  <a:cxn ang="T10">
                    <a:pos x="T0" y="T1"/>
                  </a:cxn>
                  <a:cxn ang="T11">
                    <a:pos x="T2" y="T3"/>
                  </a:cxn>
                  <a:cxn ang="T12">
                    <a:pos x="T4" y="T5"/>
                  </a:cxn>
                  <a:cxn ang="T13">
                    <a:pos x="T6" y="T7"/>
                  </a:cxn>
                  <a:cxn ang="T14">
                    <a:pos x="T8" y="T9"/>
                  </a:cxn>
                </a:cxnLst>
                <a:rect l="T15" t="T16" r="T17" b="T18"/>
                <a:pathLst>
                  <a:path w="3532" h="4815">
                    <a:moveTo>
                      <a:pt x="514" y="0"/>
                    </a:moveTo>
                    <a:lnTo>
                      <a:pt x="3532" y="1268"/>
                    </a:lnTo>
                    <a:lnTo>
                      <a:pt x="3112" y="4815"/>
                    </a:lnTo>
                    <a:lnTo>
                      <a:pt x="0" y="3041"/>
                    </a:lnTo>
                    <a:lnTo>
                      <a:pt x="514" y="0"/>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32" name="Freeform 605"/>
              <p:cNvSpPr>
                <a:spLocks/>
              </p:cNvSpPr>
              <p:nvPr/>
            </p:nvSpPr>
            <p:spPr bwMode="auto">
              <a:xfrm>
                <a:off x="1315" y="3287"/>
                <a:ext cx="298" cy="450"/>
              </a:xfrm>
              <a:custGeom>
                <a:avLst/>
                <a:gdLst>
                  <a:gd name="T0" fmla="*/ 0 w 2985"/>
                  <a:gd name="T1" fmla="*/ 0 h 4500"/>
                  <a:gd name="T2" fmla="*/ 0 w 2985"/>
                  <a:gd name="T3" fmla="*/ 0 h 4500"/>
                  <a:gd name="T4" fmla="*/ 0 w 2985"/>
                  <a:gd name="T5" fmla="*/ 0 h 4500"/>
                  <a:gd name="T6" fmla="*/ 0 60000 65536"/>
                  <a:gd name="T7" fmla="*/ 0 60000 65536"/>
                  <a:gd name="T8" fmla="*/ 0 60000 65536"/>
                  <a:gd name="T9" fmla="*/ 0 w 2985"/>
                  <a:gd name="T10" fmla="*/ 0 h 4500"/>
                  <a:gd name="T11" fmla="*/ 2985 w 2985"/>
                  <a:gd name="T12" fmla="*/ 4500 h 4500"/>
                </a:gdLst>
                <a:ahLst/>
                <a:cxnLst>
                  <a:cxn ang="T6">
                    <a:pos x="T0" y="T1"/>
                  </a:cxn>
                  <a:cxn ang="T7">
                    <a:pos x="T2" y="T3"/>
                  </a:cxn>
                  <a:cxn ang="T8">
                    <a:pos x="T4" y="T5"/>
                  </a:cxn>
                </a:cxnLst>
                <a:rect l="T9" t="T10" r="T11" b="T12"/>
                <a:pathLst>
                  <a:path w="2985" h="4500">
                    <a:moveTo>
                      <a:pt x="469" y="0"/>
                    </a:moveTo>
                    <a:lnTo>
                      <a:pt x="0" y="2856"/>
                    </a:lnTo>
                    <a:lnTo>
                      <a:pt x="2985" y="450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33" name="Line 606"/>
              <p:cNvSpPr>
                <a:spLocks noChangeShapeType="1"/>
              </p:cNvSpPr>
              <p:nvPr/>
            </p:nvSpPr>
            <p:spPr bwMode="auto">
              <a:xfrm flipV="1">
                <a:off x="1300" y="3573"/>
                <a:ext cx="13"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4" name="Line 607"/>
              <p:cNvSpPr>
                <a:spLocks noChangeShapeType="1"/>
              </p:cNvSpPr>
              <p:nvPr/>
            </p:nvSpPr>
            <p:spPr bwMode="auto">
              <a:xfrm flipH="1">
                <a:off x="1456" y="3991"/>
                <a:ext cx="10"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sp>
          <p:nvSpPr>
            <p:cNvPr id="13" name="Freeform 608"/>
            <p:cNvSpPr>
              <a:spLocks/>
            </p:cNvSpPr>
            <p:nvPr/>
          </p:nvSpPr>
          <p:spPr bwMode="auto">
            <a:xfrm>
              <a:off x="2064" y="1485"/>
              <a:ext cx="1824" cy="2736"/>
            </a:xfrm>
            <a:custGeom>
              <a:avLst/>
              <a:gdLst>
                <a:gd name="T0" fmla="*/ 1392 w 1824"/>
                <a:gd name="T1" fmla="*/ 0 h 2736"/>
                <a:gd name="T2" fmla="*/ 1824 w 1824"/>
                <a:gd name="T3" fmla="*/ 96 h 2736"/>
                <a:gd name="T4" fmla="*/ 1488 w 1824"/>
                <a:gd name="T5" fmla="*/ 1392 h 2736"/>
                <a:gd name="T6" fmla="*/ 1680 w 1824"/>
                <a:gd name="T7" fmla="*/ 2736 h 2736"/>
                <a:gd name="T8" fmla="*/ 0 w 1824"/>
                <a:gd name="T9" fmla="*/ 2736 h 2736"/>
                <a:gd name="T10" fmla="*/ 624 w 1824"/>
                <a:gd name="T11" fmla="*/ 1248 h 2736"/>
                <a:gd name="T12" fmla="*/ 1392 w 1824"/>
                <a:gd name="T13" fmla="*/ 0 h 2736"/>
                <a:gd name="T14" fmla="*/ 0 60000 65536"/>
                <a:gd name="T15" fmla="*/ 0 60000 65536"/>
                <a:gd name="T16" fmla="*/ 0 60000 65536"/>
                <a:gd name="T17" fmla="*/ 0 60000 65536"/>
                <a:gd name="T18" fmla="*/ 0 60000 65536"/>
                <a:gd name="T19" fmla="*/ 0 60000 65536"/>
                <a:gd name="T20" fmla="*/ 0 60000 65536"/>
                <a:gd name="T21" fmla="*/ 0 w 1824"/>
                <a:gd name="T22" fmla="*/ 0 h 2736"/>
                <a:gd name="T23" fmla="*/ 1824 w 1824"/>
                <a:gd name="T24" fmla="*/ 2736 h 27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4" h="2736">
                  <a:moveTo>
                    <a:pt x="1392" y="0"/>
                  </a:moveTo>
                  <a:lnTo>
                    <a:pt x="1824" y="96"/>
                  </a:lnTo>
                  <a:lnTo>
                    <a:pt x="1488" y="1392"/>
                  </a:lnTo>
                  <a:lnTo>
                    <a:pt x="1680" y="2736"/>
                  </a:lnTo>
                  <a:lnTo>
                    <a:pt x="0" y="2736"/>
                  </a:lnTo>
                  <a:lnTo>
                    <a:pt x="624" y="1248"/>
                  </a:lnTo>
                  <a:lnTo>
                    <a:pt x="1392" y="0"/>
                  </a:lnTo>
                  <a:close/>
                </a:path>
              </a:pathLst>
            </a:custGeom>
            <a:gradFill rotWithShape="0">
              <a:gsLst>
                <a:gs pos="0">
                  <a:srgbClr val="FFCC00"/>
                </a:gs>
                <a:gs pos="100000">
                  <a:schemeClr val="folHlink"/>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grpSp>
          <p:nvGrpSpPr>
            <p:cNvPr id="14" name="Group 609"/>
            <p:cNvGrpSpPr>
              <a:grpSpLocks/>
            </p:cNvGrpSpPr>
            <p:nvPr/>
          </p:nvGrpSpPr>
          <p:grpSpPr bwMode="auto">
            <a:xfrm>
              <a:off x="2054" y="3689"/>
              <a:ext cx="842" cy="530"/>
              <a:chOff x="637" y="834"/>
              <a:chExt cx="1254" cy="862"/>
            </a:xfrm>
          </p:grpSpPr>
          <p:sp>
            <p:nvSpPr>
              <p:cNvPr id="168" name="Freeform 610"/>
              <p:cNvSpPr>
                <a:spLocks/>
              </p:cNvSpPr>
              <p:nvPr/>
            </p:nvSpPr>
            <p:spPr bwMode="auto">
              <a:xfrm>
                <a:off x="964" y="865"/>
                <a:ext cx="906" cy="440"/>
              </a:xfrm>
              <a:custGeom>
                <a:avLst/>
                <a:gdLst>
                  <a:gd name="T0" fmla="*/ 0 w 906"/>
                  <a:gd name="T1" fmla="*/ 439 h 440"/>
                  <a:gd name="T2" fmla="*/ 905 w 906"/>
                  <a:gd name="T3" fmla="*/ 439 h 440"/>
                  <a:gd name="T4" fmla="*/ 905 w 906"/>
                  <a:gd name="T5" fmla="*/ 0 h 440"/>
                  <a:gd name="T6" fmla="*/ 0 w 906"/>
                  <a:gd name="T7" fmla="*/ 0 h 440"/>
                  <a:gd name="T8" fmla="*/ 0 w 906"/>
                  <a:gd name="T9" fmla="*/ 439 h 440"/>
                  <a:gd name="T10" fmla="*/ 0 60000 65536"/>
                  <a:gd name="T11" fmla="*/ 0 60000 65536"/>
                  <a:gd name="T12" fmla="*/ 0 60000 65536"/>
                  <a:gd name="T13" fmla="*/ 0 60000 65536"/>
                  <a:gd name="T14" fmla="*/ 0 60000 65536"/>
                  <a:gd name="T15" fmla="*/ 0 w 906"/>
                  <a:gd name="T16" fmla="*/ 0 h 440"/>
                  <a:gd name="T17" fmla="*/ 906 w 906"/>
                  <a:gd name="T18" fmla="*/ 440 h 440"/>
                </a:gdLst>
                <a:ahLst/>
                <a:cxnLst>
                  <a:cxn ang="T10">
                    <a:pos x="T0" y="T1"/>
                  </a:cxn>
                  <a:cxn ang="T11">
                    <a:pos x="T2" y="T3"/>
                  </a:cxn>
                  <a:cxn ang="T12">
                    <a:pos x="T4" y="T5"/>
                  </a:cxn>
                  <a:cxn ang="T13">
                    <a:pos x="T6" y="T7"/>
                  </a:cxn>
                  <a:cxn ang="T14">
                    <a:pos x="T8" y="T9"/>
                  </a:cxn>
                </a:cxnLst>
                <a:rect l="T15" t="T16" r="T17" b="T18"/>
                <a:pathLst>
                  <a:path w="906" h="440">
                    <a:moveTo>
                      <a:pt x="0" y="439"/>
                    </a:moveTo>
                    <a:lnTo>
                      <a:pt x="905" y="439"/>
                    </a:lnTo>
                    <a:lnTo>
                      <a:pt x="905" y="0"/>
                    </a:lnTo>
                    <a:lnTo>
                      <a:pt x="0" y="0"/>
                    </a:lnTo>
                    <a:lnTo>
                      <a:pt x="0" y="439"/>
                    </a:lnTo>
                  </a:path>
                </a:pathLst>
              </a:custGeom>
              <a:solidFill>
                <a:schemeClr val="bg2"/>
              </a:solidFill>
              <a:ln w="12700" cap="rnd">
                <a:solidFill>
                  <a:schemeClr val="tx1"/>
                </a:solidFill>
                <a:round/>
                <a:headEnd/>
                <a:tailEnd/>
              </a:ln>
            </p:spPr>
            <p:txBody>
              <a:bodyPr/>
              <a:lstStyle/>
              <a:p>
                <a:endParaRPr lang="pt-BR"/>
              </a:p>
            </p:txBody>
          </p:sp>
          <p:sp>
            <p:nvSpPr>
              <p:cNvPr id="169" name="Freeform 611"/>
              <p:cNvSpPr>
                <a:spLocks/>
              </p:cNvSpPr>
              <p:nvPr/>
            </p:nvSpPr>
            <p:spPr bwMode="auto">
              <a:xfrm>
                <a:off x="964" y="1304"/>
                <a:ext cx="910" cy="19"/>
              </a:xfrm>
              <a:custGeom>
                <a:avLst/>
                <a:gdLst>
                  <a:gd name="T0" fmla="*/ 897 w 910"/>
                  <a:gd name="T1" fmla="*/ 9 h 19"/>
                  <a:gd name="T2" fmla="*/ 903 w 910"/>
                  <a:gd name="T3" fmla="*/ 0 h 19"/>
                  <a:gd name="T4" fmla="*/ 0 w 910"/>
                  <a:gd name="T5" fmla="*/ 0 h 19"/>
                  <a:gd name="T6" fmla="*/ 0 w 910"/>
                  <a:gd name="T7" fmla="*/ 18 h 19"/>
                  <a:gd name="T8" fmla="*/ 903 w 910"/>
                  <a:gd name="T9" fmla="*/ 18 h 19"/>
                  <a:gd name="T10" fmla="*/ 909 w 910"/>
                  <a:gd name="T11" fmla="*/ 9 h 19"/>
                  <a:gd name="T12" fmla="*/ 903 w 910"/>
                  <a:gd name="T13" fmla="*/ 18 h 19"/>
                  <a:gd name="T14" fmla="*/ 906 w 910"/>
                  <a:gd name="T15" fmla="*/ 18 h 19"/>
                  <a:gd name="T16" fmla="*/ 907 w 910"/>
                  <a:gd name="T17" fmla="*/ 15 h 19"/>
                  <a:gd name="T18" fmla="*/ 907 w 910"/>
                  <a:gd name="T19" fmla="*/ 15 h 19"/>
                  <a:gd name="T20" fmla="*/ 909 w 910"/>
                  <a:gd name="T21" fmla="*/ 9 h 19"/>
                  <a:gd name="T22" fmla="*/ 907 w 910"/>
                  <a:gd name="T23" fmla="*/ 6 h 19"/>
                  <a:gd name="T24" fmla="*/ 907 w 910"/>
                  <a:gd name="T25" fmla="*/ 3 h 19"/>
                  <a:gd name="T26" fmla="*/ 906 w 910"/>
                  <a:gd name="T27" fmla="*/ 3 h 19"/>
                  <a:gd name="T28" fmla="*/ 903 w 910"/>
                  <a:gd name="T29" fmla="*/ 0 h 19"/>
                  <a:gd name="T30" fmla="*/ 897 w 910"/>
                  <a:gd name="T31" fmla="*/ 9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10"/>
                  <a:gd name="T49" fmla="*/ 0 h 19"/>
                  <a:gd name="T50" fmla="*/ 910 w 910"/>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10" h="19">
                    <a:moveTo>
                      <a:pt x="897" y="9"/>
                    </a:moveTo>
                    <a:lnTo>
                      <a:pt x="903" y="0"/>
                    </a:lnTo>
                    <a:lnTo>
                      <a:pt x="0" y="0"/>
                    </a:lnTo>
                    <a:lnTo>
                      <a:pt x="0" y="18"/>
                    </a:lnTo>
                    <a:lnTo>
                      <a:pt x="903" y="18"/>
                    </a:lnTo>
                    <a:lnTo>
                      <a:pt x="909" y="9"/>
                    </a:lnTo>
                    <a:lnTo>
                      <a:pt x="903" y="18"/>
                    </a:lnTo>
                    <a:lnTo>
                      <a:pt x="906" y="18"/>
                    </a:lnTo>
                    <a:lnTo>
                      <a:pt x="907" y="15"/>
                    </a:lnTo>
                    <a:lnTo>
                      <a:pt x="909" y="9"/>
                    </a:lnTo>
                    <a:lnTo>
                      <a:pt x="907" y="6"/>
                    </a:lnTo>
                    <a:lnTo>
                      <a:pt x="907" y="3"/>
                    </a:lnTo>
                    <a:lnTo>
                      <a:pt x="906" y="3"/>
                    </a:lnTo>
                    <a:lnTo>
                      <a:pt x="903" y="0"/>
                    </a:lnTo>
                    <a:lnTo>
                      <a:pt x="897" y="9"/>
                    </a:lnTo>
                  </a:path>
                </a:pathLst>
              </a:custGeom>
              <a:solidFill>
                <a:schemeClr val="bg2"/>
              </a:solidFill>
              <a:ln w="12700" cap="rnd">
                <a:solidFill>
                  <a:schemeClr val="tx1"/>
                </a:solidFill>
                <a:round/>
                <a:headEnd/>
                <a:tailEnd/>
              </a:ln>
            </p:spPr>
            <p:txBody>
              <a:bodyPr/>
              <a:lstStyle/>
              <a:p>
                <a:endParaRPr lang="pt-BR"/>
              </a:p>
            </p:txBody>
          </p:sp>
          <p:sp>
            <p:nvSpPr>
              <p:cNvPr id="170" name="Freeform 612"/>
              <p:cNvSpPr>
                <a:spLocks/>
              </p:cNvSpPr>
              <p:nvPr/>
            </p:nvSpPr>
            <p:spPr bwMode="auto">
              <a:xfrm>
                <a:off x="1869" y="859"/>
                <a:ext cx="22" cy="446"/>
              </a:xfrm>
              <a:custGeom>
                <a:avLst/>
                <a:gdLst>
                  <a:gd name="T0" fmla="*/ 10 w 22"/>
                  <a:gd name="T1" fmla="*/ 15 h 446"/>
                  <a:gd name="T2" fmla="*/ 0 w 22"/>
                  <a:gd name="T3" fmla="*/ 7 h 446"/>
                  <a:gd name="T4" fmla="*/ 0 w 22"/>
                  <a:gd name="T5" fmla="*/ 445 h 446"/>
                  <a:gd name="T6" fmla="*/ 21 w 22"/>
                  <a:gd name="T7" fmla="*/ 445 h 446"/>
                  <a:gd name="T8" fmla="*/ 21 w 22"/>
                  <a:gd name="T9" fmla="*/ 7 h 446"/>
                  <a:gd name="T10" fmla="*/ 10 w 22"/>
                  <a:gd name="T11" fmla="*/ 0 h 446"/>
                  <a:gd name="T12" fmla="*/ 21 w 22"/>
                  <a:gd name="T13" fmla="*/ 7 h 446"/>
                  <a:gd name="T14" fmla="*/ 21 w 22"/>
                  <a:gd name="T15" fmla="*/ 4 h 446"/>
                  <a:gd name="T16" fmla="*/ 15 w 22"/>
                  <a:gd name="T17" fmla="*/ 2 h 446"/>
                  <a:gd name="T18" fmla="*/ 15 w 22"/>
                  <a:gd name="T19" fmla="*/ 1 h 446"/>
                  <a:gd name="T20" fmla="*/ 10 w 22"/>
                  <a:gd name="T21" fmla="*/ 0 h 446"/>
                  <a:gd name="T22" fmla="*/ 5 w 22"/>
                  <a:gd name="T23" fmla="*/ 1 h 446"/>
                  <a:gd name="T24" fmla="*/ 5 w 22"/>
                  <a:gd name="T25" fmla="*/ 2 h 446"/>
                  <a:gd name="T26" fmla="*/ 0 w 22"/>
                  <a:gd name="T27" fmla="*/ 4 h 446"/>
                  <a:gd name="T28" fmla="*/ 0 w 22"/>
                  <a:gd name="T29" fmla="*/ 7 h 446"/>
                  <a:gd name="T30" fmla="*/ 10 w 22"/>
                  <a:gd name="T31" fmla="*/ 15 h 44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446"/>
                  <a:gd name="T50" fmla="*/ 22 w 22"/>
                  <a:gd name="T51" fmla="*/ 446 h 44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446">
                    <a:moveTo>
                      <a:pt x="10" y="15"/>
                    </a:moveTo>
                    <a:lnTo>
                      <a:pt x="0" y="7"/>
                    </a:lnTo>
                    <a:lnTo>
                      <a:pt x="0" y="445"/>
                    </a:lnTo>
                    <a:lnTo>
                      <a:pt x="21" y="445"/>
                    </a:lnTo>
                    <a:lnTo>
                      <a:pt x="21" y="7"/>
                    </a:lnTo>
                    <a:lnTo>
                      <a:pt x="10" y="0"/>
                    </a:lnTo>
                    <a:lnTo>
                      <a:pt x="21" y="7"/>
                    </a:lnTo>
                    <a:lnTo>
                      <a:pt x="21" y="4"/>
                    </a:lnTo>
                    <a:lnTo>
                      <a:pt x="15" y="2"/>
                    </a:lnTo>
                    <a:lnTo>
                      <a:pt x="15" y="1"/>
                    </a:lnTo>
                    <a:lnTo>
                      <a:pt x="10" y="0"/>
                    </a:lnTo>
                    <a:lnTo>
                      <a:pt x="5" y="1"/>
                    </a:lnTo>
                    <a:lnTo>
                      <a:pt x="5" y="2"/>
                    </a:lnTo>
                    <a:lnTo>
                      <a:pt x="0" y="4"/>
                    </a:lnTo>
                    <a:lnTo>
                      <a:pt x="0" y="7"/>
                    </a:lnTo>
                    <a:lnTo>
                      <a:pt x="10" y="15"/>
                    </a:lnTo>
                  </a:path>
                </a:pathLst>
              </a:custGeom>
              <a:solidFill>
                <a:schemeClr val="bg2"/>
              </a:solidFill>
              <a:ln w="12700" cap="rnd">
                <a:solidFill>
                  <a:schemeClr val="tx1"/>
                </a:solidFill>
                <a:round/>
                <a:headEnd/>
                <a:tailEnd/>
              </a:ln>
            </p:spPr>
            <p:txBody>
              <a:bodyPr/>
              <a:lstStyle/>
              <a:p>
                <a:endParaRPr lang="pt-BR"/>
              </a:p>
            </p:txBody>
          </p:sp>
          <p:sp>
            <p:nvSpPr>
              <p:cNvPr id="171" name="Freeform 613"/>
              <p:cNvSpPr>
                <a:spLocks/>
              </p:cNvSpPr>
              <p:nvPr/>
            </p:nvSpPr>
            <p:spPr bwMode="auto">
              <a:xfrm>
                <a:off x="959" y="859"/>
                <a:ext cx="911" cy="20"/>
              </a:xfrm>
              <a:custGeom>
                <a:avLst/>
                <a:gdLst>
                  <a:gd name="T0" fmla="*/ 9 w 911"/>
                  <a:gd name="T1" fmla="*/ 9 h 20"/>
                  <a:gd name="T2" fmla="*/ 4 w 911"/>
                  <a:gd name="T3" fmla="*/ 19 h 20"/>
                  <a:gd name="T4" fmla="*/ 910 w 911"/>
                  <a:gd name="T5" fmla="*/ 19 h 20"/>
                  <a:gd name="T6" fmla="*/ 910 w 911"/>
                  <a:gd name="T7" fmla="*/ 0 h 20"/>
                  <a:gd name="T8" fmla="*/ 4 w 911"/>
                  <a:gd name="T9" fmla="*/ 0 h 20"/>
                  <a:gd name="T10" fmla="*/ 0 w 911"/>
                  <a:gd name="T11" fmla="*/ 9 h 20"/>
                  <a:gd name="T12" fmla="*/ 4 w 911"/>
                  <a:gd name="T13" fmla="*/ 0 h 20"/>
                  <a:gd name="T14" fmla="*/ 2 w 911"/>
                  <a:gd name="T15" fmla="*/ 2 h 20"/>
                  <a:gd name="T16" fmla="*/ 1 w 911"/>
                  <a:gd name="T17" fmla="*/ 2 h 20"/>
                  <a:gd name="T18" fmla="*/ 0 w 911"/>
                  <a:gd name="T19" fmla="*/ 4 h 20"/>
                  <a:gd name="T20" fmla="*/ 0 w 911"/>
                  <a:gd name="T21" fmla="*/ 9 h 20"/>
                  <a:gd name="T22" fmla="*/ 0 w 911"/>
                  <a:gd name="T23" fmla="*/ 14 h 20"/>
                  <a:gd name="T24" fmla="*/ 1 w 911"/>
                  <a:gd name="T25" fmla="*/ 16 h 20"/>
                  <a:gd name="T26" fmla="*/ 2 w 911"/>
                  <a:gd name="T27" fmla="*/ 16 h 20"/>
                  <a:gd name="T28" fmla="*/ 4 w 911"/>
                  <a:gd name="T29" fmla="*/ 19 h 20"/>
                  <a:gd name="T30" fmla="*/ 9 w 911"/>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11"/>
                  <a:gd name="T49" fmla="*/ 0 h 20"/>
                  <a:gd name="T50" fmla="*/ 911 w 911"/>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11" h="20">
                    <a:moveTo>
                      <a:pt x="9" y="9"/>
                    </a:moveTo>
                    <a:lnTo>
                      <a:pt x="4" y="19"/>
                    </a:lnTo>
                    <a:lnTo>
                      <a:pt x="910" y="19"/>
                    </a:lnTo>
                    <a:lnTo>
                      <a:pt x="910" y="0"/>
                    </a:lnTo>
                    <a:lnTo>
                      <a:pt x="4" y="0"/>
                    </a:lnTo>
                    <a:lnTo>
                      <a:pt x="0" y="9"/>
                    </a:lnTo>
                    <a:lnTo>
                      <a:pt x="4" y="0"/>
                    </a:lnTo>
                    <a:lnTo>
                      <a:pt x="2" y="2"/>
                    </a:lnTo>
                    <a:lnTo>
                      <a:pt x="1" y="2"/>
                    </a:lnTo>
                    <a:lnTo>
                      <a:pt x="0" y="4"/>
                    </a:lnTo>
                    <a:lnTo>
                      <a:pt x="0" y="9"/>
                    </a:lnTo>
                    <a:lnTo>
                      <a:pt x="0" y="14"/>
                    </a:lnTo>
                    <a:lnTo>
                      <a:pt x="1" y="16"/>
                    </a:lnTo>
                    <a:lnTo>
                      <a:pt x="2" y="16"/>
                    </a:lnTo>
                    <a:lnTo>
                      <a:pt x="4" y="19"/>
                    </a:lnTo>
                    <a:lnTo>
                      <a:pt x="9" y="9"/>
                    </a:lnTo>
                  </a:path>
                </a:pathLst>
              </a:custGeom>
              <a:solidFill>
                <a:schemeClr val="bg2"/>
              </a:solidFill>
              <a:ln w="12700" cap="rnd">
                <a:solidFill>
                  <a:schemeClr val="tx1"/>
                </a:solidFill>
                <a:round/>
                <a:headEnd/>
                <a:tailEnd/>
              </a:ln>
            </p:spPr>
            <p:txBody>
              <a:bodyPr/>
              <a:lstStyle/>
              <a:p>
                <a:endParaRPr lang="pt-BR"/>
              </a:p>
            </p:txBody>
          </p:sp>
          <p:sp>
            <p:nvSpPr>
              <p:cNvPr id="172" name="Freeform 614"/>
              <p:cNvSpPr>
                <a:spLocks/>
              </p:cNvSpPr>
              <p:nvPr/>
            </p:nvSpPr>
            <p:spPr bwMode="auto">
              <a:xfrm>
                <a:off x="959" y="865"/>
                <a:ext cx="24" cy="446"/>
              </a:xfrm>
              <a:custGeom>
                <a:avLst/>
                <a:gdLst>
                  <a:gd name="T0" fmla="*/ 15 w 24"/>
                  <a:gd name="T1" fmla="*/ 430 h 446"/>
                  <a:gd name="T2" fmla="*/ 23 w 24"/>
                  <a:gd name="T3" fmla="*/ 437 h 446"/>
                  <a:gd name="T4" fmla="*/ 23 w 24"/>
                  <a:gd name="T5" fmla="*/ 0 h 446"/>
                  <a:gd name="T6" fmla="*/ 0 w 24"/>
                  <a:gd name="T7" fmla="*/ 0 h 446"/>
                  <a:gd name="T8" fmla="*/ 0 w 24"/>
                  <a:gd name="T9" fmla="*/ 437 h 446"/>
                  <a:gd name="T10" fmla="*/ 15 w 24"/>
                  <a:gd name="T11" fmla="*/ 445 h 446"/>
                  <a:gd name="T12" fmla="*/ 0 w 24"/>
                  <a:gd name="T13" fmla="*/ 437 h 446"/>
                  <a:gd name="T14" fmla="*/ 0 w 24"/>
                  <a:gd name="T15" fmla="*/ 441 h 446"/>
                  <a:gd name="T16" fmla="*/ 7 w 24"/>
                  <a:gd name="T17" fmla="*/ 443 h 446"/>
                  <a:gd name="T18" fmla="*/ 7 w 24"/>
                  <a:gd name="T19" fmla="*/ 445 h 446"/>
                  <a:gd name="T20" fmla="*/ 15 w 24"/>
                  <a:gd name="T21" fmla="*/ 445 h 446"/>
                  <a:gd name="T22" fmla="*/ 15 w 24"/>
                  <a:gd name="T23" fmla="*/ 445 h 446"/>
                  <a:gd name="T24" fmla="*/ 23 w 24"/>
                  <a:gd name="T25" fmla="*/ 443 h 446"/>
                  <a:gd name="T26" fmla="*/ 23 w 24"/>
                  <a:gd name="T27" fmla="*/ 441 h 446"/>
                  <a:gd name="T28" fmla="*/ 23 w 24"/>
                  <a:gd name="T29" fmla="*/ 437 h 446"/>
                  <a:gd name="T30" fmla="*/ 15 w 24"/>
                  <a:gd name="T31" fmla="*/ 430 h 44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446"/>
                  <a:gd name="T50" fmla="*/ 24 w 24"/>
                  <a:gd name="T51" fmla="*/ 446 h 44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446">
                    <a:moveTo>
                      <a:pt x="15" y="430"/>
                    </a:moveTo>
                    <a:lnTo>
                      <a:pt x="23" y="437"/>
                    </a:lnTo>
                    <a:lnTo>
                      <a:pt x="23" y="0"/>
                    </a:lnTo>
                    <a:lnTo>
                      <a:pt x="0" y="0"/>
                    </a:lnTo>
                    <a:lnTo>
                      <a:pt x="0" y="437"/>
                    </a:lnTo>
                    <a:lnTo>
                      <a:pt x="15" y="445"/>
                    </a:lnTo>
                    <a:lnTo>
                      <a:pt x="0" y="437"/>
                    </a:lnTo>
                    <a:lnTo>
                      <a:pt x="0" y="441"/>
                    </a:lnTo>
                    <a:lnTo>
                      <a:pt x="7" y="443"/>
                    </a:lnTo>
                    <a:lnTo>
                      <a:pt x="7" y="445"/>
                    </a:lnTo>
                    <a:lnTo>
                      <a:pt x="15" y="445"/>
                    </a:lnTo>
                    <a:lnTo>
                      <a:pt x="23" y="443"/>
                    </a:lnTo>
                    <a:lnTo>
                      <a:pt x="23" y="441"/>
                    </a:lnTo>
                    <a:lnTo>
                      <a:pt x="23" y="437"/>
                    </a:lnTo>
                    <a:lnTo>
                      <a:pt x="15" y="430"/>
                    </a:lnTo>
                  </a:path>
                </a:pathLst>
              </a:custGeom>
              <a:solidFill>
                <a:schemeClr val="bg2"/>
              </a:solidFill>
              <a:ln w="12700" cap="rnd">
                <a:solidFill>
                  <a:schemeClr val="tx1"/>
                </a:solidFill>
                <a:round/>
                <a:headEnd/>
                <a:tailEnd/>
              </a:ln>
            </p:spPr>
            <p:txBody>
              <a:bodyPr/>
              <a:lstStyle/>
              <a:p>
                <a:endParaRPr lang="pt-BR"/>
              </a:p>
            </p:txBody>
          </p:sp>
          <p:sp>
            <p:nvSpPr>
              <p:cNvPr id="173" name="Freeform 615"/>
              <p:cNvSpPr>
                <a:spLocks/>
              </p:cNvSpPr>
              <p:nvPr/>
            </p:nvSpPr>
            <p:spPr bwMode="auto">
              <a:xfrm>
                <a:off x="641" y="865"/>
                <a:ext cx="319" cy="714"/>
              </a:xfrm>
              <a:custGeom>
                <a:avLst/>
                <a:gdLst>
                  <a:gd name="T0" fmla="*/ 0 w 319"/>
                  <a:gd name="T1" fmla="*/ 713 h 714"/>
                  <a:gd name="T2" fmla="*/ 318 w 319"/>
                  <a:gd name="T3" fmla="*/ 713 h 714"/>
                  <a:gd name="T4" fmla="*/ 318 w 319"/>
                  <a:gd name="T5" fmla="*/ 0 h 714"/>
                  <a:gd name="T6" fmla="*/ 0 w 319"/>
                  <a:gd name="T7" fmla="*/ 0 h 714"/>
                  <a:gd name="T8" fmla="*/ 0 w 319"/>
                  <a:gd name="T9" fmla="*/ 713 h 714"/>
                  <a:gd name="T10" fmla="*/ 0 60000 65536"/>
                  <a:gd name="T11" fmla="*/ 0 60000 65536"/>
                  <a:gd name="T12" fmla="*/ 0 60000 65536"/>
                  <a:gd name="T13" fmla="*/ 0 60000 65536"/>
                  <a:gd name="T14" fmla="*/ 0 60000 65536"/>
                  <a:gd name="T15" fmla="*/ 0 w 319"/>
                  <a:gd name="T16" fmla="*/ 0 h 714"/>
                  <a:gd name="T17" fmla="*/ 319 w 319"/>
                  <a:gd name="T18" fmla="*/ 714 h 714"/>
                </a:gdLst>
                <a:ahLst/>
                <a:cxnLst>
                  <a:cxn ang="T10">
                    <a:pos x="T0" y="T1"/>
                  </a:cxn>
                  <a:cxn ang="T11">
                    <a:pos x="T2" y="T3"/>
                  </a:cxn>
                  <a:cxn ang="T12">
                    <a:pos x="T4" y="T5"/>
                  </a:cxn>
                  <a:cxn ang="T13">
                    <a:pos x="T6" y="T7"/>
                  </a:cxn>
                  <a:cxn ang="T14">
                    <a:pos x="T8" y="T9"/>
                  </a:cxn>
                </a:cxnLst>
                <a:rect l="T15" t="T16" r="T17" b="T18"/>
                <a:pathLst>
                  <a:path w="319" h="714">
                    <a:moveTo>
                      <a:pt x="0" y="713"/>
                    </a:moveTo>
                    <a:lnTo>
                      <a:pt x="318" y="713"/>
                    </a:lnTo>
                    <a:lnTo>
                      <a:pt x="318" y="0"/>
                    </a:lnTo>
                    <a:lnTo>
                      <a:pt x="0" y="0"/>
                    </a:lnTo>
                    <a:lnTo>
                      <a:pt x="0" y="713"/>
                    </a:lnTo>
                  </a:path>
                </a:pathLst>
              </a:custGeom>
              <a:solidFill>
                <a:schemeClr val="bg2"/>
              </a:solidFill>
              <a:ln w="12700" cap="rnd">
                <a:solidFill>
                  <a:schemeClr val="tx1"/>
                </a:solidFill>
                <a:round/>
                <a:headEnd/>
                <a:tailEnd/>
              </a:ln>
            </p:spPr>
            <p:txBody>
              <a:bodyPr/>
              <a:lstStyle/>
              <a:p>
                <a:endParaRPr lang="pt-BR"/>
              </a:p>
            </p:txBody>
          </p:sp>
          <p:sp>
            <p:nvSpPr>
              <p:cNvPr id="174" name="Freeform 616"/>
              <p:cNvSpPr>
                <a:spLocks/>
              </p:cNvSpPr>
              <p:nvPr/>
            </p:nvSpPr>
            <p:spPr bwMode="auto">
              <a:xfrm>
                <a:off x="641" y="1578"/>
                <a:ext cx="324" cy="20"/>
              </a:xfrm>
              <a:custGeom>
                <a:avLst/>
                <a:gdLst>
                  <a:gd name="T0" fmla="*/ 313 w 324"/>
                  <a:gd name="T1" fmla="*/ 10 h 20"/>
                  <a:gd name="T2" fmla="*/ 318 w 324"/>
                  <a:gd name="T3" fmla="*/ 0 h 20"/>
                  <a:gd name="T4" fmla="*/ 0 w 324"/>
                  <a:gd name="T5" fmla="*/ 0 h 20"/>
                  <a:gd name="T6" fmla="*/ 0 w 324"/>
                  <a:gd name="T7" fmla="*/ 19 h 20"/>
                  <a:gd name="T8" fmla="*/ 318 w 324"/>
                  <a:gd name="T9" fmla="*/ 19 h 20"/>
                  <a:gd name="T10" fmla="*/ 323 w 324"/>
                  <a:gd name="T11" fmla="*/ 10 h 20"/>
                  <a:gd name="T12" fmla="*/ 318 w 324"/>
                  <a:gd name="T13" fmla="*/ 19 h 20"/>
                  <a:gd name="T14" fmla="*/ 320 w 324"/>
                  <a:gd name="T15" fmla="*/ 19 h 20"/>
                  <a:gd name="T16" fmla="*/ 321 w 324"/>
                  <a:gd name="T17" fmla="*/ 16 h 20"/>
                  <a:gd name="T18" fmla="*/ 323 w 324"/>
                  <a:gd name="T19" fmla="*/ 13 h 20"/>
                  <a:gd name="T20" fmla="*/ 323 w 324"/>
                  <a:gd name="T21" fmla="*/ 10 h 20"/>
                  <a:gd name="T22" fmla="*/ 323 w 324"/>
                  <a:gd name="T23" fmla="*/ 5 h 20"/>
                  <a:gd name="T24" fmla="*/ 321 w 324"/>
                  <a:gd name="T25" fmla="*/ 2 h 20"/>
                  <a:gd name="T26" fmla="*/ 320 w 324"/>
                  <a:gd name="T27" fmla="*/ 2 h 20"/>
                  <a:gd name="T28" fmla="*/ 318 w 324"/>
                  <a:gd name="T29" fmla="*/ 0 h 20"/>
                  <a:gd name="T30" fmla="*/ 313 w 324"/>
                  <a:gd name="T31" fmla="*/ 10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4"/>
                  <a:gd name="T49" fmla="*/ 0 h 20"/>
                  <a:gd name="T50" fmla="*/ 324 w 324"/>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4" h="20">
                    <a:moveTo>
                      <a:pt x="313" y="10"/>
                    </a:moveTo>
                    <a:lnTo>
                      <a:pt x="318" y="0"/>
                    </a:lnTo>
                    <a:lnTo>
                      <a:pt x="0" y="0"/>
                    </a:lnTo>
                    <a:lnTo>
                      <a:pt x="0" y="19"/>
                    </a:lnTo>
                    <a:lnTo>
                      <a:pt x="318" y="19"/>
                    </a:lnTo>
                    <a:lnTo>
                      <a:pt x="323" y="10"/>
                    </a:lnTo>
                    <a:lnTo>
                      <a:pt x="318" y="19"/>
                    </a:lnTo>
                    <a:lnTo>
                      <a:pt x="320" y="19"/>
                    </a:lnTo>
                    <a:lnTo>
                      <a:pt x="321" y="16"/>
                    </a:lnTo>
                    <a:lnTo>
                      <a:pt x="323" y="13"/>
                    </a:lnTo>
                    <a:lnTo>
                      <a:pt x="323" y="10"/>
                    </a:lnTo>
                    <a:lnTo>
                      <a:pt x="323" y="5"/>
                    </a:lnTo>
                    <a:lnTo>
                      <a:pt x="321" y="2"/>
                    </a:lnTo>
                    <a:lnTo>
                      <a:pt x="320" y="2"/>
                    </a:lnTo>
                    <a:lnTo>
                      <a:pt x="318" y="0"/>
                    </a:lnTo>
                    <a:lnTo>
                      <a:pt x="313" y="10"/>
                    </a:lnTo>
                  </a:path>
                </a:pathLst>
              </a:custGeom>
              <a:solidFill>
                <a:schemeClr val="bg2"/>
              </a:solidFill>
              <a:ln w="12700" cap="rnd">
                <a:solidFill>
                  <a:schemeClr val="tx1"/>
                </a:solidFill>
                <a:round/>
                <a:headEnd/>
                <a:tailEnd/>
              </a:ln>
            </p:spPr>
            <p:txBody>
              <a:bodyPr/>
              <a:lstStyle/>
              <a:p>
                <a:endParaRPr lang="pt-BR"/>
              </a:p>
            </p:txBody>
          </p:sp>
          <p:sp>
            <p:nvSpPr>
              <p:cNvPr id="175" name="Freeform 617"/>
              <p:cNvSpPr>
                <a:spLocks/>
              </p:cNvSpPr>
              <p:nvPr/>
            </p:nvSpPr>
            <p:spPr bwMode="auto">
              <a:xfrm>
                <a:off x="958" y="859"/>
                <a:ext cx="23" cy="720"/>
              </a:xfrm>
              <a:custGeom>
                <a:avLst/>
                <a:gdLst>
                  <a:gd name="T0" fmla="*/ 11 w 23"/>
                  <a:gd name="T1" fmla="*/ 15 h 720"/>
                  <a:gd name="T2" fmla="*/ 0 w 23"/>
                  <a:gd name="T3" fmla="*/ 7 h 720"/>
                  <a:gd name="T4" fmla="*/ 0 w 23"/>
                  <a:gd name="T5" fmla="*/ 719 h 720"/>
                  <a:gd name="T6" fmla="*/ 22 w 23"/>
                  <a:gd name="T7" fmla="*/ 719 h 720"/>
                  <a:gd name="T8" fmla="*/ 22 w 23"/>
                  <a:gd name="T9" fmla="*/ 7 h 720"/>
                  <a:gd name="T10" fmla="*/ 11 w 23"/>
                  <a:gd name="T11" fmla="*/ 0 h 720"/>
                  <a:gd name="T12" fmla="*/ 22 w 23"/>
                  <a:gd name="T13" fmla="*/ 7 h 720"/>
                  <a:gd name="T14" fmla="*/ 22 w 23"/>
                  <a:gd name="T15" fmla="*/ 4 h 720"/>
                  <a:gd name="T16" fmla="*/ 16 w 23"/>
                  <a:gd name="T17" fmla="*/ 2 h 720"/>
                  <a:gd name="T18" fmla="*/ 16 w 23"/>
                  <a:gd name="T19" fmla="*/ 1 h 720"/>
                  <a:gd name="T20" fmla="*/ 11 w 23"/>
                  <a:gd name="T21" fmla="*/ 0 h 720"/>
                  <a:gd name="T22" fmla="*/ 5 w 23"/>
                  <a:gd name="T23" fmla="*/ 1 h 720"/>
                  <a:gd name="T24" fmla="*/ 5 w 23"/>
                  <a:gd name="T25" fmla="*/ 2 h 720"/>
                  <a:gd name="T26" fmla="*/ 0 w 23"/>
                  <a:gd name="T27" fmla="*/ 4 h 720"/>
                  <a:gd name="T28" fmla="*/ 0 w 23"/>
                  <a:gd name="T29" fmla="*/ 7 h 720"/>
                  <a:gd name="T30" fmla="*/ 11 w 23"/>
                  <a:gd name="T31" fmla="*/ 15 h 7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720"/>
                  <a:gd name="T50" fmla="*/ 23 w 23"/>
                  <a:gd name="T51" fmla="*/ 720 h 7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720">
                    <a:moveTo>
                      <a:pt x="11" y="15"/>
                    </a:moveTo>
                    <a:lnTo>
                      <a:pt x="0" y="7"/>
                    </a:lnTo>
                    <a:lnTo>
                      <a:pt x="0" y="719"/>
                    </a:lnTo>
                    <a:lnTo>
                      <a:pt x="22" y="719"/>
                    </a:lnTo>
                    <a:lnTo>
                      <a:pt x="22" y="7"/>
                    </a:lnTo>
                    <a:lnTo>
                      <a:pt x="11" y="0"/>
                    </a:lnTo>
                    <a:lnTo>
                      <a:pt x="22" y="7"/>
                    </a:lnTo>
                    <a:lnTo>
                      <a:pt x="22" y="4"/>
                    </a:lnTo>
                    <a:lnTo>
                      <a:pt x="16" y="2"/>
                    </a:lnTo>
                    <a:lnTo>
                      <a:pt x="16" y="1"/>
                    </a:lnTo>
                    <a:lnTo>
                      <a:pt x="11" y="0"/>
                    </a:lnTo>
                    <a:lnTo>
                      <a:pt x="5" y="1"/>
                    </a:lnTo>
                    <a:lnTo>
                      <a:pt x="5" y="2"/>
                    </a:lnTo>
                    <a:lnTo>
                      <a:pt x="0" y="4"/>
                    </a:lnTo>
                    <a:lnTo>
                      <a:pt x="0" y="7"/>
                    </a:lnTo>
                    <a:lnTo>
                      <a:pt x="11" y="15"/>
                    </a:lnTo>
                  </a:path>
                </a:pathLst>
              </a:custGeom>
              <a:solidFill>
                <a:schemeClr val="bg2"/>
              </a:solidFill>
              <a:ln w="12700" cap="rnd">
                <a:solidFill>
                  <a:schemeClr val="tx1"/>
                </a:solidFill>
                <a:round/>
                <a:headEnd/>
                <a:tailEnd/>
              </a:ln>
            </p:spPr>
            <p:txBody>
              <a:bodyPr/>
              <a:lstStyle/>
              <a:p>
                <a:endParaRPr lang="pt-BR"/>
              </a:p>
            </p:txBody>
          </p:sp>
          <p:sp>
            <p:nvSpPr>
              <p:cNvPr id="176" name="Freeform 618"/>
              <p:cNvSpPr>
                <a:spLocks/>
              </p:cNvSpPr>
              <p:nvPr/>
            </p:nvSpPr>
            <p:spPr bwMode="auto">
              <a:xfrm>
                <a:off x="637" y="859"/>
                <a:ext cx="323" cy="20"/>
              </a:xfrm>
              <a:custGeom>
                <a:avLst/>
                <a:gdLst>
                  <a:gd name="T0" fmla="*/ 9 w 323"/>
                  <a:gd name="T1" fmla="*/ 9 h 20"/>
                  <a:gd name="T2" fmla="*/ 4 w 323"/>
                  <a:gd name="T3" fmla="*/ 19 h 20"/>
                  <a:gd name="T4" fmla="*/ 322 w 323"/>
                  <a:gd name="T5" fmla="*/ 19 h 20"/>
                  <a:gd name="T6" fmla="*/ 322 w 323"/>
                  <a:gd name="T7" fmla="*/ 0 h 20"/>
                  <a:gd name="T8" fmla="*/ 4 w 323"/>
                  <a:gd name="T9" fmla="*/ 0 h 20"/>
                  <a:gd name="T10" fmla="*/ 0 w 323"/>
                  <a:gd name="T11" fmla="*/ 9 h 20"/>
                  <a:gd name="T12" fmla="*/ 4 w 323"/>
                  <a:gd name="T13" fmla="*/ 0 h 20"/>
                  <a:gd name="T14" fmla="*/ 2 w 323"/>
                  <a:gd name="T15" fmla="*/ 2 h 20"/>
                  <a:gd name="T16" fmla="*/ 1 w 323"/>
                  <a:gd name="T17" fmla="*/ 2 h 20"/>
                  <a:gd name="T18" fmla="*/ 0 w 323"/>
                  <a:gd name="T19" fmla="*/ 4 h 20"/>
                  <a:gd name="T20" fmla="*/ 0 w 323"/>
                  <a:gd name="T21" fmla="*/ 9 h 20"/>
                  <a:gd name="T22" fmla="*/ 0 w 323"/>
                  <a:gd name="T23" fmla="*/ 14 h 20"/>
                  <a:gd name="T24" fmla="*/ 1 w 323"/>
                  <a:gd name="T25" fmla="*/ 16 h 20"/>
                  <a:gd name="T26" fmla="*/ 2 w 323"/>
                  <a:gd name="T27" fmla="*/ 16 h 20"/>
                  <a:gd name="T28" fmla="*/ 4 w 323"/>
                  <a:gd name="T29" fmla="*/ 19 h 20"/>
                  <a:gd name="T30" fmla="*/ 9 w 323"/>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3"/>
                  <a:gd name="T49" fmla="*/ 0 h 20"/>
                  <a:gd name="T50" fmla="*/ 323 w 323"/>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3" h="20">
                    <a:moveTo>
                      <a:pt x="9" y="9"/>
                    </a:moveTo>
                    <a:lnTo>
                      <a:pt x="4" y="19"/>
                    </a:lnTo>
                    <a:lnTo>
                      <a:pt x="322" y="19"/>
                    </a:lnTo>
                    <a:lnTo>
                      <a:pt x="322" y="0"/>
                    </a:lnTo>
                    <a:lnTo>
                      <a:pt x="4" y="0"/>
                    </a:lnTo>
                    <a:lnTo>
                      <a:pt x="0" y="9"/>
                    </a:lnTo>
                    <a:lnTo>
                      <a:pt x="4" y="0"/>
                    </a:lnTo>
                    <a:lnTo>
                      <a:pt x="2" y="2"/>
                    </a:lnTo>
                    <a:lnTo>
                      <a:pt x="1" y="2"/>
                    </a:lnTo>
                    <a:lnTo>
                      <a:pt x="0" y="4"/>
                    </a:lnTo>
                    <a:lnTo>
                      <a:pt x="0" y="9"/>
                    </a:lnTo>
                    <a:lnTo>
                      <a:pt x="0" y="14"/>
                    </a:lnTo>
                    <a:lnTo>
                      <a:pt x="1" y="16"/>
                    </a:lnTo>
                    <a:lnTo>
                      <a:pt x="2" y="16"/>
                    </a:lnTo>
                    <a:lnTo>
                      <a:pt x="4" y="19"/>
                    </a:lnTo>
                    <a:lnTo>
                      <a:pt x="9" y="9"/>
                    </a:lnTo>
                  </a:path>
                </a:pathLst>
              </a:custGeom>
              <a:solidFill>
                <a:schemeClr val="bg2"/>
              </a:solidFill>
              <a:ln w="12700" cap="rnd">
                <a:solidFill>
                  <a:schemeClr val="tx1"/>
                </a:solidFill>
                <a:round/>
                <a:headEnd/>
                <a:tailEnd/>
              </a:ln>
            </p:spPr>
            <p:txBody>
              <a:bodyPr/>
              <a:lstStyle/>
              <a:p>
                <a:endParaRPr lang="pt-BR"/>
              </a:p>
            </p:txBody>
          </p:sp>
          <p:sp>
            <p:nvSpPr>
              <p:cNvPr id="177" name="Freeform 619"/>
              <p:cNvSpPr>
                <a:spLocks/>
              </p:cNvSpPr>
              <p:nvPr/>
            </p:nvSpPr>
            <p:spPr bwMode="auto">
              <a:xfrm>
                <a:off x="637" y="865"/>
                <a:ext cx="22" cy="722"/>
              </a:xfrm>
              <a:custGeom>
                <a:avLst/>
                <a:gdLst>
                  <a:gd name="T0" fmla="*/ 14 w 22"/>
                  <a:gd name="T1" fmla="*/ 706 h 722"/>
                  <a:gd name="T2" fmla="*/ 21 w 22"/>
                  <a:gd name="T3" fmla="*/ 713 h 722"/>
                  <a:gd name="T4" fmla="*/ 21 w 22"/>
                  <a:gd name="T5" fmla="*/ 0 h 722"/>
                  <a:gd name="T6" fmla="*/ 0 w 22"/>
                  <a:gd name="T7" fmla="*/ 0 h 722"/>
                  <a:gd name="T8" fmla="*/ 0 w 22"/>
                  <a:gd name="T9" fmla="*/ 713 h 722"/>
                  <a:gd name="T10" fmla="*/ 14 w 22"/>
                  <a:gd name="T11" fmla="*/ 721 h 722"/>
                  <a:gd name="T12" fmla="*/ 0 w 22"/>
                  <a:gd name="T13" fmla="*/ 713 h 722"/>
                  <a:gd name="T14" fmla="*/ 0 w 22"/>
                  <a:gd name="T15" fmla="*/ 717 h 722"/>
                  <a:gd name="T16" fmla="*/ 7 w 22"/>
                  <a:gd name="T17" fmla="*/ 719 h 722"/>
                  <a:gd name="T18" fmla="*/ 7 w 22"/>
                  <a:gd name="T19" fmla="*/ 721 h 722"/>
                  <a:gd name="T20" fmla="*/ 14 w 22"/>
                  <a:gd name="T21" fmla="*/ 721 h 722"/>
                  <a:gd name="T22" fmla="*/ 14 w 22"/>
                  <a:gd name="T23" fmla="*/ 721 h 722"/>
                  <a:gd name="T24" fmla="*/ 21 w 22"/>
                  <a:gd name="T25" fmla="*/ 719 h 722"/>
                  <a:gd name="T26" fmla="*/ 21 w 22"/>
                  <a:gd name="T27" fmla="*/ 717 h 722"/>
                  <a:gd name="T28" fmla="*/ 21 w 22"/>
                  <a:gd name="T29" fmla="*/ 713 h 722"/>
                  <a:gd name="T30" fmla="*/ 14 w 22"/>
                  <a:gd name="T31" fmla="*/ 706 h 7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722"/>
                  <a:gd name="T50" fmla="*/ 22 w 22"/>
                  <a:gd name="T51" fmla="*/ 722 h 7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722">
                    <a:moveTo>
                      <a:pt x="14" y="706"/>
                    </a:moveTo>
                    <a:lnTo>
                      <a:pt x="21" y="713"/>
                    </a:lnTo>
                    <a:lnTo>
                      <a:pt x="21" y="0"/>
                    </a:lnTo>
                    <a:lnTo>
                      <a:pt x="0" y="0"/>
                    </a:lnTo>
                    <a:lnTo>
                      <a:pt x="0" y="713"/>
                    </a:lnTo>
                    <a:lnTo>
                      <a:pt x="14" y="721"/>
                    </a:lnTo>
                    <a:lnTo>
                      <a:pt x="0" y="713"/>
                    </a:lnTo>
                    <a:lnTo>
                      <a:pt x="0" y="717"/>
                    </a:lnTo>
                    <a:lnTo>
                      <a:pt x="7" y="719"/>
                    </a:lnTo>
                    <a:lnTo>
                      <a:pt x="7" y="721"/>
                    </a:lnTo>
                    <a:lnTo>
                      <a:pt x="14" y="721"/>
                    </a:lnTo>
                    <a:lnTo>
                      <a:pt x="21" y="719"/>
                    </a:lnTo>
                    <a:lnTo>
                      <a:pt x="21" y="717"/>
                    </a:lnTo>
                    <a:lnTo>
                      <a:pt x="21" y="713"/>
                    </a:lnTo>
                    <a:lnTo>
                      <a:pt x="14" y="706"/>
                    </a:lnTo>
                  </a:path>
                </a:pathLst>
              </a:custGeom>
              <a:solidFill>
                <a:schemeClr val="bg2"/>
              </a:solidFill>
              <a:ln w="12700" cap="rnd">
                <a:solidFill>
                  <a:schemeClr val="tx1"/>
                </a:solidFill>
                <a:round/>
                <a:headEnd/>
                <a:tailEnd/>
              </a:ln>
            </p:spPr>
            <p:txBody>
              <a:bodyPr/>
              <a:lstStyle/>
              <a:p>
                <a:endParaRPr lang="pt-BR"/>
              </a:p>
            </p:txBody>
          </p:sp>
          <p:sp>
            <p:nvSpPr>
              <p:cNvPr id="178" name="Freeform 620"/>
              <p:cNvSpPr>
                <a:spLocks/>
              </p:cNvSpPr>
              <p:nvPr/>
            </p:nvSpPr>
            <p:spPr bwMode="auto">
              <a:xfrm>
                <a:off x="674" y="1586"/>
                <a:ext cx="1196" cy="91"/>
              </a:xfrm>
              <a:custGeom>
                <a:avLst/>
                <a:gdLst>
                  <a:gd name="T0" fmla="*/ 0 w 1196"/>
                  <a:gd name="T1" fmla="*/ 90 h 91"/>
                  <a:gd name="T2" fmla="*/ 1195 w 1196"/>
                  <a:gd name="T3" fmla="*/ 90 h 91"/>
                  <a:gd name="T4" fmla="*/ 1195 w 1196"/>
                  <a:gd name="T5" fmla="*/ 0 h 91"/>
                  <a:gd name="T6" fmla="*/ 0 w 1196"/>
                  <a:gd name="T7" fmla="*/ 0 h 91"/>
                  <a:gd name="T8" fmla="*/ 0 w 1196"/>
                  <a:gd name="T9" fmla="*/ 90 h 91"/>
                  <a:gd name="T10" fmla="*/ 0 60000 65536"/>
                  <a:gd name="T11" fmla="*/ 0 60000 65536"/>
                  <a:gd name="T12" fmla="*/ 0 60000 65536"/>
                  <a:gd name="T13" fmla="*/ 0 60000 65536"/>
                  <a:gd name="T14" fmla="*/ 0 60000 65536"/>
                  <a:gd name="T15" fmla="*/ 0 w 1196"/>
                  <a:gd name="T16" fmla="*/ 0 h 91"/>
                  <a:gd name="T17" fmla="*/ 1196 w 1196"/>
                  <a:gd name="T18" fmla="*/ 91 h 91"/>
                </a:gdLst>
                <a:ahLst/>
                <a:cxnLst>
                  <a:cxn ang="T10">
                    <a:pos x="T0" y="T1"/>
                  </a:cxn>
                  <a:cxn ang="T11">
                    <a:pos x="T2" y="T3"/>
                  </a:cxn>
                  <a:cxn ang="T12">
                    <a:pos x="T4" y="T5"/>
                  </a:cxn>
                  <a:cxn ang="T13">
                    <a:pos x="T6" y="T7"/>
                  </a:cxn>
                  <a:cxn ang="T14">
                    <a:pos x="T8" y="T9"/>
                  </a:cxn>
                </a:cxnLst>
                <a:rect l="T15" t="T16" r="T17" b="T18"/>
                <a:pathLst>
                  <a:path w="1196" h="91">
                    <a:moveTo>
                      <a:pt x="0" y="90"/>
                    </a:moveTo>
                    <a:lnTo>
                      <a:pt x="1195" y="90"/>
                    </a:lnTo>
                    <a:lnTo>
                      <a:pt x="1195" y="0"/>
                    </a:lnTo>
                    <a:lnTo>
                      <a:pt x="0" y="0"/>
                    </a:lnTo>
                    <a:lnTo>
                      <a:pt x="0" y="90"/>
                    </a:lnTo>
                  </a:path>
                </a:pathLst>
              </a:custGeom>
              <a:solidFill>
                <a:schemeClr val="bg2"/>
              </a:solidFill>
              <a:ln w="12700" cap="rnd">
                <a:solidFill>
                  <a:schemeClr val="tx1"/>
                </a:solidFill>
                <a:round/>
                <a:headEnd/>
                <a:tailEnd/>
              </a:ln>
            </p:spPr>
            <p:txBody>
              <a:bodyPr/>
              <a:lstStyle/>
              <a:p>
                <a:endParaRPr lang="pt-BR"/>
              </a:p>
            </p:txBody>
          </p:sp>
          <p:sp>
            <p:nvSpPr>
              <p:cNvPr id="179" name="Freeform 621"/>
              <p:cNvSpPr>
                <a:spLocks/>
              </p:cNvSpPr>
              <p:nvPr/>
            </p:nvSpPr>
            <p:spPr bwMode="auto">
              <a:xfrm>
                <a:off x="674" y="1676"/>
                <a:ext cx="1200" cy="20"/>
              </a:xfrm>
              <a:custGeom>
                <a:avLst/>
                <a:gdLst>
                  <a:gd name="T0" fmla="*/ 1187 w 1200"/>
                  <a:gd name="T1" fmla="*/ 9 h 20"/>
                  <a:gd name="T2" fmla="*/ 1193 w 1200"/>
                  <a:gd name="T3" fmla="*/ 0 h 20"/>
                  <a:gd name="T4" fmla="*/ 0 w 1200"/>
                  <a:gd name="T5" fmla="*/ 0 h 20"/>
                  <a:gd name="T6" fmla="*/ 0 w 1200"/>
                  <a:gd name="T7" fmla="*/ 19 h 20"/>
                  <a:gd name="T8" fmla="*/ 1193 w 1200"/>
                  <a:gd name="T9" fmla="*/ 19 h 20"/>
                  <a:gd name="T10" fmla="*/ 1199 w 1200"/>
                  <a:gd name="T11" fmla="*/ 9 h 20"/>
                  <a:gd name="T12" fmla="*/ 1193 w 1200"/>
                  <a:gd name="T13" fmla="*/ 19 h 20"/>
                  <a:gd name="T14" fmla="*/ 1196 w 1200"/>
                  <a:gd name="T15" fmla="*/ 19 h 20"/>
                  <a:gd name="T16" fmla="*/ 1197 w 1200"/>
                  <a:gd name="T17" fmla="*/ 15 h 20"/>
                  <a:gd name="T18" fmla="*/ 1197 w 1200"/>
                  <a:gd name="T19" fmla="*/ 15 h 20"/>
                  <a:gd name="T20" fmla="*/ 1199 w 1200"/>
                  <a:gd name="T21" fmla="*/ 9 h 20"/>
                  <a:gd name="T22" fmla="*/ 1197 w 1200"/>
                  <a:gd name="T23" fmla="*/ 6 h 20"/>
                  <a:gd name="T24" fmla="*/ 1197 w 1200"/>
                  <a:gd name="T25" fmla="*/ 3 h 20"/>
                  <a:gd name="T26" fmla="*/ 1196 w 1200"/>
                  <a:gd name="T27" fmla="*/ 3 h 20"/>
                  <a:gd name="T28" fmla="*/ 1193 w 1200"/>
                  <a:gd name="T29" fmla="*/ 0 h 20"/>
                  <a:gd name="T30" fmla="*/ 1187 w 1200"/>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00"/>
                  <a:gd name="T49" fmla="*/ 0 h 20"/>
                  <a:gd name="T50" fmla="*/ 1200 w 1200"/>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00" h="20">
                    <a:moveTo>
                      <a:pt x="1187" y="9"/>
                    </a:moveTo>
                    <a:lnTo>
                      <a:pt x="1193" y="0"/>
                    </a:lnTo>
                    <a:lnTo>
                      <a:pt x="0" y="0"/>
                    </a:lnTo>
                    <a:lnTo>
                      <a:pt x="0" y="19"/>
                    </a:lnTo>
                    <a:lnTo>
                      <a:pt x="1193" y="19"/>
                    </a:lnTo>
                    <a:lnTo>
                      <a:pt x="1199" y="9"/>
                    </a:lnTo>
                    <a:lnTo>
                      <a:pt x="1193" y="19"/>
                    </a:lnTo>
                    <a:lnTo>
                      <a:pt x="1196" y="19"/>
                    </a:lnTo>
                    <a:lnTo>
                      <a:pt x="1197" y="15"/>
                    </a:lnTo>
                    <a:lnTo>
                      <a:pt x="1199" y="9"/>
                    </a:lnTo>
                    <a:lnTo>
                      <a:pt x="1197" y="6"/>
                    </a:lnTo>
                    <a:lnTo>
                      <a:pt x="1197" y="3"/>
                    </a:lnTo>
                    <a:lnTo>
                      <a:pt x="1196" y="3"/>
                    </a:lnTo>
                    <a:lnTo>
                      <a:pt x="1193" y="0"/>
                    </a:lnTo>
                    <a:lnTo>
                      <a:pt x="1187" y="9"/>
                    </a:lnTo>
                  </a:path>
                </a:pathLst>
              </a:custGeom>
              <a:solidFill>
                <a:schemeClr val="bg2"/>
              </a:solidFill>
              <a:ln w="12700" cap="rnd">
                <a:solidFill>
                  <a:schemeClr val="tx1"/>
                </a:solidFill>
                <a:round/>
                <a:headEnd/>
                <a:tailEnd/>
              </a:ln>
            </p:spPr>
            <p:txBody>
              <a:bodyPr/>
              <a:lstStyle/>
              <a:p>
                <a:endParaRPr lang="pt-BR"/>
              </a:p>
            </p:txBody>
          </p:sp>
          <p:sp>
            <p:nvSpPr>
              <p:cNvPr id="180" name="Freeform 622"/>
              <p:cNvSpPr>
                <a:spLocks/>
              </p:cNvSpPr>
              <p:nvPr/>
            </p:nvSpPr>
            <p:spPr bwMode="auto">
              <a:xfrm>
                <a:off x="1869" y="1578"/>
                <a:ext cx="22" cy="99"/>
              </a:xfrm>
              <a:custGeom>
                <a:avLst/>
                <a:gdLst>
                  <a:gd name="T0" fmla="*/ 10 w 22"/>
                  <a:gd name="T1" fmla="*/ 14 h 99"/>
                  <a:gd name="T2" fmla="*/ 0 w 22"/>
                  <a:gd name="T3" fmla="*/ 7 h 99"/>
                  <a:gd name="T4" fmla="*/ 0 w 22"/>
                  <a:gd name="T5" fmla="*/ 98 h 99"/>
                  <a:gd name="T6" fmla="*/ 21 w 22"/>
                  <a:gd name="T7" fmla="*/ 98 h 99"/>
                  <a:gd name="T8" fmla="*/ 21 w 22"/>
                  <a:gd name="T9" fmla="*/ 7 h 99"/>
                  <a:gd name="T10" fmla="*/ 10 w 22"/>
                  <a:gd name="T11" fmla="*/ 0 h 99"/>
                  <a:gd name="T12" fmla="*/ 21 w 22"/>
                  <a:gd name="T13" fmla="*/ 7 h 99"/>
                  <a:gd name="T14" fmla="*/ 21 w 22"/>
                  <a:gd name="T15" fmla="*/ 4 h 99"/>
                  <a:gd name="T16" fmla="*/ 15 w 22"/>
                  <a:gd name="T17" fmla="*/ 2 h 99"/>
                  <a:gd name="T18" fmla="*/ 15 w 22"/>
                  <a:gd name="T19" fmla="*/ 0 h 99"/>
                  <a:gd name="T20" fmla="*/ 10 w 22"/>
                  <a:gd name="T21" fmla="*/ 0 h 99"/>
                  <a:gd name="T22" fmla="*/ 5 w 22"/>
                  <a:gd name="T23" fmla="*/ 0 h 99"/>
                  <a:gd name="T24" fmla="*/ 5 w 22"/>
                  <a:gd name="T25" fmla="*/ 2 h 99"/>
                  <a:gd name="T26" fmla="*/ 0 w 22"/>
                  <a:gd name="T27" fmla="*/ 4 h 99"/>
                  <a:gd name="T28" fmla="*/ 0 w 22"/>
                  <a:gd name="T29" fmla="*/ 7 h 99"/>
                  <a:gd name="T30" fmla="*/ 10 w 22"/>
                  <a:gd name="T31" fmla="*/ 14 h 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99"/>
                  <a:gd name="T50" fmla="*/ 22 w 22"/>
                  <a:gd name="T51" fmla="*/ 99 h 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99">
                    <a:moveTo>
                      <a:pt x="10" y="14"/>
                    </a:moveTo>
                    <a:lnTo>
                      <a:pt x="0" y="7"/>
                    </a:lnTo>
                    <a:lnTo>
                      <a:pt x="0" y="98"/>
                    </a:lnTo>
                    <a:lnTo>
                      <a:pt x="21" y="98"/>
                    </a:lnTo>
                    <a:lnTo>
                      <a:pt x="21" y="7"/>
                    </a:lnTo>
                    <a:lnTo>
                      <a:pt x="10" y="0"/>
                    </a:lnTo>
                    <a:lnTo>
                      <a:pt x="21" y="7"/>
                    </a:lnTo>
                    <a:lnTo>
                      <a:pt x="21" y="4"/>
                    </a:lnTo>
                    <a:lnTo>
                      <a:pt x="15" y="2"/>
                    </a:lnTo>
                    <a:lnTo>
                      <a:pt x="15" y="0"/>
                    </a:lnTo>
                    <a:lnTo>
                      <a:pt x="10" y="0"/>
                    </a:lnTo>
                    <a:lnTo>
                      <a:pt x="5" y="0"/>
                    </a:lnTo>
                    <a:lnTo>
                      <a:pt x="5" y="2"/>
                    </a:lnTo>
                    <a:lnTo>
                      <a:pt x="0" y="4"/>
                    </a:lnTo>
                    <a:lnTo>
                      <a:pt x="0" y="7"/>
                    </a:lnTo>
                    <a:lnTo>
                      <a:pt x="10" y="14"/>
                    </a:lnTo>
                  </a:path>
                </a:pathLst>
              </a:custGeom>
              <a:solidFill>
                <a:schemeClr val="bg2"/>
              </a:solidFill>
              <a:ln w="12700" cap="rnd">
                <a:solidFill>
                  <a:schemeClr val="tx1"/>
                </a:solidFill>
                <a:round/>
                <a:headEnd/>
                <a:tailEnd/>
              </a:ln>
            </p:spPr>
            <p:txBody>
              <a:bodyPr/>
              <a:lstStyle/>
              <a:p>
                <a:endParaRPr lang="pt-BR"/>
              </a:p>
            </p:txBody>
          </p:sp>
          <p:sp>
            <p:nvSpPr>
              <p:cNvPr id="181" name="Freeform 623"/>
              <p:cNvSpPr>
                <a:spLocks/>
              </p:cNvSpPr>
              <p:nvPr/>
            </p:nvSpPr>
            <p:spPr bwMode="auto">
              <a:xfrm>
                <a:off x="670" y="1578"/>
                <a:ext cx="1200" cy="20"/>
              </a:xfrm>
              <a:custGeom>
                <a:avLst/>
                <a:gdLst>
                  <a:gd name="T0" fmla="*/ 9 w 1200"/>
                  <a:gd name="T1" fmla="*/ 9 h 20"/>
                  <a:gd name="T2" fmla="*/ 4 w 1200"/>
                  <a:gd name="T3" fmla="*/ 19 h 20"/>
                  <a:gd name="T4" fmla="*/ 1199 w 1200"/>
                  <a:gd name="T5" fmla="*/ 19 h 20"/>
                  <a:gd name="T6" fmla="*/ 1199 w 1200"/>
                  <a:gd name="T7" fmla="*/ 0 h 20"/>
                  <a:gd name="T8" fmla="*/ 4 w 1200"/>
                  <a:gd name="T9" fmla="*/ 0 h 20"/>
                  <a:gd name="T10" fmla="*/ 0 w 1200"/>
                  <a:gd name="T11" fmla="*/ 9 h 20"/>
                  <a:gd name="T12" fmla="*/ 4 w 1200"/>
                  <a:gd name="T13" fmla="*/ 0 h 20"/>
                  <a:gd name="T14" fmla="*/ 2 w 1200"/>
                  <a:gd name="T15" fmla="*/ 0 h 20"/>
                  <a:gd name="T16" fmla="*/ 1 w 1200"/>
                  <a:gd name="T17" fmla="*/ 2 h 20"/>
                  <a:gd name="T18" fmla="*/ 0 w 1200"/>
                  <a:gd name="T19" fmla="*/ 4 h 20"/>
                  <a:gd name="T20" fmla="*/ 0 w 1200"/>
                  <a:gd name="T21" fmla="*/ 9 h 20"/>
                  <a:gd name="T22" fmla="*/ 0 w 1200"/>
                  <a:gd name="T23" fmla="*/ 14 h 20"/>
                  <a:gd name="T24" fmla="*/ 1 w 1200"/>
                  <a:gd name="T25" fmla="*/ 16 h 20"/>
                  <a:gd name="T26" fmla="*/ 2 w 1200"/>
                  <a:gd name="T27" fmla="*/ 16 h 20"/>
                  <a:gd name="T28" fmla="*/ 4 w 1200"/>
                  <a:gd name="T29" fmla="*/ 19 h 20"/>
                  <a:gd name="T30" fmla="*/ 9 w 1200"/>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00"/>
                  <a:gd name="T49" fmla="*/ 0 h 20"/>
                  <a:gd name="T50" fmla="*/ 1200 w 1200"/>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00" h="20">
                    <a:moveTo>
                      <a:pt x="9" y="9"/>
                    </a:moveTo>
                    <a:lnTo>
                      <a:pt x="4" y="19"/>
                    </a:lnTo>
                    <a:lnTo>
                      <a:pt x="1199" y="19"/>
                    </a:lnTo>
                    <a:lnTo>
                      <a:pt x="1199" y="0"/>
                    </a:lnTo>
                    <a:lnTo>
                      <a:pt x="4" y="0"/>
                    </a:lnTo>
                    <a:lnTo>
                      <a:pt x="0" y="9"/>
                    </a:lnTo>
                    <a:lnTo>
                      <a:pt x="4" y="0"/>
                    </a:lnTo>
                    <a:lnTo>
                      <a:pt x="2" y="0"/>
                    </a:lnTo>
                    <a:lnTo>
                      <a:pt x="1" y="2"/>
                    </a:lnTo>
                    <a:lnTo>
                      <a:pt x="0" y="4"/>
                    </a:lnTo>
                    <a:lnTo>
                      <a:pt x="0" y="9"/>
                    </a:lnTo>
                    <a:lnTo>
                      <a:pt x="0" y="14"/>
                    </a:lnTo>
                    <a:lnTo>
                      <a:pt x="1" y="16"/>
                    </a:lnTo>
                    <a:lnTo>
                      <a:pt x="2" y="16"/>
                    </a:lnTo>
                    <a:lnTo>
                      <a:pt x="4" y="19"/>
                    </a:lnTo>
                    <a:lnTo>
                      <a:pt x="9" y="9"/>
                    </a:lnTo>
                  </a:path>
                </a:pathLst>
              </a:custGeom>
              <a:solidFill>
                <a:schemeClr val="bg2"/>
              </a:solidFill>
              <a:ln w="12700" cap="rnd">
                <a:solidFill>
                  <a:schemeClr val="tx1"/>
                </a:solidFill>
                <a:round/>
                <a:headEnd/>
                <a:tailEnd/>
              </a:ln>
            </p:spPr>
            <p:txBody>
              <a:bodyPr/>
              <a:lstStyle/>
              <a:p>
                <a:endParaRPr lang="pt-BR"/>
              </a:p>
            </p:txBody>
          </p:sp>
          <p:sp>
            <p:nvSpPr>
              <p:cNvPr id="182" name="Freeform 624"/>
              <p:cNvSpPr>
                <a:spLocks/>
              </p:cNvSpPr>
              <p:nvPr/>
            </p:nvSpPr>
            <p:spPr bwMode="auto">
              <a:xfrm>
                <a:off x="670" y="1586"/>
                <a:ext cx="23" cy="98"/>
              </a:xfrm>
              <a:custGeom>
                <a:avLst/>
                <a:gdLst>
                  <a:gd name="T0" fmla="*/ 14 w 23"/>
                  <a:gd name="T1" fmla="*/ 83 h 98"/>
                  <a:gd name="T2" fmla="*/ 22 w 23"/>
                  <a:gd name="T3" fmla="*/ 89 h 98"/>
                  <a:gd name="T4" fmla="*/ 22 w 23"/>
                  <a:gd name="T5" fmla="*/ 0 h 98"/>
                  <a:gd name="T6" fmla="*/ 0 w 23"/>
                  <a:gd name="T7" fmla="*/ 0 h 98"/>
                  <a:gd name="T8" fmla="*/ 0 w 23"/>
                  <a:gd name="T9" fmla="*/ 89 h 98"/>
                  <a:gd name="T10" fmla="*/ 14 w 23"/>
                  <a:gd name="T11" fmla="*/ 97 h 98"/>
                  <a:gd name="T12" fmla="*/ 0 w 23"/>
                  <a:gd name="T13" fmla="*/ 89 h 98"/>
                  <a:gd name="T14" fmla="*/ 0 w 23"/>
                  <a:gd name="T15" fmla="*/ 93 h 98"/>
                  <a:gd name="T16" fmla="*/ 7 w 23"/>
                  <a:gd name="T17" fmla="*/ 95 h 98"/>
                  <a:gd name="T18" fmla="*/ 7 w 23"/>
                  <a:gd name="T19" fmla="*/ 97 h 98"/>
                  <a:gd name="T20" fmla="*/ 14 w 23"/>
                  <a:gd name="T21" fmla="*/ 97 h 98"/>
                  <a:gd name="T22" fmla="*/ 14 w 23"/>
                  <a:gd name="T23" fmla="*/ 97 h 98"/>
                  <a:gd name="T24" fmla="*/ 22 w 23"/>
                  <a:gd name="T25" fmla="*/ 95 h 98"/>
                  <a:gd name="T26" fmla="*/ 22 w 23"/>
                  <a:gd name="T27" fmla="*/ 93 h 98"/>
                  <a:gd name="T28" fmla="*/ 22 w 23"/>
                  <a:gd name="T29" fmla="*/ 89 h 98"/>
                  <a:gd name="T30" fmla="*/ 14 w 23"/>
                  <a:gd name="T31" fmla="*/ 83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98"/>
                  <a:gd name="T50" fmla="*/ 23 w 23"/>
                  <a:gd name="T51" fmla="*/ 98 h 9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98">
                    <a:moveTo>
                      <a:pt x="14" y="83"/>
                    </a:moveTo>
                    <a:lnTo>
                      <a:pt x="22" y="89"/>
                    </a:lnTo>
                    <a:lnTo>
                      <a:pt x="22" y="0"/>
                    </a:lnTo>
                    <a:lnTo>
                      <a:pt x="0" y="0"/>
                    </a:lnTo>
                    <a:lnTo>
                      <a:pt x="0" y="89"/>
                    </a:lnTo>
                    <a:lnTo>
                      <a:pt x="14" y="97"/>
                    </a:lnTo>
                    <a:lnTo>
                      <a:pt x="0" y="89"/>
                    </a:lnTo>
                    <a:lnTo>
                      <a:pt x="0" y="93"/>
                    </a:lnTo>
                    <a:lnTo>
                      <a:pt x="7" y="95"/>
                    </a:lnTo>
                    <a:lnTo>
                      <a:pt x="7" y="97"/>
                    </a:lnTo>
                    <a:lnTo>
                      <a:pt x="14" y="97"/>
                    </a:lnTo>
                    <a:lnTo>
                      <a:pt x="22" y="95"/>
                    </a:lnTo>
                    <a:lnTo>
                      <a:pt x="22" y="93"/>
                    </a:lnTo>
                    <a:lnTo>
                      <a:pt x="22" y="89"/>
                    </a:lnTo>
                    <a:lnTo>
                      <a:pt x="14" y="83"/>
                    </a:lnTo>
                  </a:path>
                </a:pathLst>
              </a:custGeom>
              <a:solidFill>
                <a:schemeClr val="bg2"/>
              </a:solidFill>
              <a:ln w="12700" cap="rnd">
                <a:solidFill>
                  <a:schemeClr val="tx1"/>
                </a:solidFill>
                <a:round/>
                <a:headEnd/>
                <a:tailEnd/>
              </a:ln>
            </p:spPr>
            <p:txBody>
              <a:bodyPr/>
              <a:lstStyle/>
              <a:p>
                <a:endParaRPr lang="pt-BR"/>
              </a:p>
            </p:txBody>
          </p:sp>
          <p:sp>
            <p:nvSpPr>
              <p:cNvPr id="183" name="Freeform 625"/>
              <p:cNvSpPr>
                <a:spLocks/>
              </p:cNvSpPr>
              <p:nvPr/>
            </p:nvSpPr>
            <p:spPr bwMode="auto">
              <a:xfrm>
                <a:off x="980" y="975"/>
                <a:ext cx="68" cy="233"/>
              </a:xfrm>
              <a:custGeom>
                <a:avLst/>
                <a:gdLst>
                  <a:gd name="T0" fmla="*/ 0 w 68"/>
                  <a:gd name="T1" fmla="*/ 232 h 233"/>
                  <a:gd name="T2" fmla="*/ 67 w 68"/>
                  <a:gd name="T3" fmla="*/ 232 h 233"/>
                  <a:gd name="T4" fmla="*/ 67 w 68"/>
                  <a:gd name="T5" fmla="*/ 0 h 233"/>
                  <a:gd name="T6" fmla="*/ 0 w 68"/>
                  <a:gd name="T7" fmla="*/ 0 h 233"/>
                  <a:gd name="T8" fmla="*/ 0 w 68"/>
                  <a:gd name="T9" fmla="*/ 232 h 233"/>
                  <a:gd name="T10" fmla="*/ 0 60000 65536"/>
                  <a:gd name="T11" fmla="*/ 0 60000 65536"/>
                  <a:gd name="T12" fmla="*/ 0 60000 65536"/>
                  <a:gd name="T13" fmla="*/ 0 60000 65536"/>
                  <a:gd name="T14" fmla="*/ 0 60000 65536"/>
                  <a:gd name="T15" fmla="*/ 0 w 68"/>
                  <a:gd name="T16" fmla="*/ 0 h 233"/>
                  <a:gd name="T17" fmla="*/ 68 w 68"/>
                  <a:gd name="T18" fmla="*/ 233 h 233"/>
                </a:gdLst>
                <a:ahLst/>
                <a:cxnLst>
                  <a:cxn ang="T10">
                    <a:pos x="T0" y="T1"/>
                  </a:cxn>
                  <a:cxn ang="T11">
                    <a:pos x="T2" y="T3"/>
                  </a:cxn>
                  <a:cxn ang="T12">
                    <a:pos x="T4" y="T5"/>
                  </a:cxn>
                  <a:cxn ang="T13">
                    <a:pos x="T6" y="T7"/>
                  </a:cxn>
                  <a:cxn ang="T14">
                    <a:pos x="T8" y="T9"/>
                  </a:cxn>
                </a:cxnLst>
                <a:rect l="T15" t="T16" r="T17" b="T18"/>
                <a:pathLst>
                  <a:path w="68" h="233">
                    <a:moveTo>
                      <a:pt x="0" y="232"/>
                    </a:moveTo>
                    <a:lnTo>
                      <a:pt x="67" y="232"/>
                    </a:lnTo>
                    <a:lnTo>
                      <a:pt x="67" y="0"/>
                    </a:lnTo>
                    <a:lnTo>
                      <a:pt x="0" y="0"/>
                    </a:lnTo>
                    <a:lnTo>
                      <a:pt x="0" y="232"/>
                    </a:lnTo>
                  </a:path>
                </a:pathLst>
              </a:custGeom>
              <a:solidFill>
                <a:schemeClr val="bg2"/>
              </a:solidFill>
              <a:ln w="12700" cap="rnd">
                <a:solidFill>
                  <a:schemeClr val="tx1"/>
                </a:solidFill>
                <a:round/>
                <a:headEnd/>
                <a:tailEnd/>
              </a:ln>
            </p:spPr>
            <p:txBody>
              <a:bodyPr/>
              <a:lstStyle/>
              <a:p>
                <a:endParaRPr lang="pt-BR"/>
              </a:p>
            </p:txBody>
          </p:sp>
          <p:sp>
            <p:nvSpPr>
              <p:cNvPr id="184" name="Freeform 626"/>
              <p:cNvSpPr>
                <a:spLocks/>
              </p:cNvSpPr>
              <p:nvPr/>
            </p:nvSpPr>
            <p:spPr bwMode="auto">
              <a:xfrm>
                <a:off x="980" y="975"/>
                <a:ext cx="73" cy="241"/>
              </a:xfrm>
              <a:custGeom>
                <a:avLst/>
                <a:gdLst>
                  <a:gd name="T0" fmla="*/ 0 w 73"/>
                  <a:gd name="T1" fmla="*/ 240 h 241"/>
                  <a:gd name="T2" fmla="*/ 72 w 73"/>
                  <a:gd name="T3" fmla="*/ 240 h 241"/>
                  <a:gd name="T4" fmla="*/ 72 w 73"/>
                  <a:gd name="T5" fmla="*/ 0 h 241"/>
                  <a:gd name="T6" fmla="*/ 0 w 73"/>
                  <a:gd name="T7" fmla="*/ 0 h 241"/>
                  <a:gd name="T8" fmla="*/ 0 w 73"/>
                  <a:gd name="T9" fmla="*/ 240 h 241"/>
                  <a:gd name="T10" fmla="*/ 0 60000 65536"/>
                  <a:gd name="T11" fmla="*/ 0 60000 65536"/>
                  <a:gd name="T12" fmla="*/ 0 60000 65536"/>
                  <a:gd name="T13" fmla="*/ 0 60000 65536"/>
                  <a:gd name="T14" fmla="*/ 0 60000 65536"/>
                  <a:gd name="T15" fmla="*/ 0 w 73"/>
                  <a:gd name="T16" fmla="*/ 0 h 241"/>
                  <a:gd name="T17" fmla="*/ 73 w 73"/>
                  <a:gd name="T18" fmla="*/ 241 h 241"/>
                </a:gdLst>
                <a:ahLst/>
                <a:cxnLst>
                  <a:cxn ang="T10">
                    <a:pos x="T0" y="T1"/>
                  </a:cxn>
                  <a:cxn ang="T11">
                    <a:pos x="T2" y="T3"/>
                  </a:cxn>
                  <a:cxn ang="T12">
                    <a:pos x="T4" y="T5"/>
                  </a:cxn>
                  <a:cxn ang="T13">
                    <a:pos x="T6" y="T7"/>
                  </a:cxn>
                  <a:cxn ang="T14">
                    <a:pos x="T8" y="T9"/>
                  </a:cxn>
                </a:cxnLst>
                <a:rect l="T15" t="T16" r="T17" b="T18"/>
                <a:pathLst>
                  <a:path w="73" h="241">
                    <a:moveTo>
                      <a:pt x="0" y="240"/>
                    </a:moveTo>
                    <a:lnTo>
                      <a:pt x="72" y="240"/>
                    </a:lnTo>
                    <a:lnTo>
                      <a:pt x="72" y="0"/>
                    </a:lnTo>
                    <a:lnTo>
                      <a:pt x="0" y="0"/>
                    </a:lnTo>
                    <a:lnTo>
                      <a:pt x="0" y="240"/>
                    </a:lnTo>
                  </a:path>
                </a:pathLst>
              </a:custGeom>
              <a:solidFill>
                <a:schemeClr val="bg2"/>
              </a:solidFill>
              <a:ln w="12700" cap="rnd">
                <a:solidFill>
                  <a:schemeClr val="tx1"/>
                </a:solidFill>
                <a:round/>
                <a:headEnd/>
                <a:tailEnd/>
              </a:ln>
            </p:spPr>
            <p:txBody>
              <a:bodyPr/>
              <a:lstStyle/>
              <a:p>
                <a:endParaRPr lang="pt-BR"/>
              </a:p>
            </p:txBody>
          </p:sp>
          <p:sp>
            <p:nvSpPr>
              <p:cNvPr id="185" name="Freeform 627"/>
              <p:cNvSpPr>
                <a:spLocks/>
              </p:cNvSpPr>
              <p:nvPr/>
            </p:nvSpPr>
            <p:spPr bwMode="auto">
              <a:xfrm>
                <a:off x="964" y="1009"/>
                <a:ext cx="22" cy="164"/>
              </a:xfrm>
              <a:custGeom>
                <a:avLst/>
                <a:gdLst>
                  <a:gd name="T0" fmla="*/ 0 w 22"/>
                  <a:gd name="T1" fmla="*/ 163 h 164"/>
                  <a:gd name="T2" fmla="*/ 21 w 22"/>
                  <a:gd name="T3" fmla="*/ 163 h 164"/>
                  <a:gd name="T4" fmla="*/ 21 w 22"/>
                  <a:gd name="T5" fmla="*/ 0 h 164"/>
                  <a:gd name="T6" fmla="*/ 0 w 22"/>
                  <a:gd name="T7" fmla="*/ 0 h 164"/>
                  <a:gd name="T8" fmla="*/ 0 w 22"/>
                  <a:gd name="T9" fmla="*/ 163 h 164"/>
                  <a:gd name="T10" fmla="*/ 0 60000 65536"/>
                  <a:gd name="T11" fmla="*/ 0 60000 65536"/>
                  <a:gd name="T12" fmla="*/ 0 60000 65536"/>
                  <a:gd name="T13" fmla="*/ 0 60000 65536"/>
                  <a:gd name="T14" fmla="*/ 0 60000 65536"/>
                  <a:gd name="T15" fmla="*/ 0 w 22"/>
                  <a:gd name="T16" fmla="*/ 0 h 164"/>
                  <a:gd name="T17" fmla="*/ 22 w 22"/>
                  <a:gd name="T18" fmla="*/ 164 h 164"/>
                </a:gdLst>
                <a:ahLst/>
                <a:cxnLst>
                  <a:cxn ang="T10">
                    <a:pos x="T0" y="T1"/>
                  </a:cxn>
                  <a:cxn ang="T11">
                    <a:pos x="T2" y="T3"/>
                  </a:cxn>
                  <a:cxn ang="T12">
                    <a:pos x="T4" y="T5"/>
                  </a:cxn>
                  <a:cxn ang="T13">
                    <a:pos x="T6" y="T7"/>
                  </a:cxn>
                  <a:cxn ang="T14">
                    <a:pos x="T8" y="T9"/>
                  </a:cxn>
                </a:cxnLst>
                <a:rect l="T15" t="T16" r="T17" b="T18"/>
                <a:pathLst>
                  <a:path w="22" h="164">
                    <a:moveTo>
                      <a:pt x="0" y="163"/>
                    </a:moveTo>
                    <a:lnTo>
                      <a:pt x="21" y="163"/>
                    </a:lnTo>
                    <a:lnTo>
                      <a:pt x="21" y="0"/>
                    </a:lnTo>
                    <a:lnTo>
                      <a:pt x="0" y="0"/>
                    </a:lnTo>
                    <a:lnTo>
                      <a:pt x="0" y="163"/>
                    </a:lnTo>
                  </a:path>
                </a:pathLst>
              </a:custGeom>
              <a:solidFill>
                <a:schemeClr val="bg2"/>
              </a:solidFill>
              <a:ln w="12700" cap="rnd">
                <a:solidFill>
                  <a:schemeClr val="tx1"/>
                </a:solidFill>
                <a:round/>
                <a:headEnd/>
                <a:tailEnd/>
              </a:ln>
            </p:spPr>
            <p:txBody>
              <a:bodyPr/>
              <a:lstStyle/>
              <a:p>
                <a:endParaRPr lang="pt-BR"/>
              </a:p>
            </p:txBody>
          </p:sp>
          <p:sp>
            <p:nvSpPr>
              <p:cNvPr id="186" name="Freeform 628"/>
              <p:cNvSpPr>
                <a:spLocks/>
              </p:cNvSpPr>
              <p:nvPr/>
            </p:nvSpPr>
            <p:spPr bwMode="auto">
              <a:xfrm>
                <a:off x="964" y="1009"/>
                <a:ext cx="22" cy="171"/>
              </a:xfrm>
              <a:custGeom>
                <a:avLst/>
                <a:gdLst>
                  <a:gd name="T0" fmla="*/ 0 w 22"/>
                  <a:gd name="T1" fmla="*/ 170 h 171"/>
                  <a:gd name="T2" fmla="*/ 21 w 22"/>
                  <a:gd name="T3" fmla="*/ 170 h 171"/>
                  <a:gd name="T4" fmla="*/ 21 w 22"/>
                  <a:gd name="T5" fmla="*/ 0 h 171"/>
                  <a:gd name="T6" fmla="*/ 0 w 22"/>
                  <a:gd name="T7" fmla="*/ 0 h 171"/>
                  <a:gd name="T8" fmla="*/ 0 w 22"/>
                  <a:gd name="T9" fmla="*/ 170 h 171"/>
                  <a:gd name="T10" fmla="*/ 0 60000 65536"/>
                  <a:gd name="T11" fmla="*/ 0 60000 65536"/>
                  <a:gd name="T12" fmla="*/ 0 60000 65536"/>
                  <a:gd name="T13" fmla="*/ 0 60000 65536"/>
                  <a:gd name="T14" fmla="*/ 0 60000 65536"/>
                  <a:gd name="T15" fmla="*/ 0 w 22"/>
                  <a:gd name="T16" fmla="*/ 0 h 171"/>
                  <a:gd name="T17" fmla="*/ 22 w 22"/>
                  <a:gd name="T18" fmla="*/ 171 h 171"/>
                </a:gdLst>
                <a:ahLst/>
                <a:cxnLst>
                  <a:cxn ang="T10">
                    <a:pos x="T0" y="T1"/>
                  </a:cxn>
                  <a:cxn ang="T11">
                    <a:pos x="T2" y="T3"/>
                  </a:cxn>
                  <a:cxn ang="T12">
                    <a:pos x="T4" y="T5"/>
                  </a:cxn>
                  <a:cxn ang="T13">
                    <a:pos x="T6" y="T7"/>
                  </a:cxn>
                  <a:cxn ang="T14">
                    <a:pos x="T8" y="T9"/>
                  </a:cxn>
                </a:cxnLst>
                <a:rect l="T15" t="T16" r="T17" b="T18"/>
                <a:pathLst>
                  <a:path w="22" h="171">
                    <a:moveTo>
                      <a:pt x="0" y="170"/>
                    </a:moveTo>
                    <a:lnTo>
                      <a:pt x="21" y="170"/>
                    </a:lnTo>
                    <a:lnTo>
                      <a:pt x="21" y="0"/>
                    </a:lnTo>
                    <a:lnTo>
                      <a:pt x="0" y="0"/>
                    </a:lnTo>
                    <a:lnTo>
                      <a:pt x="0" y="170"/>
                    </a:lnTo>
                  </a:path>
                </a:pathLst>
              </a:custGeom>
              <a:solidFill>
                <a:schemeClr val="bg2"/>
              </a:solidFill>
              <a:ln w="12700" cap="rnd">
                <a:solidFill>
                  <a:schemeClr val="tx1"/>
                </a:solidFill>
                <a:round/>
                <a:headEnd/>
                <a:tailEnd/>
              </a:ln>
            </p:spPr>
            <p:txBody>
              <a:bodyPr/>
              <a:lstStyle/>
              <a:p>
                <a:endParaRPr lang="pt-BR"/>
              </a:p>
            </p:txBody>
          </p:sp>
          <p:sp>
            <p:nvSpPr>
              <p:cNvPr id="187" name="Freeform 629"/>
              <p:cNvSpPr>
                <a:spLocks/>
              </p:cNvSpPr>
              <p:nvPr/>
            </p:nvSpPr>
            <p:spPr bwMode="auto">
              <a:xfrm>
                <a:off x="1052" y="998"/>
                <a:ext cx="22" cy="30"/>
              </a:xfrm>
              <a:custGeom>
                <a:avLst/>
                <a:gdLst>
                  <a:gd name="T0" fmla="*/ 0 w 22"/>
                  <a:gd name="T1" fmla="*/ 29 h 30"/>
                  <a:gd name="T2" fmla="*/ 21 w 22"/>
                  <a:gd name="T3" fmla="*/ 29 h 30"/>
                  <a:gd name="T4" fmla="*/ 21 w 22"/>
                  <a:gd name="T5" fmla="*/ 0 h 30"/>
                  <a:gd name="T6" fmla="*/ 0 w 22"/>
                  <a:gd name="T7" fmla="*/ 0 h 30"/>
                  <a:gd name="T8" fmla="*/ 0 w 22"/>
                  <a:gd name="T9" fmla="*/ 29 h 30"/>
                  <a:gd name="T10" fmla="*/ 0 60000 65536"/>
                  <a:gd name="T11" fmla="*/ 0 60000 65536"/>
                  <a:gd name="T12" fmla="*/ 0 60000 65536"/>
                  <a:gd name="T13" fmla="*/ 0 60000 65536"/>
                  <a:gd name="T14" fmla="*/ 0 60000 65536"/>
                  <a:gd name="T15" fmla="*/ 0 w 22"/>
                  <a:gd name="T16" fmla="*/ 0 h 30"/>
                  <a:gd name="T17" fmla="*/ 22 w 22"/>
                  <a:gd name="T18" fmla="*/ 30 h 30"/>
                </a:gdLst>
                <a:ahLst/>
                <a:cxnLst>
                  <a:cxn ang="T10">
                    <a:pos x="T0" y="T1"/>
                  </a:cxn>
                  <a:cxn ang="T11">
                    <a:pos x="T2" y="T3"/>
                  </a:cxn>
                  <a:cxn ang="T12">
                    <a:pos x="T4" y="T5"/>
                  </a:cxn>
                  <a:cxn ang="T13">
                    <a:pos x="T6" y="T7"/>
                  </a:cxn>
                  <a:cxn ang="T14">
                    <a:pos x="T8" y="T9"/>
                  </a:cxn>
                </a:cxnLst>
                <a:rect l="T15" t="T16" r="T17" b="T18"/>
                <a:pathLst>
                  <a:path w="22" h="30">
                    <a:moveTo>
                      <a:pt x="0" y="29"/>
                    </a:moveTo>
                    <a:lnTo>
                      <a:pt x="21" y="29"/>
                    </a:lnTo>
                    <a:lnTo>
                      <a:pt x="21" y="0"/>
                    </a:lnTo>
                    <a:lnTo>
                      <a:pt x="0" y="0"/>
                    </a:lnTo>
                    <a:lnTo>
                      <a:pt x="0" y="29"/>
                    </a:lnTo>
                  </a:path>
                </a:pathLst>
              </a:custGeom>
              <a:solidFill>
                <a:schemeClr val="bg2"/>
              </a:solidFill>
              <a:ln w="12700" cap="rnd">
                <a:solidFill>
                  <a:schemeClr val="tx1"/>
                </a:solidFill>
                <a:round/>
                <a:headEnd/>
                <a:tailEnd/>
              </a:ln>
            </p:spPr>
            <p:txBody>
              <a:bodyPr/>
              <a:lstStyle/>
              <a:p>
                <a:endParaRPr lang="pt-BR"/>
              </a:p>
            </p:txBody>
          </p:sp>
          <p:sp>
            <p:nvSpPr>
              <p:cNvPr id="188" name="Freeform 630"/>
              <p:cNvSpPr>
                <a:spLocks/>
              </p:cNvSpPr>
              <p:nvPr/>
            </p:nvSpPr>
            <p:spPr bwMode="auto">
              <a:xfrm>
                <a:off x="1052" y="998"/>
                <a:ext cx="25" cy="36"/>
              </a:xfrm>
              <a:custGeom>
                <a:avLst/>
                <a:gdLst>
                  <a:gd name="T0" fmla="*/ 0 w 25"/>
                  <a:gd name="T1" fmla="*/ 35 h 36"/>
                  <a:gd name="T2" fmla="*/ 24 w 25"/>
                  <a:gd name="T3" fmla="*/ 35 h 36"/>
                  <a:gd name="T4" fmla="*/ 24 w 25"/>
                  <a:gd name="T5" fmla="*/ 0 h 36"/>
                  <a:gd name="T6" fmla="*/ 0 w 25"/>
                  <a:gd name="T7" fmla="*/ 0 h 36"/>
                  <a:gd name="T8" fmla="*/ 0 w 25"/>
                  <a:gd name="T9" fmla="*/ 35 h 36"/>
                  <a:gd name="T10" fmla="*/ 0 60000 65536"/>
                  <a:gd name="T11" fmla="*/ 0 60000 65536"/>
                  <a:gd name="T12" fmla="*/ 0 60000 65536"/>
                  <a:gd name="T13" fmla="*/ 0 60000 65536"/>
                  <a:gd name="T14" fmla="*/ 0 60000 65536"/>
                  <a:gd name="T15" fmla="*/ 0 w 25"/>
                  <a:gd name="T16" fmla="*/ 0 h 36"/>
                  <a:gd name="T17" fmla="*/ 25 w 25"/>
                  <a:gd name="T18" fmla="*/ 36 h 36"/>
                </a:gdLst>
                <a:ahLst/>
                <a:cxnLst>
                  <a:cxn ang="T10">
                    <a:pos x="T0" y="T1"/>
                  </a:cxn>
                  <a:cxn ang="T11">
                    <a:pos x="T2" y="T3"/>
                  </a:cxn>
                  <a:cxn ang="T12">
                    <a:pos x="T4" y="T5"/>
                  </a:cxn>
                  <a:cxn ang="T13">
                    <a:pos x="T6" y="T7"/>
                  </a:cxn>
                  <a:cxn ang="T14">
                    <a:pos x="T8" y="T9"/>
                  </a:cxn>
                </a:cxnLst>
                <a:rect l="T15" t="T16" r="T17" b="T18"/>
                <a:pathLst>
                  <a:path w="25" h="36">
                    <a:moveTo>
                      <a:pt x="0" y="35"/>
                    </a:moveTo>
                    <a:lnTo>
                      <a:pt x="24" y="35"/>
                    </a:lnTo>
                    <a:lnTo>
                      <a:pt x="24" y="0"/>
                    </a:lnTo>
                    <a:lnTo>
                      <a:pt x="0" y="0"/>
                    </a:lnTo>
                    <a:lnTo>
                      <a:pt x="0" y="35"/>
                    </a:lnTo>
                  </a:path>
                </a:pathLst>
              </a:custGeom>
              <a:solidFill>
                <a:schemeClr val="bg2"/>
              </a:solidFill>
              <a:ln w="12700" cap="rnd">
                <a:solidFill>
                  <a:schemeClr val="tx1"/>
                </a:solidFill>
                <a:round/>
                <a:headEnd/>
                <a:tailEnd/>
              </a:ln>
            </p:spPr>
            <p:txBody>
              <a:bodyPr/>
              <a:lstStyle/>
              <a:p>
                <a:endParaRPr lang="pt-BR"/>
              </a:p>
            </p:txBody>
          </p:sp>
          <p:sp>
            <p:nvSpPr>
              <p:cNvPr id="189" name="Freeform 631"/>
              <p:cNvSpPr>
                <a:spLocks/>
              </p:cNvSpPr>
              <p:nvPr/>
            </p:nvSpPr>
            <p:spPr bwMode="auto">
              <a:xfrm>
                <a:off x="1052" y="1145"/>
                <a:ext cx="22" cy="39"/>
              </a:xfrm>
              <a:custGeom>
                <a:avLst/>
                <a:gdLst>
                  <a:gd name="T0" fmla="*/ 0 w 22"/>
                  <a:gd name="T1" fmla="*/ 38 h 39"/>
                  <a:gd name="T2" fmla="*/ 21 w 22"/>
                  <a:gd name="T3" fmla="*/ 38 h 39"/>
                  <a:gd name="T4" fmla="*/ 21 w 22"/>
                  <a:gd name="T5" fmla="*/ 0 h 39"/>
                  <a:gd name="T6" fmla="*/ 0 w 22"/>
                  <a:gd name="T7" fmla="*/ 0 h 39"/>
                  <a:gd name="T8" fmla="*/ 0 w 22"/>
                  <a:gd name="T9" fmla="*/ 38 h 39"/>
                  <a:gd name="T10" fmla="*/ 0 60000 65536"/>
                  <a:gd name="T11" fmla="*/ 0 60000 65536"/>
                  <a:gd name="T12" fmla="*/ 0 60000 65536"/>
                  <a:gd name="T13" fmla="*/ 0 60000 65536"/>
                  <a:gd name="T14" fmla="*/ 0 60000 65536"/>
                  <a:gd name="T15" fmla="*/ 0 w 22"/>
                  <a:gd name="T16" fmla="*/ 0 h 39"/>
                  <a:gd name="T17" fmla="*/ 22 w 22"/>
                  <a:gd name="T18" fmla="*/ 39 h 39"/>
                </a:gdLst>
                <a:ahLst/>
                <a:cxnLst>
                  <a:cxn ang="T10">
                    <a:pos x="T0" y="T1"/>
                  </a:cxn>
                  <a:cxn ang="T11">
                    <a:pos x="T2" y="T3"/>
                  </a:cxn>
                  <a:cxn ang="T12">
                    <a:pos x="T4" y="T5"/>
                  </a:cxn>
                  <a:cxn ang="T13">
                    <a:pos x="T6" y="T7"/>
                  </a:cxn>
                  <a:cxn ang="T14">
                    <a:pos x="T8" y="T9"/>
                  </a:cxn>
                </a:cxnLst>
                <a:rect l="T15" t="T16" r="T17" b="T18"/>
                <a:pathLst>
                  <a:path w="22" h="39">
                    <a:moveTo>
                      <a:pt x="0" y="38"/>
                    </a:moveTo>
                    <a:lnTo>
                      <a:pt x="21" y="38"/>
                    </a:lnTo>
                    <a:lnTo>
                      <a:pt x="21" y="0"/>
                    </a:lnTo>
                    <a:lnTo>
                      <a:pt x="0" y="0"/>
                    </a:lnTo>
                    <a:lnTo>
                      <a:pt x="0" y="38"/>
                    </a:lnTo>
                  </a:path>
                </a:pathLst>
              </a:custGeom>
              <a:solidFill>
                <a:schemeClr val="bg2"/>
              </a:solidFill>
              <a:ln w="12700" cap="rnd">
                <a:solidFill>
                  <a:schemeClr val="tx1"/>
                </a:solidFill>
                <a:round/>
                <a:headEnd/>
                <a:tailEnd/>
              </a:ln>
            </p:spPr>
            <p:txBody>
              <a:bodyPr/>
              <a:lstStyle/>
              <a:p>
                <a:endParaRPr lang="pt-BR"/>
              </a:p>
            </p:txBody>
          </p:sp>
          <p:sp>
            <p:nvSpPr>
              <p:cNvPr id="190" name="Freeform 632"/>
              <p:cNvSpPr>
                <a:spLocks/>
              </p:cNvSpPr>
              <p:nvPr/>
            </p:nvSpPr>
            <p:spPr bwMode="auto">
              <a:xfrm>
                <a:off x="1052" y="1145"/>
                <a:ext cx="25" cy="45"/>
              </a:xfrm>
              <a:custGeom>
                <a:avLst/>
                <a:gdLst>
                  <a:gd name="T0" fmla="*/ 0 w 25"/>
                  <a:gd name="T1" fmla="*/ 44 h 45"/>
                  <a:gd name="T2" fmla="*/ 24 w 25"/>
                  <a:gd name="T3" fmla="*/ 44 h 45"/>
                  <a:gd name="T4" fmla="*/ 24 w 25"/>
                  <a:gd name="T5" fmla="*/ 0 h 45"/>
                  <a:gd name="T6" fmla="*/ 0 w 25"/>
                  <a:gd name="T7" fmla="*/ 0 h 45"/>
                  <a:gd name="T8" fmla="*/ 0 w 25"/>
                  <a:gd name="T9" fmla="*/ 44 h 45"/>
                  <a:gd name="T10" fmla="*/ 0 60000 65536"/>
                  <a:gd name="T11" fmla="*/ 0 60000 65536"/>
                  <a:gd name="T12" fmla="*/ 0 60000 65536"/>
                  <a:gd name="T13" fmla="*/ 0 60000 65536"/>
                  <a:gd name="T14" fmla="*/ 0 60000 65536"/>
                  <a:gd name="T15" fmla="*/ 0 w 25"/>
                  <a:gd name="T16" fmla="*/ 0 h 45"/>
                  <a:gd name="T17" fmla="*/ 25 w 25"/>
                  <a:gd name="T18" fmla="*/ 45 h 45"/>
                </a:gdLst>
                <a:ahLst/>
                <a:cxnLst>
                  <a:cxn ang="T10">
                    <a:pos x="T0" y="T1"/>
                  </a:cxn>
                  <a:cxn ang="T11">
                    <a:pos x="T2" y="T3"/>
                  </a:cxn>
                  <a:cxn ang="T12">
                    <a:pos x="T4" y="T5"/>
                  </a:cxn>
                  <a:cxn ang="T13">
                    <a:pos x="T6" y="T7"/>
                  </a:cxn>
                  <a:cxn ang="T14">
                    <a:pos x="T8" y="T9"/>
                  </a:cxn>
                </a:cxnLst>
                <a:rect l="T15" t="T16" r="T17" b="T18"/>
                <a:pathLst>
                  <a:path w="25" h="45">
                    <a:moveTo>
                      <a:pt x="0" y="44"/>
                    </a:moveTo>
                    <a:lnTo>
                      <a:pt x="24" y="44"/>
                    </a:lnTo>
                    <a:lnTo>
                      <a:pt x="24" y="0"/>
                    </a:lnTo>
                    <a:lnTo>
                      <a:pt x="0" y="0"/>
                    </a:lnTo>
                    <a:lnTo>
                      <a:pt x="0" y="44"/>
                    </a:lnTo>
                  </a:path>
                </a:pathLst>
              </a:custGeom>
              <a:solidFill>
                <a:schemeClr val="bg2"/>
              </a:solidFill>
              <a:ln w="12700" cap="rnd">
                <a:solidFill>
                  <a:schemeClr val="tx1"/>
                </a:solidFill>
                <a:round/>
                <a:headEnd/>
                <a:tailEnd/>
              </a:ln>
            </p:spPr>
            <p:txBody>
              <a:bodyPr/>
              <a:lstStyle/>
              <a:p>
                <a:endParaRPr lang="pt-BR"/>
              </a:p>
            </p:txBody>
          </p:sp>
          <p:sp>
            <p:nvSpPr>
              <p:cNvPr id="191" name="Freeform 633"/>
              <p:cNvSpPr>
                <a:spLocks/>
              </p:cNvSpPr>
              <p:nvPr/>
            </p:nvSpPr>
            <p:spPr bwMode="auto">
              <a:xfrm>
                <a:off x="1052" y="1081"/>
                <a:ext cx="22" cy="21"/>
              </a:xfrm>
              <a:custGeom>
                <a:avLst/>
                <a:gdLst>
                  <a:gd name="T0" fmla="*/ 0 w 22"/>
                  <a:gd name="T1" fmla="*/ 20 h 21"/>
                  <a:gd name="T2" fmla="*/ 21 w 22"/>
                  <a:gd name="T3" fmla="*/ 20 h 21"/>
                  <a:gd name="T4" fmla="*/ 21 w 22"/>
                  <a:gd name="T5" fmla="*/ 0 h 21"/>
                  <a:gd name="T6" fmla="*/ 0 w 22"/>
                  <a:gd name="T7" fmla="*/ 0 h 21"/>
                  <a:gd name="T8" fmla="*/ 0 w 22"/>
                  <a:gd name="T9" fmla="*/ 20 h 21"/>
                  <a:gd name="T10" fmla="*/ 0 60000 65536"/>
                  <a:gd name="T11" fmla="*/ 0 60000 65536"/>
                  <a:gd name="T12" fmla="*/ 0 60000 65536"/>
                  <a:gd name="T13" fmla="*/ 0 60000 65536"/>
                  <a:gd name="T14" fmla="*/ 0 60000 65536"/>
                  <a:gd name="T15" fmla="*/ 0 w 22"/>
                  <a:gd name="T16" fmla="*/ 0 h 21"/>
                  <a:gd name="T17" fmla="*/ 22 w 22"/>
                  <a:gd name="T18" fmla="*/ 21 h 21"/>
                </a:gdLst>
                <a:ahLst/>
                <a:cxnLst>
                  <a:cxn ang="T10">
                    <a:pos x="T0" y="T1"/>
                  </a:cxn>
                  <a:cxn ang="T11">
                    <a:pos x="T2" y="T3"/>
                  </a:cxn>
                  <a:cxn ang="T12">
                    <a:pos x="T4" y="T5"/>
                  </a:cxn>
                  <a:cxn ang="T13">
                    <a:pos x="T6" y="T7"/>
                  </a:cxn>
                  <a:cxn ang="T14">
                    <a:pos x="T8" y="T9"/>
                  </a:cxn>
                </a:cxnLst>
                <a:rect l="T15" t="T16" r="T17" b="T18"/>
                <a:pathLst>
                  <a:path w="22" h="21">
                    <a:moveTo>
                      <a:pt x="0" y="20"/>
                    </a:moveTo>
                    <a:lnTo>
                      <a:pt x="21" y="20"/>
                    </a:lnTo>
                    <a:lnTo>
                      <a:pt x="21" y="0"/>
                    </a:lnTo>
                    <a:lnTo>
                      <a:pt x="0" y="0"/>
                    </a:lnTo>
                    <a:lnTo>
                      <a:pt x="0" y="20"/>
                    </a:lnTo>
                  </a:path>
                </a:pathLst>
              </a:custGeom>
              <a:solidFill>
                <a:schemeClr val="bg2"/>
              </a:solidFill>
              <a:ln w="12700" cap="rnd">
                <a:solidFill>
                  <a:schemeClr val="tx1"/>
                </a:solidFill>
                <a:round/>
                <a:headEnd/>
                <a:tailEnd/>
              </a:ln>
            </p:spPr>
            <p:txBody>
              <a:bodyPr/>
              <a:lstStyle/>
              <a:p>
                <a:endParaRPr lang="pt-BR"/>
              </a:p>
            </p:txBody>
          </p:sp>
          <p:sp>
            <p:nvSpPr>
              <p:cNvPr id="192" name="Freeform 634"/>
              <p:cNvSpPr>
                <a:spLocks/>
              </p:cNvSpPr>
              <p:nvPr/>
            </p:nvSpPr>
            <p:spPr bwMode="auto">
              <a:xfrm>
                <a:off x="1052" y="1081"/>
                <a:ext cx="25" cy="26"/>
              </a:xfrm>
              <a:custGeom>
                <a:avLst/>
                <a:gdLst>
                  <a:gd name="T0" fmla="*/ 0 w 25"/>
                  <a:gd name="T1" fmla="*/ 25 h 26"/>
                  <a:gd name="T2" fmla="*/ 24 w 25"/>
                  <a:gd name="T3" fmla="*/ 25 h 26"/>
                  <a:gd name="T4" fmla="*/ 24 w 25"/>
                  <a:gd name="T5" fmla="*/ 0 h 26"/>
                  <a:gd name="T6" fmla="*/ 0 w 25"/>
                  <a:gd name="T7" fmla="*/ 0 h 26"/>
                  <a:gd name="T8" fmla="*/ 0 w 25"/>
                  <a:gd name="T9" fmla="*/ 25 h 26"/>
                  <a:gd name="T10" fmla="*/ 0 60000 65536"/>
                  <a:gd name="T11" fmla="*/ 0 60000 65536"/>
                  <a:gd name="T12" fmla="*/ 0 60000 65536"/>
                  <a:gd name="T13" fmla="*/ 0 60000 65536"/>
                  <a:gd name="T14" fmla="*/ 0 60000 65536"/>
                  <a:gd name="T15" fmla="*/ 0 w 25"/>
                  <a:gd name="T16" fmla="*/ 0 h 26"/>
                  <a:gd name="T17" fmla="*/ 25 w 25"/>
                  <a:gd name="T18" fmla="*/ 26 h 26"/>
                </a:gdLst>
                <a:ahLst/>
                <a:cxnLst>
                  <a:cxn ang="T10">
                    <a:pos x="T0" y="T1"/>
                  </a:cxn>
                  <a:cxn ang="T11">
                    <a:pos x="T2" y="T3"/>
                  </a:cxn>
                  <a:cxn ang="T12">
                    <a:pos x="T4" y="T5"/>
                  </a:cxn>
                  <a:cxn ang="T13">
                    <a:pos x="T6" y="T7"/>
                  </a:cxn>
                  <a:cxn ang="T14">
                    <a:pos x="T8" y="T9"/>
                  </a:cxn>
                </a:cxnLst>
                <a:rect l="T15" t="T16" r="T17" b="T18"/>
                <a:pathLst>
                  <a:path w="25" h="26">
                    <a:moveTo>
                      <a:pt x="0" y="25"/>
                    </a:moveTo>
                    <a:lnTo>
                      <a:pt x="24" y="25"/>
                    </a:lnTo>
                    <a:lnTo>
                      <a:pt x="24"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193" name="Freeform 635"/>
              <p:cNvSpPr>
                <a:spLocks/>
              </p:cNvSpPr>
              <p:nvPr/>
            </p:nvSpPr>
            <p:spPr bwMode="auto">
              <a:xfrm>
                <a:off x="964" y="1310"/>
                <a:ext cx="606" cy="269"/>
              </a:xfrm>
              <a:custGeom>
                <a:avLst/>
                <a:gdLst>
                  <a:gd name="T0" fmla="*/ 0 w 606"/>
                  <a:gd name="T1" fmla="*/ 268 h 269"/>
                  <a:gd name="T2" fmla="*/ 605 w 606"/>
                  <a:gd name="T3" fmla="*/ 268 h 269"/>
                  <a:gd name="T4" fmla="*/ 605 w 606"/>
                  <a:gd name="T5" fmla="*/ 0 h 269"/>
                  <a:gd name="T6" fmla="*/ 0 w 606"/>
                  <a:gd name="T7" fmla="*/ 0 h 269"/>
                  <a:gd name="T8" fmla="*/ 0 w 606"/>
                  <a:gd name="T9" fmla="*/ 268 h 269"/>
                  <a:gd name="T10" fmla="*/ 0 60000 65536"/>
                  <a:gd name="T11" fmla="*/ 0 60000 65536"/>
                  <a:gd name="T12" fmla="*/ 0 60000 65536"/>
                  <a:gd name="T13" fmla="*/ 0 60000 65536"/>
                  <a:gd name="T14" fmla="*/ 0 60000 65536"/>
                  <a:gd name="T15" fmla="*/ 0 w 606"/>
                  <a:gd name="T16" fmla="*/ 0 h 269"/>
                  <a:gd name="T17" fmla="*/ 606 w 606"/>
                  <a:gd name="T18" fmla="*/ 269 h 269"/>
                </a:gdLst>
                <a:ahLst/>
                <a:cxnLst>
                  <a:cxn ang="T10">
                    <a:pos x="T0" y="T1"/>
                  </a:cxn>
                  <a:cxn ang="T11">
                    <a:pos x="T2" y="T3"/>
                  </a:cxn>
                  <a:cxn ang="T12">
                    <a:pos x="T4" y="T5"/>
                  </a:cxn>
                  <a:cxn ang="T13">
                    <a:pos x="T6" y="T7"/>
                  </a:cxn>
                  <a:cxn ang="T14">
                    <a:pos x="T8" y="T9"/>
                  </a:cxn>
                </a:cxnLst>
                <a:rect l="T15" t="T16" r="T17" b="T18"/>
                <a:pathLst>
                  <a:path w="606" h="269">
                    <a:moveTo>
                      <a:pt x="0" y="268"/>
                    </a:moveTo>
                    <a:lnTo>
                      <a:pt x="605" y="268"/>
                    </a:lnTo>
                    <a:lnTo>
                      <a:pt x="605" y="0"/>
                    </a:lnTo>
                    <a:lnTo>
                      <a:pt x="0" y="0"/>
                    </a:lnTo>
                    <a:lnTo>
                      <a:pt x="0" y="268"/>
                    </a:lnTo>
                  </a:path>
                </a:pathLst>
              </a:custGeom>
              <a:solidFill>
                <a:schemeClr val="bg2"/>
              </a:solidFill>
              <a:ln w="12700" cap="rnd">
                <a:solidFill>
                  <a:schemeClr val="tx1"/>
                </a:solidFill>
                <a:round/>
                <a:headEnd/>
                <a:tailEnd/>
              </a:ln>
            </p:spPr>
            <p:txBody>
              <a:bodyPr/>
              <a:lstStyle/>
              <a:p>
                <a:endParaRPr lang="pt-BR"/>
              </a:p>
            </p:txBody>
          </p:sp>
          <p:sp>
            <p:nvSpPr>
              <p:cNvPr id="194" name="Freeform 636"/>
              <p:cNvSpPr>
                <a:spLocks/>
              </p:cNvSpPr>
              <p:nvPr/>
            </p:nvSpPr>
            <p:spPr bwMode="auto">
              <a:xfrm>
                <a:off x="964" y="1578"/>
                <a:ext cx="612" cy="20"/>
              </a:xfrm>
              <a:custGeom>
                <a:avLst/>
                <a:gdLst>
                  <a:gd name="T0" fmla="*/ 601 w 612"/>
                  <a:gd name="T1" fmla="*/ 10 h 20"/>
                  <a:gd name="T2" fmla="*/ 606 w 612"/>
                  <a:gd name="T3" fmla="*/ 0 h 20"/>
                  <a:gd name="T4" fmla="*/ 0 w 612"/>
                  <a:gd name="T5" fmla="*/ 0 h 20"/>
                  <a:gd name="T6" fmla="*/ 0 w 612"/>
                  <a:gd name="T7" fmla="*/ 19 h 20"/>
                  <a:gd name="T8" fmla="*/ 606 w 612"/>
                  <a:gd name="T9" fmla="*/ 19 h 20"/>
                  <a:gd name="T10" fmla="*/ 611 w 612"/>
                  <a:gd name="T11" fmla="*/ 10 h 20"/>
                  <a:gd name="T12" fmla="*/ 606 w 612"/>
                  <a:gd name="T13" fmla="*/ 19 h 20"/>
                  <a:gd name="T14" fmla="*/ 608 w 612"/>
                  <a:gd name="T15" fmla="*/ 19 h 20"/>
                  <a:gd name="T16" fmla="*/ 609 w 612"/>
                  <a:gd name="T17" fmla="*/ 16 h 20"/>
                  <a:gd name="T18" fmla="*/ 611 w 612"/>
                  <a:gd name="T19" fmla="*/ 13 h 20"/>
                  <a:gd name="T20" fmla="*/ 611 w 612"/>
                  <a:gd name="T21" fmla="*/ 10 h 20"/>
                  <a:gd name="T22" fmla="*/ 611 w 612"/>
                  <a:gd name="T23" fmla="*/ 5 h 20"/>
                  <a:gd name="T24" fmla="*/ 609 w 612"/>
                  <a:gd name="T25" fmla="*/ 2 h 20"/>
                  <a:gd name="T26" fmla="*/ 608 w 612"/>
                  <a:gd name="T27" fmla="*/ 2 h 20"/>
                  <a:gd name="T28" fmla="*/ 606 w 612"/>
                  <a:gd name="T29" fmla="*/ 0 h 20"/>
                  <a:gd name="T30" fmla="*/ 601 w 612"/>
                  <a:gd name="T31" fmla="*/ 10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12"/>
                  <a:gd name="T49" fmla="*/ 0 h 20"/>
                  <a:gd name="T50" fmla="*/ 612 w 612"/>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12" h="20">
                    <a:moveTo>
                      <a:pt x="601" y="10"/>
                    </a:moveTo>
                    <a:lnTo>
                      <a:pt x="606" y="0"/>
                    </a:lnTo>
                    <a:lnTo>
                      <a:pt x="0" y="0"/>
                    </a:lnTo>
                    <a:lnTo>
                      <a:pt x="0" y="19"/>
                    </a:lnTo>
                    <a:lnTo>
                      <a:pt x="606" y="19"/>
                    </a:lnTo>
                    <a:lnTo>
                      <a:pt x="611" y="10"/>
                    </a:lnTo>
                    <a:lnTo>
                      <a:pt x="606" y="19"/>
                    </a:lnTo>
                    <a:lnTo>
                      <a:pt x="608" y="19"/>
                    </a:lnTo>
                    <a:lnTo>
                      <a:pt x="609" y="16"/>
                    </a:lnTo>
                    <a:lnTo>
                      <a:pt x="611" y="13"/>
                    </a:lnTo>
                    <a:lnTo>
                      <a:pt x="611" y="10"/>
                    </a:lnTo>
                    <a:lnTo>
                      <a:pt x="611" y="5"/>
                    </a:lnTo>
                    <a:lnTo>
                      <a:pt x="609" y="2"/>
                    </a:lnTo>
                    <a:lnTo>
                      <a:pt x="608" y="2"/>
                    </a:lnTo>
                    <a:lnTo>
                      <a:pt x="606" y="0"/>
                    </a:lnTo>
                    <a:lnTo>
                      <a:pt x="601" y="10"/>
                    </a:lnTo>
                  </a:path>
                </a:pathLst>
              </a:custGeom>
              <a:solidFill>
                <a:schemeClr val="bg2"/>
              </a:solidFill>
              <a:ln w="12700" cap="rnd">
                <a:solidFill>
                  <a:schemeClr val="tx1"/>
                </a:solidFill>
                <a:round/>
                <a:headEnd/>
                <a:tailEnd/>
              </a:ln>
            </p:spPr>
            <p:txBody>
              <a:bodyPr/>
              <a:lstStyle/>
              <a:p>
                <a:endParaRPr lang="pt-BR"/>
              </a:p>
            </p:txBody>
          </p:sp>
          <p:sp>
            <p:nvSpPr>
              <p:cNvPr id="195" name="Freeform 637"/>
              <p:cNvSpPr>
                <a:spLocks/>
              </p:cNvSpPr>
              <p:nvPr/>
            </p:nvSpPr>
            <p:spPr bwMode="auto">
              <a:xfrm>
                <a:off x="1569" y="1304"/>
                <a:ext cx="23" cy="275"/>
              </a:xfrm>
              <a:custGeom>
                <a:avLst/>
                <a:gdLst>
                  <a:gd name="T0" fmla="*/ 11 w 23"/>
                  <a:gd name="T1" fmla="*/ 15 h 275"/>
                  <a:gd name="T2" fmla="*/ 0 w 23"/>
                  <a:gd name="T3" fmla="*/ 7 h 275"/>
                  <a:gd name="T4" fmla="*/ 0 w 23"/>
                  <a:gd name="T5" fmla="*/ 274 h 275"/>
                  <a:gd name="T6" fmla="*/ 22 w 23"/>
                  <a:gd name="T7" fmla="*/ 274 h 275"/>
                  <a:gd name="T8" fmla="*/ 22 w 23"/>
                  <a:gd name="T9" fmla="*/ 7 h 275"/>
                  <a:gd name="T10" fmla="*/ 11 w 23"/>
                  <a:gd name="T11" fmla="*/ 0 h 275"/>
                  <a:gd name="T12" fmla="*/ 22 w 23"/>
                  <a:gd name="T13" fmla="*/ 7 h 275"/>
                  <a:gd name="T14" fmla="*/ 22 w 23"/>
                  <a:gd name="T15" fmla="*/ 4 h 275"/>
                  <a:gd name="T16" fmla="*/ 16 w 23"/>
                  <a:gd name="T17" fmla="*/ 2 h 275"/>
                  <a:gd name="T18" fmla="*/ 16 w 23"/>
                  <a:gd name="T19" fmla="*/ 0 h 275"/>
                  <a:gd name="T20" fmla="*/ 11 w 23"/>
                  <a:gd name="T21" fmla="*/ 0 h 275"/>
                  <a:gd name="T22" fmla="*/ 5 w 23"/>
                  <a:gd name="T23" fmla="*/ 0 h 275"/>
                  <a:gd name="T24" fmla="*/ 5 w 23"/>
                  <a:gd name="T25" fmla="*/ 2 h 275"/>
                  <a:gd name="T26" fmla="*/ 0 w 23"/>
                  <a:gd name="T27" fmla="*/ 4 h 275"/>
                  <a:gd name="T28" fmla="*/ 0 w 23"/>
                  <a:gd name="T29" fmla="*/ 7 h 275"/>
                  <a:gd name="T30" fmla="*/ 11 w 23"/>
                  <a:gd name="T31" fmla="*/ 15 h 2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275"/>
                  <a:gd name="T50" fmla="*/ 23 w 23"/>
                  <a:gd name="T51" fmla="*/ 275 h 2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275">
                    <a:moveTo>
                      <a:pt x="11" y="15"/>
                    </a:moveTo>
                    <a:lnTo>
                      <a:pt x="0" y="7"/>
                    </a:lnTo>
                    <a:lnTo>
                      <a:pt x="0" y="274"/>
                    </a:lnTo>
                    <a:lnTo>
                      <a:pt x="22" y="274"/>
                    </a:lnTo>
                    <a:lnTo>
                      <a:pt x="22" y="7"/>
                    </a:lnTo>
                    <a:lnTo>
                      <a:pt x="11" y="0"/>
                    </a:lnTo>
                    <a:lnTo>
                      <a:pt x="22" y="7"/>
                    </a:lnTo>
                    <a:lnTo>
                      <a:pt x="22" y="4"/>
                    </a:lnTo>
                    <a:lnTo>
                      <a:pt x="16" y="2"/>
                    </a:lnTo>
                    <a:lnTo>
                      <a:pt x="16" y="0"/>
                    </a:lnTo>
                    <a:lnTo>
                      <a:pt x="11" y="0"/>
                    </a:lnTo>
                    <a:lnTo>
                      <a:pt x="5" y="0"/>
                    </a:lnTo>
                    <a:lnTo>
                      <a:pt x="5" y="2"/>
                    </a:lnTo>
                    <a:lnTo>
                      <a:pt x="0" y="4"/>
                    </a:lnTo>
                    <a:lnTo>
                      <a:pt x="0" y="7"/>
                    </a:lnTo>
                    <a:lnTo>
                      <a:pt x="11" y="15"/>
                    </a:lnTo>
                  </a:path>
                </a:pathLst>
              </a:custGeom>
              <a:solidFill>
                <a:schemeClr val="bg2"/>
              </a:solidFill>
              <a:ln w="12700" cap="rnd">
                <a:solidFill>
                  <a:schemeClr val="tx1"/>
                </a:solidFill>
                <a:round/>
                <a:headEnd/>
                <a:tailEnd/>
              </a:ln>
            </p:spPr>
            <p:txBody>
              <a:bodyPr/>
              <a:lstStyle/>
              <a:p>
                <a:endParaRPr lang="pt-BR"/>
              </a:p>
            </p:txBody>
          </p:sp>
          <p:sp>
            <p:nvSpPr>
              <p:cNvPr id="196" name="Freeform 638"/>
              <p:cNvSpPr>
                <a:spLocks/>
              </p:cNvSpPr>
              <p:nvPr/>
            </p:nvSpPr>
            <p:spPr bwMode="auto">
              <a:xfrm>
                <a:off x="959" y="1304"/>
                <a:ext cx="611" cy="19"/>
              </a:xfrm>
              <a:custGeom>
                <a:avLst/>
                <a:gdLst>
                  <a:gd name="T0" fmla="*/ 9 w 611"/>
                  <a:gd name="T1" fmla="*/ 7 h 19"/>
                  <a:gd name="T2" fmla="*/ 4 w 611"/>
                  <a:gd name="T3" fmla="*/ 18 h 19"/>
                  <a:gd name="T4" fmla="*/ 610 w 611"/>
                  <a:gd name="T5" fmla="*/ 18 h 19"/>
                  <a:gd name="T6" fmla="*/ 610 w 611"/>
                  <a:gd name="T7" fmla="*/ 0 h 19"/>
                  <a:gd name="T8" fmla="*/ 4 w 611"/>
                  <a:gd name="T9" fmla="*/ 0 h 19"/>
                  <a:gd name="T10" fmla="*/ 0 w 611"/>
                  <a:gd name="T11" fmla="*/ 7 h 19"/>
                  <a:gd name="T12" fmla="*/ 4 w 611"/>
                  <a:gd name="T13" fmla="*/ 0 h 19"/>
                  <a:gd name="T14" fmla="*/ 2 w 611"/>
                  <a:gd name="T15" fmla="*/ 0 h 19"/>
                  <a:gd name="T16" fmla="*/ 1 w 611"/>
                  <a:gd name="T17" fmla="*/ 2 h 19"/>
                  <a:gd name="T18" fmla="*/ 0 w 611"/>
                  <a:gd name="T19" fmla="*/ 5 h 19"/>
                  <a:gd name="T20" fmla="*/ 0 w 611"/>
                  <a:gd name="T21" fmla="*/ 7 h 19"/>
                  <a:gd name="T22" fmla="*/ 0 w 611"/>
                  <a:gd name="T23" fmla="*/ 12 h 19"/>
                  <a:gd name="T24" fmla="*/ 1 w 611"/>
                  <a:gd name="T25" fmla="*/ 15 h 19"/>
                  <a:gd name="T26" fmla="*/ 2 w 611"/>
                  <a:gd name="T27" fmla="*/ 15 h 19"/>
                  <a:gd name="T28" fmla="*/ 4 w 611"/>
                  <a:gd name="T29" fmla="*/ 18 h 19"/>
                  <a:gd name="T30" fmla="*/ 9 w 611"/>
                  <a:gd name="T31" fmla="*/ 7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11"/>
                  <a:gd name="T49" fmla="*/ 0 h 19"/>
                  <a:gd name="T50" fmla="*/ 611 w 611"/>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11" h="19">
                    <a:moveTo>
                      <a:pt x="9" y="7"/>
                    </a:moveTo>
                    <a:lnTo>
                      <a:pt x="4" y="18"/>
                    </a:lnTo>
                    <a:lnTo>
                      <a:pt x="610" y="18"/>
                    </a:lnTo>
                    <a:lnTo>
                      <a:pt x="610" y="0"/>
                    </a:lnTo>
                    <a:lnTo>
                      <a:pt x="4" y="0"/>
                    </a:lnTo>
                    <a:lnTo>
                      <a:pt x="0" y="7"/>
                    </a:lnTo>
                    <a:lnTo>
                      <a:pt x="4" y="0"/>
                    </a:lnTo>
                    <a:lnTo>
                      <a:pt x="2" y="0"/>
                    </a:lnTo>
                    <a:lnTo>
                      <a:pt x="1" y="2"/>
                    </a:lnTo>
                    <a:lnTo>
                      <a:pt x="0" y="5"/>
                    </a:lnTo>
                    <a:lnTo>
                      <a:pt x="0" y="7"/>
                    </a:lnTo>
                    <a:lnTo>
                      <a:pt x="0" y="12"/>
                    </a:lnTo>
                    <a:lnTo>
                      <a:pt x="1" y="15"/>
                    </a:lnTo>
                    <a:lnTo>
                      <a:pt x="2" y="15"/>
                    </a:lnTo>
                    <a:lnTo>
                      <a:pt x="4" y="18"/>
                    </a:lnTo>
                    <a:lnTo>
                      <a:pt x="9" y="7"/>
                    </a:lnTo>
                  </a:path>
                </a:pathLst>
              </a:custGeom>
              <a:solidFill>
                <a:schemeClr val="bg2"/>
              </a:solidFill>
              <a:ln w="12700" cap="rnd">
                <a:solidFill>
                  <a:schemeClr val="tx1"/>
                </a:solidFill>
                <a:round/>
                <a:headEnd/>
                <a:tailEnd/>
              </a:ln>
            </p:spPr>
            <p:txBody>
              <a:bodyPr/>
              <a:lstStyle/>
              <a:p>
                <a:endParaRPr lang="pt-BR"/>
              </a:p>
            </p:txBody>
          </p:sp>
          <p:sp>
            <p:nvSpPr>
              <p:cNvPr id="197" name="Freeform 639"/>
              <p:cNvSpPr>
                <a:spLocks/>
              </p:cNvSpPr>
              <p:nvPr/>
            </p:nvSpPr>
            <p:spPr bwMode="auto">
              <a:xfrm>
                <a:off x="959" y="1310"/>
                <a:ext cx="24" cy="277"/>
              </a:xfrm>
              <a:custGeom>
                <a:avLst/>
                <a:gdLst>
                  <a:gd name="T0" fmla="*/ 15 w 24"/>
                  <a:gd name="T1" fmla="*/ 261 h 277"/>
                  <a:gd name="T2" fmla="*/ 23 w 24"/>
                  <a:gd name="T3" fmla="*/ 268 h 277"/>
                  <a:gd name="T4" fmla="*/ 23 w 24"/>
                  <a:gd name="T5" fmla="*/ 0 h 277"/>
                  <a:gd name="T6" fmla="*/ 0 w 24"/>
                  <a:gd name="T7" fmla="*/ 0 h 277"/>
                  <a:gd name="T8" fmla="*/ 0 w 24"/>
                  <a:gd name="T9" fmla="*/ 268 h 277"/>
                  <a:gd name="T10" fmla="*/ 15 w 24"/>
                  <a:gd name="T11" fmla="*/ 276 h 277"/>
                  <a:gd name="T12" fmla="*/ 0 w 24"/>
                  <a:gd name="T13" fmla="*/ 268 h 277"/>
                  <a:gd name="T14" fmla="*/ 0 w 24"/>
                  <a:gd name="T15" fmla="*/ 272 h 277"/>
                  <a:gd name="T16" fmla="*/ 7 w 24"/>
                  <a:gd name="T17" fmla="*/ 274 h 277"/>
                  <a:gd name="T18" fmla="*/ 7 w 24"/>
                  <a:gd name="T19" fmla="*/ 276 h 277"/>
                  <a:gd name="T20" fmla="*/ 15 w 24"/>
                  <a:gd name="T21" fmla="*/ 276 h 277"/>
                  <a:gd name="T22" fmla="*/ 15 w 24"/>
                  <a:gd name="T23" fmla="*/ 276 h 277"/>
                  <a:gd name="T24" fmla="*/ 23 w 24"/>
                  <a:gd name="T25" fmla="*/ 274 h 277"/>
                  <a:gd name="T26" fmla="*/ 23 w 24"/>
                  <a:gd name="T27" fmla="*/ 272 h 277"/>
                  <a:gd name="T28" fmla="*/ 23 w 24"/>
                  <a:gd name="T29" fmla="*/ 268 h 277"/>
                  <a:gd name="T30" fmla="*/ 15 w 24"/>
                  <a:gd name="T31" fmla="*/ 261 h 2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277"/>
                  <a:gd name="T50" fmla="*/ 24 w 24"/>
                  <a:gd name="T51" fmla="*/ 277 h 2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277">
                    <a:moveTo>
                      <a:pt x="15" y="261"/>
                    </a:moveTo>
                    <a:lnTo>
                      <a:pt x="23" y="268"/>
                    </a:lnTo>
                    <a:lnTo>
                      <a:pt x="23" y="0"/>
                    </a:lnTo>
                    <a:lnTo>
                      <a:pt x="0" y="0"/>
                    </a:lnTo>
                    <a:lnTo>
                      <a:pt x="0" y="268"/>
                    </a:lnTo>
                    <a:lnTo>
                      <a:pt x="15" y="276"/>
                    </a:lnTo>
                    <a:lnTo>
                      <a:pt x="0" y="268"/>
                    </a:lnTo>
                    <a:lnTo>
                      <a:pt x="0" y="272"/>
                    </a:lnTo>
                    <a:lnTo>
                      <a:pt x="7" y="274"/>
                    </a:lnTo>
                    <a:lnTo>
                      <a:pt x="7" y="276"/>
                    </a:lnTo>
                    <a:lnTo>
                      <a:pt x="15" y="276"/>
                    </a:lnTo>
                    <a:lnTo>
                      <a:pt x="23" y="274"/>
                    </a:lnTo>
                    <a:lnTo>
                      <a:pt x="23" y="272"/>
                    </a:lnTo>
                    <a:lnTo>
                      <a:pt x="23" y="268"/>
                    </a:lnTo>
                    <a:lnTo>
                      <a:pt x="15" y="261"/>
                    </a:lnTo>
                  </a:path>
                </a:pathLst>
              </a:custGeom>
              <a:solidFill>
                <a:schemeClr val="bg2"/>
              </a:solidFill>
              <a:ln w="12700" cap="rnd">
                <a:solidFill>
                  <a:schemeClr val="tx1"/>
                </a:solidFill>
                <a:round/>
                <a:headEnd/>
                <a:tailEnd/>
              </a:ln>
            </p:spPr>
            <p:txBody>
              <a:bodyPr/>
              <a:lstStyle/>
              <a:p>
                <a:endParaRPr lang="pt-BR"/>
              </a:p>
            </p:txBody>
          </p:sp>
          <p:sp>
            <p:nvSpPr>
              <p:cNvPr id="198" name="Freeform 640"/>
              <p:cNvSpPr>
                <a:spLocks/>
              </p:cNvSpPr>
              <p:nvPr/>
            </p:nvSpPr>
            <p:spPr bwMode="auto">
              <a:xfrm>
                <a:off x="1156" y="844"/>
                <a:ext cx="448" cy="762"/>
              </a:xfrm>
              <a:custGeom>
                <a:avLst/>
                <a:gdLst>
                  <a:gd name="T0" fmla="*/ 0 w 448"/>
                  <a:gd name="T1" fmla="*/ 761 h 762"/>
                  <a:gd name="T2" fmla="*/ 447 w 448"/>
                  <a:gd name="T3" fmla="*/ 761 h 762"/>
                  <a:gd name="T4" fmla="*/ 447 w 448"/>
                  <a:gd name="T5" fmla="*/ 0 h 762"/>
                  <a:gd name="T6" fmla="*/ 0 w 448"/>
                  <a:gd name="T7" fmla="*/ 0 h 762"/>
                  <a:gd name="T8" fmla="*/ 0 w 448"/>
                  <a:gd name="T9" fmla="*/ 761 h 762"/>
                  <a:gd name="T10" fmla="*/ 0 60000 65536"/>
                  <a:gd name="T11" fmla="*/ 0 60000 65536"/>
                  <a:gd name="T12" fmla="*/ 0 60000 65536"/>
                  <a:gd name="T13" fmla="*/ 0 60000 65536"/>
                  <a:gd name="T14" fmla="*/ 0 60000 65536"/>
                  <a:gd name="T15" fmla="*/ 0 w 448"/>
                  <a:gd name="T16" fmla="*/ 0 h 762"/>
                  <a:gd name="T17" fmla="*/ 448 w 448"/>
                  <a:gd name="T18" fmla="*/ 762 h 762"/>
                </a:gdLst>
                <a:ahLst/>
                <a:cxnLst>
                  <a:cxn ang="T10">
                    <a:pos x="T0" y="T1"/>
                  </a:cxn>
                  <a:cxn ang="T11">
                    <a:pos x="T2" y="T3"/>
                  </a:cxn>
                  <a:cxn ang="T12">
                    <a:pos x="T4" y="T5"/>
                  </a:cxn>
                  <a:cxn ang="T13">
                    <a:pos x="T6" y="T7"/>
                  </a:cxn>
                  <a:cxn ang="T14">
                    <a:pos x="T8" y="T9"/>
                  </a:cxn>
                </a:cxnLst>
                <a:rect l="T15" t="T16" r="T17" b="T18"/>
                <a:pathLst>
                  <a:path w="448" h="762">
                    <a:moveTo>
                      <a:pt x="0" y="761"/>
                    </a:moveTo>
                    <a:lnTo>
                      <a:pt x="447" y="761"/>
                    </a:lnTo>
                    <a:lnTo>
                      <a:pt x="447" y="0"/>
                    </a:lnTo>
                    <a:lnTo>
                      <a:pt x="0" y="0"/>
                    </a:lnTo>
                    <a:lnTo>
                      <a:pt x="0" y="761"/>
                    </a:lnTo>
                  </a:path>
                </a:pathLst>
              </a:custGeom>
              <a:solidFill>
                <a:schemeClr val="bg2"/>
              </a:solidFill>
              <a:ln w="12700" cap="rnd">
                <a:solidFill>
                  <a:schemeClr val="tx1"/>
                </a:solidFill>
                <a:round/>
                <a:headEnd/>
                <a:tailEnd/>
              </a:ln>
            </p:spPr>
            <p:txBody>
              <a:bodyPr/>
              <a:lstStyle/>
              <a:p>
                <a:endParaRPr lang="pt-BR"/>
              </a:p>
            </p:txBody>
          </p:sp>
          <p:sp>
            <p:nvSpPr>
              <p:cNvPr id="199" name="Freeform 641"/>
              <p:cNvSpPr>
                <a:spLocks/>
              </p:cNvSpPr>
              <p:nvPr/>
            </p:nvSpPr>
            <p:spPr bwMode="auto">
              <a:xfrm>
                <a:off x="1156" y="1605"/>
                <a:ext cx="452" cy="19"/>
              </a:xfrm>
              <a:custGeom>
                <a:avLst/>
                <a:gdLst>
                  <a:gd name="T0" fmla="*/ 441 w 452"/>
                  <a:gd name="T1" fmla="*/ 9 h 19"/>
                  <a:gd name="T2" fmla="*/ 445 w 452"/>
                  <a:gd name="T3" fmla="*/ 0 h 19"/>
                  <a:gd name="T4" fmla="*/ 0 w 452"/>
                  <a:gd name="T5" fmla="*/ 0 h 19"/>
                  <a:gd name="T6" fmla="*/ 0 w 452"/>
                  <a:gd name="T7" fmla="*/ 18 h 19"/>
                  <a:gd name="T8" fmla="*/ 445 w 452"/>
                  <a:gd name="T9" fmla="*/ 18 h 19"/>
                  <a:gd name="T10" fmla="*/ 451 w 452"/>
                  <a:gd name="T11" fmla="*/ 9 h 19"/>
                  <a:gd name="T12" fmla="*/ 445 w 452"/>
                  <a:gd name="T13" fmla="*/ 18 h 19"/>
                  <a:gd name="T14" fmla="*/ 448 w 452"/>
                  <a:gd name="T15" fmla="*/ 18 h 19"/>
                  <a:gd name="T16" fmla="*/ 449 w 452"/>
                  <a:gd name="T17" fmla="*/ 15 h 19"/>
                  <a:gd name="T18" fmla="*/ 449 w 452"/>
                  <a:gd name="T19" fmla="*/ 12 h 19"/>
                  <a:gd name="T20" fmla="*/ 451 w 452"/>
                  <a:gd name="T21" fmla="*/ 9 h 19"/>
                  <a:gd name="T22" fmla="*/ 449 w 452"/>
                  <a:gd name="T23" fmla="*/ 6 h 19"/>
                  <a:gd name="T24" fmla="*/ 449 w 452"/>
                  <a:gd name="T25" fmla="*/ 3 h 19"/>
                  <a:gd name="T26" fmla="*/ 448 w 452"/>
                  <a:gd name="T27" fmla="*/ 3 h 19"/>
                  <a:gd name="T28" fmla="*/ 445 w 452"/>
                  <a:gd name="T29" fmla="*/ 0 h 19"/>
                  <a:gd name="T30" fmla="*/ 441 w 452"/>
                  <a:gd name="T31" fmla="*/ 9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2"/>
                  <a:gd name="T49" fmla="*/ 0 h 19"/>
                  <a:gd name="T50" fmla="*/ 452 w 452"/>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2" h="19">
                    <a:moveTo>
                      <a:pt x="441" y="9"/>
                    </a:moveTo>
                    <a:lnTo>
                      <a:pt x="445" y="0"/>
                    </a:lnTo>
                    <a:lnTo>
                      <a:pt x="0" y="0"/>
                    </a:lnTo>
                    <a:lnTo>
                      <a:pt x="0" y="18"/>
                    </a:lnTo>
                    <a:lnTo>
                      <a:pt x="445" y="18"/>
                    </a:lnTo>
                    <a:lnTo>
                      <a:pt x="451" y="9"/>
                    </a:lnTo>
                    <a:lnTo>
                      <a:pt x="445" y="18"/>
                    </a:lnTo>
                    <a:lnTo>
                      <a:pt x="448" y="18"/>
                    </a:lnTo>
                    <a:lnTo>
                      <a:pt x="449" y="15"/>
                    </a:lnTo>
                    <a:lnTo>
                      <a:pt x="449" y="12"/>
                    </a:lnTo>
                    <a:lnTo>
                      <a:pt x="451" y="9"/>
                    </a:lnTo>
                    <a:lnTo>
                      <a:pt x="449" y="6"/>
                    </a:lnTo>
                    <a:lnTo>
                      <a:pt x="449" y="3"/>
                    </a:lnTo>
                    <a:lnTo>
                      <a:pt x="448" y="3"/>
                    </a:lnTo>
                    <a:lnTo>
                      <a:pt x="445" y="0"/>
                    </a:lnTo>
                    <a:lnTo>
                      <a:pt x="441" y="9"/>
                    </a:lnTo>
                  </a:path>
                </a:pathLst>
              </a:custGeom>
              <a:solidFill>
                <a:schemeClr val="bg2"/>
              </a:solidFill>
              <a:ln w="12700" cap="rnd">
                <a:solidFill>
                  <a:schemeClr val="tx1"/>
                </a:solidFill>
                <a:round/>
                <a:headEnd/>
                <a:tailEnd/>
              </a:ln>
            </p:spPr>
            <p:txBody>
              <a:bodyPr/>
              <a:lstStyle/>
              <a:p>
                <a:endParaRPr lang="pt-BR"/>
              </a:p>
            </p:txBody>
          </p:sp>
          <p:sp>
            <p:nvSpPr>
              <p:cNvPr id="200" name="Freeform 642"/>
              <p:cNvSpPr>
                <a:spLocks/>
              </p:cNvSpPr>
              <p:nvPr/>
            </p:nvSpPr>
            <p:spPr bwMode="auto">
              <a:xfrm>
                <a:off x="1603" y="834"/>
                <a:ext cx="22" cy="772"/>
              </a:xfrm>
              <a:custGeom>
                <a:avLst/>
                <a:gdLst>
                  <a:gd name="T0" fmla="*/ 10 w 22"/>
                  <a:gd name="T1" fmla="*/ 15 h 772"/>
                  <a:gd name="T2" fmla="*/ 0 w 22"/>
                  <a:gd name="T3" fmla="*/ 8 h 772"/>
                  <a:gd name="T4" fmla="*/ 0 w 22"/>
                  <a:gd name="T5" fmla="*/ 771 h 772"/>
                  <a:gd name="T6" fmla="*/ 21 w 22"/>
                  <a:gd name="T7" fmla="*/ 771 h 772"/>
                  <a:gd name="T8" fmla="*/ 21 w 22"/>
                  <a:gd name="T9" fmla="*/ 8 h 772"/>
                  <a:gd name="T10" fmla="*/ 10 w 22"/>
                  <a:gd name="T11" fmla="*/ 0 h 772"/>
                  <a:gd name="T12" fmla="*/ 21 w 22"/>
                  <a:gd name="T13" fmla="*/ 8 h 772"/>
                  <a:gd name="T14" fmla="*/ 21 w 22"/>
                  <a:gd name="T15" fmla="*/ 4 h 772"/>
                  <a:gd name="T16" fmla="*/ 15 w 22"/>
                  <a:gd name="T17" fmla="*/ 2 h 772"/>
                  <a:gd name="T18" fmla="*/ 15 w 22"/>
                  <a:gd name="T19" fmla="*/ 1 h 772"/>
                  <a:gd name="T20" fmla="*/ 10 w 22"/>
                  <a:gd name="T21" fmla="*/ 0 h 772"/>
                  <a:gd name="T22" fmla="*/ 5 w 22"/>
                  <a:gd name="T23" fmla="*/ 1 h 772"/>
                  <a:gd name="T24" fmla="*/ 5 w 22"/>
                  <a:gd name="T25" fmla="*/ 2 h 772"/>
                  <a:gd name="T26" fmla="*/ 0 w 22"/>
                  <a:gd name="T27" fmla="*/ 4 h 772"/>
                  <a:gd name="T28" fmla="*/ 0 w 22"/>
                  <a:gd name="T29" fmla="*/ 8 h 772"/>
                  <a:gd name="T30" fmla="*/ 10 w 22"/>
                  <a:gd name="T31" fmla="*/ 15 h 7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772"/>
                  <a:gd name="T50" fmla="*/ 22 w 22"/>
                  <a:gd name="T51" fmla="*/ 772 h 7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772">
                    <a:moveTo>
                      <a:pt x="10" y="15"/>
                    </a:moveTo>
                    <a:lnTo>
                      <a:pt x="0" y="8"/>
                    </a:lnTo>
                    <a:lnTo>
                      <a:pt x="0" y="771"/>
                    </a:lnTo>
                    <a:lnTo>
                      <a:pt x="21" y="771"/>
                    </a:lnTo>
                    <a:lnTo>
                      <a:pt x="21" y="8"/>
                    </a:lnTo>
                    <a:lnTo>
                      <a:pt x="10" y="0"/>
                    </a:lnTo>
                    <a:lnTo>
                      <a:pt x="21" y="8"/>
                    </a:lnTo>
                    <a:lnTo>
                      <a:pt x="21" y="4"/>
                    </a:lnTo>
                    <a:lnTo>
                      <a:pt x="15" y="2"/>
                    </a:lnTo>
                    <a:lnTo>
                      <a:pt x="15" y="1"/>
                    </a:lnTo>
                    <a:lnTo>
                      <a:pt x="10" y="0"/>
                    </a:lnTo>
                    <a:lnTo>
                      <a:pt x="5" y="1"/>
                    </a:lnTo>
                    <a:lnTo>
                      <a:pt x="5" y="2"/>
                    </a:lnTo>
                    <a:lnTo>
                      <a:pt x="0" y="4"/>
                    </a:lnTo>
                    <a:lnTo>
                      <a:pt x="0" y="8"/>
                    </a:lnTo>
                    <a:lnTo>
                      <a:pt x="10" y="15"/>
                    </a:lnTo>
                  </a:path>
                </a:pathLst>
              </a:custGeom>
              <a:solidFill>
                <a:schemeClr val="bg2"/>
              </a:solidFill>
              <a:ln w="12700" cap="rnd">
                <a:solidFill>
                  <a:schemeClr val="tx1"/>
                </a:solidFill>
                <a:round/>
                <a:headEnd/>
                <a:tailEnd/>
              </a:ln>
            </p:spPr>
            <p:txBody>
              <a:bodyPr/>
              <a:lstStyle/>
              <a:p>
                <a:endParaRPr lang="pt-BR"/>
              </a:p>
            </p:txBody>
          </p:sp>
          <p:sp>
            <p:nvSpPr>
              <p:cNvPr id="201" name="Freeform 643"/>
              <p:cNvSpPr>
                <a:spLocks/>
              </p:cNvSpPr>
              <p:nvPr/>
            </p:nvSpPr>
            <p:spPr bwMode="auto">
              <a:xfrm>
                <a:off x="1152" y="834"/>
                <a:ext cx="452" cy="20"/>
              </a:xfrm>
              <a:custGeom>
                <a:avLst/>
                <a:gdLst>
                  <a:gd name="T0" fmla="*/ 9 w 452"/>
                  <a:gd name="T1" fmla="*/ 9 h 20"/>
                  <a:gd name="T2" fmla="*/ 4 w 452"/>
                  <a:gd name="T3" fmla="*/ 19 h 20"/>
                  <a:gd name="T4" fmla="*/ 451 w 452"/>
                  <a:gd name="T5" fmla="*/ 19 h 20"/>
                  <a:gd name="T6" fmla="*/ 451 w 452"/>
                  <a:gd name="T7" fmla="*/ 0 h 20"/>
                  <a:gd name="T8" fmla="*/ 4 w 452"/>
                  <a:gd name="T9" fmla="*/ 0 h 20"/>
                  <a:gd name="T10" fmla="*/ 0 w 452"/>
                  <a:gd name="T11" fmla="*/ 9 h 20"/>
                  <a:gd name="T12" fmla="*/ 4 w 452"/>
                  <a:gd name="T13" fmla="*/ 0 h 20"/>
                  <a:gd name="T14" fmla="*/ 2 w 452"/>
                  <a:gd name="T15" fmla="*/ 2 h 20"/>
                  <a:gd name="T16" fmla="*/ 1 w 452"/>
                  <a:gd name="T17" fmla="*/ 2 h 20"/>
                  <a:gd name="T18" fmla="*/ 0 w 452"/>
                  <a:gd name="T19" fmla="*/ 4 h 20"/>
                  <a:gd name="T20" fmla="*/ 0 w 452"/>
                  <a:gd name="T21" fmla="*/ 9 h 20"/>
                  <a:gd name="T22" fmla="*/ 0 w 452"/>
                  <a:gd name="T23" fmla="*/ 14 h 20"/>
                  <a:gd name="T24" fmla="*/ 1 w 452"/>
                  <a:gd name="T25" fmla="*/ 16 h 20"/>
                  <a:gd name="T26" fmla="*/ 2 w 452"/>
                  <a:gd name="T27" fmla="*/ 19 h 20"/>
                  <a:gd name="T28" fmla="*/ 4 w 452"/>
                  <a:gd name="T29" fmla="*/ 19 h 20"/>
                  <a:gd name="T30" fmla="*/ 9 w 452"/>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2"/>
                  <a:gd name="T49" fmla="*/ 0 h 20"/>
                  <a:gd name="T50" fmla="*/ 452 w 452"/>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2" h="20">
                    <a:moveTo>
                      <a:pt x="9" y="9"/>
                    </a:moveTo>
                    <a:lnTo>
                      <a:pt x="4" y="19"/>
                    </a:lnTo>
                    <a:lnTo>
                      <a:pt x="451" y="19"/>
                    </a:lnTo>
                    <a:lnTo>
                      <a:pt x="451" y="0"/>
                    </a:lnTo>
                    <a:lnTo>
                      <a:pt x="4" y="0"/>
                    </a:lnTo>
                    <a:lnTo>
                      <a:pt x="0" y="9"/>
                    </a:lnTo>
                    <a:lnTo>
                      <a:pt x="4" y="0"/>
                    </a:lnTo>
                    <a:lnTo>
                      <a:pt x="2" y="2"/>
                    </a:lnTo>
                    <a:lnTo>
                      <a:pt x="1" y="2"/>
                    </a:lnTo>
                    <a:lnTo>
                      <a:pt x="0" y="4"/>
                    </a:lnTo>
                    <a:lnTo>
                      <a:pt x="0" y="9"/>
                    </a:lnTo>
                    <a:lnTo>
                      <a:pt x="0" y="14"/>
                    </a:lnTo>
                    <a:lnTo>
                      <a:pt x="1" y="16"/>
                    </a:lnTo>
                    <a:lnTo>
                      <a:pt x="2" y="19"/>
                    </a:lnTo>
                    <a:lnTo>
                      <a:pt x="4" y="19"/>
                    </a:lnTo>
                    <a:lnTo>
                      <a:pt x="9" y="9"/>
                    </a:lnTo>
                  </a:path>
                </a:pathLst>
              </a:custGeom>
              <a:solidFill>
                <a:schemeClr val="bg2"/>
              </a:solidFill>
              <a:ln w="12700" cap="rnd">
                <a:solidFill>
                  <a:schemeClr val="tx1"/>
                </a:solidFill>
                <a:round/>
                <a:headEnd/>
                <a:tailEnd/>
              </a:ln>
            </p:spPr>
            <p:txBody>
              <a:bodyPr/>
              <a:lstStyle/>
              <a:p>
                <a:endParaRPr lang="pt-BR"/>
              </a:p>
            </p:txBody>
          </p:sp>
          <p:sp>
            <p:nvSpPr>
              <p:cNvPr id="202" name="Freeform 644"/>
              <p:cNvSpPr>
                <a:spLocks/>
              </p:cNvSpPr>
              <p:nvPr/>
            </p:nvSpPr>
            <p:spPr bwMode="auto">
              <a:xfrm>
                <a:off x="1152" y="844"/>
                <a:ext cx="22" cy="768"/>
              </a:xfrm>
              <a:custGeom>
                <a:avLst/>
                <a:gdLst>
                  <a:gd name="T0" fmla="*/ 14 w 22"/>
                  <a:gd name="T1" fmla="*/ 752 h 768"/>
                  <a:gd name="T2" fmla="*/ 21 w 22"/>
                  <a:gd name="T3" fmla="*/ 759 h 768"/>
                  <a:gd name="T4" fmla="*/ 21 w 22"/>
                  <a:gd name="T5" fmla="*/ 0 h 768"/>
                  <a:gd name="T6" fmla="*/ 0 w 22"/>
                  <a:gd name="T7" fmla="*/ 0 h 768"/>
                  <a:gd name="T8" fmla="*/ 0 w 22"/>
                  <a:gd name="T9" fmla="*/ 759 h 768"/>
                  <a:gd name="T10" fmla="*/ 14 w 22"/>
                  <a:gd name="T11" fmla="*/ 767 h 768"/>
                  <a:gd name="T12" fmla="*/ 0 w 22"/>
                  <a:gd name="T13" fmla="*/ 759 h 768"/>
                  <a:gd name="T14" fmla="*/ 0 w 22"/>
                  <a:gd name="T15" fmla="*/ 763 h 768"/>
                  <a:gd name="T16" fmla="*/ 7 w 22"/>
                  <a:gd name="T17" fmla="*/ 764 h 768"/>
                  <a:gd name="T18" fmla="*/ 7 w 22"/>
                  <a:gd name="T19" fmla="*/ 767 h 768"/>
                  <a:gd name="T20" fmla="*/ 14 w 22"/>
                  <a:gd name="T21" fmla="*/ 767 h 768"/>
                  <a:gd name="T22" fmla="*/ 14 w 22"/>
                  <a:gd name="T23" fmla="*/ 767 h 768"/>
                  <a:gd name="T24" fmla="*/ 21 w 22"/>
                  <a:gd name="T25" fmla="*/ 764 h 768"/>
                  <a:gd name="T26" fmla="*/ 21 w 22"/>
                  <a:gd name="T27" fmla="*/ 763 h 768"/>
                  <a:gd name="T28" fmla="*/ 21 w 22"/>
                  <a:gd name="T29" fmla="*/ 759 h 768"/>
                  <a:gd name="T30" fmla="*/ 14 w 22"/>
                  <a:gd name="T31" fmla="*/ 752 h 7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768"/>
                  <a:gd name="T50" fmla="*/ 22 w 22"/>
                  <a:gd name="T51" fmla="*/ 768 h 7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768">
                    <a:moveTo>
                      <a:pt x="14" y="752"/>
                    </a:moveTo>
                    <a:lnTo>
                      <a:pt x="21" y="759"/>
                    </a:lnTo>
                    <a:lnTo>
                      <a:pt x="21" y="0"/>
                    </a:lnTo>
                    <a:lnTo>
                      <a:pt x="0" y="0"/>
                    </a:lnTo>
                    <a:lnTo>
                      <a:pt x="0" y="759"/>
                    </a:lnTo>
                    <a:lnTo>
                      <a:pt x="14" y="767"/>
                    </a:lnTo>
                    <a:lnTo>
                      <a:pt x="0" y="759"/>
                    </a:lnTo>
                    <a:lnTo>
                      <a:pt x="0" y="763"/>
                    </a:lnTo>
                    <a:lnTo>
                      <a:pt x="7" y="764"/>
                    </a:lnTo>
                    <a:lnTo>
                      <a:pt x="7" y="767"/>
                    </a:lnTo>
                    <a:lnTo>
                      <a:pt x="14" y="767"/>
                    </a:lnTo>
                    <a:lnTo>
                      <a:pt x="21" y="764"/>
                    </a:lnTo>
                    <a:lnTo>
                      <a:pt x="21" y="763"/>
                    </a:lnTo>
                    <a:lnTo>
                      <a:pt x="21" y="759"/>
                    </a:lnTo>
                    <a:lnTo>
                      <a:pt x="14" y="752"/>
                    </a:lnTo>
                  </a:path>
                </a:pathLst>
              </a:custGeom>
              <a:solidFill>
                <a:schemeClr val="bg2"/>
              </a:solidFill>
              <a:ln w="12700" cap="rnd">
                <a:solidFill>
                  <a:schemeClr val="tx1"/>
                </a:solidFill>
                <a:round/>
                <a:headEnd/>
                <a:tailEnd/>
              </a:ln>
            </p:spPr>
            <p:txBody>
              <a:bodyPr/>
              <a:lstStyle/>
              <a:p>
                <a:endParaRPr lang="pt-BR"/>
              </a:p>
            </p:txBody>
          </p:sp>
          <p:sp>
            <p:nvSpPr>
              <p:cNvPr id="203" name="Freeform 645"/>
              <p:cNvSpPr>
                <a:spLocks/>
              </p:cNvSpPr>
              <p:nvPr/>
            </p:nvSpPr>
            <p:spPr bwMode="auto">
              <a:xfrm>
                <a:off x="1213" y="975"/>
                <a:ext cx="335" cy="268"/>
              </a:xfrm>
              <a:custGeom>
                <a:avLst/>
                <a:gdLst>
                  <a:gd name="T0" fmla="*/ 0 w 335"/>
                  <a:gd name="T1" fmla="*/ 267 h 268"/>
                  <a:gd name="T2" fmla="*/ 334 w 335"/>
                  <a:gd name="T3" fmla="*/ 267 h 268"/>
                  <a:gd name="T4" fmla="*/ 334 w 335"/>
                  <a:gd name="T5" fmla="*/ 0 h 268"/>
                  <a:gd name="T6" fmla="*/ 0 w 335"/>
                  <a:gd name="T7" fmla="*/ 0 h 268"/>
                  <a:gd name="T8" fmla="*/ 0 w 335"/>
                  <a:gd name="T9" fmla="*/ 267 h 268"/>
                  <a:gd name="T10" fmla="*/ 0 60000 65536"/>
                  <a:gd name="T11" fmla="*/ 0 60000 65536"/>
                  <a:gd name="T12" fmla="*/ 0 60000 65536"/>
                  <a:gd name="T13" fmla="*/ 0 60000 65536"/>
                  <a:gd name="T14" fmla="*/ 0 60000 65536"/>
                  <a:gd name="T15" fmla="*/ 0 w 335"/>
                  <a:gd name="T16" fmla="*/ 0 h 268"/>
                  <a:gd name="T17" fmla="*/ 335 w 335"/>
                  <a:gd name="T18" fmla="*/ 268 h 268"/>
                </a:gdLst>
                <a:ahLst/>
                <a:cxnLst>
                  <a:cxn ang="T10">
                    <a:pos x="T0" y="T1"/>
                  </a:cxn>
                  <a:cxn ang="T11">
                    <a:pos x="T2" y="T3"/>
                  </a:cxn>
                  <a:cxn ang="T12">
                    <a:pos x="T4" y="T5"/>
                  </a:cxn>
                  <a:cxn ang="T13">
                    <a:pos x="T6" y="T7"/>
                  </a:cxn>
                  <a:cxn ang="T14">
                    <a:pos x="T8" y="T9"/>
                  </a:cxn>
                </a:cxnLst>
                <a:rect l="T15" t="T16" r="T17" b="T18"/>
                <a:pathLst>
                  <a:path w="335" h="268">
                    <a:moveTo>
                      <a:pt x="0" y="267"/>
                    </a:moveTo>
                    <a:lnTo>
                      <a:pt x="334" y="267"/>
                    </a:lnTo>
                    <a:lnTo>
                      <a:pt x="334" y="0"/>
                    </a:lnTo>
                    <a:lnTo>
                      <a:pt x="0" y="0"/>
                    </a:lnTo>
                    <a:lnTo>
                      <a:pt x="0" y="267"/>
                    </a:lnTo>
                  </a:path>
                </a:pathLst>
              </a:custGeom>
              <a:solidFill>
                <a:schemeClr val="bg2"/>
              </a:solidFill>
              <a:ln w="12700" cap="rnd">
                <a:solidFill>
                  <a:schemeClr val="tx1"/>
                </a:solidFill>
                <a:round/>
                <a:headEnd/>
                <a:tailEnd/>
              </a:ln>
            </p:spPr>
            <p:txBody>
              <a:bodyPr/>
              <a:lstStyle/>
              <a:p>
                <a:endParaRPr lang="pt-BR"/>
              </a:p>
            </p:txBody>
          </p:sp>
          <p:sp>
            <p:nvSpPr>
              <p:cNvPr id="204" name="Freeform 646"/>
              <p:cNvSpPr>
                <a:spLocks/>
              </p:cNvSpPr>
              <p:nvPr/>
            </p:nvSpPr>
            <p:spPr bwMode="auto">
              <a:xfrm>
                <a:off x="1213" y="1242"/>
                <a:ext cx="339" cy="20"/>
              </a:xfrm>
              <a:custGeom>
                <a:avLst/>
                <a:gdLst>
                  <a:gd name="T0" fmla="*/ 328 w 339"/>
                  <a:gd name="T1" fmla="*/ 10 h 20"/>
                  <a:gd name="T2" fmla="*/ 332 w 339"/>
                  <a:gd name="T3" fmla="*/ 0 h 20"/>
                  <a:gd name="T4" fmla="*/ 0 w 339"/>
                  <a:gd name="T5" fmla="*/ 0 h 20"/>
                  <a:gd name="T6" fmla="*/ 0 w 339"/>
                  <a:gd name="T7" fmla="*/ 19 h 20"/>
                  <a:gd name="T8" fmla="*/ 332 w 339"/>
                  <a:gd name="T9" fmla="*/ 19 h 20"/>
                  <a:gd name="T10" fmla="*/ 338 w 339"/>
                  <a:gd name="T11" fmla="*/ 10 h 20"/>
                  <a:gd name="T12" fmla="*/ 332 w 339"/>
                  <a:gd name="T13" fmla="*/ 19 h 20"/>
                  <a:gd name="T14" fmla="*/ 335 w 339"/>
                  <a:gd name="T15" fmla="*/ 19 h 20"/>
                  <a:gd name="T16" fmla="*/ 336 w 339"/>
                  <a:gd name="T17" fmla="*/ 16 h 20"/>
                  <a:gd name="T18" fmla="*/ 336 w 339"/>
                  <a:gd name="T19" fmla="*/ 13 h 20"/>
                  <a:gd name="T20" fmla="*/ 338 w 339"/>
                  <a:gd name="T21" fmla="*/ 10 h 20"/>
                  <a:gd name="T22" fmla="*/ 336 w 339"/>
                  <a:gd name="T23" fmla="*/ 5 h 20"/>
                  <a:gd name="T24" fmla="*/ 336 w 339"/>
                  <a:gd name="T25" fmla="*/ 2 h 20"/>
                  <a:gd name="T26" fmla="*/ 335 w 339"/>
                  <a:gd name="T27" fmla="*/ 2 h 20"/>
                  <a:gd name="T28" fmla="*/ 332 w 339"/>
                  <a:gd name="T29" fmla="*/ 0 h 20"/>
                  <a:gd name="T30" fmla="*/ 328 w 339"/>
                  <a:gd name="T31" fmla="*/ 10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9"/>
                  <a:gd name="T49" fmla="*/ 0 h 20"/>
                  <a:gd name="T50" fmla="*/ 339 w 339"/>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9" h="20">
                    <a:moveTo>
                      <a:pt x="328" y="10"/>
                    </a:moveTo>
                    <a:lnTo>
                      <a:pt x="332" y="0"/>
                    </a:lnTo>
                    <a:lnTo>
                      <a:pt x="0" y="0"/>
                    </a:lnTo>
                    <a:lnTo>
                      <a:pt x="0" y="19"/>
                    </a:lnTo>
                    <a:lnTo>
                      <a:pt x="332" y="19"/>
                    </a:lnTo>
                    <a:lnTo>
                      <a:pt x="338" y="10"/>
                    </a:lnTo>
                    <a:lnTo>
                      <a:pt x="332" y="19"/>
                    </a:lnTo>
                    <a:lnTo>
                      <a:pt x="335" y="19"/>
                    </a:lnTo>
                    <a:lnTo>
                      <a:pt x="336" y="16"/>
                    </a:lnTo>
                    <a:lnTo>
                      <a:pt x="336" y="13"/>
                    </a:lnTo>
                    <a:lnTo>
                      <a:pt x="338" y="10"/>
                    </a:lnTo>
                    <a:lnTo>
                      <a:pt x="336" y="5"/>
                    </a:lnTo>
                    <a:lnTo>
                      <a:pt x="336" y="2"/>
                    </a:lnTo>
                    <a:lnTo>
                      <a:pt x="335" y="2"/>
                    </a:lnTo>
                    <a:lnTo>
                      <a:pt x="332" y="0"/>
                    </a:lnTo>
                    <a:lnTo>
                      <a:pt x="328" y="10"/>
                    </a:lnTo>
                  </a:path>
                </a:pathLst>
              </a:custGeom>
              <a:solidFill>
                <a:schemeClr val="bg2"/>
              </a:solidFill>
              <a:ln w="12700" cap="rnd">
                <a:solidFill>
                  <a:schemeClr val="tx1"/>
                </a:solidFill>
                <a:round/>
                <a:headEnd/>
                <a:tailEnd/>
              </a:ln>
            </p:spPr>
            <p:txBody>
              <a:bodyPr/>
              <a:lstStyle/>
              <a:p>
                <a:endParaRPr lang="pt-BR"/>
              </a:p>
            </p:txBody>
          </p:sp>
          <p:sp>
            <p:nvSpPr>
              <p:cNvPr id="205" name="Freeform 647"/>
              <p:cNvSpPr>
                <a:spLocks/>
              </p:cNvSpPr>
              <p:nvPr/>
            </p:nvSpPr>
            <p:spPr bwMode="auto">
              <a:xfrm>
                <a:off x="1547" y="967"/>
                <a:ext cx="23" cy="276"/>
              </a:xfrm>
              <a:custGeom>
                <a:avLst/>
                <a:gdLst>
                  <a:gd name="T0" fmla="*/ 7 w 23"/>
                  <a:gd name="T1" fmla="*/ 15 h 276"/>
                  <a:gd name="T2" fmla="*/ 0 w 23"/>
                  <a:gd name="T3" fmla="*/ 8 h 276"/>
                  <a:gd name="T4" fmla="*/ 0 w 23"/>
                  <a:gd name="T5" fmla="*/ 275 h 276"/>
                  <a:gd name="T6" fmla="*/ 22 w 23"/>
                  <a:gd name="T7" fmla="*/ 275 h 276"/>
                  <a:gd name="T8" fmla="*/ 22 w 23"/>
                  <a:gd name="T9" fmla="*/ 8 h 276"/>
                  <a:gd name="T10" fmla="*/ 7 w 23"/>
                  <a:gd name="T11" fmla="*/ 0 h 276"/>
                  <a:gd name="T12" fmla="*/ 22 w 23"/>
                  <a:gd name="T13" fmla="*/ 8 h 276"/>
                  <a:gd name="T14" fmla="*/ 22 w 23"/>
                  <a:gd name="T15" fmla="*/ 4 h 276"/>
                  <a:gd name="T16" fmla="*/ 22 w 23"/>
                  <a:gd name="T17" fmla="*/ 2 h 276"/>
                  <a:gd name="T18" fmla="*/ 14 w 23"/>
                  <a:gd name="T19" fmla="*/ 1 h 276"/>
                  <a:gd name="T20" fmla="*/ 7 w 23"/>
                  <a:gd name="T21" fmla="*/ 0 h 276"/>
                  <a:gd name="T22" fmla="*/ 7 w 23"/>
                  <a:gd name="T23" fmla="*/ 1 h 276"/>
                  <a:gd name="T24" fmla="*/ 0 w 23"/>
                  <a:gd name="T25" fmla="*/ 2 h 276"/>
                  <a:gd name="T26" fmla="*/ 0 w 23"/>
                  <a:gd name="T27" fmla="*/ 4 h 276"/>
                  <a:gd name="T28" fmla="*/ 0 w 23"/>
                  <a:gd name="T29" fmla="*/ 8 h 276"/>
                  <a:gd name="T30" fmla="*/ 7 w 23"/>
                  <a:gd name="T31" fmla="*/ 15 h 2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276"/>
                  <a:gd name="T50" fmla="*/ 23 w 23"/>
                  <a:gd name="T51" fmla="*/ 276 h 2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276">
                    <a:moveTo>
                      <a:pt x="7" y="15"/>
                    </a:moveTo>
                    <a:lnTo>
                      <a:pt x="0" y="8"/>
                    </a:lnTo>
                    <a:lnTo>
                      <a:pt x="0" y="275"/>
                    </a:lnTo>
                    <a:lnTo>
                      <a:pt x="22" y="275"/>
                    </a:lnTo>
                    <a:lnTo>
                      <a:pt x="22" y="8"/>
                    </a:lnTo>
                    <a:lnTo>
                      <a:pt x="7" y="0"/>
                    </a:lnTo>
                    <a:lnTo>
                      <a:pt x="22" y="8"/>
                    </a:lnTo>
                    <a:lnTo>
                      <a:pt x="22" y="4"/>
                    </a:lnTo>
                    <a:lnTo>
                      <a:pt x="22" y="2"/>
                    </a:lnTo>
                    <a:lnTo>
                      <a:pt x="14" y="1"/>
                    </a:lnTo>
                    <a:lnTo>
                      <a:pt x="7" y="0"/>
                    </a:lnTo>
                    <a:lnTo>
                      <a:pt x="7" y="1"/>
                    </a:lnTo>
                    <a:lnTo>
                      <a:pt x="0" y="2"/>
                    </a:lnTo>
                    <a:lnTo>
                      <a:pt x="0" y="4"/>
                    </a:lnTo>
                    <a:lnTo>
                      <a:pt x="0" y="8"/>
                    </a:lnTo>
                    <a:lnTo>
                      <a:pt x="7" y="15"/>
                    </a:lnTo>
                  </a:path>
                </a:pathLst>
              </a:custGeom>
              <a:solidFill>
                <a:schemeClr val="bg2"/>
              </a:solidFill>
              <a:ln w="12700" cap="rnd">
                <a:solidFill>
                  <a:schemeClr val="tx1"/>
                </a:solidFill>
                <a:round/>
                <a:headEnd/>
                <a:tailEnd/>
              </a:ln>
            </p:spPr>
            <p:txBody>
              <a:bodyPr/>
              <a:lstStyle/>
              <a:p>
                <a:endParaRPr lang="pt-BR"/>
              </a:p>
            </p:txBody>
          </p:sp>
          <p:sp>
            <p:nvSpPr>
              <p:cNvPr id="206" name="Freeform 648"/>
              <p:cNvSpPr>
                <a:spLocks/>
              </p:cNvSpPr>
              <p:nvPr/>
            </p:nvSpPr>
            <p:spPr bwMode="auto">
              <a:xfrm>
                <a:off x="1207" y="967"/>
                <a:ext cx="341" cy="21"/>
              </a:xfrm>
              <a:custGeom>
                <a:avLst/>
                <a:gdLst>
                  <a:gd name="T0" fmla="*/ 9 w 341"/>
                  <a:gd name="T1" fmla="*/ 10 h 21"/>
                  <a:gd name="T2" fmla="*/ 4 w 341"/>
                  <a:gd name="T3" fmla="*/ 20 h 21"/>
                  <a:gd name="T4" fmla="*/ 340 w 341"/>
                  <a:gd name="T5" fmla="*/ 20 h 21"/>
                  <a:gd name="T6" fmla="*/ 340 w 341"/>
                  <a:gd name="T7" fmla="*/ 0 h 21"/>
                  <a:gd name="T8" fmla="*/ 4 w 341"/>
                  <a:gd name="T9" fmla="*/ 0 h 21"/>
                  <a:gd name="T10" fmla="*/ 0 w 341"/>
                  <a:gd name="T11" fmla="*/ 10 h 21"/>
                  <a:gd name="T12" fmla="*/ 4 w 341"/>
                  <a:gd name="T13" fmla="*/ 0 h 21"/>
                  <a:gd name="T14" fmla="*/ 2 w 341"/>
                  <a:gd name="T15" fmla="*/ 0 h 21"/>
                  <a:gd name="T16" fmla="*/ 1 w 341"/>
                  <a:gd name="T17" fmla="*/ 3 h 21"/>
                  <a:gd name="T18" fmla="*/ 1 w 341"/>
                  <a:gd name="T19" fmla="*/ 6 h 21"/>
                  <a:gd name="T20" fmla="*/ 0 w 341"/>
                  <a:gd name="T21" fmla="*/ 10 h 21"/>
                  <a:gd name="T22" fmla="*/ 1 w 341"/>
                  <a:gd name="T23" fmla="*/ 13 h 21"/>
                  <a:gd name="T24" fmla="*/ 1 w 341"/>
                  <a:gd name="T25" fmla="*/ 16 h 21"/>
                  <a:gd name="T26" fmla="*/ 2 w 341"/>
                  <a:gd name="T27" fmla="*/ 20 h 21"/>
                  <a:gd name="T28" fmla="*/ 4 w 341"/>
                  <a:gd name="T29" fmla="*/ 20 h 21"/>
                  <a:gd name="T30" fmla="*/ 9 w 341"/>
                  <a:gd name="T31" fmla="*/ 1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41"/>
                  <a:gd name="T49" fmla="*/ 0 h 21"/>
                  <a:gd name="T50" fmla="*/ 341 w 341"/>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41" h="21">
                    <a:moveTo>
                      <a:pt x="9" y="10"/>
                    </a:moveTo>
                    <a:lnTo>
                      <a:pt x="4" y="20"/>
                    </a:lnTo>
                    <a:lnTo>
                      <a:pt x="340" y="20"/>
                    </a:lnTo>
                    <a:lnTo>
                      <a:pt x="340" y="0"/>
                    </a:lnTo>
                    <a:lnTo>
                      <a:pt x="4" y="0"/>
                    </a:lnTo>
                    <a:lnTo>
                      <a:pt x="0" y="10"/>
                    </a:lnTo>
                    <a:lnTo>
                      <a:pt x="4" y="0"/>
                    </a:lnTo>
                    <a:lnTo>
                      <a:pt x="2" y="0"/>
                    </a:lnTo>
                    <a:lnTo>
                      <a:pt x="1" y="3"/>
                    </a:lnTo>
                    <a:lnTo>
                      <a:pt x="1" y="6"/>
                    </a:lnTo>
                    <a:lnTo>
                      <a:pt x="0" y="10"/>
                    </a:lnTo>
                    <a:lnTo>
                      <a:pt x="1" y="13"/>
                    </a:lnTo>
                    <a:lnTo>
                      <a:pt x="1" y="16"/>
                    </a:lnTo>
                    <a:lnTo>
                      <a:pt x="2" y="20"/>
                    </a:lnTo>
                    <a:lnTo>
                      <a:pt x="4" y="20"/>
                    </a:lnTo>
                    <a:lnTo>
                      <a:pt x="9" y="10"/>
                    </a:lnTo>
                  </a:path>
                </a:pathLst>
              </a:custGeom>
              <a:solidFill>
                <a:schemeClr val="bg2"/>
              </a:solidFill>
              <a:ln w="12700" cap="rnd">
                <a:solidFill>
                  <a:schemeClr val="tx1"/>
                </a:solidFill>
                <a:round/>
                <a:headEnd/>
                <a:tailEnd/>
              </a:ln>
            </p:spPr>
            <p:txBody>
              <a:bodyPr/>
              <a:lstStyle/>
              <a:p>
                <a:endParaRPr lang="pt-BR"/>
              </a:p>
            </p:txBody>
          </p:sp>
          <p:sp>
            <p:nvSpPr>
              <p:cNvPr id="207" name="Freeform 649"/>
              <p:cNvSpPr>
                <a:spLocks/>
              </p:cNvSpPr>
              <p:nvPr/>
            </p:nvSpPr>
            <p:spPr bwMode="auto">
              <a:xfrm>
                <a:off x="1207" y="975"/>
                <a:ext cx="24" cy="276"/>
              </a:xfrm>
              <a:custGeom>
                <a:avLst/>
                <a:gdLst>
                  <a:gd name="T0" fmla="*/ 11 w 24"/>
                  <a:gd name="T1" fmla="*/ 260 h 276"/>
                  <a:gd name="T2" fmla="*/ 23 w 24"/>
                  <a:gd name="T3" fmla="*/ 267 h 276"/>
                  <a:gd name="T4" fmla="*/ 23 w 24"/>
                  <a:gd name="T5" fmla="*/ 0 h 276"/>
                  <a:gd name="T6" fmla="*/ 0 w 24"/>
                  <a:gd name="T7" fmla="*/ 0 h 276"/>
                  <a:gd name="T8" fmla="*/ 0 w 24"/>
                  <a:gd name="T9" fmla="*/ 267 h 276"/>
                  <a:gd name="T10" fmla="*/ 11 w 24"/>
                  <a:gd name="T11" fmla="*/ 275 h 276"/>
                  <a:gd name="T12" fmla="*/ 0 w 24"/>
                  <a:gd name="T13" fmla="*/ 267 h 276"/>
                  <a:gd name="T14" fmla="*/ 0 w 24"/>
                  <a:gd name="T15" fmla="*/ 271 h 276"/>
                  <a:gd name="T16" fmla="*/ 5 w 24"/>
                  <a:gd name="T17" fmla="*/ 273 h 276"/>
                  <a:gd name="T18" fmla="*/ 5 w 24"/>
                  <a:gd name="T19" fmla="*/ 275 h 276"/>
                  <a:gd name="T20" fmla="*/ 11 w 24"/>
                  <a:gd name="T21" fmla="*/ 275 h 276"/>
                  <a:gd name="T22" fmla="*/ 17 w 24"/>
                  <a:gd name="T23" fmla="*/ 275 h 276"/>
                  <a:gd name="T24" fmla="*/ 17 w 24"/>
                  <a:gd name="T25" fmla="*/ 273 h 276"/>
                  <a:gd name="T26" fmla="*/ 23 w 24"/>
                  <a:gd name="T27" fmla="*/ 271 h 276"/>
                  <a:gd name="T28" fmla="*/ 23 w 24"/>
                  <a:gd name="T29" fmla="*/ 267 h 276"/>
                  <a:gd name="T30" fmla="*/ 11 w 24"/>
                  <a:gd name="T31" fmla="*/ 260 h 2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276"/>
                  <a:gd name="T50" fmla="*/ 24 w 24"/>
                  <a:gd name="T51" fmla="*/ 276 h 2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276">
                    <a:moveTo>
                      <a:pt x="11" y="260"/>
                    </a:moveTo>
                    <a:lnTo>
                      <a:pt x="23" y="267"/>
                    </a:lnTo>
                    <a:lnTo>
                      <a:pt x="23" y="0"/>
                    </a:lnTo>
                    <a:lnTo>
                      <a:pt x="0" y="0"/>
                    </a:lnTo>
                    <a:lnTo>
                      <a:pt x="0" y="267"/>
                    </a:lnTo>
                    <a:lnTo>
                      <a:pt x="11" y="275"/>
                    </a:lnTo>
                    <a:lnTo>
                      <a:pt x="0" y="267"/>
                    </a:lnTo>
                    <a:lnTo>
                      <a:pt x="0" y="271"/>
                    </a:lnTo>
                    <a:lnTo>
                      <a:pt x="5" y="273"/>
                    </a:lnTo>
                    <a:lnTo>
                      <a:pt x="5" y="275"/>
                    </a:lnTo>
                    <a:lnTo>
                      <a:pt x="11" y="275"/>
                    </a:lnTo>
                    <a:lnTo>
                      <a:pt x="17" y="275"/>
                    </a:lnTo>
                    <a:lnTo>
                      <a:pt x="17" y="273"/>
                    </a:lnTo>
                    <a:lnTo>
                      <a:pt x="23" y="271"/>
                    </a:lnTo>
                    <a:lnTo>
                      <a:pt x="23" y="267"/>
                    </a:lnTo>
                    <a:lnTo>
                      <a:pt x="11" y="260"/>
                    </a:lnTo>
                  </a:path>
                </a:pathLst>
              </a:custGeom>
              <a:solidFill>
                <a:schemeClr val="bg2"/>
              </a:solidFill>
              <a:ln w="12700" cap="rnd">
                <a:solidFill>
                  <a:schemeClr val="tx1"/>
                </a:solidFill>
                <a:round/>
                <a:headEnd/>
                <a:tailEnd/>
              </a:ln>
            </p:spPr>
            <p:txBody>
              <a:bodyPr/>
              <a:lstStyle/>
              <a:p>
                <a:endParaRPr lang="pt-BR"/>
              </a:p>
            </p:txBody>
          </p:sp>
          <p:sp>
            <p:nvSpPr>
              <p:cNvPr id="208" name="Freeform 650"/>
              <p:cNvSpPr>
                <a:spLocks/>
              </p:cNvSpPr>
              <p:nvPr/>
            </p:nvSpPr>
            <p:spPr bwMode="auto">
              <a:xfrm>
                <a:off x="1606" y="1094"/>
                <a:ext cx="264" cy="485"/>
              </a:xfrm>
              <a:custGeom>
                <a:avLst/>
                <a:gdLst>
                  <a:gd name="T0" fmla="*/ 0 w 264"/>
                  <a:gd name="T1" fmla="*/ 484 h 485"/>
                  <a:gd name="T2" fmla="*/ 263 w 264"/>
                  <a:gd name="T3" fmla="*/ 484 h 485"/>
                  <a:gd name="T4" fmla="*/ 263 w 264"/>
                  <a:gd name="T5" fmla="*/ 0 h 485"/>
                  <a:gd name="T6" fmla="*/ 0 w 264"/>
                  <a:gd name="T7" fmla="*/ 0 h 485"/>
                  <a:gd name="T8" fmla="*/ 0 w 264"/>
                  <a:gd name="T9" fmla="*/ 484 h 485"/>
                  <a:gd name="T10" fmla="*/ 0 60000 65536"/>
                  <a:gd name="T11" fmla="*/ 0 60000 65536"/>
                  <a:gd name="T12" fmla="*/ 0 60000 65536"/>
                  <a:gd name="T13" fmla="*/ 0 60000 65536"/>
                  <a:gd name="T14" fmla="*/ 0 60000 65536"/>
                  <a:gd name="T15" fmla="*/ 0 w 264"/>
                  <a:gd name="T16" fmla="*/ 0 h 485"/>
                  <a:gd name="T17" fmla="*/ 264 w 264"/>
                  <a:gd name="T18" fmla="*/ 485 h 485"/>
                </a:gdLst>
                <a:ahLst/>
                <a:cxnLst>
                  <a:cxn ang="T10">
                    <a:pos x="T0" y="T1"/>
                  </a:cxn>
                  <a:cxn ang="T11">
                    <a:pos x="T2" y="T3"/>
                  </a:cxn>
                  <a:cxn ang="T12">
                    <a:pos x="T4" y="T5"/>
                  </a:cxn>
                  <a:cxn ang="T13">
                    <a:pos x="T6" y="T7"/>
                  </a:cxn>
                  <a:cxn ang="T14">
                    <a:pos x="T8" y="T9"/>
                  </a:cxn>
                </a:cxnLst>
                <a:rect l="T15" t="T16" r="T17" b="T18"/>
                <a:pathLst>
                  <a:path w="264" h="485">
                    <a:moveTo>
                      <a:pt x="0" y="484"/>
                    </a:moveTo>
                    <a:lnTo>
                      <a:pt x="263" y="484"/>
                    </a:lnTo>
                    <a:lnTo>
                      <a:pt x="263" y="0"/>
                    </a:lnTo>
                    <a:lnTo>
                      <a:pt x="0" y="0"/>
                    </a:lnTo>
                    <a:lnTo>
                      <a:pt x="0" y="484"/>
                    </a:lnTo>
                  </a:path>
                </a:pathLst>
              </a:custGeom>
              <a:solidFill>
                <a:schemeClr val="bg2"/>
              </a:solidFill>
              <a:ln w="12700" cap="rnd">
                <a:solidFill>
                  <a:schemeClr val="tx1"/>
                </a:solidFill>
                <a:round/>
                <a:headEnd/>
                <a:tailEnd/>
              </a:ln>
            </p:spPr>
            <p:txBody>
              <a:bodyPr/>
              <a:lstStyle/>
              <a:p>
                <a:endParaRPr lang="pt-BR"/>
              </a:p>
            </p:txBody>
          </p:sp>
          <p:sp>
            <p:nvSpPr>
              <p:cNvPr id="209" name="Freeform 651"/>
              <p:cNvSpPr>
                <a:spLocks/>
              </p:cNvSpPr>
              <p:nvPr/>
            </p:nvSpPr>
            <p:spPr bwMode="auto">
              <a:xfrm>
                <a:off x="1606" y="1578"/>
                <a:ext cx="268" cy="20"/>
              </a:xfrm>
              <a:custGeom>
                <a:avLst/>
                <a:gdLst>
                  <a:gd name="T0" fmla="*/ 257 w 268"/>
                  <a:gd name="T1" fmla="*/ 10 h 20"/>
                  <a:gd name="T2" fmla="*/ 261 w 268"/>
                  <a:gd name="T3" fmla="*/ 0 h 20"/>
                  <a:gd name="T4" fmla="*/ 0 w 268"/>
                  <a:gd name="T5" fmla="*/ 0 h 20"/>
                  <a:gd name="T6" fmla="*/ 0 w 268"/>
                  <a:gd name="T7" fmla="*/ 19 h 20"/>
                  <a:gd name="T8" fmla="*/ 261 w 268"/>
                  <a:gd name="T9" fmla="*/ 19 h 20"/>
                  <a:gd name="T10" fmla="*/ 267 w 268"/>
                  <a:gd name="T11" fmla="*/ 10 h 20"/>
                  <a:gd name="T12" fmla="*/ 261 w 268"/>
                  <a:gd name="T13" fmla="*/ 19 h 20"/>
                  <a:gd name="T14" fmla="*/ 264 w 268"/>
                  <a:gd name="T15" fmla="*/ 19 h 20"/>
                  <a:gd name="T16" fmla="*/ 265 w 268"/>
                  <a:gd name="T17" fmla="*/ 16 h 20"/>
                  <a:gd name="T18" fmla="*/ 265 w 268"/>
                  <a:gd name="T19" fmla="*/ 13 h 20"/>
                  <a:gd name="T20" fmla="*/ 267 w 268"/>
                  <a:gd name="T21" fmla="*/ 10 h 20"/>
                  <a:gd name="T22" fmla="*/ 265 w 268"/>
                  <a:gd name="T23" fmla="*/ 5 h 20"/>
                  <a:gd name="T24" fmla="*/ 265 w 268"/>
                  <a:gd name="T25" fmla="*/ 2 h 20"/>
                  <a:gd name="T26" fmla="*/ 264 w 268"/>
                  <a:gd name="T27" fmla="*/ 2 h 20"/>
                  <a:gd name="T28" fmla="*/ 261 w 268"/>
                  <a:gd name="T29" fmla="*/ 0 h 20"/>
                  <a:gd name="T30" fmla="*/ 257 w 268"/>
                  <a:gd name="T31" fmla="*/ 10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68"/>
                  <a:gd name="T49" fmla="*/ 0 h 20"/>
                  <a:gd name="T50" fmla="*/ 268 w 268"/>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68" h="20">
                    <a:moveTo>
                      <a:pt x="257" y="10"/>
                    </a:moveTo>
                    <a:lnTo>
                      <a:pt x="261" y="0"/>
                    </a:lnTo>
                    <a:lnTo>
                      <a:pt x="0" y="0"/>
                    </a:lnTo>
                    <a:lnTo>
                      <a:pt x="0" y="19"/>
                    </a:lnTo>
                    <a:lnTo>
                      <a:pt x="261" y="19"/>
                    </a:lnTo>
                    <a:lnTo>
                      <a:pt x="267" y="10"/>
                    </a:lnTo>
                    <a:lnTo>
                      <a:pt x="261" y="19"/>
                    </a:lnTo>
                    <a:lnTo>
                      <a:pt x="264" y="19"/>
                    </a:lnTo>
                    <a:lnTo>
                      <a:pt x="265" y="16"/>
                    </a:lnTo>
                    <a:lnTo>
                      <a:pt x="265" y="13"/>
                    </a:lnTo>
                    <a:lnTo>
                      <a:pt x="267" y="10"/>
                    </a:lnTo>
                    <a:lnTo>
                      <a:pt x="265" y="5"/>
                    </a:lnTo>
                    <a:lnTo>
                      <a:pt x="265" y="2"/>
                    </a:lnTo>
                    <a:lnTo>
                      <a:pt x="264" y="2"/>
                    </a:lnTo>
                    <a:lnTo>
                      <a:pt x="261" y="0"/>
                    </a:lnTo>
                    <a:lnTo>
                      <a:pt x="257" y="10"/>
                    </a:lnTo>
                  </a:path>
                </a:pathLst>
              </a:custGeom>
              <a:solidFill>
                <a:schemeClr val="bg2"/>
              </a:solidFill>
              <a:ln w="12700" cap="rnd">
                <a:solidFill>
                  <a:schemeClr val="tx1"/>
                </a:solidFill>
                <a:round/>
                <a:headEnd/>
                <a:tailEnd/>
              </a:ln>
            </p:spPr>
            <p:txBody>
              <a:bodyPr/>
              <a:lstStyle/>
              <a:p>
                <a:endParaRPr lang="pt-BR"/>
              </a:p>
            </p:txBody>
          </p:sp>
          <p:sp>
            <p:nvSpPr>
              <p:cNvPr id="210" name="Freeform 652"/>
              <p:cNvSpPr>
                <a:spLocks/>
              </p:cNvSpPr>
              <p:nvPr/>
            </p:nvSpPr>
            <p:spPr bwMode="auto">
              <a:xfrm>
                <a:off x="1869" y="1087"/>
                <a:ext cx="22" cy="492"/>
              </a:xfrm>
              <a:custGeom>
                <a:avLst/>
                <a:gdLst>
                  <a:gd name="T0" fmla="*/ 10 w 22"/>
                  <a:gd name="T1" fmla="*/ 14 h 492"/>
                  <a:gd name="T2" fmla="*/ 0 w 22"/>
                  <a:gd name="T3" fmla="*/ 7 h 492"/>
                  <a:gd name="T4" fmla="*/ 0 w 22"/>
                  <a:gd name="T5" fmla="*/ 491 h 492"/>
                  <a:gd name="T6" fmla="*/ 21 w 22"/>
                  <a:gd name="T7" fmla="*/ 491 h 492"/>
                  <a:gd name="T8" fmla="*/ 21 w 22"/>
                  <a:gd name="T9" fmla="*/ 7 h 492"/>
                  <a:gd name="T10" fmla="*/ 10 w 22"/>
                  <a:gd name="T11" fmla="*/ 0 h 492"/>
                  <a:gd name="T12" fmla="*/ 21 w 22"/>
                  <a:gd name="T13" fmla="*/ 7 h 492"/>
                  <a:gd name="T14" fmla="*/ 21 w 22"/>
                  <a:gd name="T15" fmla="*/ 3 h 492"/>
                  <a:gd name="T16" fmla="*/ 15 w 22"/>
                  <a:gd name="T17" fmla="*/ 1 h 492"/>
                  <a:gd name="T18" fmla="*/ 15 w 22"/>
                  <a:gd name="T19" fmla="*/ 0 h 492"/>
                  <a:gd name="T20" fmla="*/ 10 w 22"/>
                  <a:gd name="T21" fmla="*/ 0 h 492"/>
                  <a:gd name="T22" fmla="*/ 5 w 22"/>
                  <a:gd name="T23" fmla="*/ 0 h 492"/>
                  <a:gd name="T24" fmla="*/ 5 w 22"/>
                  <a:gd name="T25" fmla="*/ 1 h 492"/>
                  <a:gd name="T26" fmla="*/ 0 w 22"/>
                  <a:gd name="T27" fmla="*/ 3 h 492"/>
                  <a:gd name="T28" fmla="*/ 0 w 22"/>
                  <a:gd name="T29" fmla="*/ 7 h 492"/>
                  <a:gd name="T30" fmla="*/ 10 w 22"/>
                  <a:gd name="T31" fmla="*/ 14 h 4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492"/>
                  <a:gd name="T50" fmla="*/ 22 w 22"/>
                  <a:gd name="T51" fmla="*/ 492 h 49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492">
                    <a:moveTo>
                      <a:pt x="10" y="14"/>
                    </a:moveTo>
                    <a:lnTo>
                      <a:pt x="0" y="7"/>
                    </a:lnTo>
                    <a:lnTo>
                      <a:pt x="0" y="491"/>
                    </a:lnTo>
                    <a:lnTo>
                      <a:pt x="21" y="491"/>
                    </a:lnTo>
                    <a:lnTo>
                      <a:pt x="21" y="7"/>
                    </a:lnTo>
                    <a:lnTo>
                      <a:pt x="10" y="0"/>
                    </a:lnTo>
                    <a:lnTo>
                      <a:pt x="21" y="7"/>
                    </a:lnTo>
                    <a:lnTo>
                      <a:pt x="21" y="3"/>
                    </a:lnTo>
                    <a:lnTo>
                      <a:pt x="15" y="1"/>
                    </a:lnTo>
                    <a:lnTo>
                      <a:pt x="15" y="0"/>
                    </a:lnTo>
                    <a:lnTo>
                      <a:pt x="10" y="0"/>
                    </a:lnTo>
                    <a:lnTo>
                      <a:pt x="5" y="0"/>
                    </a:lnTo>
                    <a:lnTo>
                      <a:pt x="5" y="1"/>
                    </a:lnTo>
                    <a:lnTo>
                      <a:pt x="0" y="3"/>
                    </a:lnTo>
                    <a:lnTo>
                      <a:pt x="0" y="7"/>
                    </a:lnTo>
                    <a:lnTo>
                      <a:pt x="10" y="14"/>
                    </a:lnTo>
                  </a:path>
                </a:pathLst>
              </a:custGeom>
              <a:solidFill>
                <a:schemeClr val="bg2"/>
              </a:solidFill>
              <a:ln w="12700" cap="rnd">
                <a:solidFill>
                  <a:schemeClr val="tx1"/>
                </a:solidFill>
                <a:round/>
                <a:headEnd/>
                <a:tailEnd/>
              </a:ln>
            </p:spPr>
            <p:txBody>
              <a:bodyPr/>
              <a:lstStyle/>
              <a:p>
                <a:endParaRPr lang="pt-BR"/>
              </a:p>
            </p:txBody>
          </p:sp>
          <p:sp>
            <p:nvSpPr>
              <p:cNvPr id="211" name="Freeform 653"/>
              <p:cNvSpPr>
                <a:spLocks/>
              </p:cNvSpPr>
              <p:nvPr/>
            </p:nvSpPr>
            <p:spPr bwMode="auto">
              <a:xfrm>
                <a:off x="1603" y="1087"/>
                <a:ext cx="267" cy="19"/>
              </a:xfrm>
              <a:custGeom>
                <a:avLst/>
                <a:gdLst>
                  <a:gd name="T0" fmla="*/ 8 w 267"/>
                  <a:gd name="T1" fmla="*/ 10 h 19"/>
                  <a:gd name="T2" fmla="*/ 4 w 267"/>
                  <a:gd name="T3" fmla="*/ 18 h 19"/>
                  <a:gd name="T4" fmla="*/ 266 w 267"/>
                  <a:gd name="T5" fmla="*/ 18 h 19"/>
                  <a:gd name="T6" fmla="*/ 266 w 267"/>
                  <a:gd name="T7" fmla="*/ 0 h 19"/>
                  <a:gd name="T8" fmla="*/ 4 w 267"/>
                  <a:gd name="T9" fmla="*/ 0 h 19"/>
                  <a:gd name="T10" fmla="*/ 0 w 267"/>
                  <a:gd name="T11" fmla="*/ 10 h 19"/>
                  <a:gd name="T12" fmla="*/ 4 w 267"/>
                  <a:gd name="T13" fmla="*/ 0 h 19"/>
                  <a:gd name="T14" fmla="*/ 2 w 267"/>
                  <a:gd name="T15" fmla="*/ 0 h 19"/>
                  <a:gd name="T16" fmla="*/ 1 w 267"/>
                  <a:gd name="T17" fmla="*/ 2 h 19"/>
                  <a:gd name="T18" fmla="*/ 0 w 267"/>
                  <a:gd name="T19" fmla="*/ 5 h 19"/>
                  <a:gd name="T20" fmla="*/ 0 w 267"/>
                  <a:gd name="T21" fmla="*/ 10 h 19"/>
                  <a:gd name="T22" fmla="*/ 0 w 267"/>
                  <a:gd name="T23" fmla="*/ 12 h 19"/>
                  <a:gd name="T24" fmla="*/ 1 w 267"/>
                  <a:gd name="T25" fmla="*/ 15 h 19"/>
                  <a:gd name="T26" fmla="*/ 2 w 267"/>
                  <a:gd name="T27" fmla="*/ 18 h 19"/>
                  <a:gd name="T28" fmla="*/ 4 w 267"/>
                  <a:gd name="T29" fmla="*/ 18 h 19"/>
                  <a:gd name="T30" fmla="*/ 8 w 267"/>
                  <a:gd name="T31" fmla="*/ 10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67"/>
                  <a:gd name="T49" fmla="*/ 0 h 19"/>
                  <a:gd name="T50" fmla="*/ 267 w 267"/>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67" h="19">
                    <a:moveTo>
                      <a:pt x="8" y="10"/>
                    </a:moveTo>
                    <a:lnTo>
                      <a:pt x="4" y="18"/>
                    </a:lnTo>
                    <a:lnTo>
                      <a:pt x="266" y="18"/>
                    </a:lnTo>
                    <a:lnTo>
                      <a:pt x="266" y="0"/>
                    </a:lnTo>
                    <a:lnTo>
                      <a:pt x="4" y="0"/>
                    </a:lnTo>
                    <a:lnTo>
                      <a:pt x="0" y="10"/>
                    </a:lnTo>
                    <a:lnTo>
                      <a:pt x="4" y="0"/>
                    </a:lnTo>
                    <a:lnTo>
                      <a:pt x="2" y="0"/>
                    </a:lnTo>
                    <a:lnTo>
                      <a:pt x="1" y="2"/>
                    </a:lnTo>
                    <a:lnTo>
                      <a:pt x="0" y="5"/>
                    </a:lnTo>
                    <a:lnTo>
                      <a:pt x="0" y="10"/>
                    </a:lnTo>
                    <a:lnTo>
                      <a:pt x="0" y="12"/>
                    </a:lnTo>
                    <a:lnTo>
                      <a:pt x="1" y="15"/>
                    </a:lnTo>
                    <a:lnTo>
                      <a:pt x="2" y="18"/>
                    </a:lnTo>
                    <a:lnTo>
                      <a:pt x="4" y="18"/>
                    </a:lnTo>
                    <a:lnTo>
                      <a:pt x="8" y="10"/>
                    </a:lnTo>
                  </a:path>
                </a:pathLst>
              </a:custGeom>
              <a:solidFill>
                <a:schemeClr val="bg2"/>
              </a:solidFill>
              <a:ln w="12700" cap="rnd">
                <a:solidFill>
                  <a:schemeClr val="tx1"/>
                </a:solidFill>
                <a:round/>
                <a:headEnd/>
                <a:tailEnd/>
              </a:ln>
            </p:spPr>
            <p:txBody>
              <a:bodyPr/>
              <a:lstStyle/>
              <a:p>
                <a:endParaRPr lang="pt-BR"/>
              </a:p>
            </p:txBody>
          </p:sp>
          <p:sp>
            <p:nvSpPr>
              <p:cNvPr id="212" name="Freeform 654"/>
              <p:cNvSpPr>
                <a:spLocks/>
              </p:cNvSpPr>
              <p:nvPr/>
            </p:nvSpPr>
            <p:spPr bwMode="auto">
              <a:xfrm>
                <a:off x="1603" y="1094"/>
                <a:ext cx="22" cy="493"/>
              </a:xfrm>
              <a:custGeom>
                <a:avLst/>
                <a:gdLst>
                  <a:gd name="T0" fmla="*/ 7 w 22"/>
                  <a:gd name="T1" fmla="*/ 477 h 493"/>
                  <a:gd name="T2" fmla="*/ 21 w 22"/>
                  <a:gd name="T3" fmla="*/ 484 h 493"/>
                  <a:gd name="T4" fmla="*/ 21 w 22"/>
                  <a:gd name="T5" fmla="*/ 0 h 493"/>
                  <a:gd name="T6" fmla="*/ 0 w 22"/>
                  <a:gd name="T7" fmla="*/ 0 h 493"/>
                  <a:gd name="T8" fmla="*/ 0 w 22"/>
                  <a:gd name="T9" fmla="*/ 484 h 493"/>
                  <a:gd name="T10" fmla="*/ 7 w 22"/>
                  <a:gd name="T11" fmla="*/ 492 h 493"/>
                  <a:gd name="T12" fmla="*/ 0 w 22"/>
                  <a:gd name="T13" fmla="*/ 484 h 493"/>
                  <a:gd name="T14" fmla="*/ 0 w 22"/>
                  <a:gd name="T15" fmla="*/ 488 h 493"/>
                  <a:gd name="T16" fmla="*/ 0 w 22"/>
                  <a:gd name="T17" fmla="*/ 490 h 493"/>
                  <a:gd name="T18" fmla="*/ 7 w 22"/>
                  <a:gd name="T19" fmla="*/ 492 h 493"/>
                  <a:gd name="T20" fmla="*/ 7 w 22"/>
                  <a:gd name="T21" fmla="*/ 492 h 493"/>
                  <a:gd name="T22" fmla="*/ 14 w 22"/>
                  <a:gd name="T23" fmla="*/ 492 h 493"/>
                  <a:gd name="T24" fmla="*/ 14 w 22"/>
                  <a:gd name="T25" fmla="*/ 490 h 493"/>
                  <a:gd name="T26" fmla="*/ 21 w 22"/>
                  <a:gd name="T27" fmla="*/ 488 h 493"/>
                  <a:gd name="T28" fmla="*/ 21 w 22"/>
                  <a:gd name="T29" fmla="*/ 484 h 493"/>
                  <a:gd name="T30" fmla="*/ 7 w 22"/>
                  <a:gd name="T31" fmla="*/ 477 h 49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493"/>
                  <a:gd name="T50" fmla="*/ 22 w 22"/>
                  <a:gd name="T51" fmla="*/ 493 h 49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493">
                    <a:moveTo>
                      <a:pt x="7" y="477"/>
                    </a:moveTo>
                    <a:lnTo>
                      <a:pt x="21" y="484"/>
                    </a:lnTo>
                    <a:lnTo>
                      <a:pt x="21" y="0"/>
                    </a:lnTo>
                    <a:lnTo>
                      <a:pt x="0" y="0"/>
                    </a:lnTo>
                    <a:lnTo>
                      <a:pt x="0" y="484"/>
                    </a:lnTo>
                    <a:lnTo>
                      <a:pt x="7" y="492"/>
                    </a:lnTo>
                    <a:lnTo>
                      <a:pt x="0" y="484"/>
                    </a:lnTo>
                    <a:lnTo>
                      <a:pt x="0" y="488"/>
                    </a:lnTo>
                    <a:lnTo>
                      <a:pt x="0" y="490"/>
                    </a:lnTo>
                    <a:lnTo>
                      <a:pt x="7" y="492"/>
                    </a:lnTo>
                    <a:lnTo>
                      <a:pt x="14" y="492"/>
                    </a:lnTo>
                    <a:lnTo>
                      <a:pt x="14" y="490"/>
                    </a:lnTo>
                    <a:lnTo>
                      <a:pt x="21" y="488"/>
                    </a:lnTo>
                    <a:lnTo>
                      <a:pt x="21" y="484"/>
                    </a:lnTo>
                    <a:lnTo>
                      <a:pt x="7" y="477"/>
                    </a:lnTo>
                  </a:path>
                </a:pathLst>
              </a:custGeom>
              <a:solidFill>
                <a:schemeClr val="bg2"/>
              </a:solidFill>
              <a:ln w="12700" cap="rnd">
                <a:solidFill>
                  <a:schemeClr val="tx1"/>
                </a:solidFill>
                <a:round/>
                <a:headEnd/>
                <a:tailEnd/>
              </a:ln>
            </p:spPr>
            <p:txBody>
              <a:bodyPr/>
              <a:lstStyle/>
              <a:p>
                <a:endParaRPr lang="pt-BR"/>
              </a:p>
            </p:txBody>
          </p:sp>
          <p:sp>
            <p:nvSpPr>
              <p:cNvPr id="213" name="Freeform 655"/>
              <p:cNvSpPr>
                <a:spLocks/>
              </p:cNvSpPr>
              <p:nvPr/>
            </p:nvSpPr>
            <p:spPr bwMode="auto">
              <a:xfrm>
                <a:off x="698" y="987"/>
                <a:ext cx="181" cy="292"/>
              </a:xfrm>
              <a:custGeom>
                <a:avLst/>
                <a:gdLst>
                  <a:gd name="T0" fmla="*/ 0 w 181"/>
                  <a:gd name="T1" fmla="*/ 291 h 292"/>
                  <a:gd name="T2" fmla="*/ 180 w 181"/>
                  <a:gd name="T3" fmla="*/ 291 h 292"/>
                  <a:gd name="T4" fmla="*/ 180 w 181"/>
                  <a:gd name="T5" fmla="*/ 0 h 292"/>
                  <a:gd name="T6" fmla="*/ 0 w 181"/>
                  <a:gd name="T7" fmla="*/ 0 h 292"/>
                  <a:gd name="T8" fmla="*/ 0 w 181"/>
                  <a:gd name="T9" fmla="*/ 291 h 292"/>
                  <a:gd name="T10" fmla="*/ 0 60000 65536"/>
                  <a:gd name="T11" fmla="*/ 0 60000 65536"/>
                  <a:gd name="T12" fmla="*/ 0 60000 65536"/>
                  <a:gd name="T13" fmla="*/ 0 60000 65536"/>
                  <a:gd name="T14" fmla="*/ 0 60000 65536"/>
                  <a:gd name="T15" fmla="*/ 0 w 181"/>
                  <a:gd name="T16" fmla="*/ 0 h 292"/>
                  <a:gd name="T17" fmla="*/ 181 w 181"/>
                  <a:gd name="T18" fmla="*/ 292 h 292"/>
                </a:gdLst>
                <a:ahLst/>
                <a:cxnLst>
                  <a:cxn ang="T10">
                    <a:pos x="T0" y="T1"/>
                  </a:cxn>
                  <a:cxn ang="T11">
                    <a:pos x="T2" y="T3"/>
                  </a:cxn>
                  <a:cxn ang="T12">
                    <a:pos x="T4" y="T5"/>
                  </a:cxn>
                  <a:cxn ang="T13">
                    <a:pos x="T6" y="T7"/>
                  </a:cxn>
                  <a:cxn ang="T14">
                    <a:pos x="T8" y="T9"/>
                  </a:cxn>
                </a:cxnLst>
                <a:rect l="T15" t="T16" r="T17" b="T18"/>
                <a:pathLst>
                  <a:path w="181" h="292">
                    <a:moveTo>
                      <a:pt x="0" y="291"/>
                    </a:moveTo>
                    <a:lnTo>
                      <a:pt x="180" y="291"/>
                    </a:lnTo>
                    <a:lnTo>
                      <a:pt x="180" y="0"/>
                    </a:lnTo>
                    <a:lnTo>
                      <a:pt x="0" y="0"/>
                    </a:lnTo>
                    <a:lnTo>
                      <a:pt x="0" y="291"/>
                    </a:lnTo>
                  </a:path>
                </a:pathLst>
              </a:custGeom>
              <a:solidFill>
                <a:schemeClr val="bg2"/>
              </a:solidFill>
              <a:ln w="12700" cap="rnd">
                <a:solidFill>
                  <a:schemeClr val="tx1"/>
                </a:solidFill>
                <a:round/>
                <a:headEnd/>
                <a:tailEnd/>
              </a:ln>
            </p:spPr>
            <p:txBody>
              <a:bodyPr/>
              <a:lstStyle/>
              <a:p>
                <a:endParaRPr lang="pt-BR"/>
              </a:p>
            </p:txBody>
          </p:sp>
          <p:sp>
            <p:nvSpPr>
              <p:cNvPr id="214" name="Freeform 656"/>
              <p:cNvSpPr>
                <a:spLocks/>
              </p:cNvSpPr>
              <p:nvPr/>
            </p:nvSpPr>
            <p:spPr bwMode="auto">
              <a:xfrm>
                <a:off x="698" y="987"/>
                <a:ext cx="186" cy="299"/>
              </a:xfrm>
              <a:custGeom>
                <a:avLst/>
                <a:gdLst>
                  <a:gd name="T0" fmla="*/ 0 w 186"/>
                  <a:gd name="T1" fmla="*/ 298 h 299"/>
                  <a:gd name="T2" fmla="*/ 185 w 186"/>
                  <a:gd name="T3" fmla="*/ 298 h 299"/>
                  <a:gd name="T4" fmla="*/ 185 w 186"/>
                  <a:gd name="T5" fmla="*/ 0 h 299"/>
                  <a:gd name="T6" fmla="*/ 0 w 186"/>
                  <a:gd name="T7" fmla="*/ 0 h 299"/>
                  <a:gd name="T8" fmla="*/ 0 w 186"/>
                  <a:gd name="T9" fmla="*/ 298 h 299"/>
                  <a:gd name="T10" fmla="*/ 0 60000 65536"/>
                  <a:gd name="T11" fmla="*/ 0 60000 65536"/>
                  <a:gd name="T12" fmla="*/ 0 60000 65536"/>
                  <a:gd name="T13" fmla="*/ 0 60000 65536"/>
                  <a:gd name="T14" fmla="*/ 0 60000 65536"/>
                  <a:gd name="T15" fmla="*/ 0 w 186"/>
                  <a:gd name="T16" fmla="*/ 0 h 299"/>
                  <a:gd name="T17" fmla="*/ 186 w 186"/>
                  <a:gd name="T18" fmla="*/ 299 h 299"/>
                </a:gdLst>
                <a:ahLst/>
                <a:cxnLst>
                  <a:cxn ang="T10">
                    <a:pos x="T0" y="T1"/>
                  </a:cxn>
                  <a:cxn ang="T11">
                    <a:pos x="T2" y="T3"/>
                  </a:cxn>
                  <a:cxn ang="T12">
                    <a:pos x="T4" y="T5"/>
                  </a:cxn>
                  <a:cxn ang="T13">
                    <a:pos x="T6" y="T7"/>
                  </a:cxn>
                  <a:cxn ang="T14">
                    <a:pos x="T8" y="T9"/>
                  </a:cxn>
                </a:cxnLst>
                <a:rect l="T15" t="T16" r="T17" b="T18"/>
                <a:pathLst>
                  <a:path w="186" h="299">
                    <a:moveTo>
                      <a:pt x="0" y="298"/>
                    </a:moveTo>
                    <a:lnTo>
                      <a:pt x="185" y="298"/>
                    </a:lnTo>
                    <a:lnTo>
                      <a:pt x="185" y="0"/>
                    </a:lnTo>
                    <a:lnTo>
                      <a:pt x="0" y="0"/>
                    </a:lnTo>
                    <a:lnTo>
                      <a:pt x="0" y="298"/>
                    </a:lnTo>
                  </a:path>
                </a:pathLst>
              </a:custGeom>
              <a:solidFill>
                <a:schemeClr val="bg2"/>
              </a:solidFill>
              <a:ln w="12700" cap="rnd">
                <a:solidFill>
                  <a:schemeClr val="tx1"/>
                </a:solidFill>
                <a:round/>
                <a:headEnd/>
                <a:tailEnd/>
              </a:ln>
            </p:spPr>
            <p:txBody>
              <a:bodyPr/>
              <a:lstStyle/>
              <a:p>
                <a:endParaRPr lang="pt-BR"/>
              </a:p>
            </p:txBody>
          </p:sp>
          <p:sp>
            <p:nvSpPr>
              <p:cNvPr id="215" name="Freeform 657"/>
              <p:cNvSpPr>
                <a:spLocks/>
              </p:cNvSpPr>
              <p:nvPr/>
            </p:nvSpPr>
            <p:spPr bwMode="auto">
              <a:xfrm>
                <a:off x="794" y="1081"/>
                <a:ext cx="23" cy="21"/>
              </a:xfrm>
              <a:custGeom>
                <a:avLst/>
                <a:gdLst>
                  <a:gd name="T0" fmla="*/ 0 w 23"/>
                  <a:gd name="T1" fmla="*/ 20 h 21"/>
                  <a:gd name="T2" fmla="*/ 22 w 23"/>
                  <a:gd name="T3" fmla="*/ 20 h 21"/>
                  <a:gd name="T4" fmla="*/ 22 w 23"/>
                  <a:gd name="T5" fmla="*/ 0 h 21"/>
                  <a:gd name="T6" fmla="*/ 0 w 23"/>
                  <a:gd name="T7" fmla="*/ 0 h 21"/>
                  <a:gd name="T8" fmla="*/ 0 w 23"/>
                  <a:gd name="T9" fmla="*/ 20 h 21"/>
                  <a:gd name="T10" fmla="*/ 0 60000 65536"/>
                  <a:gd name="T11" fmla="*/ 0 60000 65536"/>
                  <a:gd name="T12" fmla="*/ 0 60000 65536"/>
                  <a:gd name="T13" fmla="*/ 0 60000 65536"/>
                  <a:gd name="T14" fmla="*/ 0 60000 65536"/>
                  <a:gd name="T15" fmla="*/ 0 w 23"/>
                  <a:gd name="T16" fmla="*/ 0 h 21"/>
                  <a:gd name="T17" fmla="*/ 23 w 23"/>
                  <a:gd name="T18" fmla="*/ 21 h 21"/>
                </a:gdLst>
                <a:ahLst/>
                <a:cxnLst>
                  <a:cxn ang="T10">
                    <a:pos x="T0" y="T1"/>
                  </a:cxn>
                  <a:cxn ang="T11">
                    <a:pos x="T2" y="T3"/>
                  </a:cxn>
                  <a:cxn ang="T12">
                    <a:pos x="T4" y="T5"/>
                  </a:cxn>
                  <a:cxn ang="T13">
                    <a:pos x="T6" y="T7"/>
                  </a:cxn>
                  <a:cxn ang="T14">
                    <a:pos x="T8" y="T9"/>
                  </a:cxn>
                </a:cxnLst>
                <a:rect l="T15" t="T16" r="T17" b="T18"/>
                <a:pathLst>
                  <a:path w="23" h="21">
                    <a:moveTo>
                      <a:pt x="0" y="20"/>
                    </a:moveTo>
                    <a:lnTo>
                      <a:pt x="22" y="20"/>
                    </a:lnTo>
                    <a:lnTo>
                      <a:pt x="22" y="0"/>
                    </a:lnTo>
                    <a:lnTo>
                      <a:pt x="0" y="0"/>
                    </a:lnTo>
                    <a:lnTo>
                      <a:pt x="0" y="20"/>
                    </a:lnTo>
                  </a:path>
                </a:pathLst>
              </a:custGeom>
              <a:solidFill>
                <a:schemeClr val="bg2"/>
              </a:solidFill>
              <a:ln w="12700" cap="rnd">
                <a:solidFill>
                  <a:schemeClr val="tx1"/>
                </a:solidFill>
                <a:round/>
                <a:headEnd/>
                <a:tailEnd/>
              </a:ln>
            </p:spPr>
            <p:txBody>
              <a:bodyPr/>
              <a:lstStyle/>
              <a:p>
                <a:endParaRPr lang="pt-BR"/>
              </a:p>
            </p:txBody>
          </p:sp>
          <p:sp>
            <p:nvSpPr>
              <p:cNvPr id="216" name="Freeform 658"/>
              <p:cNvSpPr>
                <a:spLocks/>
              </p:cNvSpPr>
              <p:nvPr/>
            </p:nvSpPr>
            <p:spPr bwMode="auto">
              <a:xfrm>
                <a:off x="794" y="1081"/>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17" name="Freeform 659"/>
              <p:cNvSpPr>
                <a:spLocks/>
              </p:cNvSpPr>
              <p:nvPr/>
            </p:nvSpPr>
            <p:spPr bwMode="auto">
              <a:xfrm>
                <a:off x="794" y="1110"/>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18" name="Freeform 660"/>
              <p:cNvSpPr>
                <a:spLocks/>
              </p:cNvSpPr>
              <p:nvPr/>
            </p:nvSpPr>
            <p:spPr bwMode="auto">
              <a:xfrm>
                <a:off x="794" y="1110"/>
                <a:ext cx="23" cy="25"/>
              </a:xfrm>
              <a:custGeom>
                <a:avLst/>
                <a:gdLst>
                  <a:gd name="T0" fmla="*/ 0 w 23"/>
                  <a:gd name="T1" fmla="*/ 24 h 25"/>
                  <a:gd name="T2" fmla="*/ 22 w 23"/>
                  <a:gd name="T3" fmla="*/ 24 h 25"/>
                  <a:gd name="T4" fmla="*/ 22 w 23"/>
                  <a:gd name="T5" fmla="*/ 0 h 25"/>
                  <a:gd name="T6" fmla="*/ 0 w 23"/>
                  <a:gd name="T7" fmla="*/ 0 h 25"/>
                  <a:gd name="T8" fmla="*/ 0 w 23"/>
                  <a:gd name="T9" fmla="*/ 24 h 25"/>
                  <a:gd name="T10" fmla="*/ 0 60000 65536"/>
                  <a:gd name="T11" fmla="*/ 0 60000 65536"/>
                  <a:gd name="T12" fmla="*/ 0 60000 65536"/>
                  <a:gd name="T13" fmla="*/ 0 60000 65536"/>
                  <a:gd name="T14" fmla="*/ 0 60000 65536"/>
                  <a:gd name="T15" fmla="*/ 0 w 23"/>
                  <a:gd name="T16" fmla="*/ 0 h 25"/>
                  <a:gd name="T17" fmla="*/ 23 w 23"/>
                  <a:gd name="T18" fmla="*/ 25 h 25"/>
                </a:gdLst>
                <a:ahLst/>
                <a:cxnLst>
                  <a:cxn ang="T10">
                    <a:pos x="T0" y="T1"/>
                  </a:cxn>
                  <a:cxn ang="T11">
                    <a:pos x="T2" y="T3"/>
                  </a:cxn>
                  <a:cxn ang="T12">
                    <a:pos x="T4" y="T5"/>
                  </a:cxn>
                  <a:cxn ang="T13">
                    <a:pos x="T6" y="T7"/>
                  </a:cxn>
                  <a:cxn ang="T14">
                    <a:pos x="T8" y="T9"/>
                  </a:cxn>
                </a:cxnLst>
                <a:rect l="T15" t="T16" r="T17" b="T18"/>
                <a:pathLst>
                  <a:path w="23" h="25">
                    <a:moveTo>
                      <a:pt x="0" y="24"/>
                    </a:moveTo>
                    <a:lnTo>
                      <a:pt x="22" y="24"/>
                    </a:lnTo>
                    <a:lnTo>
                      <a:pt x="22" y="0"/>
                    </a:lnTo>
                    <a:lnTo>
                      <a:pt x="0" y="0"/>
                    </a:lnTo>
                    <a:lnTo>
                      <a:pt x="0" y="24"/>
                    </a:lnTo>
                  </a:path>
                </a:pathLst>
              </a:custGeom>
              <a:solidFill>
                <a:schemeClr val="bg2"/>
              </a:solidFill>
              <a:ln w="12700" cap="rnd">
                <a:solidFill>
                  <a:schemeClr val="tx1"/>
                </a:solidFill>
                <a:round/>
                <a:headEnd/>
                <a:tailEnd/>
              </a:ln>
            </p:spPr>
            <p:txBody>
              <a:bodyPr/>
              <a:lstStyle/>
              <a:p>
                <a:endParaRPr lang="pt-BR"/>
              </a:p>
            </p:txBody>
          </p:sp>
          <p:sp>
            <p:nvSpPr>
              <p:cNvPr id="219" name="Freeform 661"/>
              <p:cNvSpPr>
                <a:spLocks/>
              </p:cNvSpPr>
              <p:nvPr/>
            </p:nvSpPr>
            <p:spPr bwMode="auto">
              <a:xfrm>
                <a:off x="794" y="1136"/>
                <a:ext cx="23" cy="19"/>
              </a:xfrm>
              <a:custGeom>
                <a:avLst/>
                <a:gdLst>
                  <a:gd name="T0" fmla="*/ 0 w 23"/>
                  <a:gd name="T1" fmla="*/ 18 h 19"/>
                  <a:gd name="T2" fmla="*/ 22 w 23"/>
                  <a:gd name="T3" fmla="*/ 18 h 19"/>
                  <a:gd name="T4" fmla="*/ 22 w 23"/>
                  <a:gd name="T5" fmla="*/ 0 h 19"/>
                  <a:gd name="T6" fmla="*/ 0 w 23"/>
                  <a:gd name="T7" fmla="*/ 0 h 19"/>
                  <a:gd name="T8" fmla="*/ 0 w 23"/>
                  <a:gd name="T9" fmla="*/ 18 h 19"/>
                  <a:gd name="T10" fmla="*/ 0 60000 65536"/>
                  <a:gd name="T11" fmla="*/ 0 60000 65536"/>
                  <a:gd name="T12" fmla="*/ 0 60000 65536"/>
                  <a:gd name="T13" fmla="*/ 0 60000 65536"/>
                  <a:gd name="T14" fmla="*/ 0 60000 65536"/>
                  <a:gd name="T15" fmla="*/ 0 w 23"/>
                  <a:gd name="T16" fmla="*/ 0 h 19"/>
                  <a:gd name="T17" fmla="*/ 23 w 23"/>
                  <a:gd name="T18" fmla="*/ 19 h 19"/>
                </a:gdLst>
                <a:ahLst/>
                <a:cxnLst>
                  <a:cxn ang="T10">
                    <a:pos x="T0" y="T1"/>
                  </a:cxn>
                  <a:cxn ang="T11">
                    <a:pos x="T2" y="T3"/>
                  </a:cxn>
                  <a:cxn ang="T12">
                    <a:pos x="T4" y="T5"/>
                  </a:cxn>
                  <a:cxn ang="T13">
                    <a:pos x="T6" y="T7"/>
                  </a:cxn>
                  <a:cxn ang="T14">
                    <a:pos x="T8" y="T9"/>
                  </a:cxn>
                </a:cxnLst>
                <a:rect l="T15" t="T16" r="T17" b="T18"/>
                <a:pathLst>
                  <a:path w="23" h="19">
                    <a:moveTo>
                      <a:pt x="0" y="18"/>
                    </a:moveTo>
                    <a:lnTo>
                      <a:pt x="22" y="18"/>
                    </a:lnTo>
                    <a:lnTo>
                      <a:pt x="22" y="0"/>
                    </a:lnTo>
                    <a:lnTo>
                      <a:pt x="0" y="0"/>
                    </a:lnTo>
                    <a:lnTo>
                      <a:pt x="0" y="18"/>
                    </a:lnTo>
                  </a:path>
                </a:pathLst>
              </a:custGeom>
              <a:solidFill>
                <a:schemeClr val="bg2"/>
              </a:solidFill>
              <a:ln w="12700" cap="rnd">
                <a:solidFill>
                  <a:schemeClr val="tx1"/>
                </a:solidFill>
                <a:round/>
                <a:headEnd/>
                <a:tailEnd/>
              </a:ln>
            </p:spPr>
            <p:txBody>
              <a:bodyPr/>
              <a:lstStyle/>
              <a:p>
                <a:endParaRPr lang="pt-BR"/>
              </a:p>
            </p:txBody>
          </p:sp>
          <p:sp>
            <p:nvSpPr>
              <p:cNvPr id="220" name="Freeform 662"/>
              <p:cNvSpPr>
                <a:spLocks/>
              </p:cNvSpPr>
              <p:nvPr/>
            </p:nvSpPr>
            <p:spPr bwMode="auto">
              <a:xfrm>
                <a:off x="794" y="1136"/>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21" name="Freeform 663"/>
              <p:cNvSpPr>
                <a:spLocks/>
              </p:cNvSpPr>
              <p:nvPr/>
            </p:nvSpPr>
            <p:spPr bwMode="auto">
              <a:xfrm>
                <a:off x="794" y="1163"/>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22" name="Freeform 664"/>
              <p:cNvSpPr>
                <a:spLocks/>
              </p:cNvSpPr>
              <p:nvPr/>
            </p:nvSpPr>
            <p:spPr bwMode="auto">
              <a:xfrm>
                <a:off x="794" y="1163"/>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23" name="Freeform 665"/>
              <p:cNvSpPr>
                <a:spLocks/>
              </p:cNvSpPr>
              <p:nvPr/>
            </p:nvSpPr>
            <p:spPr bwMode="auto">
              <a:xfrm>
                <a:off x="794" y="1189"/>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24" name="Freeform 666"/>
              <p:cNvSpPr>
                <a:spLocks/>
              </p:cNvSpPr>
              <p:nvPr/>
            </p:nvSpPr>
            <p:spPr bwMode="auto">
              <a:xfrm>
                <a:off x="794" y="1189"/>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25" name="Freeform 667"/>
              <p:cNvSpPr>
                <a:spLocks/>
              </p:cNvSpPr>
              <p:nvPr/>
            </p:nvSpPr>
            <p:spPr bwMode="auto">
              <a:xfrm>
                <a:off x="812" y="1081"/>
                <a:ext cx="23" cy="21"/>
              </a:xfrm>
              <a:custGeom>
                <a:avLst/>
                <a:gdLst>
                  <a:gd name="T0" fmla="*/ 0 w 23"/>
                  <a:gd name="T1" fmla="*/ 20 h 21"/>
                  <a:gd name="T2" fmla="*/ 22 w 23"/>
                  <a:gd name="T3" fmla="*/ 20 h 21"/>
                  <a:gd name="T4" fmla="*/ 22 w 23"/>
                  <a:gd name="T5" fmla="*/ 0 h 21"/>
                  <a:gd name="T6" fmla="*/ 0 w 23"/>
                  <a:gd name="T7" fmla="*/ 0 h 21"/>
                  <a:gd name="T8" fmla="*/ 0 w 23"/>
                  <a:gd name="T9" fmla="*/ 20 h 21"/>
                  <a:gd name="T10" fmla="*/ 0 60000 65536"/>
                  <a:gd name="T11" fmla="*/ 0 60000 65536"/>
                  <a:gd name="T12" fmla="*/ 0 60000 65536"/>
                  <a:gd name="T13" fmla="*/ 0 60000 65536"/>
                  <a:gd name="T14" fmla="*/ 0 60000 65536"/>
                  <a:gd name="T15" fmla="*/ 0 w 23"/>
                  <a:gd name="T16" fmla="*/ 0 h 21"/>
                  <a:gd name="T17" fmla="*/ 23 w 23"/>
                  <a:gd name="T18" fmla="*/ 21 h 21"/>
                </a:gdLst>
                <a:ahLst/>
                <a:cxnLst>
                  <a:cxn ang="T10">
                    <a:pos x="T0" y="T1"/>
                  </a:cxn>
                  <a:cxn ang="T11">
                    <a:pos x="T2" y="T3"/>
                  </a:cxn>
                  <a:cxn ang="T12">
                    <a:pos x="T4" y="T5"/>
                  </a:cxn>
                  <a:cxn ang="T13">
                    <a:pos x="T6" y="T7"/>
                  </a:cxn>
                  <a:cxn ang="T14">
                    <a:pos x="T8" y="T9"/>
                  </a:cxn>
                </a:cxnLst>
                <a:rect l="T15" t="T16" r="T17" b="T18"/>
                <a:pathLst>
                  <a:path w="23" h="21">
                    <a:moveTo>
                      <a:pt x="0" y="20"/>
                    </a:moveTo>
                    <a:lnTo>
                      <a:pt x="22" y="20"/>
                    </a:lnTo>
                    <a:lnTo>
                      <a:pt x="22" y="0"/>
                    </a:lnTo>
                    <a:lnTo>
                      <a:pt x="0" y="0"/>
                    </a:lnTo>
                    <a:lnTo>
                      <a:pt x="0" y="20"/>
                    </a:lnTo>
                  </a:path>
                </a:pathLst>
              </a:custGeom>
              <a:solidFill>
                <a:schemeClr val="bg2"/>
              </a:solidFill>
              <a:ln w="12700" cap="rnd">
                <a:solidFill>
                  <a:schemeClr val="tx1"/>
                </a:solidFill>
                <a:round/>
                <a:headEnd/>
                <a:tailEnd/>
              </a:ln>
            </p:spPr>
            <p:txBody>
              <a:bodyPr/>
              <a:lstStyle/>
              <a:p>
                <a:endParaRPr lang="pt-BR"/>
              </a:p>
            </p:txBody>
          </p:sp>
          <p:sp>
            <p:nvSpPr>
              <p:cNvPr id="226" name="Freeform 668"/>
              <p:cNvSpPr>
                <a:spLocks/>
              </p:cNvSpPr>
              <p:nvPr/>
            </p:nvSpPr>
            <p:spPr bwMode="auto">
              <a:xfrm>
                <a:off x="812" y="1081"/>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27" name="Freeform 669"/>
              <p:cNvSpPr>
                <a:spLocks/>
              </p:cNvSpPr>
              <p:nvPr/>
            </p:nvSpPr>
            <p:spPr bwMode="auto">
              <a:xfrm>
                <a:off x="812" y="1110"/>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28" name="Freeform 670"/>
              <p:cNvSpPr>
                <a:spLocks/>
              </p:cNvSpPr>
              <p:nvPr/>
            </p:nvSpPr>
            <p:spPr bwMode="auto">
              <a:xfrm>
                <a:off x="812" y="1110"/>
                <a:ext cx="23" cy="25"/>
              </a:xfrm>
              <a:custGeom>
                <a:avLst/>
                <a:gdLst>
                  <a:gd name="T0" fmla="*/ 0 w 23"/>
                  <a:gd name="T1" fmla="*/ 24 h 25"/>
                  <a:gd name="T2" fmla="*/ 22 w 23"/>
                  <a:gd name="T3" fmla="*/ 24 h 25"/>
                  <a:gd name="T4" fmla="*/ 22 w 23"/>
                  <a:gd name="T5" fmla="*/ 0 h 25"/>
                  <a:gd name="T6" fmla="*/ 0 w 23"/>
                  <a:gd name="T7" fmla="*/ 0 h 25"/>
                  <a:gd name="T8" fmla="*/ 0 w 23"/>
                  <a:gd name="T9" fmla="*/ 24 h 25"/>
                  <a:gd name="T10" fmla="*/ 0 60000 65536"/>
                  <a:gd name="T11" fmla="*/ 0 60000 65536"/>
                  <a:gd name="T12" fmla="*/ 0 60000 65536"/>
                  <a:gd name="T13" fmla="*/ 0 60000 65536"/>
                  <a:gd name="T14" fmla="*/ 0 60000 65536"/>
                  <a:gd name="T15" fmla="*/ 0 w 23"/>
                  <a:gd name="T16" fmla="*/ 0 h 25"/>
                  <a:gd name="T17" fmla="*/ 23 w 23"/>
                  <a:gd name="T18" fmla="*/ 25 h 25"/>
                </a:gdLst>
                <a:ahLst/>
                <a:cxnLst>
                  <a:cxn ang="T10">
                    <a:pos x="T0" y="T1"/>
                  </a:cxn>
                  <a:cxn ang="T11">
                    <a:pos x="T2" y="T3"/>
                  </a:cxn>
                  <a:cxn ang="T12">
                    <a:pos x="T4" y="T5"/>
                  </a:cxn>
                  <a:cxn ang="T13">
                    <a:pos x="T6" y="T7"/>
                  </a:cxn>
                  <a:cxn ang="T14">
                    <a:pos x="T8" y="T9"/>
                  </a:cxn>
                </a:cxnLst>
                <a:rect l="T15" t="T16" r="T17" b="T18"/>
                <a:pathLst>
                  <a:path w="23" h="25">
                    <a:moveTo>
                      <a:pt x="0" y="24"/>
                    </a:moveTo>
                    <a:lnTo>
                      <a:pt x="22" y="24"/>
                    </a:lnTo>
                    <a:lnTo>
                      <a:pt x="22" y="0"/>
                    </a:lnTo>
                    <a:lnTo>
                      <a:pt x="0" y="0"/>
                    </a:lnTo>
                    <a:lnTo>
                      <a:pt x="0" y="24"/>
                    </a:lnTo>
                  </a:path>
                </a:pathLst>
              </a:custGeom>
              <a:solidFill>
                <a:schemeClr val="bg2"/>
              </a:solidFill>
              <a:ln w="12700" cap="rnd">
                <a:solidFill>
                  <a:schemeClr val="tx1"/>
                </a:solidFill>
                <a:round/>
                <a:headEnd/>
                <a:tailEnd/>
              </a:ln>
            </p:spPr>
            <p:txBody>
              <a:bodyPr/>
              <a:lstStyle/>
              <a:p>
                <a:endParaRPr lang="pt-BR"/>
              </a:p>
            </p:txBody>
          </p:sp>
          <p:sp>
            <p:nvSpPr>
              <p:cNvPr id="229" name="Freeform 671"/>
              <p:cNvSpPr>
                <a:spLocks/>
              </p:cNvSpPr>
              <p:nvPr/>
            </p:nvSpPr>
            <p:spPr bwMode="auto">
              <a:xfrm>
                <a:off x="812" y="1136"/>
                <a:ext cx="23" cy="19"/>
              </a:xfrm>
              <a:custGeom>
                <a:avLst/>
                <a:gdLst>
                  <a:gd name="T0" fmla="*/ 0 w 23"/>
                  <a:gd name="T1" fmla="*/ 18 h 19"/>
                  <a:gd name="T2" fmla="*/ 22 w 23"/>
                  <a:gd name="T3" fmla="*/ 18 h 19"/>
                  <a:gd name="T4" fmla="*/ 22 w 23"/>
                  <a:gd name="T5" fmla="*/ 0 h 19"/>
                  <a:gd name="T6" fmla="*/ 0 w 23"/>
                  <a:gd name="T7" fmla="*/ 0 h 19"/>
                  <a:gd name="T8" fmla="*/ 0 w 23"/>
                  <a:gd name="T9" fmla="*/ 18 h 19"/>
                  <a:gd name="T10" fmla="*/ 0 60000 65536"/>
                  <a:gd name="T11" fmla="*/ 0 60000 65536"/>
                  <a:gd name="T12" fmla="*/ 0 60000 65536"/>
                  <a:gd name="T13" fmla="*/ 0 60000 65536"/>
                  <a:gd name="T14" fmla="*/ 0 60000 65536"/>
                  <a:gd name="T15" fmla="*/ 0 w 23"/>
                  <a:gd name="T16" fmla="*/ 0 h 19"/>
                  <a:gd name="T17" fmla="*/ 23 w 23"/>
                  <a:gd name="T18" fmla="*/ 19 h 19"/>
                </a:gdLst>
                <a:ahLst/>
                <a:cxnLst>
                  <a:cxn ang="T10">
                    <a:pos x="T0" y="T1"/>
                  </a:cxn>
                  <a:cxn ang="T11">
                    <a:pos x="T2" y="T3"/>
                  </a:cxn>
                  <a:cxn ang="T12">
                    <a:pos x="T4" y="T5"/>
                  </a:cxn>
                  <a:cxn ang="T13">
                    <a:pos x="T6" y="T7"/>
                  </a:cxn>
                  <a:cxn ang="T14">
                    <a:pos x="T8" y="T9"/>
                  </a:cxn>
                </a:cxnLst>
                <a:rect l="T15" t="T16" r="T17" b="T18"/>
                <a:pathLst>
                  <a:path w="23" h="19">
                    <a:moveTo>
                      <a:pt x="0" y="18"/>
                    </a:moveTo>
                    <a:lnTo>
                      <a:pt x="22" y="18"/>
                    </a:lnTo>
                    <a:lnTo>
                      <a:pt x="22" y="0"/>
                    </a:lnTo>
                    <a:lnTo>
                      <a:pt x="0" y="0"/>
                    </a:lnTo>
                    <a:lnTo>
                      <a:pt x="0" y="18"/>
                    </a:lnTo>
                  </a:path>
                </a:pathLst>
              </a:custGeom>
              <a:solidFill>
                <a:schemeClr val="bg2"/>
              </a:solidFill>
              <a:ln w="12700" cap="rnd">
                <a:solidFill>
                  <a:schemeClr val="tx1"/>
                </a:solidFill>
                <a:round/>
                <a:headEnd/>
                <a:tailEnd/>
              </a:ln>
            </p:spPr>
            <p:txBody>
              <a:bodyPr/>
              <a:lstStyle/>
              <a:p>
                <a:endParaRPr lang="pt-BR"/>
              </a:p>
            </p:txBody>
          </p:sp>
          <p:sp>
            <p:nvSpPr>
              <p:cNvPr id="230" name="Freeform 672"/>
              <p:cNvSpPr>
                <a:spLocks/>
              </p:cNvSpPr>
              <p:nvPr/>
            </p:nvSpPr>
            <p:spPr bwMode="auto">
              <a:xfrm>
                <a:off x="812" y="1136"/>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31" name="Freeform 673"/>
              <p:cNvSpPr>
                <a:spLocks/>
              </p:cNvSpPr>
              <p:nvPr/>
            </p:nvSpPr>
            <p:spPr bwMode="auto">
              <a:xfrm>
                <a:off x="812" y="1163"/>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32" name="Freeform 674"/>
              <p:cNvSpPr>
                <a:spLocks/>
              </p:cNvSpPr>
              <p:nvPr/>
            </p:nvSpPr>
            <p:spPr bwMode="auto">
              <a:xfrm>
                <a:off x="812" y="1163"/>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33" name="Freeform 675"/>
              <p:cNvSpPr>
                <a:spLocks/>
              </p:cNvSpPr>
              <p:nvPr/>
            </p:nvSpPr>
            <p:spPr bwMode="auto">
              <a:xfrm>
                <a:off x="812" y="1189"/>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34" name="Freeform 676"/>
              <p:cNvSpPr>
                <a:spLocks/>
              </p:cNvSpPr>
              <p:nvPr/>
            </p:nvSpPr>
            <p:spPr bwMode="auto">
              <a:xfrm>
                <a:off x="812" y="1189"/>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35" name="Freeform 677"/>
              <p:cNvSpPr>
                <a:spLocks/>
              </p:cNvSpPr>
              <p:nvPr/>
            </p:nvSpPr>
            <p:spPr bwMode="auto">
              <a:xfrm>
                <a:off x="827" y="1081"/>
                <a:ext cx="23" cy="21"/>
              </a:xfrm>
              <a:custGeom>
                <a:avLst/>
                <a:gdLst>
                  <a:gd name="T0" fmla="*/ 0 w 23"/>
                  <a:gd name="T1" fmla="*/ 20 h 21"/>
                  <a:gd name="T2" fmla="*/ 22 w 23"/>
                  <a:gd name="T3" fmla="*/ 20 h 21"/>
                  <a:gd name="T4" fmla="*/ 22 w 23"/>
                  <a:gd name="T5" fmla="*/ 0 h 21"/>
                  <a:gd name="T6" fmla="*/ 0 w 23"/>
                  <a:gd name="T7" fmla="*/ 0 h 21"/>
                  <a:gd name="T8" fmla="*/ 0 w 23"/>
                  <a:gd name="T9" fmla="*/ 20 h 21"/>
                  <a:gd name="T10" fmla="*/ 0 60000 65536"/>
                  <a:gd name="T11" fmla="*/ 0 60000 65536"/>
                  <a:gd name="T12" fmla="*/ 0 60000 65536"/>
                  <a:gd name="T13" fmla="*/ 0 60000 65536"/>
                  <a:gd name="T14" fmla="*/ 0 60000 65536"/>
                  <a:gd name="T15" fmla="*/ 0 w 23"/>
                  <a:gd name="T16" fmla="*/ 0 h 21"/>
                  <a:gd name="T17" fmla="*/ 23 w 23"/>
                  <a:gd name="T18" fmla="*/ 21 h 21"/>
                </a:gdLst>
                <a:ahLst/>
                <a:cxnLst>
                  <a:cxn ang="T10">
                    <a:pos x="T0" y="T1"/>
                  </a:cxn>
                  <a:cxn ang="T11">
                    <a:pos x="T2" y="T3"/>
                  </a:cxn>
                  <a:cxn ang="T12">
                    <a:pos x="T4" y="T5"/>
                  </a:cxn>
                  <a:cxn ang="T13">
                    <a:pos x="T6" y="T7"/>
                  </a:cxn>
                  <a:cxn ang="T14">
                    <a:pos x="T8" y="T9"/>
                  </a:cxn>
                </a:cxnLst>
                <a:rect l="T15" t="T16" r="T17" b="T18"/>
                <a:pathLst>
                  <a:path w="23" h="21">
                    <a:moveTo>
                      <a:pt x="0" y="20"/>
                    </a:moveTo>
                    <a:lnTo>
                      <a:pt x="22" y="20"/>
                    </a:lnTo>
                    <a:lnTo>
                      <a:pt x="22" y="0"/>
                    </a:lnTo>
                    <a:lnTo>
                      <a:pt x="0" y="0"/>
                    </a:lnTo>
                    <a:lnTo>
                      <a:pt x="0" y="20"/>
                    </a:lnTo>
                  </a:path>
                </a:pathLst>
              </a:custGeom>
              <a:solidFill>
                <a:schemeClr val="bg2"/>
              </a:solidFill>
              <a:ln w="12700" cap="rnd">
                <a:solidFill>
                  <a:schemeClr val="tx1"/>
                </a:solidFill>
                <a:round/>
                <a:headEnd/>
                <a:tailEnd/>
              </a:ln>
            </p:spPr>
            <p:txBody>
              <a:bodyPr/>
              <a:lstStyle/>
              <a:p>
                <a:endParaRPr lang="pt-BR"/>
              </a:p>
            </p:txBody>
          </p:sp>
          <p:sp>
            <p:nvSpPr>
              <p:cNvPr id="236" name="Freeform 678"/>
              <p:cNvSpPr>
                <a:spLocks/>
              </p:cNvSpPr>
              <p:nvPr/>
            </p:nvSpPr>
            <p:spPr bwMode="auto">
              <a:xfrm>
                <a:off x="827" y="1081"/>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37" name="Freeform 679"/>
              <p:cNvSpPr>
                <a:spLocks/>
              </p:cNvSpPr>
              <p:nvPr/>
            </p:nvSpPr>
            <p:spPr bwMode="auto">
              <a:xfrm>
                <a:off x="827" y="1110"/>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38" name="Freeform 680"/>
              <p:cNvSpPr>
                <a:spLocks/>
              </p:cNvSpPr>
              <p:nvPr/>
            </p:nvSpPr>
            <p:spPr bwMode="auto">
              <a:xfrm>
                <a:off x="827" y="1110"/>
                <a:ext cx="23" cy="25"/>
              </a:xfrm>
              <a:custGeom>
                <a:avLst/>
                <a:gdLst>
                  <a:gd name="T0" fmla="*/ 0 w 23"/>
                  <a:gd name="T1" fmla="*/ 24 h 25"/>
                  <a:gd name="T2" fmla="*/ 22 w 23"/>
                  <a:gd name="T3" fmla="*/ 24 h 25"/>
                  <a:gd name="T4" fmla="*/ 22 w 23"/>
                  <a:gd name="T5" fmla="*/ 0 h 25"/>
                  <a:gd name="T6" fmla="*/ 0 w 23"/>
                  <a:gd name="T7" fmla="*/ 0 h 25"/>
                  <a:gd name="T8" fmla="*/ 0 w 23"/>
                  <a:gd name="T9" fmla="*/ 24 h 25"/>
                  <a:gd name="T10" fmla="*/ 0 60000 65536"/>
                  <a:gd name="T11" fmla="*/ 0 60000 65536"/>
                  <a:gd name="T12" fmla="*/ 0 60000 65536"/>
                  <a:gd name="T13" fmla="*/ 0 60000 65536"/>
                  <a:gd name="T14" fmla="*/ 0 60000 65536"/>
                  <a:gd name="T15" fmla="*/ 0 w 23"/>
                  <a:gd name="T16" fmla="*/ 0 h 25"/>
                  <a:gd name="T17" fmla="*/ 23 w 23"/>
                  <a:gd name="T18" fmla="*/ 25 h 25"/>
                </a:gdLst>
                <a:ahLst/>
                <a:cxnLst>
                  <a:cxn ang="T10">
                    <a:pos x="T0" y="T1"/>
                  </a:cxn>
                  <a:cxn ang="T11">
                    <a:pos x="T2" y="T3"/>
                  </a:cxn>
                  <a:cxn ang="T12">
                    <a:pos x="T4" y="T5"/>
                  </a:cxn>
                  <a:cxn ang="T13">
                    <a:pos x="T6" y="T7"/>
                  </a:cxn>
                  <a:cxn ang="T14">
                    <a:pos x="T8" y="T9"/>
                  </a:cxn>
                </a:cxnLst>
                <a:rect l="T15" t="T16" r="T17" b="T18"/>
                <a:pathLst>
                  <a:path w="23" h="25">
                    <a:moveTo>
                      <a:pt x="0" y="24"/>
                    </a:moveTo>
                    <a:lnTo>
                      <a:pt x="22" y="24"/>
                    </a:lnTo>
                    <a:lnTo>
                      <a:pt x="22" y="0"/>
                    </a:lnTo>
                    <a:lnTo>
                      <a:pt x="0" y="0"/>
                    </a:lnTo>
                    <a:lnTo>
                      <a:pt x="0" y="24"/>
                    </a:lnTo>
                  </a:path>
                </a:pathLst>
              </a:custGeom>
              <a:solidFill>
                <a:schemeClr val="bg2"/>
              </a:solidFill>
              <a:ln w="12700" cap="rnd">
                <a:solidFill>
                  <a:schemeClr val="tx1"/>
                </a:solidFill>
                <a:round/>
                <a:headEnd/>
                <a:tailEnd/>
              </a:ln>
            </p:spPr>
            <p:txBody>
              <a:bodyPr/>
              <a:lstStyle/>
              <a:p>
                <a:endParaRPr lang="pt-BR"/>
              </a:p>
            </p:txBody>
          </p:sp>
          <p:sp>
            <p:nvSpPr>
              <p:cNvPr id="239" name="Freeform 681"/>
              <p:cNvSpPr>
                <a:spLocks/>
              </p:cNvSpPr>
              <p:nvPr/>
            </p:nvSpPr>
            <p:spPr bwMode="auto">
              <a:xfrm>
                <a:off x="827" y="1136"/>
                <a:ext cx="23" cy="19"/>
              </a:xfrm>
              <a:custGeom>
                <a:avLst/>
                <a:gdLst>
                  <a:gd name="T0" fmla="*/ 0 w 23"/>
                  <a:gd name="T1" fmla="*/ 18 h 19"/>
                  <a:gd name="T2" fmla="*/ 22 w 23"/>
                  <a:gd name="T3" fmla="*/ 18 h 19"/>
                  <a:gd name="T4" fmla="*/ 22 w 23"/>
                  <a:gd name="T5" fmla="*/ 0 h 19"/>
                  <a:gd name="T6" fmla="*/ 0 w 23"/>
                  <a:gd name="T7" fmla="*/ 0 h 19"/>
                  <a:gd name="T8" fmla="*/ 0 w 23"/>
                  <a:gd name="T9" fmla="*/ 18 h 19"/>
                  <a:gd name="T10" fmla="*/ 0 60000 65536"/>
                  <a:gd name="T11" fmla="*/ 0 60000 65536"/>
                  <a:gd name="T12" fmla="*/ 0 60000 65536"/>
                  <a:gd name="T13" fmla="*/ 0 60000 65536"/>
                  <a:gd name="T14" fmla="*/ 0 60000 65536"/>
                  <a:gd name="T15" fmla="*/ 0 w 23"/>
                  <a:gd name="T16" fmla="*/ 0 h 19"/>
                  <a:gd name="T17" fmla="*/ 23 w 23"/>
                  <a:gd name="T18" fmla="*/ 19 h 19"/>
                </a:gdLst>
                <a:ahLst/>
                <a:cxnLst>
                  <a:cxn ang="T10">
                    <a:pos x="T0" y="T1"/>
                  </a:cxn>
                  <a:cxn ang="T11">
                    <a:pos x="T2" y="T3"/>
                  </a:cxn>
                  <a:cxn ang="T12">
                    <a:pos x="T4" y="T5"/>
                  </a:cxn>
                  <a:cxn ang="T13">
                    <a:pos x="T6" y="T7"/>
                  </a:cxn>
                  <a:cxn ang="T14">
                    <a:pos x="T8" y="T9"/>
                  </a:cxn>
                </a:cxnLst>
                <a:rect l="T15" t="T16" r="T17" b="T18"/>
                <a:pathLst>
                  <a:path w="23" h="19">
                    <a:moveTo>
                      <a:pt x="0" y="18"/>
                    </a:moveTo>
                    <a:lnTo>
                      <a:pt x="22" y="18"/>
                    </a:lnTo>
                    <a:lnTo>
                      <a:pt x="22" y="0"/>
                    </a:lnTo>
                    <a:lnTo>
                      <a:pt x="0" y="0"/>
                    </a:lnTo>
                    <a:lnTo>
                      <a:pt x="0" y="18"/>
                    </a:lnTo>
                  </a:path>
                </a:pathLst>
              </a:custGeom>
              <a:solidFill>
                <a:schemeClr val="bg2"/>
              </a:solidFill>
              <a:ln w="12700" cap="rnd">
                <a:solidFill>
                  <a:schemeClr val="tx1"/>
                </a:solidFill>
                <a:round/>
                <a:headEnd/>
                <a:tailEnd/>
              </a:ln>
            </p:spPr>
            <p:txBody>
              <a:bodyPr/>
              <a:lstStyle/>
              <a:p>
                <a:endParaRPr lang="pt-BR"/>
              </a:p>
            </p:txBody>
          </p:sp>
          <p:sp>
            <p:nvSpPr>
              <p:cNvPr id="240" name="Freeform 682"/>
              <p:cNvSpPr>
                <a:spLocks/>
              </p:cNvSpPr>
              <p:nvPr/>
            </p:nvSpPr>
            <p:spPr bwMode="auto">
              <a:xfrm>
                <a:off x="827" y="1136"/>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41" name="Freeform 683"/>
              <p:cNvSpPr>
                <a:spLocks/>
              </p:cNvSpPr>
              <p:nvPr/>
            </p:nvSpPr>
            <p:spPr bwMode="auto">
              <a:xfrm>
                <a:off x="827" y="1163"/>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42" name="Freeform 684"/>
              <p:cNvSpPr>
                <a:spLocks/>
              </p:cNvSpPr>
              <p:nvPr/>
            </p:nvSpPr>
            <p:spPr bwMode="auto">
              <a:xfrm>
                <a:off x="827" y="1163"/>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43" name="Freeform 685"/>
              <p:cNvSpPr>
                <a:spLocks/>
              </p:cNvSpPr>
              <p:nvPr/>
            </p:nvSpPr>
            <p:spPr bwMode="auto">
              <a:xfrm>
                <a:off x="827" y="1189"/>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44" name="Freeform 686"/>
              <p:cNvSpPr>
                <a:spLocks/>
              </p:cNvSpPr>
              <p:nvPr/>
            </p:nvSpPr>
            <p:spPr bwMode="auto">
              <a:xfrm>
                <a:off x="827" y="1189"/>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45" name="Freeform 687"/>
              <p:cNvSpPr>
                <a:spLocks/>
              </p:cNvSpPr>
              <p:nvPr/>
            </p:nvSpPr>
            <p:spPr bwMode="auto">
              <a:xfrm>
                <a:off x="842" y="1081"/>
                <a:ext cx="24" cy="21"/>
              </a:xfrm>
              <a:custGeom>
                <a:avLst/>
                <a:gdLst>
                  <a:gd name="T0" fmla="*/ 0 w 24"/>
                  <a:gd name="T1" fmla="*/ 20 h 21"/>
                  <a:gd name="T2" fmla="*/ 23 w 24"/>
                  <a:gd name="T3" fmla="*/ 20 h 21"/>
                  <a:gd name="T4" fmla="*/ 23 w 24"/>
                  <a:gd name="T5" fmla="*/ 0 h 21"/>
                  <a:gd name="T6" fmla="*/ 0 w 24"/>
                  <a:gd name="T7" fmla="*/ 0 h 21"/>
                  <a:gd name="T8" fmla="*/ 0 w 24"/>
                  <a:gd name="T9" fmla="*/ 20 h 21"/>
                  <a:gd name="T10" fmla="*/ 0 60000 65536"/>
                  <a:gd name="T11" fmla="*/ 0 60000 65536"/>
                  <a:gd name="T12" fmla="*/ 0 60000 65536"/>
                  <a:gd name="T13" fmla="*/ 0 60000 65536"/>
                  <a:gd name="T14" fmla="*/ 0 60000 65536"/>
                  <a:gd name="T15" fmla="*/ 0 w 24"/>
                  <a:gd name="T16" fmla="*/ 0 h 21"/>
                  <a:gd name="T17" fmla="*/ 24 w 24"/>
                  <a:gd name="T18" fmla="*/ 21 h 21"/>
                </a:gdLst>
                <a:ahLst/>
                <a:cxnLst>
                  <a:cxn ang="T10">
                    <a:pos x="T0" y="T1"/>
                  </a:cxn>
                  <a:cxn ang="T11">
                    <a:pos x="T2" y="T3"/>
                  </a:cxn>
                  <a:cxn ang="T12">
                    <a:pos x="T4" y="T5"/>
                  </a:cxn>
                  <a:cxn ang="T13">
                    <a:pos x="T6" y="T7"/>
                  </a:cxn>
                  <a:cxn ang="T14">
                    <a:pos x="T8" y="T9"/>
                  </a:cxn>
                </a:cxnLst>
                <a:rect l="T15" t="T16" r="T17" b="T18"/>
                <a:pathLst>
                  <a:path w="24" h="21">
                    <a:moveTo>
                      <a:pt x="0" y="20"/>
                    </a:moveTo>
                    <a:lnTo>
                      <a:pt x="23" y="20"/>
                    </a:lnTo>
                    <a:lnTo>
                      <a:pt x="23" y="0"/>
                    </a:lnTo>
                    <a:lnTo>
                      <a:pt x="0" y="0"/>
                    </a:lnTo>
                    <a:lnTo>
                      <a:pt x="0" y="20"/>
                    </a:lnTo>
                  </a:path>
                </a:pathLst>
              </a:custGeom>
              <a:solidFill>
                <a:schemeClr val="bg2"/>
              </a:solidFill>
              <a:ln w="12700" cap="rnd">
                <a:solidFill>
                  <a:schemeClr val="tx1"/>
                </a:solidFill>
                <a:round/>
                <a:headEnd/>
                <a:tailEnd/>
              </a:ln>
            </p:spPr>
            <p:txBody>
              <a:bodyPr/>
              <a:lstStyle/>
              <a:p>
                <a:endParaRPr lang="pt-BR"/>
              </a:p>
            </p:txBody>
          </p:sp>
          <p:sp>
            <p:nvSpPr>
              <p:cNvPr id="246" name="Freeform 688"/>
              <p:cNvSpPr>
                <a:spLocks/>
              </p:cNvSpPr>
              <p:nvPr/>
            </p:nvSpPr>
            <p:spPr bwMode="auto">
              <a:xfrm>
                <a:off x="842" y="1081"/>
                <a:ext cx="24" cy="26"/>
              </a:xfrm>
              <a:custGeom>
                <a:avLst/>
                <a:gdLst>
                  <a:gd name="T0" fmla="*/ 0 w 24"/>
                  <a:gd name="T1" fmla="*/ 25 h 26"/>
                  <a:gd name="T2" fmla="*/ 23 w 24"/>
                  <a:gd name="T3" fmla="*/ 25 h 26"/>
                  <a:gd name="T4" fmla="*/ 23 w 24"/>
                  <a:gd name="T5" fmla="*/ 0 h 26"/>
                  <a:gd name="T6" fmla="*/ 0 w 24"/>
                  <a:gd name="T7" fmla="*/ 0 h 26"/>
                  <a:gd name="T8" fmla="*/ 0 w 24"/>
                  <a:gd name="T9" fmla="*/ 25 h 26"/>
                  <a:gd name="T10" fmla="*/ 0 60000 65536"/>
                  <a:gd name="T11" fmla="*/ 0 60000 65536"/>
                  <a:gd name="T12" fmla="*/ 0 60000 65536"/>
                  <a:gd name="T13" fmla="*/ 0 60000 65536"/>
                  <a:gd name="T14" fmla="*/ 0 60000 65536"/>
                  <a:gd name="T15" fmla="*/ 0 w 24"/>
                  <a:gd name="T16" fmla="*/ 0 h 26"/>
                  <a:gd name="T17" fmla="*/ 24 w 24"/>
                  <a:gd name="T18" fmla="*/ 26 h 26"/>
                </a:gdLst>
                <a:ahLst/>
                <a:cxnLst>
                  <a:cxn ang="T10">
                    <a:pos x="T0" y="T1"/>
                  </a:cxn>
                  <a:cxn ang="T11">
                    <a:pos x="T2" y="T3"/>
                  </a:cxn>
                  <a:cxn ang="T12">
                    <a:pos x="T4" y="T5"/>
                  </a:cxn>
                  <a:cxn ang="T13">
                    <a:pos x="T6" y="T7"/>
                  </a:cxn>
                  <a:cxn ang="T14">
                    <a:pos x="T8" y="T9"/>
                  </a:cxn>
                </a:cxnLst>
                <a:rect l="T15" t="T16" r="T17" b="T18"/>
                <a:pathLst>
                  <a:path w="24" h="26">
                    <a:moveTo>
                      <a:pt x="0" y="25"/>
                    </a:moveTo>
                    <a:lnTo>
                      <a:pt x="23" y="25"/>
                    </a:lnTo>
                    <a:lnTo>
                      <a:pt x="23"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47" name="Freeform 689"/>
              <p:cNvSpPr>
                <a:spLocks/>
              </p:cNvSpPr>
              <p:nvPr/>
            </p:nvSpPr>
            <p:spPr bwMode="auto">
              <a:xfrm>
                <a:off x="842" y="1110"/>
                <a:ext cx="24" cy="20"/>
              </a:xfrm>
              <a:custGeom>
                <a:avLst/>
                <a:gdLst>
                  <a:gd name="T0" fmla="*/ 0 w 24"/>
                  <a:gd name="T1" fmla="*/ 19 h 20"/>
                  <a:gd name="T2" fmla="*/ 23 w 24"/>
                  <a:gd name="T3" fmla="*/ 19 h 20"/>
                  <a:gd name="T4" fmla="*/ 23 w 24"/>
                  <a:gd name="T5" fmla="*/ 0 h 20"/>
                  <a:gd name="T6" fmla="*/ 0 w 24"/>
                  <a:gd name="T7" fmla="*/ 0 h 20"/>
                  <a:gd name="T8" fmla="*/ 0 w 24"/>
                  <a:gd name="T9" fmla="*/ 19 h 20"/>
                  <a:gd name="T10" fmla="*/ 0 60000 65536"/>
                  <a:gd name="T11" fmla="*/ 0 60000 65536"/>
                  <a:gd name="T12" fmla="*/ 0 60000 65536"/>
                  <a:gd name="T13" fmla="*/ 0 60000 65536"/>
                  <a:gd name="T14" fmla="*/ 0 60000 65536"/>
                  <a:gd name="T15" fmla="*/ 0 w 24"/>
                  <a:gd name="T16" fmla="*/ 0 h 20"/>
                  <a:gd name="T17" fmla="*/ 24 w 24"/>
                  <a:gd name="T18" fmla="*/ 20 h 20"/>
                </a:gdLst>
                <a:ahLst/>
                <a:cxnLst>
                  <a:cxn ang="T10">
                    <a:pos x="T0" y="T1"/>
                  </a:cxn>
                  <a:cxn ang="T11">
                    <a:pos x="T2" y="T3"/>
                  </a:cxn>
                  <a:cxn ang="T12">
                    <a:pos x="T4" y="T5"/>
                  </a:cxn>
                  <a:cxn ang="T13">
                    <a:pos x="T6" y="T7"/>
                  </a:cxn>
                  <a:cxn ang="T14">
                    <a:pos x="T8" y="T9"/>
                  </a:cxn>
                </a:cxnLst>
                <a:rect l="T15" t="T16" r="T17" b="T18"/>
                <a:pathLst>
                  <a:path w="24" h="20">
                    <a:moveTo>
                      <a:pt x="0" y="19"/>
                    </a:moveTo>
                    <a:lnTo>
                      <a:pt x="23" y="19"/>
                    </a:lnTo>
                    <a:lnTo>
                      <a:pt x="23"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48" name="Freeform 690"/>
              <p:cNvSpPr>
                <a:spLocks/>
              </p:cNvSpPr>
              <p:nvPr/>
            </p:nvSpPr>
            <p:spPr bwMode="auto">
              <a:xfrm>
                <a:off x="842" y="1110"/>
                <a:ext cx="24" cy="25"/>
              </a:xfrm>
              <a:custGeom>
                <a:avLst/>
                <a:gdLst>
                  <a:gd name="T0" fmla="*/ 0 w 24"/>
                  <a:gd name="T1" fmla="*/ 24 h 25"/>
                  <a:gd name="T2" fmla="*/ 23 w 24"/>
                  <a:gd name="T3" fmla="*/ 24 h 25"/>
                  <a:gd name="T4" fmla="*/ 23 w 24"/>
                  <a:gd name="T5" fmla="*/ 0 h 25"/>
                  <a:gd name="T6" fmla="*/ 0 w 24"/>
                  <a:gd name="T7" fmla="*/ 0 h 25"/>
                  <a:gd name="T8" fmla="*/ 0 w 24"/>
                  <a:gd name="T9" fmla="*/ 24 h 25"/>
                  <a:gd name="T10" fmla="*/ 0 60000 65536"/>
                  <a:gd name="T11" fmla="*/ 0 60000 65536"/>
                  <a:gd name="T12" fmla="*/ 0 60000 65536"/>
                  <a:gd name="T13" fmla="*/ 0 60000 65536"/>
                  <a:gd name="T14" fmla="*/ 0 60000 65536"/>
                  <a:gd name="T15" fmla="*/ 0 w 24"/>
                  <a:gd name="T16" fmla="*/ 0 h 25"/>
                  <a:gd name="T17" fmla="*/ 24 w 24"/>
                  <a:gd name="T18" fmla="*/ 25 h 25"/>
                </a:gdLst>
                <a:ahLst/>
                <a:cxnLst>
                  <a:cxn ang="T10">
                    <a:pos x="T0" y="T1"/>
                  </a:cxn>
                  <a:cxn ang="T11">
                    <a:pos x="T2" y="T3"/>
                  </a:cxn>
                  <a:cxn ang="T12">
                    <a:pos x="T4" y="T5"/>
                  </a:cxn>
                  <a:cxn ang="T13">
                    <a:pos x="T6" y="T7"/>
                  </a:cxn>
                  <a:cxn ang="T14">
                    <a:pos x="T8" y="T9"/>
                  </a:cxn>
                </a:cxnLst>
                <a:rect l="T15" t="T16" r="T17" b="T18"/>
                <a:pathLst>
                  <a:path w="24" h="25">
                    <a:moveTo>
                      <a:pt x="0" y="24"/>
                    </a:moveTo>
                    <a:lnTo>
                      <a:pt x="23" y="24"/>
                    </a:lnTo>
                    <a:lnTo>
                      <a:pt x="23" y="0"/>
                    </a:lnTo>
                    <a:lnTo>
                      <a:pt x="0" y="0"/>
                    </a:lnTo>
                    <a:lnTo>
                      <a:pt x="0" y="24"/>
                    </a:lnTo>
                  </a:path>
                </a:pathLst>
              </a:custGeom>
              <a:solidFill>
                <a:schemeClr val="bg2"/>
              </a:solidFill>
              <a:ln w="12700" cap="rnd">
                <a:solidFill>
                  <a:schemeClr val="tx1"/>
                </a:solidFill>
                <a:round/>
                <a:headEnd/>
                <a:tailEnd/>
              </a:ln>
            </p:spPr>
            <p:txBody>
              <a:bodyPr/>
              <a:lstStyle/>
              <a:p>
                <a:endParaRPr lang="pt-BR"/>
              </a:p>
            </p:txBody>
          </p:sp>
          <p:sp>
            <p:nvSpPr>
              <p:cNvPr id="249" name="Freeform 691"/>
              <p:cNvSpPr>
                <a:spLocks/>
              </p:cNvSpPr>
              <p:nvPr/>
            </p:nvSpPr>
            <p:spPr bwMode="auto">
              <a:xfrm>
                <a:off x="842" y="1136"/>
                <a:ext cx="24" cy="19"/>
              </a:xfrm>
              <a:custGeom>
                <a:avLst/>
                <a:gdLst>
                  <a:gd name="T0" fmla="*/ 0 w 24"/>
                  <a:gd name="T1" fmla="*/ 18 h 19"/>
                  <a:gd name="T2" fmla="*/ 23 w 24"/>
                  <a:gd name="T3" fmla="*/ 18 h 19"/>
                  <a:gd name="T4" fmla="*/ 23 w 24"/>
                  <a:gd name="T5" fmla="*/ 0 h 19"/>
                  <a:gd name="T6" fmla="*/ 0 w 24"/>
                  <a:gd name="T7" fmla="*/ 0 h 19"/>
                  <a:gd name="T8" fmla="*/ 0 w 24"/>
                  <a:gd name="T9" fmla="*/ 18 h 19"/>
                  <a:gd name="T10" fmla="*/ 0 60000 65536"/>
                  <a:gd name="T11" fmla="*/ 0 60000 65536"/>
                  <a:gd name="T12" fmla="*/ 0 60000 65536"/>
                  <a:gd name="T13" fmla="*/ 0 60000 65536"/>
                  <a:gd name="T14" fmla="*/ 0 60000 65536"/>
                  <a:gd name="T15" fmla="*/ 0 w 24"/>
                  <a:gd name="T16" fmla="*/ 0 h 19"/>
                  <a:gd name="T17" fmla="*/ 24 w 24"/>
                  <a:gd name="T18" fmla="*/ 19 h 19"/>
                </a:gdLst>
                <a:ahLst/>
                <a:cxnLst>
                  <a:cxn ang="T10">
                    <a:pos x="T0" y="T1"/>
                  </a:cxn>
                  <a:cxn ang="T11">
                    <a:pos x="T2" y="T3"/>
                  </a:cxn>
                  <a:cxn ang="T12">
                    <a:pos x="T4" y="T5"/>
                  </a:cxn>
                  <a:cxn ang="T13">
                    <a:pos x="T6" y="T7"/>
                  </a:cxn>
                  <a:cxn ang="T14">
                    <a:pos x="T8" y="T9"/>
                  </a:cxn>
                </a:cxnLst>
                <a:rect l="T15" t="T16" r="T17" b="T18"/>
                <a:pathLst>
                  <a:path w="24" h="19">
                    <a:moveTo>
                      <a:pt x="0" y="18"/>
                    </a:moveTo>
                    <a:lnTo>
                      <a:pt x="23" y="18"/>
                    </a:lnTo>
                    <a:lnTo>
                      <a:pt x="23" y="0"/>
                    </a:lnTo>
                    <a:lnTo>
                      <a:pt x="0" y="0"/>
                    </a:lnTo>
                    <a:lnTo>
                      <a:pt x="0" y="18"/>
                    </a:lnTo>
                  </a:path>
                </a:pathLst>
              </a:custGeom>
              <a:solidFill>
                <a:schemeClr val="bg2"/>
              </a:solidFill>
              <a:ln w="12700" cap="rnd">
                <a:solidFill>
                  <a:schemeClr val="tx1"/>
                </a:solidFill>
                <a:round/>
                <a:headEnd/>
                <a:tailEnd/>
              </a:ln>
            </p:spPr>
            <p:txBody>
              <a:bodyPr/>
              <a:lstStyle/>
              <a:p>
                <a:endParaRPr lang="pt-BR"/>
              </a:p>
            </p:txBody>
          </p:sp>
          <p:sp>
            <p:nvSpPr>
              <p:cNvPr id="250" name="Freeform 692"/>
              <p:cNvSpPr>
                <a:spLocks/>
              </p:cNvSpPr>
              <p:nvPr/>
            </p:nvSpPr>
            <p:spPr bwMode="auto">
              <a:xfrm>
                <a:off x="842" y="1136"/>
                <a:ext cx="24" cy="27"/>
              </a:xfrm>
              <a:custGeom>
                <a:avLst/>
                <a:gdLst>
                  <a:gd name="T0" fmla="*/ 0 w 24"/>
                  <a:gd name="T1" fmla="*/ 26 h 27"/>
                  <a:gd name="T2" fmla="*/ 23 w 24"/>
                  <a:gd name="T3" fmla="*/ 26 h 27"/>
                  <a:gd name="T4" fmla="*/ 23 w 24"/>
                  <a:gd name="T5" fmla="*/ 0 h 27"/>
                  <a:gd name="T6" fmla="*/ 0 w 24"/>
                  <a:gd name="T7" fmla="*/ 0 h 27"/>
                  <a:gd name="T8" fmla="*/ 0 w 24"/>
                  <a:gd name="T9" fmla="*/ 26 h 27"/>
                  <a:gd name="T10" fmla="*/ 0 60000 65536"/>
                  <a:gd name="T11" fmla="*/ 0 60000 65536"/>
                  <a:gd name="T12" fmla="*/ 0 60000 65536"/>
                  <a:gd name="T13" fmla="*/ 0 60000 65536"/>
                  <a:gd name="T14" fmla="*/ 0 60000 65536"/>
                  <a:gd name="T15" fmla="*/ 0 w 24"/>
                  <a:gd name="T16" fmla="*/ 0 h 27"/>
                  <a:gd name="T17" fmla="*/ 24 w 24"/>
                  <a:gd name="T18" fmla="*/ 27 h 27"/>
                </a:gdLst>
                <a:ahLst/>
                <a:cxnLst>
                  <a:cxn ang="T10">
                    <a:pos x="T0" y="T1"/>
                  </a:cxn>
                  <a:cxn ang="T11">
                    <a:pos x="T2" y="T3"/>
                  </a:cxn>
                  <a:cxn ang="T12">
                    <a:pos x="T4" y="T5"/>
                  </a:cxn>
                  <a:cxn ang="T13">
                    <a:pos x="T6" y="T7"/>
                  </a:cxn>
                  <a:cxn ang="T14">
                    <a:pos x="T8" y="T9"/>
                  </a:cxn>
                </a:cxnLst>
                <a:rect l="T15" t="T16" r="T17" b="T18"/>
                <a:pathLst>
                  <a:path w="24" h="27">
                    <a:moveTo>
                      <a:pt x="0" y="26"/>
                    </a:moveTo>
                    <a:lnTo>
                      <a:pt x="23" y="26"/>
                    </a:lnTo>
                    <a:lnTo>
                      <a:pt x="23"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51" name="Freeform 693"/>
              <p:cNvSpPr>
                <a:spLocks/>
              </p:cNvSpPr>
              <p:nvPr/>
            </p:nvSpPr>
            <p:spPr bwMode="auto">
              <a:xfrm>
                <a:off x="842" y="1163"/>
                <a:ext cx="24" cy="20"/>
              </a:xfrm>
              <a:custGeom>
                <a:avLst/>
                <a:gdLst>
                  <a:gd name="T0" fmla="*/ 0 w 24"/>
                  <a:gd name="T1" fmla="*/ 19 h 20"/>
                  <a:gd name="T2" fmla="*/ 23 w 24"/>
                  <a:gd name="T3" fmla="*/ 19 h 20"/>
                  <a:gd name="T4" fmla="*/ 23 w 24"/>
                  <a:gd name="T5" fmla="*/ 0 h 20"/>
                  <a:gd name="T6" fmla="*/ 0 w 24"/>
                  <a:gd name="T7" fmla="*/ 0 h 20"/>
                  <a:gd name="T8" fmla="*/ 0 w 24"/>
                  <a:gd name="T9" fmla="*/ 19 h 20"/>
                  <a:gd name="T10" fmla="*/ 0 60000 65536"/>
                  <a:gd name="T11" fmla="*/ 0 60000 65536"/>
                  <a:gd name="T12" fmla="*/ 0 60000 65536"/>
                  <a:gd name="T13" fmla="*/ 0 60000 65536"/>
                  <a:gd name="T14" fmla="*/ 0 60000 65536"/>
                  <a:gd name="T15" fmla="*/ 0 w 24"/>
                  <a:gd name="T16" fmla="*/ 0 h 20"/>
                  <a:gd name="T17" fmla="*/ 24 w 24"/>
                  <a:gd name="T18" fmla="*/ 20 h 20"/>
                </a:gdLst>
                <a:ahLst/>
                <a:cxnLst>
                  <a:cxn ang="T10">
                    <a:pos x="T0" y="T1"/>
                  </a:cxn>
                  <a:cxn ang="T11">
                    <a:pos x="T2" y="T3"/>
                  </a:cxn>
                  <a:cxn ang="T12">
                    <a:pos x="T4" y="T5"/>
                  </a:cxn>
                  <a:cxn ang="T13">
                    <a:pos x="T6" y="T7"/>
                  </a:cxn>
                  <a:cxn ang="T14">
                    <a:pos x="T8" y="T9"/>
                  </a:cxn>
                </a:cxnLst>
                <a:rect l="T15" t="T16" r="T17" b="T18"/>
                <a:pathLst>
                  <a:path w="24" h="20">
                    <a:moveTo>
                      <a:pt x="0" y="19"/>
                    </a:moveTo>
                    <a:lnTo>
                      <a:pt x="23" y="19"/>
                    </a:lnTo>
                    <a:lnTo>
                      <a:pt x="23"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52" name="Freeform 694"/>
              <p:cNvSpPr>
                <a:spLocks/>
              </p:cNvSpPr>
              <p:nvPr/>
            </p:nvSpPr>
            <p:spPr bwMode="auto">
              <a:xfrm>
                <a:off x="842" y="1163"/>
                <a:ext cx="24" cy="26"/>
              </a:xfrm>
              <a:custGeom>
                <a:avLst/>
                <a:gdLst>
                  <a:gd name="T0" fmla="*/ 0 w 24"/>
                  <a:gd name="T1" fmla="*/ 25 h 26"/>
                  <a:gd name="T2" fmla="*/ 23 w 24"/>
                  <a:gd name="T3" fmla="*/ 25 h 26"/>
                  <a:gd name="T4" fmla="*/ 23 w 24"/>
                  <a:gd name="T5" fmla="*/ 0 h 26"/>
                  <a:gd name="T6" fmla="*/ 0 w 24"/>
                  <a:gd name="T7" fmla="*/ 0 h 26"/>
                  <a:gd name="T8" fmla="*/ 0 w 24"/>
                  <a:gd name="T9" fmla="*/ 25 h 26"/>
                  <a:gd name="T10" fmla="*/ 0 60000 65536"/>
                  <a:gd name="T11" fmla="*/ 0 60000 65536"/>
                  <a:gd name="T12" fmla="*/ 0 60000 65536"/>
                  <a:gd name="T13" fmla="*/ 0 60000 65536"/>
                  <a:gd name="T14" fmla="*/ 0 60000 65536"/>
                  <a:gd name="T15" fmla="*/ 0 w 24"/>
                  <a:gd name="T16" fmla="*/ 0 h 26"/>
                  <a:gd name="T17" fmla="*/ 24 w 24"/>
                  <a:gd name="T18" fmla="*/ 26 h 26"/>
                </a:gdLst>
                <a:ahLst/>
                <a:cxnLst>
                  <a:cxn ang="T10">
                    <a:pos x="T0" y="T1"/>
                  </a:cxn>
                  <a:cxn ang="T11">
                    <a:pos x="T2" y="T3"/>
                  </a:cxn>
                  <a:cxn ang="T12">
                    <a:pos x="T4" y="T5"/>
                  </a:cxn>
                  <a:cxn ang="T13">
                    <a:pos x="T6" y="T7"/>
                  </a:cxn>
                  <a:cxn ang="T14">
                    <a:pos x="T8" y="T9"/>
                  </a:cxn>
                </a:cxnLst>
                <a:rect l="T15" t="T16" r="T17" b="T18"/>
                <a:pathLst>
                  <a:path w="24" h="26">
                    <a:moveTo>
                      <a:pt x="0" y="25"/>
                    </a:moveTo>
                    <a:lnTo>
                      <a:pt x="23" y="25"/>
                    </a:lnTo>
                    <a:lnTo>
                      <a:pt x="23"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53" name="Freeform 695"/>
              <p:cNvSpPr>
                <a:spLocks/>
              </p:cNvSpPr>
              <p:nvPr/>
            </p:nvSpPr>
            <p:spPr bwMode="auto">
              <a:xfrm>
                <a:off x="842" y="1189"/>
                <a:ext cx="24" cy="20"/>
              </a:xfrm>
              <a:custGeom>
                <a:avLst/>
                <a:gdLst>
                  <a:gd name="T0" fmla="*/ 0 w 24"/>
                  <a:gd name="T1" fmla="*/ 19 h 20"/>
                  <a:gd name="T2" fmla="*/ 23 w 24"/>
                  <a:gd name="T3" fmla="*/ 19 h 20"/>
                  <a:gd name="T4" fmla="*/ 23 w 24"/>
                  <a:gd name="T5" fmla="*/ 0 h 20"/>
                  <a:gd name="T6" fmla="*/ 0 w 24"/>
                  <a:gd name="T7" fmla="*/ 0 h 20"/>
                  <a:gd name="T8" fmla="*/ 0 w 24"/>
                  <a:gd name="T9" fmla="*/ 19 h 20"/>
                  <a:gd name="T10" fmla="*/ 0 60000 65536"/>
                  <a:gd name="T11" fmla="*/ 0 60000 65536"/>
                  <a:gd name="T12" fmla="*/ 0 60000 65536"/>
                  <a:gd name="T13" fmla="*/ 0 60000 65536"/>
                  <a:gd name="T14" fmla="*/ 0 60000 65536"/>
                  <a:gd name="T15" fmla="*/ 0 w 24"/>
                  <a:gd name="T16" fmla="*/ 0 h 20"/>
                  <a:gd name="T17" fmla="*/ 24 w 24"/>
                  <a:gd name="T18" fmla="*/ 20 h 20"/>
                </a:gdLst>
                <a:ahLst/>
                <a:cxnLst>
                  <a:cxn ang="T10">
                    <a:pos x="T0" y="T1"/>
                  </a:cxn>
                  <a:cxn ang="T11">
                    <a:pos x="T2" y="T3"/>
                  </a:cxn>
                  <a:cxn ang="T12">
                    <a:pos x="T4" y="T5"/>
                  </a:cxn>
                  <a:cxn ang="T13">
                    <a:pos x="T6" y="T7"/>
                  </a:cxn>
                  <a:cxn ang="T14">
                    <a:pos x="T8" y="T9"/>
                  </a:cxn>
                </a:cxnLst>
                <a:rect l="T15" t="T16" r="T17" b="T18"/>
                <a:pathLst>
                  <a:path w="24" h="20">
                    <a:moveTo>
                      <a:pt x="0" y="19"/>
                    </a:moveTo>
                    <a:lnTo>
                      <a:pt x="23" y="19"/>
                    </a:lnTo>
                    <a:lnTo>
                      <a:pt x="23"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54" name="Freeform 696"/>
              <p:cNvSpPr>
                <a:spLocks/>
              </p:cNvSpPr>
              <p:nvPr/>
            </p:nvSpPr>
            <p:spPr bwMode="auto">
              <a:xfrm>
                <a:off x="842" y="1189"/>
                <a:ext cx="24" cy="27"/>
              </a:xfrm>
              <a:custGeom>
                <a:avLst/>
                <a:gdLst>
                  <a:gd name="T0" fmla="*/ 0 w 24"/>
                  <a:gd name="T1" fmla="*/ 26 h 27"/>
                  <a:gd name="T2" fmla="*/ 23 w 24"/>
                  <a:gd name="T3" fmla="*/ 26 h 27"/>
                  <a:gd name="T4" fmla="*/ 23 w 24"/>
                  <a:gd name="T5" fmla="*/ 0 h 27"/>
                  <a:gd name="T6" fmla="*/ 0 w 24"/>
                  <a:gd name="T7" fmla="*/ 0 h 27"/>
                  <a:gd name="T8" fmla="*/ 0 w 24"/>
                  <a:gd name="T9" fmla="*/ 26 h 27"/>
                  <a:gd name="T10" fmla="*/ 0 60000 65536"/>
                  <a:gd name="T11" fmla="*/ 0 60000 65536"/>
                  <a:gd name="T12" fmla="*/ 0 60000 65536"/>
                  <a:gd name="T13" fmla="*/ 0 60000 65536"/>
                  <a:gd name="T14" fmla="*/ 0 60000 65536"/>
                  <a:gd name="T15" fmla="*/ 0 w 24"/>
                  <a:gd name="T16" fmla="*/ 0 h 27"/>
                  <a:gd name="T17" fmla="*/ 24 w 24"/>
                  <a:gd name="T18" fmla="*/ 27 h 27"/>
                </a:gdLst>
                <a:ahLst/>
                <a:cxnLst>
                  <a:cxn ang="T10">
                    <a:pos x="T0" y="T1"/>
                  </a:cxn>
                  <a:cxn ang="T11">
                    <a:pos x="T2" y="T3"/>
                  </a:cxn>
                  <a:cxn ang="T12">
                    <a:pos x="T4" y="T5"/>
                  </a:cxn>
                  <a:cxn ang="T13">
                    <a:pos x="T6" y="T7"/>
                  </a:cxn>
                  <a:cxn ang="T14">
                    <a:pos x="T8" y="T9"/>
                  </a:cxn>
                </a:cxnLst>
                <a:rect l="T15" t="T16" r="T17" b="T18"/>
                <a:pathLst>
                  <a:path w="24" h="27">
                    <a:moveTo>
                      <a:pt x="0" y="26"/>
                    </a:moveTo>
                    <a:lnTo>
                      <a:pt x="23" y="26"/>
                    </a:lnTo>
                    <a:lnTo>
                      <a:pt x="23"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55" name="Freeform 697"/>
              <p:cNvSpPr>
                <a:spLocks/>
              </p:cNvSpPr>
              <p:nvPr/>
            </p:nvSpPr>
            <p:spPr bwMode="auto">
              <a:xfrm>
                <a:off x="723" y="1024"/>
                <a:ext cx="108" cy="28"/>
              </a:xfrm>
              <a:custGeom>
                <a:avLst/>
                <a:gdLst>
                  <a:gd name="T0" fmla="*/ 0 w 108"/>
                  <a:gd name="T1" fmla="*/ 27 h 28"/>
                  <a:gd name="T2" fmla="*/ 107 w 108"/>
                  <a:gd name="T3" fmla="*/ 27 h 28"/>
                  <a:gd name="T4" fmla="*/ 107 w 108"/>
                  <a:gd name="T5" fmla="*/ 0 h 28"/>
                  <a:gd name="T6" fmla="*/ 0 w 108"/>
                  <a:gd name="T7" fmla="*/ 0 h 28"/>
                  <a:gd name="T8" fmla="*/ 0 w 108"/>
                  <a:gd name="T9" fmla="*/ 27 h 28"/>
                  <a:gd name="T10" fmla="*/ 0 60000 65536"/>
                  <a:gd name="T11" fmla="*/ 0 60000 65536"/>
                  <a:gd name="T12" fmla="*/ 0 60000 65536"/>
                  <a:gd name="T13" fmla="*/ 0 60000 65536"/>
                  <a:gd name="T14" fmla="*/ 0 60000 65536"/>
                  <a:gd name="T15" fmla="*/ 0 w 108"/>
                  <a:gd name="T16" fmla="*/ 0 h 28"/>
                  <a:gd name="T17" fmla="*/ 108 w 108"/>
                  <a:gd name="T18" fmla="*/ 28 h 28"/>
                </a:gdLst>
                <a:ahLst/>
                <a:cxnLst>
                  <a:cxn ang="T10">
                    <a:pos x="T0" y="T1"/>
                  </a:cxn>
                  <a:cxn ang="T11">
                    <a:pos x="T2" y="T3"/>
                  </a:cxn>
                  <a:cxn ang="T12">
                    <a:pos x="T4" y="T5"/>
                  </a:cxn>
                  <a:cxn ang="T13">
                    <a:pos x="T6" y="T7"/>
                  </a:cxn>
                  <a:cxn ang="T14">
                    <a:pos x="T8" y="T9"/>
                  </a:cxn>
                </a:cxnLst>
                <a:rect l="T15" t="T16" r="T17" b="T18"/>
                <a:pathLst>
                  <a:path w="108" h="28">
                    <a:moveTo>
                      <a:pt x="0" y="27"/>
                    </a:moveTo>
                    <a:lnTo>
                      <a:pt x="107" y="27"/>
                    </a:lnTo>
                    <a:lnTo>
                      <a:pt x="107" y="0"/>
                    </a:lnTo>
                    <a:lnTo>
                      <a:pt x="0" y="0"/>
                    </a:lnTo>
                    <a:lnTo>
                      <a:pt x="0" y="27"/>
                    </a:lnTo>
                  </a:path>
                </a:pathLst>
              </a:custGeom>
              <a:solidFill>
                <a:schemeClr val="bg2"/>
              </a:solidFill>
              <a:ln w="12700" cap="rnd">
                <a:solidFill>
                  <a:schemeClr val="tx1"/>
                </a:solidFill>
                <a:round/>
                <a:headEnd/>
                <a:tailEnd/>
              </a:ln>
            </p:spPr>
            <p:txBody>
              <a:bodyPr/>
              <a:lstStyle/>
              <a:p>
                <a:endParaRPr lang="pt-BR"/>
              </a:p>
            </p:txBody>
          </p:sp>
          <p:sp>
            <p:nvSpPr>
              <p:cNvPr id="256" name="Freeform 698"/>
              <p:cNvSpPr>
                <a:spLocks/>
              </p:cNvSpPr>
              <p:nvPr/>
            </p:nvSpPr>
            <p:spPr bwMode="auto">
              <a:xfrm>
                <a:off x="723" y="1024"/>
                <a:ext cx="112" cy="37"/>
              </a:xfrm>
              <a:custGeom>
                <a:avLst/>
                <a:gdLst>
                  <a:gd name="T0" fmla="*/ 0 w 112"/>
                  <a:gd name="T1" fmla="*/ 36 h 37"/>
                  <a:gd name="T2" fmla="*/ 111 w 112"/>
                  <a:gd name="T3" fmla="*/ 36 h 37"/>
                  <a:gd name="T4" fmla="*/ 111 w 112"/>
                  <a:gd name="T5" fmla="*/ 0 h 37"/>
                  <a:gd name="T6" fmla="*/ 0 w 112"/>
                  <a:gd name="T7" fmla="*/ 0 h 37"/>
                  <a:gd name="T8" fmla="*/ 0 w 112"/>
                  <a:gd name="T9" fmla="*/ 36 h 37"/>
                  <a:gd name="T10" fmla="*/ 0 60000 65536"/>
                  <a:gd name="T11" fmla="*/ 0 60000 65536"/>
                  <a:gd name="T12" fmla="*/ 0 60000 65536"/>
                  <a:gd name="T13" fmla="*/ 0 60000 65536"/>
                  <a:gd name="T14" fmla="*/ 0 60000 65536"/>
                  <a:gd name="T15" fmla="*/ 0 w 112"/>
                  <a:gd name="T16" fmla="*/ 0 h 37"/>
                  <a:gd name="T17" fmla="*/ 112 w 112"/>
                  <a:gd name="T18" fmla="*/ 37 h 37"/>
                </a:gdLst>
                <a:ahLst/>
                <a:cxnLst>
                  <a:cxn ang="T10">
                    <a:pos x="T0" y="T1"/>
                  </a:cxn>
                  <a:cxn ang="T11">
                    <a:pos x="T2" y="T3"/>
                  </a:cxn>
                  <a:cxn ang="T12">
                    <a:pos x="T4" y="T5"/>
                  </a:cxn>
                  <a:cxn ang="T13">
                    <a:pos x="T6" y="T7"/>
                  </a:cxn>
                  <a:cxn ang="T14">
                    <a:pos x="T8" y="T9"/>
                  </a:cxn>
                </a:cxnLst>
                <a:rect l="T15" t="T16" r="T17" b="T18"/>
                <a:pathLst>
                  <a:path w="112" h="37">
                    <a:moveTo>
                      <a:pt x="0" y="36"/>
                    </a:moveTo>
                    <a:lnTo>
                      <a:pt x="111" y="36"/>
                    </a:lnTo>
                    <a:lnTo>
                      <a:pt x="111" y="0"/>
                    </a:lnTo>
                    <a:lnTo>
                      <a:pt x="0" y="0"/>
                    </a:lnTo>
                    <a:lnTo>
                      <a:pt x="0" y="36"/>
                    </a:lnTo>
                  </a:path>
                </a:pathLst>
              </a:custGeom>
              <a:solidFill>
                <a:schemeClr val="bg2"/>
              </a:solidFill>
              <a:ln w="12700" cap="rnd">
                <a:solidFill>
                  <a:schemeClr val="tx1"/>
                </a:solidFill>
                <a:round/>
                <a:headEnd/>
                <a:tailEnd/>
              </a:ln>
            </p:spPr>
            <p:txBody>
              <a:bodyPr/>
              <a:lstStyle/>
              <a:p>
                <a:endParaRPr lang="pt-BR"/>
              </a:p>
            </p:txBody>
          </p:sp>
          <p:sp>
            <p:nvSpPr>
              <p:cNvPr id="257" name="Freeform 699"/>
              <p:cNvSpPr>
                <a:spLocks/>
              </p:cNvSpPr>
              <p:nvPr/>
            </p:nvSpPr>
            <p:spPr bwMode="auto">
              <a:xfrm>
                <a:off x="724" y="1172"/>
                <a:ext cx="27" cy="36"/>
              </a:xfrm>
              <a:custGeom>
                <a:avLst/>
                <a:gdLst>
                  <a:gd name="T0" fmla="*/ 26 w 27"/>
                  <a:gd name="T1" fmla="*/ 17 h 36"/>
                  <a:gd name="T2" fmla="*/ 26 w 27"/>
                  <a:gd name="T3" fmla="*/ 14 h 36"/>
                  <a:gd name="T4" fmla="*/ 24 w 27"/>
                  <a:gd name="T5" fmla="*/ 10 h 36"/>
                  <a:gd name="T6" fmla="*/ 24 w 27"/>
                  <a:gd name="T7" fmla="*/ 8 h 36"/>
                  <a:gd name="T8" fmla="*/ 21 w 27"/>
                  <a:gd name="T9" fmla="*/ 4 h 36"/>
                  <a:gd name="T10" fmla="*/ 20 w 27"/>
                  <a:gd name="T11" fmla="*/ 3 h 36"/>
                  <a:gd name="T12" fmla="*/ 17 w 27"/>
                  <a:gd name="T13" fmla="*/ 1 h 36"/>
                  <a:gd name="T14" fmla="*/ 15 w 27"/>
                  <a:gd name="T15" fmla="*/ 0 h 36"/>
                  <a:gd name="T16" fmla="*/ 12 w 27"/>
                  <a:gd name="T17" fmla="*/ 0 h 36"/>
                  <a:gd name="T18" fmla="*/ 9 w 27"/>
                  <a:gd name="T19" fmla="*/ 0 h 36"/>
                  <a:gd name="T20" fmla="*/ 8 w 27"/>
                  <a:gd name="T21" fmla="*/ 1 h 36"/>
                  <a:gd name="T22" fmla="*/ 5 w 27"/>
                  <a:gd name="T23" fmla="*/ 3 h 36"/>
                  <a:gd name="T24" fmla="*/ 2 w 27"/>
                  <a:gd name="T25" fmla="*/ 4 h 36"/>
                  <a:gd name="T26" fmla="*/ 1 w 27"/>
                  <a:gd name="T27" fmla="*/ 8 h 36"/>
                  <a:gd name="T28" fmla="*/ 0 w 27"/>
                  <a:gd name="T29" fmla="*/ 10 h 36"/>
                  <a:gd name="T30" fmla="*/ 0 w 27"/>
                  <a:gd name="T31" fmla="*/ 14 h 36"/>
                  <a:gd name="T32" fmla="*/ 0 w 27"/>
                  <a:gd name="T33" fmla="*/ 17 h 36"/>
                  <a:gd name="T34" fmla="*/ 0 w 27"/>
                  <a:gd name="T35" fmla="*/ 21 h 36"/>
                  <a:gd name="T36" fmla="*/ 0 w 27"/>
                  <a:gd name="T37" fmla="*/ 24 h 36"/>
                  <a:gd name="T38" fmla="*/ 1 w 27"/>
                  <a:gd name="T39" fmla="*/ 26 h 36"/>
                  <a:gd name="T40" fmla="*/ 2 w 27"/>
                  <a:gd name="T41" fmla="*/ 30 h 36"/>
                  <a:gd name="T42" fmla="*/ 5 w 27"/>
                  <a:gd name="T43" fmla="*/ 32 h 36"/>
                  <a:gd name="T44" fmla="*/ 8 w 27"/>
                  <a:gd name="T45" fmla="*/ 33 h 36"/>
                  <a:gd name="T46" fmla="*/ 9 w 27"/>
                  <a:gd name="T47" fmla="*/ 35 h 36"/>
                  <a:gd name="T48" fmla="*/ 12 w 27"/>
                  <a:gd name="T49" fmla="*/ 35 h 36"/>
                  <a:gd name="T50" fmla="*/ 15 w 27"/>
                  <a:gd name="T51" fmla="*/ 35 h 36"/>
                  <a:gd name="T52" fmla="*/ 17 w 27"/>
                  <a:gd name="T53" fmla="*/ 33 h 36"/>
                  <a:gd name="T54" fmla="*/ 20 w 27"/>
                  <a:gd name="T55" fmla="*/ 32 h 36"/>
                  <a:gd name="T56" fmla="*/ 21 w 27"/>
                  <a:gd name="T57" fmla="*/ 30 h 36"/>
                  <a:gd name="T58" fmla="*/ 24 w 27"/>
                  <a:gd name="T59" fmla="*/ 26 h 36"/>
                  <a:gd name="T60" fmla="*/ 24 w 27"/>
                  <a:gd name="T61" fmla="*/ 24 h 36"/>
                  <a:gd name="T62" fmla="*/ 26 w 27"/>
                  <a:gd name="T63" fmla="*/ 21 h 36"/>
                  <a:gd name="T64" fmla="*/ 26 w 27"/>
                  <a:gd name="T65" fmla="*/ 17 h 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7"/>
                  <a:gd name="T100" fmla="*/ 0 h 36"/>
                  <a:gd name="T101" fmla="*/ 27 w 27"/>
                  <a:gd name="T102" fmla="*/ 36 h 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7" h="36">
                    <a:moveTo>
                      <a:pt x="26" y="17"/>
                    </a:moveTo>
                    <a:lnTo>
                      <a:pt x="26" y="14"/>
                    </a:lnTo>
                    <a:lnTo>
                      <a:pt x="24" y="10"/>
                    </a:lnTo>
                    <a:lnTo>
                      <a:pt x="24" y="8"/>
                    </a:lnTo>
                    <a:lnTo>
                      <a:pt x="21" y="4"/>
                    </a:lnTo>
                    <a:lnTo>
                      <a:pt x="20" y="3"/>
                    </a:lnTo>
                    <a:lnTo>
                      <a:pt x="17" y="1"/>
                    </a:lnTo>
                    <a:lnTo>
                      <a:pt x="15" y="0"/>
                    </a:lnTo>
                    <a:lnTo>
                      <a:pt x="12" y="0"/>
                    </a:lnTo>
                    <a:lnTo>
                      <a:pt x="9" y="0"/>
                    </a:lnTo>
                    <a:lnTo>
                      <a:pt x="8" y="1"/>
                    </a:lnTo>
                    <a:lnTo>
                      <a:pt x="5" y="3"/>
                    </a:lnTo>
                    <a:lnTo>
                      <a:pt x="2" y="4"/>
                    </a:lnTo>
                    <a:lnTo>
                      <a:pt x="1" y="8"/>
                    </a:lnTo>
                    <a:lnTo>
                      <a:pt x="0" y="10"/>
                    </a:lnTo>
                    <a:lnTo>
                      <a:pt x="0" y="14"/>
                    </a:lnTo>
                    <a:lnTo>
                      <a:pt x="0" y="17"/>
                    </a:lnTo>
                    <a:lnTo>
                      <a:pt x="0" y="21"/>
                    </a:lnTo>
                    <a:lnTo>
                      <a:pt x="0" y="24"/>
                    </a:lnTo>
                    <a:lnTo>
                      <a:pt x="1" y="26"/>
                    </a:lnTo>
                    <a:lnTo>
                      <a:pt x="2" y="30"/>
                    </a:lnTo>
                    <a:lnTo>
                      <a:pt x="5" y="32"/>
                    </a:lnTo>
                    <a:lnTo>
                      <a:pt x="8" y="33"/>
                    </a:lnTo>
                    <a:lnTo>
                      <a:pt x="9" y="35"/>
                    </a:lnTo>
                    <a:lnTo>
                      <a:pt x="12" y="35"/>
                    </a:lnTo>
                    <a:lnTo>
                      <a:pt x="15" y="35"/>
                    </a:lnTo>
                    <a:lnTo>
                      <a:pt x="17" y="33"/>
                    </a:lnTo>
                    <a:lnTo>
                      <a:pt x="20" y="32"/>
                    </a:lnTo>
                    <a:lnTo>
                      <a:pt x="21" y="30"/>
                    </a:lnTo>
                    <a:lnTo>
                      <a:pt x="24" y="26"/>
                    </a:lnTo>
                    <a:lnTo>
                      <a:pt x="24" y="24"/>
                    </a:lnTo>
                    <a:lnTo>
                      <a:pt x="26" y="21"/>
                    </a:lnTo>
                    <a:lnTo>
                      <a:pt x="26" y="17"/>
                    </a:lnTo>
                  </a:path>
                </a:pathLst>
              </a:custGeom>
              <a:solidFill>
                <a:schemeClr val="bg2"/>
              </a:solidFill>
              <a:ln w="12700" cap="rnd">
                <a:solidFill>
                  <a:schemeClr val="tx1"/>
                </a:solidFill>
                <a:round/>
                <a:headEnd/>
                <a:tailEnd/>
              </a:ln>
            </p:spPr>
            <p:txBody>
              <a:bodyPr/>
              <a:lstStyle/>
              <a:p>
                <a:endParaRPr lang="pt-BR"/>
              </a:p>
            </p:txBody>
          </p:sp>
          <p:sp>
            <p:nvSpPr>
              <p:cNvPr id="258" name="Freeform 700"/>
              <p:cNvSpPr>
                <a:spLocks/>
              </p:cNvSpPr>
              <p:nvPr/>
            </p:nvSpPr>
            <p:spPr bwMode="auto">
              <a:xfrm>
                <a:off x="724" y="1172"/>
                <a:ext cx="31" cy="44"/>
              </a:xfrm>
              <a:custGeom>
                <a:avLst/>
                <a:gdLst>
                  <a:gd name="T0" fmla="*/ 30 w 31"/>
                  <a:gd name="T1" fmla="*/ 22 h 44"/>
                  <a:gd name="T2" fmla="*/ 30 w 31"/>
                  <a:gd name="T3" fmla="*/ 22 h 44"/>
                  <a:gd name="T4" fmla="*/ 28 w 31"/>
                  <a:gd name="T5" fmla="*/ 16 h 44"/>
                  <a:gd name="T6" fmla="*/ 28 w 31"/>
                  <a:gd name="T7" fmla="*/ 12 h 44"/>
                  <a:gd name="T8" fmla="*/ 27 w 31"/>
                  <a:gd name="T9" fmla="*/ 9 h 44"/>
                  <a:gd name="T10" fmla="*/ 25 w 31"/>
                  <a:gd name="T11" fmla="*/ 5 h 44"/>
                  <a:gd name="T12" fmla="*/ 23 w 31"/>
                  <a:gd name="T13" fmla="*/ 3 h 44"/>
                  <a:gd name="T14" fmla="*/ 20 w 31"/>
                  <a:gd name="T15" fmla="*/ 1 h 44"/>
                  <a:gd name="T16" fmla="*/ 17 w 31"/>
                  <a:gd name="T17" fmla="*/ 0 h 44"/>
                  <a:gd name="T18" fmla="*/ 15 w 31"/>
                  <a:gd name="T19" fmla="*/ 0 h 44"/>
                  <a:gd name="T20" fmla="*/ 10 w 31"/>
                  <a:gd name="T21" fmla="*/ 0 h 44"/>
                  <a:gd name="T22" fmla="*/ 9 w 31"/>
                  <a:gd name="T23" fmla="*/ 1 h 44"/>
                  <a:gd name="T24" fmla="*/ 6 w 31"/>
                  <a:gd name="T25" fmla="*/ 3 h 44"/>
                  <a:gd name="T26" fmla="*/ 4 w 31"/>
                  <a:gd name="T27" fmla="*/ 5 h 44"/>
                  <a:gd name="T28" fmla="*/ 2 w 31"/>
                  <a:gd name="T29" fmla="*/ 9 h 44"/>
                  <a:gd name="T30" fmla="*/ 1 w 31"/>
                  <a:gd name="T31" fmla="*/ 12 h 44"/>
                  <a:gd name="T32" fmla="*/ 0 w 31"/>
                  <a:gd name="T33" fmla="*/ 16 h 44"/>
                  <a:gd name="T34" fmla="*/ 0 w 31"/>
                  <a:gd name="T35" fmla="*/ 22 h 44"/>
                  <a:gd name="T36" fmla="*/ 0 w 31"/>
                  <a:gd name="T37" fmla="*/ 26 h 44"/>
                  <a:gd name="T38" fmla="*/ 1 w 31"/>
                  <a:gd name="T39" fmla="*/ 30 h 44"/>
                  <a:gd name="T40" fmla="*/ 2 w 31"/>
                  <a:gd name="T41" fmla="*/ 33 h 44"/>
                  <a:gd name="T42" fmla="*/ 4 w 31"/>
                  <a:gd name="T43" fmla="*/ 37 h 44"/>
                  <a:gd name="T44" fmla="*/ 6 w 31"/>
                  <a:gd name="T45" fmla="*/ 39 h 44"/>
                  <a:gd name="T46" fmla="*/ 9 w 31"/>
                  <a:gd name="T47" fmla="*/ 41 h 44"/>
                  <a:gd name="T48" fmla="*/ 10 w 31"/>
                  <a:gd name="T49" fmla="*/ 43 h 44"/>
                  <a:gd name="T50" fmla="*/ 15 w 31"/>
                  <a:gd name="T51" fmla="*/ 43 h 44"/>
                  <a:gd name="T52" fmla="*/ 17 w 31"/>
                  <a:gd name="T53" fmla="*/ 43 h 44"/>
                  <a:gd name="T54" fmla="*/ 20 w 31"/>
                  <a:gd name="T55" fmla="*/ 41 h 44"/>
                  <a:gd name="T56" fmla="*/ 23 w 31"/>
                  <a:gd name="T57" fmla="*/ 39 h 44"/>
                  <a:gd name="T58" fmla="*/ 25 w 31"/>
                  <a:gd name="T59" fmla="*/ 37 h 44"/>
                  <a:gd name="T60" fmla="*/ 27 w 31"/>
                  <a:gd name="T61" fmla="*/ 33 h 44"/>
                  <a:gd name="T62" fmla="*/ 28 w 31"/>
                  <a:gd name="T63" fmla="*/ 30 h 44"/>
                  <a:gd name="T64" fmla="*/ 28 w 31"/>
                  <a:gd name="T65" fmla="*/ 26 h 44"/>
                  <a:gd name="T66" fmla="*/ 30 w 31"/>
                  <a:gd name="T67" fmla="*/ 22 h 4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1"/>
                  <a:gd name="T103" fmla="*/ 0 h 44"/>
                  <a:gd name="T104" fmla="*/ 31 w 31"/>
                  <a:gd name="T105" fmla="*/ 44 h 4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1" h="44">
                    <a:moveTo>
                      <a:pt x="30" y="22"/>
                    </a:moveTo>
                    <a:lnTo>
                      <a:pt x="30" y="22"/>
                    </a:lnTo>
                    <a:lnTo>
                      <a:pt x="28" y="16"/>
                    </a:lnTo>
                    <a:lnTo>
                      <a:pt x="28" y="12"/>
                    </a:lnTo>
                    <a:lnTo>
                      <a:pt x="27" y="9"/>
                    </a:lnTo>
                    <a:lnTo>
                      <a:pt x="25" y="5"/>
                    </a:lnTo>
                    <a:lnTo>
                      <a:pt x="23" y="3"/>
                    </a:lnTo>
                    <a:lnTo>
                      <a:pt x="20" y="1"/>
                    </a:lnTo>
                    <a:lnTo>
                      <a:pt x="17" y="0"/>
                    </a:lnTo>
                    <a:lnTo>
                      <a:pt x="15" y="0"/>
                    </a:lnTo>
                    <a:lnTo>
                      <a:pt x="10" y="0"/>
                    </a:lnTo>
                    <a:lnTo>
                      <a:pt x="9" y="1"/>
                    </a:lnTo>
                    <a:lnTo>
                      <a:pt x="6" y="3"/>
                    </a:lnTo>
                    <a:lnTo>
                      <a:pt x="4" y="5"/>
                    </a:lnTo>
                    <a:lnTo>
                      <a:pt x="2" y="9"/>
                    </a:lnTo>
                    <a:lnTo>
                      <a:pt x="1" y="12"/>
                    </a:lnTo>
                    <a:lnTo>
                      <a:pt x="0" y="16"/>
                    </a:lnTo>
                    <a:lnTo>
                      <a:pt x="0" y="22"/>
                    </a:lnTo>
                    <a:lnTo>
                      <a:pt x="0" y="26"/>
                    </a:lnTo>
                    <a:lnTo>
                      <a:pt x="1" y="30"/>
                    </a:lnTo>
                    <a:lnTo>
                      <a:pt x="2" y="33"/>
                    </a:lnTo>
                    <a:lnTo>
                      <a:pt x="4" y="37"/>
                    </a:lnTo>
                    <a:lnTo>
                      <a:pt x="6" y="39"/>
                    </a:lnTo>
                    <a:lnTo>
                      <a:pt x="9" y="41"/>
                    </a:lnTo>
                    <a:lnTo>
                      <a:pt x="10" y="43"/>
                    </a:lnTo>
                    <a:lnTo>
                      <a:pt x="15" y="43"/>
                    </a:lnTo>
                    <a:lnTo>
                      <a:pt x="17" y="43"/>
                    </a:lnTo>
                    <a:lnTo>
                      <a:pt x="20" y="41"/>
                    </a:lnTo>
                    <a:lnTo>
                      <a:pt x="23" y="39"/>
                    </a:lnTo>
                    <a:lnTo>
                      <a:pt x="25" y="37"/>
                    </a:lnTo>
                    <a:lnTo>
                      <a:pt x="27" y="33"/>
                    </a:lnTo>
                    <a:lnTo>
                      <a:pt x="28" y="30"/>
                    </a:lnTo>
                    <a:lnTo>
                      <a:pt x="28" y="26"/>
                    </a:lnTo>
                    <a:lnTo>
                      <a:pt x="30" y="22"/>
                    </a:lnTo>
                  </a:path>
                </a:pathLst>
              </a:custGeom>
              <a:solidFill>
                <a:schemeClr val="bg2"/>
              </a:solidFill>
              <a:ln w="12700" cap="rnd">
                <a:solidFill>
                  <a:schemeClr val="tx1"/>
                </a:solidFill>
                <a:round/>
                <a:headEnd/>
                <a:tailEnd/>
              </a:ln>
            </p:spPr>
            <p:txBody>
              <a:bodyPr/>
              <a:lstStyle/>
              <a:p>
                <a:endParaRPr lang="pt-BR"/>
              </a:p>
            </p:txBody>
          </p:sp>
        </p:grpSp>
        <p:sp>
          <p:nvSpPr>
            <p:cNvPr id="15" name="Freeform 701"/>
            <p:cNvSpPr>
              <a:spLocks/>
            </p:cNvSpPr>
            <p:nvPr/>
          </p:nvSpPr>
          <p:spPr bwMode="auto">
            <a:xfrm>
              <a:off x="3552" y="1485"/>
              <a:ext cx="1872" cy="1104"/>
            </a:xfrm>
            <a:custGeom>
              <a:avLst/>
              <a:gdLst>
                <a:gd name="T0" fmla="*/ 0 w 1872"/>
                <a:gd name="T1" fmla="*/ 0 h 1104"/>
                <a:gd name="T2" fmla="*/ 384 w 1872"/>
                <a:gd name="T3" fmla="*/ 96 h 1104"/>
                <a:gd name="T4" fmla="*/ 384 w 1872"/>
                <a:gd name="T5" fmla="*/ 480 h 1104"/>
                <a:gd name="T6" fmla="*/ 576 w 1872"/>
                <a:gd name="T7" fmla="*/ 576 h 1104"/>
                <a:gd name="T8" fmla="*/ 1872 w 1872"/>
                <a:gd name="T9" fmla="*/ 816 h 1104"/>
                <a:gd name="T10" fmla="*/ 1296 w 1872"/>
                <a:gd name="T11" fmla="*/ 1104 h 1104"/>
                <a:gd name="T12" fmla="*/ 672 w 1872"/>
                <a:gd name="T13" fmla="*/ 1104 h 1104"/>
                <a:gd name="T14" fmla="*/ 288 w 1872"/>
                <a:gd name="T15" fmla="*/ 528 h 1104"/>
                <a:gd name="T16" fmla="*/ 0 w 1872"/>
                <a:gd name="T17" fmla="*/ 0 h 1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2"/>
                <a:gd name="T28" fmla="*/ 0 h 1104"/>
                <a:gd name="T29" fmla="*/ 1872 w 1872"/>
                <a:gd name="T30" fmla="*/ 1104 h 1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2" h="1104">
                  <a:moveTo>
                    <a:pt x="0" y="0"/>
                  </a:moveTo>
                  <a:lnTo>
                    <a:pt x="384" y="96"/>
                  </a:lnTo>
                  <a:lnTo>
                    <a:pt x="384" y="480"/>
                  </a:lnTo>
                  <a:lnTo>
                    <a:pt x="576" y="576"/>
                  </a:lnTo>
                  <a:lnTo>
                    <a:pt x="1872" y="816"/>
                  </a:lnTo>
                  <a:lnTo>
                    <a:pt x="1296" y="1104"/>
                  </a:lnTo>
                  <a:lnTo>
                    <a:pt x="672" y="1104"/>
                  </a:lnTo>
                  <a:lnTo>
                    <a:pt x="288" y="528"/>
                  </a:lnTo>
                  <a:lnTo>
                    <a:pt x="0" y="0"/>
                  </a:lnTo>
                  <a:close/>
                </a:path>
              </a:pathLst>
            </a:custGeom>
            <a:gradFill rotWithShape="0">
              <a:gsLst>
                <a:gs pos="0">
                  <a:srgbClr val="FFCC00"/>
                </a:gs>
                <a:gs pos="100000">
                  <a:schemeClr val="accent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grpSp>
          <p:nvGrpSpPr>
            <p:cNvPr id="16" name="Group 702"/>
            <p:cNvGrpSpPr>
              <a:grpSpLocks/>
            </p:cNvGrpSpPr>
            <p:nvPr/>
          </p:nvGrpSpPr>
          <p:grpSpPr bwMode="auto">
            <a:xfrm>
              <a:off x="4257" y="1789"/>
              <a:ext cx="1437" cy="800"/>
              <a:chOff x="4257" y="1789"/>
              <a:chExt cx="1437" cy="800"/>
            </a:xfrm>
          </p:grpSpPr>
          <p:sp>
            <p:nvSpPr>
              <p:cNvPr id="118" name="Freeform 703"/>
              <p:cNvSpPr>
                <a:spLocks/>
              </p:cNvSpPr>
              <p:nvPr/>
            </p:nvSpPr>
            <p:spPr bwMode="auto">
              <a:xfrm>
                <a:off x="4257" y="1887"/>
                <a:ext cx="733" cy="508"/>
              </a:xfrm>
              <a:custGeom>
                <a:avLst/>
                <a:gdLst>
                  <a:gd name="T0" fmla="*/ 0 w 8065"/>
                  <a:gd name="T1" fmla="*/ 0 h 5584"/>
                  <a:gd name="T2" fmla="*/ 0 w 8065"/>
                  <a:gd name="T3" fmla="*/ 0 h 5584"/>
                  <a:gd name="T4" fmla="*/ 0 w 8065"/>
                  <a:gd name="T5" fmla="*/ 0 h 5584"/>
                  <a:gd name="T6" fmla="*/ 0 w 8065"/>
                  <a:gd name="T7" fmla="*/ 0 h 5584"/>
                  <a:gd name="T8" fmla="*/ 0 w 8065"/>
                  <a:gd name="T9" fmla="*/ 0 h 5584"/>
                  <a:gd name="T10" fmla="*/ 0 w 8065"/>
                  <a:gd name="T11" fmla="*/ 0 h 5584"/>
                  <a:gd name="T12" fmla="*/ 0 w 8065"/>
                  <a:gd name="T13" fmla="*/ 0 h 5584"/>
                  <a:gd name="T14" fmla="*/ 0 w 8065"/>
                  <a:gd name="T15" fmla="*/ 0 h 5584"/>
                  <a:gd name="T16" fmla="*/ 0 w 8065"/>
                  <a:gd name="T17" fmla="*/ 0 h 5584"/>
                  <a:gd name="T18" fmla="*/ 0 w 8065"/>
                  <a:gd name="T19" fmla="*/ 0 h 5584"/>
                  <a:gd name="T20" fmla="*/ 0 w 8065"/>
                  <a:gd name="T21" fmla="*/ 0 h 5584"/>
                  <a:gd name="T22" fmla="*/ 0 w 8065"/>
                  <a:gd name="T23" fmla="*/ 0 h 5584"/>
                  <a:gd name="T24" fmla="*/ 0 w 8065"/>
                  <a:gd name="T25" fmla="*/ 0 h 5584"/>
                  <a:gd name="T26" fmla="*/ 0 w 8065"/>
                  <a:gd name="T27" fmla="*/ 0 h 55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065"/>
                  <a:gd name="T43" fmla="*/ 0 h 5584"/>
                  <a:gd name="T44" fmla="*/ 8065 w 8065"/>
                  <a:gd name="T45" fmla="*/ 5584 h 55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065" h="5584">
                    <a:moveTo>
                      <a:pt x="0" y="3180"/>
                    </a:moveTo>
                    <a:lnTo>
                      <a:pt x="923" y="3180"/>
                    </a:lnTo>
                    <a:lnTo>
                      <a:pt x="1463" y="0"/>
                    </a:lnTo>
                    <a:lnTo>
                      <a:pt x="4947" y="131"/>
                    </a:lnTo>
                    <a:lnTo>
                      <a:pt x="5071" y="3307"/>
                    </a:lnTo>
                    <a:lnTo>
                      <a:pt x="4367" y="3307"/>
                    </a:lnTo>
                    <a:lnTo>
                      <a:pt x="5430" y="3523"/>
                    </a:lnTo>
                    <a:lnTo>
                      <a:pt x="5430" y="4769"/>
                    </a:lnTo>
                    <a:lnTo>
                      <a:pt x="6027" y="4738"/>
                    </a:lnTo>
                    <a:lnTo>
                      <a:pt x="8065" y="5222"/>
                    </a:lnTo>
                    <a:lnTo>
                      <a:pt x="4205" y="5584"/>
                    </a:lnTo>
                    <a:lnTo>
                      <a:pt x="2834" y="4948"/>
                    </a:lnTo>
                    <a:lnTo>
                      <a:pt x="1501" y="5061"/>
                    </a:lnTo>
                    <a:lnTo>
                      <a:pt x="0" y="31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9" name="Freeform 704"/>
              <p:cNvSpPr>
                <a:spLocks/>
              </p:cNvSpPr>
              <p:nvPr/>
            </p:nvSpPr>
            <p:spPr bwMode="auto">
              <a:xfrm>
                <a:off x="4424" y="1925"/>
                <a:ext cx="263" cy="237"/>
              </a:xfrm>
              <a:custGeom>
                <a:avLst/>
                <a:gdLst>
                  <a:gd name="T0" fmla="*/ 0 w 2888"/>
                  <a:gd name="T1" fmla="*/ 0 h 2601"/>
                  <a:gd name="T2" fmla="*/ 0 w 2888"/>
                  <a:gd name="T3" fmla="*/ 0 h 2601"/>
                  <a:gd name="T4" fmla="*/ 0 w 2888"/>
                  <a:gd name="T5" fmla="*/ 0 h 2601"/>
                  <a:gd name="T6" fmla="*/ 0 w 2888"/>
                  <a:gd name="T7" fmla="*/ 0 h 2601"/>
                  <a:gd name="T8" fmla="*/ 0 w 2888"/>
                  <a:gd name="T9" fmla="*/ 0 h 2601"/>
                  <a:gd name="T10" fmla="*/ 0 60000 65536"/>
                  <a:gd name="T11" fmla="*/ 0 60000 65536"/>
                  <a:gd name="T12" fmla="*/ 0 60000 65536"/>
                  <a:gd name="T13" fmla="*/ 0 60000 65536"/>
                  <a:gd name="T14" fmla="*/ 0 60000 65536"/>
                  <a:gd name="T15" fmla="*/ 0 w 2888"/>
                  <a:gd name="T16" fmla="*/ 0 h 2601"/>
                  <a:gd name="T17" fmla="*/ 2888 w 2888"/>
                  <a:gd name="T18" fmla="*/ 2601 h 2601"/>
                </a:gdLst>
                <a:ahLst/>
                <a:cxnLst>
                  <a:cxn ang="T10">
                    <a:pos x="T0" y="T1"/>
                  </a:cxn>
                  <a:cxn ang="T11">
                    <a:pos x="T2" y="T3"/>
                  </a:cxn>
                  <a:cxn ang="T12">
                    <a:pos x="T4" y="T5"/>
                  </a:cxn>
                  <a:cxn ang="T13">
                    <a:pos x="T6" y="T7"/>
                  </a:cxn>
                  <a:cxn ang="T14">
                    <a:pos x="T8" y="T9"/>
                  </a:cxn>
                </a:cxnLst>
                <a:rect l="T15" t="T16" r="T17" b="T18"/>
                <a:pathLst>
                  <a:path w="2888" h="2601">
                    <a:moveTo>
                      <a:pt x="0" y="0"/>
                    </a:moveTo>
                    <a:lnTo>
                      <a:pt x="70" y="2601"/>
                    </a:lnTo>
                    <a:lnTo>
                      <a:pt x="2888" y="2568"/>
                    </a:lnTo>
                    <a:lnTo>
                      <a:pt x="2798" y="76"/>
                    </a:lnTo>
                    <a:lnTo>
                      <a:pt x="0" y="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0" name="Freeform 705"/>
              <p:cNvSpPr>
                <a:spLocks/>
              </p:cNvSpPr>
              <p:nvPr/>
            </p:nvSpPr>
            <p:spPr bwMode="auto">
              <a:xfrm>
                <a:off x="5060" y="2079"/>
                <a:ext cx="577" cy="477"/>
              </a:xfrm>
              <a:custGeom>
                <a:avLst/>
                <a:gdLst>
                  <a:gd name="T0" fmla="*/ 0 w 6343"/>
                  <a:gd name="T1" fmla="*/ 0 h 5241"/>
                  <a:gd name="T2" fmla="*/ 0 w 6343"/>
                  <a:gd name="T3" fmla="*/ 0 h 5241"/>
                  <a:gd name="T4" fmla="*/ 0 w 6343"/>
                  <a:gd name="T5" fmla="*/ 0 h 5241"/>
                  <a:gd name="T6" fmla="*/ 0 w 6343"/>
                  <a:gd name="T7" fmla="*/ 0 h 5241"/>
                  <a:gd name="T8" fmla="*/ 0 w 6343"/>
                  <a:gd name="T9" fmla="*/ 0 h 5241"/>
                  <a:gd name="T10" fmla="*/ 0 w 6343"/>
                  <a:gd name="T11" fmla="*/ 0 h 5241"/>
                  <a:gd name="T12" fmla="*/ 0 w 6343"/>
                  <a:gd name="T13" fmla="*/ 0 h 5241"/>
                  <a:gd name="T14" fmla="*/ 0 w 6343"/>
                  <a:gd name="T15" fmla="*/ 0 h 5241"/>
                  <a:gd name="T16" fmla="*/ 0 w 6343"/>
                  <a:gd name="T17" fmla="*/ 0 h 5241"/>
                  <a:gd name="T18" fmla="*/ 0 w 6343"/>
                  <a:gd name="T19" fmla="*/ 0 h 5241"/>
                  <a:gd name="T20" fmla="*/ 0 w 6343"/>
                  <a:gd name="T21" fmla="*/ 0 h 5241"/>
                  <a:gd name="T22" fmla="*/ 0 w 6343"/>
                  <a:gd name="T23" fmla="*/ 0 h 5241"/>
                  <a:gd name="T24" fmla="*/ 0 w 6343"/>
                  <a:gd name="T25" fmla="*/ 0 h 5241"/>
                  <a:gd name="T26" fmla="*/ 0 w 6343"/>
                  <a:gd name="T27" fmla="*/ 0 h 5241"/>
                  <a:gd name="T28" fmla="*/ 0 w 6343"/>
                  <a:gd name="T29" fmla="*/ 0 h 5241"/>
                  <a:gd name="T30" fmla="*/ 0 w 6343"/>
                  <a:gd name="T31" fmla="*/ 0 h 5241"/>
                  <a:gd name="T32" fmla="*/ 0 w 6343"/>
                  <a:gd name="T33" fmla="*/ 0 h 5241"/>
                  <a:gd name="T34" fmla="*/ 0 w 6343"/>
                  <a:gd name="T35" fmla="*/ 0 h 5241"/>
                  <a:gd name="T36" fmla="*/ 0 w 6343"/>
                  <a:gd name="T37" fmla="*/ 0 h 5241"/>
                  <a:gd name="T38" fmla="*/ 0 w 6343"/>
                  <a:gd name="T39" fmla="*/ 0 h 5241"/>
                  <a:gd name="T40" fmla="*/ 0 w 6343"/>
                  <a:gd name="T41" fmla="*/ 0 h 5241"/>
                  <a:gd name="T42" fmla="*/ 0 w 6343"/>
                  <a:gd name="T43" fmla="*/ 0 h 5241"/>
                  <a:gd name="T44" fmla="*/ 0 w 6343"/>
                  <a:gd name="T45" fmla="*/ 0 h 5241"/>
                  <a:gd name="T46" fmla="*/ 0 w 6343"/>
                  <a:gd name="T47" fmla="*/ 0 h 5241"/>
                  <a:gd name="T48" fmla="*/ 0 w 6343"/>
                  <a:gd name="T49" fmla="*/ 0 h 5241"/>
                  <a:gd name="T50" fmla="*/ 0 w 6343"/>
                  <a:gd name="T51" fmla="*/ 0 h 5241"/>
                  <a:gd name="T52" fmla="*/ 0 w 6343"/>
                  <a:gd name="T53" fmla="*/ 0 h 5241"/>
                  <a:gd name="T54" fmla="*/ 0 w 6343"/>
                  <a:gd name="T55" fmla="*/ 0 h 52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343"/>
                  <a:gd name="T85" fmla="*/ 0 h 5241"/>
                  <a:gd name="T86" fmla="*/ 6343 w 6343"/>
                  <a:gd name="T87" fmla="*/ 5241 h 524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343" h="5241">
                    <a:moveTo>
                      <a:pt x="117" y="3295"/>
                    </a:moveTo>
                    <a:lnTo>
                      <a:pt x="0" y="2659"/>
                    </a:lnTo>
                    <a:lnTo>
                      <a:pt x="0" y="2423"/>
                    </a:lnTo>
                    <a:lnTo>
                      <a:pt x="614" y="2144"/>
                    </a:lnTo>
                    <a:lnTo>
                      <a:pt x="889" y="2321"/>
                    </a:lnTo>
                    <a:lnTo>
                      <a:pt x="1405" y="2282"/>
                    </a:lnTo>
                    <a:lnTo>
                      <a:pt x="2161" y="2144"/>
                    </a:lnTo>
                    <a:lnTo>
                      <a:pt x="2495" y="1966"/>
                    </a:lnTo>
                    <a:lnTo>
                      <a:pt x="2593" y="1726"/>
                    </a:lnTo>
                    <a:lnTo>
                      <a:pt x="2771" y="1488"/>
                    </a:lnTo>
                    <a:lnTo>
                      <a:pt x="3208" y="1272"/>
                    </a:lnTo>
                    <a:lnTo>
                      <a:pt x="3467" y="952"/>
                    </a:lnTo>
                    <a:lnTo>
                      <a:pt x="4001" y="140"/>
                    </a:lnTo>
                    <a:lnTo>
                      <a:pt x="5668" y="0"/>
                    </a:lnTo>
                    <a:lnTo>
                      <a:pt x="5925" y="179"/>
                    </a:lnTo>
                    <a:lnTo>
                      <a:pt x="5904" y="258"/>
                    </a:lnTo>
                    <a:lnTo>
                      <a:pt x="5805" y="379"/>
                    </a:lnTo>
                    <a:lnTo>
                      <a:pt x="5805" y="576"/>
                    </a:lnTo>
                    <a:lnTo>
                      <a:pt x="5786" y="697"/>
                    </a:lnTo>
                    <a:lnTo>
                      <a:pt x="5709" y="715"/>
                    </a:lnTo>
                    <a:lnTo>
                      <a:pt x="5886" y="1012"/>
                    </a:lnTo>
                    <a:lnTo>
                      <a:pt x="6145" y="1528"/>
                    </a:lnTo>
                    <a:lnTo>
                      <a:pt x="6343" y="1726"/>
                    </a:lnTo>
                    <a:lnTo>
                      <a:pt x="6343" y="2084"/>
                    </a:lnTo>
                    <a:lnTo>
                      <a:pt x="1346" y="5241"/>
                    </a:lnTo>
                    <a:lnTo>
                      <a:pt x="950" y="5040"/>
                    </a:lnTo>
                    <a:lnTo>
                      <a:pt x="790" y="3615"/>
                    </a:lnTo>
                    <a:lnTo>
                      <a:pt x="117" y="3295"/>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1" name="Freeform 706"/>
              <p:cNvSpPr>
                <a:spLocks/>
              </p:cNvSpPr>
              <p:nvPr/>
            </p:nvSpPr>
            <p:spPr bwMode="auto">
              <a:xfrm>
                <a:off x="4829" y="2494"/>
                <a:ext cx="321" cy="94"/>
              </a:xfrm>
              <a:custGeom>
                <a:avLst/>
                <a:gdLst>
                  <a:gd name="T0" fmla="*/ 0 w 3531"/>
                  <a:gd name="T1" fmla="*/ 0 h 1033"/>
                  <a:gd name="T2" fmla="*/ 0 w 3531"/>
                  <a:gd name="T3" fmla="*/ 0 h 1033"/>
                  <a:gd name="T4" fmla="*/ 0 w 3531"/>
                  <a:gd name="T5" fmla="*/ 0 h 1033"/>
                  <a:gd name="T6" fmla="*/ 0 w 3531"/>
                  <a:gd name="T7" fmla="*/ 0 h 1033"/>
                  <a:gd name="T8" fmla="*/ 0 w 3531"/>
                  <a:gd name="T9" fmla="*/ 0 h 1033"/>
                  <a:gd name="T10" fmla="*/ 0 60000 65536"/>
                  <a:gd name="T11" fmla="*/ 0 60000 65536"/>
                  <a:gd name="T12" fmla="*/ 0 60000 65536"/>
                  <a:gd name="T13" fmla="*/ 0 60000 65536"/>
                  <a:gd name="T14" fmla="*/ 0 60000 65536"/>
                  <a:gd name="T15" fmla="*/ 0 w 3531"/>
                  <a:gd name="T16" fmla="*/ 0 h 1033"/>
                  <a:gd name="T17" fmla="*/ 3531 w 3531"/>
                  <a:gd name="T18" fmla="*/ 1033 h 1033"/>
                </a:gdLst>
                <a:ahLst/>
                <a:cxnLst>
                  <a:cxn ang="T10">
                    <a:pos x="T0" y="T1"/>
                  </a:cxn>
                  <a:cxn ang="T11">
                    <a:pos x="T2" y="T3"/>
                  </a:cxn>
                  <a:cxn ang="T12">
                    <a:pos x="T4" y="T5"/>
                  </a:cxn>
                  <a:cxn ang="T13">
                    <a:pos x="T6" y="T7"/>
                  </a:cxn>
                  <a:cxn ang="T14">
                    <a:pos x="T8" y="T9"/>
                  </a:cxn>
                </a:cxnLst>
                <a:rect l="T15" t="T16" r="T17" b="T18"/>
                <a:pathLst>
                  <a:path w="3531" h="1033">
                    <a:moveTo>
                      <a:pt x="0" y="1033"/>
                    </a:moveTo>
                    <a:lnTo>
                      <a:pt x="3193" y="1033"/>
                    </a:lnTo>
                    <a:lnTo>
                      <a:pt x="3531" y="0"/>
                    </a:lnTo>
                    <a:lnTo>
                      <a:pt x="1312" y="220"/>
                    </a:lnTo>
                    <a:lnTo>
                      <a:pt x="0" y="1033"/>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2" name="Freeform 707"/>
              <p:cNvSpPr>
                <a:spLocks/>
              </p:cNvSpPr>
              <p:nvPr/>
            </p:nvSpPr>
            <p:spPr bwMode="auto">
              <a:xfrm>
                <a:off x="5400" y="2265"/>
                <a:ext cx="291" cy="323"/>
              </a:xfrm>
              <a:custGeom>
                <a:avLst/>
                <a:gdLst>
                  <a:gd name="T0" fmla="*/ 0 w 3192"/>
                  <a:gd name="T1" fmla="*/ 0 h 3555"/>
                  <a:gd name="T2" fmla="*/ 0 w 3192"/>
                  <a:gd name="T3" fmla="*/ 0 h 3555"/>
                  <a:gd name="T4" fmla="*/ 0 w 3192"/>
                  <a:gd name="T5" fmla="*/ 0 h 3555"/>
                  <a:gd name="T6" fmla="*/ 0 w 3192"/>
                  <a:gd name="T7" fmla="*/ 0 h 3555"/>
                  <a:gd name="T8" fmla="*/ 0 w 3192"/>
                  <a:gd name="T9" fmla="*/ 0 h 3555"/>
                  <a:gd name="T10" fmla="*/ 0 w 3192"/>
                  <a:gd name="T11" fmla="*/ 0 h 3555"/>
                  <a:gd name="T12" fmla="*/ 0 w 3192"/>
                  <a:gd name="T13" fmla="*/ 0 h 3555"/>
                  <a:gd name="T14" fmla="*/ 0 w 3192"/>
                  <a:gd name="T15" fmla="*/ 0 h 3555"/>
                  <a:gd name="T16" fmla="*/ 0 w 3192"/>
                  <a:gd name="T17" fmla="*/ 0 h 3555"/>
                  <a:gd name="T18" fmla="*/ 0 w 3192"/>
                  <a:gd name="T19" fmla="*/ 0 h 3555"/>
                  <a:gd name="T20" fmla="*/ 0 w 3192"/>
                  <a:gd name="T21" fmla="*/ 0 h 3555"/>
                  <a:gd name="T22" fmla="*/ 0 w 3192"/>
                  <a:gd name="T23" fmla="*/ 0 h 3555"/>
                  <a:gd name="T24" fmla="*/ 0 w 3192"/>
                  <a:gd name="T25" fmla="*/ 0 h 3555"/>
                  <a:gd name="T26" fmla="*/ 0 w 3192"/>
                  <a:gd name="T27" fmla="*/ 0 h 3555"/>
                  <a:gd name="T28" fmla="*/ 0 w 3192"/>
                  <a:gd name="T29" fmla="*/ 0 h 3555"/>
                  <a:gd name="T30" fmla="*/ 0 w 3192"/>
                  <a:gd name="T31" fmla="*/ 0 h 3555"/>
                  <a:gd name="T32" fmla="*/ 0 w 3192"/>
                  <a:gd name="T33" fmla="*/ 0 h 35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92"/>
                  <a:gd name="T52" fmla="*/ 0 h 3555"/>
                  <a:gd name="T53" fmla="*/ 3192 w 3192"/>
                  <a:gd name="T54" fmla="*/ 3555 h 355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92" h="3555">
                    <a:moveTo>
                      <a:pt x="2299" y="3555"/>
                    </a:moveTo>
                    <a:lnTo>
                      <a:pt x="2299" y="2560"/>
                    </a:lnTo>
                    <a:lnTo>
                      <a:pt x="2495" y="1630"/>
                    </a:lnTo>
                    <a:lnTo>
                      <a:pt x="2773" y="994"/>
                    </a:lnTo>
                    <a:lnTo>
                      <a:pt x="2954" y="558"/>
                    </a:lnTo>
                    <a:lnTo>
                      <a:pt x="3192" y="299"/>
                    </a:lnTo>
                    <a:lnTo>
                      <a:pt x="3192" y="216"/>
                    </a:lnTo>
                    <a:lnTo>
                      <a:pt x="3051" y="79"/>
                    </a:lnTo>
                    <a:lnTo>
                      <a:pt x="2914" y="0"/>
                    </a:lnTo>
                    <a:lnTo>
                      <a:pt x="2634" y="22"/>
                    </a:lnTo>
                    <a:lnTo>
                      <a:pt x="2179" y="179"/>
                    </a:lnTo>
                    <a:lnTo>
                      <a:pt x="1525" y="615"/>
                    </a:lnTo>
                    <a:lnTo>
                      <a:pt x="952" y="1251"/>
                    </a:lnTo>
                    <a:lnTo>
                      <a:pt x="455" y="2005"/>
                    </a:lnTo>
                    <a:lnTo>
                      <a:pt x="198" y="2639"/>
                    </a:lnTo>
                    <a:lnTo>
                      <a:pt x="0" y="3555"/>
                    </a:lnTo>
                    <a:lnTo>
                      <a:pt x="2299" y="355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3" name="Freeform 708"/>
              <p:cNvSpPr>
                <a:spLocks/>
              </p:cNvSpPr>
              <p:nvPr/>
            </p:nvSpPr>
            <p:spPr bwMode="auto">
              <a:xfrm>
                <a:off x="4722" y="2275"/>
                <a:ext cx="345" cy="88"/>
              </a:xfrm>
              <a:custGeom>
                <a:avLst/>
                <a:gdLst>
                  <a:gd name="T0" fmla="*/ 0 w 3789"/>
                  <a:gd name="T1" fmla="*/ 0 h 959"/>
                  <a:gd name="T2" fmla="*/ 0 w 3789"/>
                  <a:gd name="T3" fmla="*/ 0 h 959"/>
                  <a:gd name="T4" fmla="*/ 0 w 3789"/>
                  <a:gd name="T5" fmla="*/ 0 h 959"/>
                  <a:gd name="T6" fmla="*/ 0 w 3789"/>
                  <a:gd name="T7" fmla="*/ 0 h 959"/>
                  <a:gd name="T8" fmla="*/ 0 w 3789"/>
                  <a:gd name="T9" fmla="*/ 0 h 959"/>
                  <a:gd name="T10" fmla="*/ 0 w 3789"/>
                  <a:gd name="T11" fmla="*/ 0 h 959"/>
                  <a:gd name="T12" fmla="*/ 0 w 3789"/>
                  <a:gd name="T13" fmla="*/ 0 h 959"/>
                  <a:gd name="T14" fmla="*/ 0 w 3789"/>
                  <a:gd name="T15" fmla="*/ 0 h 959"/>
                  <a:gd name="T16" fmla="*/ 0 w 3789"/>
                  <a:gd name="T17" fmla="*/ 0 h 959"/>
                  <a:gd name="T18" fmla="*/ 0 w 3789"/>
                  <a:gd name="T19" fmla="*/ 0 h 959"/>
                  <a:gd name="T20" fmla="*/ 0 w 3789"/>
                  <a:gd name="T21" fmla="*/ 0 h 959"/>
                  <a:gd name="T22" fmla="*/ 0 w 3789"/>
                  <a:gd name="T23" fmla="*/ 0 h 959"/>
                  <a:gd name="T24" fmla="*/ 0 w 3789"/>
                  <a:gd name="T25" fmla="*/ 0 h 959"/>
                  <a:gd name="T26" fmla="*/ 0 w 3789"/>
                  <a:gd name="T27" fmla="*/ 0 h 959"/>
                  <a:gd name="T28" fmla="*/ 0 w 3789"/>
                  <a:gd name="T29" fmla="*/ 0 h 959"/>
                  <a:gd name="T30" fmla="*/ 0 w 3789"/>
                  <a:gd name="T31" fmla="*/ 0 h 959"/>
                  <a:gd name="T32" fmla="*/ 0 w 3789"/>
                  <a:gd name="T33" fmla="*/ 0 h 9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89"/>
                  <a:gd name="T52" fmla="*/ 0 h 959"/>
                  <a:gd name="T53" fmla="*/ 3789 w 3789"/>
                  <a:gd name="T54" fmla="*/ 959 h 9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89" h="959">
                    <a:moveTo>
                      <a:pt x="0" y="314"/>
                    </a:moveTo>
                    <a:lnTo>
                      <a:pt x="484" y="353"/>
                    </a:lnTo>
                    <a:lnTo>
                      <a:pt x="893" y="554"/>
                    </a:lnTo>
                    <a:lnTo>
                      <a:pt x="1159" y="787"/>
                    </a:lnTo>
                    <a:lnTo>
                      <a:pt x="1714" y="891"/>
                    </a:lnTo>
                    <a:lnTo>
                      <a:pt x="2251" y="831"/>
                    </a:lnTo>
                    <a:lnTo>
                      <a:pt x="3789" y="959"/>
                    </a:lnTo>
                    <a:lnTo>
                      <a:pt x="3720" y="456"/>
                    </a:lnTo>
                    <a:lnTo>
                      <a:pt x="2155" y="449"/>
                    </a:lnTo>
                    <a:lnTo>
                      <a:pt x="1874" y="397"/>
                    </a:lnTo>
                    <a:lnTo>
                      <a:pt x="1076" y="0"/>
                    </a:lnTo>
                    <a:lnTo>
                      <a:pt x="845" y="77"/>
                    </a:lnTo>
                    <a:lnTo>
                      <a:pt x="662" y="42"/>
                    </a:lnTo>
                    <a:lnTo>
                      <a:pt x="424" y="42"/>
                    </a:lnTo>
                    <a:lnTo>
                      <a:pt x="344" y="96"/>
                    </a:lnTo>
                    <a:lnTo>
                      <a:pt x="19" y="253"/>
                    </a:lnTo>
                    <a:lnTo>
                      <a:pt x="0" y="31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4" name="Freeform 709"/>
              <p:cNvSpPr>
                <a:spLocks/>
              </p:cNvSpPr>
              <p:nvPr/>
            </p:nvSpPr>
            <p:spPr bwMode="auto">
              <a:xfrm>
                <a:off x="5151" y="2030"/>
                <a:ext cx="165" cy="359"/>
              </a:xfrm>
              <a:custGeom>
                <a:avLst/>
                <a:gdLst>
                  <a:gd name="T0" fmla="*/ 0 w 1809"/>
                  <a:gd name="T1" fmla="*/ 0 h 3947"/>
                  <a:gd name="T2" fmla="*/ 0 w 1809"/>
                  <a:gd name="T3" fmla="*/ 0 h 3947"/>
                  <a:gd name="T4" fmla="*/ 0 w 1809"/>
                  <a:gd name="T5" fmla="*/ 0 h 3947"/>
                  <a:gd name="T6" fmla="*/ 0 w 1809"/>
                  <a:gd name="T7" fmla="*/ 0 h 3947"/>
                  <a:gd name="T8" fmla="*/ 0 w 1809"/>
                  <a:gd name="T9" fmla="*/ 0 h 3947"/>
                  <a:gd name="T10" fmla="*/ 0 w 1809"/>
                  <a:gd name="T11" fmla="*/ 0 h 3947"/>
                  <a:gd name="T12" fmla="*/ 0 w 1809"/>
                  <a:gd name="T13" fmla="*/ 0 h 3947"/>
                  <a:gd name="T14" fmla="*/ 0 w 1809"/>
                  <a:gd name="T15" fmla="*/ 0 h 3947"/>
                  <a:gd name="T16" fmla="*/ 0 w 1809"/>
                  <a:gd name="T17" fmla="*/ 0 h 3947"/>
                  <a:gd name="T18" fmla="*/ 0 w 1809"/>
                  <a:gd name="T19" fmla="*/ 0 h 3947"/>
                  <a:gd name="T20" fmla="*/ 0 w 1809"/>
                  <a:gd name="T21" fmla="*/ 0 h 3947"/>
                  <a:gd name="T22" fmla="*/ 0 w 1809"/>
                  <a:gd name="T23" fmla="*/ 0 h 3947"/>
                  <a:gd name="T24" fmla="*/ 0 w 1809"/>
                  <a:gd name="T25" fmla="*/ 0 h 3947"/>
                  <a:gd name="T26" fmla="*/ 0 w 1809"/>
                  <a:gd name="T27" fmla="*/ 0 h 3947"/>
                  <a:gd name="T28" fmla="*/ 0 w 1809"/>
                  <a:gd name="T29" fmla="*/ 0 h 3947"/>
                  <a:gd name="T30" fmla="*/ 0 w 1809"/>
                  <a:gd name="T31" fmla="*/ 0 h 3947"/>
                  <a:gd name="T32" fmla="*/ 0 w 1809"/>
                  <a:gd name="T33" fmla="*/ 0 h 3947"/>
                  <a:gd name="T34" fmla="*/ 0 w 1809"/>
                  <a:gd name="T35" fmla="*/ 0 h 3947"/>
                  <a:gd name="T36" fmla="*/ 0 w 1809"/>
                  <a:gd name="T37" fmla="*/ 0 h 3947"/>
                  <a:gd name="T38" fmla="*/ 0 w 1809"/>
                  <a:gd name="T39" fmla="*/ 0 h 3947"/>
                  <a:gd name="T40" fmla="*/ 0 w 1809"/>
                  <a:gd name="T41" fmla="*/ 0 h 3947"/>
                  <a:gd name="T42" fmla="*/ 0 w 1809"/>
                  <a:gd name="T43" fmla="*/ 0 h 3947"/>
                  <a:gd name="T44" fmla="*/ 0 w 1809"/>
                  <a:gd name="T45" fmla="*/ 0 h 3947"/>
                  <a:gd name="T46" fmla="*/ 0 w 1809"/>
                  <a:gd name="T47" fmla="*/ 0 h 3947"/>
                  <a:gd name="T48" fmla="*/ 0 w 1809"/>
                  <a:gd name="T49" fmla="*/ 0 h 3947"/>
                  <a:gd name="T50" fmla="*/ 0 w 1809"/>
                  <a:gd name="T51" fmla="*/ 0 h 3947"/>
                  <a:gd name="T52" fmla="*/ 0 w 1809"/>
                  <a:gd name="T53" fmla="*/ 0 h 3947"/>
                  <a:gd name="T54" fmla="*/ 0 w 1809"/>
                  <a:gd name="T55" fmla="*/ 0 h 3947"/>
                  <a:gd name="T56" fmla="*/ 0 w 1809"/>
                  <a:gd name="T57" fmla="*/ 0 h 3947"/>
                  <a:gd name="T58" fmla="*/ 0 w 1809"/>
                  <a:gd name="T59" fmla="*/ 0 h 3947"/>
                  <a:gd name="T60" fmla="*/ 0 w 1809"/>
                  <a:gd name="T61" fmla="*/ 0 h 3947"/>
                  <a:gd name="T62" fmla="*/ 0 w 1809"/>
                  <a:gd name="T63" fmla="*/ 0 h 3947"/>
                  <a:gd name="T64" fmla="*/ 0 w 1809"/>
                  <a:gd name="T65" fmla="*/ 0 h 39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09"/>
                  <a:gd name="T100" fmla="*/ 0 h 3947"/>
                  <a:gd name="T101" fmla="*/ 1809 w 1809"/>
                  <a:gd name="T102" fmla="*/ 3947 h 39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09" h="3947">
                    <a:moveTo>
                      <a:pt x="739" y="124"/>
                    </a:moveTo>
                    <a:lnTo>
                      <a:pt x="859" y="53"/>
                    </a:lnTo>
                    <a:lnTo>
                      <a:pt x="1001" y="41"/>
                    </a:lnTo>
                    <a:lnTo>
                      <a:pt x="1051" y="72"/>
                    </a:lnTo>
                    <a:lnTo>
                      <a:pt x="1127" y="20"/>
                    </a:lnTo>
                    <a:lnTo>
                      <a:pt x="1259" y="0"/>
                    </a:lnTo>
                    <a:lnTo>
                      <a:pt x="1308" y="20"/>
                    </a:lnTo>
                    <a:lnTo>
                      <a:pt x="1356" y="53"/>
                    </a:lnTo>
                    <a:lnTo>
                      <a:pt x="1489" y="41"/>
                    </a:lnTo>
                    <a:lnTo>
                      <a:pt x="1618" y="92"/>
                    </a:lnTo>
                    <a:lnTo>
                      <a:pt x="1809" y="512"/>
                    </a:lnTo>
                    <a:lnTo>
                      <a:pt x="1791" y="573"/>
                    </a:lnTo>
                    <a:lnTo>
                      <a:pt x="1211" y="1513"/>
                    </a:lnTo>
                    <a:lnTo>
                      <a:pt x="1120" y="1835"/>
                    </a:lnTo>
                    <a:lnTo>
                      <a:pt x="1022" y="3005"/>
                    </a:lnTo>
                    <a:lnTo>
                      <a:pt x="889" y="3244"/>
                    </a:lnTo>
                    <a:lnTo>
                      <a:pt x="530" y="3335"/>
                    </a:lnTo>
                    <a:lnTo>
                      <a:pt x="281" y="3568"/>
                    </a:lnTo>
                    <a:lnTo>
                      <a:pt x="149" y="3777"/>
                    </a:lnTo>
                    <a:lnTo>
                      <a:pt x="41" y="3947"/>
                    </a:lnTo>
                    <a:lnTo>
                      <a:pt x="0" y="3579"/>
                    </a:lnTo>
                    <a:lnTo>
                      <a:pt x="68" y="3173"/>
                    </a:lnTo>
                    <a:lnTo>
                      <a:pt x="191" y="2748"/>
                    </a:lnTo>
                    <a:lnTo>
                      <a:pt x="340" y="2186"/>
                    </a:lnTo>
                    <a:lnTo>
                      <a:pt x="459" y="1715"/>
                    </a:lnTo>
                    <a:lnTo>
                      <a:pt x="459" y="1513"/>
                    </a:lnTo>
                    <a:lnTo>
                      <a:pt x="438" y="1382"/>
                    </a:lnTo>
                    <a:lnTo>
                      <a:pt x="409" y="1155"/>
                    </a:lnTo>
                    <a:lnTo>
                      <a:pt x="419" y="913"/>
                    </a:lnTo>
                    <a:lnTo>
                      <a:pt x="499" y="704"/>
                    </a:lnTo>
                    <a:lnTo>
                      <a:pt x="530" y="554"/>
                    </a:lnTo>
                    <a:lnTo>
                      <a:pt x="669" y="224"/>
                    </a:lnTo>
                    <a:lnTo>
                      <a:pt x="739" y="12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5" name="Freeform 710"/>
              <p:cNvSpPr>
                <a:spLocks/>
              </p:cNvSpPr>
              <p:nvPr/>
            </p:nvSpPr>
            <p:spPr bwMode="auto">
              <a:xfrm>
                <a:off x="5191" y="2157"/>
                <a:ext cx="46" cy="28"/>
              </a:xfrm>
              <a:custGeom>
                <a:avLst/>
                <a:gdLst>
                  <a:gd name="T0" fmla="*/ 0 w 505"/>
                  <a:gd name="T1" fmla="*/ 0 h 314"/>
                  <a:gd name="T2" fmla="*/ 0 w 505"/>
                  <a:gd name="T3" fmla="*/ 0 h 314"/>
                  <a:gd name="T4" fmla="*/ 0 w 505"/>
                  <a:gd name="T5" fmla="*/ 0 h 314"/>
                  <a:gd name="T6" fmla="*/ 0 w 505"/>
                  <a:gd name="T7" fmla="*/ 0 h 314"/>
                  <a:gd name="T8" fmla="*/ 0 w 505"/>
                  <a:gd name="T9" fmla="*/ 0 h 314"/>
                  <a:gd name="T10" fmla="*/ 0 w 505"/>
                  <a:gd name="T11" fmla="*/ 0 h 314"/>
                  <a:gd name="T12" fmla="*/ 0 w 505"/>
                  <a:gd name="T13" fmla="*/ 0 h 314"/>
                  <a:gd name="T14" fmla="*/ 0 w 505"/>
                  <a:gd name="T15" fmla="*/ 0 h 314"/>
                  <a:gd name="T16" fmla="*/ 0 w 505"/>
                  <a:gd name="T17" fmla="*/ 0 h 314"/>
                  <a:gd name="T18" fmla="*/ 0 w 505"/>
                  <a:gd name="T19" fmla="*/ 0 h 3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5"/>
                  <a:gd name="T31" fmla="*/ 0 h 314"/>
                  <a:gd name="T32" fmla="*/ 505 w 505"/>
                  <a:gd name="T33" fmla="*/ 314 h 3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5" h="314">
                    <a:moveTo>
                      <a:pt x="11" y="123"/>
                    </a:moveTo>
                    <a:lnTo>
                      <a:pt x="85" y="61"/>
                    </a:lnTo>
                    <a:lnTo>
                      <a:pt x="266" y="0"/>
                    </a:lnTo>
                    <a:lnTo>
                      <a:pt x="505" y="5"/>
                    </a:lnTo>
                    <a:lnTo>
                      <a:pt x="432" y="285"/>
                    </a:lnTo>
                    <a:lnTo>
                      <a:pt x="324" y="231"/>
                    </a:lnTo>
                    <a:lnTo>
                      <a:pt x="218" y="231"/>
                    </a:lnTo>
                    <a:lnTo>
                      <a:pt x="46" y="314"/>
                    </a:lnTo>
                    <a:lnTo>
                      <a:pt x="0" y="279"/>
                    </a:lnTo>
                    <a:lnTo>
                      <a:pt x="11" y="12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6" name="Freeform 711"/>
              <p:cNvSpPr>
                <a:spLocks/>
              </p:cNvSpPr>
              <p:nvPr/>
            </p:nvSpPr>
            <p:spPr bwMode="auto">
              <a:xfrm>
                <a:off x="5289" y="2115"/>
                <a:ext cx="37" cy="47"/>
              </a:xfrm>
              <a:custGeom>
                <a:avLst/>
                <a:gdLst>
                  <a:gd name="T0" fmla="*/ 0 w 410"/>
                  <a:gd name="T1" fmla="*/ 0 h 524"/>
                  <a:gd name="T2" fmla="*/ 0 w 410"/>
                  <a:gd name="T3" fmla="*/ 0 h 524"/>
                  <a:gd name="T4" fmla="*/ 0 w 410"/>
                  <a:gd name="T5" fmla="*/ 0 h 524"/>
                  <a:gd name="T6" fmla="*/ 0 w 410"/>
                  <a:gd name="T7" fmla="*/ 0 h 524"/>
                  <a:gd name="T8" fmla="*/ 0 w 410"/>
                  <a:gd name="T9" fmla="*/ 0 h 524"/>
                  <a:gd name="T10" fmla="*/ 0 w 410"/>
                  <a:gd name="T11" fmla="*/ 0 h 524"/>
                  <a:gd name="T12" fmla="*/ 0 w 410"/>
                  <a:gd name="T13" fmla="*/ 0 h 524"/>
                  <a:gd name="T14" fmla="*/ 0 w 410"/>
                  <a:gd name="T15" fmla="*/ 0 h 524"/>
                  <a:gd name="T16" fmla="*/ 0 60000 65536"/>
                  <a:gd name="T17" fmla="*/ 0 60000 65536"/>
                  <a:gd name="T18" fmla="*/ 0 60000 65536"/>
                  <a:gd name="T19" fmla="*/ 0 60000 65536"/>
                  <a:gd name="T20" fmla="*/ 0 60000 65536"/>
                  <a:gd name="T21" fmla="*/ 0 60000 65536"/>
                  <a:gd name="T22" fmla="*/ 0 60000 65536"/>
                  <a:gd name="T23" fmla="*/ 0 60000 65536"/>
                  <a:gd name="T24" fmla="*/ 0 w 410"/>
                  <a:gd name="T25" fmla="*/ 0 h 524"/>
                  <a:gd name="T26" fmla="*/ 410 w 410"/>
                  <a:gd name="T27" fmla="*/ 524 h 5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0" h="524">
                    <a:moveTo>
                      <a:pt x="104" y="0"/>
                    </a:moveTo>
                    <a:lnTo>
                      <a:pt x="410" y="476"/>
                    </a:lnTo>
                    <a:lnTo>
                      <a:pt x="410" y="494"/>
                    </a:lnTo>
                    <a:lnTo>
                      <a:pt x="389" y="505"/>
                    </a:lnTo>
                    <a:lnTo>
                      <a:pt x="353" y="524"/>
                    </a:lnTo>
                    <a:lnTo>
                      <a:pt x="332" y="515"/>
                    </a:lnTo>
                    <a:lnTo>
                      <a:pt x="0" y="64"/>
                    </a:lnTo>
                    <a:lnTo>
                      <a:pt x="104"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7" name="Freeform 712"/>
              <p:cNvSpPr>
                <a:spLocks/>
              </p:cNvSpPr>
              <p:nvPr/>
            </p:nvSpPr>
            <p:spPr bwMode="auto">
              <a:xfrm>
                <a:off x="5222" y="2015"/>
                <a:ext cx="19" cy="21"/>
              </a:xfrm>
              <a:custGeom>
                <a:avLst/>
                <a:gdLst>
                  <a:gd name="T0" fmla="*/ 0 w 211"/>
                  <a:gd name="T1" fmla="*/ 0 h 233"/>
                  <a:gd name="T2" fmla="*/ 0 w 211"/>
                  <a:gd name="T3" fmla="*/ 0 h 233"/>
                  <a:gd name="T4" fmla="*/ 0 w 211"/>
                  <a:gd name="T5" fmla="*/ 0 h 233"/>
                  <a:gd name="T6" fmla="*/ 0 w 211"/>
                  <a:gd name="T7" fmla="*/ 0 h 233"/>
                  <a:gd name="T8" fmla="*/ 0 w 211"/>
                  <a:gd name="T9" fmla="*/ 0 h 233"/>
                  <a:gd name="T10" fmla="*/ 0 60000 65536"/>
                  <a:gd name="T11" fmla="*/ 0 60000 65536"/>
                  <a:gd name="T12" fmla="*/ 0 60000 65536"/>
                  <a:gd name="T13" fmla="*/ 0 60000 65536"/>
                  <a:gd name="T14" fmla="*/ 0 60000 65536"/>
                  <a:gd name="T15" fmla="*/ 0 w 211"/>
                  <a:gd name="T16" fmla="*/ 0 h 233"/>
                  <a:gd name="T17" fmla="*/ 211 w 211"/>
                  <a:gd name="T18" fmla="*/ 233 h 233"/>
                </a:gdLst>
                <a:ahLst/>
                <a:cxnLst>
                  <a:cxn ang="T10">
                    <a:pos x="T0" y="T1"/>
                  </a:cxn>
                  <a:cxn ang="T11">
                    <a:pos x="T2" y="T3"/>
                  </a:cxn>
                  <a:cxn ang="T12">
                    <a:pos x="T4" y="T5"/>
                  </a:cxn>
                  <a:cxn ang="T13">
                    <a:pos x="T6" y="T7"/>
                  </a:cxn>
                  <a:cxn ang="T14">
                    <a:pos x="T8" y="T9"/>
                  </a:cxn>
                </a:cxnLst>
                <a:rect l="T15" t="T16" r="T17" b="T18"/>
                <a:pathLst>
                  <a:path w="211" h="233">
                    <a:moveTo>
                      <a:pt x="0" y="0"/>
                    </a:moveTo>
                    <a:lnTo>
                      <a:pt x="78" y="233"/>
                    </a:lnTo>
                    <a:lnTo>
                      <a:pt x="211" y="204"/>
                    </a:lnTo>
                    <a:lnTo>
                      <a:pt x="44" y="39"/>
                    </a:lnTo>
                    <a:lnTo>
                      <a:pt x="0"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8" name="Freeform 713"/>
              <p:cNvSpPr>
                <a:spLocks/>
              </p:cNvSpPr>
              <p:nvPr/>
            </p:nvSpPr>
            <p:spPr bwMode="auto">
              <a:xfrm>
                <a:off x="5229" y="2157"/>
                <a:ext cx="32" cy="36"/>
              </a:xfrm>
              <a:custGeom>
                <a:avLst/>
                <a:gdLst>
                  <a:gd name="T0" fmla="*/ 0 w 352"/>
                  <a:gd name="T1" fmla="*/ 0 h 399"/>
                  <a:gd name="T2" fmla="*/ 0 w 352"/>
                  <a:gd name="T3" fmla="*/ 0 h 399"/>
                  <a:gd name="T4" fmla="*/ 0 w 352"/>
                  <a:gd name="T5" fmla="*/ 0 h 399"/>
                  <a:gd name="T6" fmla="*/ 0 w 352"/>
                  <a:gd name="T7" fmla="*/ 0 h 399"/>
                  <a:gd name="T8" fmla="*/ 0 w 352"/>
                  <a:gd name="T9" fmla="*/ 0 h 399"/>
                  <a:gd name="T10" fmla="*/ 0 w 352"/>
                  <a:gd name="T11" fmla="*/ 0 h 399"/>
                  <a:gd name="T12" fmla="*/ 0 w 352"/>
                  <a:gd name="T13" fmla="*/ 0 h 399"/>
                  <a:gd name="T14" fmla="*/ 0 w 352"/>
                  <a:gd name="T15" fmla="*/ 0 h 399"/>
                  <a:gd name="T16" fmla="*/ 0 w 352"/>
                  <a:gd name="T17" fmla="*/ 0 h 399"/>
                  <a:gd name="T18" fmla="*/ 0 w 352"/>
                  <a:gd name="T19" fmla="*/ 0 h 3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52"/>
                  <a:gd name="T31" fmla="*/ 0 h 399"/>
                  <a:gd name="T32" fmla="*/ 352 w 352"/>
                  <a:gd name="T33" fmla="*/ 399 h 3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52" h="399">
                    <a:moveTo>
                      <a:pt x="76" y="0"/>
                    </a:moveTo>
                    <a:lnTo>
                      <a:pt x="0" y="144"/>
                    </a:lnTo>
                    <a:lnTo>
                      <a:pt x="43" y="318"/>
                    </a:lnTo>
                    <a:lnTo>
                      <a:pt x="109" y="397"/>
                    </a:lnTo>
                    <a:lnTo>
                      <a:pt x="246" y="399"/>
                    </a:lnTo>
                    <a:lnTo>
                      <a:pt x="333" y="297"/>
                    </a:lnTo>
                    <a:lnTo>
                      <a:pt x="352" y="164"/>
                    </a:lnTo>
                    <a:lnTo>
                      <a:pt x="287" y="65"/>
                    </a:lnTo>
                    <a:lnTo>
                      <a:pt x="202" y="5"/>
                    </a:lnTo>
                    <a:lnTo>
                      <a:pt x="7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9" name="Freeform 714"/>
              <p:cNvSpPr>
                <a:spLocks/>
              </p:cNvSpPr>
              <p:nvPr/>
            </p:nvSpPr>
            <p:spPr bwMode="auto">
              <a:xfrm>
                <a:off x="5320" y="1829"/>
                <a:ext cx="259" cy="267"/>
              </a:xfrm>
              <a:custGeom>
                <a:avLst/>
                <a:gdLst>
                  <a:gd name="T0" fmla="*/ 0 w 2846"/>
                  <a:gd name="T1" fmla="*/ 0 h 2935"/>
                  <a:gd name="T2" fmla="*/ 0 w 2846"/>
                  <a:gd name="T3" fmla="*/ 0 h 2935"/>
                  <a:gd name="T4" fmla="*/ 0 w 2846"/>
                  <a:gd name="T5" fmla="*/ 0 h 2935"/>
                  <a:gd name="T6" fmla="*/ 0 w 2846"/>
                  <a:gd name="T7" fmla="*/ 0 h 2935"/>
                  <a:gd name="T8" fmla="*/ 0 w 2846"/>
                  <a:gd name="T9" fmla="*/ 0 h 2935"/>
                  <a:gd name="T10" fmla="*/ 0 w 2846"/>
                  <a:gd name="T11" fmla="*/ 0 h 2935"/>
                  <a:gd name="T12" fmla="*/ 0 w 2846"/>
                  <a:gd name="T13" fmla="*/ 0 h 2935"/>
                  <a:gd name="T14" fmla="*/ 0 w 2846"/>
                  <a:gd name="T15" fmla="*/ 0 h 2935"/>
                  <a:gd name="T16" fmla="*/ 0 w 2846"/>
                  <a:gd name="T17" fmla="*/ 0 h 2935"/>
                  <a:gd name="T18" fmla="*/ 0 w 2846"/>
                  <a:gd name="T19" fmla="*/ 0 h 2935"/>
                  <a:gd name="T20" fmla="*/ 0 w 2846"/>
                  <a:gd name="T21" fmla="*/ 0 h 2935"/>
                  <a:gd name="T22" fmla="*/ 0 w 2846"/>
                  <a:gd name="T23" fmla="*/ 0 h 2935"/>
                  <a:gd name="T24" fmla="*/ 0 w 2846"/>
                  <a:gd name="T25" fmla="*/ 0 h 2935"/>
                  <a:gd name="T26" fmla="*/ 0 w 2846"/>
                  <a:gd name="T27" fmla="*/ 0 h 2935"/>
                  <a:gd name="T28" fmla="*/ 0 w 2846"/>
                  <a:gd name="T29" fmla="*/ 0 h 2935"/>
                  <a:gd name="T30" fmla="*/ 0 w 2846"/>
                  <a:gd name="T31" fmla="*/ 0 h 2935"/>
                  <a:gd name="T32" fmla="*/ 0 w 2846"/>
                  <a:gd name="T33" fmla="*/ 0 h 2935"/>
                  <a:gd name="T34" fmla="*/ 0 w 2846"/>
                  <a:gd name="T35" fmla="*/ 0 h 2935"/>
                  <a:gd name="T36" fmla="*/ 0 w 2846"/>
                  <a:gd name="T37" fmla="*/ 0 h 2935"/>
                  <a:gd name="T38" fmla="*/ 0 w 2846"/>
                  <a:gd name="T39" fmla="*/ 0 h 2935"/>
                  <a:gd name="T40" fmla="*/ 0 w 2846"/>
                  <a:gd name="T41" fmla="*/ 0 h 2935"/>
                  <a:gd name="T42" fmla="*/ 0 w 2846"/>
                  <a:gd name="T43" fmla="*/ 0 h 2935"/>
                  <a:gd name="T44" fmla="*/ 0 w 2846"/>
                  <a:gd name="T45" fmla="*/ 0 h 2935"/>
                  <a:gd name="T46" fmla="*/ 0 w 2846"/>
                  <a:gd name="T47" fmla="*/ 0 h 2935"/>
                  <a:gd name="T48" fmla="*/ 0 w 2846"/>
                  <a:gd name="T49" fmla="*/ 0 h 2935"/>
                  <a:gd name="T50" fmla="*/ 0 w 2846"/>
                  <a:gd name="T51" fmla="*/ 0 h 29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846"/>
                  <a:gd name="T79" fmla="*/ 0 h 2935"/>
                  <a:gd name="T80" fmla="*/ 2846 w 2846"/>
                  <a:gd name="T81" fmla="*/ 2935 h 293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846" h="2935">
                    <a:moveTo>
                      <a:pt x="573" y="204"/>
                    </a:moveTo>
                    <a:lnTo>
                      <a:pt x="405" y="416"/>
                    </a:lnTo>
                    <a:lnTo>
                      <a:pt x="255" y="1035"/>
                    </a:lnTo>
                    <a:lnTo>
                      <a:pt x="320" y="1222"/>
                    </a:lnTo>
                    <a:lnTo>
                      <a:pt x="309" y="1309"/>
                    </a:lnTo>
                    <a:lnTo>
                      <a:pt x="0" y="1741"/>
                    </a:lnTo>
                    <a:lnTo>
                      <a:pt x="27" y="1822"/>
                    </a:lnTo>
                    <a:lnTo>
                      <a:pt x="276" y="1911"/>
                    </a:lnTo>
                    <a:lnTo>
                      <a:pt x="276" y="2169"/>
                    </a:lnTo>
                    <a:lnTo>
                      <a:pt x="336" y="2201"/>
                    </a:lnTo>
                    <a:lnTo>
                      <a:pt x="283" y="2284"/>
                    </a:lnTo>
                    <a:lnTo>
                      <a:pt x="301" y="2327"/>
                    </a:lnTo>
                    <a:lnTo>
                      <a:pt x="364" y="2408"/>
                    </a:lnTo>
                    <a:lnTo>
                      <a:pt x="364" y="2439"/>
                    </a:lnTo>
                    <a:lnTo>
                      <a:pt x="309" y="2565"/>
                    </a:lnTo>
                    <a:lnTo>
                      <a:pt x="301" y="2665"/>
                    </a:lnTo>
                    <a:lnTo>
                      <a:pt x="355" y="2742"/>
                    </a:lnTo>
                    <a:lnTo>
                      <a:pt x="918" y="2857"/>
                    </a:lnTo>
                    <a:lnTo>
                      <a:pt x="1486" y="2883"/>
                    </a:lnTo>
                    <a:lnTo>
                      <a:pt x="2164" y="2911"/>
                    </a:lnTo>
                    <a:lnTo>
                      <a:pt x="2740" y="2935"/>
                    </a:lnTo>
                    <a:lnTo>
                      <a:pt x="2846" y="2865"/>
                    </a:lnTo>
                    <a:lnTo>
                      <a:pt x="2794" y="2778"/>
                    </a:lnTo>
                    <a:lnTo>
                      <a:pt x="2724" y="2343"/>
                    </a:lnTo>
                    <a:lnTo>
                      <a:pt x="918" y="0"/>
                    </a:lnTo>
                    <a:lnTo>
                      <a:pt x="573" y="20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0" name="Freeform 715"/>
              <p:cNvSpPr>
                <a:spLocks/>
              </p:cNvSpPr>
              <p:nvPr/>
            </p:nvSpPr>
            <p:spPr bwMode="auto">
              <a:xfrm>
                <a:off x="5367" y="1791"/>
                <a:ext cx="186" cy="67"/>
              </a:xfrm>
              <a:custGeom>
                <a:avLst/>
                <a:gdLst>
                  <a:gd name="T0" fmla="*/ 0 w 2048"/>
                  <a:gd name="T1" fmla="*/ 0 h 741"/>
                  <a:gd name="T2" fmla="*/ 0 w 2048"/>
                  <a:gd name="T3" fmla="*/ 0 h 741"/>
                  <a:gd name="T4" fmla="*/ 0 w 2048"/>
                  <a:gd name="T5" fmla="*/ 0 h 741"/>
                  <a:gd name="T6" fmla="*/ 0 w 2048"/>
                  <a:gd name="T7" fmla="*/ 0 h 741"/>
                  <a:gd name="T8" fmla="*/ 0 w 2048"/>
                  <a:gd name="T9" fmla="*/ 0 h 741"/>
                  <a:gd name="T10" fmla="*/ 0 w 2048"/>
                  <a:gd name="T11" fmla="*/ 0 h 741"/>
                  <a:gd name="T12" fmla="*/ 0 w 2048"/>
                  <a:gd name="T13" fmla="*/ 0 h 741"/>
                  <a:gd name="T14" fmla="*/ 0 w 2048"/>
                  <a:gd name="T15" fmla="*/ 0 h 741"/>
                  <a:gd name="T16" fmla="*/ 0 w 2048"/>
                  <a:gd name="T17" fmla="*/ 0 h 741"/>
                  <a:gd name="T18" fmla="*/ 0 w 2048"/>
                  <a:gd name="T19" fmla="*/ 0 h 741"/>
                  <a:gd name="T20" fmla="*/ 0 w 2048"/>
                  <a:gd name="T21" fmla="*/ 0 h 741"/>
                  <a:gd name="T22" fmla="*/ 0 w 2048"/>
                  <a:gd name="T23" fmla="*/ 0 h 741"/>
                  <a:gd name="T24" fmla="*/ 0 w 2048"/>
                  <a:gd name="T25" fmla="*/ 0 h 741"/>
                  <a:gd name="T26" fmla="*/ 0 w 2048"/>
                  <a:gd name="T27" fmla="*/ 0 h 7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48"/>
                  <a:gd name="T43" fmla="*/ 0 h 741"/>
                  <a:gd name="T44" fmla="*/ 2048 w 2048"/>
                  <a:gd name="T45" fmla="*/ 741 h 7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48" h="741">
                    <a:moveTo>
                      <a:pt x="0" y="602"/>
                    </a:moveTo>
                    <a:lnTo>
                      <a:pt x="316" y="496"/>
                    </a:lnTo>
                    <a:lnTo>
                      <a:pt x="449" y="741"/>
                    </a:lnTo>
                    <a:lnTo>
                      <a:pt x="2048" y="382"/>
                    </a:lnTo>
                    <a:lnTo>
                      <a:pt x="1886" y="176"/>
                    </a:lnTo>
                    <a:lnTo>
                      <a:pt x="1728" y="122"/>
                    </a:lnTo>
                    <a:lnTo>
                      <a:pt x="1633" y="103"/>
                    </a:lnTo>
                    <a:lnTo>
                      <a:pt x="1394" y="0"/>
                    </a:lnTo>
                    <a:lnTo>
                      <a:pt x="1139" y="8"/>
                    </a:lnTo>
                    <a:lnTo>
                      <a:pt x="748" y="59"/>
                    </a:lnTo>
                    <a:lnTo>
                      <a:pt x="370" y="185"/>
                    </a:lnTo>
                    <a:lnTo>
                      <a:pt x="69" y="371"/>
                    </a:lnTo>
                    <a:lnTo>
                      <a:pt x="32" y="502"/>
                    </a:lnTo>
                    <a:lnTo>
                      <a:pt x="0" y="602"/>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1" name="Freeform 716"/>
              <p:cNvSpPr>
                <a:spLocks/>
              </p:cNvSpPr>
              <p:nvPr/>
            </p:nvSpPr>
            <p:spPr bwMode="auto">
              <a:xfrm>
                <a:off x="5321" y="1789"/>
                <a:ext cx="273" cy="200"/>
              </a:xfrm>
              <a:custGeom>
                <a:avLst/>
                <a:gdLst>
                  <a:gd name="T0" fmla="*/ 0 w 2995"/>
                  <a:gd name="T1" fmla="*/ 0 h 2197"/>
                  <a:gd name="T2" fmla="*/ 0 w 2995"/>
                  <a:gd name="T3" fmla="*/ 0 h 2197"/>
                  <a:gd name="T4" fmla="*/ 0 w 2995"/>
                  <a:gd name="T5" fmla="*/ 0 h 2197"/>
                  <a:gd name="T6" fmla="*/ 0 w 2995"/>
                  <a:gd name="T7" fmla="*/ 0 h 2197"/>
                  <a:gd name="T8" fmla="*/ 0 w 2995"/>
                  <a:gd name="T9" fmla="*/ 0 h 2197"/>
                  <a:gd name="T10" fmla="*/ 0 w 2995"/>
                  <a:gd name="T11" fmla="*/ 0 h 2197"/>
                  <a:gd name="T12" fmla="*/ 0 w 2995"/>
                  <a:gd name="T13" fmla="*/ 0 h 2197"/>
                  <a:gd name="T14" fmla="*/ 0 w 2995"/>
                  <a:gd name="T15" fmla="*/ 0 h 2197"/>
                  <a:gd name="T16" fmla="*/ 0 w 2995"/>
                  <a:gd name="T17" fmla="*/ 0 h 2197"/>
                  <a:gd name="T18" fmla="*/ 0 w 2995"/>
                  <a:gd name="T19" fmla="*/ 0 h 2197"/>
                  <a:gd name="T20" fmla="*/ 0 w 2995"/>
                  <a:gd name="T21" fmla="*/ 0 h 2197"/>
                  <a:gd name="T22" fmla="*/ 0 w 2995"/>
                  <a:gd name="T23" fmla="*/ 0 h 2197"/>
                  <a:gd name="T24" fmla="*/ 0 w 2995"/>
                  <a:gd name="T25" fmla="*/ 0 h 2197"/>
                  <a:gd name="T26" fmla="*/ 0 w 2995"/>
                  <a:gd name="T27" fmla="*/ 0 h 2197"/>
                  <a:gd name="T28" fmla="*/ 0 w 2995"/>
                  <a:gd name="T29" fmla="*/ 0 h 2197"/>
                  <a:gd name="T30" fmla="*/ 0 w 2995"/>
                  <a:gd name="T31" fmla="*/ 0 h 2197"/>
                  <a:gd name="T32" fmla="*/ 0 w 2995"/>
                  <a:gd name="T33" fmla="*/ 0 h 2197"/>
                  <a:gd name="T34" fmla="*/ 0 w 2995"/>
                  <a:gd name="T35" fmla="*/ 0 h 2197"/>
                  <a:gd name="T36" fmla="*/ 0 w 2995"/>
                  <a:gd name="T37" fmla="*/ 0 h 2197"/>
                  <a:gd name="T38" fmla="*/ 0 w 2995"/>
                  <a:gd name="T39" fmla="*/ 0 h 2197"/>
                  <a:gd name="T40" fmla="*/ 0 w 2995"/>
                  <a:gd name="T41" fmla="*/ 0 h 2197"/>
                  <a:gd name="T42" fmla="*/ 0 w 2995"/>
                  <a:gd name="T43" fmla="*/ 0 h 2197"/>
                  <a:gd name="T44" fmla="*/ 0 w 2995"/>
                  <a:gd name="T45" fmla="*/ 0 h 2197"/>
                  <a:gd name="T46" fmla="*/ 0 w 2995"/>
                  <a:gd name="T47" fmla="*/ 0 h 2197"/>
                  <a:gd name="T48" fmla="*/ 0 w 2995"/>
                  <a:gd name="T49" fmla="*/ 0 h 2197"/>
                  <a:gd name="T50" fmla="*/ 0 w 2995"/>
                  <a:gd name="T51" fmla="*/ 0 h 2197"/>
                  <a:gd name="T52" fmla="*/ 0 w 2995"/>
                  <a:gd name="T53" fmla="*/ 0 h 2197"/>
                  <a:gd name="T54" fmla="*/ 0 w 2995"/>
                  <a:gd name="T55" fmla="*/ 0 h 2197"/>
                  <a:gd name="T56" fmla="*/ 0 w 2995"/>
                  <a:gd name="T57" fmla="*/ 0 h 2197"/>
                  <a:gd name="T58" fmla="*/ 0 w 2995"/>
                  <a:gd name="T59" fmla="*/ 0 h 2197"/>
                  <a:gd name="T60" fmla="*/ 0 w 2995"/>
                  <a:gd name="T61" fmla="*/ 0 h 2197"/>
                  <a:gd name="T62" fmla="*/ 0 w 2995"/>
                  <a:gd name="T63" fmla="*/ 0 h 2197"/>
                  <a:gd name="T64" fmla="*/ 0 w 2995"/>
                  <a:gd name="T65" fmla="*/ 0 h 2197"/>
                  <a:gd name="T66" fmla="*/ 0 w 2995"/>
                  <a:gd name="T67" fmla="*/ 0 h 2197"/>
                  <a:gd name="T68" fmla="*/ 0 w 2995"/>
                  <a:gd name="T69" fmla="*/ 0 h 2197"/>
                  <a:gd name="T70" fmla="*/ 0 w 2995"/>
                  <a:gd name="T71" fmla="*/ 0 h 2197"/>
                  <a:gd name="T72" fmla="*/ 0 w 2995"/>
                  <a:gd name="T73" fmla="*/ 0 h 2197"/>
                  <a:gd name="T74" fmla="*/ 0 w 2995"/>
                  <a:gd name="T75" fmla="*/ 0 h 2197"/>
                  <a:gd name="T76" fmla="*/ 0 w 2995"/>
                  <a:gd name="T77" fmla="*/ 0 h 219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995"/>
                  <a:gd name="T118" fmla="*/ 0 h 2197"/>
                  <a:gd name="T119" fmla="*/ 2995 w 2995"/>
                  <a:gd name="T120" fmla="*/ 2197 h 2197"/>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995" h="2197">
                    <a:moveTo>
                      <a:pt x="787" y="567"/>
                    </a:moveTo>
                    <a:lnTo>
                      <a:pt x="581" y="682"/>
                    </a:lnTo>
                    <a:lnTo>
                      <a:pt x="421" y="854"/>
                    </a:lnTo>
                    <a:lnTo>
                      <a:pt x="259" y="1434"/>
                    </a:lnTo>
                    <a:lnTo>
                      <a:pt x="351" y="1500"/>
                    </a:lnTo>
                    <a:lnTo>
                      <a:pt x="1007" y="1461"/>
                    </a:lnTo>
                    <a:lnTo>
                      <a:pt x="361" y="1530"/>
                    </a:lnTo>
                    <a:lnTo>
                      <a:pt x="342" y="1546"/>
                    </a:lnTo>
                    <a:lnTo>
                      <a:pt x="571" y="1648"/>
                    </a:lnTo>
                    <a:lnTo>
                      <a:pt x="606" y="1698"/>
                    </a:lnTo>
                    <a:lnTo>
                      <a:pt x="427" y="1708"/>
                    </a:lnTo>
                    <a:lnTo>
                      <a:pt x="494" y="1766"/>
                    </a:lnTo>
                    <a:lnTo>
                      <a:pt x="361" y="1966"/>
                    </a:lnTo>
                    <a:lnTo>
                      <a:pt x="361" y="1766"/>
                    </a:lnTo>
                    <a:lnTo>
                      <a:pt x="316" y="1739"/>
                    </a:lnTo>
                    <a:lnTo>
                      <a:pt x="246" y="1853"/>
                    </a:lnTo>
                    <a:lnTo>
                      <a:pt x="0" y="2197"/>
                    </a:lnTo>
                    <a:lnTo>
                      <a:pt x="284" y="1739"/>
                    </a:lnTo>
                    <a:lnTo>
                      <a:pt x="284" y="1656"/>
                    </a:lnTo>
                    <a:lnTo>
                      <a:pt x="228" y="1546"/>
                    </a:lnTo>
                    <a:lnTo>
                      <a:pt x="203" y="1497"/>
                    </a:lnTo>
                    <a:lnTo>
                      <a:pt x="238" y="1443"/>
                    </a:lnTo>
                    <a:lnTo>
                      <a:pt x="390" y="846"/>
                    </a:lnTo>
                    <a:lnTo>
                      <a:pt x="444" y="759"/>
                    </a:lnTo>
                    <a:lnTo>
                      <a:pt x="373" y="682"/>
                    </a:lnTo>
                    <a:lnTo>
                      <a:pt x="384" y="580"/>
                    </a:lnTo>
                    <a:lnTo>
                      <a:pt x="454" y="443"/>
                    </a:lnTo>
                    <a:lnTo>
                      <a:pt x="633" y="323"/>
                    </a:lnTo>
                    <a:lnTo>
                      <a:pt x="896" y="211"/>
                    </a:lnTo>
                    <a:lnTo>
                      <a:pt x="691" y="347"/>
                    </a:lnTo>
                    <a:lnTo>
                      <a:pt x="647" y="433"/>
                    </a:lnTo>
                    <a:lnTo>
                      <a:pt x="581" y="471"/>
                    </a:lnTo>
                    <a:lnTo>
                      <a:pt x="560" y="567"/>
                    </a:lnTo>
                    <a:lnTo>
                      <a:pt x="656" y="539"/>
                    </a:lnTo>
                    <a:lnTo>
                      <a:pt x="674" y="495"/>
                    </a:lnTo>
                    <a:lnTo>
                      <a:pt x="787" y="443"/>
                    </a:lnTo>
                    <a:lnTo>
                      <a:pt x="752" y="383"/>
                    </a:lnTo>
                    <a:lnTo>
                      <a:pt x="896" y="377"/>
                    </a:lnTo>
                    <a:lnTo>
                      <a:pt x="880" y="314"/>
                    </a:lnTo>
                    <a:lnTo>
                      <a:pt x="1048" y="299"/>
                    </a:lnTo>
                    <a:lnTo>
                      <a:pt x="1136" y="221"/>
                    </a:lnTo>
                    <a:lnTo>
                      <a:pt x="1373" y="211"/>
                    </a:lnTo>
                    <a:lnTo>
                      <a:pt x="1811" y="144"/>
                    </a:lnTo>
                    <a:lnTo>
                      <a:pt x="2048" y="188"/>
                    </a:lnTo>
                    <a:lnTo>
                      <a:pt x="1740" y="240"/>
                    </a:lnTo>
                    <a:lnTo>
                      <a:pt x="1333" y="340"/>
                    </a:lnTo>
                    <a:lnTo>
                      <a:pt x="1092" y="408"/>
                    </a:lnTo>
                    <a:lnTo>
                      <a:pt x="985" y="539"/>
                    </a:lnTo>
                    <a:lnTo>
                      <a:pt x="946" y="657"/>
                    </a:lnTo>
                    <a:lnTo>
                      <a:pt x="1136" y="545"/>
                    </a:lnTo>
                    <a:lnTo>
                      <a:pt x="1229" y="606"/>
                    </a:lnTo>
                    <a:lnTo>
                      <a:pt x="1373" y="478"/>
                    </a:lnTo>
                    <a:lnTo>
                      <a:pt x="1595" y="443"/>
                    </a:lnTo>
                    <a:lnTo>
                      <a:pt x="1752" y="486"/>
                    </a:lnTo>
                    <a:lnTo>
                      <a:pt x="1946" y="416"/>
                    </a:lnTo>
                    <a:lnTo>
                      <a:pt x="2064" y="401"/>
                    </a:lnTo>
                    <a:lnTo>
                      <a:pt x="2220" y="416"/>
                    </a:lnTo>
                    <a:lnTo>
                      <a:pt x="2193" y="240"/>
                    </a:lnTo>
                    <a:lnTo>
                      <a:pt x="2314" y="246"/>
                    </a:lnTo>
                    <a:lnTo>
                      <a:pt x="2450" y="299"/>
                    </a:lnTo>
                    <a:lnTo>
                      <a:pt x="2288" y="177"/>
                    </a:lnTo>
                    <a:lnTo>
                      <a:pt x="2125" y="163"/>
                    </a:lnTo>
                    <a:lnTo>
                      <a:pt x="2083" y="117"/>
                    </a:lnTo>
                    <a:lnTo>
                      <a:pt x="1855" y="32"/>
                    </a:lnTo>
                    <a:lnTo>
                      <a:pt x="1595" y="40"/>
                    </a:lnTo>
                    <a:lnTo>
                      <a:pt x="1155" y="117"/>
                    </a:lnTo>
                    <a:lnTo>
                      <a:pt x="1606" y="0"/>
                    </a:lnTo>
                    <a:lnTo>
                      <a:pt x="1946" y="24"/>
                    </a:lnTo>
                    <a:lnTo>
                      <a:pt x="2203" y="135"/>
                    </a:lnTo>
                    <a:lnTo>
                      <a:pt x="2450" y="202"/>
                    </a:lnTo>
                    <a:lnTo>
                      <a:pt x="2629" y="323"/>
                    </a:lnTo>
                    <a:lnTo>
                      <a:pt x="2824" y="443"/>
                    </a:lnTo>
                    <a:lnTo>
                      <a:pt x="2995" y="707"/>
                    </a:lnTo>
                    <a:lnTo>
                      <a:pt x="691" y="1310"/>
                    </a:lnTo>
                    <a:lnTo>
                      <a:pt x="691" y="1101"/>
                    </a:lnTo>
                    <a:lnTo>
                      <a:pt x="813" y="828"/>
                    </a:lnTo>
                    <a:lnTo>
                      <a:pt x="787" y="663"/>
                    </a:lnTo>
                    <a:lnTo>
                      <a:pt x="787" y="5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2" name="Freeform 717"/>
              <p:cNvSpPr>
                <a:spLocks/>
              </p:cNvSpPr>
              <p:nvPr/>
            </p:nvSpPr>
            <p:spPr bwMode="auto">
              <a:xfrm>
                <a:off x="5381" y="1849"/>
                <a:ext cx="231" cy="202"/>
              </a:xfrm>
              <a:custGeom>
                <a:avLst/>
                <a:gdLst>
                  <a:gd name="T0" fmla="*/ 0 w 2545"/>
                  <a:gd name="T1" fmla="*/ 0 h 2219"/>
                  <a:gd name="T2" fmla="*/ 0 w 2545"/>
                  <a:gd name="T3" fmla="*/ 0 h 2219"/>
                  <a:gd name="T4" fmla="*/ 0 w 2545"/>
                  <a:gd name="T5" fmla="*/ 0 h 2219"/>
                  <a:gd name="T6" fmla="*/ 0 w 2545"/>
                  <a:gd name="T7" fmla="*/ 0 h 2219"/>
                  <a:gd name="T8" fmla="*/ 0 w 2545"/>
                  <a:gd name="T9" fmla="*/ 0 h 2219"/>
                  <a:gd name="T10" fmla="*/ 0 w 2545"/>
                  <a:gd name="T11" fmla="*/ 0 h 2219"/>
                  <a:gd name="T12" fmla="*/ 0 w 2545"/>
                  <a:gd name="T13" fmla="*/ 0 h 2219"/>
                  <a:gd name="T14" fmla="*/ 0 w 2545"/>
                  <a:gd name="T15" fmla="*/ 0 h 2219"/>
                  <a:gd name="T16" fmla="*/ 0 w 2545"/>
                  <a:gd name="T17" fmla="*/ 0 h 2219"/>
                  <a:gd name="T18" fmla="*/ 0 w 2545"/>
                  <a:gd name="T19" fmla="*/ 0 h 2219"/>
                  <a:gd name="T20" fmla="*/ 0 w 2545"/>
                  <a:gd name="T21" fmla="*/ 0 h 2219"/>
                  <a:gd name="T22" fmla="*/ 0 w 2545"/>
                  <a:gd name="T23" fmla="*/ 0 h 2219"/>
                  <a:gd name="T24" fmla="*/ 0 w 2545"/>
                  <a:gd name="T25" fmla="*/ 0 h 2219"/>
                  <a:gd name="T26" fmla="*/ 0 w 2545"/>
                  <a:gd name="T27" fmla="*/ 0 h 2219"/>
                  <a:gd name="T28" fmla="*/ 0 w 2545"/>
                  <a:gd name="T29" fmla="*/ 0 h 2219"/>
                  <a:gd name="T30" fmla="*/ 0 w 2545"/>
                  <a:gd name="T31" fmla="*/ 0 h 2219"/>
                  <a:gd name="T32" fmla="*/ 0 w 2545"/>
                  <a:gd name="T33" fmla="*/ 0 h 2219"/>
                  <a:gd name="T34" fmla="*/ 0 w 2545"/>
                  <a:gd name="T35" fmla="*/ 0 h 2219"/>
                  <a:gd name="T36" fmla="*/ 0 w 2545"/>
                  <a:gd name="T37" fmla="*/ 0 h 2219"/>
                  <a:gd name="T38" fmla="*/ 0 w 2545"/>
                  <a:gd name="T39" fmla="*/ 0 h 2219"/>
                  <a:gd name="T40" fmla="*/ 0 w 2545"/>
                  <a:gd name="T41" fmla="*/ 0 h 2219"/>
                  <a:gd name="T42" fmla="*/ 0 w 2545"/>
                  <a:gd name="T43" fmla="*/ 0 h 2219"/>
                  <a:gd name="T44" fmla="*/ 0 w 2545"/>
                  <a:gd name="T45" fmla="*/ 0 h 2219"/>
                  <a:gd name="T46" fmla="*/ 0 w 2545"/>
                  <a:gd name="T47" fmla="*/ 0 h 2219"/>
                  <a:gd name="T48" fmla="*/ 0 w 2545"/>
                  <a:gd name="T49" fmla="*/ 0 h 2219"/>
                  <a:gd name="T50" fmla="*/ 0 w 2545"/>
                  <a:gd name="T51" fmla="*/ 0 h 2219"/>
                  <a:gd name="T52" fmla="*/ 0 w 2545"/>
                  <a:gd name="T53" fmla="*/ 0 h 2219"/>
                  <a:gd name="T54" fmla="*/ 0 w 2545"/>
                  <a:gd name="T55" fmla="*/ 0 h 2219"/>
                  <a:gd name="T56" fmla="*/ 0 w 2545"/>
                  <a:gd name="T57" fmla="*/ 0 h 2219"/>
                  <a:gd name="T58" fmla="*/ 0 w 2545"/>
                  <a:gd name="T59" fmla="*/ 0 h 2219"/>
                  <a:gd name="T60" fmla="*/ 0 w 2545"/>
                  <a:gd name="T61" fmla="*/ 0 h 2219"/>
                  <a:gd name="T62" fmla="*/ 0 w 2545"/>
                  <a:gd name="T63" fmla="*/ 0 h 2219"/>
                  <a:gd name="T64" fmla="*/ 0 w 2545"/>
                  <a:gd name="T65" fmla="*/ 0 h 2219"/>
                  <a:gd name="T66" fmla="*/ 0 w 2545"/>
                  <a:gd name="T67" fmla="*/ 0 h 2219"/>
                  <a:gd name="T68" fmla="*/ 0 w 2545"/>
                  <a:gd name="T69" fmla="*/ 0 h 2219"/>
                  <a:gd name="T70" fmla="*/ 0 w 2545"/>
                  <a:gd name="T71" fmla="*/ 0 h 2219"/>
                  <a:gd name="T72" fmla="*/ 0 w 2545"/>
                  <a:gd name="T73" fmla="*/ 0 h 2219"/>
                  <a:gd name="T74" fmla="*/ 0 w 2545"/>
                  <a:gd name="T75" fmla="*/ 0 h 2219"/>
                  <a:gd name="T76" fmla="*/ 0 w 2545"/>
                  <a:gd name="T77" fmla="*/ 0 h 2219"/>
                  <a:gd name="T78" fmla="*/ 0 w 2545"/>
                  <a:gd name="T79" fmla="*/ 0 h 2219"/>
                  <a:gd name="T80" fmla="*/ 0 w 2545"/>
                  <a:gd name="T81" fmla="*/ 0 h 2219"/>
                  <a:gd name="T82" fmla="*/ 0 w 2545"/>
                  <a:gd name="T83" fmla="*/ 0 h 2219"/>
                  <a:gd name="T84" fmla="*/ 0 w 2545"/>
                  <a:gd name="T85" fmla="*/ 0 h 221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545"/>
                  <a:gd name="T130" fmla="*/ 0 h 2219"/>
                  <a:gd name="T131" fmla="*/ 2545 w 2545"/>
                  <a:gd name="T132" fmla="*/ 2219 h 221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545" h="2219">
                    <a:moveTo>
                      <a:pt x="35" y="488"/>
                    </a:moveTo>
                    <a:lnTo>
                      <a:pt x="0" y="647"/>
                    </a:lnTo>
                    <a:lnTo>
                      <a:pt x="76" y="891"/>
                    </a:lnTo>
                    <a:lnTo>
                      <a:pt x="359" y="1098"/>
                    </a:lnTo>
                    <a:lnTo>
                      <a:pt x="377" y="1259"/>
                    </a:lnTo>
                    <a:lnTo>
                      <a:pt x="634" y="1294"/>
                    </a:lnTo>
                    <a:lnTo>
                      <a:pt x="708" y="1147"/>
                    </a:lnTo>
                    <a:lnTo>
                      <a:pt x="650" y="1103"/>
                    </a:lnTo>
                    <a:lnTo>
                      <a:pt x="641" y="993"/>
                    </a:lnTo>
                    <a:lnTo>
                      <a:pt x="708" y="910"/>
                    </a:lnTo>
                    <a:lnTo>
                      <a:pt x="812" y="915"/>
                    </a:lnTo>
                    <a:lnTo>
                      <a:pt x="939" y="1008"/>
                    </a:lnTo>
                    <a:lnTo>
                      <a:pt x="983" y="1216"/>
                    </a:lnTo>
                    <a:lnTo>
                      <a:pt x="963" y="1458"/>
                    </a:lnTo>
                    <a:lnTo>
                      <a:pt x="839" y="1637"/>
                    </a:lnTo>
                    <a:lnTo>
                      <a:pt x="745" y="1671"/>
                    </a:lnTo>
                    <a:lnTo>
                      <a:pt x="685" y="1721"/>
                    </a:lnTo>
                    <a:lnTo>
                      <a:pt x="634" y="1721"/>
                    </a:lnTo>
                    <a:lnTo>
                      <a:pt x="634" y="1591"/>
                    </a:lnTo>
                    <a:lnTo>
                      <a:pt x="691" y="1499"/>
                    </a:lnTo>
                    <a:lnTo>
                      <a:pt x="606" y="1602"/>
                    </a:lnTo>
                    <a:lnTo>
                      <a:pt x="592" y="1787"/>
                    </a:lnTo>
                    <a:lnTo>
                      <a:pt x="565" y="1882"/>
                    </a:lnTo>
                    <a:lnTo>
                      <a:pt x="641" y="1756"/>
                    </a:lnTo>
                    <a:lnTo>
                      <a:pt x="754" y="1741"/>
                    </a:lnTo>
                    <a:lnTo>
                      <a:pt x="878" y="1643"/>
                    </a:lnTo>
                    <a:lnTo>
                      <a:pt x="1009" y="1465"/>
                    </a:lnTo>
                    <a:lnTo>
                      <a:pt x="1199" y="1747"/>
                    </a:lnTo>
                    <a:lnTo>
                      <a:pt x="1317" y="1985"/>
                    </a:lnTo>
                    <a:lnTo>
                      <a:pt x="1547" y="2140"/>
                    </a:lnTo>
                    <a:lnTo>
                      <a:pt x="1658" y="2211"/>
                    </a:lnTo>
                    <a:lnTo>
                      <a:pt x="1922" y="2173"/>
                    </a:lnTo>
                    <a:lnTo>
                      <a:pt x="2007" y="2219"/>
                    </a:lnTo>
                    <a:lnTo>
                      <a:pt x="2197" y="2036"/>
                    </a:lnTo>
                    <a:lnTo>
                      <a:pt x="2339" y="1695"/>
                    </a:lnTo>
                    <a:lnTo>
                      <a:pt x="2384" y="1327"/>
                    </a:lnTo>
                    <a:lnTo>
                      <a:pt x="2495" y="1020"/>
                    </a:lnTo>
                    <a:lnTo>
                      <a:pt x="2545" y="765"/>
                    </a:lnTo>
                    <a:lnTo>
                      <a:pt x="2519" y="438"/>
                    </a:lnTo>
                    <a:lnTo>
                      <a:pt x="2460" y="277"/>
                    </a:lnTo>
                    <a:lnTo>
                      <a:pt x="2330" y="37"/>
                    </a:lnTo>
                    <a:lnTo>
                      <a:pt x="2223" y="0"/>
                    </a:lnTo>
                    <a:lnTo>
                      <a:pt x="35" y="4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3" name="Freeform 718"/>
              <p:cNvSpPr>
                <a:spLocks/>
              </p:cNvSpPr>
              <p:nvPr/>
            </p:nvSpPr>
            <p:spPr bwMode="auto">
              <a:xfrm>
                <a:off x="5320" y="1960"/>
                <a:ext cx="49" cy="67"/>
              </a:xfrm>
              <a:custGeom>
                <a:avLst/>
                <a:gdLst>
                  <a:gd name="T0" fmla="*/ 0 w 546"/>
                  <a:gd name="T1" fmla="*/ 0 h 729"/>
                  <a:gd name="T2" fmla="*/ 0 w 546"/>
                  <a:gd name="T3" fmla="*/ 0 h 729"/>
                  <a:gd name="T4" fmla="*/ 0 w 546"/>
                  <a:gd name="T5" fmla="*/ 0 h 729"/>
                  <a:gd name="T6" fmla="*/ 0 w 546"/>
                  <a:gd name="T7" fmla="*/ 0 h 729"/>
                  <a:gd name="T8" fmla="*/ 0 w 546"/>
                  <a:gd name="T9" fmla="*/ 0 h 729"/>
                  <a:gd name="T10" fmla="*/ 0 w 546"/>
                  <a:gd name="T11" fmla="*/ 0 h 729"/>
                  <a:gd name="T12" fmla="*/ 0 w 546"/>
                  <a:gd name="T13" fmla="*/ 0 h 729"/>
                  <a:gd name="T14" fmla="*/ 0 w 546"/>
                  <a:gd name="T15" fmla="*/ 0 h 729"/>
                  <a:gd name="T16" fmla="*/ 0 w 546"/>
                  <a:gd name="T17" fmla="*/ 0 h 729"/>
                  <a:gd name="T18" fmla="*/ 0 w 546"/>
                  <a:gd name="T19" fmla="*/ 0 h 729"/>
                  <a:gd name="T20" fmla="*/ 0 w 546"/>
                  <a:gd name="T21" fmla="*/ 0 h 729"/>
                  <a:gd name="T22" fmla="*/ 0 w 546"/>
                  <a:gd name="T23" fmla="*/ 0 h 729"/>
                  <a:gd name="T24" fmla="*/ 0 w 546"/>
                  <a:gd name="T25" fmla="*/ 0 h 729"/>
                  <a:gd name="T26" fmla="*/ 0 w 546"/>
                  <a:gd name="T27" fmla="*/ 0 h 729"/>
                  <a:gd name="T28" fmla="*/ 0 w 546"/>
                  <a:gd name="T29" fmla="*/ 0 h 729"/>
                  <a:gd name="T30" fmla="*/ 0 w 546"/>
                  <a:gd name="T31" fmla="*/ 0 h 729"/>
                  <a:gd name="T32" fmla="*/ 0 w 546"/>
                  <a:gd name="T33" fmla="*/ 0 h 729"/>
                  <a:gd name="T34" fmla="*/ 0 w 546"/>
                  <a:gd name="T35" fmla="*/ 0 h 729"/>
                  <a:gd name="T36" fmla="*/ 0 w 546"/>
                  <a:gd name="T37" fmla="*/ 0 h 729"/>
                  <a:gd name="T38" fmla="*/ 0 w 546"/>
                  <a:gd name="T39" fmla="*/ 0 h 729"/>
                  <a:gd name="T40" fmla="*/ 0 w 546"/>
                  <a:gd name="T41" fmla="*/ 0 h 729"/>
                  <a:gd name="T42" fmla="*/ 0 w 546"/>
                  <a:gd name="T43" fmla="*/ 0 h 729"/>
                  <a:gd name="T44" fmla="*/ 0 w 546"/>
                  <a:gd name="T45" fmla="*/ 0 h 7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46"/>
                  <a:gd name="T70" fmla="*/ 0 h 729"/>
                  <a:gd name="T71" fmla="*/ 546 w 546"/>
                  <a:gd name="T72" fmla="*/ 729 h 7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46" h="729">
                    <a:moveTo>
                      <a:pt x="425" y="0"/>
                    </a:moveTo>
                    <a:lnTo>
                      <a:pt x="471" y="96"/>
                    </a:lnTo>
                    <a:lnTo>
                      <a:pt x="368" y="234"/>
                    </a:lnTo>
                    <a:lnTo>
                      <a:pt x="378" y="323"/>
                    </a:lnTo>
                    <a:lnTo>
                      <a:pt x="496" y="523"/>
                    </a:lnTo>
                    <a:lnTo>
                      <a:pt x="546" y="729"/>
                    </a:lnTo>
                    <a:lnTo>
                      <a:pt x="451" y="517"/>
                    </a:lnTo>
                    <a:lnTo>
                      <a:pt x="384" y="430"/>
                    </a:lnTo>
                    <a:lnTo>
                      <a:pt x="359" y="517"/>
                    </a:lnTo>
                    <a:lnTo>
                      <a:pt x="283" y="611"/>
                    </a:lnTo>
                    <a:lnTo>
                      <a:pt x="283" y="486"/>
                    </a:lnTo>
                    <a:lnTo>
                      <a:pt x="50" y="480"/>
                    </a:lnTo>
                    <a:lnTo>
                      <a:pt x="0" y="378"/>
                    </a:lnTo>
                    <a:lnTo>
                      <a:pt x="8" y="323"/>
                    </a:lnTo>
                    <a:lnTo>
                      <a:pt x="35" y="367"/>
                    </a:lnTo>
                    <a:lnTo>
                      <a:pt x="154" y="367"/>
                    </a:lnTo>
                    <a:lnTo>
                      <a:pt x="263" y="419"/>
                    </a:lnTo>
                    <a:lnTo>
                      <a:pt x="305" y="360"/>
                    </a:lnTo>
                    <a:lnTo>
                      <a:pt x="359" y="351"/>
                    </a:lnTo>
                    <a:lnTo>
                      <a:pt x="333" y="258"/>
                    </a:lnTo>
                    <a:lnTo>
                      <a:pt x="340" y="129"/>
                    </a:lnTo>
                    <a:lnTo>
                      <a:pt x="378" y="9"/>
                    </a:lnTo>
                    <a:lnTo>
                      <a:pt x="4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4" name="Freeform 719"/>
              <p:cNvSpPr>
                <a:spLocks/>
              </p:cNvSpPr>
              <p:nvPr/>
            </p:nvSpPr>
            <p:spPr bwMode="auto">
              <a:xfrm>
                <a:off x="5330" y="1924"/>
                <a:ext cx="22" cy="58"/>
              </a:xfrm>
              <a:custGeom>
                <a:avLst/>
                <a:gdLst>
                  <a:gd name="T0" fmla="*/ 0 w 239"/>
                  <a:gd name="T1" fmla="*/ 0 h 642"/>
                  <a:gd name="T2" fmla="*/ 0 w 239"/>
                  <a:gd name="T3" fmla="*/ 0 h 642"/>
                  <a:gd name="T4" fmla="*/ 0 w 239"/>
                  <a:gd name="T5" fmla="*/ 0 h 642"/>
                  <a:gd name="T6" fmla="*/ 0 w 239"/>
                  <a:gd name="T7" fmla="*/ 0 h 642"/>
                  <a:gd name="T8" fmla="*/ 0 w 239"/>
                  <a:gd name="T9" fmla="*/ 0 h 642"/>
                  <a:gd name="T10" fmla="*/ 0 w 239"/>
                  <a:gd name="T11" fmla="*/ 0 h 642"/>
                  <a:gd name="T12" fmla="*/ 0 w 239"/>
                  <a:gd name="T13" fmla="*/ 0 h 642"/>
                  <a:gd name="T14" fmla="*/ 0 w 239"/>
                  <a:gd name="T15" fmla="*/ 0 h 642"/>
                  <a:gd name="T16" fmla="*/ 0 w 239"/>
                  <a:gd name="T17" fmla="*/ 0 h 642"/>
                  <a:gd name="T18" fmla="*/ 0 w 239"/>
                  <a:gd name="T19" fmla="*/ 0 h 642"/>
                  <a:gd name="T20" fmla="*/ 0 w 239"/>
                  <a:gd name="T21" fmla="*/ 0 h 642"/>
                  <a:gd name="T22" fmla="*/ 0 w 239"/>
                  <a:gd name="T23" fmla="*/ 0 h 642"/>
                  <a:gd name="T24" fmla="*/ 0 w 239"/>
                  <a:gd name="T25" fmla="*/ 0 h 642"/>
                  <a:gd name="T26" fmla="*/ 0 w 239"/>
                  <a:gd name="T27" fmla="*/ 0 h 642"/>
                  <a:gd name="T28" fmla="*/ 0 w 239"/>
                  <a:gd name="T29" fmla="*/ 0 h 642"/>
                  <a:gd name="T30" fmla="*/ 0 w 239"/>
                  <a:gd name="T31" fmla="*/ 0 h 6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9"/>
                  <a:gd name="T49" fmla="*/ 0 h 642"/>
                  <a:gd name="T50" fmla="*/ 239 w 239"/>
                  <a:gd name="T51" fmla="*/ 642 h 64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9" h="642">
                    <a:moveTo>
                      <a:pt x="145" y="60"/>
                    </a:moveTo>
                    <a:lnTo>
                      <a:pt x="51" y="44"/>
                    </a:lnTo>
                    <a:lnTo>
                      <a:pt x="14" y="118"/>
                    </a:lnTo>
                    <a:lnTo>
                      <a:pt x="44" y="318"/>
                    </a:lnTo>
                    <a:lnTo>
                      <a:pt x="106" y="497"/>
                    </a:lnTo>
                    <a:lnTo>
                      <a:pt x="145" y="559"/>
                    </a:lnTo>
                    <a:lnTo>
                      <a:pt x="195" y="598"/>
                    </a:lnTo>
                    <a:lnTo>
                      <a:pt x="239" y="619"/>
                    </a:lnTo>
                    <a:lnTo>
                      <a:pt x="230" y="642"/>
                    </a:lnTo>
                    <a:lnTo>
                      <a:pt x="135" y="606"/>
                    </a:lnTo>
                    <a:lnTo>
                      <a:pt x="60" y="480"/>
                    </a:lnTo>
                    <a:lnTo>
                      <a:pt x="0" y="253"/>
                    </a:lnTo>
                    <a:lnTo>
                      <a:pt x="0" y="68"/>
                    </a:lnTo>
                    <a:lnTo>
                      <a:pt x="33" y="0"/>
                    </a:lnTo>
                    <a:lnTo>
                      <a:pt x="135" y="0"/>
                    </a:lnTo>
                    <a:lnTo>
                      <a:pt x="145"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5" name="Freeform 720"/>
              <p:cNvSpPr>
                <a:spLocks/>
              </p:cNvSpPr>
              <p:nvPr/>
            </p:nvSpPr>
            <p:spPr bwMode="auto">
              <a:xfrm>
                <a:off x="5440" y="1942"/>
                <a:ext cx="21" cy="44"/>
              </a:xfrm>
              <a:custGeom>
                <a:avLst/>
                <a:gdLst>
                  <a:gd name="T0" fmla="*/ 0 w 228"/>
                  <a:gd name="T1" fmla="*/ 0 h 488"/>
                  <a:gd name="T2" fmla="*/ 0 w 228"/>
                  <a:gd name="T3" fmla="*/ 0 h 488"/>
                  <a:gd name="T4" fmla="*/ 0 w 228"/>
                  <a:gd name="T5" fmla="*/ 0 h 488"/>
                  <a:gd name="T6" fmla="*/ 0 w 228"/>
                  <a:gd name="T7" fmla="*/ 0 h 488"/>
                  <a:gd name="T8" fmla="*/ 0 w 228"/>
                  <a:gd name="T9" fmla="*/ 0 h 488"/>
                  <a:gd name="T10" fmla="*/ 0 w 228"/>
                  <a:gd name="T11" fmla="*/ 0 h 488"/>
                  <a:gd name="T12" fmla="*/ 0 w 228"/>
                  <a:gd name="T13" fmla="*/ 0 h 488"/>
                  <a:gd name="T14" fmla="*/ 0 w 228"/>
                  <a:gd name="T15" fmla="*/ 0 h 488"/>
                  <a:gd name="T16" fmla="*/ 0 w 228"/>
                  <a:gd name="T17" fmla="*/ 0 h 488"/>
                  <a:gd name="T18" fmla="*/ 0 w 228"/>
                  <a:gd name="T19" fmla="*/ 0 h 488"/>
                  <a:gd name="T20" fmla="*/ 0 w 228"/>
                  <a:gd name="T21" fmla="*/ 0 h 488"/>
                  <a:gd name="T22" fmla="*/ 0 w 228"/>
                  <a:gd name="T23" fmla="*/ 0 h 4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8"/>
                  <a:gd name="T37" fmla="*/ 0 h 488"/>
                  <a:gd name="T38" fmla="*/ 228 w 228"/>
                  <a:gd name="T39" fmla="*/ 488 h 48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8" h="488">
                    <a:moveTo>
                      <a:pt x="17" y="121"/>
                    </a:moveTo>
                    <a:lnTo>
                      <a:pt x="77" y="0"/>
                    </a:lnTo>
                    <a:lnTo>
                      <a:pt x="145" y="0"/>
                    </a:lnTo>
                    <a:lnTo>
                      <a:pt x="228" y="170"/>
                    </a:lnTo>
                    <a:lnTo>
                      <a:pt x="204" y="422"/>
                    </a:lnTo>
                    <a:lnTo>
                      <a:pt x="204" y="187"/>
                    </a:lnTo>
                    <a:lnTo>
                      <a:pt x="154" y="152"/>
                    </a:lnTo>
                    <a:lnTo>
                      <a:pt x="135" y="362"/>
                    </a:lnTo>
                    <a:lnTo>
                      <a:pt x="27" y="488"/>
                    </a:lnTo>
                    <a:lnTo>
                      <a:pt x="58" y="333"/>
                    </a:lnTo>
                    <a:lnTo>
                      <a:pt x="0" y="222"/>
                    </a:lnTo>
                    <a:lnTo>
                      <a:pt x="17"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6" name="Freeform 721"/>
              <p:cNvSpPr>
                <a:spLocks/>
              </p:cNvSpPr>
              <p:nvPr/>
            </p:nvSpPr>
            <p:spPr bwMode="auto">
              <a:xfrm>
                <a:off x="5346" y="2025"/>
                <a:ext cx="26" cy="19"/>
              </a:xfrm>
              <a:custGeom>
                <a:avLst/>
                <a:gdLst>
                  <a:gd name="T0" fmla="*/ 0 w 286"/>
                  <a:gd name="T1" fmla="*/ 0 h 205"/>
                  <a:gd name="T2" fmla="*/ 0 w 286"/>
                  <a:gd name="T3" fmla="*/ 0 h 205"/>
                  <a:gd name="T4" fmla="*/ 0 w 286"/>
                  <a:gd name="T5" fmla="*/ 0 h 205"/>
                  <a:gd name="T6" fmla="*/ 0 w 286"/>
                  <a:gd name="T7" fmla="*/ 0 h 205"/>
                  <a:gd name="T8" fmla="*/ 0 w 286"/>
                  <a:gd name="T9" fmla="*/ 0 h 205"/>
                  <a:gd name="T10" fmla="*/ 0 w 286"/>
                  <a:gd name="T11" fmla="*/ 0 h 205"/>
                  <a:gd name="T12" fmla="*/ 0 w 286"/>
                  <a:gd name="T13" fmla="*/ 0 h 205"/>
                  <a:gd name="T14" fmla="*/ 0 w 286"/>
                  <a:gd name="T15" fmla="*/ 0 h 205"/>
                  <a:gd name="T16" fmla="*/ 0 w 286"/>
                  <a:gd name="T17" fmla="*/ 0 h 205"/>
                  <a:gd name="T18" fmla="*/ 0 w 286"/>
                  <a:gd name="T19" fmla="*/ 0 h 205"/>
                  <a:gd name="T20" fmla="*/ 0 w 286"/>
                  <a:gd name="T21" fmla="*/ 0 h 2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6"/>
                  <a:gd name="T34" fmla="*/ 0 h 205"/>
                  <a:gd name="T35" fmla="*/ 286 w 286"/>
                  <a:gd name="T36" fmla="*/ 205 h 20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6" h="205">
                    <a:moveTo>
                      <a:pt x="0" y="0"/>
                    </a:moveTo>
                    <a:lnTo>
                      <a:pt x="95" y="6"/>
                    </a:lnTo>
                    <a:lnTo>
                      <a:pt x="220" y="76"/>
                    </a:lnTo>
                    <a:lnTo>
                      <a:pt x="257" y="6"/>
                    </a:lnTo>
                    <a:lnTo>
                      <a:pt x="286" y="101"/>
                    </a:lnTo>
                    <a:lnTo>
                      <a:pt x="220" y="205"/>
                    </a:lnTo>
                    <a:lnTo>
                      <a:pt x="201" y="109"/>
                    </a:lnTo>
                    <a:lnTo>
                      <a:pt x="142" y="87"/>
                    </a:lnTo>
                    <a:lnTo>
                      <a:pt x="30" y="76"/>
                    </a:lnTo>
                    <a:lnTo>
                      <a:pt x="0" y="4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7" name="Freeform 722"/>
              <p:cNvSpPr>
                <a:spLocks/>
              </p:cNvSpPr>
              <p:nvPr/>
            </p:nvSpPr>
            <p:spPr bwMode="auto">
              <a:xfrm>
                <a:off x="5345" y="2024"/>
                <a:ext cx="227" cy="76"/>
              </a:xfrm>
              <a:custGeom>
                <a:avLst/>
                <a:gdLst>
                  <a:gd name="T0" fmla="*/ 0 w 2500"/>
                  <a:gd name="T1" fmla="*/ 0 h 831"/>
                  <a:gd name="T2" fmla="*/ 0 w 2500"/>
                  <a:gd name="T3" fmla="*/ 0 h 831"/>
                  <a:gd name="T4" fmla="*/ 0 w 2500"/>
                  <a:gd name="T5" fmla="*/ 0 h 831"/>
                  <a:gd name="T6" fmla="*/ 0 w 2500"/>
                  <a:gd name="T7" fmla="*/ 0 h 831"/>
                  <a:gd name="T8" fmla="*/ 0 w 2500"/>
                  <a:gd name="T9" fmla="*/ 0 h 831"/>
                  <a:gd name="T10" fmla="*/ 0 w 2500"/>
                  <a:gd name="T11" fmla="*/ 0 h 831"/>
                  <a:gd name="T12" fmla="*/ 0 w 2500"/>
                  <a:gd name="T13" fmla="*/ 0 h 831"/>
                  <a:gd name="T14" fmla="*/ 0 w 2500"/>
                  <a:gd name="T15" fmla="*/ 0 h 831"/>
                  <a:gd name="T16" fmla="*/ 0 w 2500"/>
                  <a:gd name="T17" fmla="*/ 0 h 831"/>
                  <a:gd name="T18" fmla="*/ 0 w 2500"/>
                  <a:gd name="T19" fmla="*/ 0 h 831"/>
                  <a:gd name="T20" fmla="*/ 0 w 2500"/>
                  <a:gd name="T21" fmla="*/ 0 h 831"/>
                  <a:gd name="T22" fmla="*/ 0 w 2500"/>
                  <a:gd name="T23" fmla="*/ 0 h 831"/>
                  <a:gd name="T24" fmla="*/ 0 w 2500"/>
                  <a:gd name="T25" fmla="*/ 0 h 831"/>
                  <a:gd name="T26" fmla="*/ 0 w 2500"/>
                  <a:gd name="T27" fmla="*/ 0 h 831"/>
                  <a:gd name="T28" fmla="*/ 0 w 2500"/>
                  <a:gd name="T29" fmla="*/ 0 h 831"/>
                  <a:gd name="T30" fmla="*/ 0 w 2500"/>
                  <a:gd name="T31" fmla="*/ 0 h 831"/>
                  <a:gd name="T32" fmla="*/ 0 w 2500"/>
                  <a:gd name="T33" fmla="*/ 0 h 831"/>
                  <a:gd name="T34" fmla="*/ 0 w 2500"/>
                  <a:gd name="T35" fmla="*/ 0 h 831"/>
                  <a:gd name="T36" fmla="*/ 0 w 2500"/>
                  <a:gd name="T37" fmla="*/ 0 h 831"/>
                  <a:gd name="T38" fmla="*/ 0 w 2500"/>
                  <a:gd name="T39" fmla="*/ 0 h 831"/>
                  <a:gd name="T40" fmla="*/ 0 w 2500"/>
                  <a:gd name="T41" fmla="*/ 0 h 831"/>
                  <a:gd name="T42" fmla="*/ 0 w 2500"/>
                  <a:gd name="T43" fmla="*/ 0 h 831"/>
                  <a:gd name="T44" fmla="*/ 0 w 2500"/>
                  <a:gd name="T45" fmla="*/ 0 h 831"/>
                  <a:gd name="T46" fmla="*/ 0 w 2500"/>
                  <a:gd name="T47" fmla="*/ 0 h 831"/>
                  <a:gd name="T48" fmla="*/ 0 w 2500"/>
                  <a:gd name="T49" fmla="*/ 0 h 831"/>
                  <a:gd name="T50" fmla="*/ 0 w 2500"/>
                  <a:gd name="T51" fmla="*/ 0 h 831"/>
                  <a:gd name="T52" fmla="*/ 0 w 2500"/>
                  <a:gd name="T53" fmla="*/ 0 h 831"/>
                  <a:gd name="T54" fmla="*/ 0 w 2500"/>
                  <a:gd name="T55" fmla="*/ 0 h 831"/>
                  <a:gd name="T56" fmla="*/ 0 w 2500"/>
                  <a:gd name="T57" fmla="*/ 0 h 83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00"/>
                  <a:gd name="T88" fmla="*/ 0 h 831"/>
                  <a:gd name="T89" fmla="*/ 2500 w 2500"/>
                  <a:gd name="T90" fmla="*/ 831 h 83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00" h="831">
                    <a:moveTo>
                      <a:pt x="25" y="162"/>
                    </a:moveTo>
                    <a:lnTo>
                      <a:pt x="25" y="226"/>
                    </a:lnTo>
                    <a:lnTo>
                      <a:pt x="92" y="287"/>
                    </a:lnTo>
                    <a:lnTo>
                      <a:pt x="0" y="436"/>
                    </a:lnTo>
                    <a:lnTo>
                      <a:pt x="0" y="565"/>
                    </a:lnTo>
                    <a:lnTo>
                      <a:pt x="83" y="677"/>
                    </a:lnTo>
                    <a:lnTo>
                      <a:pt x="380" y="771"/>
                    </a:lnTo>
                    <a:lnTo>
                      <a:pt x="654" y="781"/>
                    </a:lnTo>
                    <a:lnTo>
                      <a:pt x="800" y="831"/>
                    </a:lnTo>
                    <a:lnTo>
                      <a:pt x="1192" y="787"/>
                    </a:lnTo>
                    <a:lnTo>
                      <a:pt x="1737" y="795"/>
                    </a:lnTo>
                    <a:lnTo>
                      <a:pt x="2500" y="795"/>
                    </a:lnTo>
                    <a:lnTo>
                      <a:pt x="1236" y="735"/>
                    </a:lnTo>
                    <a:lnTo>
                      <a:pt x="1236" y="447"/>
                    </a:lnTo>
                    <a:lnTo>
                      <a:pt x="1437" y="131"/>
                    </a:lnTo>
                    <a:lnTo>
                      <a:pt x="924" y="465"/>
                    </a:lnTo>
                    <a:lnTo>
                      <a:pt x="981" y="0"/>
                    </a:lnTo>
                    <a:lnTo>
                      <a:pt x="937" y="11"/>
                    </a:lnTo>
                    <a:lnTo>
                      <a:pt x="726" y="309"/>
                    </a:lnTo>
                    <a:lnTo>
                      <a:pt x="646" y="412"/>
                    </a:lnTo>
                    <a:lnTo>
                      <a:pt x="397" y="517"/>
                    </a:lnTo>
                    <a:lnTo>
                      <a:pt x="149" y="573"/>
                    </a:lnTo>
                    <a:lnTo>
                      <a:pt x="73" y="556"/>
                    </a:lnTo>
                    <a:lnTo>
                      <a:pt x="37" y="517"/>
                    </a:lnTo>
                    <a:lnTo>
                      <a:pt x="48" y="436"/>
                    </a:lnTo>
                    <a:lnTo>
                      <a:pt x="108" y="299"/>
                    </a:lnTo>
                    <a:lnTo>
                      <a:pt x="108" y="268"/>
                    </a:lnTo>
                    <a:lnTo>
                      <a:pt x="57" y="181"/>
                    </a:lnTo>
                    <a:lnTo>
                      <a:pt x="25" y="1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8" name="Freeform 723"/>
              <p:cNvSpPr>
                <a:spLocks/>
              </p:cNvSpPr>
              <p:nvPr/>
            </p:nvSpPr>
            <p:spPr bwMode="auto">
              <a:xfrm>
                <a:off x="5566" y="2041"/>
                <a:ext cx="25" cy="55"/>
              </a:xfrm>
              <a:custGeom>
                <a:avLst/>
                <a:gdLst>
                  <a:gd name="T0" fmla="*/ 0 w 281"/>
                  <a:gd name="T1" fmla="*/ 0 h 604"/>
                  <a:gd name="T2" fmla="*/ 0 w 281"/>
                  <a:gd name="T3" fmla="*/ 0 h 604"/>
                  <a:gd name="T4" fmla="*/ 0 w 281"/>
                  <a:gd name="T5" fmla="*/ 0 h 604"/>
                  <a:gd name="T6" fmla="*/ 0 w 281"/>
                  <a:gd name="T7" fmla="*/ 0 h 604"/>
                  <a:gd name="T8" fmla="*/ 0 w 281"/>
                  <a:gd name="T9" fmla="*/ 0 h 604"/>
                  <a:gd name="T10" fmla="*/ 0 w 281"/>
                  <a:gd name="T11" fmla="*/ 0 h 604"/>
                  <a:gd name="T12" fmla="*/ 0 w 281"/>
                  <a:gd name="T13" fmla="*/ 0 h 604"/>
                  <a:gd name="T14" fmla="*/ 0 w 281"/>
                  <a:gd name="T15" fmla="*/ 0 h 604"/>
                  <a:gd name="T16" fmla="*/ 0 60000 65536"/>
                  <a:gd name="T17" fmla="*/ 0 60000 65536"/>
                  <a:gd name="T18" fmla="*/ 0 60000 65536"/>
                  <a:gd name="T19" fmla="*/ 0 60000 65536"/>
                  <a:gd name="T20" fmla="*/ 0 60000 65536"/>
                  <a:gd name="T21" fmla="*/ 0 60000 65536"/>
                  <a:gd name="T22" fmla="*/ 0 60000 65536"/>
                  <a:gd name="T23" fmla="*/ 0 60000 65536"/>
                  <a:gd name="T24" fmla="*/ 0 w 281"/>
                  <a:gd name="T25" fmla="*/ 0 h 604"/>
                  <a:gd name="T26" fmla="*/ 281 w 281"/>
                  <a:gd name="T27" fmla="*/ 604 h 6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1" h="604">
                    <a:moveTo>
                      <a:pt x="42" y="0"/>
                    </a:moveTo>
                    <a:lnTo>
                      <a:pt x="85" y="408"/>
                    </a:lnTo>
                    <a:lnTo>
                      <a:pt x="281" y="539"/>
                    </a:lnTo>
                    <a:lnTo>
                      <a:pt x="273" y="580"/>
                    </a:lnTo>
                    <a:lnTo>
                      <a:pt x="36" y="604"/>
                    </a:lnTo>
                    <a:lnTo>
                      <a:pt x="75" y="539"/>
                    </a:lnTo>
                    <a:lnTo>
                      <a:pt x="0" y="0"/>
                    </a:ln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9" name="Freeform 724"/>
              <p:cNvSpPr>
                <a:spLocks/>
              </p:cNvSpPr>
              <p:nvPr/>
            </p:nvSpPr>
            <p:spPr bwMode="auto">
              <a:xfrm>
                <a:off x="5330" y="2096"/>
                <a:ext cx="96" cy="134"/>
              </a:xfrm>
              <a:custGeom>
                <a:avLst/>
                <a:gdLst>
                  <a:gd name="T0" fmla="*/ 0 w 1047"/>
                  <a:gd name="T1" fmla="*/ 0 h 1480"/>
                  <a:gd name="T2" fmla="*/ 0 w 1047"/>
                  <a:gd name="T3" fmla="*/ 0 h 1480"/>
                  <a:gd name="T4" fmla="*/ 0 w 1047"/>
                  <a:gd name="T5" fmla="*/ 0 h 1480"/>
                  <a:gd name="T6" fmla="*/ 0 w 1047"/>
                  <a:gd name="T7" fmla="*/ 0 h 1480"/>
                  <a:gd name="T8" fmla="*/ 0 w 1047"/>
                  <a:gd name="T9" fmla="*/ 0 h 1480"/>
                  <a:gd name="T10" fmla="*/ 0 w 1047"/>
                  <a:gd name="T11" fmla="*/ 0 h 1480"/>
                  <a:gd name="T12" fmla="*/ 0 w 1047"/>
                  <a:gd name="T13" fmla="*/ 0 h 1480"/>
                  <a:gd name="T14" fmla="*/ 0 w 1047"/>
                  <a:gd name="T15" fmla="*/ 0 h 1480"/>
                  <a:gd name="T16" fmla="*/ 0 w 1047"/>
                  <a:gd name="T17" fmla="*/ 0 h 1480"/>
                  <a:gd name="T18" fmla="*/ 0 w 1047"/>
                  <a:gd name="T19" fmla="*/ 0 h 1480"/>
                  <a:gd name="T20" fmla="*/ 0 w 1047"/>
                  <a:gd name="T21" fmla="*/ 0 h 1480"/>
                  <a:gd name="T22" fmla="*/ 0 w 1047"/>
                  <a:gd name="T23" fmla="*/ 0 h 148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7"/>
                  <a:gd name="T37" fmla="*/ 0 h 1480"/>
                  <a:gd name="T38" fmla="*/ 1047 w 1047"/>
                  <a:gd name="T39" fmla="*/ 1480 h 148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7" h="1480">
                    <a:moveTo>
                      <a:pt x="949" y="33"/>
                    </a:moveTo>
                    <a:lnTo>
                      <a:pt x="526" y="272"/>
                    </a:lnTo>
                    <a:lnTo>
                      <a:pt x="208" y="1112"/>
                    </a:lnTo>
                    <a:lnTo>
                      <a:pt x="0" y="1480"/>
                    </a:lnTo>
                    <a:lnTo>
                      <a:pt x="411" y="1014"/>
                    </a:lnTo>
                    <a:lnTo>
                      <a:pt x="605" y="763"/>
                    </a:lnTo>
                    <a:lnTo>
                      <a:pt x="746" y="732"/>
                    </a:lnTo>
                    <a:lnTo>
                      <a:pt x="794" y="968"/>
                    </a:lnTo>
                    <a:lnTo>
                      <a:pt x="808" y="526"/>
                    </a:lnTo>
                    <a:lnTo>
                      <a:pt x="873" y="240"/>
                    </a:lnTo>
                    <a:lnTo>
                      <a:pt x="1047" y="0"/>
                    </a:lnTo>
                    <a:lnTo>
                      <a:pt x="949"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0" name="Freeform 725"/>
              <p:cNvSpPr>
                <a:spLocks/>
              </p:cNvSpPr>
              <p:nvPr/>
            </p:nvSpPr>
            <p:spPr bwMode="auto">
              <a:xfrm>
                <a:off x="5411" y="2100"/>
                <a:ext cx="186" cy="77"/>
              </a:xfrm>
              <a:custGeom>
                <a:avLst/>
                <a:gdLst>
                  <a:gd name="T0" fmla="*/ 0 w 2046"/>
                  <a:gd name="T1" fmla="*/ 0 h 839"/>
                  <a:gd name="T2" fmla="*/ 0 w 2046"/>
                  <a:gd name="T3" fmla="*/ 0 h 839"/>
                  <a:gd name="T4" fmla="*/ 0 w 2046"/>
                  <a:gd name="T5" fmla="*/ 0 h 839"/>
                  <a:gd name="T6" fmla="*/ 0 w 2046"/>
                  <a:gd name="T7" fmla="*/ 0 h 839"/>
                  <a:gd name="T8" fmla="*/ 0 w 2046"/>
                  <a:gd name="T9" fmla="*/ 0 h 839"/>
                  <a:gd name="T10" fmla="*/ 0 w 2046"/>
                  <a:gd name="T11" fmla="*/ 0 h 839"/>
                  <a:gd name="T12" fmla="*/ 0 w 2046"/>
                  <a:gd name="T13" fmla="*/ 0 h 839"/>
                  <a:gd name="T14" fmla="*/ 0 w 2046"/>
                  <a:gd name="T15" fmla="*/ 0 h 839"/>
                  <a:gd name="T16" fmla="*/ 0 w 2046"/>
                  <a:gd name="T17" fmla="*/ 0 h 839"/>
                  <a:gd name="T18" fmla="*/ 0 w 2046"/>
                  <a:gd name="T19" fmla="*/ 0 h 839"/>
                  <a:gd name="T20" fmla="*/ 0 w 2046"/>
                  <a:gd name="T21" fmla="*/ 0 h 839"/>
                  <a:gd name="T22" fmla="*/ 0 w 2046"/>
                  <a:gd name="T23" fmla="*/ 0 h 839"/>
                  <a:gd name="T24" fmla="*/ 0 w 2046"/>
                  <a:gd name="T25" fmla="*/ 0 h 8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46"/>
                  <a:gd name="T40" fmla="*/ 0 h 839"/>
                  <a:gd name="T41" fmla="*/ 2046 w 2046"/>
                  <a:gd name="T42" fmla="*/ 839 h 8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46" h="839">
                    <a:moveTo>
                      <a:pt x="0" y="839"/>
                    </a:moveTo>
                    <a:lnTo>
                      <a:pt x="380" y="684"/>
                    </a:lnTo>
                    <a:lnTo>
                      <a:pt x="860" y="525"/>
                    </a:lnTo>
                    <a:lnTo>
                      <a:pt x="1570" y="525"/>
                    </a:lnTo>
                    <a:lnTo>
                      <a:pt x="1903" y="397"/>
                    </a:lnTo>
                    <a:lnTo>
                      <a:pt x="1919" y="192"/>
                    </a:lnTo>
                    <a:lnTo>
                      <a:pt x="2046" y="0"/>
                    </a:lnTo>
                    <a:lnTo>
                      <a:pt x="1969" y="205"/>
                    </a:lnTo>
                    <a:lnTo>
                      <a:pt x="1938" y="478"/>
                    </a:lnTo>
                    <a:lnTo>
                      <a:pt x="1651" y="538"/>
                    </a:lnTo>
                    <a:lnTo>
                      <a:pt x="843" y="571"/>
                    </a:lnTo>
                    <a:lnTo>
                      <a:pt x="222" y="793"/>
                    </a:lnTo>
                    <a:lnTo>
                      <a:pt x="0" y="8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1" name="Freeform 726"/>
              <p:cNvSpPr>
                <a:spLocks/>
              </p:cNvSpPr>
              <p:nvPr/>
            </p:nvSpPr>
            <p:spPr bwMode="auto">
              <a:xfrm>
                <a:off x="5179" y="2171"/>
                <a:ext cx="174" cy="181"/>
              </a:xfrm>
              <a:custGeom>
                <a:avLst/>
                <a:gdLst>
                  <a:gd name="T0" fmla="*/ 0 w 1918"/>
                  <a:gd name="T1" fmla="*/ 0 h 1985"/>
                  <a:gd name="T2" fmla="*/ 0 w 1918"/>
                  <a:gd name="T3" fmla="*/ 0 h 1985"/>
                  <a:gd name="T4" fmla="*/ 0 w 1918"/>
                  <a:gd name="T5" fmla="*/ 0 h 1985"/>
                  <a:gd name="T6" fmla="*/ 0 w 1918"/>
                  <a:gd name="T7" fmla="*/ 0 h 1985"/>
                  <a:gd name="T8" fmla="*/ 0 w 1918"/>
                  <a:gd name="T9" fmla="*/ 0 h 1985"/>
                  <a:gd name="T10" fmla="*/ 0 w 1918"/>
                  <a:gd name="T11" fmla="*/ 0 h 1985"/>
                  <a:gd name="T12" fmla="*/ 0 w 1918"/>
                  <a:gd name="T13" fmla="*/ 0 h 1985"/>
                  <a:gd name="T14" fmla="*/ 0 w 1918"/>
                  <a:gd name="T15" fmla="*/ 0 h 1985"/>
                  <a:gd name="T16" fmla="*/ 0 w 1918"/>
                  <a:gd name="T17" fmla="*/ 0 h 1985"/>
                  <a:gd name="T18" fmla="*/ 0 w 1918"/>
                  <a:gd name="T19" fmla="*/ 0 h 1985"/>
                  <a:gd name="T20" fmla="*/ 0 w 1918"/>
                  <a:gd name="T21" fmla="*/ 0 h 1985"/>
                  <a:gd name="T22" fmla="*/ 0 w 1918"/>
                  <a:gd name="T23" fmla="*/ 0 h 1985"/>
                  <a:gd name="T24" fmla="*/ 0 w 1918"/>
                  <a:gd name="T25" fmla="*/ 0 h 1985"/>
                  <a:gd name="T26" fmla="*/ 0 w 1918"/>
                  <a:gd name="T27" fmla="*/ 0 h 1985"/>
                  <a:gd name="T28" fmla="*/ 0 w 1918"/>
                  <a:gd name="T29" fmla="*/ 0 h 1985"/>
                  <a:gd name="T30" fmla="*/ 0 w 1918"/>
                  <a:gd name="T31" fmla="*/ 0 h 1985"/>
                  <a:gd name="T32" fmla="*/ 0 w 1918"/>
                  <a:gd name="T33" fmla="*/ 0 h 1985"/>
                  <a:gd name="T34" fmla="*/ 0 w 1918"/>
                  <a:gd name="T35" fmla="*/ 0 h 1985"/>
                  <a:gd name="T36" fmla="*/ 0 w 1918"/>
                  <a:gd name="T37" fmla="*/ 0 h 1985"/>
                  <a:gd name="T38" fmla="*/ 0 w 1918"/>
                  <a:gd name="T39" fmla="*/ 0 h 1985"/>
                  <a:gd name="T40" fmla="*/ 0 w 1918"/>
                  <a:gd name="T41" fmla="*/ 0 h 1985"/>
                  <a:gd name="T42" fmla="*/ 0 w 1918"/>
                  <a:gd name="T43" fmla="*/ 0 h 1985"/>
                  <a:gd name="T44" fmla="*/ 0 w 1918"/>
                  <a:gd name="T45" fmla="*/ 0 h 1985"/>
                  <a:gd name="T46" fmla="*/ 0 w 1918"/>
                  <a:gd name="T47" fmla="*/ 0 h 1985"/>
                  <a:gd name="T48" fmla="*/ 0 w 1918"/>
                  <a:gd name="T49" fmla="*/ 0 h 1985"/>
                  <a:gd name="T50" fmla="*/ 0 w 1918"/>
                  <a:gd name="T51" fmla="*/ 0 h 1985"/>
                  <a:gd name="T52" fmla="*/ 0 w 1918"/>
                  <a:gd name="T53" fmla="*/ 0 h 1985"/>
                  <a:gd name="T54" fmla="*/ 0 w 1918"/>
                  <a:gd name="T55" fmla="*/ 0 h 1985"/>
                  <a:gd name="T56" fmla="*/ 0 w 1918"/>
                  <a:gd name="T57" fmla="*/ 0 h 1985"/>
                  <a:gd name="T58" fmla="*/ 0 w 1918"/>
                  <a:gd name="T59" fmla="*/ 0 h 1985"/>
                  <a:gd name="T60" fmla="*/ 0 w 1918"/>
                  <a:gd name="T61" fmla="*/ 0 h 1985"/>
                  <a:gd name="T62" fmla="*/ 0 w 1918"/>
                  <a:gd name="T63" fmla="*/ 0 h 198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18"/>
                  <a:gd name="T97" fmla="*/ 0 h 1985"/>
                  <a:gd name="T98" fmla="*/ 1918 w 1918"/>
                  <a:gd name="T99" fmla="*/ 1985 h 198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18" h="1985">
                    <a:moveTo>
                      <a:pt x="1918" y="253"/>
                    </a:moveTo>
                    <a:lnTo>
                      <a:pt x="1441" y="508"/>
                    </a:lnTo>
                    <a:lnTo>
                      <a:pt x="1253" y="905"/>
                    </a:lnTo>
                    <a:lnTo>
                      <a:pt x="775" y="1491"/>
                    </a:lnTo>
                    <a:lnTo>
                      <a:pt x="775" y="1684"/>
                    </a:lnTo>
                    <a:lnTo>
                      <a:pt x="822" y="1985"/>
                    </a:lnTo>
                    <a:lnTo>
                      <a:pt x="648" y="1761"/>
                    </a:lnTo>
                    <a:lnTo>
                      <a:pt x="316" y="1779"/>
                    </a:lnTo>
                    <a:lnTo>
                      <a:pt x="0" y="1985"/>
                    </a:lnTo>
                    <a:lnTo>
                      <a:pt x="281" y="1663"/>
                    </a:lnTo>
                    <a:lnTo>
                      <a:pt x="412" y="697"/>
                    </a:lnTo>
                    <a:lnTo>
                      <a:pt x="206" y="872"/>
                    </a:lnTo>
                    <a:lnTo>
                      <a:pt x="395" y="80"/>
                    </a:lnTo>
                    <a:lnTo>
                      <a:pt x="281" y="94"/>
                    </a:lnTo>
                    <a:lnTo>
                      <a:pt x="380" y="59"/>
                    </a:lnTo>
                    <a:lnTo>
                      <a:pt x="460" y="59"/>
                    </a:lnTo>
                    <a:lnTo>
                      <a:pt x="554" y="111"/>
                    </a:lnTo>
                    <a:lnTo>
                      <a:pt x="554" y="0"/>
                    </a:lnTo>
                    <a:lnTo>
                      <a:pt x="600" y="159"/>
                    </a:lnTo>
                    <a:lnTo>
                      <a:pt x="648" y="222"/>
                    </a:lnTo>
                    <a:lnTo>
                      <a:pt x="775" y="236"/>
                    </a:lnTo>
                    <a:lnTo>
                      <a:pt x="839" y="186"/>
                    </a:lnTo>
                    <a:lnTo>
                      <a:pt x="885" y="124"/>
                    </a:lnTo>
                    <a:lnTo>
                      <a:pt x="885" y="222"/>
                    </a:lnTo>
                    <a:lnTo>
                      <a:pt x="856" y="284"/>
                    </a:lnTo>
                    <a:lnTo>
                      <a:pt x="839" y="523"/>
                    </a:lnTo>
                    <a:lnTo>
                      <a:pt x="809" y="1109"/>
                    </a:lnTo>
                    <a:lnTo>
                      <a:pt x="1092" y="953"/>
                    </a:lnTo>
                    <a:lnTo>
                      <a:pt x="1219" y="872"/>
                    </a:lnTo>
                    <a:lnTo>
                      <a:pt x="1425" y="444"/>
                    </a:lnTo>
                    <a:lnTo>
                      <a:pt x="1886" y="222"/>
                    </a:lnTo>
                    <a:lnTo>
                      <a:pt x="1918" y="2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2" name="Freeform 727"/>
              <p:cNvSpPr>
                <a:spLocks/>
              </p:cNvSpPr>
              <p:nvPr/>
            </p:nvSpPr>
            <p:spPr bwMode="auto">
              <a:xfrm>
                <a:off x="5193" y="2027"/>
                <a:ext cx="124" cy="145"/>
              </a:xfrm>
              <a:custGeom>
                <a:avLst/>
                <a:gdLst>
                  <a:gd name="T0" fmla="*/ 0 w 1363"/>
                  <a:gd name="T1" fmla="*/ 0 h 1601"/>
                  <a:gd name="T2" fmla="*/ 0 w 1363"/>
                  <a:gd name="T3" fmla="*/ 0 h 1601"/>
                  <a:gd name="T4" fmla="*/ 0 w 1363"/>
                  <a:gd name="T5" fmla="*/ 0 h 1601"/>
                  <a:gd name="T6" fmla="*/ 0 w 1363"/>
                  <a:gd name="T7" fmla="*/ 0 h 1601"/>
                  <a:gd name="T8" fmla="*/ 0 w 1363"/>
                  <a:gd name="T9" fmla="*/ 0 h 1601"/>
                  <a:gd name="T10" fmla="*/ 0 w 1363"/>
                  <a:gd name="T11" fmla="*/ 0 h 1601"/>
                  <a:gd name="T12" fmla="*/ 0 w 1363"/>
                  <a:gd name="T13" fmla="*/ 0 h 1601"/>
                  <a:gd name="T14" fmla="*/ 0 w 1363"/>
                  <a:gd name="T15" fmla="*/ 0 h 1601"/>
                  <a:gd name="T16" fmla="*/ 0 w 1363"/>
                  <a:gd name="T17" fmla="*/ 0 h 1601"/>
                  <a:gd name="T18" fmla="*/ 0 w 1363"/>
                  <a:gd name="T19" fmla="*/ 0 h 1601"/>
                  <a:gd name="T20" fmla="*/ 0 w 1363"/>
                  <a:gd name="T21" fmla="*/ 0 h 1601"/>
                  <a:gd name="T22" fmla="*/ 0 w 1363"/>
                  <a:gd name="T23" fmla="*/ 0 h 1601"/>
                  <a:gd name="T24" fmla="*/ 0 w 1363"/>
                  <a:gd name="T25" fmla="*/ 0 h 1601"/>
                  <a:gd name="T26" fmla="*/ 0 w 1363"/>
                  <a:gd name="T27" fmla="*/ 0 h 1601"/>
                  <a:gd name="T28" fmla="*/ 0 w 1363"/>
                  <a:gd name="T29" fmla="*/ 0 h 1601"/>
                  <a:gd name="T30" fmla="*/ 0 w 1363"/>
                  <a:gd name="T31" fmla="*/ 0 h 1601"/>
                  <a:gd name="T32" fmla="*/ 0 w 1363"/>
                  <a:gd name="T33" fmla="*/ 0 h 1601"/>
                  <a:gd name="T34" fmla="*/ 0 w 1363"/>
                  <a:gd name="T35" fmla="*/ 0 h 1601"/>
                  <a:gd name="T36" fmla="*/ 0 w 1363"/>
                  <a:gd name="T37" fmla="*/ 0 h 1601"/>
                  <a:gd name="T38" fmla="*/ 0 w 1363"/>
                  <a:gd name="T39" fmla="*/ 0 h 1601"/>
                  <a:gd name="T40" fmla="*/ 0 w 1363"/>
                  <a:gd name="T41" fmla="*/ 0 h 1601"/>
                  <a:gd name="T42" fmla="*/ 0 w 1363"/>
                  <a:gd name="T43" fmla="*/ 0 h 1601"/>
                  <a:gd name="T44" fmla="*/ 0 w 1363"/>
                  <a:gd name="T45" fmla="*/ 0 h 1601"/>
                  <a:gd name="T46" fmla="*/ 0 w 1363"/>
                  <a:gd name="T47" fmla="*/ 0 h 1601"/>
                  <a:gd name="T48" fmla="*/ 0 w 1363"/>
                  <a:gd name="T49" fmla="*/ 0 h 1601"/>
                  <a:gd name="T50" fmla="*/ 0 w 1363"/>
                  <a:gd name="T51" fmla="*/ 0 h 1601"/>
                  <a:gd name="T52" fmla="*/ 0 w 1363"/>
                  <a:gd name="T53" fmla="*/ 0 h 1601"/>
                  <a:gd name="T54" fmla="*/ 0 w 1363"/>
                  <a:gd name="T55" fmla="*/ 0 h 1601"/>
                  <a:gd name="T56" fmla="*/ 0 w 1363"/>
                  <a:gd name="T57" fmla="*/ 0 h 1601"/>
                  <a:gd name="T58" fmla="*/ 0 w 1363"/>
                  <a:gd name="T59" fmla="*/ 0 h 1601"/>
                  <a:gd name="T60" fmla="*/ 0 w 1363"/>
                  <a:gd name="T61" fmla="*/ 0 h 1601"/>
                  <a:gd name="T62" fmla="*/ 0 w 1363"/>
                  <a:gd name="T63" fmla="*/ 0 h 1601"/>
                  <a:gd name="T64" fmla="*/ 0 w 1363"/>
                  <a:gd name="T65" fmla="*/ 0 h 1601"/>
                  <a:gd name="T66" fmla="*/ 0 w 1363"/>
                  <a:gd name="T67" fmla="*/ 0 h 1601"/>
                  <a:gd name="T68" fmla="*/ 0 w 1363"/>
                  <a:gd name="T69" fmla="*/ 0 h 1601"/>
                  <a:gd name="T70" fmla="*/ 0 w 1363"/>
                  <a:gd name="T71" fmla="*/ 0 h 1601"/>
                  <a:gd name="T72" fmla="*/ 0 w 1363"/>
                  <a:gd name="T73" fmla="*/ 0 h 1601"/>
                  <a:gd name="T74" fmla="*/ 0 w 1363"/>
                  <a:gd name="T75" fmla="*/ 0 h 1601"/>
                  <a:gd name="T76" fmla="*/ 0 w 1363"/>
                  <a:gd name="T77" fmla="*/ 0 h 1601"/>
                  <a:gd name="T78" fmla="*/ 0 w 1363"/>
                  <a:gd name="T79" fmla="*/ 0 h 1601"/>
                  <a:gd name="T80" fmla="*/ 0 w 1363"/>
                  <a:gd name="T81" fmla="*/ 0 h 1601"/>
                  <a:gd name="T82" fmla="*/ 0 w 1363"/>
                  <a:gd name="T83" fmla="*/ 0 h 1601"/>
                  <a:gd name="T84" fmla="*/ 0 w 1363"/>
                  <a:gd name="T85" fmla="*/ 0 h 160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63"/>
                  <a:gd name="T130" fmla="*/ 0 h 1601"/>
                  <a:gd name="T131" fmla="*/ 1363 w 1363"/>
                  <a:gd name="T132" fmla="*/ 1601 h 160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63" h="1601">
                    <a:moveTo>
                      <a:pt x="777" y="1569"/>
                    </a:moveTo>
                    <a:lnTo>
                      <a:pt x="1350" y="651"/>
                    </a:lnTo>
                    <a:lnTo>
                      <a:pt x="1363" y="520"/>
                    </a:lnTo>
                    <a:lnTo>
                      <a:pt x="1159" y="96"/>
                    </a:lnTo>
                    <a:lnTo>
                      <a:pt x="1032" y="77"/>
                    </a:lnTo>
                    <a:lnTo>
                      <a:pt x="1126" y="141"/>
                    </a:lnTo>
                    <a:lnTo>
                      <a:pt x="1317" y="520"/>
                    </a:lnTo>
                    <a:lnTo>
                      <a:pt x="1317" y="601"/>
                    </a:lnTo>
                    <a:lnTo>
                      <a:pt x="1159" y="442"/>
                    </a:lnTo>
                    <a:lnTo>
                      <a:pt x="1159" y="300"/>
                    </a:lnTo>
                    <a:lnTo>
                      <a:pt x="810" y="0"/>
                    </a:lnTo>
                    <a:lnTo>
                      <a:pt x="633" y="63"/>
                    </a:lnTo>
                    <a:lnTo>
                      <a:pt x="810" y="30"/>
                    </a:lnTo>
                    <a:lnTo>
                      <a:pt x="1078" y="314"/>
                    </a:lnTo>
                    <a:lnTo>
                      <a:pt x="1001" y="335"/>
                    </a:lnTo>
                    <a:lnTo>
                      <a:pt x="936" y="361"/>
                    </a:lnTo>
                    <a:lnTo>
                      <a:pt x="796" y="189"/>
                    </a:lnTo>
                    <a:lnTo>
                      <a:pt x="492" y="63"/>
                    </a:lnTo>
                    <a:lnTo>
                      <a:pt x="380" y="96"/>
                    </a:lnTo>
                    <a:lnTo>
                      <a:pt x="492" y="124"/>
                    </a:lnTo>
                    <a:lnTo>
                      <a:pt x="796" y="220"/>
                    </a:lnTo>
                    <a:lnTo>
                      <a:pt x="700" y="314"/>
                    </a:lnTo>
                    <a:lnTo>
                      <a:pt x="274" y="141"/>
                    </a:lnTo>
                    <a:lnTo>
                      <a:pt x="19" y="442"/>
                    </a:lnTo>
                    <a:lnTo>
                      <a:pt x="50" y="634"/>
                    </a:lnTo>
                    <a:lnTo>
                      <a:pt x="191" y="381"/>
                    </a:lnTo>
                    <a:lnTo>
                      <a:pt x="191" y="335"/>
                    </a:lnTo>
                    <a:lnTo>
                      <a:pt x="256" y="189"/>
                    </a:lnTo>
                    <a:lnTo>
                      <a:pt x="444" y="252"/>
                    </a:lnTo>
                    <a:lnTo>
                      <a:pt x="304" y="540"/>
                    </a:lnTo>
                    <a:lnTo>
                      <a:pt x="160" y="808"/>
                    </a:lnTo>
                    <a:lnTo>
                      <a:pt x="67" y="1111"/>
                    </a:lnTo>
                    <a:lnTo>
                      <a:pt x="97" y="1346"/>
                    </a:lnTo>
                    <a:lnTo>
                      <a:pt x="125" y="1412"/>
                    </a:lnTo>
                    <a:lnTo>
                      <a:pt x="0" y="1542"/>
                    </a:lnTo>
                    <a:lnTo>
                      <a:pt x="224" y="1444"/>
                    </a:lnTo>
                    <a:lnTo>
                      <a:pt x="415" y="1460"/>
                    </a:lnTo>
                    <a:lnTo>
                      <a:pt x="415" y="1552"/>
                    </a:lnTo>
                    <a:lnTo>
                      <a:pt x="478" y="1444"/>
                    </a:lnTo>
                    <a:lnTo>
                      <a:pt x="605" y="1460"/>
                    </a:lnTo>
                    <a:lnTo>
                      <a:pt x="683" y="1506"/>
                    </a:lnTo>
                    <a:lnTo>
                      <a:pt x="748" y="1601"/>
                    </a:lnTo>
                    <a:lnTo>
                      <a:pt x="777" y="15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3" name="Freeform 728"/>
              <p:cNvSpPr>
                <a:spLocks/>
              </p:cNvSpPr>
              <p:nvPr/>
            </p:nvSpPr>
            <p:spPr bwMode="auto">
              <a:xfrm>
                <a:off x="5059" y="2090"/>
                <a:ext cx="219" cy="419"/>
              </a:xfrm>
              <a:custGeom>
                <a:avLst/>
                <a:gdLst>
                  <a:gd name="T0" fmla="*/ 0 w 2411"/>
                  <a:gd name="T1" fmla="*/ 0 h 4600"/>
                  <a:gd name="T2" fmla="*/ 0 w 2411"/>
                  <a:gd name="T3" fmla="*/ 0 h 4600"/>
                  <a:gd name="T4" fmla="*/ 0 w 2411"/>
                  <a:gd name="T5" fmla="*/ 0 h 4600"/>
                  <a:gd name="T6" fmla="*/ 0 w 2411"/>
                  <a:gd name="T7" fmla="*/ 0 h 4600"/>
                  <a:gd name="T8" fmla="*/ 0 w 2411"/>
                  <a:gd name="T9" fmla="*/ 0 h 4600"/>
                  <a:gd name="T10" fmla="*/ 0 w 2411"/>
                  <a:gd name="T11" fmla="*/ 0 h 4600"/>
                  <a:gd name="T12" fmla="*/ 0 w 2411"/>
                  <a:gd name="T13" fmla="*/ 0 h 4600"/>
                  <a:gd name="T14" fmla="*/ 0 w 2411"/>
                  <a:gd name="T15" fmla="*/ 0 h 4600"/>
                  <a:gd name="T16" fmla="*/ 0 w 2411"/>
                  <a:gd name="T17" fmla="*/ 0 h 4600"/>
                  <a:gd name="T18" fmla="*/ 0 w 2411"/>
                  <a:gd name="T19" fmla="*/ 0 h 4600"/>
                  <a:gd name="T20" fmla="*/ 0 w 2411"/>
                  <a:gd name="T21" fmla="*/ 0 h 4600"/>
                  <a:gd name="T22" fmla="*/ 0 w 2411"/>
                  <a:gd name="T23" fmla="*/ 0 h 4600"/>
                  <a:gd name="T24" fmla="*/ 0 w 2411"/>
                  <a:gd name="T25" fmla="*/ 0 h 4600"/>
                  <a:gd name="T26" fmla="*/ 0 w 2411"/>
                  <a:gd name="T27" fmla="*/ 0 h 4600"/>
                  <a:gd name="T28" fmla="*/ 0 w 2411"/>
                  <a:gd name="T29" fmla="*/ 0 h 4600"/>
                  <a:gd name="T30" fmla="*/ 0 w 2411"/>
                  <a:gd name="T31" fmla="*/ 0 h 4600"/>
                  <a:gd name="T32" fmla="*/ 0 w 2411"/>
                  <a:gd name="T33" fmla="*/ 0 h 4600"/>
                  <a:gd name="T34" fmla="*/ 0 w 2411"/>
                  <a:gd name="T35" fmla="*/ 0 h 4600"/>
                  <a:gd name="T36" fmla="*/ 0 w 2411"/>
                  <a:gd name="T37" fmla="*/ 0 h 4600"/>
                  <a:gd name="T38" fmla="*/ 0 w 2411"/>
                  <a:gd name="T39" fmla="*/ 0 h 4600"/>
                  <a:gd name="T40" fmla="*/ 0 w 2411"/>
                  <a:gd name="T41" fmla="*/ 0 h 4600"/>
                  <a:gd name="T42" fmla="*/ 0 w 2411"/>
                  <a:gd name="T43" fmla="*/ 0 h 4600"/>
                  <a:gd name="T44" fmla="*/ 0 w 2411"/>
                  <a:gd name="T45" fmla="*/ 0 h 4600"/>
                  <a:gd name="T46" fmla="*/ 0 w 2411"/>
                  <a:gd name="T47" fmla="*/ 0 h 4600"/>
                  <a:gd name="T48" fmla="*/ 0 w 2411"/>
                  <a:gd name="T49" fmla="*/ 0 h 4600"/>
                  <a:gd name="T50" fmla="*/ 0 w 2411"/>
                  <a:gd name="T51" fmla="*/ 0 h 4600"/>
                  <a:gd name="T52" fmla="*/ 0 w 2411"/>
                  <a:gd name="T53" fmla="*/ 0 h 4600"/>
                  <a:gd name="T54" fmla="*/ 0 w 2411"/>
                  <a:gd name="T55" fmla="*/ 0 h 4600"/>
                  <a:gd name="T56" fmla="*/ 0 w 2411"/>
                  <a:gd name="T57" fmla="*/ 0 h 4600"/>
                  <a:gd name="T58" fmla="*/ 0 w 2411"/>
                  <a:gd name="T59" fmla="*/ 0 h 4600"/>
                  <a:gd name="T60" fmla="*/ 0 w 2411"/>
                  <a:gd name="T61" fmla="*/ 0 h 4600"/>
                  <a:gd name="T62" fmla="*/ 0 w 2411"/>
                  <a:gd name="T63" fmla="*/ 0 h 4600"/>
                  <a:gd name="T64" fmla="*/ 0 w 2411"/>
                  <a:gd name="T65" fmla="*/ 0 h 4600"/>
                  <a:gd name="T66" fmla="*/ 0 w 2411"/>
                  <a:gd name="T67" fmla="*/ 0 h 4600"/>
                  <a:gd name="T68" fmla="*/ 0 w 2411"/>
                  <a:gd name="T69" fmla="*/ 0 h 4600"/>
                  <a:gd name="T70" fmla="*/ 0 w 2411"/>
                  <a:gd name="T71" fmla="*/ 0 h 4600"/>
                  <a:gd name="T72" fmla="*/ 0 w 2411"/>
                  <a:gd name="T73" fmla="*/ 0 h 4600"/>
                  <a:gd name="T74" fmla="*/ 0 w 2411"/>
                  <a:gd name="T75" fmla="*/ 0 h 4600"/>
                  <a:gd name="T76" fmla="*/ 0 w 2411"/>
                  <a:gd name="T77" fmla="*/ 0 h 4600"/>
                  <a:gd name="T78" fmla="*/ 0 w 2411"/>
                  <a:gd name="T79" fmla="*/ 0 h 4600"/>
                  <a:gd name="T80" fmla="*/ 0 w 2411"/>
                  <a:gd name="T81" fmla="*/ 0 h 4600"/>
                  <a:gd name="T82" fmla="*/ 0 w 2411"/>
                  <a:gd name="T83" fmla="*/ 0 h 4600"/>
                  <a:gd name="T84" fmla="*/ 0 w 2411"/>
                  <a:gd name="T85" fmla="*/ 0 h 4600"/>
                  <a:gd name="T86" fmla="*/ 0 w 2411"/>
                  <a:gd name="T87" fmla="*/ 0 h 4600"/>
                  <a:gd name="T88" fmla="*/ 0 w 2411"/>
                  <a:gd name="T89" fmla="*/ 0 h 4600"/>
                  <a:gd name="T90" fmla="*/ 0 w 2411"/>
                  <a:gd name="T91" fmla="*/ 0 h 4600"/>
                  <a:gd name="T92" fmla="*/ 0 w 2411"/>
                  <a:gd name="T93" fmla="*/ 0 h 4600"/>
                  <a:gd name="T94" fmla="*/ 0 w 2411"/>
                  <a:gd name="T95" fmla="*/ 0 h 4600"/>
                  <a:gd name="T96" fmla="*/ 0 w 2411"/>
                  <a:gd name="T97" fmla="*/ 0 h 4600"/>
                  <a:gd name="T98" fmla="*/ 0 w 2411"/>
                  <a:gd name="T99" fmla="*/ 0 h 4600"/>
                  <a:gd name="T100" fmla="*/ 0 w 2411"/>
                  <a:gd name="T101" fmla="*/ 0 h 4600"/>
                  <a:gd name="T102" fmla="*/ 0 w 2411"/>
                  <a:gd name="T103" fmla="*/ 0 h 4600"/>
                  <a:gd name="T104" fmla="*/ 0 w 2411"/>
                  <a:gd name="T105" fmla="*/ 0 h 46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411"/>
                  <a:gd name="T160" fmla="*/ 0 h 4600"/>
                  <a:gd name="T161" fmla="*/ 2411 w 2411"/>
                  <a:gd name="T162" fmla="*/ 4600 h 46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411" h="4600">
                    <a:moveTo>
                      <a:pt x="1525" y="0"/>
                    </a:moveTo>
                    <a:lnTo>
                      <a:pt x="1448" y="253"/>
                    </a:lnTo>
                    <a:lnTo>
                      <a:pt x="1429" y="442"/>
                    </a:lnTo>
                    <a:lnTo>
                      <a:pt x="1461" y="634"/>
                    </a:lnTo>
                    <a:lnTo>
                      <a:pt x="1494" y="761"/>
                    </a:lnTo>
                    <a:lnTo>
                      <a:pt x="1494" y="824"/>
                    </a:lnTo>
                    <a:lnTo>
                      <a:pt x="1461" y="870"/>
                    </a:lnTo>
                    <a:lnTo>
                      <a:pt x="1461" y="1029"/>
                    </a:lnTo>
                    <a:lnTo>
                      <a:pt x="1525" y="1048"/>
                    </a:lnTo>
                    <a:lnTo>
                      <a:pt x="1475" y="1111"/>
                    </a:lnTo>
                    <a:lnTo>
                      <a:pt x="1176" y="2269"/>
                    </a:lnTo>
                    <a:lnTo>
                      <a:pt x="1080" y="2759"/>
                    </a:lnTo>
                    <a:lnTo>
                      <a:pt x="1051" y="3047"/>
                    </a:lnTo>
                    <a:lnTo>
                      <a:pt x="1080" y="3223"/>
                    </a:lnTo>
                    <a:lnTo>
                      <a:pt x="1195" y="3065"/>
                    </a:lnTo>
                    <a:lnTo>
                      <a:pt x="1032" y="3331"/>
                    </a:lnTo>
                    <a:lnTo>
                      <a:pt x="827" y="3683"/>
                    </a:lnTo>
                    <a:lnTo>
                      <a:pt x="1097" y="3699"/>
                    </a:lnTo>
                    <a:lnTo>
                      <a:pt x="1413" y="3873"/>
                    </a:lnTo>
                    <a:lnTo>
                      <a:pt x="1635" y="3589"/>
                    </a:lnTo>
                    <a:lnTo>
                      <a:pt x="1967" y="3666"/>
                    </a:lnTo>
                    <a:lnTo>
                      <a:pt x="2158" y="3428"/>
                    </a:lnTo>
                    <a:lnTo>
                      <a:pt x="2175" y="2903"/>
                    </a:lnTo>
                    <a:lnTo>
                      <a:pt x="2271" y="3476"/>
                    </a:lnTo>
                    <a:lnTo>
                      <a:pt x="2411" y="3967"/>
                    </a:lnTo>
                    <a:lnTo>
                      <a:pt x="2383" y="4335"/>
                    </a:lnTo>
                    <a:lnTo>
                      <a:pt x="2316" y="3873"/>
                    </a:lnTo>
                    <a:lnTo>
                      <a:pt x="2158" y="3620"/>
                    </a:lnTo>
                    <a:lnTo>
                      <a:pt x="1953" y="3967"/>
                    </a:lnTo>
                    <a:lnTo>
                      <a:pt x="1572" y="4600"/>
                    </a:lnTo>
                    <a:lnTo>
                      <a:pt x="1207" y="4206"/>
                    </a:lnTo>
                    <a:lnTo>
                      <a:pt x="667" y="4000"/>
                    </a:lnTo>
                    <a:lnTo>
                      <a:pt x="652" y="3794"/>
                    </a:lnTo>
                    <a:lnTo>
                      <a:pt x="777" y="3539"/>
                    </a:lnTo>
                    <a:lnTo>
                      <a:pt x="0" y="3240"/>
                    </a:lnTo>
                    <a:lnTo>
                      <a:pt x="0" y="2301"/>
                    </a:lnTo>
                    <a:lnTo>
                      <a:pt x="95" y="2888"/>
                    </a:lnTo>
                    <a:lnTo>
                      <a:pt x="382" y="2793"/>
                    </a:lnTo>
                    <a:lnTo>
                      <a:pt x="572" y="3047"/>
                    </a:lnTo>
                    <a:lnTo>
                      <a:pt x="842" y="2936"/>
                    </a:lnTo>
                    <a:lnTo>
                      <a:pt x="794" y="2633"/>
                    </a:lnTo>
                    <a:lnTo>
                      <a:pt x="873" y="2334"/>
                    </a:lnTo>
                    <a:lnTo>
                      <a:pt x="842" y="2650"/>
                    </a:lnTo>
                    <a:lnTo>
                      <a:pt x="903" y="2746"/>
                    </a:lnTo>
                    <a:lnTo>
                      <a:pt x="1016" y="2731"/>
                    </a:lnTo>
                    <a:lnTo>
                      <a:pt x="1160" y="2174"/>
                    </a:lnTo>
                    <a:lnTo>
                      <a:pt x="1461" y="1075"/>
                    </a:lnTo>
                    <a:lnTo>
                      <a:pt x="1429" y="1013"/>
                    </a:lnTo>
                    <a:lnTo>
                      <a:pt x="1429" y="824"/>
                    </a:lnTo>
                    <a:lnTo>
                      <a:pt x="1448" y="793"/>
                    </a:lnTo>
                    <a:lnTo>
                      <a:pt x="1398" y="521"/>
                    </a:lnTo>
                    <a:lnTo>
                      <a:pt x="1413" y="253"/>
                    </a:lnTo>
                    <a:lnTo>
                      <a:pt x="15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4" name="Freeform 729"/>
              <p:cNvSpPr>
                <a:spLocks/>
              </p:cNvSpPr>
              <p:nvPr/>
            </p:nvSpPr>
            <p:spPr bwMode="auto">
              <a:xfrm>
                <a:off x="5273" y="2206"/>
                <a:ext cx="187" cy="180"/>
              </a:xfrm>
              <a:custGeom>
                <a:avLst/>
                <a:gdLst>
                  <a:gd name="T0" fmla="*/ 0 w 2062"/>
                  <a:gd name="T1" fmla="*/ 0 h 1984"/>
                  <a:gd name="T2" fmla="*/ 0 w 2062"/>
                  <a:gd name="T3" fmla="*/ 0 h 1984"/>
                  <a:gd name="T4" fmla="*/ 0 w 2062"/>
                  <a:gd name="T5" fmla="*/ 0 h 1984"/>
                  <a:gd name="T6" fmla="*/ 0 w 2062"/>
                  <a:gd name="T7" fmla="*/ 0 h 1984"/>
                  <a:gd name="T8" fmla="*/ 0 w 2062"/>
                  <a:gd name="T9" fmla="*/ 0 h 1984"/>
                  <a:gd name="T10" fmla="*/ 0 w 2062"/>
                  <a:gd name="T11" fmla="*/ 0 h 1984"/>
                  <a:gd name="T12" fmla="*/ 0 w 2062"/>
                  <a:gd name="T13" fmla="*/ 0 h 1984"/>
                  <a:gd name="T14" fmla="*/ 0 w 2062"/>
                  <a:gd name="T15" fmla="*/ 0 h 1984"/>
                  <a:gd name="T16" fmla="*/ 0 w 2062"/>
                  <a:gd name="T17" fmla="*/ 0 h 1984"/>
                  <a:gd name="T18" fmla="*/ 0 w 2062"/>
                  <a:gd name="T19" fmla="*/ 0 h 1984"/>
                  <a:gd name="T20" fmla="*/ 0 w 2062"/>
                  <a:gd name="T21" fmla="*/ 0 h 1984"/>
                  <a:gd name="T22" fmla="*/ 0 w 2062"/>
                  <a:gd name="T23" fmla="*/ 0 h 19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62"/>
                  <a:gd name="T37" fmla="*/ 0 h 1984"/>
                  <a:gd name="T38" fmla="*/ 2062 w 2062"/>
                  <a:gd name="T39" fmla="*/ 1984 h 19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62" h="1984">
                    <a:moveTo>
                      <a:pt x="178" y="1112"/>
                    </a:moveTo>
                    <a:lnTo>
                      <a:pt x="556" y="586"/>
                    </a:lnTo>
                    <a:lnTo>
                      <a:pt x="1268" y="129"/>
                    </a:lnTo>
                    <a:lnTo>
                      <a:pt x="2062" y="0"/>
                    </a:lnTo>
                    <a:lnTo>
                      <a:pt x="1288" y="256"/>
                    </a:lnTo>
                    <a:lnTo>
                      <a:pt x="730" y="809"/>
                    </a:lnTo>
                    <a:lnTo>
                      <a:pt x="477" y="1463"/>
                    </a:lnTo>
                    <a:lnTo>
                      <a:pt x="0" y="1984"/>
                    </a:lnTo>
                    <a:lnTo>
                      <a:pt x="351" y="1478"/>
                    </a:lnTo>
                    <a:lnTo>
                      <a:pt x="429" y="1001"/>
                    </a:lnTo>
                    <a:lnTo>
                      <a:pt x="366" y="953"/>
                    </a:lnTo>
                    <a:lnTo>
                      <a:pt x="178" y="11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5" name="Freeform 730"/>
              <p:cNvSpPr>
                <a:spLocks/>
              </p:cNvSpPr>
              <p:nvPr/>
            </p:nvSpPr>
            <p:spPr bwMode="auto">
              <a:xfrm>
                <a:off x="5571" y="2144"/>
                <a:ext cx="71" cy="131"/>
              </a:xfrm>
              <a:custGeom>
                <a:avLst/>
                <a:gdLst>
                  <a:gd name="T0" fmla="*/ 0 w 776"/>
                  <a:gd name="T1" fmla="*/ 0 h 1444"/>
                  <a:gd name="T2" fmla="*/ 0 w 776"/>
                  <a:gd name="T3" fmla="*/ 0 h 1444"/>
                  <a:gd name="T4" fmla="*/ 0 w 776"/>
                  <a:gd name="T5" fmla="*/ 0 h 1444"/>
                  <a:gd name="T6" fmla="*/ 0 w 776"/>
                  <a:gd name="T7" fmla="*/ 0 h 1444"/>
                  <a:gd name="T8" fmla="*/ 0 w 776"/>
                  <a:gd name="T9" fmla="*/ 0 h 1444"/>
                  <a:gd name="T10" fmla="*/ 0 w 776"/>
                  <a:gd name="T11" fmla="*/ 0 h 1444"/>
                  <a:gd name="T12" fmla="*/ 0 w 776"/>
                  <a:gd name="T13" fmla="*/ 0 h 1444"/>
                  <a:gd name="T14" fmla="*/ 0 w 776"/>
                  <a:gd name="T15" fmla="*/ 0 h 1444"/>
                  <a:gd name="T16" fmla="*/ 0 w 776"/>
                  <a:gd name="T17" fmla="*/ 0 h 1444"/>
                  <a:gd name="T18" fmla="*/ 0 w 776"/>
                  <a:gd name="T19" fmla="*/ 0 h 1444"/>
                  <a:gd name="T20" fmla="*/ 0 w 776"/>
                  <a:gd name="T21" fmla="*/ 0 h 1444"/>
                  <a:gd name="T22" fmla="*/ 0 w 776"/>
                  <a:gd name="T23" fmla="*/ 0 h 1444"/>
                  <a:gd name="T24" fmla="*/ 0 w 776"/>
                  <a:gd name="T25" fmla="*/ 0 h 1444"/>
                  <a:gd name="T26" fmla="*/ 0 w 776"/>
                  <a:gd name="T27" fmla="*/ 0 h 14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6"/>
                  <a:gd name="T43" fmla="*/ 0 h 1444"/>
                  <a:gd name="T44" fmla="*/ 776 w 776"/>
                  <a:gd name="T45" fmla="*/ 1444 h 14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6" h="1444">
                    <a:moveTo>
                      <a:pt x="107" y="0"/>
                    </a:moveTo>
                    <a:lnTo>
                      <a:pt x="392" y="396"/>
                    </a:lnTo>
                    <a:lnTo>
                      <a:pt x="488" y="760"/>
                    </a:lnTo>
                    <a:lnTo>
                      <a:pt x="741" y="999"/>
                    </a:lnTo>
                    <a:lnTo>
                      <a:pt x="776" y="1365"/>
                    </a:lnTo>
                    <a:lnTo>
                      <a:pt x="615" y="1444"/>
                    </a:lnTo>
                    <a:lnTo>
                      <a:pt x="713" y="1059"/>
                    </a:lnTo>
                    <a:lnTo>
                      <a:pt x="411" y="1013"/>
                    </a:lnTo>
                    <a:lnTo>
                      <a:pt x="362" y="954"/>
                    </a:lnTo>
                    <a:lnTo>
                      <a:pt x="362" y="1189"/>
                    </a:lnTo>
                    <a:lnTo>
                      <a:pt x="268" y="603"/>
                    </a:lnTo>
                    <a:lnTo>
                      <a:pt x="124" y="158"/>
                    </a:lnTo>
                    <a:lnTo>
                      <a:pt x="0" y="29"/>
                    </a:lnTo>
                    <a:lnTo>
                      <a:pt x="10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6" name="Freeform 731"/>
              <p:cNvSpPr>
                <a:spLocks/>
              </p:cNvSpPr>
              <p:nvPr/>
            </p:nvSpPr>
            <p:spPr bwMode="auto">
              <a:xfrm>
                <a:off x="4995" y="2214"/>
                <a:ext cx="699" cy="374"/>
              </a:xfrm>
              <a:custGeom>
                <a:avLst/>
                <a:gdLst>
                  <a:gd name="T0" fmla="*/ 0 w 7689"/>
                  <a:gd name="T1" fmla="*/ 0 h 4113"/>
                  <a:gd name="T2" fmla="*/ 0 w 7689"/>
                  <a:gd name="T3" fmla="*/ 0 h 4113"/>
                  <a:gd name="T4" fmla="*/ 0 w 7689"/>
                  <a:gd name="T5" fmla="*/ 0 h 4113"/>
                  <a:gd name="T6" fmla="*/ 0 w 7689"/>
                  <a:gd name="T7" fmla="*/ 0 h 4113"/>
                  <a:gd name="T8" fmla="*/ 0 w 7689"/>
                  <a:gd name="T9" fmla="*/ 0 h 4113"/>
                  <a:gd name="T10" fmla="*/ 0 w 7689"/>
                  <a:gd name="T11" fmla="*/ 0 h 4113"/>
                  <a:gd name="T12" fmla="*/ 0 w 7689"/>
                  <a:gd name="T13" fmla="*/ 0 h 4113"/>
                  <a:gd name="T14" fmla="*/ 0 w 7689"/>
                  <a:gd name="T15" fmla="*/ 0 h 4113"/>
                  <a:gd name="T16" fmla="*/ 0 w 7689"/>
                  <a:gd name="T17" fmla="*/ 0 h 4113"/>
                  <a:gd name="T18" fmla="*/ 0 w 7689"/>
                  <a:gd name="T19" fmla="*/ 0 h 4113"/>
                  <a:gd name="T20" fmla="*/ 0 w 7689"/>
                  <a:gd name="T21" fmla="*/ 0 h 4113"/>
                  <a:gd name="T22" fmla="*/ 0 w 7689"/>
                  <a:gd name="T23" fmla="*/ 0 h 4113"/>
                  <a:gd name="T24" fmla="*/ 0 w 7689"/>
                  <a:gd name="T25" fmla="*/ 0 h 4113"/>
                  <a:gd name="T26" fmla="*/ 0 w 7689"/>
                  <a:gd name="T27" fmla="*/ 0 h 4113"/>
                  <a:gd name="T28" fmla="*/ 0 w 7689"/>
                  <a:gd name="T29" fmla="*/ 0 h 4113"/>
                  <a:gd name="T30" fmla="*/ 0 w 7689"/>
                  <a:gd name="T31" fmla="*/ 0 h 4113"/>
                  <a:gd name="T32" fmla="*/ 0 w 7689"/>
                  <a:gd name="T33" fmla="*/ 0 h 4113"/>
                  <a:gd name="T34" fmla="*/ 0 w 7689"/>
                  <a:gd name="T35" fmla="*/ 0 h 4113"/>
                  <a:gd name="T36" fmla="*/ 0 w 7689"/>
                  <a:gd name="T37" fmla="*/ 0 h 4113"/>
                  <a:gd name="T38" fmla="*/ 0 w 7689"/>
                  <a:gd name="T39" fmla="*/ 0 h 4113"/>
                  <a:gd name="T40" fmla="*/ 0 w 7689"/>
                  <a:gd name="T41" fmla="*/ 0 h 4113"/>
                  <a:gd name="T42" fmla="*/ 0 w 7689"/>
                  <a:gd name="T43" fmla="*/ 0 h 4113"/>
                  <a:gd name="T44" fmla="*/ 0 w 7689"/>
                  <a:gd name="T45" fmla="*/ 0 h 4113"/>
                  <a:gd name="T46" fmla="*/ 0 w 7689"/>
                  <a:gd name="T47" fmla="*/ 0 h 4113"/>
                  <a:gd name="T48" fmla="*/ 0 w 7689"/>
                  <a:gd name="T49" fmla="*/ 0 h 4113"/>
                  <a:gd name="T50" fmla="*/ 0 w 7689"/>
                  <a:gd name="T51" fmla="*/ 0 h 4113"/>
                  <a:gd name="T52" fmla="*/ 0 w 7689"/>
                  <a:gd name="T53" fmla="*/ 0 h 4113"/>
                  <a:gd name="T54" fmla="*/ 0 w 7689"/>
                  <a:gd name="T55" fmla="*/ 0 h 4113"/>
                  <a:gd name="T56" fmla="*/ 0 w 7689"/>
                  <a:gd name="T57" fmla="*/ 0 h 4113"/>
                  <a:gd name="T58" fmla="*/ 0 w 7689"/>
                  <a:gd name="T59" fmla="*/ 0 h 4113"/>
                  <a:gd name="T60" fmla="*/ 0 w 7689"/>
                  <a:gd name="T61" fmla="*/ 0 h 4113"/>
                  <a:gd name="T62" fmla="*/ 0 w 7689"/>
                  <a:gd name="T63" fmla="*/ 0 h 4113"/>
                  <a:gd name="T64" fmla="*/ 0 w 7689"/>
                  <a:gd name="T65" fmla="*/ 0 h 4113"/>
                  <a:gd name="T66" fmla="*/ 0 w 7689"/>
                  <a:gd name="T67" fmla="*/ 0 h 4113"/>
                  <a:gd name="T68" fmla="*/ 0 w 7689"/>
                  <a:gd name="T69" fmla="*/ 0 h 4113"/>
                  <a:gd name="T70" fmla="*/ 0 w 7689"/>
                  <a:gd name="T71" fmla="*/ 0 h 4113"/>
                  <a:gd name="T72" fmla="*/ 0 w 7689"/>
                  <a:gd name="T73" fmla="*/ 0 h 4113"/>
                  <a:gd name="T74" fmla="*/ 0 w 7689"/>
                  <a:gd name="T75" fmla="*/ 0 h 4113"/>
                  <a:gd name="T76" fmla="*/ 0 w 7689"/>
                  <a:gd name="T77" fmla="*/ 0 h 4113"/>
                  <a:gd name="T78" fmla="*/ 0 w 7689"/>
                  <a:gd name="T79" fmla="*/ 0 h 4113"/>
                  <a:gd name="T80" fmla="*/ 0 w 7689"/>
                  <a:gd name="T81" fmla="*/ 0 h 4113"/>
                  <a:gd name="T82" fmla="*/ 0 w 7689"/>
                  <a:gd name="T83" fmla="*/ 0 h 4113"/>
                  <a:gd name="T84" fmla="*/ 0 w 7689"/>
                  <a:gd name="T85" fmla="*/ 0 h 4113"/>
                  <a:gd name="T86" fmla="*/ 0 w 7689"/>
                  <a:gd name="T87" fmla="*/ 0 h 4113"/>
                  <a:gd name="T88" fmla="*/ 0 w 7689"/>
                  <a:gd name="T89" fmla="*/ 0 h 4113"/>
                  <a:gd name="T90" fmla="*/ 0 w 7689"/>
                  <a:gd name="T91" fmla="*/ 0 h 4113"/>
                  <a:gd name="T92" fmla="*/ 0 w 7689"/>
                  <a:gd name="T93" fmla="*/ 0 h 4113"/>
                  <a:gd name="T94" fmla="*/ 0 w 7689"/>
                  <a:gd name="T95" fmla="*/ 0 h 4113"/>
                  <a:gd name="T96" fmla="*/ 0 w 7689"/>
                  <a:gd name="T97" fmla="*/ 0 h 4113"/>
                  <a:gd name="T98" fmla="*/ 0 w 7689"/>
                  <a:gd name="T99" fmla="*/ 0 h 4113"/>
                  <a:gd name="T100" fmla="*/ 0 w 7689"/>
                  <a:gd name="T101" fmla="*/ 0 h 4113"/>
                  <a:gd name="T102" fmla="*/ 0 w 7689"/>
                  <a:gd name="T103" fmla="*/ 0 h 4113"/>
                  <a:gd name="T104" fmla="*/ 0 w 7689"/>
                  <a:gd name="T105" fmla="*/ 0 h 4113"/>
                  <a:gd name="T106" fmla="*/ 0 w 7689"/>
                  <a:gd name="T107" fmla="*/ 0 h 411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689"/>
                  <a:gd name="T163" fmla="*/ 0 h 4113"/>
                  <a:gd name="T164" fmla="*/ 7689 w 7689"/>
                  <a:gd name="T165" fmla="*/ 4113 h 4113"/>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689" h="4113">
                    <a:moveTo>
                      <a:pt x="7609" y="729"/>
                    </a:moveTo>
                    <a:lnTo>
                      <a:pt x="7451" y="571"/>
                    </a:lnTo>
                    <a:lnTo>
                      <a:pt x="7166" y="571"/>
                    </a:lnTo>
                    <a:lnTo>
                      <a:pt x="6817" y="681"/>
                    </a:lnTo>
                    <a:lnTo>
                      <a:pt x="6296" y="1016"/>
                    </a:lnTo>
                    <a:lnTo>
                      <a:pt x="5693" y="1572"/>
                    </a:lnTo>
                    <a:lnTo>
                      <a:pt x="5294" y="2064"/>
                    </a:lnTo>
                    <a:lnTo>
                      <a:pt x="4960" y="2686"/>
                    </a:lnTo>
                    <a:lnTo>
                      <a:pt x="4740" y="3286"/>
                    </a:lnTo>
                    <a:lnTo>
                      <a:pt x="4566" y="4113"/>
                    </a:lnTo>
                    <a:lnTo>
                      <a:pt x="0" y="4113"/>
                    </a:lnTo>
                    <a:lnTo>
                      <a:pt x="362" y="4036"/>
                    </a:lnTo>
                    <a:lnTo>
                      <a:pt x="270" y="3875"/>
                    </a:lnTo>
                    <a:lnTo>
                      <a:pt x="538" y="3733"/>
                    </a:lnTo>
                    <a:lnTo>
                      <a:pt x="791" y="3829"/>
                    </a:lnTo>
                    <a:lnTo>
                      <a:pt x="1030" y="3781"/>
                    </a:lnTo>
                    <a:lnTo>
                      <a:pt x="1250" y="3430"/>
                    </a:lnTo>
                    <a:lnTo>
                      <a:pt x="1663" y="3158"/>
                    </a:lnTo>
                    <a:lnTo>
                      <a:pt x="1678" y="2700"/>
                    </a:lnTo>
                    <a:lnTo>
                      <a:pt x="1726" y="3463"/>
                    </a:lnTo>
                    <a:lnTo>
                      <a:pt x="1951" y="3637"/>
                    </a:lnTo>
                    <a:lnTo>
                      <a:pt x="2014" y="2811"/>
                    </a:lnTo>
                    <a:lnTo>
                      <a:pt x="2297" y="3158"/>
                    </a:lnTo>
                    <a:lnTo>
                      <a:pt x="2297" y="3492"/>
                    </a:lnTo>
                    <a:lnTo>
                      <a:pt x="2818" y="2574"/>
                    </a:lnTo>
                    <a:lnTo>
                      <a:pt x="3076" y="2653"/>
                    </a:lnTo>
                    <a:lnTo>
                      <a:pt x="3010" y="2302"/>
                    </a:lnTo>
                    <a:lnTo>
                      <a:pt x="3296" y="1984"/>
                    </a:lnTo>
                    <a:lnTo>
                      <a:pt x="3502" y="2017"/>
                    </a:lnTo>
                    <a:lnTo>
                      <a:pt x="4740" y="490"/>
                    </a:lnTo>
                    <a:lnTo>
                      <a:pt x="4391" y="364"/>
                    </a:lnTo>
                    <a:lnTo>
                      <a:pt x="5233" y="0"/>
                    </a:lnTo>
                    <a:lnTo>
                      <a:pt x="6643" y="382"/>
                    </a:lnTo>
                    <a:lnTo>
                      <a:pt x="6658" y="667"/>
                    </a:lnTo>
                    <a:lnTo>
                      <a:pt x="7133" y="538"/>
                    </a:lnTo>
                    <a:lnTo>
                      <a:pt x="7484" y="538"/>
                    </a:lnTo>
                    <a:lnTo>
                      <a:pt x="7689" y="729"/>
                    </a:lnTo>
                    <a:lnTo>
                      <a:pt x="7678" y="889"/>
                    </a:lnTo>
                    <a:lnTo>
                      <a:pt x="7327" y="1395"/>
                    </a:lnTo>
                    <a:lnTo>
                      <a:pt x="7025" y="2096"/>
                    </a:lnTo>
                    <a:lnTo>
                      <a:pt x="6865" y="2765"/>
                    </a:lnTo>
                    <a:lnTo>
                      <a:pt x="6769" y="3384"/>
                    </a:lnTo>
                    <a:lnTo>
                      <a:pt x="6755" y="4001"/>
                    </a:lnTo>
                    <a:lnTo>
                      <a:pt x="6726" y="3210"/>
                    </a:lnTo>
                    <a:lnTo>
                      <a:pt x="6882" y="2273"/>
                    </a:lnTo>
                    <a:lnTo>
                      <a:pt x="7166" y="1539"/>
                    </a:lnTo>
                    <a:lnTo>
                      <a:pt x="7388" y="1127"/>
                    </a:lnTo>
                    <a:lnTo>
                      <a:pt x="6882" y="1510"/>
                    </a:lnTo>
                    <a:lnTo>
                      <a:pt x="6423" y="1967"/>
                    </a:lnTo>
                    <a:lnTo>
                      <a:pt x="6007" y="2430"/>
                    </a:lnTo>
                    <a:lnTo>
                      <a:pt x="6612" y="1652"/>
                    </a:lnTo>
                    <a:lnTo>
                      <a:pt x="7040" y="1255"/>
                    </a:lnTo>
                    <a:lnTo>
                      <a:pt x="7628" y="857"/>
                    </a:lnTo>
                    <a:lnTo>
                      <a:pt x="7609" y="7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7" name="Freeform 732"/>
              <p:cNvSpPr>
                <a:spLocks/>
              </p:cNvSpPr>
              <p:nvPr/>
            </p:nvSpPr>
            <p:spPr bwMode="auto">
              <a:xfrm>
                <a:off x="5067" y="2269"/>
                <a:ext cx="102" cy="35"/>
              </a:xfrm>
              <a:custGeom>
                <a:avLst/>
                <a:gdLst>
                  <a:gd name="T0" fmla="*/ 0 w 1126"/>
                  <a:gd name="T1" fmla="*/ 0 h 381"/>
                  <a:gd name="T2" fmla="*/ 0 w 1126"/>
                  <a:gd name="T3" fmla="*/ 0 h 381"/>
                  <a:gd name="T4" fmla="*/ 0 w 1126"/>
                  <a:gd name="T5" fmla="*/ 0 h 381"/>
                  <a:gd name="T6" fmla="*/ 0 w 1126"/>
                  <a:gd name="T7" fmla="*/ 0 h 381"/>
                  <a:gd name="T8" fmla="*/ 0 w 1126"/>
                  <a:gd name="T9" fmla="*/ 0 h 381"/>
                  <a:gd name="T10" fmla="*/ 0 w 1126"/>
                  <a:gd name="T11" fmla="*/ 0 h 381"/>
                  <a:gd name="T12" fmla="*/ 0 w 1126"/>
                  <a:gd name="T13" fmla="*/ 0 h 381"/>
                  <a:gd name="T14" fmla="*/ 0 w 1126"/>
                  <a:gd name="T15" fmla="*/ 0 h 381"/>
                  <a:gd name="T16" fmla="*/ 0 60000 65536"/>
                  <a:gd name="T17" fmla="*/ 0 60000 65536"/>
                  <a:gd name="T18" fmla="*/ 0 60000 65536"/>
                  <a:gd name="T19" fmla="*/ 0 60000 65536"/>
                  <a:gd name="T20" fmla="*/ 0 60000 65536"/>
                  <a:gd name="T21" fmla="*/ 0 60000 65536"/>
                  <a:gd name="T22" fmla="*/ 0 60000 65536"/>
                  <a:gd name="T23" fmla="*/ 0 60000 65536"/>
                  <a:gd name="T24" fmla="*/ 0 w 1126"/>
                  <a:gd name="T25" fmla="*/ 0 h 381"/>
                  <a:gd name="T26" fmla="*/ 1126 w 1126"/>
                  <a:gd name="T27" fmla="*/ 381 h 3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26" h="381">
                    <a:moveTo>
                      <a:pt x="0" y="318"/>
                    </a:moveTo>
                    <a:lnTo>
                      <a:pt x="521" y="0"/>
                    </a:lnTo>
                    <a:lnTo>
                      <a:pt x="857" y="191"/>
                    </a:lnTo>
                    <a:lnTo>
                      <a:pt x="1126" y="172"/>
                    </a:lnTo>
                    <a:lnTo>
                      <a:pt x="1064" y="303"/>
                    </a:lnTo>
                    <a:lnTo>
                      <a:pt x="775" y="381"/>
                    </a:lnTo>
                    <a:lnTo>
                      <a:pt x="507" y="127"/>
                    </a:lnTo>
                    <a:lnTo>
                      <a:pt x="0" y="3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8" name="Freeform 733"/>
              <p:cNvSpPr>
                <a:spLocks/>
              </p:cNvSpPr>
              <p:nvPr/>
            </p:nvSpPr>
            <p:spPr bwMode="auto">
              <a:xfrm>
                <a:off x="4705" y="2281"/>
                <a:ext cx="358" cy="104"/>
              </a:xfrm>
              <a:custGeom>
                <a:avLst/>
                <a:gdLst>
                  <a:gd name="T0" fmla="*/ 0 w 3937"/>
                  <a:gd name="T1" fmla="*/ 0 h 1147"/>
                  <a:gd name="T2" fmla="*/ 0 w 3937"/>
                  <a:gd name="T3" fmla="*/ 0 h 1147"/>
                  <a:gd name="T4" fmla="*/ 0 w 3937"/>
                  <a:gd name="T5" fmla="*/ 0 h 1147"/>
                  <a:gd name="T6" fmla="*/ 0 w 3937"/>
                  <a:gd name="T7" fmla="*/ 0 h 1147"/>
                  <a:gd name="T8" fmla="*/ 0 w 3937"/>
                  <a:gd name="T9" fmla="*/ 0 h 1147"/>
                  <a:gd name="T10" fmla="*/ 0 w 3937"/>
                  <a:gd name="T11" fmla="*/ 0 h 1147"/>
                  <a:gd name="T12" fmla="*/ 0 w 3937"/>
                  <a:gd name="T13" fmla="*/ 0 h 1147"/>
                  <a:gd name="T14" fmla="*/ 0 w 3937"/>
                  <a:gd name="T15" fmla="*/ 0 h 1147"/>
                  <a:gd name="T16" fmla="*/ 0 w 3937"/>
                  <a:gd name="T17" fmla="*/ 0 h 1147"/>
                  <a:gd name="T18" fmla="*/ 0 w 3937"/>
                  <a:gd name="T19" fmla="*/ 0 h 1147"/>
                  <a:gd name="T20" fmla="*/ 0 w 3937"/>
                  <a:gd name="T21" fmla="*/ 0 h 1147"/>
                  <a:gd name="T22" fmla="*/ 0 w 3937"/>
                  <a:gd name="T23" fmla="*/ 0 h 1147"/>
                  <a:gd name="T24" fmla="*/ 0 w 3937"/>
                  <a:gd name="T25" fmla="*/ 0 h 1147"/>
                  <a:gd name="T26" fmla="*/ 0 w 3937"/>
                  <a:gd name="T27" fmla="*/ 0 h 1147"/>
                  <a:gd name="T28" fmla="*/ 0 w 3937"/>
                  <a:gd name="T29" fmla="*/ 0 h 1147"/>
                  <a:gd name="T30" fmla="*/ 0 w 3937"/>
                  <a:gd name="T31" fmla="*/ 0 h 1147"/>
                  <a:gd name="T32" fmla="*/ 0 w 3937"/>
                  <a:gd name="T33" fmla="*/ 0 h 1147"/>
                  <a:gd name="T34" fmla="*/ 0 w 3937"/>
                  <a:gd name="T35" fmla="*/ 0 h 1147"/>
                  <a:gd name="T36" fmla="*/ 0 w 3937"/>
                  <a:gd name="T37" fmla="*/ 0 h 1147"/>
                  <a:gd name="T38" fmla="*/ 0 w 3937"/>
                  <a:gd name="T39" fmla="*/ 0 h 1147"/>
                  <a:gd name="T40" fmla="*/ 0 w 3937"/>
                  <a:gd name="T41" fmla="*/ 0 h 1147"/>
                  <a:gd name="T42" fmla="*/ 0 w 3937"/>
                  <a:gd name="T43" fmla="*/ 0 h 1147"/>
                  <a:gd name="T44" fmla="*/ 0 w 3937"/>
                  <a:gd name="T45" fmla="*/ 0 h 1147"/>
                  <a:gd name="T46" fmla="*/ 0 w 3937"/>
                  <a:gd name="T47" fmla="*/ 0 h 1147"/>
                  <a:gd name="T48" fmla="*/ 0 w 3937"/>
                  <a:gd name="T49" fmla="*/ 0 h 1147"/>
                  <a:gd name="T50" fmla="*/ 0 w 3937"/>
                  <a:gd name="T51" fmla="*/ 0 h 1147"/>
                  <a:gd name="T52" fmla="*/ 0 w 3937"/>
                  <a:gd name="T53" fmla="*/ 0 h 1147"/>
                  <a:gd name="T54" fmla="*/ 0 w 3937"/>
                  <a:gd name="T55" fmla="*/ 0 h 1147"/>
                  <a:gd name="T56" fmla="*/ 0 w 3937"/>
                  <a:gd name="T57" fmla="*/ 0 h 1147"/>
                  <a:gd name="T58" fmla="*/ 0 w 3937"/>
                  <a:gd name="T59" fmla="*/ 0 h 1147"/>
                  <a:gd name="T60" fmla="*/ 0 w 3937"/>
                  <a:gd name="T61" fmla="*/ 0 h 1147"/>
                  <a:gd name="T62" fmla="*/ 0 w 3937"/>
                  <a:gd name="T63" fmla="*/ 0 h 1147"/>
                  <a:gd name="T64" fmla="*/ 0 w 3937"/>
                  <a:gd name="T65" fmla="*/ 0 h 1147"/>
                  <a:gd name="T66" fmla="*/ 0 w 3937"/>
                  <a:gd name="T67" fmla="*/ 0 h 1147"/>
                  <a:gd name="T68" fmla="*/ 0 w 3937"/>
                  <a:gd name="T69" fmla="*/ 0 h 1147"/>
                  <a:gd name="T70" fmla="*/ 0 w 3937"/>
                  <a:gd name="T71" fmla="*/ 0 h 1147"/>
                  <a:gd name="T72" fmla="*/ 0 w 3937"/>
                  <a:gd name="T73" fmla="*/ 0 h 1147"/>
                  <a:gd name="T74" fmla="*/ 0 w 3937"/>
                  <a:gd name="T75" fmla="*/ 0 h 1147"/>
                  <a:gd name="T76" fmla="*/ 0 w 3937"/>
                  <a:gd name="T77" fmla="*/ 0 h 1147"/>
                  <a:gd name="T78" fmla="*/ 0 w 3937"/>
                  <a:gd name="T79" fmla="*/ 0 h 114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937"/>
                  <a:gd name="T121" fmla="*/ 0 h 1147"/>
                  <a:gd name="T122" fmla="*/ 3937 w 3937"/>
                  <a:gd name="T123" fmla="*/ 1147 h 114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937" h="1147">
                    <a:moveTo>
                      <a:pt x="3937" y="1147"/>
                    </a:moveTo>
                    <a:lnTo>
                      <a:pt x="2750" y="912"/>
                    </a:lnTo>
                    <a:lnTo>
                      <a:pt x="2318" y="864"/>
                    </a:lnTo>
                    <a:lnTo>
                      <a:pt x="2073" y="925"/>
                    </a:lnTo>
                    <a:lnTo>
                      <a:pt x="1772" y="937"/>
                    </a:lnTo>
                    <a:lnTo>
                      <a:pt x="1475" y="882"/>
                    </a:lnTo>
                    <a:lnTo>
                      <a:pt x="1230" y="729"/>
                    </a:lnTo>
                    <a:lnTo>
                      <a:pt x="1041" y="528"/>
                    </a:lnTo>
                    <a:lnTo>
                      <a:pt x="897" y="444"/>
                    </a:lnTo>
                    <a:lnTo>
                      <a:pt x="716" y="385"/>
                    </a:lnTo>
                    <a:lnTo>
                      <a:pt x="671" y="357"/>
                    </a:lnTo>
                    <a:lnTo>
                      <a:pt x="442" y="444"/>
                    </a:lnTo>
                    <a:lnTo>
                      <a:pt x="189" y="700"/>
                    </a:lnTo>
                    <a:lnTo>
                      <a:pt x="106" y="716"/>
                    </a:lnTo>
                    <a:lnTo>
                      <a:pt x="64" y="700"/>
                    </a:lnTo>
                    <a:lnTo>
                      <a:pt x="326" y="357"/>
                    </a:lnTo>
                    <a:lnTo>
                      <a:pt x="95" y="376"/>
                    </a:lnTo>
                    <a:lnTo>
                      <a:pt x="0" y="300"/>
                    </a:lnTo>
                    <a:lnTo>
                      <a:pt x="38" y="247"/>
                    </a:lnTo>
                    <a:lnTo>
                      <a:pt x="570" y="0"/>
                    </a:lnTo>
                    <a:lnTo>
                      <a:pt x="295" y="169"/>
                    </a:lnTo>
                    <a:lnTo>
                      <a:pt x="650" y="64"/>
                    </a:lnTo>
                    <a:lnTo>
                      <a:pt x="760" y="91"/>
                    </a:lnTo>
                    <a:lnTo>
                      <a:pt x="897" y="169"/>
                    </a:lnTo>
                    <a:lnTo>
                      <a:pt x="1202" y="345"/>
                    </a:lnTo>
                    <a:lnTo>
                      <a:pt x="925" y="202"/>
                    </a:lnTo>
                    <a:lnTo>
                      <a:pt x="696" y="110"/>
                    </a:lnTo>
                    <a:lnTo>
                      <a:pt x="642" y="139"/>
                    </a:lnTo>
                    <a:lnTo>
                      <a:pt x="642" y="195"/>
                    </a:lnTo>
                    <a:lnTo>
                      <a:pt x="748" y="263"/>
                    </a:lnTo>
                    <a:lnTo>
                      <a:pt x="974" y="339"/>
                    </a:lnTo>
                    <a:lnTo>
                      <a:pt x="1067" y="437"/>
                    </a:lnTo>
                    <a:lnTo>
                      <a:pt x="1184" y="528"/>
                    </a:lnTo>
                    <a:lnTo>
                      <a:pt x="1457" y="592"/>
                    </a:lnTo>
                    <a:lnTo>
                      <a:pt x="1729" y="638"/>
                    </a:lnTo>
                    <a:lnTo>
                      <a:pt x="1993" y="657"/>
                    </a:lnTo>
                    <a:lnTo>
                      <a:pt x="2261" y="613"/>
                    </a:lnTo>
                    <a:lnTo>
                      <a:pt x="2699" y="621"/>
                    </a:lnTo>
                    <a:lnTo>
                      <a:pt x="3911" y="657"/>
                    </a:lnTo>
                    <a:lnTo>
                      <a:pt x="3937" y="11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9" name="Freeform 734"/>
              <p:cNvSpPr>
                <a:spLocks/>
              </p:cNvSpPr>
              <p:nvPr/>
            </p:nvSpPr>
            <p:spPr bwMode="auto">
              <a:xfrm>
                <a:off x="4766" y="2275"/>
                <a:ext cx="294" cy="46"/>
              </a:xfrm>
              <a:custGeom>
                <a:avLst/>
                <a:gdLst>
                  <a:gd name="T0" fmla="*/ 0 w 3234"/>
                  <a:gd name="T1" fmla="*/ 0 h 506"/>
                  <a:gd name="T2" fmla="*/ 0 w 3234"/>
                  <a:gd name="T3" fmla="*/ 0 h 506"/>
                  <a:gd name="T4" fmla="*/ 0 w 3234"/>
                  <a:gd name="T5" fmla="*/ 0 h 506"/>
                  <a:gd name="T6" fmla="*/ 0 w 3234"/>
                  <a:gd name="T7" fmla="*/ 0 h 506"/>
                  <a:gd name="T8" fmla="*/ 0 w 3234"/>
                  <a:gd name="T9" fmla="*/ 0 h 506"/>
                  <a:gd name="T10" fmla="*/ 0 w 3234"/>
                  <a:gd name="T11" fmla="*/ 0 h 506"/>
                  <a:gd name="T12" fmla="*/ 0 w 3234"/>
                  <a:gd name="T13" fmla="*/ 0 h 506"/>
                  <a:gd name="T14" fmla="*/ 0 w 3234"/>
                  <a:gd name="T15" fmla="*/ 0 h 506"/>
                  <a:gd name="T16" fmla="*/ 0 w 3234"/>
                  <a:gd name="T17" fmla="*/ 0 h 506"/>
                  <a:gd name="T18" fmla="*/ 0 w 3234"/>
                  <a:gd name="T19" fmla="*/ 0 h 506"/>
                  <a:gd name="T20" fmla="*/ 0 w 3234"/>
                  <a:gd name="T21" fmla="*/ 0 h 506"/>
                  <a:gd name="T22" fmla="*/ 0 w 3234"/>
                  <a:gd name="T23" fmla="*/ 0 h 506"/>
                  <a:gd name="T24" fmla="*/ 0 w 3234"/>
                  <a:gd name="T25" fmla="*/ 0 h 506"/>
                  <a:gd name="T26" fmla="*/ 0 w 3234"/>
                  <a:gd name="T27" fmla="*/ 0 h 50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34"/>
                  <a:gd name="T43" fmla="*/ 0 h 506"/>
                  <a:gd name="T44" fmla="*/ 3234 w 3234"/>
                  <a:gd name="T45" fmla="*/ 506 h 50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34" h="506">
                    <a:moveTo>
                      <a:pt x="0" y="46"/>
                    </a:moveTo>
                    <a:lnTo>
                      <a:pt x="390" y="54"/>
                    </a:lnTo>
                    <a:lnTo>
                      <a:pt x="580" y="0"/>
                    </a:lnTo>
                    <a:lnTo>
                      <a:pt x="1442" y="384"/>
                    </a:lnTo>
                    <a:lnTo>
                      <a:pt x="1760" y="438"/>
                    </a:lnTo>
                    <a:lnTo>
                      <a:pt x="3234" y="447"/>
                    </a:lnTo>
                    <a:lnTo>
                      <a:pt x="3234" y="506"/>
                    </a:lnTo>
                    <a:lnTo>
                      <a:pt x="1515" y="447"/>
                    </a:lnTo>
                    <a:lnTo>
                      <a:pt x="1151" y="318"/>
                    </a:lnTo>
                    <a:lnTo>
                      <a:pt x="617" y="46"/>
                    </a:lnTo>
                    <a:lnTo>
                      <a:pt x="542" y="46"/>
                    </a:lnTo>
                    <a:lnTo>
                      <a:pt x="327" y="107"/>
                    </a:lnTo>
                    <a:lnTo>
                      <a:pt x="297" y="81"/>
                    </a:lnTo>
                    <a:lnTo>
                      <a:pt x="0"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0" name="Freeform 735"/>
              <p:cNvSpPr>
                <a:spLocks/>
              </p:cNvSpPr>
              <p:nvPr/>
            </p:nvSpPr>
            <p:spPr bwMode="auto">
              <a:xfrm>
                <a:off x="4258" y="2413"/>
                <a:ext cx="893" cy="176"/>
              </a:xfrm>
              <a:custGeom>
                <a:avLst/>
                <a:gdLst>
                  <a:gd name="T0" fmla="*/ 0 w 9828"/>
                  <a:gd name="T1" fmla="*/ 0 h 1931"/>
                  <a:gd name="T2" fmla="*/ 0 w 9828"/>
                  <a:gd name="T3" fmla="*/ 0 h 1931"/>
                  <a:gd name="T4" fmla="*/ 0 w 9828"/>
                  <a:gd name="T5" fmla="*/ 0 h 1931"/>
                  <a:gd name="T6" fmla="*/ 0 w 9828"/>
                  <a:gd name="T7" fmla="*/ 0 h 1931"/>
                  <a:gd name="T8" fmla="*/ 0 w 9828"/>
                  <a:gd name="T9" fmla="*/ 0 h 1931"/>
                  <a:gd name="T10" fmla="*/ 0 w 9828"/>
                  <a:gd name="T11" fmla="*/ 0 h 1931"/>
                  <a:gd name="T12" fmla="*/ 0 w 9828"/>
                  <a:gd name="T13" fmla="*/ 0 h 1931"/>
                  <a:gd name="T14" fmla="*/ 0 w 9828"/>
                  <a:gd name="T15" fmla="*/ 0 h 1931"/>
                  <a:gd name="T16" fmla="*/ 0 w 9828"/>
                  <a:gd name="T17" fmla="*/ 0 h 1931"/>
                  <a:gd name="T18" fmla="*/ 0 w 9828"/>
                  <a:gd name="T19" fmla="*/ 0 h 19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828"/>
                  <a:gd name="T31" fmla="*/ 0 h 1931"/>
                  <a:gd name="T32" fmla="*/ 9828 w 9828"/>
                  <a:gd name="T33" fmla="*/ 1931 h 19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828" h="1931">
                    <a:moveTo>
                      <a:pt x="9828" y="930"/>
                    </a:moveTo>
                    <a:lnTo>
                      <a:pt x="9323" y="1121"/>
                    </a:lnTo>
                    <a:lnTo>
                      <a:pt x="8438" y="1121"/>
                    </a:lnTo>
                    <a:lnTo>
                      <a:pt x="6358" y="1931"/>
                    </a:lnTo>
                    <a:lnTo>
                      <a:pt x="0" y="1931"/>
                    </a:lnTo>
                    <a:lnTo>
                      <a:pt x="0" y="1007"/>
                    </a:lnTo>
                    <a:lnTo>
                      <a:pt x="9595" y="0"/>
                    </a:lnTo>
                    <a:lnTo>
                      <a:pt x="9595" y="425"/>
                    </a:lnTo>
                    <a:lnTo>
                      <a:pt x="9828" y="541"/>
                    </a:lnTo>
                    <a:lnTo>
                      <a:pt x="9828"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1" name="Freeform 736"/>
              <p:cNvSpPr>
                <a:spLocks/>
              </p:cNvSpPr>
              <p:nvPr/>
            </p:nvSpPr>
            <p:spPr bwMode="auto">
              <a:xfrm>
                <a:off x="5221" y="2013"/>
                <a:ext cx="19" cy="21"/>
              </a:xfrm>
              <a:custGeom>
                <a:avLst/>
                <a:gdLst>
                  <a:gd name="T0" fmla="*/ 0 w 203"/>
                  <a:gd name="T1" fmla="*/ 0 h 230"/>
                  <a:gd name="T2" fmla="*/ 0 w 203"/>
                  <a:gd name="T3" fmla="*/ 0 h 230"/>
                  <a:gd name="T4" fmla="*/ 0 w 203"/>
                  <a:gd name="T5" fmla="*/ 0 h 230"/>
                  <a:gd name="T6" fmla="*/ 0 60000 65536"/>
                  <a:gd name="T7" fmla="*/ 0 60000 65536"/>
                  <a:gd name="T8" fmla="*/ 0 60000 65536"/>
                  <a:gd name="T9" fmla="*/ 0 w 203"/>
                  <a:gd name="T10" fmla="*/ 0 h 230"/>
                  <a:gd name="T11" fmla="*/ 203 w 203"/>
                  <a:gd name="T12" fmla="*/ 230 h 230"/>
                </a:gdLst>
                <a:ahLst/>
                <a:cxnLst>
                  <a:cxn ang="T6">
                    <a:pos x="T0" y="T1"/>
                  </a:cxn>
                  <a:cxn ang="T7">
                    <a:pos x="T2" y="T3"/>
                  </a:cxn>
                  <a:cxn ang="T8">
                    <a:pos x="T4" y="T5"/>
                  </a:cxn>
                </a:cxnLst>
                <a:rect l="T9" t="T10" r="T11" b="T12"/>
                <a:pathLst>
                  <a:path w="203" h="230">
                    <a:moveTo>
                      <a:pt x="79" y="230"/>
                    </a:moveTo>
                    <a:lnTo>
                      <a:pt x="0" y="0"/>
                    </a:lnTo>
                    <a:lnTo>
                      <a:pt x="203" y="20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52" name="Freeform 737"/>
              <p:cNvSpPr>
                <a:spLocks/>
              </p:cNvSpPr>
              <p:nvPr/>
            </p:nvSpPr>
            <p:spPr bwMode="auto">
              <a:xfrm>
                <a:off x="5222" y="2014"/>
                <a:ext cx="8" cy="13"/>
              </a:xfrm>
              <a:custGeom>
                <a:avLst/>
                <a:gdLst>
                  <a:gd name="T0" fmla="*/ 0 w 92"/>
                  <a:gd name="T1" fmla="*/ 0 h 141"/>
                  <a:gd name="T2" fmla="*/ 0 w 92"/>
                  <a:gd name="T3" fmla="*/ 0 h 141"/>
                  <a:gd name="T4" fmla="*/ 0 w 92"/>
                  <a:gd name="T5" fmla="*/ 0 h 141"/>
                  <a:gd name="T6" fmla="*/ 0 w 92"/>
                  <a:gd name="T7" fmla="*/ 0 h 141"/>
                  <a:gd name="T8" fmla="*/ 0 w 92"/>
                  <a:gd name="T9" fmla="*/ 0 h 141"/>
                  <a:gd name="T10" fmla="*/ 0 60000 65536"/>
                  <a:gd name="T11" fmla="*/ 0 60000 65536"/>
                  <a:gd name="T12" fmla="*/ 0 60000 65536"/>
                  <a:gd name="T13" fmla="*/ 0 60000 65536"/>
                  <a:gd name="T14" fmla="*/ 0 60000 65536"/>
                  <a:gd name="T15" fmla="*/ 0 w 92"/>
                  <a:gd name="T16" fmla="*/ 0 h 141"/>
                  <a:gd name="T17" fmla="*/ 92 w 92"/>
                  <a:gd name="T18" fmla="*/ 141 h 141"/>
                </a:gdLst>
                <a:ahLst/>
                <a:cxnLst>
                  <a:cxn ang="T10">
                    <a:pos x="T0" y="T1"/>
                  </a:cxn>
                  <a:cxn ang="T11">
                    <a:pos x="T2" y="T3"/>
                  </a:cxn>
                  <a:cxn ang="T12">
                    <a:pos x="T4" y="T5"/>
                  </a:cxn>
                  <a:cxn ang="T13">
                    <a:pos x="T6" y="T7"/>
                  </a:cxn>
                  <a:cxn ang="T14">
                    <a:pos x="T8" y="T9"/>
                  </a:cxn>
                </a:cxnLst>
                <a:rect l="T15" t="T16" r="T17" b="T18"/>
                <a:pathLst>
                  <a:path w="92" h="141">
                    <a:moveTo>
                      <a:pt x="44" y="141"/>
                    </a:moveTo>
                    <a:lnTo>
                      <a:pt x="67" y="110"/>
                    </a:lnTo>
                    <a:lnTo>
                      <a:pt x="92" y="95"/>
                    </a:lnTo>
                    <a:lnTo>
                      <a:pt x="0" y="0"/>
                    </a:lnTo>
                    <a:lnTo>
                      <a:pt x="44" y="1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3" name="Freeform 738"/>
              <p:cNvSpPr>
                <a:spLocks/>
              </p:cNvSpPr>
              <p:nvPr/>
            </p:nvSpPr>
            <p:spPr bwMode="auto">
              <a:xfrm>
                <a:off x="5291" y="2114"/>
                <a:ext cx="35" cy="49"/>
              </a:xfrm>
              <a:custGeom>
                <a:avLst/>
                <a:gdLst>
                  <a:gd name="T0" fmla="*/ 0 w 386"/>
                  <a:gd name="T1" fmla="*/ 0 h 538"/>
                  <a:gd name="T2" fmla="*/ 0 w 386"/>
                  <a:gd name="T3" fmla="*/ 0 h 538"/>
                  <a:gd name="T4" fmla="*/ 0 w 386"/>
                  <a:gd name="T5" fmla="*/ 0 h 538"/>
                  <a:gd name="T6" fmla="*/ 0 w 386"/>
                  <a:gd name="T7" fmla="*/ 0 h 538"/>
                  <a:gd name="T8" fmla="*/ 0 w 386"/>
                  <a:gd name="T9" fmla="*/ 0 h 538"/>
                  <a:gd name="T10" fmla="*/ 0 w 386"/>
                  <a:gd name="T11" fmla="*/ 0 h 538"/>
                  <a:gd name="T12" fmla="*/ 0 w 386"/>
                  <a:gd name="T13" fmla="*/ 0 h 538"/>
                  <a:gd name="T14" fmla="*/ 0 w 386"/>
                  <a:gd name="T15" fmla="*/ 0 h 538"/>
                  <a:gd name="T16" fmla="*/ 0 60000 65536"/>
                  <a:gd name="T17" fmla="*/ 0 60000 65536"/>
                  <a:gd name="T18" fmla="*/ 0 60000 65536"/>
                  <a:gd name="T19" fmla="*/ 0 60000 65536"/>
                  <a:gd name="T20" fmla="*/ 0 60000 65536"/>
                  <a:gd name="T21" fmla="*/ 0 60000 65536"/>
                  <a:gd name="T22" fmla="*/ 0 60000 65536"/>
                  <a:gd name="T23" fmla="*/ 0 60000 65536"/>
                  <a:gd name="T24" fmla="*/ 0 w 386"/>
                  <a:gd name="T25" fmla="*/ 0 h 538"/>
                  <a:gd name="T26" fmla="*/ 386 w 386"/>
                  <a:gd name="T27" fmla="*/ 538 h 5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6" h="538">
                    <a:moveTo>
                      <a:pt x="63" y="0"/>
                    </a:moveTo>
                    <a:lnTo>
                      <a:pt x="386" y="486"/>
                    </a:lnTo>
                    <a:lnTo>
                      <a:pt x="386" y="508"/>
                    </a:lnTo>
                    <a:lnTo>
                      <a:pt x="370" y="521"/>
                    </a:lnTo>
                    <a:lnTo>
                      <a:pt x="337" y="538"/>
                    </a:lnTo>
                    <a:lnTo>
                      <a:pt x="314" y="534"/>
                    </a:lnTo>
                    <a:lnTo>
                      <a:pt x="295" y="515"/>
                    </a:lnTo>
                    <a:lnTo>
                      <a:pt x="0" y="10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54" name="Freeform 739"/>
              <p:cNvSpPr>
                <a:spLocks/>
              </p:cNvSpPr>
              <p:nvPr/>
            </p:nvSpPr>
            <p:spPr bwMode="auto">
              <a:xfrm>
                <a:off x="4514" y="2338"/>
                <a:ext cx="472" cy="65"/>
              </a:xfrm>
              <a:custGeom>
                <a:avLst/>
                <a:gdLst>
                  <a:gd name="T0" fmla="*/ 0 w 5195"/>
                  <a:gd name="T1" fmla="*/ 0 h 717"/>
                  <a:gd name="T2" fmla="*/ 0 w 5195"/>
                  <a:gd name="T3" fmla="*/ 0 h 717"/>
                  <a:gd name="T4" fmla="*/ 0 w 5195"/>
                  <a:gd name="T5" fmla="*/ 0 h 717"/>
                  <a:gd name="T6" fmla="*/ 0 w 5195"/>
                  <a:gd name="T7" fmla="*/ 0 h 717"/>
                  <a:gd name="T8" fmla="*/ 0 w 5195"/>
                  <a:gd name="T9" fmla="*/ 0 h 717"/>
                  <a:gd name="T10" fmla="*/ 0 w 5195"/>
                  <a:gd name="T11" fmla="*/ 0 h 717"/>
                  <a:gd name="T12" fmla="*/ 0 w 5195"/>
                  <a:gd name="T13" fmla="*/ 0 h 717"/>
                  <a:gd name="T14" fmla="*/ 0 60000 65536"/>
                  <a:gd name="T15" fmla="*/ 0 60000 65536"/>
                  <a:gd name="T16" fmla="*/ 0 60000 65536"/>
                  <a:gd name="T17" fmla="*/ 0 60000 65536"/>
                  <a:gd name="T18" fmla="*/ 0 60000 65536"/>
                  <a:gd name="T19" fmla="*/ 0 60000 65536"/>
                  <a:gd name="T20" fmla="*/ 0 60000 65536"/>
                  <a:gd name="T21" fmla="*/ 0 w 5195"/>
                  <a:gd name="T22" fmla="*/ 0 h 717"/>
                  <a:gd name="T23" fmla="*/ 5195 w 5195"/>
                  <a:gd name="T24" fmla="*/ 717 h 7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95" h="717">
                    <a:moveTo>
                      <a:pt x="5195" y="316"/>
                    </a:moveTo>
                    <a:lnTo>
                      <a:pt x="1364" y="717"/>
                    </a:lnTo>
                    <a:lnTo>
                      <a:pt x="0" y="170"/>
                    </a:lnTo>
                    <a:lnTo>
                      <a:pt x="0" y="0"/>
                    </a:lnTo>
                    <a:lnTo>
                      <a:pt x="1388" y="569"/>
                    </a:lnTo>
                    <a:lnTo>
                      <a:pt x="5154" y="231"/>
                    </a:lnTo>
                    <a:lnTo>
                      <a:pt x="5195" y="3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5" name="Line 740"/>
              <p:cNvSpPr>
                <a:spLocks noChangeShapeType="1"/>
              </p:cNvSpPr>
              <p:nvPr/>
            </p:nvSpPr>
            <p:spPr bwMode="auto">
              <a:xfrm flipV="1">
                <a:off x="4393" y="2318"/>
                <a:ext cx="388" cy="3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56" name="Freeform 741"/>
              <p:cNvSpPr>
                <a:spLocks/>
              </p:cNvSpPr>
              <p:nvPr/>
            </p:nvSpPr>
            <p:spPr bwMode="auto">
              <a:xfrm>
                <a:off x="4257" y="2177"/>
                <a:ext cx="136" cy="171"/>
              </a:xfrm>
              <a:custGeom>
                <a:avLst/>
                <a:gdLst>
                  <a:gd name="T0" fmla="*/ 0 w 1497"/>
                  <a:gd name="T1" fmla="*/ 0 h 1877"/>
                  <a:gd name="T2" fmla="*/ 0 w 1497"/>
                  <a:gd name="T3" fmla="*/ 0 h 1877"/>
                  <a:gd name="T4" fmla="*/ 0 w 1497"/>
                  <a:gd name="T5" fmla="*/ 0 h 1877"/>
                  <a:gd name="T6" fmla="*/ 0 w 1497"/>
                  <a:gd name="T7" fmla="*/ 0 h 1877"/>
                  <a:gd name="T8" fmla="*/ 0 w 1497"/>
                  <a:gd name="T9" fmla="*/ 0 h 1877"/>
                  <a:gd name="T10" fmla="*/ 0 60000 65536"/>
                  <a:gd name="T11" fmla="*/ 0 60000 65536"/>
                  <a:gd name="T12" fmla="*/ 0 60000 65536"/>
                  <a:gd name="T13" fmla="*/ 0 60000 65536"/>
                  <a:gd name="T14" fmla="*/ 0 60000 65536"/>
                  <a:gd name="T15" fmla="*/ 0 w 1497"/>
                  <a:gd name="T16" fmla="*/ 0 h 1877"/>
                  <a:gd name="T17" fmla="*/ 1497 w 1497"/>
                  <a:gd name="T18" fmla="*/ 1877 h 1877"/>
                </a:gdLst>
                <a:ahLst/>
                <a:cxnLst>
                  <a:cxn ang="T10">
                    <a:pos x="T0" y="T1"/>
                  </a:cxn>
                  <a:cxn ang="T11">
                    <a:pos x="T2" y="T3"/>
                  </a:cxn>
                  <a:cxn ang="T12">
                    <a:pos x="T4" y="T5"/>
                  </a:cxn>
                  <a:cxn ang="T13">
                    <a:pos x="T6" y="T7"/>
                  </a:cxn>
                  <a:cxn ang="T14">
                    <a:pos x="T8" y="T9"/>
                  </a:cxn>
                </a:cxnLst>
                <a:rect l="T15" t="T16" r="T17" b="T18"/>
                <a:pathLst>
                  <a:path w="1497" h="1877">
                    <a:moveTo>
                      <a:pt x="1497" y="1877"/>
                    </a:moveTo>
                    <a:lnTo>
                      <a:pt x="1497" y="425"/>
                    </a:lnTo>
                    <a:lnTo>
                      <a:pt x="0" y="0"/>
                    </a:lnTo>
                    <a:lnTo>
                      <a:pt x="0" y="1114"/>
                    </a:lnTo>
                    <a:lnTo>
                      <a:pt x="1497" y="18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7" name="Line 742"/>
              <p:cNvSpPr>
                <a:spLocks noChangeShapeType="1"/>
              </p:cNvSpPr>
              <p:nvPr/>
            </p:nvSpPr>
            <p:spPr bwMode="auto">
              <a:xfrm>
                <a:off x="4257" y="2177"/>
                <a:ext cx="7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58" name="Freeform 743"/>
              <p:cNvSpPr>
                <a:spLocks/>
              </p:cNvSpPr>
              <p:nvPr/>
            </p:nvSpPr>
            <p:spPr bwMode="auto">
              <a:xfrm>
                <a:off x="4261" y="1888"/>
                <a:ext cx="132" cy="308"/>
              </a:xfrm>
              <a:custGeom>
                <a:avLst/>
                <a:gdLst>
                  <a:gd name="T0" fmla="*/ 0 w 1455"/>
                  <a:gd name="T1" fmla="*/ 0 h 3392"/>
                  <a:gd name="T2" fmla="*/ 0 w 1455"/>
                  <a:gd name="T3" fmla="*/ 0 h 3392"/>
                  <a:gd name="T4" fmla="*/ 0 w 1455"/>
                  <a:gd name="T5" fmla="*/ 0 h 3392"/>
                  <a:gd name="T6" fmla="*/ 0 w 1455"/>
                  <a:gd name="T7" fmla="*/ 0 h 3392"/>
                  <a:gd name="T8" fmla="*/ 0 w 1455"/>
                  <a:gd name="T9" fmla="*/ 0 h 3392"/>
                  <a:gd name="T10" fmla="*/ 0 w 1455"/>
                  <a:gd name="T11" fmla="*/ 0 h 3392"/>
                  <a:gd name="T12" fmla="*/ 0 w 1455"/>
                  <a:gd name="T13" fmla="*/ 0 h 3392"/>
                  <a:gd name="T14" fmla="*/ 0 w 1455"/>
                  <a:gd name="T15" fmla="*/ 0 h 3392"/>
                  <a:gd name="T16" fmla="*/ 0 w 1455"/>
                  <a:gd name="T17" fmla="*/ 0 h 33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55"/>
                  <a:gd name="T28" fmla="*/ 0 h 3392"/>
                  <a:gd name="T29" fmla="*/ 1455 w 1455"/>
                  <a:gd name="T30" fmla="*/ 3392 h 33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55" h="3392">
                    <a:moveTo>
                      <a:pt x="758" y="3220"/>
                    </a:moveTo>
                    <a:lnTo>
                      <a:pt x="758" y="3012"/>
                    </a:lnTo>
                    <a:lnTo>
                      <a:pt x="0" y="2821"/>
                    </a:lnTo>
                    <a:lnTo>
                      <a:pt x="0" y="1302"/>
                    </a:lnTo>
                    <a:lnTo>
                      <a:pt x="758" y="927"/>
                    </a:lnTo>
                    <a:lnTo>
                      <a:pt x="758" y="360"/>
                    </a:lnTo>
                    <a:lnTo>
                      <a:pt x="1411" y="0"/>
                    </a:lnTo>
                    <a:lnTo>
                      <a:pt x="1455" y="3392"/>
                    </a:lnTo>
                    <a:lnTo>
                      <a:pt x="758" y="32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9" name="Freeform 744"/>
              <p:cNvSpPr>
                <a:spLocks/>
              </p:cNvSpPr>
              <p:nvPr/>
            </p:nvSpPr>
            <p:spPr bwMode="auto">
              <a:xfrm>
                <a:off x="4389" y="1888"/>
                <a:ext cx="329" cy="308"/>
              </a:xfrm>
              <a:custGeom>
                <a:avLst/>
                <a:gdLst>
                  <a:gd name="T0" fmla="*/ 0 w 3618"/>
                  <a:gd name="T1" fmla="*/ 0 h 3392"/>
                  <a:gd name="T2" fmla="*/ 0 w 3618"/>
                  <a:gd name="T3" fmla="*/ 0 h 3392"/>
                  <a:gd name="T4" fmla="*/ 0 w 3618"/>
                  <a:gd name="T5" fmla="*/ 0 h 3392"/>
                  <a:gd name="T6" fmla="*/ 0 w 3618"/>
                  <a:gd name="T7" fmla="*/ 0 h 3392"/>
                  <a:gd name="T8" fmla="*/ 0 60000 65536"/>
                  <a:gd name="T9" fmla="*/ 0 60000 65536"/>
                  <a:gd name="T10" fmla="*/ 0 60000 65536"/>
                  <a:gd name="T11" fmla="*/ 0 60000 65536"/>
                  <a:gd name="T12" fmla="*/ 0 w 3618"/>
                  <a:gd name="T13" fmla="*/ 0 h 3392"/>
                  <a:gd name="T14" fmla="*/ 3618 w 3618"/>
                  <a:gd name="T15" fmla="*/ 3392 h 3392"/>
                </a:gdLst>
                <a:ahLst/>
                <a:cxnLst>
                  <a:cxn ang="T8">
                    <a:pos x="T0" y="T1"/>
                  </a:cxn>
                  <a:cxn ang="T9">
                    <a:pos x="T2" y="T3"/>
                  </a:cxn>
                  <a:cxn ang="T10">
                    <a:pos x="T4" y="T5"/>
                  </a:cxn>
                  <a:cxn ang="T11">
                    <a:pos x="T6" y="T7"/>
                  </a:cxn>
                </a:cxnLst>
                <a:rect l="T12" t="T13" r="T14" b="T15"/>
                <a:pathLst>
                  <a:path w="3618" h="3392">
                    <a:moveTo>
                      <a:pt x="44" y="3392"/>
                    </a:moveTo>
                    <a:lnTo>
                      <a:pt x="3618" y="3303"/>
                    </a:lnTo>
                    <a:lnTo>
                      <a:pt x="3492" y="127"/>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60" name="Freeform 745"/>
              <p:cNvSpPr>
                <a:spLocks/>
              </p:cNvSpPr>
              <p:nvPr/>
            </p:nvSpPr>
            <p:spPr bwMode="auto">
              <a:xfrm>
                <a:off x="4424" y="1925"/>
                <a:ext cx="262" cy="238"/>
              </a:xfrm>
              <a:custGeom>
                <a:avLst/>
                <a:gdLst>
                  <a:gd name="T0" fmla="*/ 0 w 2881"/>
                  <a:gd name="T1" fmla="*/ 0 h 2614"/>
                  <a:gd name="T2" fmla="*/ 0 w 2881"/>
                  <a:gd name="T3" fmla="*/ 0 h 2614"/>
                  <a:gd name="T4" fmla="*/ 0 w 2881"/>
                  <a:gd name="T5" fmla="*/ 0 h 2614"/>
                  <a:gd name="T6" fmla="*/ 0 w 2881"/>
                  <a:gd name="T7" fmla="*/ 0 h 2614"/>
                  <a:gd name="T8" fmla="*/ 0 w 2881"/>
                  <a:gd name="T9" fmla="*/ 0 h 2614"/>
                  <a:gd name="T10" fmla="*/ 0 60000 65536"/>
                  <a:gd name="T11" fmla="*/ 0 60000 65536"/>
                  <a:gd name="T12" fmla="*/ 0 60000 65536"/>
                  <a:gd name="T13" fmla="*/ 0 60000 65536"/>
                  <a:gd name="T14" fmla="*/ 0 60000 65536"/>
                  <a:gd name="T15" fmla="*/ 0 w 2881"/>
                  <a:gd name="T16" fmla="*/ 0 h 2614"/>
                  <a:gd name="T17" fmla="*/ 2881 w 2881"/>
                  <a:gd name="T18" fmla="*/ 2614 h 2614"/>
                </a:gdLst>
                <a:ahLst/>
                <a:cxnLst>
                  <a:cxn ang="T10">
                    <a:pos x="T0" y="T1"/>
                  </a:cxn>
                  <a:cxn ang="T11">
                    <a:pos x="T2" y="T3"/>
                  </a:cxn>
                  <a:cxn ang="T12">
                    <a:pos x="T4" y="T5"/>
                  </a:cxn>
                  <a:cxn ang="T13">
                    <a:pos x="T6" y="T7"/>
                  </a:cxn>
                  <a:cxn ang="T14">
                    <a:pos x="T8" y="T9"/>
                  </a:cxn>
                </a:cxnLst>
                <a:rect l="T15" t="T16" r="T17" b="T18"/>
                <a:pathLst>
                  <a:path w="2881" h="2614">
                    <a:moveTo>
                      <a:pt x="0" y="0"/>
                    </a:moveTo>
                    <a:lnTo>
                      <a:pt x="63" y="2614"/>
                    </a:lnTo>
                    <a:lnTo>
                      <a:pt x="2881" y="2570"/>
                    </a:lnTo>
                    <a:lnTo>
                      <a:pt x="2784" y="84"/>
                    </a:lnTo>
                    <a:lnTo>
                      <a:pt x="0" y="0"/>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61" name="Freeform 746"/>
              <p:cNvSpPr>
                <a:spLocks/>
              </p:cNvSpPr>
              <p:nvPr/>
            </p:nvSpPr>
            <p:spPr bwMode="auto">
              <a:xfrm>
                <a:off x="4424" y="1925"/>
                <a:ext cx="262" cy="234"/>
              </a:xfrm>
              <a:custGeom>
                <a:avLst/>
                <a:gdLst>
                  <a:gd name="T0" fmla="*/ 0 w 2881"/>
                  <a:gd name="T1" fmla="*/ 0 h 2570"/>
                  <a:gd name="T2" fmla="*/ 0 w 2881"/>
                  <a:gd name="T3" fmla="*/ 0 h 2570"/>
                  <a:gd name="T4" fmla="*/ 0 w 2881"/>
                  <a:gd name="T5" fmla="*/ 0 h 2570"/>
                  <a:gd name="T6" fmla="*/ 0 w 2881"/>
                  <a:gd name="T7" fmla="*/ 0 h 2570"/>
                  <a:gd name="T8" fmla="*/ 0 w 2881"/>
                  <a:gd name="T9" fmla="*/ 0 h 2570"/>
                  <a:gd name="T10" fmla="*/ 0 w 2881"/>
                  <a:gd name="T11" fmla="*/ 0 h 2570"/>
                  <a:gd name="T12" fmla="*/ 0 w 2881"/>
                  <a:gd name="T13" fmla="*/ 0 h 2570"/>
                  <a:gd name="T14" fmla="*/ 0 60000 65536"/>
                  <a:gd name="T15" fmla="*/ 0 60000 65536"/>
                  <a:gd name="T16" fmla="*/ 0 60000 65536"/>
                  <a:gd name="T17" fmla="*/ 0 60000 65536"/>
                  <a:gd name="T18" fmla="*/ 0 60000 65536"/>
                  <a:gd name="T19" fmla="*/ 0 60000 65536"/>
                  <a:gd name="T20" fmla="*/ 0 60000 65536"/>
                  <a:gd name="T21" fmla="*/ 0 w 2881"/>
                  <a:gd name="T22" fmla="*/ 0 h 2570"/>
                  <a:gd name="T23" fmla="*/ 2881 w 2881"/>
                  <a:gd name="T24" fmla="*/ 2570 h 25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81" h="2570">
                    <a:moveTo>
                      <a:pt x="0" y="84"/>
                    </a:moveTo>
                    <a:lnTo>
                      <a:pt x="2724" y="163"/>
                    </a:lnTo>
                    <a:lnTo>
                      <a:pt x="2819" y="2570"/>
                    </a:lnTo>
                    <a:lnTo>
                      <a:pt x="2881" y="2570"/>
                    </a:lnTo>
                    <a:lnTo>
                      <a:pt x="2784" y="84"/>
                    </a:lnTo>
                    <a:lnTo>
                      <a:pt x="0" y="0"/>
                    </a:lnTo>
                    <a:lnTo>
                      <a:pt x="0"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2" name="Freeform 747"/>
              <p:cNvSpPr>
                <a:spLocks/>
              </p:cNvSpPr>
              <p:nvPr/>
            </p:nvSpPr>
            <p:spPr bwMode="auto">
              <a:xfrm>
                <a:off x="4393" y="2208"/>
                <a:ext cx="357" cy="74"/>
              </a:xfrm>
              <a:custGeom>
                <a:avLst/>
                <a:gdLst>
                  <a:gd name="T0" fmla="*/ 0 w 3929"/>
                  <a:gd name="T1" fmla="*/ 0 h 823"/>
                  <a:gd name="T2" fmla="*/ 0 w 3929"/>
                  <a:gd name="T3" fmla="*/ 0 h 823"/>
                  <a:gd name="T4" fmla="*/ 0 w 3929"/>
                  <a:gd name="T5" fmla="*/ 0 h 823"/>
                  <a:gd name="T6" fmla="*/ 0 60000 65536"/>
                  <a:gd name="T7" fmla="*/ 0 60000 65536"/>
                  <a:gd name="T8" fmla="*/ 0 60000 65536"/>
                  <a:gd name="T9" fmla="*/ 0 w 3929"/>
                  <a:gd name="T10" fmla="*/ 0 h 823"/>
                  <a:gd name="T11" fmla="*/ 3929 w 3929"/>
                  <a:gd name="T12" fmla="*/ 823 h 823"/>
                </a:gdLst>
                <a:ahLst/>
                <a:cxnLst>
                  <a:cxn ang="T6">
                    <a:pos x="T0" y="T1"/>
                  </a:cxn>
                  <a:cxn ang="T7">
                    <a:pos x="T2" y="T3"/>
                  </a:cxn>
                  <a:cxn ang="T8">
                    <a:pos x="T4" y="T5"/>
                  </a:cxn>
                </a:cxnLst>
                <a:rect l="T9" t="T10" r="T11" b="T12"/>
                <a:pathLst>
                  <a:path w="3929" h="823">
                    <a:moveTo>
                      <a:pt x="0" y="104"/>
                    </a:moveTo>
                    <a:lnTo>
                      <a:pt x="3929" y="0"/>
                    </a:lnTo>
                    <a:lnTo>
                      <a:pt x="3929" y="82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63" name="Line 748"/>
              <p:cNvSpPr>
                <a:spLocks noChangeShapeType="1"/>
              </p:cNvSpPr>
              <p:nvPr/>
            </p:nvSpPr>
            <p:spPr bwMode="auto">
              <a:xfrm flipH="1" flipV="1">
                <a:off x="4657" y="2190"/>
                <a:ext cx="93" cy="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64" name="Freeform 749"/>
              <p:cNvSpPr>
                <a:spLocks/>
              </p:cNvSpPr>
              <p:nvPr/>
            </p:nvSpPr>
            <p:spPr bwMode="auto">
              <a:xfrm>
                <a:off x="4416" y="2240"/>
                <a:ext cx="29" cy="21"/>
              </a:xfrm>
              <a:custGeom>
                <a:avLst/>
                <a:gdLst>
                  <a:gd name="T0" fmla="*/ 0 w 318"/>
                  <a:gd name="T1" fmla="*/ 0 h 231"/>
                  <a:gd name="T2" fmla="*/ 0 w 318"/>
                  <a:gd name="T3" fmla="*/ 0 h 231"/>
                  <a:gd name="T4" fmla="*/ 0 w 318"/>
                  <a:gd name="T5" fmla="*/ 0 h 231"/>
                  <a:gd name="T6" fmla="*/ 0 w 318"/>
                  <a:gd name="T7" fmla="*/ 0 h 231"/>
                  <a:gd name="T8" fmla="*/ 0 w 318"/>
                  <a:gd name="T9" fmla="*/ 0 h 231"/>
                  <a:gd name="T10" fmla="*/ 0 60000 65536"/>
                  <a:gd name="T11" fmla="*/ 0 60000 65536"/>
                  <a:gd name="T12" fmla="*/ 0 60000 65536"/>
                  <a:gd name="T13" fmla="*/ 0 60000 65536"/>
                  <a:gd name="T14" fmla="*/ 0 60000 65536"/>
                  <a:gd name="T15" fmla="*/ 0 w 318"/>
                  <a:gd name="T16" fmla="*/ 0 h 231"/>
                  <a:gd name="T17" fmla="*/ 318 w 318"/>
                  <a:gd name="T18" fmla="*/ 231 h 231"/>
                </a:gdLst>
                <a:ahLst/>
                <a:cxnLst>
                  <a:cxn ang="T10">
                    <a:pos x="T0" y="T1"/>
                  </a:cxn>
                  <a:cxn ang="T11">
                    <a:pos x="T2" y="T3"/>
                  </a:cxn>
                  <a:cxn ang="T12">
                    <a:pos x="T4" y="T5"/>
                  </a:cxn>
                  <a:cxn ang="T13">
                    <a:pos x="T6" y="T7"/>
                  </a:cxn>
                  <a:cxn ang="T14">
                    <a:pos x="T8" y="T9"/>
                  </a:cxn>
                </a:cxnLst>
                <a:rect l="T15" t="T16" r="T17" b="T18"/>
                <a:pathLst>
                  <a:path w="318" h="231">
                    <a:moveTo>
                      <a:pt x="0" y="0"/>
                    </a:moveTo>
                    <a:lnTo>
                      <a:pt x="0" y="231"/>
                    </a:lnTo>
                    <a:lnTo>
                      <a:pt x="318" y="208"/>
                    </a:lnTo>
                    <a:lnTo>
                      <a:pt x="318"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5" name="Freeform 750"/>
              <p:cNvSpPr>
                <a:spLocks/>
              </p:cNvSpPr>
              <p:nvPr/>
            </p:nvSpPr>
            <p:spPr bwMode="auto">
              <a:xfrm>
                <a:off x="4629" y="2225"/>
                <a:ext cx="106" cy="30"/>
              </a:xfrm>
              <a:custGeom>
                <a:avLst/>
                <a:gdLst>
                  <a:gd name="T0" fmla="*/ 0 w 1167"/>
                  <a:gd name="T1" fmla="*/ 0 h 331"/>
                  <a:gd name="T2" fmla="*/ 0 w 1167"/>
                  <a:gd name="T3" fmla="*/ 0 h 331"/>
                  <a:gd name="T4" fmla="*/ 0 w 1167"/>
                  <a:gd name="T5" fmla="*/ 0 h 331"/>
                  <a:gd name="T6" fmla="*/ 0 w 1167"/>
                  <a:gd name="T7" fmla="*/ 0 h 331"/>
                  <a:gd name="T8" fmla="*/ 0 w 1167"/>
                  <a:gd name="T9" fmla="*/ 0 h 331"/>
                  <a:gd name="T10" fmla="*/ 0 60000 65536"/>
                  <a:gd name="T11" fmla="*/ 0 60000 65536"/>
                  <a:gd name="T12" fmla="*/ 0 60000 65536"/>
                  <a:gd name="T13" fmla="*/ 0 60000 65536"/>
                  <a:gd name="T14" fmla="*/ 0 60000 65536"/>
                  <a:gd name="T15" fmla="*/ 0 w 1167"/>
                  <a:gd name="T16" fmla="*/ 0 h 331"/>
                  <a:gd name="T17" fmla="*/ 1167 w 1167"/>
                  <a:gd name="T18" fmla="*/ 331 h 331"/>
                </a:gdLst>
                <a:ahLst/>
                <a:cxnLst>
                  <a:cxn ang="T10">
                    <a:pos x="T0" y="T1"/>
                  </a:cxn>
                  <a:cxn ang="T11">
                    <a:pos x="T2" y="T3"/>
                  </a:cxn>
                  <a:cxn ang="T12">
                    <a:pos x="T4" y="T5"/>
                  </a:cxn>
                  <a:cxn ang="T13">
                    <a:pos x="T6" y="T7"/>
                  </a:cxn>
                  <a:cxn ang="T14">
                    <a:pos x="T8" y="T9"/>
                  </a:cxn>
                </a:cxnLst>
                <a:rect l="T15" t="T16" r="T17" b="T18"/>
                <a:pathLst>
                  <a:path w="1167" h="331">
                    <a:moveTo>
                      <a:pt x="1167" y="0"/>
                    </a:moveTo>
                    <a:lnTo>
                      <a:pt x="0" y="44"/>
                    </a:lnTo>
                    <a:lnTo>
                      <a:pt x="0" y="331"/>
                    </a:lnTo>
                    <a:lnTo>
                      <a:pt x="1167" y="249"/>
                    </a:lnTo>
                    <a:lnTo>
                      <a:pt x="116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6" name="Line 751"/>
              <p:cNvSpPr>
                <a:spLocks noChangeShapeType="1"/>
              </p:cNvSpPr>
              <p:nvPr/>
            </p:nvSpPr>
            <p:spPr bwMode="auto">
              <a:xfrm>
                <a:off x="4750" y="2259"/>
                <a:ext cx="4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67" name="Line 752"/>
              <p:cNvSpPr>
                <a:spLocks noChangeShapeType="1"/>
              </p:cNvSpPr>
              <p:nvPr/>
            </p:nvSpPr>
            <p:spPr bwMode="auto">
              <a:xfrm>
                <a:off x="5229" y="2259"/>
                <a:ext cx="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grpSp>
          <p:nvGrpSpPr>
            <p:cNvPr id="17" name="Group 753"/>
            <p:cNvGrpSpPr>
              <a:grpSpLocks/>
            </p:cNvGrpSpPr>
            <p:nvPr/>
          </p:nvGrpSpPr>
          <p:grpSpPr bwMode="auto">
            <a:xfrm>
              <a:off x="2984" y="3219"/>
              <a:ext cx="747" cy="438"/>
              <a:chOff x="1741" y="1415"/>
              <a:chExt cx="2278" cy="1500"/>
            </a:xfrm>
          </p:grpSpPr>
          <p:sp>
            <p:nvSpPr>
              <p:cNvPr id="76" name="Rectangle 754"/>
              <p:cNvSpPr>
                <a:spLocks noChangeArrowheads="1"/>
              </p:cNvSpPr>
              <p:nvPr/>
            </p:nvSpPr>
            <p:spPr bwMode="auto">
              <a:xfrm>
                <a:off x="1741" y="1415"/>
                <a:ext cx="2278" cy="1429"/>
              </a:xfrm>
              <a:prstGeom prst="rect">
                <a:avLst/>
              </a:prstGeom>
              <a:solidFill>
                <a:srgbClr val="FFFFFF"/>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77" name="Line 755"/>
              <p:cNvSpPr>
                <a:spLocks noChangeShapeType="1"/>
              </p:cNvSpPr>
              <p:nvPr/>
            </p:nvSpPr>
            <p:spPr bwMode="auto">
              <a:xfrm>
                <a:off x="2311" y="1415"/>
                <a:ext cx="1" cy="1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8" name="Line 756"/>
              <p:cNvSpPr>
                <a:spLocks noChangeShapeType="1"/>
              </p:cNvSpPr>
              <p:nvPr/>
            </p:nvSpPr>
            <p:spPr bwMode="auto">
              <a:xfrm>
                <a:off x="2880" y="1415"/>
                <a:ext cx="1" cy="1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9" name="Line 757"/>
              <p:cNvSpPr>
                <a:spLocks noChangeShapeType="1"/>
              </p:cNvSpPr>
              <p:nvPr/>
            </p:nvSpPr>
            <p:spPr bwMode="auto">
              <a:xfrm>
                <a:off x="3449" y="1415"/>
                <a:ext cx="1" cy="1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0" name="Line 758"/>
              <p:cNvSpPr>
                <a:spLocks noChangeShapeType="1"/>
              </p:cNvSpPr>
              <p:nvPr/>
            </p:nvSpPr>
            <p:spPr bwMode="auto">
              <a:xfrm>
                <a:off x="1749" y="1566"/>
                <a:ext cx="226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1" name="Rectangle 759"/>
              <p:cNvSpPr>
                <a:spLocks noChangeArrowheads="1"/>
              </p:cNvSpPr>
              <p:nvPr/>
            </p:nvSpPr>
            <p:spPr bwMode="auto">
              <a:xfrm>
                <a:off x="1761" y="2845"/>
                <a:ext cx="2236" cy="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2" name="Rectangle 760"/>
              <p:cNvSpPr>
                <a:spLocks noChangeArrowheads="1"/>
              </p:cNvSpPr>
              <p:nvPr/>
            </p:nvSpPr>
            <p:spPr bwMode="auto">
              <a:xfrm>
                <a:off x="1820" y="1704"/>
                <a:ext cx="408" cy="50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3" name="Freeform 761"/>
              <p:cNvSpPr>
                <a:spLocks/>
              </p:cNvSpPr>
              <p:nvPr/>
            </p:nvSpPr>
            <p:spPr bwMode="auto">
              <a:xfrm>
                <a:off x="2015" y="1739"/>
                <a:ext cx="11"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0"/>
                    </a:moveTo>
                    <a:lnTo>
                      <a:pt x="91" y="30"/>
                    </a:lnTo>
                    <a:lnTo>
                      <a:pt x="81" y="30"/>
                    </a:lnTo>
                    <a:lnTo>
                      <a:pt x="81" y="10"/>
                    </a:lnTo>
                    <a:lnTo>
                      <a:pt x="61" y="0"/>
                    </a:lnTo>
                    <a:lnTo>
                      <a:pt x="51" y="0"/>
                    </a:lnTo>
                    <a:lnTo>
                      <a:pt x="30" y="0"/>
                    </a:lnTo>
                    <a:lnTo>
                      <a:pt x="30" y="10"/>
                    </a:lnTo>
                    <a:lnTo>
                      <a:pt x="10" y="10"/>
                    </a:lnTo>
                    <a:lnTo>
                      <a:pt x="10" y="30"/>
                    </a:lnTo>
                    <a:lnTo>
                      <a:pt x="0" y="30"/>
                    </a:lnTo>
                    <a:lnTo>
                      <a:pt x="0" y="50"/>
                    </a:lnTo>
                    <a:lnTo>
                      <a:pt x="0" y="60"/>
                    </a:lnTo>
                    <a:lnTo>
                      <a:pt x="10" y="60"/>
                    </a:lnTo>
                    <a:lnTo>
                      <a:pt x="10" y="81"/>
                    </a:lnTo>
                    <a:lnTo>
                      <a:pt x="20" y="81"/>
                    </a:lnTo>
                    <a:lnTo>
                      <a:pt x="30" y="81"/>
                    </a:lnTo>
                    <a:lnTo>
                      <a:pt x="30" y="91"/>
                    </a:lnTo>
                    <a:lnTo>
                      <a:pt x="51" y="91"/>
                    </a:lnTo>
                    <a:lnTo>
                      <a:pt x="61" y="91"/>
                    </a:lnTo>
                    <a:lnTo>
                      <a:pt x="71" y="81"/>
                    </a:lnTo>
                    <a:lnTo>
                      <a:pt x="81" y="81"/>
                    </a:lnTo>
                    <a:lnTo>
                      <a:pt x="81" y="70"/>
                    </a:lnTo>
                    <a:lnTo>
                      <a:pt x="91" y="60"/>
                    </a:lnTo>
                    <a:lnTo>
                      <a:pt x="91"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4" name="Freeform 762"/>
              <p:cNvSpPr>
                <a:spLocks/>
              </p:cNvSpPr>
              <p:nvPr/>
            </p:nvSpPr>
            <p:spPr bwMode="auto">
              <a:xfrm>
                <a:off x="2015" y="1798"/>
                <a:ext cx="11" cy="13"/>
              </a:xfrm>
              <a:custGeom>
                <a:avLst/>
                <a:gdLst>
                  <a:gd name="T0" fmla="*/ 0 w 91"/>
                  <a:gd name="T1" fmla="*/ 0 h 99"/>
                  <a:gd name="T2" fmla="*/ 0 w 91"/>
                  <a:gd name="T3" fmla="*/ 0 h 99"/>
                  <a:gd name="T4" fmla="*/ 0 w 91"/>
                  <a:gd name="T5" fmla="*/ 0 h 99"/>
                  <a:gd name="T6" fmla="*/ 0 w 91"/>
                  <a:gd name="T7" fmla="*/ 0 h 99"/>
                  <a:gd name="T8" fmla="*/ 0 w 91"/>
                  <a:gd name="T9" fmla="*/ 0 h 99"/>
                  <a:gd name="T10" fmla="*/ 0 w 91"/>
                  <a:gd name="T11" fmla="*/ 0 h 99"/>
                  <a:gd name="T12" fmla="*/ 0 w 91"/>
                  <a:gd name="T13" fmla="*/ 0 h 99"/>
                  <a:gd name="T14" fmla="*/ 0 w 91"/>
                  <a:gd name="T15" fmla="*/ 0 h 99"/>
                  <a:gd name="T16" fmla="*/ 0 w 91"/>
                  <a:gd name="T17" fmla="*/ 0 h 99"/>
                  <a:gd name="T18" fmla="*/ 0 w 91"/>
                  <a:gd name="T19" fmla="*/ 0 h 99"/>
                  <a:gd name="T20" fmla="*/ 0 w 91"/>
                  <a:gd name="T21" fmla="*/ 0 h 99"/>
                  <a:gd name="T22" fmla="*/ 0 w 91"/>
                  <a:gd name="T23" fmla="*/ 0 h 99"/>
                  <a:gd name="T24" fmla="*/ 0 w 91"/>
                  <a:gd name="T25" fmla="*/ 0 h 99"/>
                  <a:gd name="T26" fmla="*/ 0 w 91"/>
                  <a:gd name="T27" fmla="*/ 0 h 99"/>
                  <a:gd name="T28" fmla="*/ 0 w 91"/>
                  <a:gd name="T29" fmla="*/ 0 h 99"/>
                  <a:gd name="T30" fmla="*/ 0 w 91"/>
                  <a:gd name="T31" fmla="*/ 0 h 99"/>
                  <a:gd name="T32" fmla="*/ 0 w 91"/>
                  <a:gd name="T33" fmla="*/ 0 h 99"/>
                  <a:gd name="T34" fmla="*/ 0 w 91"/>
                  <a:gd name="T35" fmla="*/ 0 h 99"/>
                  <a:gd name="T36" fmla="*/ 0 w 91"/>
                  <a:gd name="T37" fmla="*/ 0 h 99"/>
                  <a:gd name="T38" fmla="*/ 0 w 91"/>
                  <a:gd name="T39" fmla="*/ 0 h 99"/>
                  <a:gd name="T40" fmla="*/ 0 w 91"/>
                  <a:gd name="T41" fmla="*/ 0 h 99"/>
                  <a:gd name="T42" fmla="*/ 0 w 91"/>
                  <a:gd name="T43" fmla="*/ 0 h 99"/>
                  <a:gd name="T44" fmla="*/ 0 w 91"/>
                  <a:gd name="T45" fmla="*/ 0 h 99"/>
                  <a:gd name="T46" fmla="*/ 0 w 91"/>
                  <a:gd name="T47" fmla="*/ 0 h 99"/>
                  <a:gd name="T48" fmla="*/ 0 w 91"/>
                  <a:gd name="T49" fmla="*/ 0 h 99"/>
                  <a:gd name="T50" fmla="*/ 0 w 91"/>
                  <a:gd name="T51" fmla="*/ 0 h 99"/>
                  <a:gd name="T52" fmla="*/ 0 w 91"/>
                  <a:gd name="T53" fmla="*/ 0 h 99"/>
                  <a:gd name="T54" fmla="*/ 0 w 91"/>
                  <a:gd name="T55" fmla="*/ 0 h 99"/>
                  <a:gd name="T56" fmla="*/ 0 w 91"/>
                  <a:gd name="T57" fmla="*/ 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9"/>
                  <a:gd name="T89" fmla="*/ 91 w 91"/>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9">
                    <a:moveTo>
                      <a:pt x="91" y="48"/>
                    </a:moveTo>
                    <a:lnTo>
                      <a:pt x="91" y="38"/>
                    </a:lnTo>
                    <a:lnTo>
                      <a:pt x="81" y="30"/>
                    </a:lnTo>
                    <a:lnTo>
                      <a:pt x="81" y="20"/>
                    </a:lnTo>
                    <a:lnTo>
                      <a:pt x="81" y="10"/>
                    </a:lnTo>
                    <a:lnTo>
                      <a:pt x="61" y="0"/>
                    </a:lnTo>
                    <a:lnTo>
                      <a:pt x="51" y="0"/>
                    </a:lnTo>
                    <a:lnTo>
                      <a:pt x="30" y="0"/>
                    </a:lnTo>
                    <a:lnTo>
                      <a:pt x="30" y="10"/>
                    </a:lnTo>
                    <a:lnTo>
                      <a:pt x="10" y="10"/>
                    </a:lnTo>
                    <a:lnTo>
                      <a:pt x="10" y="20"/>
                    </a:lnTo>
                    <a:lnTo>
                      <a:pt x="10" y="30"/>
                    </a:lnTo>
                    <a:lnTo>
                      <a:pt x="0" y="38"/>
                    </a:lnTo>
                    <a:lnTo>
                      <a:pt x="0" y="48"/>
                    </a:lnTo>
                    <a:lnTo>
                      <a:pt x="0" y="58"/>
                    </a:lnTo>
                    <a:lnTo>
                      <a:pt x="10" y="69"/>
                    </a:lnTo>
                    <a:lnTo>
                      <a:pt x="10" y="79"/>
                    </a:lnTo>
                    <a:lnTo>
                      <a:pt x="20" y="89"/>
                    </a:lnTo>
                    <a:lnTo>
                      <a:pt x="30" y="89"/>
                    </a:lnTo>
                    <a:lnTo>
                      <a:pt x="30" y="99"/>
                    </a:lnTo>
                    <a:lnTo>
                      <a:pt x="51" y="99"/>
                    </a:lnTo>
                    <a:lnTo>
                      <a:pt x="61" y="99"/>
                    </a:lnTo>
                    <a:lnTo>
                      <a:pt x="71" y="89"/>
                    </a:lnTo>
                    <a:lnTo>
                      <a:pt x="81" y="79"/>
                    </a:lnTo>
                    <a:lnTo>
                      <a:pt x="81" y="69"/>
                    </a:lnTo>
                    <a:lnTo>
                      <a:pt x="91" y="69"/>
                    </a:lnTo>
                    <a:lnTo>
                      <a:pt x="91" y="58"/>
                    </a:lnTo>
                    <a:lnTo>
                      <a:pt x="91" y="4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5" name="Freeform 763"/>
              <p:cNvSpPr>
                <a:spLocks/>
              </p:cNvSpPr>
              <p:nvPr/>
            </p:nvSpPr>
            <p:spPr bwMode="auto">
              <a:xfrm>
                <a:off x="2015" y="1860"/>
                <a:ext cx="11"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1"/>
                    </a:moveTo>
                    <a:lnTo>
                      <a:pt x="91" y="31"/>
                    </a:lnTo>
                    <a:lnTo>
                      <a:pt x="81" y="21"/>
                    </a:lnTo>
                    <a:lnTo>
                      <a:pt x="81" y="10"/>
                    </a:lnTo>
                    <a:lnTo>
                      <a:pt x="81" y="0"/>
                    </a:lnTo>
                    <a:lnTo>
                      <a:pt x="61" y="0"/>
                    </a:lnTo>
                    <a:lnTo>
                      <a:pt x="51" y="0"/>
                    </a:lnTo>
                    <a:lnTo>
                      <a:pt x="30" y="0"/>
                    </a:lnTo>
                    <a:lnTo>
                      <a:pt x="10" y="0"/>
                    </a:lnTo>
                    <a:lnTo>
                      <a:pt x="10" y="10"/>
                    </a:lnTo>
                    <a:lnTo>
                      <a:pt x="10" y="21"/>
                    </a:lnTo>
                    <a:lnTo>
                      <a:pt x="0" y="31"/>
                    </a:lnTo>
                    <a:lnTo>
                      <a:pt x="0" y="51"/>
                    </a:lnTo>
                    <a:lnTo>
                      <a:pt x="10" y="61"/>
                    </a:lnTo>
                    <a:lnTo>
                      <a:pt x="10" y="71"/>
                    </a:lnTo>
                    <a:lnTo>
                      <a:pt x="20" y="81"/>
                    </a:lnTo>
                    <a:lnTo>
                      <a:pt x="30" y="81"/>
                    </a:lnTo>
                    <a:lnTo>
                      <a:pt x="30" y="91"/>
                    </a:lnTo>
                    <a:lnTo>
                      <a:pt x="51" y="91"/>
                    </a:lnTo>
                    <a:lnTo>
                      <a:pt x="61" y="91"/>
                    </a:lnTo>
                    <a:lnTo>
                      <a:pt x="71" y="81"/>
                    </a:lnTo>
                    <a:lnTo>
                      <a:pt x="81" y="71"/>
                    </a:lnTo>
                    <a:lnTo>
                      <a:pt x="91" y="61"/>
                    </a:lnTo>
                    <a:lnTo>
                      <a:pt x="91" y="51"/>
                    </a:lnTo>
                    <a:lnTo>
                      <a:pt x="91"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6" name="Freeform 764"/>
              <p:cNvSpPr>
                <a:spLocks/>
              </p:cNvSpPr>
              <p:nvPr/>
            </p:nvSpPr>
            <p:spPr bwMode="auto">
              <a:xfrm>
                <a:off x="2015" y="1919"/>
                <a:ext cx="11"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0"/>
                    </a:moveTo>
                    <a:lnTo>
                      <a:pt x="91" y="40"/>
                    </a:lnTo>
                    <a:lnTo>
                      <a:pt x="81" y="30"/>
                    </a:lnTo>
                    <a:lnTo>
                      <a:pt x="81" y="10"/>
                    </a:lnTo>
                    <a:lnTo>
                      <a:pt x="61" y="0"/>
                    </a:lnTo>
                    <a:lnTo>
                      <a:pt x="51" y="0"/>
                    </a:lnTo>
                    <a:lnTo>
                      <a:pt x="30" y="0"/>
                    </a:lnTo>
                    <a:lnTo>
                      <a:pt x="30" y="10"/>
                    </a:lnTo>
                    <a:lnTo>
                      <a:pt x="10" y="10"/>
                    </a:lnTo>
                    <a:lnTo>
                      <a:pt x="10" y="30"/>
                    </a:lnTo>
                    <a:lnTo>
                      <a:pt x="0" y="40"/>
                    </a:lnTo>
                    <a:lnTo>
                      <a:pt x="0" y="50"/>
                    </a:lnTo>
                    <a:lnTo>
                      <a:pt x="0" y="60"/>
                    </a:lnTo>
                    <a:lnTo>
                      <a:pt x="10" y="60"/>
                    </a:lnTo>
                    <a:lnTo>
                      <a:pt x="10" y="81"/>
                    </a:lnTo>
                    <a:lnTo>
                      <a:pt x="20" y="91"/>
                    </a:lnTo>
                    <a:lnTo>
                      <a:pt x="30" y="91"/>
                    </a:lnTo>
                    <a:lnTo>
                      <a:pt x="51" y="91"/>
                    </a:lnTo>
                    <a:lnTo>
                      <a:pt x="61" y="91"/>
                    </a:lnTo>
                    <a:lnTo>
                      <a:pt x="71" y="91"/>
                    </a:lnTo>
                    <a:lnTo>
                      <a:pt x="81" y="81"/>
                    </a:lnTo>
                    <a:lnTo>
                      <a:pt x="81" y="70"/>
                    </a:lnTo>
                    <a:lnTo>
                      <a:pt x="91" y="60"/>
                    </a:lnTo>
                    <a:lnTo>
                      <a:pt x="91"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7" name="Freeform 765"/>
              <p:cNvSpPr>
                <a:spLocks/>
              </p:cNvSpPr>
              <p:nvPr/>
            </p:nvSpPr>
            <p:spPr bwMode="auto">
              <a:xfrm>
                <a:off x="2015" y="1979"/>
                <a:ext cx="11" cy="11"/>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9"/>
                    </a:moveTo>
                    <a:lnTo>
                      <a:pt x="91" y="39"/>
                    </a:lnTo>
                    <a:lnTo>
                      <a:pt x="81" y="29"/>
                    </a:lnTo>
                    <a:lnTo>
                      <a:pt x="81" y="19"/>
                    </a:lnTo>
                    <a:lnTo>
                      <a:pt x="81" y="10"/>
                    </a:lnTo>
                    <a:lnTo>
                      <a:pt x="61" y="0"/>
                    </a:lnTo>
                    <a:lnTo>
                      <a:pt x="51" y="0"/>
                    </a:lnTo>
                    <a:lnTo>
                      <a:pt x="30" y="0"/>
                    </a:lnTo>
                    <a:lnTo>
                      <a:pt x="30" y="10"/>
                    </a:lnTo>
                    <a:lnTo>
                      <a:pt x="10" y="10"/>
                    </a:lnTo>
                    <a:lnTo>
                      <a:pt x="10" y="19"/>
                    </a:lnTo>
                    <a:lnTo>
                      <a:pt x="10" y="29"/>
                    </a:lnTo>
                    <a:lnTo>
                      <a:pt x="0" y="39"/>
                    </a:lnTo>
                    <a:lnTo>
                      <a:pt x="0" y="49"/>
                    </a:lnTo>
                    <a:lnTo>
                      <a:pt x="0" y="60"/>
                    </a:lnTo>
                    <a:lnTo>
                      <a:pt x="10" y="70"/>
                    </a:lnTo>
                    <a:lnTo>
                      <a:pt x="10" y="80"/>
                    </a:lnTo>
                    <a:lnTo>
                      <a:pt x="20" y="90"/>
                    </a:lnTo>
                    <a:lnTo>
                      <a:pt x="30" y="90"/>
                    </a:lnTo>
                    <a:lnTo>
                      <a:pt x="51" y="90"/>
                    </a:lnTo>
                    <a:lnTo>
                      <a:pt x="61" y="90"/>
                    </a:lnTo>
                    <a:lnTo>
                      <a:pt x="71" y="90"/>
                    </a:lnTo>
                    <a:lnTo>
                      <a:pt x="81" y="80"/>
                    </a:lnTo>
                    <a:lnTo>
                      <a:pt x="81" y="70"/>
                    </a:lnTo>
                    <a:lnTo>
                      <a:pt x="91" y="70"/>
                    </a:lnTo>
                    <a:lnTo>
                      <a:pt x="91" y="60"/>
                    </a:lnTo>
                    <a:lnTo>
                      <a:pt x="91" y="4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8" name="Freeform 766"/>
              <p:cNvSpPr>
                <a:spLocks/>
              </p:cNvSpPr>
              <p:nvPr/>
            </p:nvSpPr>
            <p:spPr bwMode="auto">
              <a:xfrm>
                <a:off x="2015" y="2040"/>
                <a:ext cx="11" cy="12"/>
              </a:xfrm>
              <a:custGeom>
                <a:avLst/>
                <a:gdLst>
                  <a:gd name="T0" fmla="*/ 0 w 91"/>
                  <a:gd name="T1" fmla="*/ 0 h 100"/>
                  <a:gd name="T2" fmla="*/ 0 w 91"/>
                  <a:gd name="T3" fmla="*/ 0 h 100"/>
                  <a:gd name="T4" fmla="*/ 0 w 91"/>
                  <a:gd name="T5" fmla="*/ 0 h 100"/>
                  <a:gd name="T6" fmla="*/ 0 w 91"/>
                  <a:gd name="T7" fmla="*/ 0 h 100"/>
                  <a:gd name="T8" fmla="*/ 0 w 91"/>
                  <a:gd name="T9" fmla="*/ 0 h 100"/>
                  <a:gd name="T10" fmla="*/ 0 w 91"/>
                  <a:gd name="T11" fmla="*/ 0 h 100"/>
                  <a:gd name="T12" fmla="*/ 0 w 91"/>
                  <a:gd name="T13" fmla="*/ 0 h 100"/>
                  <a:gd name="T14" fmla="*/ 0 w 91"/>
                  <a:gd name="T15" fmla="*/ 0 h 100"/>
                  <a:gd name="T16" fmla="*/ 0 w 91"/>
                  <a:gd name="T17" fmla="*/ 0 h 100"/>
                  <a:gd name="T18" fmla="*/ 0 w 91"/>
                  <a:gd name="T19" fmla="*/ 0 h 100"/>
                  <a:gd name="T20" fmla="*/ 0 w 91"/>
                  <a:gd name="T21" fmla="*/ 0 h 100"/>
                  <a:gd name="T22" fmla="*/ 0 w 91"/>
                  <a:gd name="T23" fmla="*/ 0 h 100"/>
                  <a:gd name="T24" fmla="*/ 0 w 91"/>
                  <a:gd name="T25" fmla="*/ 0 h 100"/>
                  <a:gd name="T26" fmla="*/ 0 w 91"/>
                  <a:gd name="T27" fmla="*/ 0 h 100"/>
                  <a:gd name="T28" fmla="*/ 0 w 91"/>
                  <a:gd name="T29" fmla="*/ 0 h 100"/>
                  <a:gd name="T30" fmla="*/ 0 w 91"/>
                  <a:gd name="T31" fmla="*/ 0 h 100"/>
                  <a:gd name="T32" fmla="*/ 0 w 91"/>
                  <a:gd name="T33" fmla="*/ 0 h 100"/>
                  <a:gd name="T34" fmla="*/ 0 w 91"/>
                  <a:gd name="T35" fmla="*/ 0 h 100"/>
                  <a:gd name="T36" fmla="*/ 0 w 91"/>
                  <a:gd name="T37" fmla="*/ 0 h 100"/>
                  <a:gd name="T38" fmla="*/ 0 w 91"/>
                  <a:gd name="T39" fmla="*/ 0 h 100"/>
                  <a:gd name="T40" fmla="*/ 0 w 91"/>
                  <a:gd name="T41" fmla="*/ 0 h 100"/>
                  <a:gd name="T42" fmla="*/ 0 w 91"/>
                  <a:gd name="T43" fmla="*/ 0 h 100"/>
                  <a:gd name="T44" fmla="*/ 0 w 91"/>
                  <a:gd name="T45" fmla="*/ 0 h 100"/>
                  <a:gd name="T46" fmla="*/ 0 w 91"/>
                  <a:gd name="T47" fmla="*/ 0 h 100"/>
                  <a:gd name="T48" fmla="*/ 0 w 91"/>
                  <a:gd name="T49" fmla="*/ 0 h 100"/>
                  <a:gd name="T50" fmla="*/ 0 w 91"/>
                  <a:gd name="T51" fmla="*/ 0 h 100"/>
                  <a:gd name="T52" fmla="*/ 0 w 91"/>
                  <a:gd name="T53" fmla="*/ 0 h 100"/>
                  <a:gd name="T54" fmla="*/ 0 w 91"/>
                  <a:gd name="T55" fmla="*/ 0 h 100"/>
                  <a:gd name="T56" fmla="*/ 0 w 91"/>
                  <a:gd name="T57" fmla="*/ 0 h 1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100"/>
                  <a:gd name="T89" fmla="*/ 91 w 91"/>
                  <a:gd name="T90" fmla="*/ 100 h 1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100">
                    <a:moveTo>
                      <a:pt x="91" y="50"/>
                    </a:moveTo>
                    <a:lnTo>
                      <a:pt x="91" y="40"/>
                    </a:lnTo>
                    <a:lnTo>
                      <a:pt x="81" y="30"/>
                    </a:lnTo>
                    <a:lnTo>
                      <a:pt x="81" y="21"/>
                    </a:lnTo>
                    <a:lnTo>
                      <a:pt x="81" y="11"/>
                    </a:lnTo>
                    <a:lnTo>
                      <a:pt x="61" y="0"/>
                    </a:lnTo>
                    <a:lnTo>
                      <a:pt x="51" y="0"/>
                    </a:lnTo>
                    <a:lnTo>
                      <a:pt x="30" y="0"/>
                    </a:lnTo>
                    <a:lnTo>
                      <a:pt x="30" y="11"/>
                    </a:lnTo>
                    <a:lnTo>
                      <a:pt x="10" y="11"/>
                    </a:lnTo>
                    <a:lnTo>
                      <a:pt x="10" y="21"/>
                    </a:lnTo>
                    <a:lnTo>
                      <a:pt x="10" y="30"/>
                    </a:lnTo>
                    <a:lnTo>
                      <a:pt x="0" y="40"/>
                    </a:lnTo>
                    <a:lnTo>
                      <a:pt x="0" y="50"/>
                    </a:lnTo>
                    <a:lnTo>
                      <a:pt x="0" y="60"/>
                    </a:lnTo>
                    <a:lnTo>
                      <a:pt x="10" y="70"/>
                    </a:lnTo>
                    <a:lnTo>
                      <a:pt x="10" y="80"/>
                    </a:lnTo>
                    <a:lnTo>
                      <a:pt x="20" y="90"/>
                    </a:lnTo>
                    <a:lnTo>
                      <a:pt x="30" y="90"/>
                    </a:lnTo>
                    <a:lnTo>
                      <a:pt x="30" y="100"/>
                    </a:lnTo>
                    <a:lnTo>
                      <a:pt x="51" y="100"/>
                    </a:lnTo>
                    <a:lnTo>
                      <a:pt x="61" y="100"/>
                    </a:lnTo>
                    <a:lnTo>
                      <a:pt x="71" y="90"/>
                    </a:lnTo>
                    <a:lnTo>
                      <a:pt x="81" y="80"/>
                    </a:lnTo>
                    <a:lnTo>
                      <a:pt x="91" y="70"/>
                    </a:lnTo>
                    <a:lnTo>
                      <a:pt x="91" y="60"/>
                    </a:lnTo>
                    <a:lnTo>
                      <a:pt x="91" y="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9" name="Freeform 767"/>
              <p:cNvSpPr>
                <a:spLocks/>
              </p:cNvSpPr>
              <p:nvPr/>
            </p:nvSpPr>
            <p:spPr bwMode="auto">
              <a:xfrm>
                <a:off x="2015" y="2101"/>
                <a:ext cx="11" cy="11"/>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0"/>
                    </a:moveTo>
                    <a:lnTo>
                      <a:pt x="91" y="30"/>
                    </a:lnTo>
                    <a:lnTo>
                      <a:pt x="81" y="30"/>
                    </a:lnTo>
                    <a:lnTo>
                      <a:pt x="81" y="10"/>
                    </a:lnTo>
                    <a:lnTo>
                      <a:pt x="81" y="0"/>
                    </a:lnTo>
                    <a:lnTo>
                      <a:pt x="61" y="0"/>
                    </a:lnTo>
                    <a:lnTo>
                      <a:pt x="51" y="0"/>
                    </a:lnTo>
                    <a:lnTo>
                      <a:pt x="30" y="0"/>
                    </a:lnTo>
                    <a:lnTo>
                      <a:pt x="10" y="0"/>
                    </a:lnTo>
                    <a:lnTo>
                      <a:pt x="10" y="10"/>
                    </a:lnTo>
                    <a:lnTo>
                      <a:pt x="10" y="30"/>
                    </a:lnTo>
                    <a:lnTo>
                      <a:pt x="0" y="30"/>
                    </a:lnTo>
                    <a:lnTo>
                      <a:pt x="0" y="50"/>
                    </a:lnTo>
                    <a:lnTo>
                      <a:pt x="10" y="60"/>
                    </a:lnTo>
                    <a:lnTo>
                      <a:pt x="10" y="69"/>
                    </a:lnTo>
                    <a:lnTo>
                      <a:pt x="20" y="80"/>
                    </a:lnTo>
                    <a:lnTo>
                      <a:pt x="30" y="80"/>
                    </a:lnTo>
                    <a:lnTo>
                      <a:pt x="30" y="90"/>
                    </a:lnTo>
                    <a:lnTo>
                      <a:pt x="51" y="90"/>
                    </a:lnTo>
                    <a:lnTo>
                      <a:pt x="61" y="90"/>
                    </a:lnTo>
                    <a:lnTo>
                      <a:pt x="71" y="80"/>
                    </a:lnTo>
                    <a:lnTo>
                      <a:pt x="81" y="69"/>
                    </a:lnTo>
                    <a:lnTo>
                      <a:pt x="91" y="60"/>
                    </a:lnTo>
                    <a:lnTo>
                      <a:pt x="91" y="50"/>
                    </a:lnTo>
                    <a:lnTo>
                      <a:pt x="91"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0" name="Freeform 768"/>
              <p:cNvSpPr>
                <a:spLocks/>
              </p:cNvSpPr>
              <p:nvPr/>
            </p:nvSpPr>
            <p:spPr bwMode="auto">
              <a:xfrm>
                <a:off x="2015" y="2161"/>
                <a:ext cx="11" cy="12"/>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1"/>
                    </a:moveTo>
                    <a:lnTo>
                      <a:pt x="91" y="31"/>
                    </a:lnTo>
                    <a:lnTo>
                      <a:pt x="81" y="31"/>
                    </a:lnTo>
                    <a:lnTo>
                      <a:pt x="81" y="10"/>
                    </a:lnTo>
                    <a:lnTo>
                      <a:pt x="61" y="0"/>
                    </a:lnTo>
                    <a:lnTo>
                      <a:pt x="51" y="0"/>
                    </a:lnTo>
                    <a:lnTo>
                      <a:pt x="30" y="0"/>
                    </a:lnTo>
                    <a:lnTo>
                      <a:pt x="30" y="10"/>
                    </a:lnTo>
                    <a:lnTo>
                      <a:pt x="10" y="10"/>
                    </a:lnTo>
                    <a:lnTo>
                      <a:pt x="10" y="31"/>
                    </a:lnTo>
                    <a:lnTo>
                      <a:pt x="0" y="31"/>
                    </a:lnTo>
                    <a:lnTo>
                      <a:pt x="0" y="51"/>
                    </a:lnTo>
                    <a:lnTo>
                      <a:pt x="0" y="61"/>
                    </a:lnTo>
                    <a:lnTo>
                      <a:pt x="10" y="61"/>
                    </a:lnTo>
                    <a:lnTo>
                      <a:pt x="10" y="80"/>
                    </a:lnTo>
                    <a:lnTo>
                      <a:pt x="20" y="80"/>
                    </a:lnTo>
                    <a:lnTo>
                      <a:pt x="30" y="80"/>
                    </a:lnTo>
                    <a:lnTo>
                      <a:pt x="30" y="90"/>
                    </a:lnTo>
                    <a:lnTo>
                      <a:pt x="51" y="90"/>
                    </a:lnTo>
                    <a:lnTo>
                      <a:pt x="61" y="90"/>
                    </a:lnTo>
                    <a:lnTo>
                      <a:pt x="71" y="80"/>
                    </a:lnTo>
                    <a:lnTo>
                      <a:pt x="81" y="80"/>
                    </a:lnTo>
                    <a:lnTo>
                      <a:pt x="81" y="70"/>
                    </a:lnTo>
                    <a:lnTo>
                      <a:pt x="91" y="61"/>
                    </a:lnTo>
                    <a:lnTo>
                      <a:pt x="91"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1" name="Rectangle 769"/>
              <p:cNvSpPr>
                <a:spLocks noChangeArrowheads="1"/>
              </p:cNvSpPr>
              <p:nvPr/>
            </p:nvSpPr>
            <p:spPr bwMode="auto">
              <a:xfrm>
                <a:off x="2386" y="1704"/>
                <a:ext cx="408" cy="50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2" name="Freeform 770"/>
              <p:cNvSpPr>
                <a:spLocks/>
              </p:cNvSpPr>
              <p:nvPr/>
            </p:nvSpPr>
            <p:spPr bwMode="auto">
              <a:xfrm>
                <a:off x="2581" y="1739"/>
                <a:ext cx="11"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0"/>
                    </a:moveTo>
                    <a:lnTo>
                      <a:pt x="90" y="30"/>
                    </a:lnTo>
                    <a:lnTo>
                      <a:pt x="80" y="30"/>
                    </a:lnTo>
                    <a:lnTo>
                      <a:pt x="80" y="10"/>
                    </a:lnTo>
                    <a:lnTo>
                      <a:pt x="60" y="0"/>
                    </a:lnTo>
                    <a:lnTo>
                      <a:pt x="50" y="0"/>
                    </a:lnTo>
                    <a:lnTo>
                      <a:pt x="31" y="0"/>
                    </a:lnTo>
                    <a:lnTo>
                      <a:pt x="31" y="10"/>
                    </a:lnTo>
                    <a:lnTo>
                      <a:pt x="10" y="10"/>
                    </a:lnTo>
                    <a:lnTo>
                      <a:pt x="0" y="10"/>
                    </a:lnTo>
                    <a:lnTo>
                      <a:pt x="0" y="30"/>
                    </a:lnTo>
                    <a:lnTo>
                      <a:pt x="0" y="50"/>
                    </a:lnTo>
                    <a:lnTo>
                      <a:pt x="0" y="60"/>
                    </a:lnTo>
                    <a:lnTo>
                      <a:pt x="10" y="81"/>
                    </a:lnTo>
                    <a:lnTo>
                      <a:pt x="21" y="81"/>
                    </a:lnTo>
                    <a:lnTo>
                      <a:pt x="31" y="81"/>
                    </a:lnTo>
                    <a:lnTo>
                      <a:pt x="31" y="91"/>
                    </a:lnTo>
                    <a:lnTo>
                      <a:pt x="50" y="91"/>
                    </a:lnTo>
                    <a:lnTo>
                      <a:pt x="70" y="81"/>
                    </a:lnTo>
                    <a:lnTo>
                      <a:pt x="80" y="81"/>
                    </a:lnTo>
                    <a:lnTo>
                      <a:pt x="80" y="70"/>
                    </a:lnTo>
                    <a:lnTo>
                      <a:pt x="90" y="60"/>
                    </a:lnTo>
                    <a:lnTo>
                      <a:pt x="90"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3" name="Freeform 771"/>
              <p:cNvSpPr>
                <a:spLocks/>
              </p:cNvSpPr>
              <p:nvPr/>
            </p:nvSpPr>
            <p:spPr bwMode="auto">
              <a:xfrm>
                <a:off x="2581" y="1798"/>
                <a:ext cx="11" cy="13"/>
              </a:xfrm>
              <a:custGeom>
                <a:avLst/>
                <a:gdLst>
                  <a:gd name="T0" fmla="*/ 0 w 90"/>
                  <a:gd name="T1" fmla="*/ 0 h 99"/>
                  <a:gd name="T2" fmla="*/ 0 w 90"/>
                  <a:gd name="T3" fmla="*/ 0 h 99"/>
                  <a:gd name="T4" fmla="*/ 0 w 90"/>
                  <a:gd name="T5" fmla="*/ 0 h 99"/>
                  <a:gd name="T6" fmla="*/ 0 w 90"/>
                  <a:gd name="T7" fmla="*/ 0 h 99"/>
                  <a:gd name="T8" fmla="*/ 0 w 90"/>
                  <a:gd name="T9" fmla="*/ 0 h 99"/>
                  <a:gd name="T10" fmla="*/ 0 w 90"/>
                  <a:gd name="T11" fmla="*/ 0 h 99"/>
                  <a:gd name="T12" fmla="*/ 0 w 90"/>
                  <a:gd name="T13" fmla="*/ 0 h 99"/>
                  <a:gd name="T14" fmla="*/ 0 w 90"/>
                  <a:gd name="T15" fmla="*/ 0 h 99"/>
                  <a:gd name="T16" fmla="*/ 0 w 90"/>
                  <a:gd name="T17" fmla="*/ 0 h 99"/>
                  <a:gd name="T18" fmla="*/ 0 w 90"/>
                  <a:gd name="T19" fmla="*/ 0 h 99"/>
                  <a:gd name="T20" fmla="*/ 0 w 90"/>
                  <a:gd name="T21" fmla="*/ 0 h 99"/>
                  <a:gd name="T22" fmla="*/ 0 w 90"/>
                  <a:gd name="T23" fmla="*/ 0 h 99"/>
                  <a:gd name="T24" fmla="*/ 0 w 90"/>
                  <a:gd name="T25" fmla="*/ 0 h 99"/>
                  <a:gd name="T26" fmla="*/ 0 w 90"/>
                  <a:gd name="T27" fmla="*/ 0 h 99"/>
                  <a:gd name="T28" fmla="*/ 0 w 90"/>
                  <a:gd name="T29" fmla="*/ 0 h 99"/>
                  <a:gd name="T30" fmla="*/ 0 w 90"/>
                  <a:gd name="T31" fmla="*/ 0 h 99"/>
                  <a:gd name="T32" fmla="*/ 0 w 90"/>
                  <a:gd name="T33" fmla="*/ 0 h 99"/>
                  <a:gd name="T34" fmla="*/ 0 w 90"/>
                  <a:gd name="T35" fmla="*/ 0 h 99"/>
                  <a:gd name="T36" fmla="*/ 0 w 90"/>
                  <a:gd name="T37" fmla="*/ 0 h 99"/>
                  <a:gd name="T38" fmla="*/ 0 w 90"/>
                  <a:gd name="T39" fmla="*/ 0 h 99"/>
                  <a:gd name="T40" fmla="*/ 0 w 90"/>
                  <a:gd name="T41" fmla="*/ 0 h 99"/>
                  <a:gd name="T42" fmla="*/ 0 w 90"/>
                  <a:gd name="T43" fmla="*/ 0 h 99"/>
                  <a:gd name="T44" fmla="*/ 0 w 90"/>
                  <a:gd name="T45" fmla="*/ 0 h 99"/>
                  <a:gd name="T46" fmla="*/ 0 w 90"/>
                  <a:gd name="T47" fmla="*/ 0 h 99"/>
                  <a:gd name="T48" fmla="*/ 0 w 90"/>
                  <a:gd name="T49" fmla="*/ 0 h 99"/>
                  <a:gd name="T50" fmla="*/ 0 w 90"/>
                  <a:gd name="T51" fmla="*/ 0 h 99"/>
                  <a:gd name="T52" fmla="*/ 0 w 90"/>
                  <a:gd name="T53" fmla="*/ 0 h 99"/>
                  <a:gd name="T54" fmla="*/ 0 w 90"/>
                  <a:gd name="T55" fmla="*/ 0 h 99"/>
                  <a:gd name="T56" fmla="*/ 0 w 90"/>
                  <a:gd name="T57" fmla="*/ 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9"/>
                  <a:gd name="T89" fmla="*/ 90 w 90"/>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9">
                    <a:moveTo>
                      <a:pt x="90" y="48"/>
                    </a:moveTo>
                    <a:lnTo>
                      <a:pt x="90" y="38"/>
                    </a:lnTo>
                    <a:lnTo>
                      <a:pt x="80" y="30"/>
                    </a:lnTo>
                    <a:lnTo>
                      <a:pt x="80" y="20"/>
                    </a:lnTo>
                    <a:lnTo>
                      <a:pt x="80" y="10"/>
                    </a:lnTo>
                    <a:lnTo>
                      <a:pt x="60" y="0"/>
                    </a:lnTo>
                    <a:lnTo>
                      <a:pt x="50" y="0"/>
                    </a:lnTo>
                    <a:lnTo>
                      <a:pt x="31" y="0"/>
                    </a:lnTo>
                    <a:lnTo>
                      <a:pt x="31" y="10"/>
                    </a:lnTo>
                    <a:lnTo>
                      <a:pt x="10" y="10"/>
                    </a:lnTo>
                    <a:lnTo>
                      <a:pt x="0" y="20"/>
                    </a:lnTo>
                    <a:lnTo>
                      <a:pt x="0" y="30"/>
                    </a:lnTo>
                    <a:lnTo>
                      <a:pt x="0" y="38"/>
                    </a:lnTo>
                    <a:lnTo>
                      <a:pt x="0" y="48"/>
                    </a:lnTo>
                    <a:lnTo>
                      <a:pt x="0" y="58"/>
                    </a:lnTo>
                    <a:lnTo>
                      <a:pt x="0" y="69"/>
                    </a:lnTo>
                    <a:lnTo>
                      <a:pt x="10" y="79"/>
                    </a:lnTo>
                    <a:lnTo>
                      <a:pt x="21" y="89"/>
                    </a:lnTo>
                    <a:lnTo>
                      <a:pt x="31" y="89"/>
                    </a:lnTo>
                    <a:lnTo>
                      <a:pt x="31" y="99"/>
                    </a:lnTo>
                    <a:lnTo>
                      <a:pt x="50" y="99"/>
                    </a:lnTo>
                    <a:lnTo>
                      <a:pt x="70" y="89"/>
                    </a:lnTo>
                    <a:lnTo>
                      <a:pt x="80" y="79"/>
                    </a:lnTo>
                    <a:lnTo>
                      <a:pt x="80" y="69"/>
                    </a:lnTo>
                    <a:lnTo>
                      <a:pt x="90" y="69"/>
                    </a:lnTo>
                    <a:lnTo>
                      <a:pt x="90" y="58"/>
                    </a:lnTo>
                    <a:lnTo>
                      <a:pt x="90" y="4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4" name="Freeform 772"/>
              <p:cNvSpPr>
                <a:spLocks/>
              </p:cNvSpPr>
              <p:nvPr/>
            </p:nvSpPr>
            <p:spPr bwMode="auto">
              <a:xfrm>
                <a:off x="2581" y="1860"/>
                <a:ext cx="11"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1"/>
                    </a:moveTo>
                    <a:lnTo>
                      <a:pt x="90" y="31"/>
                    </a:lnTo>
                    <a:lnTo>
                      <a:pt x="80" y="21"/>
                    </a:lnTo>
                    <a:lnTo>
                      <a:pt x="80" y="10"/>
                    </a:lnTo>
                    <a:lnTo>
                      <a:pt x="80" y="0"/>
                    </a:lnTo>
                    <a:lnTo>
                      <a:pt x="60" y="0"/>
                    </a:lnTo>
                    <a:lnTo>
                      <a:pt x="50" y="0"/>
                    </a:lnTo>
                    <a:lnTo>
                      <a:pt x="31" y="0"/>
                    </a:lnTo>
                    <a:lnTo>
                      <a:pt x="10" y="0"/>
                    </a:lnTo>
                    <a:lnTo>
                      <a:pt x="0" y="10"/>
                    </a:lnTo>
                    <a:lnTo>
                      <a:pt x="0" y="21"/>
                    </a:lnTo>
                    <a:lnTo>
                      <a:pt x="0" y="31"/>
                    </a:lnTo>
                    <a:lnTo>
                      <a:pt x="0" y="51"/>
                    </a:lnTo>
                    <a:lnTo>
                      <a:pt x="0" y="61"/>
                    </a:lnTo>
                    <a:lnTo>
                      <a:pt x="10" y="71"/>
                    </a:lnTo>
                    <a:lnTo>
                      <a:pt x="21" y="81"/>
                    </a:lnTo>
                    <a:lnTo>
                      <a:pt x="31" y="81"/>
                    </a:lnTo>
                    <a:lnTo>
                      <a:pt x="31" y="91"/>
                    </a:lnTo>
                    <a:lnTo>
                      <a:pt x="50" y="91"/>
                    </a:lnTo>
                    <a:lnTo>
                      <a:pt x="70" y="81"/>
                    </a:lnTo>
                    <a:lnTo>
                      <a:pt x="80" y="71"/>
                    </a:lnTo>
                    <a:lnTo>
                      <a:pt x="90" y="61"/>
                    </a:lnTo>
                    <a:lnTo>
                      <a:pt x="90" y="51"/>
                    </a:lnTo>
                    <a:lnTo>
                      <a:pt x="90"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5" name="Freeform 773"/>
              <p:cNvSpPr>
                <a:spLocks/>
              </p:cNvSpPr>
              <p:nvPr/>
            </p:nvSpPr>
            <p:spPr bwMode="auto">
              <a:xfrm>
                <a:off x="2581" y="1919"/>
                <a:ext cx="11"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0"/>
                    </a:moveTo>
                    <a:lnTo>
                      <a:pt x="90" y="40"/>
                    </a:lnTo>
                    <a:lnTo>
                      <a:pt x="80" y="30"/>
                    </a:lnTo>
                    <a:lnTo>
                      <a:pt x="80" y="10"/>
                    </a:lnTo>
                    <a:lnTo>
                      <a:pt x="60" y="0"/>
                    </a:lnTo>
                    <a:lnTo>
                      <a:pt x="50" y="0"/>
                    </a:lnTo>
                    <a:lnTo>
                      <a:pt x="31" y="0"/>
                    </a:lnTo>
                    <a:lnTo>
                      <a:pt x="31" y="10"/>
                    </a:lnTo>
                    <a:lnTo>
                      <a:pt x="10" y="10"/>
                    </a:lnTo>
                    <a:lnTo>
                      <a:pt x="0" y="10"/>
                    </a:lnTo>
                    <a:lnTo>
                      <a:pt x="0" y="30"/>
                    </a:lnTo>
                    <a:lnTo>
                      <a:pt x="0" y="40"/>
                    </a:lnTo>
                    <a:lnTo>
                      <a:pt x="0" y="50"/>
                    </a:lnTo>
                    <a:lnTo>
                      <a:pt x="0" y="60"/>
                    </a:lnTo>
                    <a:lnTo>
                      <a:pt x="10" y="81"/>
                    </a:lnTo>
                    <a:lnTo>
                      <a:pt x="21" y="91"/>
                    </a:lnTo>
                    <a:lnTo>
                      <a:pt x="31" y="91"/>
                    </a:lnTo>
                    <a:lnTo>
                      <a:pt x="50" y="91"/>
                    </a:lnTo>
                    <a:lnTo>
                      <a:pt x="70" y="91"/>
                    </a:lnTo>
                    <a:lnTo>
                      <a:pt x="80" y="81"/>
                    </a:lnTo>
                    <a:lnTo>
                      <a:pt x="80" y="70"/>
                    </a:lnTo>
                    <a:lnTo>
                      <a:pt x="90" y="60"/>
                    </a:lnTo>
                    <a:lnTo>
                      <a:pt x="90"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6" name="Freeform 774"/>
              <p:cNvSpPr>
                <a:spLocks/>
              </p:cNvSpPr>
              <p:nvPr/>
            </p:nvSpPr>
            <p:spPr bwMode="auto">
              <a:xfrm>
                <a:off x="2581" y="1979"/>
                <a:ext cx="11" cy="11"/>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9"/>
                    </a:moveTo>
                    <a:lnTo>
                      <a:pt x="90" y="39"/>
                    </a:lnTo>
                    <a:lnTo>
                      <a:pt x="80" y="29"/>
                    </a:lnTo>
                    <a:lnTo>
                      <a:pt x="80" y="19"/>
                    </a:lnTo>
                    <a:lnTo>
                      <a:pt x="80" y="10"/>
                    </a:lnTo>
                    <a:lnTo>
                      <a:pt x="60" y="0"/>
                    </a:lnTo>
                    <a:lnTo>
                      <a:pt x="50" y="0"/>
                    </a:lnTo>
                    <a:lnTo>
                      <a:pt x="31" y="0"/>
                    </a:lnTo>
                    <a:lnTo>
                      <a:pt x="31" y="10"/>
                    </a:lnTo>
                    <a:lnTo>
                      <a:pt x="10" y="10"/>
                    </a:lnTo>
                    <a:lnTo>
                      <a:pt x="0" y="19"/>
                    </a:lnTo>
                    <a:lnTo>
                      <a:pt x="0" y="29"/>
                    </a:lnTo>
                    <a:lnTo>
                      <a:pt x="0" y="39"/>
                    </a:lnTo>
                    <a:lnTo>
                      <a:pt x="0" y="49"/>
                    </a:lnTo>
                    <a:lnTo>
                      <a:pt x="0" y="60"/>
                    </a:lnTo>
                    <a:lnTo>
                      <a:pt x="0" y="70"/>
                    </a:lnTo>
                    <a:lnTo>
                      <a:pt x="10" y="80"/>
                    </a:lnTo>
                    <a:lnTo>
                      <a:pt x="21" y="90"/>
                    </a:lnTo>
                    <a:lnTo>
                      <a:pt x="31" y="90"/>
                    </a:lnTo>
                    <a:lnTo>
                      <a:pt x="50" y="90"/>
                    </a:lnTo>
                    <a:lnTo>
                      <a:pt x="70" y="90"/>
                    </a:lnTo>
                    <a:lnTo>
                      <a:pt x="80" y="80"/>
                    </a:lnTo>
                    <a:lnTo>
                      <a:pt x="80" y="70"/>
                    </a:lnTo>
                    <a:lnTo>
                      <a:pt x="90" y="70"/>
                    </a:lnTo>
                    <a:lnTo>
                      <a:pt x="90" y="60"/>
                    </a:lnTo>
                    <a:lnTo>
                      <a:pt x="90" y="4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7" name="Freeform 775"/>
              <p:cNvSpPr>
                <a:spLocks/>
              </p:cNvSpPr>
              <p:nvPr/>
            </p:nvSpPr>
            <p:spPr bwMode="auto">
              <a:xfrm>
                <a:off x="2581" y="2040"/>
                <a:ext cx="11" cy="12"/>
              </a:xfrm>
              <a:custGeom>
                <a:avLst/>
                <a:gdLst>
                  <a:gd name="T0" fmla="*/ 0 w 90"/>
                  <a:gd name="T1" fmla="*/ 0 h 100"/>
                  <a:gd name="T2" fmla="*/ 0 w 90"/>
                  <a:gd name="T3" fmla="*/ 0 h 100"/>
                  <a:gd name="T4" fmla="*/ 0 w 90"/>
                  <a:gd name="T5" fmla="*/ 0 h 100"/>
                  <a:gd name="T6" fmla="*/ 0 w 90"/>
                  <a:gd name="T7" fmla="*/ 0 h 100"/>
                  <a:gd name="T8" fmla="*/ 0 w 90"/>
                  <a:gd name="T9" fmla="*/ 0 h 100"/>
                  <a:gd name="T10" fmla="*/ 0 w 90"/>
                  <a:gd name="T11" fmla="*/ 0 h 100"/>
                  <a:gd name="T12" fmla="*/ 0 w 90"/>
                  <a:gd name="T13" fmla="*/ 0 h 100"/>
                  <a:gd name="T14" fmla="*/ 0 w 90"/>
                  <a:gd name="T15" fmla="*/ 0 h 100"/>
                  <a:gd name="T16" fmla="*/ 0 w 90"/>
                  <a:gd name="T17" fmla="*/ 0 h 100"/>
                  <a:gd name="T18" fmla="*/ 0 w 90"/>
                  <a:gd name="T19" fmla="*/ 0 h 100"/>
                  <a:gd name="T20" fmla="*/ 0 w 90"/>
                  <a:gd name="T21" fmla="*/ 0 h 100"/>
                  <a:gd name="T22" fmla="*/ 0 w 90"/>
                  <a:gd name="T23" fmla="*/ 0 h 100"/>
                  <a:gd name="T24" fmla="*/ 0 w 90"/>
                  <a:gd name="T25" fmla="*/ 0 h 100"/>
                  <a:gd name="T26" fmla="*/ 0 w 90"/>
                  <a:gd name="T27" fmla="*/ 0 h 100"/>
                  <a:gd name="T28" fmla="*/ 0 w 90"/>
                  <a:gd name="T29" fmla="*/ 0 h 100"/>
                  <a:gd name="T30" fmla="*/ 0 w 90"/>
                  <a:gd name="T31" fmla="*/ 0 h 100"/>
                  <a:gd name="T32" fmla="*/ 0 w 90"/>
                  <a:gd name="T33" fmla="*/ 0 h 100"/>
                  <a:gd name="T34" fmla="*/ 0 w 90"/>
                  <a:gd name="T35" fmla="*/ 0 h 100"/>
                  <a:gd name="T36" fmla="*/ 0 w 90"/>
                  <a:gd name="T37" fmla="*/ 0 h 100"/>
                  <a:gd name="T38" fmla="*/ 0 w 90"/>
                  <a:gd name="T39" fmla="*/ 0 h 100"/>
                  <a:gd name="T40" fmla="*/ 0 w 90"/>
                  <a:gd name="T41" fmla="*/ 0 h 100"/>
                  <a:gd name="T42" fmla="*/ 0 w 90"/>
                  <a:gd name="T43" fmla="*/ 0 h 100"/>
                  <a:gd name="T44" fmla="*/ 0 w 90"/>
                  <a:gd name="T45" fmla="*/ 0 h 100"/>
                  <a:gd name="T46" fmla="*/ 0 w 90"/>
                  <a:gd name="T47" fmla="*/ 0 h 100"/>
                  <a:gd name="T48" fmla="*/ 0 w 90"/>
                  <a:gd name="T49" fmla="*/ 0 h 100"/>
                  <a:gd name="T50" fmla="*/ 0 w 90"/>
                  <a:gd name="T51" fmla="*/ 0 h 100"/>
                  <a:gd name="T52" fmla="*/ 0 w 90"/>
                  <a:gd name="T53" fmla="*/ 0 h 100"/>
                  <a:gd name="T54" fmla="*/ 0 w 90"/>
                  <a:gd name="T55" fmla="*/ 0 h 100"/>
                  <a:gd name="T56" fmla="*/ 0 w 90"/>
                  <a:gd name="T57" fmla="*/ 0 h 1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100"/>
                  <a:gd name="T89" fmla="*/ 90 w 90"/>
                  <a:gd name="T90" fmla="*/ 100 h 1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100">
                    <a:moveTo>
                      <a:pt x="90" y="50"/>
                    </a:moveTo>
                    <a:lnTo>
                      <a:pt x="90" y="40"/>
                    </a:lnTo>
                    <a:lnTo>
                      <a:pt x="80" y="30"/>
                    </a:lnTo>
                    <a:lnTo>
                      <a:pt x="80" y="21"/>
                    </a:lnTo>
                    <a:lnTo>
                      <a:pt x="80" y="11"/>
                    </a:lnTo>
                    <a:lnTo>
                      <a:pt x="60" y="0"/>
                    </a:lnTo>
                    <a:lnTo>
                      <a:pt x="50" y="0"/>
                    </a:lnTo>
                    <a:lnTo>
                      <a:pt x="31" y="0"/>
                    </a:lnTo>
                    <a:lnTo>
                      <a:pt x="31" y="11"/>
                    </a:lnTo>
                    <a:lnTo>
                      <a:pt x="10" y="11"/>
                    </a:lnTo>
                    <a:lnTo>
                      <a:pt x="0" y="21"/>
                    </a:lnTo>
                    <a:lnTo>
                      <a:pt x="0" y="30"/>
                    </a:lnTo>
                    <a:lnTo>
                      <a:pt x="0" y="40"/>
                    </a:lnTo>
                    <a:lnTo>
                      <a:pt x="0" y="50"/>
                    </a:lnTo>
                    <a:lnTo>
                      <a:pt x="0" y="60"/>
                    </a:lnTo>
                    <a:lnTo>
                      <a:pt x="0" y="70"/>
                    </a:lnTo>
                    <a:lnTo>
                      <a:pt x="10" y="80"/>
                    </a:lnTo>
                    <a:lnTo>
                      <a:pt x="21" y="90"/>
                    </a:lnTo>
                    <a:lnTo>
                      <a:pt x="31" y="90"/>
                    </a:lnTo>
                    <a:lnTo>
                      <a:pt x="31" y="100"/>
                    </a:lnTo>
                    <a:lnTo>
                      <a:pt x="50" y="100"/>
                    </a:lnTo>
                    <a:lnTo>
                      <a:pt x="70" y="90"/>
                    </a:lnTo>
                    <a:lnTo>
                      <a:pt x="80" y="80"/>
                    </a:lnTo>
                    <a:lnTo>
                      <a:pt x="90" y="70"/>
                    </a:lnTo>
                    <a:lnTo>
                      <a:pt x="90" y="60"/>
                    </a:lnTo>
                    <a:lnTo>
                      <a:pt x="90" y="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8" name="Freeform 776"/>
              <p:cNvSpPr>
                <a:spLocks/>
              </p:cNvSpPr>
              <p:nvPr/>
            </p:nvSpPr>
            <p:spPr bwMode="auto">
              <a:xfrm>
                <a:off x="2581" y="2101"/>
                <a:ext cx="11" cy="11"/>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0"/>
                    </a:moveTo>
                    <a:lnTo>
                      <a:pt x="90" y="30"/>
                    </a:lnTo>
                    <a:lnTo>
                      <a:pt x="80" y="30"/>
                    </a:lnTo>
                    <a:lnTo>
                      <a:pt x="80" y="10"/>
                    </a:lnTo>
                    <a:lnTo>
                      <a:pt x="80" y="0"/>
                    </a:lnTo>
                    <a:lnTo>
                      <a:pt x="60" y="0"/>
                    </a:lnTo>
                    <a:lnTo>
                      <a:pt x="50" y="0"/>
                    </a:lnTo>
                    <a:lnTo>
                      <a:pt x="31" y="0"/>
                    </a:lnTo>
                    <a:lnTo>
                      <a:pt x="10" y="0"/>
                    </a:lnTo>
                    <a:lnTo>
                      <a:pt x="0" y="10"/>
                    </a:lnTo>
                    <a:lnTo>
                      <a:pt x="0" y="30"/>
                    </a:lnTo>
                    <a:lnTo>
                      <a:pt x="0" y="50"/>
                    </a:lnTo>
                    <a:lnTo>
                      <a:pt x="0" y="60"/>
                    </a:lnTo>
                    <a:lnTo>
                      <a:pt x="10" y="69"/>
                    </a:lnTo>
                    <a:lnTo>
                      <a:pt x="21" y="80"/>
                    </a:lnTo>
                    <a:lnTo>
                      <a:pt x="31" y="80"/>
                    </a:lnTo>
                    <a:lnTo>
                      <a:pt x="31" y="90"/>
                    </a:lnTo>
                    <a:lnTo>
                      <a:pt x="50" y="90"/>
                    </a:lnTo>
                    <a:lnTo>
                      <a:pt x="70" y="80"/>
                    </a:lnTo>
                    <a:lnTo>
                      <a:pt x="80" y="69"/>
                    </a:lnTo>
                    <a:lnTo>
                      <a:pt x="90" y="60"/>
                    </a:lnTo>
                    <a:lnTo>
                      <a:pt x="90" y="50"/>
                    </a:lnTo>
                    <a:lnTo>
                      <a:pt x="90"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9" name="Freeform 777"/>
              <p:cNvSpPr>
                <a:spLocks/>
              </p:cNvSpPr>
              <p:nvPr/>
            </p:nvSpPr>
            <p:spPr bwMode="auto">
              <a:xfrm>
                <a:off x="2581" y="2161"/>
                <a:ext cx="11" cy="12"/>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1"/>
                    </a:moveTo>
                    <a:lnTo>
                      <a:pt x="90" y="31"/>
                    </a:lnTo>
                    <a:lnTo>
                      <a:pt x="80" y="31"/>
                    </a:lnTo>
                    <a:lnTo>
                      <a:pt x="80" y="10"/>
                    </a:lnTo>
                    <a:lnTo>
                      <a:pt x="60" y="0"/>
                    </a:lnTo>
                    <a:lnTo>
                      <a:pt x="50" y="0"/>
                    </a:lnTo>
                    <a:lnTo>
                      <a:pt x="31" y="0"/>
                    </a:lnTo>
                    <a:lnTo>
                      <a:pt x="31" y="10"/>
                    </a:lnTo>
                    <a:lnTo>
                      <a:pt x="10" y="10"/>
                    </a:lnTo>
                    <a:lnTo>
                      <a:pt x="0" y="10"/>
                    </a:lnTo>
                    <a:lnTo>
                      <a:pt x="0" y="31"/>
                    </a:lnTo>
                    <a:lnTo>
                      <a:pt x="0" y="51"/>
                    </a:lnTo>
                    <a:lnTo>
                      <a:pt x="0" y="61"/>
                    </a:lnTo>
                    <a:lnTo>
                      <a:pt x="10" y="80"/>
                    </a:lnTo>
                    <a:lnTo>
                      <a:pt x="21" y="80"/>
                    </a:lnTo>
                    <a:lnTo>
                      <a:pt x="31" y="80"/>
                    </a:lnTo>
                    <a:lnTo>
                      <a:pt x="31" y="90"/>
                    </a:lnTo>
                    <a:lnTo>
                      <a:pt x="50" y="90"/>
                    </a:lnTo>
                    <a:lnTo>
                      <a:pt x="70" y="80"/>
                    </a:lnTo>
                    <a:lnTo>
                      <a:pt x="80" y="80"/>
                    </a:lnTo>
                    <a:lnTo>
                      <a:pt x="80" y="70"/>
                    </a:lnTo>
                    <a:lnTo>
                      <a:pt x="90" y="61"/>
                    </a:lnTo>
                    <a:lnTo>
                      <a:pt x="90"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0" name="Rectangle 778"/>
              <p:cNvSpPr>
                <a:spLocks noChangeArrowheads="1"/>
              </p:cNvSpPr>
              <p:nvPr/>
            </p:nvSpPr>
            <p:spPr bwMode="auto">
              <a:xfrm>
                <a:off x="2966" y="1704"/>
                <a:ext cx="408" cy="50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1" name="Freeform 779"/>
              <p:cNvSpPr>
                <a:spLocks/>
              </p:cNvSpPr>
              <p:nvPr/>
            </p:nvSpPr>
            <p:spPr bwMode="auto">
              <a:xfrm>
                <a:off x="3160" y="1739"/>
                <a:ext cx="12"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0"/>
                    </a:moveTo>
                    <a:lnTo>
                      <a:pt x="91" y="30"/>
                    </a:lnTo>
                    <a:lnTo>
                      <a:pt x="81" y="30"/>
                    </a:lnTo>
                    <a:lnTo>
                      <a:pt x="81" y="10"/>
                    </a:lnTo>
                    <a:lnTo>
                      <a:pt x="61" y="0"/>
                    </a:lnTo>
                    <a:lnTo>
                      <a:pt x="50" y="0"/>
                    </a:lnTo>
                    <a:lnTo>
                      <a:pt x="40" y="0"/>
                    </a:lnTo>
                    <a:lnTo>
                      <a:pt x="30" y="10"/>
                    </a:lnTo>
                    <a:lnTo>
                      <a:pt x="10" y="10"/>
                    </a:lnTo>
                    <a:lnTo>
                      <a:pt x="10" y="30"/>
                    </a:lnTo>
                    <a:lnTo>
                      <a:pt x="0" y="30"/>
                    </a:lnTo>
                    <a:lnTo>
                      <a:pt x="0" y="50"/>
                    </a:lnTo>
                    <a:lnTo>
                      <a:pt x="0" y="60"/>
                    </a:lnTo>
                    <a:lnTo>
                      <a:pt x="10" y="60"/>
                    </a:lnTo>
                    <a:lnTo>
                      <a:pt x="10" y="81"/>
                    </a:lnTo>
                    <a:lnTo>
                      <a:pt x="20" y="81"/>
                    </a:lnTo>
                    <a:lnTo>
                      <a:pt x="30" y="81"/>
                    </a:lnTo>
                    <a:lnTo>
                      <a:pt x="40" y="91"/>
                    </a:lnTo>
                    <a:lnTo>
                      <a:pt x="50" y="91"/>
                    </a:lnTo>
                    <a:lnTo>
                      <a:pt x="61" y="91"/>
                    </a:lnTo>
                    <a:lnTo>
                      <a:pt x="71" y="81"/>
                    </a:lnTo>
                    <a:lnTo>
                      <a:pt x="81" y="81"/>
                    </a:lnTo>
                    <a:lnTo>
                      <a:pt x="81" y="70"/>
                    </a:lnTo>
                    <a:lnTo>
                      <a:pt x="91" y="60"/>
                    </a:lnTo>
                    <a:lnTo>
                      <a:pt x="91"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2" name="Freeform 780"/>
              <p:cNvSpPr>
                <a:spLocks/>
              </p:cNvSpPr>
              <p:nvPr/>
            </p:nvSpPr>
            <p:spPr bwMode="auto">
              <a:xfrm>
                <a:off x="3160" y="1798"/>
                <a:ext cx="12" cy="13"/>
              </a:xfrm>
              <a:custGeom>
                <a:avLst/>
                <a:gdLst>
                  <a:gd name="T0" fmla="*/ 0 w 91"/>
                  <a:gd name="T1" fmla="*/ 0 h 99"/>
                  <a:gd name="T2" fmla="*/ 0 w 91"/>
                  <a:gd name="T3" fmla="*/ 0 h 99"/>
                  <a:gd name="T4" fmla="*/ 0 w 91"/>
                  <a:gd name="T5" fmla="*/ 0 h 99"/>
                  <a:gd name="T6" fmla="*/ 0 w 91"/>
                  <a:gd name="T7" fmla="*/ 0 h 99"/>
                  <a:gd name="T8" fmla="*/ 0 w 91"/>
                  <a:gd name="T9" fmla="*/ 0 h 99"/>
                  <a:gd name="T10" fmla="*/ 0 w 91"/>
                  <a:gd name="T11" fmla="*/ 0 h 99"/>
                  <a:gd name="T12" fmla="*/ 0 w 91"/>
                  <a:gd name="T13" fmla="*/ 0 h 99"/>
                  <a:gd name="T14" fmla="*/ 0 w 91"/>
                  <a:gd name="T15" fmla="*/ 0 h 99"/>
                  <a:gd name="T16" fmla="*/ 0 w 91"/>
                  <a:gd name="T17" fmla="*/ 0 h 99"/>
                  <a:gd name="T18" fmla="*/ 0 w 91"/>
                  <a:gd name="T19" fmla="*/ 0 h 99"/>
                  <a:gd name="T20" fmla="*/ 0 w 91"/>
                  <a:gd name="T21" fmla="*/ 0 h 99"/>
                  <a:gd name="T22" fmla="*/ 0 w 91"/>
                  <a:gd name="T23" fmla="*/ 0 h 99"/>
                  <a:gd name="T24" fmla="*/ 0 w 91"/>
                  <a:gd name="T25" fmla="*/ 0 h 99"/>
                  <a:gd name="T26" fmla="*/ 0 w 91"/>
                  <a:gd name="T27" fmla="*/ 0 h 99"/>
                  <a:gd name="T28" fmla="*/ 0 w 91"/>
                  <a:gd name="T29" fmla="*/ 0 h 99"/>
                  <a:gd name="T30" fmla="*/ 0 w 91"/>
                  <a:gd name="T31" fmla="*/ 0 h 99"/>
                  <a:gd name="T32" fmla="*/ 0 w 91"/>
                  <a:gd name="T33" fmla="*/ 0 h 99"/>
                  <a:gd name="T34" fmla="*/ 0 w 91"/>
                  <a:gd name="T35" fmla="*/ 0 h 99"/>
                  <a:gd name="T36" fmla="*/ 0 w 91"/>
                  <a:gd name="T37" fmla="*/ 0 h 99"/>
                  <a:gd name="T38" fmla="*/ 0 w 91"/>
                  <a:gd name="T39" fmla="*/ 0 h 99"/>
                  <a:gd name="T40" fmla="*/ 0 w 91"/>
                  <a:gd name="T41" fmla="*/ 0 h 99"/>
                  <a:gd name="T42" fmla="*/ 0 w 91"/>
                  <a:gd name="T43" fmla="*/ 0 h 99"/>
                  <a:gd name="T44" fmla="*/ 0 w 91"/>
                  <a:gd name="T45" fmla="*/ 0 h 99"/>
                  <a:gd name="T46" fmla="*/ 0 w 91"/>
                  <a:gd name="T47" fmla="*/ 0 h 99"/>
                  <a:gd name="T48" fmla="*/ 0 w 91"/>
                  <a:gd name="T49" fmla="*/ 0 h 99"/>
                  <a:gd name="T50" fmla="*/ 0 w 91"/>
                  <a:gd name="T51" fmla="*/ 0 h 99"/>
                  <a:gd name="T52" fmla="*/ 0 w 91"/>
                  <a:gd name="T53" fmla="*/ 0 h 99"/>
                  <a:gd name="T54" fmla="*/ 0 w 91"/>
                  <a:gd name="T55" fmla="*/ 0 h 99"/>
                  <a:gd name="T56" fmla="*/ 0 w 91"/>
                  <a:gd name="T57" fmla="*/ 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9"/>
                  <a:gd name="T89" fmla="*/ 91 w 91"/>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9">
                    <a:moveTo>
                      <a:pt x="91" y="48"/>
                    </a:moveTo>
                    <a:lnTo>
                      <a:pt x="91" y="38"/>
                    </a:lnTo>
                    <a:lnTo>
                      <a:pt x="81" y="30"/>
                    </a:lnTo>
                    <a:lnTo>
                      <a:pt x="81" y="20"/>
                    </a:lnTo>
                    <a:lnTo>
                      <a:pt x="81" y="10"/>
                    </a:lnTo>
                    <a:lnTo>
                      <a:pt x="61" y="0"/>
                    </a:lnTo>
                    <a:lnTo>
                      <a:pt x="50" y="0"/>
                    </a:lnTo>
                    <a:lnTo>
                      <a:pt x="40" y="0"/>
                    </a:lnTo>
                    <a:lnTo>
                      <a:pt x="30" y="10"/>
                    </a:lnTo>
                    <a:lnTo>
                      <a:pt x="10" y="10"/>
                    </a:lnTo>
                    <a:lnTo>
                      <a:pt x="10" y="20"/>
                    </a:lnTo>
                    <a:lnTo>
                      <a:pt x="10" y="30"/>
                    </a:lnTo>
                    <a:lnTo>
                      <a:pt x="0" y="38"/>
                    </a:lnTo>
                    <a:lnTo>
                      <a:pt x="0" y="48"/>
                    </a:lnTo>
                    <a:lnTo>
                      <a:pt x="0" y="58"/>
                    </a:lnTo>
                    <a:lnTo>
                      <a:pt x="10" y="69"/>
                    </a:lnTo>
                    <a:lnTo>
                      <a:pt x="10" y="79"/>
                    </a:lnTo>
                    <a:lnTo>
                      <a:pt x="20" y="89"/>
                    </a:lnTo>
                    <a:lnTo>
                      <a:pt x="30" y="89"/>
                    </a:lnTo>
                    <a:lnTo>
                      <a:pt x="40" y="99"/>
                    </a:lnTo>
                    <a:lnTo>
                      <a:pt x="50" y="99"/>
                    </a:lnTo>
                    <a:lnTo>
                      <a:pt x="61" y="99"/>
                    </a:lnTo>
                    <a:lnTo>
                      <a:pt x="71" y="89"/>
                    </a:lnTo>
                    <a:lnTo>
                      <a:pt x="81" y="79"/>
                    </a:lnTo>
                    <a:lnTo>
                      <a:pt x="81" y="69"/>
                    </a:lnTo>
                    <a:lnTo>
                      <a:pt x="91" y="69"/>
                    </a:lnTo>
                    <a:lnTo>
                      <a:pt x="91" y="58"/>
                    </a:lnTo>
                    <a:lnTo>
                      <a:pt x="91" y="4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3" name="Freeform 781"/>
              <p:cNvSpPr>
                <a:spLocks/>
              </p:cNvSpPr>
              <p:nvPr/>
            </p:nvSpPr>
            <p:spPr bwMode="auto">
              <a:xfrm>
                <a:off x="3160" y="1860"/>
                <a:ext cx="12"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1"/>
                    </a:moveTo>
                    <a:lnTo>
                      <a:pt x="91" y="31"/>
                    </a:lnTo>
                    <a:lnTo>
                      <a:pt x="81" y="21"/>
                    </a:lnTo>
                    <a:lnTo>
                      <a:pt x="81" y="10"/>
                    </a:lnTo>
                    <a:lnTo>
                      <a:pt x="81" y="0"/>
                    </a:lnTo>
                    <a:lnTo>
                      <a:pt x="61" y="0"/>
                    </a:lnTo>
                    <a:lnTo>
                      <a:pt x="50" y="0"/>
                    </a:lnTo>
                    <a:lnTo>
                      <a:pt x="40" y="0"/>
                    </a:lnTo>
                    <a:lnTo>
                      <a:pt x="30" y="0"/>
                    </a:lnTo>
                    <a:lnTo>
                      <a:pt x="10" y="0"/>
                    </a:lnTo>
                    <a:lnTo>
                      <a:pt x="10" y="10"/>
                    </a:lnTo>
                    <a:lnTo>
                      <a:pt x="10" y="21"/>
                    </a:lnTo>
                    <a:lnTo>
                      <a:pt x="0" y="31"/>
                    </a:lnTo>
                    <a:lnTo>
                      <a:pt x="0" y="51"/>
                    </a:lnTo>
                    <a:lnTo>
                      <a:pt x="10" y="61"/>
                    </a:lnTo>
                    <a:lnTo>
                      <a:pt x="10" y="71"/>
                    </a:lnTo>
                    <a:lnTo>
                      <a:pt x="20" y="81"/>
                    </a:lnTo>
                    <a:lnTo>
                      <a:pt x="30" y="81"/>
                    </a:lnTo>
                    <a:lnTo>
                      <a:pt x="40" y="91"/>
                    </a:lnTo>
                    <a:lnTo>
                      <a:pt x="50" y="91"/>
                    </a:lnTo>
                    <a:lnTo>
                      <a:pt x="61" y="91"/>
                    </a:lnTo>
                    <a:lnTo>
                      <a:pt x="71" y="81"/>
                    </a:lnTo>
                    <a:lnTo>
                      <a:pt x="81" y="71"/>
                    </a:lnTo>
                    <a:lnTo>
                      <a:pt x="91" y="61"/>
                    </a:lnTo>
                    <a:lnTo>
                      <a:pt x="91" y="51"/>
                    </a:lnTo>
                    <a:lnTo>
                      <a:pt x="91"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4" name="Freeform 782"/>
              <p:cNvSpPr>
                <a:spLocks/>
              </p:cNvSpPr>
              <p:nvPr/>
            </p:nvSpPr>
            <p:spPr bwMode="auto">
              <a:xfrm>
                <a:off x="3160" y="1919"/>
                <a:ext cx="12"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0"/>
                    </a:moveTo>
                    <a:lnTo>
                      <a:pt x="91" y="40"/>
                    </a:lnTo>
                    <a:lnTo>
                      <a:pt x="81" y="30"/>
                    </a:lnTo>
                    <a:lnTo>
                      <a:pt x="81" y="10"/>
                    </a:lnTo>
                    <a:lnTo>
                      <a:pt x="61" y="0"/>
                    </a:lnTo>
                    <a:lnTo>
                      <a:pt x="50" y="0"/>
                    </a:lnTo>
                    <a:lnTo>
                      <a:pt x="40" y="0"/>
                    </a:lnTo>
                    <a:lnTo>
                      <a:pt x="30" y="10"/>
                    </a:lnTo>
                    <a:lnTo>
                      <a:pt x="10" y="10"/>
                    </a:lnTo>
                    <a:lnTo>
                      <a:pt x="10" y="30"/>
                    </a:lnTo>
                    <a:lnTo>
                      <a:pt x="0" y="40"/>
                    </a:lnTo>
                    <a:lnTo>
                      <a:pt x="0" y="50"/>
                    </a:lnTo>
                    <a:lnTo>
                      <a:pt x="0" y="60"/>
                    </a:lnTo>
                    <a:lnTo>
                      <a:pt x="10" y="60"/>
                    </a:lnTo>
                    <a:lnTo>
                      <a:pt x="10" y="81"/>
                    </a:lnTo>
                    <a:lnTo>
                      <a:pt x="20" y="91"/>
                    </a:lnTo>
                    <a:lnTo>
                      <a:pt x="30" y="91"/>
                    </a:lnTo>
                    <a:lnTo>
                      <a:pt x="40" y="91"/>
                    </a:lnTo>
                    <a:lnTo>
                      <a:pt x="50" y="91"/>
                    </a:lnTo>
                    <a:lnTo>
                      <a:pt x="61" y="91"/>
                    </a:lnTo>
                    <a:lnTo>
                      <a:pt x="71" y="91"/>
                    </a:lnTo>
                    <a:lnTo>
                      <a:pt x="81" y="81"/>
                    </a:lnTo>
                    <a:lnTo>
                      <a:pt x="81" y="70"/>
                    </a:lnTo>
                    <a:lnTo>
                      <a:pt x="91" y="60"/>
                    </a:lnTo>
                    <a:lnTo>
                      <a:pt x="91"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5" name="Freeform 783"/>
              <p:cNvSpPr>
                <a:spLocks/>
              </p:cNvSpPr>
              <p:nvPr/>
            </p:nvSpPr>
            <p:spPr bwMode="auto">
              <a:xfrm>
                <a:off x="3160" y="1979"/>
                <a:ext cx="12" cy="11"/>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9"/>
                    </a:moveTo>
                    <a:lnTo>
                      <a:pt x="91" y="39"/>
                    </a:lnTo>
                    <a:lnTo>
                      <a:pt x="81" y="29"/>
                    </a:lnTo>
                    <a:lnTo>
                      <a:pt x="81" y="19"/>
                    </a:lnTo>
                    <a:lnTo>
                      <a:pt x="81" y="10"/>
                    </a:lnTo>
                    <a:lnTo>
                      <a:pt x="61" y="0"/>
                    </a:lnTo>
                    <a:lnTo>
                      <a:pt x="50" y="0"/>
                    </a:lnTo>
                    <a:lnTo>
                      <a:pt x="40" y="0"/>
                    </a:lnTo>
                    <a:lnTo>
                      <a:pt x="30" y="10"/>
                    </a:lnTo>
                    <a:lnTo>
                      <a:pt x="10" y="10"/>
                    </a:lnTo>
                    <a:lnTo>
                      <a:pt x="10" y="19"/>
                    </a:lnTo>
                    <a:lnTo>
                      <a:pt x="10" y="29"/>
                    </a:lnTo>
                    <a:lnTo>
                      <a:pt x="0" y="39"/>
                    </a:lnTo>
                    <a:lnTo>
                      <a:pt x="0" y="49"/>
                    </a:lnTo>
                    <a:lnTo>
                      <a:pt x="0" y="60"/>
                    </a:lnTo>
                    <a:lnTo>
                      <a:pt x="10" y="70"/>
                    </a:lnTo>
                    <a:lnTo>
                      <a:pt x="10" y="80"/>
                    </a:lnTo>
                    <a:lnTo>
                      <a:pt x="20" y="90"/>
                    </a:lnTo>
                    <a:lnTo>
                      <a:pt x="30" y="90"/>
                    </a:lnTo>
                    <a:lnTo>
                      <a:pt x="40" y="90"/>
                    </a:lnTo>
                    <a:lnTo>
                      <a:pt x="50" y="90"/>
                    </a:lnTo>
                    <a:lnTo>
                      <a:pt x="61" y="90"/>
                    </a:lnTo>
                    <a:lnTo>
                      <a:pt x="71" y="90"/>
                    </a:lnTo>
                    <a:lnTo>
                      <a:pt x="81" y="80"/>
                    </a:lnTo>
                    <a:lnTo>
                      <a:pt x="81" y="70"/>
                    </a:lnTo>
                    <a:lnTo>
                      <a:pt x="91" y="70"/>
                    </a:lnTo>
                    <a:lnTo>
                      <a:pt x="91" y="60"/>
                    </a:lnTo>
                    <a:lnTo>
                      <a:pt x="91" y="4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6" name="Freeform 784"/>
              <p:cNvSpPr>
                <a:spLocks/>
              </p:cNvSpPr>
              <p:nvPr/>
            </p:nvSpPr>
            <p:spPr bwMode="auto">
              <a:xfrm>
                <a:off x="3160" y="2040"/>
                <a:ext cx="12" cy="12"/>
              </a:xfrm>
              <a:custGeom>
                <a:avLst/>
                <a:gdLst>
                  <a:gd name="T0" fmla="*/ 0 w 91"/>
                  <a:gd name="T1" fmla="*/ 0 h 100"/>
                  <a:gd name="T2" fmla="*/ 0 w 91"/>
                  <a:gd name="T3" fmla="*/ 0 h 100"/>
                  <a:gd name="T4" fmla="*/ 0 w 91"/>
                  <a:gd name="T5" fmla="*/ 0 h 100"/>
                  <a:gd name="T6" fmla="*/ 0 w 91"/>
                  <a:gd name="T7" fmla="*/ 0 h 100"/>
                  <a:gd name="T8" fmla="*/ 0 w 91"/>
                  <a:gd name="T9" fmla="*/ 0 h 100"/>
                  <a:gd name="T10" fmla="*/ 0 w 91"/>
                  <a:gd name="T11" fmla="*/ 0 h 100"/>
                  <a:gd name="T12" fmla="*/ 0 w 91"/>
                  <a:gd name="T13" fmla="*/ 0 h 100"/>
                  <a:gd name="T14" fmla="*/ 0 w 91"/>
                  <a:gd name="T15" fmla="*/ 0 h 100"/>
                  <a:gd name="T16" fmla="*/ 0 w 91"/>
                  <a:gd name="T17" fmla="*/ 0 h 100"/>
                  <a:gd name="T18" fmla="*/ 0 w 91"/>
                  <a:gd name="T19" fmla="*/ 0 h 100"/>
                  <a:gd name="T20" fmla="*/ 0 w 91"/>
                  <a:gd name="T21" fmla="*/ 0 h 100"/>
                  <a:gd name="T22" fmla="*/ 0 w 91"/>
                  <a:gd name="T23" fmla="*/ 0 h 100"/>
                  <a:gd name="T24" fmla="*/ 0 w 91"/>
                  <a:gd name="T25" fmla="*/ 0 h 100"/>
                  <a:gd name="T26" fmla="*/ 0 w 91"/>
                  <a:gd name="T27" fmla="*/ 0 h 100"/>
                  <a:gd name="T28" fmla="*/ 0 w 91"/>
                  <a:gd name="T29" fmla="*/ 0 h 100"/>
                  <a:gd name="T30" fmla="*/ 0 w 91"/>
                  <a:gd name="T31" fmla="*/ 0 h 100"/>
                  <a:gd name="T32" fmla="*/ 0 w 91"/>
                  <a:gd name="T33" fmla="*/ 0 h 100"/>
                  <a:gd name="T34" fmla="*/ 0 w 91"/>
                  <a:gd name="T35" fmla="*/ 0 h 100"/>
                  <a:gd name="T36" fmla="*/ 0 w 91"/>
                  <a:gd name="T37" fmla="*/ 0 h 100"/>
                  <a:gd name="T38" fmla="*/ 0 w 91"/>
                  <a:gd name="T39" fmla="*/ 0 h 100"/>
                  <a:gd name="T40" fmla="*/ 0 w 91"/>
                  <a:gd name="T41" fmla="*/ 0 h 100"/>
                  <a:gd name="T42" fmla="*/ 0 w 91"/>
                  <a:gd name="T43" fmla="*/ 0 h 100"/>
                  <a:gd name="T44" fmla="*/ 0 w 91"/>
                  <a:gd name="T45" fmla="*/ 0 h 100"/>
                  <a:gd name="T46" fmla="*/ 0 w 91"/>
                  <a:gd name="T47" fmla="*/ 0 h 100"/>
                  <a:gd name="T48" fmla="*/ 0 w 91"/>
                  <a:gd name="T49" fmla="*/ 0 h 100"/>
                  <a:gd name="T50" fmla="*/ 0 w 91"/>
                  <a:gd name="T51" fmla="*/ 0 h 100"/>
                  <a:gd name="T52" fmla="*/ 0 w 91"/>
                  <a:gd name="T53" fmla="*/ 0 h 100"/>
                  <a:gd name="T54" fmla="*/ 0 w 91"/>
                  <a:gd name="T55" fmla="*/ 0 h 100"/>
                  <a:gd name="T56" fmla="*/ 0 w 91"/>
                  <a:gd name="T57" fmla="*/ 0 h 1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100"/>
                  <a:gd name="T89" fmla="*/ 91 w 91"/>
                  <a:gd name="T90" fmla="*/ 100 h 1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100">
                    <a:moveTo>
                      <a:pt x="91" y="50"/>
                    </a:moveTo>
                    <a:lnTo>
                      <a:pt x="91" y="40"/>
                    </a:lnTo>
                    <a:lnTo>
                      <a:pt x="81" y="30"/>
                    </a:lnTo>
                    <a:lnTo>
                      <a:pt x="81" y="21"/>
                    </a:lnTo>
                    <a:lnTo>
                      <a:pt x="81" y="11"/>
                    </a:lnTo>
                    <a:lnTo>
                      <a:pt x="61" y="0"/>
                    </a:lnTo>
                    <a:lnTo>
                      <a:pt x="50" y="0"/>
                    </a:lnTo>
                    <a:lnTo>
                      <a:pt x="40" y="0"/>
                    </a:lnTo>
                    <a:lnTo>
                      <a:pt x="30" y="11"/>
                    </a:lnTo>
                    <a:lnTo>
                      <a:pt x="10" y="11"/>
                    </a:lnTo>
                    <a:lnTo>
                      <a:pt x="10" y="21"/>
                    </a:lnTo>
                    <a:lnTo>
                      <a:pt x="10" y="30"/>
                    </a:lnTo>
                    <a:lnTo>
                      <a:pt x="0" y="40"/>
                    </a:lnTo>
                    <a:lnTo>
                      <a:pt x="0" y="50"/>
                    </a:lnTo>
                    <a:lnTo>
                      <a:pt x="0" y="60"/>
                    </a:lnTo>
                    <a:lnTo>
                      <a:pt x="10" y="70"/>
                    </a:lnTo>
                    <a:lnTo>
                      <a:pt x="10" y="80"/>
                    </a:lnTo>
                    <a:lnTo>
                      <a:pt x="20" y="90"/>
                    </a:lnTo>
                    <a:lnTo>
                      <a:pt x="30" y="90"/>
                    </a:lnTo>
                    <a:lnTo>
                      <a:pt x="40" y="100"/>
                    </a:lnTo>
                    <a:lnTo>
                      <a:pt x="50" y="100"/>
                    </a:lnTo>
                    <a:lnTo>
                      <a:pt x="61" y="100"/>
                    </a:lnTo>
                    <a:lnTo>
                      <a:pt x="71" y="90"/>
                    </a:lnTo>
                    <a:lnTo>
                      <a:pt x="81" y="80"/>
                    </a:lnTo>
                    <a:lnTo>
                      <a:pt x="91" y="70"/>
                    </a:lnTo>
                    <a:lnTo>
                      <a:pt x="91" y="60"/>
                    </a:lnTo>
                    <a:lnTo>
                      <a:pt x="91" y="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7" name="Freeform 785"/>
              <p:cNvSpPr>
                <a:spLocks/>
              </p:cNvSpPr>
              <p:nvPr/>
            </p:nvSpPr>
            <p:spPr bwMode="auto">
              <a:xfrm>
                <a:off x="3160" y="2101"/>
                <a:ext cx="12" cy="11"/>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0"/>
                    </a:moveTo>
                    <a:lnTo>
                      <a:pt x="91" y="30"/>
                    </a:lnTo>
                    <a:lnTo>
                      <a:pt x="81" y="30"/>
                    </a:lnTo>
                    <a:lnTo>
                      <a:pt x="81" y="10"/>
                    </a:lnTo>
                    <a:lnTo>
                      <a:pt x="81" y="0"/>
                    </a:lnTo>
                    <a:lnTo>
                      <a:pt x="61" y="0"/>
                    </a:lnTo>
                    <a:lnTo>
                      <a:pt x="50" y="0"/>
                    </a:lnTo>
                    <a:lnTo>
                      <a:pt x="40" y="0"/>
                    </a:lnTo>
                    <a:lnTo>
                      <a:pt x="30" y="0"/>
                    </a:lnTo>
                    <a:lnTo>
                      <a:pt x="10" y="0"/>
                    </a:lnTo>
                    <a:lnTo>
                      <a:pt x="10" y="10"/>
                    </a:lnTo>
                    <a:lnTo>
                      <a:pt x="10" y="30"/>
                    </a:lnTo>
                    <a:lnTo>
                      <a:pt x="0" y="30"/>
                    </a:lnTo>
                    <a:lnTo>
                      <a:pt x="0" y="50"/>
                    </a:lnTo>
                    <a:lnTo>
                      <a:pt x="10" y="60"/>
                    </a:lnTo>
                    <a:lnTo>
                      <a:pt x="10" y="69"/>
                    </a:lnTo>
                    <a:lnTo>
                      <a:pt x="20" y="80"/>
                    </a:lnTo>
                    <a:lnTo>
                      <a:pt x="30" y="80"/>
                    </a:lnTo>
                    <a:lnTo>
                      <a:pt x="40" y="90"/>
                    </a:lnTo>
                    <a:lnTo>
                      <a:pt x="50" y="90"/>
                    </a:lnTo>
                    <a:lnTo>
                      <a:pt x="61" y="90"/>
                    </a:lnTo>
                    <a:lnTo>
                      <a:pt x="71" y="80"/>
                    </a:lnTo>
                    <a:lnTo>
                      <a:pt x="81" y="69"/>
                    </a:lnTo>
                    <a:lnTo>
                      <a:pt x="91" y="60"/>
                    </a:lnTo>
                    <a:lnTo>
                      <a:pt x="91" y="50"/>
                    </a:lnTo>
                    <a:lnTo>
                      <a:pt x="91"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8" name="Freeform 786"/>
              <p:cNvSpPr>
                <a:spLocks/>
              </p:cNvSpPr>
              <p:nvPr/>
            </p:nvSpPr>
            <p:spPr bwMode="auto">
              <a:xfrm>
                <a:off x="3160" y="2161"/>
                <a:ext cx="12" cy="12"/>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1"/>
                    </a:moveTo>
                    <a:lnTo>
                      <a:pt x="91" y="31"/>
                    </a:lnTo>
                    <a:lnTo>
                      <a:pt x="81" y="31"/>
                    </a:lnTo>
                    <a:lnTo>
                      <a:pt x="81" y="10"/>
                    </a:lnTo>
                    <a:lnTo>
                      <a:pt x="61" y="0"/>
                    </a:lnTo>
                    <a:lnTo>
                      <a:pt x="50" y="0"/>
                    </a:lnTo>
                    <a:lnTo>
                      <a:pt x="40" y="0"/>
                    </a:lnTo>
                    <a:lnTo>
                      <a:pt x="30" y="10"/>
                    </a:lnTo>
                    <a:lnTo>
                      <a:pt x="10" y="10"/>
                    </a:lnTo>
                    <a:lnTo>
                      <a:pt x="10" y="31"/>
                    </a:lnTo>
                    <a:lnTo>
                      <a:pt x="0" y="31"/>
                    </a:lnTo>
                    <a:lnTo>
                      <a:pt x="0" y="51"/>
                    </a:lnTo>
                    <a:lnTo>
                      <a:pt x="0" y="61"/>
                    </a:lnTo>
                    <a:lnTo>
                      <a:pt x="10" y="61"/>
                    </a:lnTo>
                    <a:lnTo>
                      <a:pt x="10" y="80"/>
                    </a:lnTo>
                    <a:lnTo>
                      <a:pt x="20" y="80"/>
                    </a:lnTo>
                    <a:lnTo>
                      <a:pt x="30" y="80"/>
                    </a:lnTo>
                    <a:lnTo>
                      <a:pt x="40" y="90"/>
                    </a:lnTo>
                    <a:lnTo>
                      <a:pt x="50" y="90"/>
                    </a:lnTo>
                    <a:lnTo>
                      <a:pt x="61" y="90"/>
                    </a:lnTo>
                    <a:lnTo>
                      <a:pt x="71" y="80"/>
                    </a:lnTo>
                    <a:lnTo>
                      <a:pt x="81" y="80"/>
                    </a:lnTo>
                    <a:lnTo>
                      <a:pt x="81" y="70"/>
                    </a:lnTo>
                    <a:lnTo>
                      <a:pt x="91" y="61"/>
                    </a:lnTo>
                    <a:lnTo>
                      <a:pt x="91"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9" name="Rectangle 787"/>
              <p:cNvSpPr>
                <a:spLocks noChangeArrowheads="1"/>
              </p:cNvSpPr>
              <p:nvPr/>
            </p:nvSpPr>
            <p:spPr bwMode="auto">
              <a:xfrm>
                <a:off x="3532" y="1704"/>
                <a:ext cx="407" cy="50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10" name="Freeform 788"/>
              <p:cNvSpPr>
                <a:spLocks/>
              </p:cNvSpPr>
              <p:nvPr/>
            </p:nvSpPr>
            <p:spPr bwMode="auto">
              <a:xfrm>
                <a:off x="3726" y="1739"/>
                <a:ext cx="12"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0"/>
                    </a:moveTo>
                    <a:lnTo>
                      <a:pt x="90" y="30"/>
                    </a:lnTo>
                    <a:lnTo>
                      <a:pt x="80" y="30"/>
                    </a:lnTo>
                    <a:lnTo>
                      <a:pt x="80" y="10"/>
                    </a:lnTo>
                    <a:lnTo>
                      <a:pt x="60" y="0"/>
                    </a:lnTo>
                    <a:lnTo>
                      <a:pt x="50" y="0"/>
                    </a:lnTo>
                    <a:lnTo>
                      <a:pt x="31" y="0"/>
                    </a:lnTo>
                    <a:lnTo>
                      <a:pt x="31" y="10"/>
                    </a:lnTo>
                    <a:lnTo>
                      <a:pt x="10" y="10"/>
                    </a:lnTo>
                    <a:lnTo>
                      <a:pt x="10" y="30"/>
                    </a:lnTo>
                    <a:lnTo>
                      <a:pt x="0" y="30"/>
                    </a:lnTo>
                    <a:lnTo>
                      <a:pt x="0" y="50"/>
                    </a:lnTo>
                    <a:lnTo>
                      <a:pt x="0" y="60"/>
                    </a:lnTo>
                    <a:lnTo>
                      <a:pt x="10" y="60"/>
                    </a:lnTo>
                    <a:lnTo>
                      <a:pt x="10" y="81"/>
                    </a:lnTo>
                    <a:lnTo>
                      <a:pt x="20" y="81"/>
                    </a:lnTo>
                    <a:lnTo>
                      <a:pt x="31" y="81"/>
                    </a:lnTo>
                    <a:lnTo>
                      <a:pt x="31" y="91"/>
                    </a:lnTo>
                    <a:lnTo>
                      <a:pt x="50" y="91"/>
                    </a:lnTo>
                    <a:lnTo>
                      <a:pt x="70" y="81"/>
                    </a:lnTo>
                    <a:lnTo>
                      <a:pt x="80" y="81"/>
                    </a:lnTo>
                    <a:lnTo>
                      <a:pt x="80" y="70"/>
                    </a:lnTo>
                    <a:lnTo>
                      <a:pt x="90" y="60"/>
                    </a:lnTo>
                    <a:lnTo>
                      <a:pt x="90"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1" name="Freeform 789"/>
              <p:cNvSpPr>
                <a:spLocks/>
              </p:cNvSpPr>
              <p:nvPr/>
            </p:nvSpPr>
            <p:spPr bwMode="auto">
              <a:xfrm>
                <a:off x="3726" y="1798"/>
                <a:ext cx="12" cy="13"/>
              </a:xfrm>
              <a:custGeom>
                <a:avLst/>
                <a:gdLst>
                  <a:gd name="T0" fmla="*/ 0 w 90"/>
                  <a:gd name="T1" fmla="*/ 0 h 99"/>
                  <a:gd name="T2" fmla="*/ 0 w 90"/>
                  <a:gd name="T3" fmla="*/ 0 h 99"/>
                  <a:gd name="T4" fmla="*/ 0 w 90"/>
                  <a:gd name="T5" fmla="*/ 0 h 99"/>
                  <a:gd name="T6" fmla="*/ 0 w 90"/>
                  <a:gd name="T7" fmla="*/ 0 h 99"/>
                  <a:gd name="T8" fmla="*/ 0 w 90"/>
                  <a:gd name="T9" fmla="*/ 0 h 99"/>
                  <a:gd name="T10" fmla="*/ 0 w 90"/>
                  <a:gd name="T11" fmla="*/ 0 h 99"/>
                  <a:gd name="T12" fmla="*/ 0 w 90"/>
                  <a:gd name="T13" fmla="*/ 0 h 99"/>
                  <a:gd name="T14" fmla="*/ 0 w 90"/>
                  <a:gd name="T15" fmla="*/ 0 h 99"/>
                  <a:gd name="T16" fmla="*/ 0 w 90"/>
                  <a:gd name="T17" fmla="*/ 0 h 99"/>
                  <a:gd name="T18" fmla="*/ 0 w 90"/>
                  <a:gd name="T19" fmla="*/ 0 h 99"/>
                  <a:gd name="T20" fmla="*/ 0 w 90"/>
                  <a:gd name="T21" fmla="*/ 0 h 99"/>
                  <a:gd name="T22" fmla="*/ 0 w 90"/>
                  <a:gd name="T23" fmla="*/ 0 h 99"/>
                  <a:gd name="T24" fmla="*/ 0 w 90"/>
                  <a:gd name="T25" fmla="*/ 0 h 99"/>
                  <a:gd name="T26" fmla="*/ 0 w 90"/>
                  <a:gd name="T27" fmla="*/ 0 h 99"/>
                  <a:gd name="T28" fmla="*/ 0 w 90"/>
                  <a:gd name="T29" fmla="*/ 0 h 99"/>
                  <a:gd name="T30" fmla="*/ 0 w 90"/>
                  <a:gd name="T31" fmla="*/ 0 h 99"/>
                  <a:gd name="T32" fmla="*/ 0 w 90"/>
                  <a:gd name="T33" fmla="*/ 0 h 99"/>
                  <a:gd name="T34" fmla="*/ 0 w 90"/>
                  <a:gd name="T35" fmla="*/ 0 h 99"/>
                  <a:gd name="T36" fmla="*/ 0 w 90"/>
                  <a:gd name="T37" fmla="*/ 0 h 99"/>
                  <a:gd name="T38" fmla="*/ 0 w 90"/>
                  <a:gd name="T39" fmla="*/ 0 h 99"/>
                  <a:gd name="T40" fmla="*/ 0 w 90"/>
                  <a:gd name="T41" fmla="*/ 0 h 99"/>
                  <a:gd name="T42" fmla="*/ 0 w 90"/>
                  <a:gd name="T43" fmla="*/ 0 h 99"/>
                  <a:gd name="T44" fmla="*/ 0 w 90"/>
                  <a:gd name="T45" fmla="*/ 0 h 99"/>
                  <a:gd name="T46" fmla="*/ 0 w 90"/>
                  <a:gd name="T47" fmla="*/ 0 h 99"/>
                  <a:gd name="T48" fmla="*/ 0 w 90"/>
                  <a:gd name="T49" fmla="*/ 0 h 99"/>
                  <a:gd name="T50" fmla="*/ 0 w 90"/>
                  <a:gd name="T51" fmla="*/ 0 h 99"/>
                  <a:gd name="T52" fmla="*/ 0 w 90"/>
                  <a:gd name="T53" fmla="*/ 0 h 99"/>
                  <a:gd name="T54" fmla="*/ 0 w 90"/>
                  <a:gd name="T55" fmla="*/ 0 h 99"/>
                  <a:gd name="T56" fmla="*/ 0 w 90"/>
                  <a:gd name="T57" fmla="*/ 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9"/>
                  <a:gd name="T89" fmla="*/ 90 w 90"/>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9">
                    <a:moveTo>
                      <a:pt x="90" y="48"/>
                    </a:moveTo>
                    <a:lnTo>
                      <a:pt x="90" y="38"/>
                    </a:lnTo>
                    <a:lnTo>
                      <a:pt x="80" y="30"/>
                    </a:lnTo>
                    <a:lnTo>
                      <a:pt x="80" y="20"/>
                    </a:lnTo>
                    <a:lnTo>
                      <a:pt x="80" y="10"/>
                    </a:lnTo>
                    <a:lnTo>
                      <a:pt x="60" y="0"/>
                    </a:lnTo>
                    <a:lnTo>
                      <a:pt x="50" y="0"/>
                    </a:lnTo>
                    <a:lnTo>
                      <a:pt x="31" y="0"/>
                    </a:lnTo>
                    <a:lnTo>
                      <a:pt x="31" y="10"/>
                    </a:lnTo>
                    <a:lnTo>
                      <a:pt x="10" y="10"/>
                    </a:lnTo>
                    <a:lnTo>
                      <a:pt x="10" y="20"/>
                    </a:lnTo>
                    <a:lnTo>
                      <a:pt x="10" y="30"/>
                    </a:lnTo>
                    <a:lnTo>
                      <a:pt x="0" y="38"/>
                    </a:lnTo>
                    <a:lnTo>
                      <a:pt x="0" y="48"/>
                    </a:lnTo>
                    <a:lnTo>
                      <a:pt x="0" y="58"/>
                    </a:lnTo>
                    <a:lnTo>
                      <a:pt x="10" y="69"/>
                    </a:lnTo>
                    <a:lnTo>
                      <a:pt x="10" y="79"/>
                    </a:lnTo>
                    <a:lnTo>
                      <a:pt x="20" y="89"/>
                    </a:lnTo>
                    <a:lnTo>
                      <a:pt x="31" y="89"/>
                    </a:lnTo>
                    <a:lnTo>
                      <a:pt x="31" y="99"/>
                    </a:lnTo>
                    <a:lnTo>
                      <a:pt x="50" y="99"/>
                    </a:lnTo>
                    <a:lnTo>
                      <a:pt x="70" y="89"/>
                    </a:lnTo>
                    <a:lnTo>
                      <a:pt x="80" y="79"/>
                    </a:lnTo>
                    <a:lnTo>
                      <a:pt x="80" y="69"/>
                    </a:lnTo>
                    <a:lnTo>
                      <a:pt x="90" y="69"/>
                    </a:lnTo>
                    <a:lnTo>
                      <a:pt x="90" y="58"/>
                    </a:lnTo>
                    <a:lnTo>
                      <a:pt x="90" y="4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2" name="Freeform 790"/>
              <p:cNvSpPr>
                <a:spLocks/>
              </p:cNvSpPr>
              <p:nvPr/>
            </p:nvSpPr>
            <p:spPr bwMode="auto">
              <a:xfrm>
                <a:off x="3726" y="1860"/>
                <a:ext cx="12"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1"/>
                    </a:moveTo>
                    <a:lnTo>
                      <a:pt x="90" y="31"/>
                    </a:lnTo>
                    <a:lnTo>
                      <a:pt x="80" y="21"/>
                    </a:lnTo>
                    <a:lnTo>
                      <a:pt x="80" y="10"/>
                    </a:lnTo>
                    <a:lnTo>
                      <a:pt x="80" y="0"/>
                    </a:lnTo>
                    <a:lnTo>
                      <a:pt x="60" y="0"/>
                    </a:lnTo>
                    <a:lnTo>
                      <a:pt x="50" y="0"/>
                    </a:lnTo>
                    <a:lnTo>
                      <a:pt x="31" y="0"/>
                    </a:lnTo>
                    <a:lnTo>
                      <a:pt x="10" y="0"/>
                    </a:lnTo>
                    <a:lnTo>
                      <a:pt x="10" y="10"/>
                    </a:lnTo>
                    <a:lnTo>
                      <a:pt x="10" y="21"/>
                    </a:lnTo>
                    <a:lnTo>
                      <a:pt x="0" y="31"/>
                    </a:lnTo>
                    <a:lnTo>
                      <a:pt x="0" y="51"/>
                    </a:lnTo>
                    <a:lnTo>
                      <a:pt x="10" y="61"/>
                    </a:lnTo>
                    <a:lnTo>
                      <a:pt x="10" y="71"/>
                    </a:lnTo>
                    <a:lnTo>
                      <a:pt x="20" y="81"/>
                    </a:lnTo>
                    <a:lnTo>
                      <a:pt x="31" y="81"/>
                    </a:lnTo>
                    <a:lnTo>
                      <a:pt x="31" y="91"/>
                    </a:lnTo>
                    <a:lnTo>
                      <a:pt x="50" y="91"/>
                    </a:lnTo>
                    <a:lnTo>
                      <a:pt x="70" y="81"/>
                    </a:lnTo>
                    <a:lnTo>
                      <a:pt x="80" y="71"/>
                    </a:lnTo>
                    <a:lnTo>
                      <a:pt x="90" y="61"/>
                    </a:lnTo>
                    <a:lnTo>
                      <a:pt x="90" y="51"/>
                    </a:lnTo>
                    <a:lnTo>
                      <a:pt x="90"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3" name="Freeform 791"/>
              <p:cNvSpPr>
                <a:spLocks/>
              </p:cNvSpPr>
              <p:nvPr/>
            </p:nvSpPr>
            <p:spPr bwMode="auto">
              <a:xfrm>
                <a:off x="3726" y="1919"/>
                <a:ext cx="12"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0"/>
                    </a:moveTo>
                    <a:lnTo>
                      <a:pt x="90" y="40"/>
                    </a:lnTo>
                    <a:lnTo>
                      <a:pt x="80" y="30"/>
                    </a:lnTo>
                    <a:lnTo>
                      <a:pt x="80" y="10"/>
                    </a:lnTo>
                    <a:lnTo>
                      <a:pt x="60" y="0"/>
                    </a:lnTo>
                    <a:lnTo>
                      <a:pt x="50" y="0"/>
                    </a:lnTo>
                    <a:lnTo>
                      <a:pt x="31" y="0"/>
                    </a:lnTo>
                    <a:lnTo>
                      <a:pt x="31" y="10"/>
                    </a:lnTo>
                    <a:lnTo>
                      <a:pt x="10" y="10"/>
                    </a:lnTo>
                    <a:lnTo>
                      <a:pt x="10" y="30"/>
                    </a:lnTo>
                    <a:lnTo>
                      <a:pt x="0" y="40"/>
                    </a:lnTo>
                    <a:lnTo>
                      <a:pt x="0" y="50"/>
                    </a:lnTo>
                    <a:lnTo>
                      <a:pt x="0" y="60"/>
                    </a:lnTo>
                    <a:lnTo>
                      <a:pt x="10" y="60"/>
                    </a:lnTo>
                    <a:lnTo>
                      <a:pt x="10" y="81"/>
                    </a:lnTo>
                    <a:lnTo>
                      <a:pt x="20" y="91"/>
                    </a:lnTo>
                    <a:lnTo>
                      <a:pt x="31" y="91"/>
                    </a:lnTo>
                    <a:lnTo>
                      <a:pt x="50" y="91"/>
                    </a:lnTo>
                    <a:lnTo>
                      <a:pt x="70" y="91"/>
                    </a:lnTo>
                    <a:lnTo>
                      <a:pt x="80" y="81"/>
                    </a:lnTo>
                    <a:lnTo>
                      <a:pt x="80" y="70"/>
                    </a:lnTo>
                    <a:lnTo>
                      <a:pt x="90" y="60"/>
                    </a:lnTo>
                    <a:lnTo>
                      <a:pt x="90"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4" name="Freeform 792"/>
              <p:cNvSpPr>
                <a:spLocks/>
              </p:cNvSpPr>
              <p:nvPr/>
            </p:nvSpPr>
            <p:spPr bwMode="auto">
              <a:xfrm>
                <a:off x="3726" y="1979"/>
                <a:ext cx="12" cy="11"/>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9"/>
                    </a:moveTo>
                    <a:lnTo>
                      <a:pt x="90" y="39"/>
                    </a:lnTo>
                    <a:lnTo>
                      <a:pt x="80" y="29"/>
                    </a:lnTo>
                    <a:lnTo>
                      <a:pt x="80" y="19"/>
                    </a:lnTo>
                    <a:lnTo>
                      <a:pt x="80" y="10"/>
                    </a:lnTo>
                    <a:lnTo>
                      <a:pt x="60" y="0"/>
                    </a:lnTo>
                    <a:lnTo>
                      <a:pt x="50" y="0"/>
                    </a:lnTo>
                    <a:lnTo>
                      <a:pt x="31" y="0"/>
                    </a:lnTo>
                    <a:lnTo>
                      <a:pt x="31" y="10"/>
                    </a:lnTo>
                    <a:lnTo>
                      <a:pt x="10" y="10"/>
                    </a:lnTo>
                    <a:lnTo>
                      <a:pt x="10" y="19"/>
                    </a:lnTo>
                    <a:lnTo>
                      <a:pt x="10" y="29"/>
                    </a:lnTo>
                    <a:lnTo>
                      <a:pt x="0" y="39"/>
                    </a:lnTo>
                    <a:lnTo>
                      <a:pt x="0" y="49"/>
                    </a:lnTo>
                    <a:lnTo>
                      <a:pt x="0" y="60"/>
                    </a:lnTo>
                    <a:lnTo>
                      <a:pt x="10" y="70"/>
                    </a:lnTo>
                    <a:lnTo>
                      <a:pt x="10" y="80"/>
                    </a:lnTo>
                    <a:lnTo>
                      <a:pt x="20" y="90"/>
                    </a:lnTo>
                    <a:lnTo>
                      <a:pt x="31" y="90"/>
                    </a:lnTo>
                    <a:lnTo>
                      <a:pt x="50" y="90"/>
                    </a:lnTo>
                    <a:lnTo>
                      <a:pt x="70" y="90"/>
                    </a:lnTo>
                    <a:lnTo>
                      <a:pt x="80" y="80"/>
                    </a:lnTo>
                    <a:lnTo>
                      <a:pt x="80" y="70"/>
                    </a:lnTo>
                    <a:lnTo>
                      <a:pt x="90" y="70"/>
                    </a:lnTo>
                    <a:lnTo>
                      <a:pt x="90" y="60"/>
                    </a:lnTo>
                    <a:lnTo>
                      <a:pt x="90" y="4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5" name="Freeform 793"/>
              <p:cNvSpPr>
                <a:spLocks/>
              </p:cNvSpPr>
              <p:nvPr/>
            </p:nvSpPr>
            <p:spPr bwMode="auto">
              <a:xfrm>
                <a:off x="3726" y="2040"/>
                <a:ext cx="12" cy="12"/>
              </a:xfrm>
              <a:custGeom>
                <a:avLst/>
                <a:gdLst>
                  <a:gd name="T0" fmla="*/ 0 w 90"/>
                  <a:gd name="T1" fmla="*/ 0 h 100"/>
                  <a:gd name="T2" fmla="*/ 0 w 90"/>
                  <a:gd name="T3" fmla="*/ 0 h 100"/>
                  <a:gd name="T4" fmla="*/ 0 w 90"/>
                  <a:gd name="T5" fmla="*/ 0 h 100"/>
                  <a:gd name="T6" fmla="*/ 0 w 90"/>
                  <a:gd name="T7" fmla="*/ 0 h 100"/>
                  <a:gd name="T8" fmla="*/ 0 w 90"/>
                  <a:gd name="T9" fmla="*/ 0 h 100"/>
                  <a:gd name="T10" fmla="*/ 0 w 90"/>
                  <a:gd name="T11" fmla="*/ 0 h 100"/>
                  <a:gd name="T12" fmla="*/ 0 w 90"/>
                  <a:gd name="T13" fmla="*/ 0 h 100"/>
                  <a:gd name="T14" fmla="*/ 0 w 90"/>
                  <a:gd name="T15" fmla="*/ 0 h 100"/>
                  <a:gd name="T16" fmla="*/ 0 w 90"/>
                  <a:gd name="T17" fmla="*/ 0 h 100"/>
                  <a:gd name="T18" fmla="*/ 0 w 90"/>
                  <a:gd name="T19" fmla="*/ 0 h 100"/>
                  <a:gd name="T20" fmla="*/ 0 w 90"/>
                  <a:gd name="T21" fmla="*/ 0 h 100"/>
                  <a:gd name="T22" fmla="*/ 0 w 90"/>
                  <a:gd name="T23" fmla="*/ 0 h 100"/>
                  <a:gd name="T24" fmla="*/ 0 w 90"/>
                  <a:gd name="T25" fmla="*/ 0 h 100"/>
                  <a:gd name="T26" fmla="*/ 0 w 90"/>
                  <a:gd name="T27" fmla="*/ 0 h 100"/>
                  <a:gd name="T28" fmla="*/ 0 w 90"/>
                  <a:gd name="T29" fmla="*/ 0 h 100"/>
                  <a:gd name="T30" fmla="*/ 0 w 90"/>
                  <a:gd name="T31" fmla="*/ 0 h 100"/>
                  <a:gd name="T32" fmla="*/ 0 w 90"/>
                  <a:gd name="T33" fmla="*/ 0 h 100"/>
                  <a:gd name="T34" fmla="*/ 0 w 90"/>
                  <a:gd name="T35" fmla="*/ 0 h 100"/>
                  <a:gd name="T36" fmla="*/ 0 w 90"/>
                  <a:gd name="T37" fmla="*/ 0 h 100"/>
                  <a:gd name="T38" fmla="*/ 0 w 90"/>
                  <a:gd name="T39" fmla="*/ 0 h 100"/>
                  <a:gd name="T40" fmla="*/ 0 w 90"/>
                  <a:gd name="T41" fmla="*/ 0 h 100"/>
                  <a:gd name="T42" fmla="*/ 0 w 90"/>
                  <a:gd name="T43" fmla="*/ 0 h 100"/>
                  <a:gd name="T44" fmla="*/ 0 w 90"/>
                  <a:gd name="T45" fmla="*/ 0 h 100"/>
                  <a:gd name="T46" fmla="*/ 0 w 90"/>
                  <a:gd name="T47" fmla="*/ 0 h 100"/>
                  <a:gd name="T48" fmla="*/ 0 w 90"/>
                  <a:gd name="T49" fmla="*/ 0 h 100"/>
                  <a:gd name="T50" fmla="*/ 0 w 90"/>
                  <a:gd name="T51" fmla="*/ 0 h 100"/>
                  <a:gd name="T52" fmla="*/ 0 w 90"/>
                  <a:gd name="T53" fmla="*/ 0 h 100"/>
                  <a:gd name="T54" fmla="*/ 0 w 90"/>
                  <a:gd name="T55" fmla="*/ 0 h 100"/>
                  <a:gd name="T56" fmla="*/ 0 w 90"/>
                  <a:gd name="T57" fmla="*/ 0 h 1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100"/>
                  <a:gd name="T89" fmla="*/ 90 w 90"/>
                  <a:gd name="T90" fmla="*/ 100 h 1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100">
                    <a:moveTo>
                      <a:pt x="90" y="50"/>
                    </a:moveTo>
                    <a:lnTo>
                      <a:pt x="90" y="40"/>
                    </a:lnTo>
                    <a:lnTo>
                      <a:pt x="80" y="30"/>
                    </a:lnTo>
                    <a:lnTo>
                      <a:pt x="80" y="21"/>
                    </a:lnTo>
                    <a:lnTo>
                      <a:pt x="80" y="11"/>
                    </a:lnTo>
                    <a:lnTo>
                      <a:pt x="60" y="0"/>
                    </a:lnTo>
                    <a:lnTo>
                      <a:pt x="50" y="0"/>
                    </a:lnTo>
                    <a:lnTo>
                      <a:pt x="31" y="0"/>
                    </a:lnTo>
                    <a:lnTo>
                      <a:pt x="31" y="11"/>
                    </a:lnTo>
                    <a:lnTo>
                      <a:pt x="10" y="11"/>
                    </a:lnTo>
                    <a:lnTo>
                      <a:pt x="10" y="21"/>
                    </a:lnTo>
                    <a:lnTo>
                      <a:pt x="10" y="30"/>
                    </a:lnTo>
                    <a:lnTo>
                      <a:pt x="0" y="40"/>
                    </a:lnTo>
                    <a:lnTo>
                      <a:pt x="0" y="50"/>
                    </a:lnTo>
                    <a:lnTo>
                      <a:pt x="0" y="60"/>
                    </a:lnTo>
                    <a:lnTo>
                      <a:pt x="10" y="70"/>
                    </a:lnTo>
                    <a:lnTo>
                      <a:pt x="10" y="80"/>
                    </a:lnTo>
                    <a:lnTo>
                      <a:pt x="20" y="90"/>
                    </a:lnTo>
                    <a:lnTo>
                      <a:pt x="31" y="90"/>
                    </a:lnTo>
                    <a:lnTo>
                      <a:pt x="31" y="100"/>
                    </a:lnTo>
                    <a:lnTo>
                      <a:pt x="50" y="100"/>
                    </a:lnTo>
                    <a:lnTo>
                      <a:pt x="70" y="90"/>
                    </a:lnTo>
                    <a:lnTo>
                      <a:pt x="80" y="80"/>
                    </a:lnTo>
                    <a:lnTo>
                      <a:pt x="90" y="70"/>
                    </a:lnTo>
                    <a:lnTo>
                      <a:pt x="90" y="60"/>
                    </a:lnTo>
                    <a:lnTo>
                      <a:pt x="90" y="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6" name="Freeform 794"/>
              <p:cNvSpPr>
                <a:spLocks/>
              </p:cNvSpPr>
              <p:nvPr/>
            </p:nvSpPr>
            <p:spPr bwMode="auto">
              <a:xfrm>
                <a:off x="3726" y="2101"/>
                <a:ext cx="12" cy="11"/>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0"/>
                    </a:moveTo>
                    <a:lnTo>
                      <a:pt x="90" y="30"/>
                    </a:lnTo>
                    <a:lnTo>
                      <a:pt x="80" y="30"/>
                    </a:lnTo>
                    <a:lnTo>
                      <a:pt x="80" y="10"/>
                    </a:lnTo>
                    <a:lnTo>
                      <a:pt x="80" y="0"/>
                    </a:lnTo>
                    <a:lnTo>
                      <a:pt x="60" y="0"/>
                    </a:lnTo>
                    <a:lnTo>
                      <a:pt x="50" y="0"/>
                    </a:lnTo>
                    <a:lnTo>
                      <a:pt x="31" y="0"/>
                    </a:lnTo>
                    <a:lnTo>
                      <a:pt x="10" y="0"/>
                    </a:lnTo>
                    <a:lnTo>
                      <a:pt x="10" y="10"/>
                    </a:lnTo>
                    <a:lnTo>
                      <a:pt x="10" y="30"/>
                    </a:lnTo>
                    <a:lnTo>
                      <a:pt x="0" y="30"/>
                    </a:lnTo>
                    <a:lnTo>
                      <a:pt x="0" y="50"/>
                    </a:lnTo>
                    <a:lnTo>
                      <a:pt x="10" y="60"/>
                    </a:lnTo>
                    <a:lnTo>
                      <a:pt x="10" y="69"/>
                    </a:lnTo>
                    <a:lnTo>
                      <a:pt x="20" y="80"/>
                    </a:lnTo>
                    <a:lnTo>
                      <a:pt x="31" y="80"/>
                    </a:lnTo>
                    <a:lnTo>
                      <a:pt x="31" y="90"/>
                    </a:lnTo>
                    <a:lnTo>
                      <a:pt x="50" y="90"/>
                    </a:lnTo>
                    <a:lnTo>
                      <a:pt x="70" y="80"/>
                    </a:lnTo>
                    <a:lnTo>
                      <a:pt x="80" y="69"/>
                    </a:lnTo>
                    <a:lnTo>
                      <a:pt x="90" y="60"/>
                    </a:lnTo>
                    <a:lnTo>
                      <a:pt x="90" y="50"/>
                    </a:lnTo>
                    <a:lnTo>
                      <a:pt x="90"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7" name="Freeform 795"/>
              <p:cNvSpPr>
                <a:spLocks/>
              </p:cNvSpPr>
              <p:nvPr/>
            </p:nvSpPr>
            <p:spPr bwMode="auto">
              <a:xfrm>
                <a:off x="3726" y="2161"/>
                <a:ext cx="12" cy="12"/>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1"/>
                    </a:moveTo>
                    <a:lnTo>
                      <a:pt x="90" y="31"/>
                    </a:lnTo>
                    <a:lnTo>
                      <a:pt x="80" y="31"/>
                    </a:lnTo>
                    <a:lnTo>
                      <a:pt x="80" y="10"/>
                    </a:lnTo>
                    <a:lnTo>
                      <a:pt x="60" y="0"/>
                    </a:lnTo>
                    <a:lnTo>
                      <a:pt x="50" y="0"/>
                    </a:lnTo>
                    <a:lnTo>
                      <a:pt x="31" y="0"/>
                    </a:lnTo>
                    <a:lnTo>
                      <a:pt x="31" y="10"/>
                    </a:lnTo>
                    <a:lnTo>
                      <a:pt x="10" y="10"/>
                    </a:lnTo>
                    <a:lnTo>
                      <a:pt x="10" y="31"/>
                    </a:lnTo>
                    <a:lnTo>
                      <a:pt x="0" y="31"/>
                    </a:lnTo>
                    <a:lnTo>
                      <a:pt x="0" y="51"/>
                    </a:lnTo>
                    <a:lnTo>
                      <a:pt x="0" y="61"/>
                    </a:lnTo>
                    <a:lnTo>
                      <a:pt x="10" y="61"/>
                    </a:lnTo>
                    <a:lnTo>
                      <a:pt x="10" y="80"/>
                    </a:lnTo>
                    <a:lnTo>
                      <a:pt x="20" y="80"/>
                    </a:lnTo>
                    <a:lnTo>
                      <a:pt x="31" y="80"/>
                    </a:lnTo>
                    <a:lnTo>
                      <a:pt x="31" y="90"/>
                    </a:lnTo>
                    <a:lnTo>
                      <a:pt x="50" y="90"/>
                    </a:lnTo>
                    <a:lnTo>
                      <a:pt x="70" y="80"/>
                    </a:lnTo>
                    <a:lnTo>
                      <a:pt x="80" y="80"/>
                    </a:lnTo>
                    <a:lnTo>
                      <a:pt x="80" y="70"/>
                    </a:lnTo>
                    <a:lnTo>
                      <a:pt x="90" y="61"/>
                    </a:lnTo>
                    <a:lnTo>
                      <a:pt x="90"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18" name="Group 796"/>
            <p:cNvGrpSpPr>
              <a:grpSpLocks/>
            </p:cNvGrpSpPr>
            <p:nvPr/>
          </p:nvGrpSpPr>
          <p:grpSpPr bwMode="auto">
            <a:xfrm>
              <a:off x="3152" y="3766"/>
              <a:ext cx="514" cy="444"/>
              <a:chOff x="1841" y="1409"/>
              <a:chExt cx="1492" cy="1497"/>
            </a:xfrm>
          </p:grpSpPr>
          <p:sp>
            <p:nvSpPr>
              <p:cNvPr id="58" name="Freeform 797"/>
              <p:cNvSpPr>
                <a:spLocks/>
              </p:cNvSpPr>
              <p:nvPr/>
            </p:nvSpPr>
            <p:spPr bwMode="auto">
              <a:xfrm>
                <a:off x="2005" y="1576"/>
                <a:ext cx="1328" cy="1330"/>
              </a:xfrm>
              <a:custGeom>
                <a:avLst/>
                <a:gdLst>
                  <a:gd name="T0" fmla="*/ 0 w 10620"/>
                  <a:gd name="T1" fmla="*/ 0 h 10642"/>
                  <a:gd name="T2" fmla="*/ 0 w 10620"/>
                  <a:gd name="T3" fmla="*/ 0 h 10642"/>
                  <a:gd name="T4" fmla="*/ 0 w 10620"/>
                  <a:gd name="T5" fmla="*/ 0 h 10642"/>
                  <a:gd name="T6" fmla="*/ 0 w 10620"/>
                  <a:gd name="T7" fmla="*/ 0 h 10642"/>
                  <a:gd name="T8" fmla="*/ 0 w 10620"/>
                  <a:gd name="T9" fmla="*/ 0 h 10642"/>
                  <a:gd name="T10" fmla="*/ 0 w 10620"/>
                  <a:gd name="T11" fmla="*/ 0 h 10642"/>
                  <a:gd name="T12" fmla="*/ 0 w 10620"/>
                  <a:gd name="T13" fmla="*/ 0 h 10642"/>
                  <a:gd name="T14" fmla="*/ 0 60000 65536"/>
                  <a:gd name="T15" fmla="*/ 0 60000 65536"/>
                  <a:gd name="T16" fmla="*/ 0 60000 65536"/>
                  <a:gd name="T17" fmla="*/ 0 60000 65536"/>
                  <a:gd name="T18" fmla="*/ 0 60000 65536"/>
                  <a:gd name="T19" fmla="*/ 0 60000 65536"/>
                  <a:gd name="T20" fmla="*/ 0 60000 65536"/>
                  <a:gd name="T21" fmla="*/ 0 w 10620"/>
                  <a:gd name="T22" fmla="*/ 0 h 10642"/>
                  <a:gd name="T23" fmla="*/ 10620 w 10620"/>
                  <a:gd name="T24" fmla="*/ 10642 h 106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620" h="10642">
                    <a:moveTo>
                      <a:pt x="9290" y="0"/>
                    </a:moveTo>
                    <a:lnTo>
                      <a:pt x="9290" y="9311"/>
                    </a:lnTo>
                    <a:lnTo>
                      <a:pt x="0" y="9311"/>
                    </a:lnTo>
                    <a:lnTo>
                      <a:pt x="0" y="10642"/>
                    </a:lnTo>
                    <a:lnTo>
                      <a:pt x="10620" y="10642"/>
                    </a:lnTo>
                    <a:lnTo>
                      <a:pt x="10620" y="0"/>
                    </a:lnTo>
                    <a:lnTo>
                      <a:pt x="92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 name="Rectangle 798"/>
              <p:cNvSpPr>
                <a:spLocks noChangeArrowheads="1"/>
              </p:cNvSpPr>
              <p:nvPr/>
            </p:nvSpPr>
            <p:spPr bwMode="auto">
              <a:xfrm>
                <a:off x="1841" y="1409"/>
                <a:ext cx="1327" cy="1330"/>
              </a:xfrm>
              <a:prstGeom prst="rect">
                <a:avLst/>
              </a:prstGeom>
              <a:solidFill>
                <a:srgbClr val="00EAFF"/>
              </a:solidFill>
              <a:ln w="3175">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0" name="Freeform 799"/>
              <p:cNvSpPr>
                <a:spLocks/>
              </p:cNvSpPr>
              <p:nvPr/>
            </p:nvSpPr>
            <p:spPr bwMode="auto">
              <a:xfrm>
                <a:off x="2298" y="1907"/>
                <a:ext cx="455" cy="271"/>
              </a:xfrm>
              <a:custGeom>
                <a:avLst/>
                <a:gdLst>
                  <a:gd name="T0" fmla="*/ 0 w 3642"/>
                  <a:gd name="T1" fmla="*/ 0 h 2163"/>
                  <a:gd name="T2" fmla="*/ 0 w 3642"/>
                  <a:gd name="T3" fmla="*/ 0 h 2163"/>
                  <a:gd name="T4" fmla="*/ 0 w 3642"/>
                  <a:gd name="T5" fmla="*/ 0 h 2163"/>
                  <a:gd name="T6" fmla="*/ 0 w 3642"/>
                  <a:gd name="T7" fmla="*/ 0 h 2163"/>
                  <a:gd name="T8" fmla="*/ 0 60000 65536"/>
                  <a:gd name="T9" fmla="*/ 0 60000 65536"/>
                  <a:gd name="T10" fmla="*/ 0 60000 65536"/>
                  <a:gd name="T11" fmla="*/ 0 60000 65536"/>
                  <a:gd name="T12" fmla="*/ 0 w 3642"/>
                  <a:gd name="T13" fmla="*/ 0 h 2163"/>
                  <a:gd name="T14" fmla="*/ 3642 w 3642"/>
                  <a:gd name="T15" fmla="*/ 2163 h 2163"/>
                </a:gdLst>
                <a:ahLst/>
                <a:cxnLst>
                  <a:cxn ang="T8">
                    <a:pos x="T0" y="T1"/>
                  </a:cxn>
                  <a:cxn ang="T9">
                    <a:pos x="T2" y="T3"/>
                  </a:cxn>
                  <a:cxn ang="T10">
                    <a:pos x="T4" y="T5"/>
                  </a:cxn>
                  <a:cxn ang="T11">
                    <a:pos x="T6" y="T7"/>
                  </a:cxn>
                </a:cxnLst>
                <a:rect l="T12" t="T13" r="T14" b="T15"/>
                <a:pathLst>
                  <a:path w="3642" h="2163">
                    <a:moveTo>
                      <a:pt x="1982" y="0"/>
                    </a:moveTo>
                    <a:lnTo>
                      <a:pt x="3642" y="0"/>
                    </a:lnTo>
                    <a:lnTo>
                      <a:pt x="3642" y="2163"/>
                    </a:lnTo>
                    <a:lnTo>
                      <a:pt x="0" y="216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1" name="Freeform 800"/>
              <p:cNvSpPr>
                <a:spLocks/>
              </p:cNvSpPr>
              <p:nvPr/>
            </p:nvSpPr>
            <p:spPr bwMode="auto">
              <a:xfrm>
                <a:off x="2546" y="2406"/>
                <a:ext cx="207" cy="333"/>
              </a:xfrm>
              <a:custGeom>
                <a:avLst/>
                <a:gdLst>
                  <a:gd name="T0" fmla="*/ 0 w 1660"/>
                  <a:gd name="T1" fmla="*/ 0 h 2670"/>
                  <a:gd name="T2" fmla="*/ 0 w 1660"/>
                  <a:gd name="T3" fmla="*/ 0 h 2670"/>
                  <a:gd name="T4" fmla="*/ 0 w 1660"/>
                  <a:gd name="T5" fmla="*/ 0 h 2670"/>
                  <a:gd name="T6" fmla="*/ 0 60000 65536"/>
                  <a:gd name="T7" fmla="*/ 0 60000 65536"/>
                  <a:gd name="T8" fmla="*/ 0 60000 65536"/>
                  <a:gd name="T9" fmla="*/ 0 w 1660"/>
                  <a:gd name="T10" fmla="*/ 0 h 2670"/>
                  <a:gd name="T11" fmla="*/ 1660 w 1660"/>
                  <a:gd name="T12" fmla="*/ 2670 h 2670"/>
                </a:gdLst>
                <a:ahLst/>
                <a:cxnLst>
                  <a:cxn ang="T6">
                    <a:pos x="T0" y="T1"/>
                  </a:cxn>
                  <a:cxn ang="T7">
                    <a:pos x="T2" y="T3"/>
                  </a:cxn>
                  <a:cxn ang="T8">
                    <a:pos x="T4" y="T5"/>
                  </a:cxn>
                </a:cxnLst>
                <a:rect l="T9" t="T10" r="T11" b="T12"/>
                <a:pathLst>
                  <a:path w="1660" h="2670">
                    <a:moveTo>
                      <a:pt x="0" y="0"/>
                    </a:moveTo>
                    <a:lnTo>
                      <a:pt x="1660" y="0"/>
                    </a:lnTo>
                    <a:lnTo>
                      <a:pt x="1660" y="267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2" name="Line 801"/>
              <p:cNvSpPr>
                <a:spLocks noChangeShapeType="1"/>
              </p:cNvSpPr>
              <p:nvPr/>
            </p:nvSpPr>
            <p:spPr bwMode="auto">
              <a:xfrm>
                <a:off x="2298" y="1680"/>
                <a:ext cx="1" cy="10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3" name="Freeform 802"/>
              <p:cNvSpPr>
                <a:spLocks/>
              </p:cNvSpPr>
              <p:nvPr/>
            </p:nvSpPr>
            <p:spPr bwMode="auto">
              <a:xfrm>
                <a:off x="2047" y="1785"/>
                <a:ext cx="497" cy="245"/>
              </a:xfrm>
              <a:custGeom>
                <a:avLst/>
                <a:gdLst>
                  <a:gd name="T0" fmla="*/ 0 w 3979"/>
                  <a:gd name="T1" fmla="*/ 0 h 1962"/>
                  <a:gd name="T2" fmla="*/ 0 w 3979"/>
                  <a:gd name="T3" fmla="*/ 0 h 1962"/>
                  <a:gd name="T4" fmla="*/ 0 w 3979"/>
                  <a:gd name="T5" fmla="*/ 0 h 1962"/>
                  <a:gd name="T6" fmla="*/ 0 w 3979"/>
                  <a:gd name="T7" fmla="*/ 0 h 1962"/>
                  <a:gd name="T8" fmla="*/ 0 w 3979"/>
                  <a:gd name="T9" fmla="*/ 0 h 1962"/>
                  <a:gd name="T10" fmla="*/ 0 60000 65536"/>
                  <a:gd name="T11" fmla="*/ 0 60000 65536"/>
                  <a:gd name="T12" fmla="*/ 0 60000 65536"/>
                  <a:gd name="T13" fmla="*/ 0 60000 65536"/>
                  <a:gd name="T14" fmla="*/ 0 60000 65536"/>
                  <a:gd name="T15" fmla="*/ 0 w 3979"/>
                  <a:gd name="T16" fmla="*/ 0 h 1962"/>
                  <a:gd name="T17" fmla="*/ 3979 w 3979"/>
                  <a:gd name="T18" fmla="*/ 1962 h 1962"/>
                </a:gdLst>
                <a:ahLst/>
                <a:cxnLst>
                  <a:cxn ang="T10">
                    <a:pos x="T0" y="T1"/>
                  </a:cxn>
                  <a:cxn ang="T11">
                    <a:pos x="T2" y="T3"/>
                  </a:cxn>
                  <a:cxn ang="T12">
                    <a:pos x="T4" y="T5"/>
                  </a:cxn>
                  <a:cxn ang="T13">
                    <a:pos x="T6" y="T7"/>
                  </a:cxn>
                  <a:cxn ang="T14">
                    <a:pos x="T8" y="T9"/>
                  </a:cxn>
                </a:cxnLst>
                <a:rect l="T15" t="T16" r="T17" b="T18"/>
                <a:pathLst>
                  <a:path w="3979" h="1962">
                    <a:moveTo>
                      <a:pt x="0" y="977"/>
                    </a:moveTo>
                    <a:lnTo>
                      <a:pt x="1998" y="0"/>
                    </a:lnTo>
                    <a:lnTo>
                      <a:pt x="3979" y="977"/>
                    </a:lnTo>
                    <a:lnTo>
                      <a:pt x="1998" y="1962"/>
                    </a:lnTo>
                    <a:lnTo>
                      <a:pt x="0" y="977"/>
                    </a:lnTo>
                    <a:close/>
                  </a:path>
                </a:pathLst>
              </a:custGeom>
              <a:solidFill>
                <a:srgbClr val="0CC10C"/>
              </a:solidFill>
              <a:ln w="0">
                <a:solidFill>
                  <a:srgbClr val="000000"/>
                </a:solidFill>
                <a:round/>
                <a:headEnd/>
                <a:tailEnd/>
              </a:ln>
            </p:spPr>
            <p:txBody>
              <a:bodyPr/>
              <a:lstStyle/>
              <a:p>
                <a:endParaRPr lang="pt-BR"/>
              </a:p>
            </p:txBody>
          </p:sp>
          <p:sp>
            <p:nvSpPr>
              <p:cNvPr id="64" name="Freeform 803"/>
              <p:cNvSpPr>
                <a:spLocks/>
              </p:cNvSpPr>
              <p:nvPr/>
            </p:nvSpPr>
            <p:spPr bwMode="auto">
              <a:xfrm>
                <a:off x="2047" y="2282"/>
                <a:ext cx="497" cy="251"/>
              </a:xfrm>
              <a:custGeom>
                <a:avLst/>
                <a:gdLst>
                  <a:gd name="T0" fmla="*/ 0 w 3979"/>
                  <a:gd name="T1" fmla="*/ 0 h 2008"/>
                  <a:gd name="T2" fmla="*/ 0 w 3979"/>
                  <a:gd name="T3" fmla="*/ 0 h 2008"/>
                  <a:gd name="T4" fmla="*/ 0 w 3979"/>
                  <a:gd name="T5" fmla="*/ 0 h 2008"/>
                  <a:gd name="T6" fmla="*/ 0 w 3979"/>
                  <a:gd name="T7" fmla="*/ 0 h 2008"/>
                  <a:gd name="T8" fmla="*/ 0 w 3979"/>
                  <a:gd name="T9" fmla="*/ 0 h 2008"/>
                  <a:gd name="T10" fmla="*/ 0 60000 65536"/>
                  <a:gd name="T11" fmla="*/ 0 60000 65536"/>
                  <a:gd name="T12" fmla="*/ 0 60000 65536"/>
                  <a:gd name="T13" fmla="*/ 0 60000 65536"/>
                  <a:gd name="T14" fmla="*/ 0 60000 65536"/>
                  <a:gd name="T15" fmla="*/ 0 w 3979"/>
                  <a:gd name="T16" fmla="*/ 0 h 2008"/>
                  <a:gd name="T17" fmla="*/ 3979 w 3979"/>
                  <a:gd name="T18" fmla="*/ 2008 h 2008"/>
                </a:gdLst>
                <a:ahLst/>
                <a:cxnLst>
                  <a:cxn ang="T10">
                    <a:pos x="T0" y="T1"/>
                  </a:cxn>
                  <a:cxn ang="T11">
                    <a:pos x="T2" y="T3"/>
                  </a:cxn>
                  <a:cxn ang="T12">
                    <a:pos x="T4" y="T5"/>
                  </a:cxn>
                  <a:cxn ang="T13">
                    <a:pos x="T6" y="T7"/>
                  </a:cxn>
                  <a:cxn ang="T14">
                    <a:pos x="T8" y="T9"/>
                  </a:cxn>
                </a:cxnLst>
                <a:rect l="T15" t="T16" r="T17" b="T18"/>
                <a:pathLst>
                  <a:path w="3979" h="2008">
                    <a:moveTo>
                      <a:pt x="0" y="1001"/>
                    </a:moveTo>
                    <a:lnTo>
                      <a:pt x="1998" y="0"/>
                    </a:lnTo>
                    <a:lnTo>
                      <a:pt x="3979" y="1001"/>
                    </a:lnTo>
                    <a:lnTo>
                      <a:pt x="1998" y="2008"/>
                    </a:lnTo>
                    <a:lnTo>
                      <a:pt x="0" y="1001"/>
                    </a:lnTo>
                    <a:close/>
                  </a:path>
                </a:pathLst>
              </a:custGeom>
              <a:solidFill>
                <a:srgbClr val="0CC10C"/>
              </a:solidFill>
              <a:ln w="0">
                <a:solidFill>
                  <a:srgbClr val="000000"/>
                </a:solidFill>
                <a:round/>
                <a:headEnd/>
                <a:tailEnd/>
              </a:ln>
            </p:spPr>
            <p:txBody>
              <a:bodyPr/>
              <a:lstStyle/>
              <a:p>
                <a:endParaRPr lang="pt-BR"/>
              </a:p>
            </p:txBody>
          </p:sp>
          <p:sp>
            <p:nvSpPr>
              <p:cNvPr id="65" name="Rectangle 804"/>
              <p:cNvSpPr>
                <a:spLocks noChangeArrowheads="1"/>
              </p:cNvSpPr>
              <p:nvPr/>
            </p:nvSpPr>
            <p:spPr bwMode="auto">
              <a:xfrm>
                <a:off x="2047" y="1453"/>
                <a:ext cx="499" cy="222"/>
              </a:xfrm>
              <a:prstGeom prst="rect">
                <a:avLst/>
              </a:prstGeom>
              <a:solidFill>
                <a:srgbClr val="FFEA00"/>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6" name="Rectangle 805"/>
              <p:cNvSpPr>
                <a:spLocks noChangeArrowheads="1"/>
              </p:cNvSpPr>
              <p:nvPr/>
            </p:nvSpPr>
            <p:spPr bwMode="auto">
              <a:xfrm>
                <a:off x="2509" y="2055"/>
                <a:ext cx="408" cy="202"/>
              </a:xfrm>
              <a:prstGeom prst="rect">
                <a:avLst/>
              </a:prstGeom>
              <a:solidFill>
                <a:srgbClr val="FF0000"/>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7" name="Rectangle 806"/>
              <p:cNvSpPr>
                <a:spLocks noChangeArrowheads="1"/>
              </p:cNvSpPr>
              <p:nvPr/>
            </p:nvSpPr>
            <p:spPr bwMode="auto">
              <a:xfrm>
                <a:off x="2509" y="2533"/>
                <a:ext cx="408" cy="162"/>
              </a:xfrm>
              <a:prstGeom prst="rect">
                <a:avLst/>
              </a:prstGeom>
              <a:solidFill>
                <a:srgbClr val="FFEA00"/>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8" name="Freeform 807"/>
              <p:cNvSpPr>
                <a:spLocks/>
              </p:cNvSpPr>
              <p:nvPr/>
            </p:nvSpPr>
            <p:spPr bwMode="auto">
              <a:xfrm>
                <a:off x="2298" y="1782"/>
                <a:ext cx="703" cy="957"/>
              </a:xfrm>
              <a:custGeom>
                <a:avLst/>
                <a:gdLst>
                  <a:gd name="T0" fmla="*/ 0 w 5622"/>
                  <a:gd name="T1" fmla="*/ 0 h 7656"/>
                  <a:gd name="T2" fmla="*/ 0 w 5622"/>
                  <a:gd name="T3" fmla="*/ 0 h 7656"/>
                  <a:gd name="T4" fmla="*/ 0 w 5622"/>
                  <a:gd name="T5" fmla="*/ 0 h 7656"/>
                  <a:gd name="T6" fmla="*/ 0 60000 65536"/>
                  <a:gd name="T7" fmla="*/ 0 60000 65536"/>
                  <a:gd name="T8" fmla="*/ 0 60000 65536"/>
                  <a:gd name="T9" fmla="*/ 0 w 5622"/>
                  <a:gd name="T10" fmla="*/ 0 h 7656"/>
                  <a:gd name="T11" fmla="*/ 5622 w 5622"/>
                  <a:gd name="T12" fmla="*/ 7656 h 7656"/>
                </a:gdLst>
                <a:ahLst/>
                <a:cxnLst>
                  <a:cxn ang="T6">
                    <a:pos x="T0" y="T1"/>
                  </a:cxn>
                  <a:cxn ang="T7">
                    <a:pos x="T2" y="T3"/>
                  </a:cxn>
                  <a:cxn ang="T8">
                    <a:pos x="T4" y="T5"/>
                  </a:cxn>
                </a:cxnLst>
                <a:rect l="T9" t="T10" r="T11" b="T12"/>
                <a:pathLst>
                  <a:path w="5622" h="7656">
                    <a:moveTo>
                      <a:pt x="0" y="0"/>
                    </a:moveTo>
                    <a:lnTo>
                      <a:pt x="5622" y="0"/>
                    </a:lnTo>
                    <a:lnTo>
                      <a:pt x="5622" y="765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9" name="Freeform 808"/>
              <p:cNvSpPr>
                <a:spLocks/>
              </p:cNvSpPr>
              <p:nvPr/>
            </p:nvSpPr>
            <p:spPr bwMode="auto">
              <a:xfrm>
                <a:off x="1965" y="2073"/>
                <a:ext cx="333" cy="666"/>
              </a:xfrm>
              <a:custGeom>
                <a:avLst/>
                <a:gdLst>
                  <a:gd name="T0" fmla="*/ 0 w 2663"/>
                  <a:gd name="T1" fmla="*/ 0 h 5334"/>
                  <a:gd name="T2" fmla="*/ 0 w 2663"/>
                  <a:gd name="T3" fmla="*/ 0 h 5334"/>
                  <a:gd name="T4" fmla="*/ 0 w 2663"/>
                  <a:gd name="T5" fmla="*/ 0 h 5334"/>
                  <a:gd name="T6" fmla="*/ 0 60000 65536"/>
                  <a:gd name="T7" fmla="*/ 0 60000 65536"/>
                  <a:gd name="T8" fmla="*/ 0 60000 65536"/>
                  <a:gd name="T9" fmla="*/ 0 w 2663"/>
                  <a:gd name="T10" fmla="*/ 0 h 5334"/>
                  <a:gd name="T11" fmla="*/ 2663 w 2663"/>
                  <a:gd name="T12" fmla="*/ 5334 h 5334"/>
                </a:gdLst>
                <a:ahLst/>
                <a:cxnLst>
                  <a:cxn ang="T6">
                    <a:pos x="T0" y="T1"/>
                  </a:cxn>
                  <a:cxn ang="T7">
                    <a:pos x="T2" y="T3"/>
                  </a:cxn>
                  <a:cxn ang="T8">
                    <a:pos x="T4" y="T5"/>
                  </a:cxn>
                </a:cxnLst>
                <a:rect l="T9" t="T10" r="T11" b="T12"/>
                <a:pathLst>
                  <a:path w="2663" h="5334">
                    <a:moveTo>
                      <a:pt x="2663" y="0"/>
                    </a:moveTo>
                    <a:lnTo>
                      <a:pt x="0" y="0"/>
                    </a:lnTo>
                    <a:lnTo>
                      <a:pt x="0" y="533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0" name="Freeform 809"/>
              <p:cNvSpPr>
                <a:spLocks/>
              </p:cNvSpPr>
              <p:nvPr/>
            </p:nvSpPr>
            <p:spPr bwMode="auto">
              <a:xfrm>
                <a:off x="2277" y="1720"/>
                <a:ext cx="38" cy="41"/>
              </a:xfrm>
              <a:custGeom>
                <a:avLst/>
                <a:gdLst>
                  <a:gd name="T0" fmla="*/ 0 w 309"/>
                  <a:gd name="T1" fmla="*/ 0 h 332"/>
                  <a:gd name="T2" fmla="*/ 0 w 309"/>
                  <a:gd name="T3" fmla="*/ 0 h 332"/>
                  <a:gd name="T4" fmla="*/ 0 w 309"/>
                  <a:gd name="T5" fmla="*/ 0 h 332"/>
                  <a:gd name="T6" fmla="*/ 0 w 309"/>
                  <a:gd name="T7" fmla="*/ 0 h 332"/>
                  <a:gd name="T8" fmla="*/ 0 60000 65536"/>
                  <a:gd name="T9" fmla="*/ 0 60000 65536"/>
                  <a:gd name="T10" fmla="*/ 0 60000 65536"/>
                  <a:gd name="T11" fmla="*/ 0 60000 65536"/>
                  <a:gd name="T12" fmla="*/ 0 w 309"/>
                  <a:gd name="T13" fmla="*/ 0 h 332"/>
                  <a:gd name="T14" fmla="*/ 309 w 309"/>
                  <a:gd name="T15" fmla="*/ 332 h 332"/>
                </a:gdLst>
                <a:ahLst/>
                <a:cxnLst>
                  <a:cxn ang="T8">
                    <a:pos x="T0" y="T1"/>
                  </a:cxn>
                  <a:cxn ang="T9">
                    <a:pos x="T2" y="T3"/>
                  </a:cxn>
                  <a:cxn ang="T10">
                    <a:pos x="T4" y="T5"/>
                  </a:cxn>
                  <a:cxn ang="T11">
                    <a:pos x="T6" y="T7"/>
                  </a:cxn>
                </a:cxnLst>
                <a:rect l="T12" t="T13" r="T14" b="T15"/>
                <a:pathLst>
                  <a:path w="309" h="332">
                    <a:moveTo>
                      <a:pt x="169" y="332"/>
                    </a:moveTo>
                    <a:lnTo>
                      <a:pt x="0" y="0"/>
                    </a:lnTo>
                    <a:lnTo>
                      <a:pt x="309" y="0"/>
                    </a:lnTo>
                    <a:lnTo>
                      <a:pt x="169" y="3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 name="Freeform 810"/>
              <p:cNvSpPr>
                <a:spLocks/>
              </p:cNvSpPr>
              <p:nvPr/>
            </p:nvSpPr>
            <p:spPr bwMode="auto">
              <a:xfrm>
                <a:off x="2734" y="1992"/>
                <a:ext cx="38" cy="39"/>
              </a:xfrm>
              <a:custGeom>
                <a:avLst/>
                <a:gdLst>
                  <a:gd name="T0" fmla="*/ 0 w 311"/>
                  <a:gd name="T1" fmla="*/ 0 h 316"/>
                  <a:gd name="T2" fmla="*/ 0 w 311"/>
                  <a:gd name="T3" fmla="*/ 0 h 316"/>
                  <a:gd name="T4" fmla="*/ 0 w 311"/>
                  <a:gd name="T5" fmla="*/ 0 h 316"/>
                  <a:gd name="T6" fmla="*/ 0 w 311"/>
                  <a:gd name="T7" fmla="*/ 0 h 316"/>
                  <a:gd name="T8" fmla="*/ 0 60000 65536"/>
                  <a:gd name="T9" fmla="*/ 0 60000 65536"/>
                  <a:gd name="T10" fmla="*/ 0 60000 65536"/>
                  <a:gd name="T11" fmla="*/ 0 60000 65536"/>
                  <a:gd name="T12" fmla="*/ 0 w 311"/>
                  <a:gd name="T13" fmla="*/ 0 h 316"/>
                  <a:gd name="T14" fmla="*/ 311 w 311"/>
                  <a:gd name="T15" fmla="*/ 316 h 316"/>
                </a:gdLst>
                <a:ahLst/>
                <a:cxnLst>
                  <a:cxn ang="T8">
                    <a:pos x="T0" y="T1"/>
                  </a:cxn>
                  <a:cxn ang="T9">
                    <a:pos x="T2" y="T3"/>
                  </a:cxn>
                  <a:cxn ang="T10">
                    <a:pos x="T4" y="T5"/>
                  </a:cxn>
                  <a:cxn ang="T11">
                    <a:pos x="T6" y="T7"/>
                  </a:cxn>
                </a:cxnLst>
                <a:rect l="T12" t="T13" r="T14" b="T15"/>
                <a:pathLst>
                  <a:path w="311" h="316">
                    <a:moveTo>
                      <a:pt x="157" y="316"/>
                    </a:moveTo>
                    <a:lnTo>
                      <a:pt x="0" y="0"/>
                    </a:lnTo>
                    <a:lnTo>
                      <a:pt x="311" y="0"/>
                    </a:lnTo>
                    <a:lnTo>
                      <a:pt x="157" y="3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 name="Freeform 811"/>
              <p:cNvSpPr>
                <a:spLocks/>
              </p:cNvSpPr>
              <p:nvPr/>
            </p:nvSpPr>
            <p:spPr bwMode="auto">
              <a:xfrm>
                <a:off x="2734" y="2470"/>
                <a:ext cx="38" cy="40"/>
              </a:xfrm>
              <a:custGeom>
                <a:avLst/>
                <a:gdLst>
                  <a:gd name="T0" fmla="*/ 0 w 311"/>
                  <a:gd name="T1" fmla="*/ 0 h 323"/>
                  <a:gd name="T2" fmla="*/ 0 w 311"/>
                  <a:gd name="T3" fmla="*/ 0 h 323"/>
                  <a:gd name="T4" fmla="*/ 0 w 311"/>
                  <a:gd name="T5" fmla="*/ 0 h 323"/>
                  <a:gd name="T6" fmla="*/ 0 w 311"/>
                  <a:gd name="T7" fmla="*/ 0 h 323"/>
                  <a:gd name="T8" fmla="*/ 0 60000 65536"/>
                  <a:gd name="T9" fmla="*/ 0 60000 65536"/>
                  <a:gd name="T10" fmla="*/ 0 60000 65536"/>
                  <a:gd name="T11" fmla="*/ 0 60000 65536"/>
                  <a:gd name="T12" fmla="*/ 0 w 311"/>
                  <a:gd name="T13" fmla="*/ 0 h 323"/>
                  <a:gd name="T14" fmla="*/ 311 w 311"/>
                  <a:gd name="T15" fmla="*/ 323 h 323"/>
                </a:gdLst>
                <a:ahLst/>
                <a:cxnLst>
                  <a:cxn ang="T8">
                    <a:pos x="T0" y="T1"/>
                  </a:cxn>
                  <a:cxn ang="T9">
                    <a:pos x="T2" y="T3"/>
                  </a:cxn>
                  <a:cxn ang="T10">
                    <a:pos x="T4" y="T5"/>
                  </a:cxn>
                  <a:cxn ang="T11">
                    <a:pos x="T6" y="T7"/>
                  </a:cxn>
                </a:cxnLst>
                <a:rect l="T12" t="T13" r="T14" b="T15"/>
                <a:pathLst>
                  <a:path w="311" h="323">
                    <a:moveTo>
                      <a:pt x="157" y="323"/>
                    </a:moveTo>
                    <a:lnTo>
                      <a:pt x="0" y="0"/>
                    </a:lnTo>
                    <a:lnTo>
                      <a:pt x="311" y="0"/>
                    </a:lnTo>
                    <a:lnTo>
                      <a:pt x="157" y="3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 name="Freeform 812"/>
              <p:cNvSpPr>
                <a:spLocks/>
              </p:cNvSpPr>
              <p:nvPr/>
            </p:nvSpPr>
            <p:spPr bwMode="auto">
              <a:xfrm>
                <a:off x="2277" y="2219"/>
                <a:ext cx="38" cy="40"/>
              </a:xfrm>
              <a:custGeom>
                <a:avLst/>
                <a:gdLst>
                  <a:gd name="T0" fmla="*/ 0 w 309"/>
                  <a:gd name="T1" fmla="*/ 0 h 325"/>
                  <a:gd name="T2" fmla="*/ 0 w 309"/>
                  <a:gd name="T3" fmla="*/ 0 h 325"/>
                  <a:gd name="T4" fmla="*/ 0 w 309"/>
                  <a:gd name="T5" fmla="*/ 0 h 325"/>
                  <a:gd name="T6" fmla="*/ 0 w 309"/>
                  <a:gd name="T7" fmla="*/ 0 h 325"/>
                  <a:gd name="T8" fmla="*/ 0 60000 65536"/>
                  <a:gd name="T9" fmla="*/ 0 60000 65536"/>
                  <a:gd name="T10" fmla="*/ 0 60000 65536"/>
                  <a:gd name="T11" fmla="*/ 0 60000 65536"/>
                  <a:gd name="T12" fmla="*/ 0 w 309"/>
                  <a:gd name="T13" fmla="*/ 0 h 325"/>
                  <a:gd name="T14" fmla="*/ 309 w 309"/>
                  <a:gd name="T15" fmla="*/ 325 h 325"/>
                </a:gdLst>
                <a:ahLst/>
                <a:cxnLst>
                  <a:cxn ang="T8">
                    <a:pos x="T0" y="T1"/>
                  </a:cxn>
                  <a:cxn ang="T9">
                    <a:pos x="T2" y="T3"/>
                  </a:cxn>
                  <a:cxn ang="T10">
                    <a:pos x="T4" y="T5"/>
                  </a:cxn>
                  <a:cxn ang="T11">
                    <a:pos x="T6" y="T7"/>
                  </a:cxn>
                </a:cxnLst>
                <a:rect l="T12" t="T13" r="T14" b="T15"/>
                <a:pathLst>
                  <a:path w="309" h="325">
                    <a:moveTo>
                      <a:pt x="169" y="325"/>
                    </a:moveTo>
                    <a:lnTo>
                      <a:pt x="0" y="0"/>
                    </a:lnTo>
                    <a:lnTo>
                      <a:pt x="309" y="0"/>
                    </a:lnTo>
                    <a:lnTo>
                      <a:pt x="169"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 name="Freeform 813"/>
              <p:cNvSpPr>
                <a:spLocks/>
              </p:cNvSpPr>
              <p:nvPr/>
            </p:nvSpPr>
            <p:spPr bwMode="auto">
              <a:xfrm>
                <a:off x="1945" y="2219"/>
                <a:ext cx="39" cy="40"/>
              </a:xfrm>
              <a:custGeom>
                <a:avLst/>
                <a:gdLst>
                  <a:gd name="T0" fmla="*/ 0 w 316"/>
                  <a:gd name="T1" fmla="*/ 0 h 325"/>
                  <a:gd name="T2" fmla="*/ 0 w 316"/>
                  <a:gd name="T3" fmla="*/ 0 h 325"/>
                  <a:gd name="T4" fmla="*/ 0 w 316"/>
                  <a:gd name="T5" fmla="*/ 0 h 325"/>
                  <a:gd name="T6" fmla="*/ 0 w 316"/>
                  <a:gd name="T7" fmla="*/ 0 h 325"/>
                  <a:gd name="T8" fmla="*/ 0 60000 65536"/>
                  <a:gd name="T9" fmla="*/ 0 60000 65536"/>
                  <a:gd name="T10" fmla="*/ 0 60000 65536"/>
                  <a:gd name="T11" fmla="*/ 0 60000 65536"/>
                  <a:gd name="T12" fmla="*/ 0 w 316"/>
                  <a:gd name="T13" fmla="*/ 0 h 325"/>
                  <a:gd name="T14" fmla="*/ 316 w 316"/>
                  <a:gd name="T15" fmla="*/ 325 h 325"/>
                </a:gdLst>
                <a:ahLst/>
                <a:cxnLst>
                  <a:cxn ang="T8">
                    <a:pos x="T0" y="T1"/>
                  </a:cxn>
                  <a:cxn ang="T9">
                    <a:pos x="T2" y="T3"/>
                  </a:cxn>
                  <a:cxn ang="T10">
                    <a:pos x="T4" y="T5"/>
                  </a:cxn>
                  <a:cxn ang="T11">
                    <a:pos x="T6" y="T7"/>
                  </a:cxn>
                </a:cxnLst>
                <a:rect l="T12" t="T13" r="T14" b="T15"/>
                <a:pathLst>
                  <a:path w="316" h="325">
                    <a:moveTo>
                      <a:pt x="162" y="325"/>
                    </a:moveTo>
                    <a:lnTo>
                      <a:pt x="0" y="0"/>
                    </a:lnTo>
                    <a:lnTo>
                      <a:pt x="316" y="0"/>
                    </a:lnTo>
                    <a:lnTo>
                      <a:pt x="162"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 name="Freeform 814"/>
              <p:cNvSpPr>
                <a:spLocks/>
              </p:cNvSpPr>
              <p:nvPr/>
            </p:nvSpPr>
            <p:spPr bwMode="auto">
              <a:xfrm>
                <a:off x="2981" y="2344"/>
                <a:ext cx="39" cy="42"/>
              </a:xfrm>
              <a:custGeom>
                <a:avLst/>
                <a:gdLst>
                  <a:gd name="T0" fmla="*/ 0 w 309"/>
                  <a:gd name="T1" fmla="*/ 0 h 332"/>
                  <a:gd name="T2" fmla="*/ 0 w 309"/>
                  <a:gd name="T3" fmla="*/ 0 h 332"/>
                  <a:gd name="T4" fmla="*/ 0 w 309"/>
                  <a:gd name="T5" fmla="*/ 0 h 332"/>
                  <a:gd name="T6" fmla="*/ 0 w 309"/>
                  <a:gd name="T7" fmla="*/ 0 h 332"/>
                  <a:gd name="T8" fmla="*/ 0 60000 65536"/>
                  <a:gd name="T9" fmla="*/ 0 60000 65536"/>
                  <a:gd name="T10" fmla="*/ 0 60000 65536"/>
                  <a:gd name="T11" fmla="*/ 0 60000 65536"/>
                  <a:gd name="T12" fmla="*/ 0 w 309"/>
                  <a:gd name="T13" fmla="*/ 0 h 332"/>
                  <a:gd name="T14" fmla="*/ 309 w 309"/>
                  <a:gd name="T15" fmla="*/ 332 h 332"/>
                </a:gdLst>
                <a:ahLst/>
                <a:cxnLst>
                  <a:cxn ang="T8">
                    <a:pos x="T0" y="T1"/>
                  </a:cxn>
                  <a:cxn ang="T9">
                    <a:pos x="T2" y="T3"/>
                  </a:cxn>
                  <a:cxn ang="T10">
                    <a:pos x="T4" y="T5"/>
                  </a:cxn>
                  <a:cxn ang="T11">
                    <a:pos x="T6" y="T7"/>
                  </a:cxn>
                </a:cxnLst>
                <a:rect l="T12" t="T13" r="T14" b="T15"/>
                <a:pathLst>
                  <a:path w="309" h="332">
                    <a:moveTo>
                      <a:pt x="168" y="332"/>
                    </a:moveTo>
                    <a:lnTo>
                      <a:pt x="0" y="0"/>
                    </a:lnTo>
                    <a:lnTo>
                      <a:pt x="309" y="0"/>
                    </a:lnTo>
                    <a:lnTo>
                      <a:pt x="168" y="3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19" name="Group 815"/>
            <p:cNvGrpSpPr>
              <a:grpSpLocks/>
            </p:cNvGrpSpPr>
            <p:nvPr/>
          </p:nvGrpSpPr>
          <p:grpSpPr bwMode="auto">
            <a:xfrm>
              <a:off x="2276" y="2990"/>
              <a:ext cx="646" cy="520"/>
              <a:chOff x="1837" y="1414"/>
              <a:chExt cx="1488" cy="1497"/>
            </a:xfrm>
          </p:grpSpPr>
          <p:sp>
            <p:nvSpPr>
              <p:cNvPr id="20" name="Freeform 816"/>
              <p:cNvSpPr>
                <a:spLocks/>
              </p:cNvSpPr>
              <p:nvPr/>
            </p:nvSpPr>
            <p:spPr bwMode="auto">
              <a:xfrm>
                <a:off x="2000" y="1585"/>
                <a:ext cx="1325" cy="1326"/>
              </a:xfrm>
              <a:custGeom>
                <a:avLst/>
                <a:gdLst>
                  <a:gd name="T0" fmla="*/ 0 w 10596"/>
                  <a:gd name="T1" fmla="*/ 0 h 10610"/>
                  <a:gd name="T2" fmla="*/ 0 w 10596"/>
                  <a:gd name="T3" fmla="*/ 0 h 10610"/>
                  <a:gd name="T4" fmla="*/ 0 w 10596"/>
                  <a:gd name="T5" fmla="*/ 0 h 10610"/>
                  <a:gd name="T6" fmla="*/ 0 w 10596"/>
                  <a:gd name="T7" fmla="*/ 0 h 10610"/>
                  <a:gd name="T8" fmla="*/ 0 w 10596"/>
                  <a:gd name="T9" fmla="*/ 0 h 10610"/>
                  <a:gd name="T10" fmla="*/ 0 w 10596"/>
                  <a:gd name="T11" fmla="*/ 0 h 10610"/>
                  <a:gd name="T12" fmla="*/ 0 w 10596"/>
                  <a:gd name="T13" fmla="*/ 0 h 10610"/>
                  <a:gd name="T14" fmla="*/ 0 60000 65536"/>
                  <a:gd name="T15" fmla="*/ 0 60000 65536"/>
                  <a:gd name="T16" fmla="*/ 0 60000 65536"/>
                  <a:gd name="T17" fmla="*/ 0 60000 65536"/>
                  <a:gd name="T18" fmla="*/ 0 60000 65536"/>
                  <a:gd name="T19" fmla="*/ 0 60000 65536"/>
                  <a:gd name="T20" fmla="*/ 0 60000 65536"/>
                  <a:gd name="T21" fmla="*/ 0 w 10596"/>
                  <a:gd name="T22" fmla="*/ 0 h 10610"/>
                  <a:gd name="T23" fmla="*/ 10596 w 10596"/>
                  <a:gd name="T24" fmla="*/ 10610 h 106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596" h="10610">
                    <a:moveTo>
                      <a:pt x="9269" y="0"/>
                    </a:moveTo>
                    <a:lnTo>
                      <a:pt x="9269" y="9283"/>
                    </a:lnTo>
                    <a:lnTo>
                      <a:pt x="0" y="9283"/>
                    </a:lnTo>
                    <a:lnTo>
                      <a:pt x="0" y="10610"/>
                    </a:lnTo>
                    <a:lnTo>
                      <a:pt x="10596" y="10610"/>
                    </a:lnTo>
                    <a:lnTo>
                      <a:pt x="10596" y="0"/>
                    </a:lnTo>
                    <a:lnTo>
                      <a:pt x="92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 name="Rectangle 817"/>
              <p:cNvSpPr>
                <a:spLocks noChangeArrowheads="1"/>
              </p:cNvSpPr>
              <p:nvPr/>
            </p:nvSpPr>
            <p:spPr bwMode="auto">
              <a:xfrm>
                <a:off x="1837" y="1414"/>
                <a:ext cx="1326" cy="1338"/>
              </a:xfrm>
              <a:prstGeom prst="rect">
                <a:avLst/>
              </a:prstGeom>
              <a:solidFill>
                <a:srgbClr val="FFFFFF"/>
              </a:solidFill>
              <a:ln w="3175">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22" name="Rectangle 818"/>
              <p:cNvSpPr>
                <a:spLocks noChangeArrowheads="1"/>
              </p:cNvSpPr>
              <p:nvPr/>
            </p:nvSpPr>
            <p:spPr bwMode="auto">
              <a:xfrm>
                <a:off x="1837" y="1414"/>
                <a:ext cx="414" cy="1338"/>
              </a:xfrm>
              <a:prstGeom prst="rect">
                <a:avLst/>
              </a:prstGeom>
              <a:solidFill>
                <a:srgbClr val="00EAFF"/>
              </a:solidFill>
              <a:ln w="3175">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23" name="Line 819"/>
              <p:cNvSpPr>
                <a:spLocks noChangeShapeType="1"/>
              </p:cNvSpPr>
              <p:nvPr/>
            </p:nvSpPr>
            <p:spPr bwMode="auto">
              <a:xfrm>
                <a:off x="2256" y="1580"/>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4" name="Line 820"/>
              <p:cNvSpPr>
                <a:spLocks noChangeShapeType="1"/>
              </p:cNvSpPr>
              <p:nvPr/>
            </p:nvSpPr>
            <p:spPr bwMode="auto">
              <a:xfrm>
                <a:off x="2256" y="1747"/>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5" name="Line 821"/>
              <p:cNvSpPr>
                <a:spLocks noChangeShapeType="1"/>
              </p:cNvSpPr>
              <p:nvPr/>
            </p:nvSpPr>
            <p:spPr bwMode="auto">
              <a:xfrm>
                <a:off x="2256" y="1917"/>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6" name="Line 822"/>
              <p:cNvSpPr>
                <a:spLocks noChangeShapeType="1"/>
              </p:cNvSpPr>
              <p:nvPr/>
            </p:nvSpPr>
            <p:spPr bwMode="auto">
              <a:xfrm>
                <a:off x="2256" y="2083"/>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7" name="Line 823"/>
              <p:cNvSpPr>
                <a:spLocks noChangeShapeType="1"/>
              </p:cNvSpPr>
              <p:nvPr/>
            </p:nvSpPr>
            <p:spPr bwMode="auto">
              <a:xfrm>
                <a:off x="2256" y="2250"/>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 name="Line 824"/>
              <p:cNvSpPr>
                <a:spLocks noChangeShapeType="1"/>
              </p:cNvSpPr>
              <p:nvPr/>
            </p:nvSpPr>
            <p:spPr bwMode="auto">
              <a:xfrm>
                <a:off x="2256" y="2416"/>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9" name="Line 825"/>
              <p:cNvSpPr>
                <a:spLocks noChangeShapeType="1"/>
              </p:cNvSpPr>
              <p:nvPr/>
            </p:nvSpPr>
            <p:spPr bwMode="auto">
              <a:xfrm>
                <a:off x="2256" y="2584"/>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0" name="Line 826"/>
              <p:cNvSpPr>
                <a:spLocks noChangeShapeType="1"/>
              </p:cNvSpPr>
              <p:nvPr/>
            </p:nvSpPr>
            <p:spPr bwMode="auto">
              <a:xfrm>
                <a:off x="2420" y="1414"/>
                <a:ext cx="1" cy="1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 name="Line 827"/>
              <p:cNvSpPr>
                <a:spLocks noChangeShapeType="1"/>
              </p:cNvSpPr>
              <p:nvPr/>
            </p:nvSpPr>
            <p:spPr bwMode="auto">
              <a:xfrm>
                <a:off x="2261" y="1414"/>
                <a:ext cx="1" cy="1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 name="Line 828"/>
              <p:cNvSpPr>
                <a:spLocks noChangeShapeType="1"/>
              </p:cNvSpPr>
              <p:nvPr/>
            </p:nvSpPr>
            <p:spPr bwMode="auto">
              <a:xfrm>
                <a:off x="2584" y="1414"/>
                <a:ext cx="1" cy="1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 name="Line 829"/>
              <p:cNvSpPr>
                <a:spLocks noChangeShapeType="1"/>
              </p:cNvSpPr>
              <p:nvPr/>
            </p:nvSpPr>
            <p:spPr bwMode="auto">
              <a:xfrm>
                <a:off x="2750" y="1414"/>
                <a:ext cx="1" cy="1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4" name="Line 830"/>
              <p:cNvSpPr>
                <a:spLocks noChangeShapeType="1"/>
              </p:cNvSpPr>
              <p:nvPr/>
            </p:nvSpPr>
            <p:spPr bwMode="auto">
              <a:xfrm>
                <a:off x="2916" y="1414"/>
                <a:ext cx="1" cy="1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 name="Line 831"/>
              <p:cNvSpPr>
                <a:spLocks noChangeShapeType="1"/>
              </p:cNvSpPr>
              <p:nvPr/>
            </p:nvSpPr>
            <p:spPr bwMode="auto">
              <a:xfrm>
                <a:off x="3083" y="1414"/>
                <a:ext cx="1" cy="1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6" name="Line 832"/>
              <p:cNvSpPr>
                <a:spLocks noChangeShapeType="1"/>
              </p:cNvSpPr>
              <p:nvPr/>
            </p:nvSpPr>
            <p:spPr bwMode="auto">
              <a:xfrm>
                <a:off x="2254" y="1497"/>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7" name="Line 833"/>
              <p:cNvSpPr>
                <a:spLocks noChangeShapeType="1"/>
              </p:cNvSpPr>
              <p:nvPr/>
            </p:nvSpPr>
            <p:spPr bwMode="auto">
              <a:xfrm>
                <a:off x="2254" y="2001"/>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8" name="Line 834"/>
              <p:cNvSpPr>
                <a:spLocks noChangeShapeType="1"/>
              </p:cNvSpPr>
              <p:nvPr/>
            </p:nvSpPr>
            <p:spPr bwMode="auto">
              <a:xfrm>
                <a:off x="2254" y="1666"/>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9" name="Line 835"/>
              <p:cNvSpPr>
                <a:spLocks noChangeShapeType="1"/>
              </p:cNvSpPr>
              <p:nvPr/>
            </p:nvSpPr>
            <p:spPr bwMode="auto">
              <a:xfrm>
                <a:off x="2254" y="2167"/>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0" name="Line 836"/>
              <p:cNvSpPr>
                <a:spLocks noChangeShapeType="1"/>
              </p:cNvSpPr>
              <p:nvPr/>
            </p:nvSpPr>
            <p:spPr bwMode="auto">
              <a:xfrm>
                <a:off x="2254" y="2502"/>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 name="Line 837"/>
              <p:cNvSpPr>
                <a:spLocks noChangeShapeType="1"/>
              </p:cNvSpPr>
              <p:nvPr/>
            </p:nvSpPr>
            <p:spPr bwMode="auto">
              <a:xfrm>
                <a:off x="2254" y="1833"/>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 name="Line 838"/>
              <p:cNvSpPr>
                <a:spLocks noChangeShapeType="1"/>
              </p:cNvSpPr>
              <p:nvPr/>
            </p:nvSpPr>
            <p:spPr bwMode="auto">
              <a:xfrm>
                <a:off x="2254" y="2335"/>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 name="Line 839"/>
              <p:cNvSpPr>
                <a:spLocks noChangeShapeType="1"/>
              </p:cNvSpPr>
              <p:nvPr/>
            </p:nvSpPr>
            <p:spPr bwMode="auto">
              <a:xfrm>
                <a:off x="2254" y="2668"/>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 name="Freeform 840"/>
              <p:cNvSpPr>
                <a:spLocks/>
              </p:cNvSpPr>
              <p:nvPr/>
            </p:nvSpPr>
            <p:spPr bwMode="auto">
              <a:xfrm>
                <a:off x="1962" y="1497"/>
                <a:ext cx="248" cy="250"/>
              </a:xfrm>
              <a:custGeom>
                <a:avLst/>
                <a:gdLst>
                  <a:gd name="T0" fmla="*/ 0 w 1983"/>
                  <a:gd name="T1" fmla="*/ 0 h 1996"/>
                  <a:gd name="T2" fmla="*/ 0 w 1983"/>
                  <a:gd name="T3" fmla="*/ 0 h 1996"/>
                  <a:gd name="T4" fmla="*/ 0 w 1983"/>
                  <a:gd name="T5" fmla="*/ 0 h 1996"/>
                  <a:gd name="T6" fmla="*/ 0 w 1983"/>
                  <a:gd name="T7" fmla="*/ 0 h 1996"/>
                  <a:gd name="T8" fmla="*/ 0 60000 65536"/>
                  <a:gd name="T9" fmla="*/ 0 60000 65536"/>
                  <a:gd name="T10" fmla="*/ 0 60000 65536"/>
                  <a:gd name="T11" fmla="*/ 0 60000 65536"/>
                  <a:gd name="T12" fmla="*/ 0 w 1983"/>
                  <a:gd name="T13" fmla="*/ 0 h 1996"/>
                  <a:gd name="T14" fmla="*/ 1983 w 1983"/>
                  <a:gd name="T15" fmla="*/ 1996 h 1996"/>
                </a:gdLst>
                <a:ahLst/>
                <a:cxnLst>
                  <a:cxn ang="T8">
                    <a:pos x="T0" y="T1"/>
                  </a:cxn>
                  <a:cxn ang="T9">
                    <a:pos x="T2" y="T3"/>
                  </a:cxn>
                  <a:cxn ang="T10">
                    <a:pos x="T4" y="T5"/>
                  </a:cxn>
                  <a:cxn ang="T11">
                    <a:pos x="T6" y="T7"/>
                  </a:cxn>
                </a:cxnLst>
                <a:rect l="T12" t="T13" r="T14" b="T15"/>
                <a:pathLst>
                  <a:path w="1983" h="1996">
                    <a:moveTo>
                      <a:pt x="1983" y="0"/>
                    </a:moveTo>
                    <a:lnTo>
                      <a:pt x="0" y="1996"/>
                    </a:lnTo>
                    <a:lnTo>
                      <a:pt x="1983" y="1996"/>
                    </a:lnTo>
                    <a:lnTo>
                      <a:pt x="198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 name="Freeform 841"/>
              <p:cNvSpPr>
                <a:spLocks/>
              </p:cNvSpPr>
              <p:nvPr/>
            </p:nvSpPr>
            <p:spPr bwMode="auto">
              <a:xfrm>
                <a:off x="1962" y="1497"/>
                <a:ext cx="248" cy="250"/>
              </a:xfrm>
              <a:custGeom>
                <a:avLst/>
                <a:gdLst>
                  <a:gd name="T0" fmla="*/ 0 w 1983"/>
                  <a:gd name="T1" fmla="*/ 0 h 1996"/>
                  <a:gd name="T2" fmla="*/ 0 w 1983"/>
                  <a:gd name="T3" fmla="*/ 0 h 1996"/>
                  <a:gd name="T4" fmla="*/ 0 w 1983"/>
                  <a:gd name="T5" fmla="*/ 0 h 1996"/>
                  <a:gd name="T6" fmla="*/ 0 w 1983"/>
                  <a:gd name="T7" fmla="*/ 0 h 1996"/>
                  <a:gd name="T8" fmla="*/ 0 60000 65536"/>
                  <a:gd name="T9" fmla="*/ 0 60000 65536"/>
                  <a:gd name="T10" fmla="*/ 0 60000 65536"/>
                  <a:gd name="T11" fmla="*/ 0 60000 65536"/>
                  <a:gd name="T12" fmla="*/ 0 w 1983"/>
                  <a:gd name="T13" fmla="*/ 0 h 1996"/>
                  <a:gd name="T14" fmla="*/ 1983 w 1983"/>
                  <a:gd name="T15" fmla="*/ 1996 h 1996"/>
                </a:gdLst>
                <a:ahLst/>
                <a:cxnLst>
                  <a:cxn ang="T8">
                    <a:pos x="T0" y="T1"/>
                  </a:cxn>
                  <a:cxn ang="T9">
                    <a:pos x="T2" y="T3"/>
                  </a:cxn>
                  <a:cxn ang="T10">
                    <a:pos x="T4" y="T5"/>
                  </a:cxn>
                  <a:cxn ang="T11">
                    <a:pos x="T6" y="T7"/>
                  </a:cxn>
                </a:cxnLst>
                <a:rect l="T12" t="T13" r="T14" b="T15"/>
                <a:pathLst>
                  <a:path w="1983" h="1996">
                    <a:moveTo>
                      <a:pt x="1983" y="0"/>
                    </a:moveTo>
                    <a:lnTo>
                      <a:pt x="0" y="0"/>
                    </a:lnTo>
                    <a:lnTo>
                      <a:pt x="0" y="1996"/>
                    </a:lnTo>
                    <a:lnTo>
                      <a:pt x="1983" y="0"/>
                    </a:lnTo>
                    <a:close/>
                  </a:path>
                </a:pathLst>
              </a:custGeom>
              <a:solidFill>
                <a:srgbClr val="FFFFFF"/>
              </a:solidFill>
              <a:ln w="0">
                <a:solidFill>
                  <a:srgbClr val="000000"/>
                </a:solidFill>
                <a:round/>
                <a:headEnd/>
                <a:tailEnd/>
              </a:ln>
            </p:spPr>
            <p:txBody>
              <a:bodyPr/>
              <a:lstStyle/>
              <a:p>
                <a:endParaRPr lang="pt-BR"/>
              </a:p>
            </p:txBody>
          </p:sp>
          <p:sp>
            <p:nvSpPr>
              <p:cNvPr id="46" name="Rectangle 842"/>
              <p:cNvSpPr>
                <a:spLocks noChangeArrowheads="1"/>
              </p:cNvSpPr>
              <p:nvPr/>
            </p:nvSpPr>
            <p:spPr bwMode="auto">
              <a:xfrm>
                <a:off x="2006" y="1543"/>
                <a:ext cx="153" cy="157"/>
              </a:xfrm>
              <a:prstGeom prst="rect">
                <a:avLst/>
              </a:prstGeom>
              <a:solidFill>
                <a:srgbClr val="FF0000"/>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7" name="Freeform 843"/>
              <p:cNvSpPr>
                <a:spLocks/>
              </p:cNvSpPr>
              <p:nvPr/>
            </p:nvSpPr>
            <p:spPr bwMode="auto">
              <a:xfrm>
                <a:off x="1962" y="1833"/>
                <a:ext cx="248" cy="250"/>
              </a:xfrm>
              <a:custGeom>
                <a:avLst/>
                <a:gdLst>
                  <a:gd name="T0" fmla="*/ 0 w 1983"/>
                  <a:gd name="T1" fmla="*/ 0 h 2002"/>
                  <a:gd name="T2" fmla="*/ 0 w 1983"/>
                  <a:gd name="T3" fmla="*/ 0 h 2002"/>
                  <a:gd name="T4" fmla="*/ 0 w 1983"/>
                  <a:gd name="T5" fmla="*/ 0 h 2002"/>
                  <a:gd name="T6" fmla="*/ 0 w 1983"/>
                  <a:gd name="T7" fmla="*/ 0 h 2002"/>
                  <a:gd name="T8" fmla="*/ 0 60000 65536"/>
                  <a:gd name="T9" fmla="*/ 0 60000 65536"/>
                  <a:gd name="T10" fmla="*/ 0 60000 65536"/>
                  <a:gd name="T11" fmla="*/ 0 60000 65536"/>
                  <a:gd name="T12" fmla="*/ 0 w 1983"/>
                  <a:gd name="T13" fmla="*/ 0 h 2002"/>
                  <a:gd name="T14" fmla="*/ 1983 w 1983"/>
                  <a:gd name="T15" fmla="*/ 2002 h 2002"/>
                </a:gdLst>
                <a:ahLst/>
                <a:cxnLst>
                  <a:cxn ang="T8">
                    <a:pos x="T0" y="T1"/>
                  </a:cxn>
                  <a:cxn ang="T9">
                    <a:pos x="T2" y="T3"/>
                  </a:cxn>
                  <a:cxn ang="T10">
                    <a:pos x="T4" y="T5"/>
                  </a:cxn>
                  <a:cxn ang="T11">
                    <a:pos x="T6" y="T7"/>
                  </a:cxn>
                </a:cxnLst>
                <a:rect l="T12" t="T13" r="T14" b="T15"/>
                <a:pathLst>
                  <a:path w="1983" h="2002">
                    <a:moveTo>
                      <a:pt x="1983" y="0"/>
                    </a:moveTo>
                    <a:lnTo>
                      <a:pt x="0" y="2002"/>
                    </a:lnTo>
                    <a:lnTo>
                      <a:pt x="1983" y="2002"/>
                    </a:lnTo>
                    <a:lnTo>
                      <a:pt x="198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 name="Freeform 844"/>
              <p:cNvSpPr>
                <a:spLocks/>
              </p:cNvSpPr>
              <p:nvPr/>
            </p:nvSpPr>
            <p:spPr bwMode="auto">
              <a:xfrm>
                <a:off x="1962" y="1833"/>
                <a:ext cx="248" cy="250"/>
              </a:xfrm>
              <a:custGeom>
                <a:avLst/>
                <a:gdLst>
                  <a:gd name="T0" fmla="*/ 0 w 1983"/>
                  <a:gd name="T1" fmla="*/ 0 h 2002"/>
                  <a:gd name="T2" fmla="*/ 0 w 1983"/>
                  <a:gd name="T3" fmla="*/ 0 h 2002"/>
                  <a:gd name="T4" fmla="*/ 0 w 1983"/>
                  <a:gd name="T5" fmla="*/ 0 h 2002"/>
                  <a:gd name="T6" fmla="*/ 0 w 1983"/>
                  <a:gd name="T7" fmla="*/ 0 h 2002"/>
                  <a:gd name="T8" fmla="*/ 0 60000 65536"/>
                  <a:gd name="T9" fmla="*/ 0 60000 65536"/>
                  <a:gd name="T10" fmla="*/ 0 60000 65536"/>
                  <a:gd name="T11" fmla="*/ 0 60000 65536"/>
                  <a:gd name="T12" fmla="*/ 0 w 1983"/>
                  <a:gd name="T13" fmla="*/ 0 h 2002"/>
                  <a:gd name="T14" fmla="*/ 1983 w 1983"/>
                  <a:gd name="T15" fmla="*/ 2002 h 2002"/>
                </a:gdLst>
                <a:ahLst/>
                <a:cxnLst>
                  <a:cxn ang="T8">
                    <a:pos x="T0" y="T1"/>
                  </a:cxn>
                  <a:cxn ang="T9">
                    <a:pos x="T2" y="T3"/>
                  </a:cxn>
                  <a:cxn ang="T10">
                    <a:pos x="T4" y="T5"/>
                  </a:cxn>
                  <a:cxn ang="T11">
                    <a:pos x="T6" y="T7"/>
                  </a:cxn>
                </a:cxnLst>
                <a:rect l="T12" t="T13" r="T14" b="T15"/>
                <a:pathLst>
                  <a:path w="1983" h="2002">
                    <a:moveTo>
                      <a:pt x="1983" y="0"/>
                    </a:moveTo>
                    <a:lnTo>
                      <a:pt x="0" y="0"/>
                    </a:lnTo>
                    <a:lnTo>
                      <a:pt x="0" y="2002"/>
                    </a:lnTo>
                    <a:lnTo>
                      <a:pt x="1983" y="0"/>
                    </a:lnTo>
                    <a:close/>
                  </a:path>
                </a:pathLst>
              </a:custGeom>
              <a:solidFill>
                <a:srgbClr val="FFFFFF"/>
              </a:solidFill>
              <a:ln w="0">
                <a:solidFill>
                  <a:srgbClr val="000000"/>
                </a:solidFill>
                <a:round/>
                <a:headEnd/>
                <a:tailEnd/>
              </a:ln>
            </p:spPr>
            <p:txBody>
              <a:bodyPr/>
              <a:lstStyle/>
              <a:p>
                <a:endParaRPr lang="pt-BR"/>
              </a:p>
            </p:txBody>
          </p:sp>
          <p:sp>
            <p:nvSpPr>
              <p:cNvPr id="49" name="Rectangle 845"/>
              <p:cNvSpPr>
                <a:spLocks noChangeArrowheads="1"/>
              </p:cNvSpPr>
              <p:nvPr/>
            </p:nvSpPr>
            <p:spPr bwMode="auto">
              <a:xfrm>
                <a:off x="2006" y="1877"/>
                <a:ext cx="153" cy="156"/>
              </a:xfrm>
              <a:prstGeom prst="rect">
                <a:avLst/>
              </a:prstGeom>
              <a:solidFill>
                <a:srgbClr val="FF0000"/>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0" name="Freeform 846"/>
              <p:cNvSpPr>
                <a:spLocks/>
              </p:cNvSpPr>
              <p:nvPr/>
            </p:nvSpPr>
            <p:spPr bwMode="auto">
              <a:xfrm>
                <a:off x="1962" y="2167"/>
                <a:ext cx="248" cy="249"/>
              </a:xfrm>
              <a:custGeom>
                <a:avLst/>
                <a:gdLst>
                  <a:gd name="T0" fmla="*/ 0 w 1983"/>
                  <a:gd name="T1" fmla="*/ 0 h 1994"/>
                  <a:gd name="T2" fmla="*/ 0 w 1983"/>
                  <a:gd name="T3" fmla="*/ 0 h 1994"/>
                  <a:gd name="T4" fmla="*/ 0 w 1983"/>
                  <a:gd name="T5" fmla="*/ 0 h 1994"/>
                  <a:gd name="T6" fmla="*/ 0 w 1983"/>
                  <a:gd name="T7" fmla="*/ 0 h 1994"/>
                  <a:gd name="T8" fmla="*/ 0 60000 65536"/>
                  <a:gd name="T9" fmla="*/ 0 60000 65536"/>
                  <a:gd name="T10" fmla="*/ 0 60000 65536"/>
                  <a:gd name="T11" fmla="*/ 0 60000 65536"/>
                  <a:gd name="T12" fmla="*/ 0 w 1983"/>
                  <a:gd name="T13" fmla="*/ 0 h 1994"/>
                  <a:gd name="T14" fmla="*/ 1983 w 1983"/>
                  <a:gd name="T15" fmla="*/ 1994 h 1994"/>
                </a:gdLst>
                <a:ahLst/>
                <a:cxnLst>
                  <a:cxn ang="T8">
                    <a:pos x="T0" y="T1"/>
                  </a:cxn>
                  <a:cxn ang="T9">
                    <a:pos x="T2" y="T3"/>
                  </a:cxn>
                  <a:cxn ang="T10">
                    <a:pos x="T4" y="T5"/>
                  </a:cxn>
                  <a:cxn ang="T11">
                    <a:pos x="T6" y="T7"/>
                  </a:cxn>
                </a:cxnLst>
                <a:rect l="T12" t="T13" r="T14" b="T15"/>
                <a:pathLst>
                  <a:path w="1983" h="1994">
                    <a:moveTo>
                      <a:pt x="1983" y="0"/>
                    </a:moveTo>
                    <a:lnTo>
                      <a:pt x="0" y="1994"/>
                    </a:lnTo>
                    <a:lnTo>
                      <a:pt x="1983" y="1994"/>
                    </a:lnTo>
                    <a:lnTo>
                      <a:pt x="198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 name="Freeform 847"/>
              <p:cNvSpPr>
                <a:spLocks/>
              </p:cNvSpPr>
              <p:nvPr/>
            </p:nvSpPr>
            <p:spPr bwMode="auto">
              <a:xfrm>
                <a:off x="1962" y="2167"/>
                <a:ext cx="248" cy="249"/>
              </a:xfrm>
              <a:custGeom>
                <a:avLst/>
                <a:gdLst>
                  <a:gd name="T0" fmla="*/ 0 w 1983"/>
                  <a:gd name="T1" fmla="*/ 0 h 1994"/>
                  <a:gd name="T2" fmla="*/ 0 w 1983"/>
                  <a:gd name="T3" fmla="*/ 0 h 1994"/>
                  <a:gd name="T4" fmla="*/ 0 w 1983"/>
                  <a:gd name="T5" fmla="*/ 0 h 1994"/>
                  <a:gd name="T6" fmla="*/ 0 w 1983"/>
                  <a:gd name="T7" fmla="*/ 0 h 1994"/>
                  <a:gd name="T8" fmla="*/ 0 60000 65536"/>
                  <a:gd name="T9" fmla="*/ 0 60000 65536"/>
                  <a:gd name="T10" fmla="*/ 0 60000 65536"/>
                  <a:gd name="T11" fmla="*/ 0 60000 65536"/>
                  <a:gd name="T12" fmla="*/ 0 w 1983"/>
                  <a:gd name="T13" fmla="*/ 0 h 1994"/>
                  <a:gd name="T14" fmla="*/ 1983 w 1983"/>
                  <a:gd name="T15" fmla="*/ 1994 h 1994"/>
                </a:gdLst>
                <a:ahLst/>
                <a:cxnLst>
                  <a:cxn ang="T8">
                    <a:pos x="T0" y="T1"/>
                  </a:cxn>
                  <a:cxn ang="T9">
                    <a:pos x="T2" y="T3"/>
                  </a:cxn>
                  <a:cxn ang="T10">
                    <a:pos x="T4" y="T5"/>
                  </a:cxn>
                  <a:cxn ang="T11">
                    <a:pos x="T6" y="T7"/>
                  </a:cxn>
                </a:cxnLst>
                <a:rect l="T12" t="T13" r="T14" b="T15"/>
                <a:pathLst>
                  <a:path w="1983" h="1994">
                    <a:moveTo>
                      <a:pt x="1983" y="0"/>
                    </a:moveTo>
                    <a:lnTo>
                      <a:pt x="0" y="0"/>
                    </a:lnTo>
                    <a:lnTo>
                      <a:pt x="0" y="1994"/>
                    </a:lnTo>
                    <a:lnTo>
                      <a:pt x="1983" y="0"/>
                    </a:lnTo>
                    <a:close/>
                  </a:path>
                </a:pathLst>
              </a:custGeom>
              <a:solidFill>
                <a:srgbClr val="FFFFFF"/>
              </a:solidFill>
              <a:ln w="0">
                <a:solidFill>
                  <a:srgbClr val="000000"/>
                </a:solidFill>
                <a:round/>
                <a:headEnd/>
                <a:tailEnd/>
              </a:ln>
            </p:spPr>
            <p:txBody>
              <a:bodyPr/>
              <a:lstStyle/>
              <a:p>
                <a:endParaRPr lang="pt-BR"/>
              </a:p>
            </p:txBody>
          </p:sp>
          <p:sp>
            <p:nvSpPr>
              <p:cNvPr id="52" name="Rectangle 848"/>
              <p:cNvSpPr>
                <a:spLocks noChangeArrowheads="1"/>
              </p:cNvSpPr>
              <p:nvPr/>
            </p:nvSpPr>
            <p:spPr bwMode="auto">
              <a:xfrm>
                <a:off x="2006" y="2211"/>
                <a:ext cx="153" cy="159"/>
              </a:xfrm>
              <a:prstGeom prst="rect">
                <a:avLst/>
              </a:prstGeom>
              <a:solidFill>
                <a:srgbClr val="FF0000"/>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3" name="Freeform 849"/>
              <p:cNvSpPr>
                <a:spLocks/>
              </p:cNvSpPr>
              <p:nvPr/>
            </p:nvSpPr>
            <p:spPr bwMode="auto">
              <a:xfrm>
                <a:off x="1963" y="2502"/>
                <a:ext cx="77" cy="81"/>
              </a:xfrm>
              <a:custGeom>
                <a:avLst/>
                <a:gdLst>
                  <a:gd name="T0" fmla="*/ 0 w 621"/>
                  <a:gd name="T1" fmla="*/ 0 h 646"/>
                  <a:gd name="T2" fmla="*/ 0 w 621"/>
                  <a:gd name="T3" fmla="*/ 0 h 646"/>
                  <a:gd name="T4" fmla="*/ 0 w 621"/>
                  <a:gd name="T5" fmla="*/ 0 h 646"/>
                  <a:gd name="T6" fmla="*/ 0 w 621"/>
                  <a:gd name="T7" fmla="*/ 0 h 646"/>
                  <a:gd name="T8" fmla="*/ 0 w 621"/>
                  <a:gd name="T9" fmla="*/ 0 h 646"/>
                  <a:gd name="T10" fmla="*/ 0 w 621"/>
                  <a:gd name="T11" fmla="*/ 0 h 646"/>
                  <a:gd name="T12" fmla="*/ 0 w 621"/>
                  <a:gd name="T13" fmla="*/ 0 h 646"/>
                  <a:gd name="T14" fmla="*/ 0 w 621"/>
                  <a:gd name="T15" fmla="*/ 0 h 646"/>
                  <a:gd name="T16" fmla="*/ 0 w 621"/>
                  <a:gd name="T17" fmla="*/ 0 h 646"/>
                  <a:gd name="T18" fmla="*/ 0 w 621"/>
                  <a:gd name="T19" fmla="*/ 0 h 646"/>
                  <a:gd name="T20" fmla="*/ 0 w 621"/>
                  <a:gd name="T21" fmla="*/ 0 h 646"/>
                  <a:gd name="T22" fmla="*/ 0 w 621"/>
                  <a:gd name="T23" fmla="*/ 0 h 6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1"/>
                  <a:gd name="T37" fmla="*/ 0 h 646"/>
                  <a:gd name="T38" fmla="*/ 621 w 621"/>
                  <a:gd name="T39" fmla="*/ 646 h 6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1" h="646">
                    <a:moveTo>
                      <a:pt x="307" y="0"/>
                    </a:moveTo>
                    <a:lnTo>
                      <a:pt x="485" y="62"/>
                    </a:lnTo>
                    <a:lnTo>
                      <a:pt x="614" y="220"/>
                    </a:lnTo>
                    <a:lnTo>
                      <a:pt x="621" y="353"/>
                    </a:lnTo>
                    <a:lnTo>
                      <a:pt x="570" y="524"/>
                    </a:lnTo>
                    <a:lnTo>
                      <a:pt x="395" y="646"/>
                    </a:lnTo>
                    <a:lnTo>
                      <a:pt x="228" y="646"/>
                    </a:lnTo>
                    <a:lnTo>
                      <a:pt x="49" y="524"/>
                    </a:lnTo>
                    <a:lnTo>
                      <a:pt x="0" y="317"/>
                    </a:lnTo>
                    <a:lnTo>
                      <a:pt x="49" y="141"/>
                    </a:lnTo>
                    <a:lnTo>
                      <a:pt x="228" y="16"/>
                    </a:lnTo>
                    <a:lnTo>
                      <a:pt x="30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 name="Freeform 850"/>
              <p:cNvSpPr>
                <a:spLocks/>
              </p:cNvSpPr>
              <p:nvPr/>
            </p:nvSpPr>
            <p:spPr bwMode="auto">
              <a:xfrm>
                <a:off x="1973" y="2514"/>
                <a:ext cx="39" cy="42"/>
              </a:xfrm>
              <a:custGeom>
                <a:avLst/>
                <a:gdLst>
                  <a:gd name="T0" fmla="*/ 0 w 314"/>
                  <a:gd name="T1" fmla="*/ 0 h 337"/>
                  <a:gd name="T2" fmla="*/ 0 w 314"/>
                  <a:gd name="T3" fmla="*/ 0 h 337"/>
                  <a:gd name="T4" fmla="*/ 0 w 314"/>
                  <a:gd name="T5" fmla="*/ 0 h 337"/>
                  <a:gd name="T6" fmla="*/ 0 w 314"/>
                  <a:gd name="T7" fmla="*/ 0 h 337"/>
                  <a:gd name="T8" fmla="*/ 0 w 314"/>
                  <a:gd name="T9" fmla="*/ 0 h 337"/>
                  <a:gd name="T10" fmla="*/ 0 w 314"/>
                  <a:gd name="T11" fmla="*/ 0 h 337"/>
                  <a:gd name="T12" fmla="*/ 0 60000 65536"/>
                  <a:gd name="T13" fmla="*/ 0 60000 65536"/>
                  <a:gd name="T14" fmla="*/ 0 60000 65536"/>
                  <a:gd name="T15" fmla="*/ 0 60000 65536"/>
                  <a:gd name="T16" fmla="*/ 0 60000 65536"/>
                  <a:gd name="T17" fmla="*/ 0 60000 65536"/>
                  <a:gd name="T18" fmla="*/ 0 w 314"/>
                  <a:gd name="T19" fmla="*/ 0 h 337"/>
                  <a:gd name="T20" fmla="*/ 314 w 314"/>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314" h="337">
                    <a:moveTo>
                      <a:pt x="154" y="0"/>
                    </a:moveTo>
                    <a:lnTo>
                      <a:pt x="314" y="155"/>
                    </a:lnTo>
                    <a:lnTo>
                      <a:pt x="203" y="337"/>
                    </a:lnTo>
                    <a:lnTo>
                      <a:pt x="37" y="286"/>
                    </a:lnTo>
                    <a:lnTo>
                      <a:pt x="0" y="155"/>
                    </a:lnTo>
                    <a:lnTo>
                      <a:pt x="154" y="0"/>
                    </a:lnTo>
                    <a:close/>
                  </a:path>
                </a:pathLst>
              </a:custGeom>
              <a:solidFill>
                <a:srgbClr val="FFFFFF"/>
              </a:solidFill>
              <a:ln w="0">
                <a:solidFill>
                  <a:srgbClr val="000000"/>
                </a:solidFill>
                <a:round/>
                <a:headEnd/>
                <a:tailEnd/>
              </a:ln>
            </p:spPr>
            <p:txBody>
              <a:bodyPr/>
              <a:lstStyle/>
              <a:p>
                <a:endParaRPr lang="pt-BR"/>
              </a:p>
            </p:txBody>
          </p:sp>
          <p:sp>
            <p:nvSpPr>
              <p:cNvPr id="55" name="Freeform 851"/>
              <p:cNvSpPr>
                <a:spLocks/>
              </p:cNvSpPr>
              <p:nvPr/>
            </p:nvSpPr>
            <p:spPr bwMode="auto">
              <a:xfrm>
                <a:off x="2128" y="2502"/>
                <a:ext cx="79" cy="81"/>
              </a:xfrm>
              <a:custGeom>
                <a:avLst/>
                <a:gdLst>
                  <a:gd name="T0" fmla="*/ 0 w 631"/>
                  <a:gd name="T1" fmla="*/ 0 h 646"/>
                  <a:gd name="T2" fmla="*/ 0 w 631"/>
                  <a:gd name="T3" fmla="*/ 0 h 646"/>
                  <a:gd name="T4" fmla="*/ 0 w 631"/>
                  <a:gd name="T5" fmla="*/ 0 h 646"/>
                  <a:gd name="T6" fmla="*/ 0 w 631"/>
                  <a:gd name="T7" fmla="*/ 0 h 646"/>
                  <a:gd name="T8" fmla="*/ 0 w 631"/>
                  <a:gd name="T9" fmla="*/ 0 h 646"/>
                  <a:gd name="T10" fmla="*/ 0 w 631"/>
                  <a:gd name="T11" fmla="*/ 0 h 646"/>
                  <a:gd name="T12" fmla="*/ 0 w 631"/>
                  <a:gd name="T13" fmla="*/ 0 h 646"/>
                  <a:gd name="T14" fmla="*/ 0 w 631"/>
                  <a:gd name="T15" fmla="*/ 0 h 646"/>
                  <a:gd name="T16" fmla="*/ 0 w 631"/>
                  <a:gd name="T17" fmla="*/ 0 h 646"/>
                  <a:gd name="T18" fmla="*/ 0 w 631"/>
                  <a:gd name="T19" fmla="*/ 0 h 646"/>
                  <a:gd name="T20" fmla="*/ 0 w 631"/>
                  <a:gd name="T21" fmla="*/ 0 h 646"/>
                  <a:gd name="T22" fmla="*/ 0 w 631"/>
                  <a:gd name="T23" fmla="*/ 0 h 6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1"/>
                  <a:gd name="T37" fmla="*/ 0 h 646"/>
                  <a:gd name="T38" fmla="*/ 631 w 631"/>
                  <a:gd name="T39" fmla="*/ 646 h 6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1" h="646">
                    <a:moveTo>
                      <a:pt x="317" y="0"/>
                    </a:moveTo>
                    <a:lnTo>
                      <a:pt x="493" y="62"/>
                    </a:lnTo>
                    <a:lnTo>
                      <a:pt x="617" y="220"/>
                    </a:lnTo>
                    <a:lnTo>
                      <a:pt x="631" y="353"/>
                    </a:lnTo>
                    <a:lnTo>
                      <a:pt x="580" y="524"/>
                    </a:lnTo>
                    <a:lnTo>
                      <a:pt x="405" y="646"/>
                    </a:lnTo>
                    <a:lnTo>
                      <a:pt x="216" y="646"/>
                    </a:lnTo>
                    <a:lnTo>
                      <a:pt x="59" y="524"/>
                    </a:lnTo>
                    <a:lnTo>
                      <a:pt x="0" y="317"/>
                    </a:lnTo>
                    <a:lnTo>
                      <a:pt x="59" y="141"/>
                    </a:lnTo>
                    <a:lnTo>
                      <a:pt x="216" y="16"/>
                    </a:lnTo>
                    <a:lnTo>
                      <a:pt x="3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 name="Freeform 852"/>
              <p:cNvSpPr>
                <a:spLocks/>
              </p:cNvSpPr>
              <p:nvPr/>
            </p:nvSpPr>
            <p:spPr bwMode="auto">
              <a:xfrm>
                <a:off x="2139" y="2514"/>
                <a:ext cx="40" cy="42"/>
              </a:xfrm>
              <a:custGeom>
                <a:avLst/>
                <a:gdLst>
                  <a:gd name="T0" fmla="*/ 0 w 321"/>
                  <a:gd name="T1" fmla="*/ 0 h 337"/>
                  <a:gd name="T2" fmla="*/ 0 w 321"/>
                  <a:gd name="T3" fmla="*/ 0 h 337"/>
                  <a:gd name="T4" fmla="*/ 0 w 321"/>
                  <a:gd name="T5" fmla="*/ 0 h 337"/>
                  <a:gd name="T6" fmla="*/ 0 w 321"/>
                  <a:gd name="T7" fmla="*/ 0 h 337"/>
                  <a:gd name="T8" fmla="*/ 0 w 321"/>
                  <a:gd name="T9" fmla="*/ 0 h 337"/>
                  <a:gd name="T10" fmla="*/ 0 w 321"/>
                  <a:gd name="T11" fmla="*/ 0 h 337"/>
                  <a:gd name="T12" fmla="*/ 0 60000 65536"/>
                  <a:gd name="T13" fmla="*/ 0 60000 65536"/>
                  <a:gd name="T14" fmla="*/ 0 60000 65536"/>
                  <a:gd name="T15" fmla="*/ 0 60000 65536"/>
                  <a:gd name="T16" fmla="*/ 0 60000 65536"/>
                  <a:gd name="T17" fmla="*/ 0 60000 65536"/>
                  <a:gd name="T18" fmla="*/ 0 w 321"/>
                  <a:gd name="T19" fmla="*/ 0 h 337"/>
                  <a:gd name="T20" fmla="*/ 321 w 321"/>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321" h="337">
                    <a:moveTo>
                      <a:pt x="158" y="0"/>
                    </a:moveTo>
                    <a:lnTo>
                      <a:pt x="321" y="155"/>
                    </a:lnTo>
                    <a:lnTo>
                      <a:pt x="204" y="337"/>
                    </a:lnTo>
                    <a:lnTo>
                      <a:pt x="35" y="286"/>
                    </a:lnTo>
                    <a:lnTo>
                      <a:pt x="0" y="155"/>
                    </a:lnTo>
                    <a:lnTo>
                      <a:pt x="158" y="0"/>
                    </a:lnTo>
                    <a:close/>
                  </a:path>
                </a:pathLst>
              </a:custGeom>
              <a:solidFill>
                <a:srgbClr val="FFFFFF"/>
              </a:solidFill>
              <a:ln w="0">
                <a:solidFill>
                  <a:srgbClr val="000000"/>
                </a:solidFill>
                <a:round/>
                <a:headEnd/>
                <a:tailEnd/>
              </a:ln>
            </p:spPr>
            <p:txBody>
              <a:bodyPr/>
              <a:lstStyle/>
              <a:p>
                <a:endParaRPr lang="pt-BR"/>
              </a:p>
            </p:txBody>
          </p:sp>
          <p:sp>
            <p:nvSpPr>
              <p:cNvPr id="57" name="Freeform 853"/>
              <p:cNvSpPr>
                <a:spLocks/>
              </p:cNvSpPr>
              <p:nvPr/>
            </p:nvSpPr>
            <p:spPr bwMode="auto">
              <a:xfrm>
                <a:off x="2251" y="1835"/>
                <a:ext cx="912" cy="336"/>
              </a:xfrm>
              <a:custGeom>
                <a:avLst/>
                <a:gdLst>
                  <a:gd name="T0" fmla="*/ 0 w 7298"/>
                  <a:gd name="T1" fmla="*/ 0 h 2689"/>
                  <a:gd name="T2" fmla="*/ 0 w 7298"/>
                  <a:gd name="T3" fmla="*/ 0 h 2689"/>
                  <a:gd name="T4" fmla="*/ 0 w 7298"/>
                  <a:gd name="T5" fmla="*/ 0 h 2689"/>
                  <a:gd name="T6" fmla="*/ 0 w 7298"/>
                  <a:gd name="T7" fmla="*/ 0 h 2689"/>
                  <a:gd name="T8" fmla="*/ 0 w 7298"/>
                  <a:gd name="T9" fmla="*/ 0 h 2689"/>
                  <a:gd name="T10" fmla="*/ 0 w 7298"/>
                  <a:gd name="T11" fmla="*/ 0 h 2689"/>
                  <a:gd name="T12" fmla="*/ 0 w 7298"/>
                  <a:gd name="T13" fmla="*/ 0 h 2689"/>
                  <a:gd name="T14" fmla="*/ 0 w 7298"/>
                  <a:gd name="T15" fmla="*/ 0 h 2689"/>
                  <a:gd name="T16" fmla="*/ 0 w 7298"/>
                  <a:gd name="T17" fmla="*/ 0 h 2689"/>
                  <a:gd name="T18" fmla="*/ 0 w 7298"/>
                  <a:gd name="T19" fmla="*/ 0 h 2689"/>
                  <a:gd name="T20" fmla="*/ 0 w 7298"/>
                  <a:gd name="T21" fmla="*/ 0 h 2689"/>
                  <a:gd name="T22" fmla="*/ 0 w 7298"/>
                  <a:gd name="T23" fmla="*/ 0 h 26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298"/>
                  <a:gd name="T37" fmla="*/ 0 h 2689"/>
                  <a:gd name="T38" fmla="*/ 7298 w 7298"/>
                  <a:gd name="T39" fmla="*/ 2689 h 26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298" h="2689">
                    <a:moveTo>
                      <a:pt x="0" y="1347"/>
                    </a:moveTo>
                    <a:lnTo>
                      <a:pt x="668" y="1347"/>
                    </a:lnTo>
                    <a:lnTo>
                      <a:pt x="668" y="2689"/>
                    </a:lnTo>
                    <a:lnTo>
                      <a:pt x="1994" y="2689"/>
                    </a:lnTo>
                    <a:lnTo>
                      <a:pt x="1994" y="1347"/>
                    </a:lnTo>
                    <a:lnTo>
                      <a:pt x="3305" y="1347"/>
                    </a:lnTo>
                    <a:lnTo>
                      <a:pt x="3305" y="2689"/>
                    </a:lnTo>
                    <a:lnTo>
                      <a:pt x="4633" y="2689"/>
                    </a:lnTo>
                    <a:lnTo>
                      <a:pt x="4633" y="1347"/>
                    </a:lnTo>
                    <a:lnTo>
                      <a:pt x="5973" y="1347"/>
                    </a:lnTo>
                    <a:lnTo>
                      <a:pt x="5973" y="0"/>
                    </a:lnTo>
                    <a:lnTo>
                      <a:pt x="729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grpSp>
    </p:spTree>
    <p:extLst>
      <p:ext uri="{BB962C8B-B14F-4D97-AF65-F5344CB8AC3E}">
        <p14:creationId xmlns:p14="http://schemas.microsoft.com/office/powerpoint/2010/main" val="1054914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a:grpSpLocks/>
          </p:cNvGrpSpPr>
          <p:nvPr/>
        </p:nvGrpSpPr>
        <p:grpSpPr bwMode="auto">
          <a:xfrm>
            <a:off x="806026" y="1267628"/>
            <a:ext cx="10227734" cy="5300662"/>
            <a:chOff x="0" y="573"/>
            <a:chExt cx="5712" cy="2883"/>
          </a:xfrm>
        </p:grpSpPr>
        <p:sp>
          <p:nvSpPr>
            <p:cNvPr id="3" name="Rectangle 6"/>
            <p:cNvSpPr>
              <a:spLocks noChangeArrowheads="1"/>
            </p:cNvSpPr>
            <p:nvPr/>
          </p:nvSpPr>
          <p:spPr bwMode="auto">
            <a:xfrm>
              <a:off x="498" y="3277"/>
              <a:ext cx="4968" cy="179"/>
            </a:xfrm>
            <a:prstGeom prst="rect">
              <a:avLst/>
            </a:prstGeom>
            <a:solidFill>
              <a:srgbClr val="FFFF00"/>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Melhoria do processo de desenvolvimento de produtos</a:t>
              </a:r>
            </a:p>
          </p:txBody>
        </p:sp>
        <p:sp>
          <p:nvSpPr>
            <p:cNvPr id="4" name="Rectangle 7"/>
            <p:cNvSpPr>
              <a:spLocks noChangeArrowheads="1"/>
            </p:cNvSpPr>
            <p:nvPr/>
          </p:nvSpPr>
          <p:spPr bwMode="auto">
            <a:xfrm>
              <a:off x="1474" y="3048"/>
              <a:ext cx="3838" cy="179"/>
            </a:xfrm>
            <a:prstGeom prst="rect">
              <a:avLst/>
            </a:prstGeom>
            <a:solidFill>
              <a:srgbClr val="EAEAEA"/>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Gerenciamento de mudanças de engenharia</a:t>
              </a:r>
            </a:p>
          </p:txBody>
        </p:sp>
        <p:sp>
          <p:nvSpPr>
            <p:cNvPr id="5" name="Rectangle 8"/>
            <p:cNvSpPr>
              <a:spLocks noChangeArrowheads="1"/>
            </p:cNvSpPr>
            <p:nvPr/>
          </p:nvSpPr>
          <p:spPr bwMode="auto">
            <a:xfrm>
              <a:off x="0" y="3014"/>
              <a:ext cx="768" cy="3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lIns="72000" tIns="0" rIns="72000" bIns="0" anchor="ctr">
              <a:spAutoFit/>
            </a:bodyPr>
            <a:lstStyle/>
            <a:p>
              <a:pPr>
                <a:defRPr/>
              </a:pPr>
              <a:r>
                <a:rPr lang="pt-BR" sz="1800">
                  <a:solidFill>
                    <a:schemeClr val="accent2"/>
                  </a:solidFill>
                </a:rPr>
                <a:t>Processos</a:t>
              </a:r>
            </a:p>
            <a:p>
              <a:pPr>
                <a:defRPr/>
              </a:pPr>
              <a:r>
                <a:rPr lang="pt-BR" sz="1800">
                  <a:solidFill>
                    <a:schemeClr val="accent2"/>
                  </a:solidFill>
                </a:rPr>
                <a:t>de apoio</a:t>
              </a:r>
            </a:p>
          </p:txBody>
        </p:sp>
        <p:sp>
          <p:nvSpPr>
            <p:cNvPr id="6" name="AutoShape 9"/>
            <p:cNvSpPr>
              <a:spLocks noChangeArrowheads="1"/>
            </p:cNvSpPr>
            <p:nvPr/>
          </p:nvSpPr>
          <p:spPr bwMode="auto">
            <a:xfrm>
              <a:off x="835"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7" name="AutoShape 10"/>
            <p:cNvSpPr>
              <a:spLocks noChangeArrowheads="1"/>
            </p:cNvSpPr>
            <p:nvPr/>
          </p:nvSpPr>
          <p:spPr bwMode="auto">
            <a:xfrm>
              <a:off x="2088"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 name="AutoShape 11"/>
            <p:cNvSpPr>
              <a:spLocks noChangeArrowheads="1"/>
            </p:cNvSpPr>
            <p:nvPr/>
          </p:nvSpPr>
          <p:spPr bwMode="auto">
            <a:xfrm>
              <a:off x="3342"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 name="AutoShape 12"/>
            <p:cNvSpPr>
              <a:spLocks noChangeArrowheads="1"/>
            </p:cNvSpPr>
            <p:nvPr/>
          </p:nvSpPr>
          <p:spPr bwMode="auto">
            <a:xfrm>
              <a:off x="4596"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0" name="Group 13"/>
            <p:cNvGrpSpPr>
              <a:grpSpLocks/>
            </p:cNvGrpSpPr>
            <p:nvPr/>
          </p:nvGrpSpPr>
          <p:grpSpPr bwMode="auto">
            <a:xfrm>
              <a:off x="48" y="573"/>
              <a:ext cx="5664" cy="2262"/>
              <a:chOff x="48" y="573"/>
              <a:chExt cx="5664" cy="2262"/>
            </a:xfrm>
          </p:grpSpPr>
          <p:grpSp>
            <p:nvGrpSpPr>
              <p:cNvPr id="11" name="Group 14"/>
              <p:cNvGrpSpPr>
                <a:grpSpLocks/>
              </p:cNvGrpSpPr>
              <p:nvPr/>
            </p:nvGrpSpPr>
            <p:grpSpPr bwMode="auto">
              <a:xfrm>
                <a:off x="48" y="673"/>
                <a:ext cx="5664" cy="2162"/>
                <a:chOff x="48" y="673"/>
                <a:chExt cx="5664" cy="2162"/>
              </a:xfrm>
            </p:grpSpPr>
            <p:sp>
              <p:nvSpPr>
                <p:cNvPr id="13" name="Rectangle 15"/>
                <p:cNvSpPr>
                  <a:spLocks noChangeArrowheads="1"/>
                </p:cNvSpPr>
                <p:nvPr/>
              </p:nvSpPr>
              <p:spPr bwMode="auto">
                <a:xfrm>
                  <a:off x="48" y="673"/>
                  <a:ext cx="5664" cy="2162"/>
                </a:xfrm>
                <a:prstGeom prst="rect">
                  <a:avLst/>
                </a:prstGeom>
                <a:solidFill>
                  <a:srgbClr val="CCFFCC"/>
                </a:solidFill>
                <a:ln w="9525">
                  <a:solidFill>
                    <a:schemeClr val="tx1"/>
                  </a:solidFill>
                  <a:miter lim="800000"/>
                  <a:headEnd/>
                  <a:tailEnd/>
                </a:ln>
              </p:spPr>
              <p:txBody>
                <a:bodyPr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4" name="Freeform 16"/>
                <p:cNvSpPr>
                  <a:spLocks/>
                </p:cNvSpPr>
                <p:nvPr/>
              </p:nvSpPr>
              <p:spPr bwMode="auto">
                <a:xfrm>
                  <a:off x="501" y="1460"/>
                  <a:ext cx="4593" cy="1046"/>
                </a:xfrm>
                <a:custGeom>
                  <a:avLst/>
                  <a:gdLst>
                    <a:gd name="T0" fmla="*/ 771 w 4593"/>
                    <a:gd name="T1" fmla="*/ 20 h 1046"/>
                    <a:gd name="T2" fmla="*/ 0 w 4593"/>
                    <a:gd name="T3" fmla="*/ 1046 h 1046"/>
                    <a:gd name="T4" fmla="*/ 4593 w 4593"/>
                    <a:gd name="T5" fmla="*/ 1016 h 1046"/>
                    <a:gd name="T6" fmla="*/ 3302 w 4593"/>
                    <a:gd name="T7" fmla="*/ 0 h 1046"/>
                    <a:gd name="T8" fmla="*/ 0 60000 65536"/>
                    <a:gd name="T9" fmla="*/ 0 60000 65536"/>
                    <a:gd name="T10" fmla="*/ 0 60000 65536"/>
                    <a:gd name="T11" fmla="*/ 0 60000 65536"/>
                    <a:gd name="T12" fmla="*/ 0 w 4593"/>
                    <a:gd name="T13" fmla="*/ 0 h 1046"/>
                    <a:gd name="T14" fmla="*/ 4593 w 4593"/>
                    <a:gd name="T15" fmla="*/ 1046 h 1046"/>
                  </a:gdLst>
                  <a:ahLst/>
                  <a:cxnLst>
                    <a:cxn ang="T8">
                      <a:pos x="T0" y="T1"/>
                    </a:cxn>
                    <a:cxn ang="T9">
                      <a:pos x="T2" y="T3"/>
                    </a:cxn>
                    <a:cxn ang="T10">
                      <a:pos x="T4" y="T5"/>
                    </a:cxn>
                    <a:cxn ang="T11">
                      <a:pos x="T6" y="T7"/>
                    </a:cxn>
                  </a:cxnLst>
                  <a:rect l="T12" t="T13" r="T14" b="T15"/>
                  <a:pathLst>
                    <a:path w="4593" h="1046">
                      <a:moveTo>
                        <a:pt x="771" y="20"/>
                      </a:moveTo>
                      <a:lnTo>
                        <a:pt x="0" y="1046"/>
                      </a:lnTo>
                      <a:lnTo>
                        <a:pt x="4593" y="1016"/>
                      </a:lnTo>
                      <a:lnTo>
                        <a:pt x="3302" y="0"/>
                      </a:lnTo>
                    </a:path>
                  </a:pathLst>
                </a:custGeom>
                <a:gradFill rotWithShape="0">
                  <a:gsLst>
                    <a:gs pos="0">
                      <a:srgbClr val="99CCFF"/>
                    </a:gs>
                    <a:gs pos="100000">
                      <a:srgbClr val="FFCC99"/>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grpSp>
              <p:nvGrpSpPr>
                <p:cNvPr id="15" name="Group 17"/>
                <p:cNvGrpSpPr>
                  <a:grpSpLocks/>
                </p:cNvGrpSpPr>
                <p:nvPr/>
              </p:nvGrpSpPr>
              <p:grpSpPr bwMode="auto">
                <a:xfrm>
                  <a:off x="1411" y="1058"/>
                  <a:ext cx="2612" cy="188"/>
                  <a:chOff x="1411" y="1058"/>
                  <a:chExt cx="2612" cy="188"/>
                </a:xfrm>
              </p:grpSpPr>
              <p:sp>
                <p:nvSpPr>
                  <p:cNvPr id="101" name="AutoShape 18"/>
                  <p:cNvSpPr>
                    <a:spLocks noChangeArrowheads="1"/>
                  </p:cNvSpPr>
                  <p:nvPr/>
                </p:nvSpPr>
                <p:spPr bwMode="auto">
                  <a:xfrm>
                    <a:off x="1411" y="1058"/>
                    <a:ext cx="2612" cy="188"/>
                  </a:xfrm>
                  <a:prstGeom prst="chevron">
                    <a:avLst>
                      <a:gd name="adj" fmla="val 43675"/>
                    </a:avLst>
                  </a:prstGeom>
                  <a:solidFill>
                    <a:srgbClr val="FFFF00"/>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2" name="Text Box 19"/>
                  <p:cNvSpPr txBox="1">
                    <a:spLocks noChangeArrowheads="1"/>
                  </p:cNvSpPr>
                  <p:nvPr/>
                </p:nvSpPr>
                <p:spPr bwMode="auto">
                  <a:xfrm>
                    <a:off x="2074" y="1066"/>
                    <a:ext cx="1189" cy="173"/>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Desenvolvimento</a:t>
                    </a:r>
                    <a:r>
                      <a:rPr lang="pt-BR" altLang="pt-BR" sz="1800" i="1">
                        <a:solidFill>
                          <a:srgbClr val="000000"/>
                        </a:solidFill>
                      </a:rPr>
                      <a:t> </a:t>
                    </a:r>
                  </a:p>
                </p:txBody>
              </p:sp>
            </p:grpSp>
            <p:grpSp>
              <p:nvGrpSpPr>
                <p:cNvPr id="16" name="Group 20"/>
                <p:cNvGrpSpPr>
                  <a:grpSpLocks/>
                </p:cNvGrpSpPr>
                <p:nvPr/>
              </p:nvGrpSpPr>
              <p:grpSpPr bwMode="auto">
                <a:xfrm>
                  <a:off x="586" y="2385"/>
                  <a:ext cx="4435" cy="342"/>
                  <a:chOff x="586" y="2385"/>
                  <a:chExt cx="4435" cy="342"/>
                </a:xfrm>
              </p:grpSpPr>
              <p:grpSp>
                <p:nvGrpSpPr>
                  <p:cNvPr id="94" name="Group 21"/>
                  <p:cNvGrpSpPr>
                    <a:grpSpLocks/>
                  </p:cNvGrpSpPr>
                  <p:nvPr/>
                </p:nvGrpSpPr>
                <p:grpSpPr bwMode="auto">
                  <a:xfrm>
                    <a:off x="1406" y="2394"/>
                    <a:ext cx="3615" cy="333"/>
                    <a:chOff x="1014" y="2394"/>
                    <a:chExt cx="3615" cy="333"/>
                  </a:xfrm>
                </p:grpSpPr>
                <p:sp>
                  <p:nvSpPr>
                    <p:cNvPr id="96" name="AutoShape 22"/>
                    <p:cNvSpPr>
                      <a:spLocks noChangeArrowheads="1"/>
                    </p:cNvSpPr>
                    <p:nvPr/>
                  </p:nvSpPr>
                  <p:spPr bwMode="auto">
                    <a:xfrm>
                      <a:off x="2511" y="2394"/>
                      <a:ext cx="690" cy="333"/>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Detalhado </a:t>
                      </a:r>
                    </a:p>
                  </p:txBody>
                </p:sp>
                <p:sp>
                  <p:nvSpPr>
                    <p:cNvPr id="97" name="AutoShape 23"/>
                    <p:cNvSpPr>
                      <a:spLocks noChangeArrowheads="1"/>
                    </p:cNvSpPr>
                    <p:nvPr/>
                  </p:nvSpPr>
                  <p:spPr bwMode="auto">
                    <a:xfrm>
                      <a:off x="1833" y="2394"/>
                      <a:ext cx="709" cy="333"/>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Conceitual </a:t>
                      </a:r>
                    </a:p>
                  </p:txBody>
                </p:sp>
                <p:sp>
                  <p:nvSpPr>
                    <p:cNvPr id="98" name="AutoShape 24"/>
                    <p:cNvSpPr>
                      <a:spLocks noChangeArrowheads="1"/>
                    </p:cNvSpPr>
                    <p:nvPr/>
                  </p:nvSpPr>
                  <p:spPr bwMode="auto">
                    <a:xfrm>
                      <a:off x="1014" y="2394"/>
                      <a:ext cx="856" cy="333"/>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Informacional </a:t>
                      </a:r>
                    </a:p>
                  </p:txBody>
                </p:sp>
                <p:sp>
                  <p:nvSpPr>
                    <p:cNvPr id="99" name="AutoShape 25"/>
                    <p:cNvSpPr>
                      <a:spLocks noChangeArrowheads="1"/>
                    </p:cNvSpPr>
                    <p:nvPr/>
                  </p:nvSpPr>
                  <p:spPr bwMode="auto">
                    <a:xfrm>
                      <a:off x="3864" y="2394"/>
                      <a:ext cx="765" cy="333"/>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Lançamento</a:t>
                      </a:r>
                    </a:p>
                    <a:p>
                      <a:pPr eaLnBrk="1" hangingPunct="1"/>
                      <a:r>
                        <a:rPr lang="pt-BR" altLang="pt-BR" sz="1400"/>
                        <a:t>do Produto</a:t>
                      </a:r>
                    </a:p>
                  </p:txBody>
                </p:sp>
                <p:sp>
                  <p:nvSpPr>
                    <p:cNvPr id="100" name="AutoShape 26"/>
                    <p:cNvSpPr>
                      <a:spLocks noChangeArrowheads="1"/>
                    </p:cNvSpPr>
                    <p:nvPr/>
                  </p:nvSpPr>
                  <p:spPr bwMode="auto">
                    <a:xfrm>
                      <a:off x="3170" y="2394"/>
                      <a:ext cx="723" cy="333"/>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Preparação</a:t>
                      </a:r>
                    </a:p>
                    <a:p>
                      <a:pPr eaLnBrk="1" hangingPunct="1"/>
                      <a:r>
                        <a:rPr lang="pt-BR" altLang="pt-BR" sz="1400"/>
                        <a:t>Produção</a:t>
                      </a:r>
                    </a:p>
                  </p:txBody>
                </p:sp>
              </p:grpSp>
              <p:sp>
                <p:nvSpPr>
                  <p:cNvPr id="95" name="AutoShape 27"/>
                  <p:cNvSpPr>
                    <a:spLocks noChangeArrowheads="1"/>
                  </p:cNvSpPr>
                  <p:nvPr/>
                </p:nvSpPr>
                <p:spPr bwMode="auto">
                  <a:xfrm>
                    <a:off x="586" y="2385"/>
                    <a:ext cx="841" cy="333"/>
                  </a:xfrm>
                  <a:prstGeom prst="chevron">
                    <a:avLst>
                      <a:gd name="adj" fmla="val 24296"/>
                    </a:avLst>
                  </a:prstGeom>
                  <a:solidFill>
                    <a:srgbClr val="99CCFF"/>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dirty="0"/>
                      <a:t>Planejamento</a:t>
                    </a:r>
                  </a:p>
                  <a:p>
                    <a:pPr eaLnBrk="1" hangingPunct="1"/>
                    <a:r>
                      <a:rPr lang="pt-BR" altLang="pt-BR" sz="1400" dirty="0"/>
                      <a:t>Projeto</a:t>
                    </a:r>
                  </a:p>
                </p:txBody>
              </p:sp>
            </p:grpSp>
            <p:grpSp>
              <p:nvGrpSpPr>
                <p:cNvPr id="17" name="Group 28"/>
                <p:cNvGrpSpPr>
                  <a:grpSpLocks/>
                </p:cNvGrpSpPr>
                <p:nvPr/>
              </p:nvGrpSpPr>
              <p:grpSpPr bwMode="auto">
                <a:xfrm>
                  <a:off x="4009" y="1059"/>
                  <a:ext cx="1671" cy="188"/>
                  <a:chOff x="4009" y="1059"/>
                  <a:chExt cx="1671" cy="188"/>
                </a:xfrm>
              </p:grpSpPr>
              <p:sp>
                <p:nvSpPr>
                  <p:cNvPr id="92" name="AutoShape 29"/>
                  <p:cNvSpPr>
                    <a:spLocks noChangeArrowheads="1"/>
                  </p:cNvSpPr>
                  <p:nvPr/>
                </p:nvSpPr>
                <p:spPr bwMode="auto">
                  <a:xfrm>
                    <a:off x="4009" y="1059"/>
                    <a:ext cx="1671" cy="188"/>
                  </a:xfrm>
                  <a:prstGeom prst="chevron">
                    <a:avLst>
                      <a:gd name="adj" fmla="val 39421"/>
                    </a:avLst>
                  </a:prstGeom>
                  <a:solidFill>
                    <a:srgbClr val="FFCC99"/>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3" name="Text Box 30"/>
                  <p:cNvSpPr txBox="1">
                    <a:spLocks noChangeArrowheads="1"/>
                  </p:cNvSpPr>
                  <p:nvPr/>
                </p:nvSpPr>
                <p:spPr bwMode="auto">
                  <a:xfrm>
                    <a:off x="4682" y="1082"/>
                    <a:ext cx="3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Pós</a:t>
                    </a:r>
                  </a:p>
                </p:txBody>
              </p:sp>
            </p:grpSp>
            <p:sp>
              <p:nvSpPr>
                <p:cNvPr id="18" name="Rectangle 31"/>
                <p:cNvSpPr>
                  <a:spLocks noChangeArrowheads="1"/>
                </p:cNvSpPr>
                <p:nvPr/>
              </p:nvSpPr>
              <p:spPr bwMode="auto">
                <a:xfrm>
                  <a:off x="5180" y="1112"/>
                  <a:ext cx="164"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cxnSp>
              <p:nvCxnSpPr>
                <p:cNvPr id="19" name="AutoShape 32"/>
                <p:cNvCxnSpPr>
                  <a:cxnSpLocks noChangeShapeType="1"/>
                </p:cNvCxnSpPr>
                <p:nvPr/>
              </p:nvCxnSpPr>
              <p:spPr bwMode="auto">
                <a:xfrm rot="-5400000" flipH="1" flipV="1">
                  <a:off x="2773" y="-973"/>
                  <a:ext cx="1" cy="4066"/>
                </a:xfrm>
                <a:prstGeom prst="bentConnector3">
                  <a:avLst>
                    <a:gd name="adj1" fmla="val -14400005"/>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20" name="Group 33"/>
                <p:cNvGrpSpPr>
                  <a:grpSpLocks/>
                </p:cNvGrpSpPr>
                <p:nvPr/>
              </p:nvGrpSpPr>
              <p:grpSpPr bwMode="auto">
                <a:xfrm>
                  <a:off x="108" y="1059"/>
                  <a:ext cx="1338" cy="187"/>
                  <a:chOff x="108" y="1059"/>
                  <a:chExt cx="1338" cy="187"/>
                </a:xfrm>
              </p:grpSpPr>
              <p:sp>
                <p:nvSpPr>
                  <p:cNvPr id="90" name="AutoShape 34"/>
                  <p:cNvSpPr>
                    <a:spLocks noChangeArrowheads="1"/>
                  </p:cNvSpPr>
                  <p:nvPr/>
                </p:nvSpPr>
                <p:spPr bwMode="auto">
                  <a:xfrm>
                    <a:off x="108" y="1059"/>
                    <a:ext cx="1338" cy="187"/>
                  </a:xfrm>
                  <a:prstGeom prst="homePlate">
                    <a:avLst>
                      <a:gd name="adj" fmla="val 38194"/>
                    </a:avLst>
                  </a:prstGeom>
                  <a:solidFill>
                    <a:srgbClr val="99CCFF"/>
                  </a:solidFill>
                  <a:ln w="12700">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1" name="Text Box 35"/>
                  <p:cNvSpPr txBox="1">
                    <a:spLocks noChangeArrowheads="1"/>
                  </p:cNvSpPr>
                  <p:nvPr/>
                </p:nvSpPr>
                <p:spPr bwMode="auto">
                  <a:xfrm>
                    <a:off x="630" y="1082"/>
                    <a:ext cx="2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Pré</a:t>
                    </a:r>
                  </a:p>
                </p:txBody>
              </p:sp>
            </p:grpSp>
            <p:sp>
              <p:nvSpPr>
                <p:cNvPr id="21" name="AutoShape 36"/>
                <p:cNvSpPr>
                  <a:spLocks noChangeArrowheads="1"/>
                </p:cNvSpPr>
                <p:nvPr/>
              </p:nvSpPr>
              <p:spPr bwMode="auto">
                <a:xfrm>
                  <a:off x="117" y="1292"/>
                  <a:ext cx="841" cy="496"/>
                </a:xfrm>
                <a:prstGeom prst="chevron">
                  <a:avLst>
                    <a:gd name="adj" fmla="val 16108"/>
                  </a:avLst>
                </a:prstGeom>
                <a:solidFill>
                  <a:srgbClr val="99CCFF"/>
                </a:solidFill>
                <a:ln w="11176">
                  <a:solidFill>
                    <a:srgbClr val="000000"/>
                  </a:solidFill>
                  <a:miter lim="800000"/>
                  <a:headEnd/>
                  <a:tailEnd/>
                </a:ln>
              </p:spPr>
              <p:txBody>
                <a:bodyPr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Planejamento</a:t>
                  </a:r>
                </a:p>
                <a:p>
                  <a:pPr eaLnBrk="1" hangingPunct="1"/>
                  <a:r>
                    <a:rPr lang="pt-BR" altLang="pt-BR" sz="1400"/>
                    <a:t>Estratégico dos Produtos</a:t>
                  </a:r>
                </a:p>
              </p:txBody>
            </p:sp>
            <p:grpSp>
              <p:nvGrpSpPr>
                <p:cNvPr id="22" name="Group 37"/>
                <p:cNvGrpSpPr>
                  <a:grpSpLocks/>
                </p:cNvGrpSpPr>
                <p:nvPr/>
              </p:nvGrpSpPr>
              <p:grpSpPr bwMode="auto">
                <a:xfrm>
                  <a:off x="3883" y="1280"/>
                  <a:ext cx="1809" cy="588"/>
                  <a:chOff x="3883" y="1280"/>
                  <a:chExt cx="1809" cy="588"/>
                </a:xfrm>
              </p:grpSpPr>
              <p:sp>
                <p:nvSpPr>
                  <p:cNvPr id="84" name="AutoShape 38"/>
                  <p:cNvSpPr>
                    <a:spLocks noChangeArrowheads="1"/>
                  </p:cNvSpPr>
                  <p:nvPr/>
                </p:nvSpPr>
                <p:spPr bwMode="auto">
                  <a:xfrm>
                    <a:off x="3883" y="1280"/>
                    <a:ext cx="792" cy="523"/>
                  </a:xfrm>
                  <a:prstGeom prst="chevron">
                    <a:avLst>
                      <a:gd name="adj" fmla="val 18221"/>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5" name="AutoShape 39"/>
                  <p:cNvSpPr>
                    <a:spLocks noChangeArrowheads="1"/>
                  </p:cNvSpPr>
                  <p:nvPr/>
                </p:nvSpPr>
                <p:spPr bwMode="auto">
                  <a:xfrm>
                    <a:off x="4675" y="128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6" name="AutoShape 40"/>
                  <p:cNvSpPr>
                    <a:spLocks noChangeArrowheads="1"/>
                  </p:cNvSpPr>
                  <p:nvPr/>
                </p:nvSpPr>
                <p:spPr bwMode="auto">
                  <a:xfrm>
                    <a:off x="3937" y="1320"/>
                    <a:ext cx="799" cy="523"/>
                  </a:xfrm>
                  <a:prstGeom prst="chevron">
                    <a:avLst>
                      <a:gd name="adj" fmla="val 18382"/>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7" name="AutoShape 41"/>
                  <p:cNvSpPr>
                    <a:spLocks noChangeArrowheads="1"/>
                  </p:cNvSpPr>
                  <p:nvPr/>
                </p:nvSpPr>
                <p:spPr bwMode="auto">
                  <a:xfrm>
                    <a:off x="4747" y="132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8" name="AutoShape 42"/>
                  <p:cNvSpPr>
                    <a:spLocks noChangeArrowheads="1"/>
                  </p:cNvSpPr>
                  <p:nvPr/>
                </p:nvSpPr>
                <p:spPr bwMode="auto">
                  <a:xfrm>
                    <a:off x="4847" y="1345"/>
                    <a:ext cx="845" cy="523"/>
                  </a:xfrm>
                  <a:prstGeom prst="chevron">
                    <a:avLst>
                      <a:gd name="adj" fmla="val 14945"/>
                    </a:avLst>
                  </a:prstGeom>
                  <a:solidFill>
                    <a:srgbClr val="FFCC99"/>
                  </a:solidFill>
                  <a:ln w="9525">
                    <a:solidFill>
                      <a:schemeClr val="tx1"/>
                    </a:solidFill>
                    <a:miter lim="800000"/>
                    <a:headEnd/>
                    <a:tailEnd/>
                  </a:ln>
                </p:spPr>
                <p:txBody>
                  <a:bodyPr lIns="144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Descontinuar</a:t>
                    </a:r>
                  </a:p>
                  <a:p>
                    <a:pPr eaLnBrk="1" hangingPunct="1"/>
                    <a:r>
                      <a:rPr lang="pt-BR" altLang="pt-BR" sz="1400"/>
                      <a:t>Produto</a:t>
                    </a:r>
                  </a:p>
                </p:txBody>
              </p:sp>
              <p:sp>
                <p:nvSpPr>
                  <p:cNvPr id="89" name="AutoShape 43"/>
                  <p:cNvSpPr>
                    <a:spLocks noChangeArrowheads="1"/>
                  </p:cNvSpPr>
                  <p:nvPr/>
                </p:nvSpPr>
                <p:spPr bwMode="auto">
                  <a:xfrm>
                    <a:off x="3999" y="1345"/>
                    <a:ext cx="882" cy="523"/>
                  </a:xfrm>
                  <a:prstGeom prst="chevron">
                    <a:avLst>
                      <a:gd name="adj" fmla="val 14530"/>
                    </a:avLst>
                  </a:prstGeom>
                  <a:solidFill>
                    <a:srgbClr val="FFCC99"/>
                  </a:solidFill>
                  <a:ln w="9525">
                    <a:solidFill>
                      <a:schemeClr val="tx1"/>
                    </a:solidFill>
                    <a:miter lim="800000"/>
                    <a:headEnd/>
                    <a:tailEnd/>
                  </a:ln>
                </p:spPr>
                <p:txBody>
                  <a:bodyPr wrap="none"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Acompanhar</a:t>
                    </a:r>
                  </a:p>
                  <a:p>
                    <a:pPr eaLnBrk="1" hangingPunct="1"/>
                    <a:r>
                      <a:rPr lang="pt-BR" altLang="pt-BR" sz="1400"/>
                      <a:t>Produto/</a:t>
                    </a:r>
                  </a:p>
                  <a:p>
                    <a:pPr eaLnBrk="1" hangingPunct="1"/>
                    <a:r>
                      <a:rPr lang="pt-BR" altLang="pt-BR" sz="1400"/>
                      <a:t>Processo</a:t>
                    </a:r>
                    <a:endParaRPr lang="pt-BR" altLang="pt-BR" sz="1600">
                      <a:solidFill>
                        <a:srgbClr val="000000"/>
                      </a:solidFill>
                    </a:endParaRPr>
                  </a:p>
                </p:txBody>
              </p:sp>
            </p:grpSp>
            <p:grpSp>
              <p:nvGrpSpPr>
                <p:cNvPr id="23" name="Group 44"/>
                <p:cNvGrpSpPr>
                  <a:grpSpLocks/>
                </p:cNvGrpSpPr>
                <p:nvPr/>
              </p:nvGrpSpPr>
              <p:grpSpPr bwMode="auto">
                <a:xfrm>
                  <a:off x="1520" y="1272"/>
                  <a:ext cx="2268" cy="257"/>
                  <a:chOff x="1520" y="1272"/>
                  <a:chExt cx="2268" cy="257"/>
                </a:xfrm>
              </p:grpSpPr>
              <p:sp>
                <p:nvSpPr>
                  <p:cNvPr id="79" name="AutoShape 45"/>
                  <p:cNvSpPr>
                    <a:spLocks noChangeArrowheads="1"/>
                  </p:cNvSpPr>
                  <p:nvPr/>
                </p:nvSpPr>
                <p:spPr bwMode="auto">
                  <a:xfrm flipV="1">
                    <a:off x="152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0" name="AutoShape 46"/>
                  <p:cNvSpPr>
                    <a:spLocks noChangeArrowheads="1"/>
                  </p:cNvSpPr>
                  <p:nvPr/>
                </p:nvSpPr>
                <p:spPr bwMode="auto">
                  <a:xfrm flipV="1">
                    <a:off x="197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1" name="AutoShape 47"/>
                  <p:cNvSpPr>
                    <a:spLocks noChangeArrowheads="1"/>
                  </p:cNvSpPr>
                  <p:nvPr/>
                </p:nvSpPr>
                <p:spPr bwMode="auto">
                  <a:xfrm flipV="1">
                    <a:off x="242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2" name="AutoShape 48"/>
                  <p:cNvSpPr>
                    <a:spLocks noChangeArrowheads="1"/>
                  </p:cNvSpPr>
                  <p:nvPr/>
                </p:nvSpPr>
                <p:spPr bwMode="auto">
                  <a:xfrm flipV="1">
                    <a:off x="2883"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3" name="AutoShape 49"/>
                  <p:cNvSpPr>
                    <a:spLocks noChangeArrowheads="1"/>
                  </p:cNvSpPr>
                  <p:nvPr/>
                </p:nvSpPr>
                <p:spPr bwMode="auto">
                  <a:xfrm flipV="1">
                    <a:off x="3338"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4" name="Group 50"/>
                <p:cNvGrpSpPr>
                  <a:grpSpLocks/>
                </p:cNvGrpSpPr>
                <p:nvPr/>
              </p:nvGrpSpPr>
              <p:grpSpPr bwMode="auto">
                <a:xfrm>
                  <a:off x="1616" y="1368"/>
                  <a:ext cx="2268" cy="257"/>
                  <a:chOff x="1616" y="1368"/>
                  <a:chExt cx="2268" cy="257"/>
                </a:xfrm>
              </p:grpSpPr>
              <p:sp>
                <p:nvSpPr>
                  <p:cNvPr id="74" name="AutoShape 51"/>
                  <p:cNvSpPr>
                    <a:spLocks noChangeArrowheads="1"/>
                  </p:cNvSpPr>
                  <p:nvPr/>
                </p:nvSpPr>
                <p:spPr bwMode="auto">
                  <a:xfrm flipV="1">
                    <a:off x="1616"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5" name="AutoShape 52"/>
                  <p:cNvSpPr>
                    <a:spLocks noChangeArrowheads="1"/>
                  </p:cNvSpPr>
                  <p:nvPr/>
                </p:nvSpPr>
                <p:spPr bwMode="auto">
                  <a:xfrm flipV="1">
                    <a:off x="2070"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6" name="AutoShape 53"/>
                  <p:cNvSpPr>
                    <a:spLocks noChangeArrowheads="1"/>
                  </p:cNvSpPr>
                  <p:nvPr/>
                </p:nvSpPr>
                <p:spPr bwMode="auto">
                  <a:xfrm flipV="1">
                    <a:off x="2525"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7" name="AutoShape 54"/>
                  <p:cNvSpPr>
                    <a:spLocks noChangeArrowheads="1"/>
                  </p:cNvSpPr>
                  <p:nvPr/>
                </p:nvSpPr>
                <p:spPr bwMode="auto">
                  <a:xfrm flipV="1">
                    <a:off x="2979"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8" name="AutoShape 55"/>
                  <p:cNvSpPr>
                    <a:spLocks noChangeArrowheads="1"/>
                  </p:cNvSpPr>
                  <p:nvPr/>
                </p:nvSpPr>
                <p:spPr bwMode="auto">
                  <a:xfrm flipV="1">
                    <a:off x="3434"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5" name="Group 56"/>
                <p:cNvGrpSpPr>
                  <a:grpSpLocks/>
                </p:cNvGrpSpPr>
                <p:nvPr/>
              </p:nvGrpSpPr>
              <p:grpSpPr bwMode="auto">
                <a:xfrm>
                  <a:off x="1712" y="1464"/>
                  <a:ext cx="2268" cy="257"/>
                  <a:chOff x="1712" y="1464"/>
                  <a:chExt cx="2268" cy="257"/>
                </a:xfrm>
              </p:grpSpPr>
              <p:sp>
                <p:nvSpPr>
                  <p:cNvPr id="69" name="AutoShape 57"/>
                  <p:cNvSpPr>
                    <a:spLocks noChangeArrowheads="1"/>
                  </p:cNvSpPr>
                  <p:nvPr/>
                </p:nvSpPr>
                <p:spPr bwMode="auto">
                  <a:xfrm flipV="1">
                    <a:off x="1712"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0" name="AutoShape 58"/>
                  <p:cNvSpPr>
                    <a:spLocks noChangeArrowheads="1"/>
                  </p:cNvSpPr>
                  <p:nvPr/>
                </p:nvSpPr>
                <p:spPr bwMode="auto">
                  <a:xfrm flipV="1">
                    <a:off x="2166"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1" name="AutoShape 59"/>
                  <p:cNvSpPr>
                    <a:spLocks noChangeArrowheads="1"/>
                  </p:cNvSpPr>
                  <p:nvPr/>
                </p:nvSpPr>
                <p:spPr bwMode="auto">
                  <a:xfrm flipV="1">
                    <a:off x="2621"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2" name="AutoShape 60"/>
                  <p:cNvSpPr>
                    <a:spLocks noChangeArrowheads="1"/>
                  </p:cNvSpPr>
                  <p:nvPr/>
                </p:nvSpPr>
                <p:spPr bwMode="auto">
                  <a:xfrm flipV="1">
                    <a:off x="3075"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3" name="AutoShape 61"/>
                  <p:cNvSpPr>
                    <a:spLocks noChangeArrowheads="1"/>
                  </p:cNvSpPr>
                  <p:nvPr/>
                </p:nvSpPr>
                <p:spPr bwMode="auto">
                  <a:xfrm flipV="1">
                    <a:off x="3530"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6" name="Group 62"/>
                <p:cNvGrpSpPr>
                  <a:grpSpLocks/>
                </p:cNvGrpSpPr>
                <p:nvPr/>
              </p:nvGrpSpPr>
              <p:grpSpPr bwMode="auto">
                <a:xfrm>
                  <a:off x="986" y="1298"/>
                  <a:ext cx="599" cy="423"/>
                  <a:chOff x="986" y="1298"/>
                  <a:chExt cx="599" cy="423"/>
                </a:xfrm>
              </p:grpSpPr>
              <p:sp>
                <p:nvSpPr>
                  <p:cNvPr id="66" name="AutoShape 63"/>
                  <p:cNvSpPr>
                    <a:spLocks noChangeArrowheads="1"/>
                  </p:cNvSpPr>
                  <p:nvPr/>
                </p:nvSpPr>
                <p:spPr bwMode="auto">
                  <a:xfrm>
                    <a:off x="986" y="1298"/>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7" name="AutoShape 64"/>
                  <p:cNvSpPr>
                    <a:spLocks noChangeArrowheads="1"/>
                  </p:cNvSpPr>
                  <p:nvPr/>
                </p:nvSpPr>
                <p:spPr bwMode="auto">
                  <a:xfrm>
                    <a:off x="1082" y="1394"/>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8" name="AutoShape 65"/>
                  <p:cNvSpPr>
                    <a:spLocks noChangeArrowheads="1"/>
                  </p:cNvSpPr>
                  <p:nvPr/>
                </p:nvSpPr>
                <p:spPr bwMode="auto">
                  <a:xfrm>
                    <a:off x="1178" y="1490"/>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7" name="Group 66"/>
                <p:cNvGrpSpPr>
                  <a:grpSpLocks/>
                </p:cNvGrpSpPr>
                <p:nvPr/>
              </p:nvGrpSpPr>
              <p:grpSpPr bwMode="auto">
                <a:xfrm>
                  <a:off x="176" y="1685"/>
                  <a:ext cx="3926" cy="489"/>
                  <a:chOff x="176" y="1685"/>
                  <a:chExt cx="3926" cy="489"/>
                </a:xfrm>
              </p:grpSpPr>
              <p:sp>
                <p:nvSpPr>
                  <p:cNvPr id="28" name="Text Box 67"/>
                  <p:cNvSpPr txBox="1">
                    <a:spLocks noChangeArrowheads="1"/>
                  </p:cNvSpPr>
                  <p:nvPr/>
                </p:nvSpPr>
                <p:spPr bwMode="auto">
                  <a:xfrm>
                    <a:off x="176" y="1968"/>
                    <a:ext cx="61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u="sng">
                        <a:solidFill>
                          <a:srgbClr val="000000"/>
                        </a:solidFill>
                      </a:rPr>
                      <a:t>Gates &gt;&gt;</a:t>
                    </a:r>
                  </a:p>
                </p:txBody>
              </p:sp>
              <p:grpSp>
                <p:nvGrpSpPr>
                  <p:cNvPr id="29" name="Group 68"/>
                  <p:cNvGrpSpPr>
                    <a:grpSpLocks/>
                  </p:cNvGrpSpPr>
                  <p:nvPr/>
                </p:nvGrpSpPr>
                <p:grpSpPr bwMode="auto">
                  <a:xfrm>
                    <a:off x="2091" y="1685"/>
                    <a:ext cx="117" cy="389"/>
                    <a:chOff x="2112" y="1705"/>
                    <a:chExt cx="117" cy="389"/>
                  </a:xfrm>
                </p:grpSpPr>
                <p:sp>
                  <p:nvSpPr>
                    <p:cNvPr id="64" name="AutoShape 69"/>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5" name="Line 70"/>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sp>
                <p:nvSpPr>
                  <p:cNvPr id="30" name="AutoShape 71"/>
                  <p:cNvSpPr>
                    <a:spLocks noChangeArrowheads="1"/>
                  </p:cNvSpPr>
                  <p:nvPr/>
                </p:nvSpPr>
                <p:spPr bwMode="auto">
                  <a:xfrm>
                    <a:off x="761" y="1859"/>
                    <a:ext cx="3341" cy="315"/>
                  </a:xfrm>
                  <a:prstGeom prst="roundRect">
                    <a:avLst>
                      <a:gd name="adj"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31" name="Group 72"/>
                  <p:cNvGrpSpPr>
                    <a:grpSpLocks/>
                  </p:cNvGrpSpPr>
                  <p:nvPr/>
                </p:nvGrpSpPr>
                <p:grpSpPr bwMode="auto">
                  <a:xfrm>
                    <a:off x="3918" y="1795"/>
                    <a:ext cx="117" cy="299"/>
                    <a:chOff x="2088" y="1486"/>
                    <a:chExt cx="117" cy="299"/>
                  </a:xfrm>
                </p:grpSpPr>
                <p:sp>
                  <p:nvSpPr>
                    <p:cNvPr id="62" name="AutoShape 73"/>
                    <p:cNvSpPr>
                      <a:spLocks noChangeArrowheads="1"/>
                    </p:cNvSpPr>
                    <p:nvPr/>
                  </p:nvSpPr>
                  <p:spPr bwMode="auto">
                    <a:xfrm>
                      <a:off x="2088" y="1614"/>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3" name="Line 74"/>
                    <p:cNvSpPr>
                      <a:spLocks noChangeShapeType="1"/>
                    </p:cNvSpPr>
                    <p:nvPr/>
                  </p:nvSpPr>
                  <p:spPr bwMode="auto">
                    <a:xfrm flipV="1">
                      <a:off x="2146" y="1486"/>
                      <a:ext cx="0"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2" name="Group 75"/>
                  <p:cNvGrpSpPr>
                    <a:grpSpLocks/>
                  </p:cNvGrpSpPr>
                  <p:nvPr/>
                </p:nvGrpSpPr>
                <p:grpSpPr bwMode="auto">
                  <a:xfrm>
                    <a:off x="2991" y="1685"/>
                    <a:ext cx="117" cy="389"/>
                    <a:chOff x="2112" y="1705"/>
                    <a:chExt cx="117" cy="389"/>
                  </a:xfrm>
                </p:grpSpPr>
                <p:sp>
                  <p:nvSpPr>
                    <p:cNvPr id="60" name="AutoShape 76"/>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1" name="Line 77"/>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3" name="Group 78"/>
                  <p:cNvGrpSpPr>
                    <a:grpSpLocks/>
                  </p:cNvGrpSpPr>
                  <p:nvPr/>
                </p:nvGrpSpPr>
                <p:grpSpPr bwMode="auto">
                  <a:xfrm>
                    <a:off x="3442" y="1685"/>
                    <a:ext cx="117" cy="389"/>
                    <a:chOff x="2112" y="1705"/>
                    <a:chExt cx="117" cy="389"/>
                  </a:xfrm>
                </p:grpSpPr>
                <p:sp>
                  <p:nvSpPr>
                    <p:cNvPr id="58" name="AutoShape 79"/>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9" name="Line 80"/>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4" name="Group 81"/>
                  <p:cNvGrpSpPr>
                    <a:grpSpLocks/>
                  </p:cNvGrpSpPr>
                  <p:nvPr/>
                </p:nvGrpSpPr>
                <p:grpSpPr bwMode="auto">
                  <a:xfrm>
                    <a:off x="1526" y="1705"/>
                    <a:ext cx="117" cy="369"/>
                    <a:chOff x="1526" y="1705"/>
                    <a:chExt cx="117" cy="369"/>
                  </a:xfrm>
                </p:grpSpPr>
                <p:sp>
                  <p:nvSpPr>
                    <p:cNvPr id="56" name="Line 82"/>
                    <p:cNvSpPr>
                      <a:spLocks noChangeShapeType="1"/>
                    </p:cNvSpPr>
                    <p:nvPr/>
                  </p:nvSpPr>
                  <p:spPr bwMode="auto">
                    <a:xfrm flipV="1">
                      <a:off x="1584"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7" name="AutoShape 83"/>
                    <p:cNvSpPr>
                      <a:spLocks noChangeArrowheads="1"/>
                    </p:cNvSpPr>
                    <p:nvPr/>
                  </p:nvSpPr>
                  <p:spPr bwMode="auto">
                    <a:xfrm>
                      <a:off x="1526"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5" name="Group 84"/>
                  <p:cNvGrpSpPr>
                    <a:grpSpLocks/>
                  </p:cNvGrpSpPr>
                  <p:nvPr/>
                </p:nvGrpSpPr>
                <p:grpSpPr bwMode="auto">
                  <a:xfrm>
                    <a:off x="2542" y="1705"/>
                    <a:ext cx="117" cy="369"/>
                    <a:chOff x="2542" y="1705"/>
                    <a:chExt cx="117" cy="369"/>
                  </a:xfrm>
                </p:grpSpPr>
                <p:sp>
                  <p:nvSpPr>
                    <p:cNvPr id="54" name="Line 85"/>
                    <p:cNvSpPr>
                      <a:spLocks noChangeShapeType="1"/>
                    </p:cNvSpPr>
                    <p:nvPr/>
                  </p:nvSpPr>
                  <p:spPr bwMode="auto">
                    <a:xfrm flipV="1">
                      <a:off x="260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5" name="AutoShape 86"/>
                    <p:cNvSpPr>
                      <a:spLocks noChangeArrowheads="1"/>
                    </p:cNvSpPr>
                    <p:nvPr/>
                  </p:nvSpPr>
                  <p:spPr bwMode="auto">
                    <a:xfrm>
                      <a:off x="2542"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6" name="Group 87"/>
                  <p:cNvGrpSpPr>
                    <a:grpSpLocks/>
                  </p:cNvGrpSpPr>
                  <p:nvPr/>
                </p:nvGrpSpPr>
                <p:grpSpPr bwMode="auto">
                  <a:xfrm>
                    <a:off x="2266" y="1721"/>
                    <a:ext cx="89" cy="298"/>
                    <a:chOff x="2266" y="1721"/>
                    <a:chExt cx="89" cy="298"/>
                  </a:xfrm>
                </p:grpSpPr>
                <p:sp>
                  <p:nvSpPr>
                    <p:cNvPr id="52" name="Line 88"/>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3" name="AutoShape 89"/>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7" name="Group 90"/>
                  <p:cNvGrpSpPr>
                    <a:grpSpLocks/>
                  </p:cNvGrpSpPr>
                  <p:nvPr/>
                </p:nvGrpSpPr>
                <p:grpSpPr bwMode="auto">
                  <a:xfrm>
                    <a:off x="2384" y="1721"/>
                    <a:ext cx="89" cy="298"/>
                    <a:chOff x="2266" y="1721"/>
                    <a:chExt cx="89" cy="298"/>
                  </a:xfrm>
                </p:grpSpPr>
                <p:sp>
                  <p:nvSpPr>
                    <p:cNvPr id="50" name="Line 91"/>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1" name="AutoShape 92"/>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8" name="Group 93"/>
                  <p:cNvGrpSpPr>
                    <a:grpSpLocks/>
                  </p:cNvGrpSpPr>
                  <p:nvPr/>
                </p:nvGrpSpPr>
                <p:grpSpPr bwMode="auto">
                  <a:xfrm>
                    <a:off x="2699" y="1721"/>
                    <a:ext cx="89" cy="298"/>
                    <a:chOff x="2266" y="1721"/>
                    <a:chExt cx="89" cy="298"/>
                  </a:xfrm>
                </p:grpSpPr>
                <p:sp>
                  <p:nvSpPr>
                    <p:cNvPr id="48" name="Line 94"/>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9" name="AutoShape 95"/>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9" name="Group 96"/>
                  <p:cNvGrpSpPr>
                    <a:grpSpLocks/>
                  </p:cNvGrpSpPr>
                  <p:nvPr/>
                </p:nvGrpSpPr>
                <p:grpSpPr bwMode="auto">
                  <a:xfrm>
                    <a:off x="2834" y="1721"/>
                    <a:ext cx="89" cy="298"/>
                    <a:chOff x="2266" y="1721"/>
                    <a:chExt cx="89" cy="298"/>
                  </a:xfrm>
                </p:grpSpPr>
                <p:sp>
                  <p:nvSpPr>
                    <p:cNvPr id="46" name="Line 97"/>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7" name="AutoShape 98"/>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0" name="Group 99"/>
                  <p:cNvGrpSpPr>
                    <a:grpSpLocks/>
                  </p:cNvGrpSpPr>
                  <p:nvPr/>
                </p:nvGrpSpPr>
                <p:grpSpPr bwMode="auto">
                  <a:xfrm>
                    <a:off x="1922" y="1721"/>
                    <a:ext cx="89" cy="298"/>
                    <a:chOff x="2266" y="1721"/>
                    <a:chExt cx="89" cy="298"/>
                  </a:xfrm>
                </p:grpSpPr>
                <p:sp>
                  <p:nvSpPr>
                    <p:cNvPr id="44" name="Line 100"/>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5" name="AutoShape 101"/>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1" name="Group 102"/>
                  <p:cNvGrpSpPr>
                    <a:grpSpLocks/>
                  </p:cNvGrpSpPr>
                  <p:nvPr/>
                </p:nvGrpSpPr>
                <p:grpSpPr bwMode="auto">
                  <a:xfrm>
                    <a:off x="3253" y="1721"/>
                    <a:ext cx="89" cy="298"/>
                    <a:chOff x="2266" y="1721"/>
                    <a:chExt cx="89" cy="298"/>
                  </a:xfrm>
                </p:grpSpPr>
                <p:sp>
                  <p:nvSpPr>
                    <p:cNvPr id="42" name="Line 103"/>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3" name="AutoShape 104"/>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grpSp>
          <p:sp>
            <p:nvSpPr>
              <p:cNvPr id="12" name="Rectangle 105"/>
              <p:cNvSpPr>
                <a:spLocks noChangeArrowheads="1"/>
              </p:cNvSpPr>
              <p:nvPr/>
            </p:nvSpPr>
            <p:spPr bwMode="auto">
              <a:xfrm>
                <a:off x="945" y="573"/>
                <a:ext cx="3912" cy="202"/>
              </a:xfrm>
              <a:prstGeom prst="rect">
                <a:avLst/>
              </a:prstGeom>
              <a:solidFill>
                <a:srgbClr val="CCFFCC"/>
              </a:solidFill>
              <a:ln w="9525">
                <a:miter lim="800000"/>
                <a:headEnd/>
                <a:tailEnd/>
              </a:ln>
              <a:scene3d>
                <a:camera prst="legacyObliqueTopRight"/>
                <a:lightRig rig="legacyFlat3" dir="b"/>
              </a:scene3d>
              <a:sp3d extrusionH="277800" contourW="12700" prstMaterial="legacyMatte">
                <a:bevelT w="13500" h="13500" prst="angle"/>
                <a:bevelB w="13500" h="13500" prst="angle"/>
                <a:extrusionClr>
                  <a:srgbClr val="CCFFCC"/>
                </a:extrusionClr>
                <a:contourClr>
                  <a:srgbClr val="CCFFCC"/>
                </a:contourClr>
              </a:sp3d>
            </p:spPr>
            <p:txBody>
              <a:bodyPr lIns="72000" tIns="0" rIns="72000" bIns="0">
                <a:flatTx/>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b="1" i="1">
                    <a:solidFill>
                      <a:srgbClr val="000000"/>
                    </a:solidFill>
                  </a:rPr>
                  <a:t>Processo de Desenvolvimento de Produto</a:t>
                </a:r>
              </a:p>
              <a:p>
                <a:pPr eaLnBrk="1" hangingPunct="1"/>
                <a:endParaRPr lang="pt-BR" altLang="pt-BR" sz="1600">
                  <a:solidFill>
                    <a:srgbClr val="000000"/>
                  </a:solidFill>
                </a:endParaRPr>
              </a:p>
            </p:txBody>
          </p:sp>
        </p:grpSp>
      </p:grpSp>
      <p:sp>
        <p:nvSpPr>
          <p:cNvPr id="103" name="Rectangle 4"/>
          <p:cNvSpPr txBox="1">
            <a:spLocks noChangeArrowheads="1"/>
          </p:cNvSpPr>
          <p:nvPr/>
        </p:nvSpPr>
        <p:spPr>
          <a:xfrm>
            <a:off x="4793191" y="289710"/>
            <a:ext cx="7086706" cy="1293028"/>
          </a:xfrm>
          <a:prstGeom prst="rect">
            <a:avLst/>
          </a:prstGeom>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3200" b="1"/>
              <a:t>Visão geral do modelo de referência </a:t>
            </a:r>
          </a:p>
        </p:txBody>
      </p:sp>
    </p:spTree>
    <p:extLst>
      <p:ext uri="{BB962C8B-B14F-4D97-AF65-F5344CB8AC3E}">
        <p14:creationId xmlns:p14="http://schemas.microsoft.com/office/powerpoint/2010/main" val="1207612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838200" y="296863"/>
            <a:ext cx="11168921" cy="457200"/>
          </a:xfrm>
          <a:prstGeom prst="rect">
            <a:avLst/>
          </a:prstGeom>
          <a:solidFill>
            <a:schemeClr val="bg1">
              <a:lumMod val="85000"/>
            </a:schemeClr>
          </a:solidFill>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2400" b="1">
                <a:solidFill>
                  <a:srgbClr val="002060"/>
                </a:solidFill>
              </a:rPr>
              <a:t>Atividades genéricas durante a realização do projeto</a:t>
            </a:r>
          </a:p>
        </p:txBody>
      </p:sp>
      <p:grpSp>
        <p:nvGrpSpPr>
          <p:cNvPr id="3" name="Group 3"/>
          <p:cNvGrpSpPr>
            <a:grpSpLocks/>
          </p:cNvGrpSpPr>
          <p:nvPr/>
        </p:nvGrpSpPr>
        <p:grpSpPr bwMode="auto">
          <a:xfrm>
            <a:off x="838200" y="1042988"/>
            <a:ext cx="8991600" cy="5815012"/>
            <a:chOff x="48" y="573"/>
            <a:chExt cx="5664" cy="3663"/>
          </a:xfrm>
        </p:grpSpPr>
        <p:sp>
          <p:nvSpPr>
            <p:cNvPr id="4" name="Rectangle 4"/>
            <p:cNvSpPr>
              <a:spLocks noChangeArrowheads="1"/>
            </p:cNvSpPr>
            <p:nvPr/>
          </p:nvSpPr>
          <p:spPr bwMode="auto">
            <a:xfrm>
              <a:off x="630" y="4057"/>
              <a:ext cx="4968" cy="179"/>
            </a:xfrm>
            <a:prstGeom prst="rect">
              <a:avLst/>
            </a:prstGeom>
            <a:solidFill>
              <a:srgbClr val="FFFF00"/>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Melhoria do processo de desenvolvimento de produtos</a:t>
              </a:r>
            </a:p>
          </p:txBody>
        </p:sp>
        <p:sp>
          <p:nvSpPr>
            <p:cNvPr id="5" name="Rectangle 5"/>
            <p:cNvSpPr>
              <a:spLocks noChangeArrowheads="1"/>
            </p:cNvSpPr>
            <p:nvPr/>
          </p:nvSpPr>
          <p:spPr bwMode="auto">
            <a:xfrm>
              <a:off x="1606" y="3828"/>
              <a:ext cx="3838" cy="179"/>
            </a:xfrm>
            <a:prstGeom prst="rect">
              <a:avLst/>
            </a:prstGeom>
            <a:solidFill>
              <a:srgbClr val="EAEAEA"/>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Gerenciamento de mudanças de engenharia</a:t>
              </a:r>
            </a:p>
          </p:txBody>
        </p:sp>
        <p:sp>
          <p:nvSpPr>
            <p:cNvPr id="6" name="Rectangle 6"/>
            <p:cNvSpPr>
              <a:spLocks noChangeArrowheads="1"/>
            </p:cNvSpPr>
            <p:nvPr/>
          </p:nvSpPr>
          <p:spPr bwMode="auto">
            <a:xfrm>
              <a:off x="132" y="3794"/>
              <a:ext cx="768" cy="3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lIns="72000" tIns="0" rIns="72000" bIns="0" anchor="ctr">
              <a:spAutoFit/>
            </a:bodyPr>
            <a:lstStyle/>
            <a:p>
              <a:pPr>
                <a:defRPr/>
              </a:pPr>
              <a:r>
                <a:rPr lang="pt-BR" sz="1800">
                  <a:solidFill>
                    <a:schemeClr val="accent2"/>
                  </a:solidFill>
                </a:rPr>
                <a:t>Processos</a:t>
              </a:r>
            </a:p>
            <a:p>
              <a:pPr>
                <a:defRPr/>
              </a:pPr>
              <a:r>
                <a:rPr lang="pt-BR" sz="1800">
                  <a:solidFill>
                    <a:schemeClr val="accent2"/>
                  </a:solidFill>
                </a:rPr>
                <a:t>de apoio</a:t>
              </a:r>
            </a:p>
          </p:txBody>
        </p:sp>
        <p:sp>
          <p:nvSpPr>
            <p:cNvPr id="7" name="AutoShape 7"/>
            <p:cNvSpPr>
              <a:spLocks noChangeArrowheads="1"/>
            </p:cNvSpPr>
            <p:nvPr/>
          </p:nvSpPr>
          <p:spPr bwMode="auto">
            <a:xfrm>
              <a:off x="967" y="364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 name="AutoShape 8"/>
            <p:cNvSpPr>
              <a:spLocks noChangeArrowheads="1"/>
            </p:cNvSpPr>
            <p:nvPr/>
          </p:nvSpPr>
          <p:spPr bwMode="auto">
            <a:xfrm>
              <a:off x="2220" y="364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 name="AutoShape 9"/>
            <p:cNvSpPr>
              <a:spLocks noChangeArrowheads="1"/>
            </p:cNvSpPr>
            <p:nvPr/>
          </p:nvSpPr>
          <p:spPr bwMode="auto">
            <a:xfrm>
              <a:off x="3474" y="364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 name="AutoShape 10"/>
            <p:cNvSpPr>
              <a:spLocks noChangeArrowheads="1"/>
            </p:cNvSpPr>
            <p:nvPr/>
          </p:nvSpPr>
          <p:spPr bwMode="auto">
            <a:xfrm>
              <a:off x="4728" y="364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1" name="Group 11"/>
            <p:cNvGrpSpPr>
              <a:grpSpLocks/>
            </p:cNvGrpSpPr>
            <p:nvPr/>
          </p:nvGrpSpPr>
          <p:grpSpPr bwMode="auto">
            <a:xfrm>
              <a:off x="48" y="573"/>
              <a:ext cx="5664" cy="2019"/>
              <a:chOff x="48" y="573"/>
              <a:chExt cx="5664" cy="2019"/>
            </a:xfrm>
          </p:grpSpPr>
          <p:grpSp>
            <p:nvGrpSpPr>
              <p:cNvPr id="12" name="Group 12"/>
              <p:cNvGrpSpPr>
                <a:grpSpLocks/>
              </p:cNvGrpSpPr>
              <p:nvPr/>
            </p:nvGrpSpPr>
            <p:grpSpPr bwMode="auto">
              <a:xfrm>
                <a:off x="48" y="673"/>
                <a:ext cx="5664" cy="1919"/>
                <a:chOff x="48" y="673"/>
                <a:chExt cx="5664" cy="1919"/>
              </a:xfrm>
            </p:grpSpPr>
            <p:sp>
              <p:nvSpPr>
                <p:cNvPr id="14" name="Rectangle 13"/>
                <p:cNvSpPr>
                  <a:spLocks noChangeArrowheads="1"/>
                </p:cNvSpPr>
                <p:nvPr/>
              </p:nvSpPr>
              <p:spPr bwMode="auto">
                <a:xfrm>
                  <a:off x="48" y="673"/>
                  <a:ext cx="5664" cy="1919"/>
                </a:xfrm>
                <a:prstGeom prst="rect">
                  <a:avLst/>
                </a:prstGeom>
                <a:solidFill>
                  <a:srgbClr val="CCFFCC"/>
                </a:solidFill>
                <a:ln w="9525">
                  <a:solidFill>
                    <a:schemeClr val="tx1"/>
                  </a:solidFill>
                  <a:miter lim="800000"/>
                  <a:headEnd/>
                  <a:tailEnd/>
                </a:ln>
              </p:spPr>
              <p:txBody>
                <a:bodyPr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5" name="Freeform 14"/>
                <p:cNvSpPr>
                  <a:spLocks/>
                </p:cNvSpPr>
                <p:nvPr/>
              </p:nvSpPr>
              <p:spPr bwMode="auto">
                <a:xfrm>
                  <a:off x="501" y="1460"/>
                  <a:ext cx="4593" cy="844"/>
                </a:xfrm>
                <a:custGeom>
                  <a:avLst/>
                  <a:gdLst>
                    <a:gd name="T0" fmla="*/ 771 w 4593"/>
                    <a:gd name="T1" fmla="*/ 20 h 1046"/>
                    <a:gd name="T2" fmla="*/ 0 w 4593"/>
                    <a:gd name="T3" fmla="*/ 1046 h 1046"/>
                    <a:gd name="T4" fmla="*/ 4593 w 4593"/>
                    <a:gd name="T5" fmla="*/ 1016 h 1046"/>
                    <a:gd name="T6" fmla="*/ 3302 w 4593"/>
                    <a:gd name="T7" fmla="*/ 0 h 1046"/>
                    <a:gd name="T8" fmla="*/ 0 60000 65536"/>
                    <a:gd name="T9" fmla="*/ 0 60000 65536"/>
                    <a:gd name="T10" fmla="*/ 0 60000 65536"/>
                    <a:gd name="T11" fmla="*/ 0 60000 65536"/>
                    <a:gd name="T12" fmla="*/ 0 w 4593"/>
                    <a:gd name="T13" fmla="*/ 0 h 1046"/>
                    <a:gd name="T14" fmla="*/ 4593 w 4593"/>
                    <a:gd name="T15" fmla="*/ 1046 h 1046"/>
                  </a:gdLst>
                  <a:ahLst/>
                  <a:cxnLst>
                    <a:cxn ang="T8">
                      <a:pos x="T0" y="T1"/>
                    </a:cxn>
                    <a:cxn ang="T9">
                      <a:pos x="T2" y="T3"/>
                    </a:cxn>
                    <a:cxn ang="T10">
                      <a:pos x="T4" y="T5"/>
                    </a:cxn>
                    <a:cxn ang="T11">
                      <a:pos x="T6" y="T7"/>
                    </a:cxn>
                  </a:cxnLst>
                  <a:rect l="T12" t="T13" r="T14" b="T15"/>
                  <a:pathLst>
                    <a:path w="4593" h="1046">
                      <a:moveTo>
                        <a:pt x="771" y="20"/>
                      </a:moveTo>
                      <a:lnTo>
                        <a:pt x="0" y="1046"/>
                      </a:lnTo>
                      <a:lnTo>
                        <a:pt x="4593" y="1016"/>
                      </a:lnTo>
                      <a:lnTo>
                        <a:pt x="3302" y="0"/>
                      </a:lnTo>
                    </a:path>
                  </a:pathLst>
                </a:custGeom>
                <a:gradFill rotWithShape="0">
                  <a:gsLst>
                    <a:gs pos="0">
                      <a:srgbClr val="99CCFF"/>
                    </a:gs>
                    <a:gs pos="100000">
                      <a:srgbClr val="FFCC99"/>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grpSp>
              <p:nvGrpSpPr>
                <p:cNvPr id="16" name="Group 15"/>
                <p:cNvGrpSpPr>
                  <a:grpSpLocks/>
                </p:cNvGrpSpPr>
                <p:nvPr/>
              </p:nvGrpSpPr>
              <p:grpSpPr bwMode="auto">
                <a:xfrm>
                  <a:off x="1411" y="1058"/>
                  <a:ext cx="2612" cy="188"/>
                  <a:chOff x="1482" y="804"/>
                  <a:chExt cx="2642" cy="188"/>
                </a:xfrm>
              </p:grpSpPr>
              <p:sp>
                <p:nvSpPr>
                  <p:cNvPr id="102" name="AutoShape 16"/>
                  <p:cNvSpPr>
                    <a:spLocks noChangeArrowheads="1"/>
                  </p:cNvSpPr>
                  <p:nvPr/>
                </p:nvSpPr>
                <p:spPr bwMode="auto">
                  <a:xfrm>
                    <a:off x="1482" y="804"/>
                    <a:ext cx="2642" cy="188"/>
                  </a:xfrm>
                  <a:prstGeom prst="chevron">
                    <a:avLst>
                      <a:gd name="adj" fmla="val 44176"/>
                    </a:avLst>
                  </a:prstGeom>
                  <a:solidFill>
                    <a:srgbClr val="FFFF00"/>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3" name="Text Box 17"/>
                  <p:cNvSpPr txBox="1">
                    <a:spLocks noChangeArrowheads="1"/>
                  </p:cNvSpPr>
                  <p:nvPr/>
                </p:nvSpPr>
                <p:spPr bwMode="auto">
                  <a:xfrm>
                    <a:off x="2153" y="812"/>
                    <a:ext cx="1202" cy="173"/>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Desenvolvimento</a:t>
                    </a:r>
                    <a:r>
                      <a:rPr lang="pt-BR" altLang="pt-BR" sz="1800" i="1">
                        <a:solidFill>
                          <a:srgbClr val="000000"/>
                        </a:solidFill>
                      </a:rPr>
                      <a:t> </a:t>
                    </a:r>
                  </a:p>
                </p:txBody>
              </p:sp>
            </p:grpSp>
            <p:grpSp>
              <p:nvGrpSpPr>
                <p:cNvPr id="17" name="Group 18"/>
                <p:cNvGrpSpPr>
                  <a:grpSpLocks/>
                </p:cNvGrpSpPr>
                <p:nvPr/>
              </p:nvGrpSpPr>
              <p:grpSpPr bwMode="auto">
                <a:xfrm>
                  <a:off x="500" y="2198"/>
                  <a:ext cx="4521" cy="340"/>
                  <a:chOff x="108" y="2387"/>
                  <a:chExt cx="4521" cy="340"/>
                </a:xfrm>
              </p:grpSpPr>
              <p:grpSp>
                <p:nvGrpSpPr>
                  <p:cNvPr id="95" name="Group 19"/>
                  <p:cNvGrpSpPr>
                    <a:grpSpLocks/>
                  </p:cNvGrpSpPr>
                  <p:nvPr/>
                </p:nvGrpSpPr>
                <p:grpSpPr bwMode="auto">
                  <a:xfrm>
                    <a:off x="1014" y="2394"/>
                    <a:ext cx="3615" cy="333"/>
                    <a:chOff x="1014" y="2394"/>
                    <a:chExt cx="3615" cy="333"/>
                  </a:xfrm>
                </p:grpSpPr>
                <p:sp>
                  <p:nvSpPr>
                    <p:cNvPr id="97" name="AutoShape 20"/>
                    <p:cNvSpPr>
                      <a:spLocks noChangeArrowheads="1"/>
                    </p:cNvSpPr>
                    <p:nvPr/>
                  </p:nvSpPr>
                  <p:spPr bwMode="auto">
                    <a:xfrm>
                      <a:off x="2511" y="2394"/>
                      <a:ext cx="690" cy="333"/>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Detalhado </a:t>
                      </a:r>
                    </a:p>
                  </p:txBody>
                </p:sp>
                <p:sp>
                  <p:nvSpPr>
                    <p:cNvPr id="98" name="AutoShape 21"/>
                    <p:cNvSpPr>
                      <a:spLocks noChangeArrowheads="1"/>
                    </p:cNvSpPr>
                    <p:nvPr/>
                  </p:nvSpPr>
                  <p:spPr bwMode="auto">
                    <a:xfrm>
                      <a:off x="1833" y="2394"/>
                      <a:ext cx="709" cy="333"/>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Conceitual </a:t>
                      </a:r>
                    </a:p>
                  </p:txBody>
                </p:sp>
                <p:sp>
                  <p:nvSpPr>
                    <p:cNvPr id="99" name="AutoShape 22"/>
                    <p:cNvSpPr>
                      <a:spLocks noChangeArrowheads="1"/>
                    </p:cNvSpPr>
                    <p:nvPr/>
                  </p:nvSpPr>
                  <p:spPr bwMode="auto">
                    <a:xfrm>
                      <a:off x="1014" y="2394"/>
                      <a:ext cx="856" cy="333"/>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Informacional </a:t>
                      </a:r>
                    </a:p>
                  </p:txBody>
                </p:sp>
                <p:sp>
                  <p:nvSpPr>
                    <p:cNvPr id="100" name="AutoShape 23"/>
                    <p:cNvSpPr>
                      <a:spLocks noChangeArrowheads="1"/>
                    </p:cNvSpPr>
                    <p:nvPr/>
                  </p:nvSpPr>
                  <p:spPr bwMode="auto">
                    <a:xfrm>
                      <a:off x="3864" y="2394"/>
                      <a:ext cx="765" cy="333"/>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Lançamento</a:t>
                      </a:r>
                    </a:p>
                    <a:p>
                      <a:pPr eaLnBrk="1" hangingPunct="1"/>
                      <a:r>
                        <a:rPr lang="pt-BR" altLang="pt-BR" sz="1400"/>
                        <a:t>do Produto</a:t>
                      </a:r>
                    </a:p>
                  </p:txBody>
                </p:sp>
                <p:sp>
                  <p:nvSpPr>
                    <p:cNvPr id="101" name="AutoShape 24"/>
                    <p:cNvSpPr>
                      <a:spLocks noChangeArrowheads="1"/>
                    </p:cNvSpPr>
                    <p:nvPr/>
                  </p:nvSpPr>
                  <p:spPr bwMode="auto">
                    <a:xfrm>
                      <a:off x="3170" y="2394"/>
                      <a:ext cx="723" cy="333"/>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Preparação</a:t>
                      </a:r>
                    </a:p>
                    <a:p>
                      <a:pPr eaLnBrk="1" hangingPunct="1"/>
                      <a:r>
                        <a:rPr lang="pt-BR" altLang="pt-BR" sz="1400"/>
                        <a:t>Produção</a:t>
                      </a:r>
                    </a:p>
                  </p:txBody>
                </p:sp>
              </p:grpSp>
              <p:sp>
                <p:nvSpPr>
                  <p:cNvPr id="96" name="AutoShape 25"/>
                  <p:cNvSpPr>
                    <a:spLocks noChangeArrowheads="1"/>
                  </p:cNvSpPr>
                  <p:nvPr/>
                </p:nvSpPr>
                <p:spPr bwMode="auto">
                  <a:xfrm>
                    <a:off x="108" y="2387"/>
                    <a:ext cx="1014" cy="330"/>
                  </a:xfrm>
                  <a:prstGeom prst="chevron">
                    <a:avLst>
                      <a:gd name="adj" fmla="val 24297"/>
                    </a:avLst>
                  </a:prstGeom>
                  <a:solidFill>
                    <a:srgbClr val="99CCFF"/>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b="1"/>
                      <a:t>Planejamento</a:t>
                    </a:r>
                  </a:p>
                  <a:p>
                    <a:pPr eaLnBrk="1" hangingPunct="1"/>
                    <a:r>
                      <a:rPr lang="pt-BR" altLang="pt-BR" sz="1400" b="1"/>
                      <a:t>Projeto</a:t>
                    </a:r>
                  </a:p>
                </p:txBody>
              </p:sp>
            </p:grpSp>
            <p:grpSp>
              <p:nvGrpSpPr>
                <p:cNvPr id="18" name="Group 26"/>
                <p:cNvGrpSpPr>
                  <a:grpSpLocks/>
                </p:cNvGrpSpPr>
                <p:nvPr/>
              </p:nvGrpSpPr>
              <p:grpSpPr bwMode="auto">
                <a:xfrm>
                  <a:off x="4009" y="1059"/>
                  <a:ext cx="1671" cy="188"/>
                  <a:chOff x="3985" y="774"/>
                  <a:chExt cx="1671" cy="188"/>
                </a:xfrm>
              </p:grpSpPr>
              <p:sp>
                <p:nvSpPr>
                  <p:cNvPr id="93" name="AutoShape 27"/>
                  <p:cNvSpPr>
                    <a:spLocks noChangeArrowheads="1"/>
                  </p:cNvSpPr>
                  <p:nvPr/>
                </p:nvSpPr>
                <p:spPr bwMode="auto">
                  <a:xfrm>
                    <a:off x="3985" y="774"/>
                    <a:ext cx="1671" cy="188"/>
                  </a:xfrm>
                  <a:prstGeom prst="chevron">
                    <a:avLst>
                      <a:gd name="adj" fmla="val 39421"/>
                    </a:avLst>
                  </a:prstGeom>
                  <a:solidFill>
                    <a:srgbClr val="FFCC99"/>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4" name="Text Box 28"/>
                  <p:cNvSpPr txBox="1">
                    <a:spLocks noChangeArrowheads="1"/>
                  </p:cNvSpPr>
                  <p:nvPr/>
                </p:nvSpPr>
                <p:spPr bwMode="auto">
                  <a:xfrm>
                    <a:off x="4658" y="797"/>
                    <a:ext cx="3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Pós</a:t>
                    </a:r>
                  </a:p>
                </p:txBody>
              </p:sp>
            </p:grpSp>
            <p:sp>
              <p:nvSpPr>
                <p:cNvPr id="19" name="Rectangle 29"/>
                <p:cNvSpPr>
                  <a:spLocks noChangeArrowheads="1"/>
                </p:cNvSpPr>
                <p:nvPr/>
              </p:nvSpPr>
              <p:spPr bwMode="auto">
                <a:xfrm>
                  <a:off x="5180" y="1112"/>
                  <a:ext cx="164"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cxnSp>
              <p:nvCxnSpPr>
                <p:cNvPr id="20" name="AutoShape 30"/>
                <p:cNvCxnSpPr>
                  <a:cxnSpLocks noChangeShapeType="1"/>
                </p:cNvCxnSpPr>
                <p:nvPr/>
              </p:nvCxnSpPr>
              <p:spPr bwMode="auto">
                <a:xfrm rot="-5400000" flipH="1" flipV="1">
                  <a:off x="2773" y="-973"/>
                  <a:ext cx="1" cy="4066"/>
                </a:xfrm>
                <a:prstGeom prst="bentConnector3">
                  <a:avLst>
                    <a:gd name="adj1" fmla="val -14400005"/>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21" name="Group 31"/>
                <p:cNvGrpSpPr>
                  <a:grpSpLocks/>
                </p:cNvGrpSpPr>
                <p:nvPr/>
              </p:nvGrpSpPr>
              <p:grpSpPr bwMode="auto">
                <a:xfrm>
                  <a:off x="108" y="1059"/>
                  <a:ext cx="1338" cy="187"/>
                  <a:chOff x="22" y="370"/>
                  <a:chExt cx="1398" cy="187"/>
                </a:xfrm>
              </p:grpSpPr>
              <p:sp>
                <p:nvSpPr>
                  <p:cNvPr id="91" name="AutoShape 32"/>
                  <p:cNvSpPr>
                    <a:spLocks noChangeArrowheads="1"/>
                  </p:cNvSpPr>
                  <p:nvPr/>
                </p:nvSpPr>
                <p:spPr bwMode="auto">
                  <a:xfrm>
                    <a:off x="22" y="370"/>
                    <a:ext cx="1398" cy="187"/>
                  </a:xfrm>
                  <a:prstGeom prst="homePlate">
                    <a:avLst>
                      <a:gd name="adj" fmla="val 39906"/>
                    </a:avLst>
                  </a:prstGeom>
                  <a:solidFill>
                    <a:srgbClr val="99CCFF"/>
                  </a:solidFill>
                  <a:ln w="12700">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2" name="Text Box 33"/>
                  <p:cNvSpPr txBox="1">
                    <a:spLocks noChangeArrowheads="1"/>
                  </p:cNvSpPr>
                  <p:nvPr/>
                </p:nvSpPr>
                <p:spPr bwMode="auto">
                  <a:xfrm>
                    <a:off x="567" y="393"/>
                    <a:ext cx="31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Pré</a:t>
                    </a:r>
                  </a:p>
                </p:txBody>
              </p:sp>
            </p:grpSp>
            <p:sp>
              <p:nvSpPr>
                <p:cNvPr id="22" name="AutoShape 34"/>
                <p:cNvSpPr>
                  <a:spLocks noChangeArrowheads="1"/>
                </p:cNvSpPr>
                <p:nvPr/>
              </p:nvSpPr>
              <p:spPr bwMode="auto">
                <a:xfrm>
                  <a:off x="117" y="1292"/>
                  <a:ext cx="1016" cy="496"/>
                </a:xfrm>
                <a:prstGeom prst="chevron">
                  <a:avLst>
                    <a:gd name="adj" fmla="val 16112"/>
                  </a:avLst>
                </a:prstGeom>
                <a:solidFill>
                  <a:srgbClr val="99CCFF"/>
                </a:solidFill>
                <a:ln w="11176">
                  <a:solidFill>
                    <a:srgbClr val="000000"/>
                  </a:solidFill>
                  <a:miter lim="800000"/>
                  <a:headEnd/>
                  <a:tailEnd/>
                </a:ln>
              </p:spPr>
              <p:txBody>
                <a:bodyPr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Planejamento</a:t>
                  </a:r>
                </a:p>
                <a:p>
                  <a:pPr eaLnBrk="1" hangingPunct="1"/>
                  <a:r>
                    <a:rPr lang="pt-BR" altLang="pt-BR" sz="1400"/>
                    <a:t>Estratégico dos Produtos</a:t>
                  </a:r>
                </a:p>
              </p:txBody>
            </p:sp>
            <p:grpSp>
              <p:nvGrpSpPr>
                <p:cNvPr id="23" name="Group 35"/>
                <p:cNvGrpSpPr>
                  <a:grpSpLocks/>
                </p:cNvGrpSpPr>
                <p:nvPr/>
              </p:nvGrpSpPr>
              <p:grpSpPr bwMode="auto">
                <a:xfrm>
                  <a:off x="3883" y="1280"/>
                  <a:ext cx="1809" cy="588"/>
                  <a:chOff x="3883" y="1280"/>
                  <a:chExt cx="1809" cy="588"/>
                </a:xfrm>
              </p:grpSpPr>
              <p:sp>
                <p:nvSpPr>
                  <p:cNvPr id="85" name="AutoShape 36"/>
                  <p:cNvSpPr>
                    <a:spLocks noChangeArrowheads="1"/>
                  </p:cNvSpPr>
                  <p:nvPr/>
                </p:nvSpPr>
                <p:spPr bwMode="auto">
                  <a:xfrm>
                    <a:off x="3883" y="1280"/>
                    <a:ext cx="792" cy="523"/>
                  </a:xfrm>
                  <a:prstGeom prst="chevron">
                    <a:avLst>
                      <a:gd name="adj" fmla="val 18221"/>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6" name="AutoShape 37"/>
                  <p:cNvSpPr>
                    <a:spLocks noChangeArrowheads="1"/>
                  </p:cNvSpPr>
                  <p:nvPr/>
                </p:nvSpPr>
                <p:spPr bwMode="auto">
                  <a:xfrm>
                    <a:off x="4675" y="128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7" name="AutoShape 38"/>
                  <p:cNvSpPr>
                    <a:spLocks noChangeArrowheads="1"/>
                  </p:cNvSpPr>
                  <p:nvPr/>
                </p:nvSpPr>
                <p:spPr bwMode="auto">
                  <a:xfrm>
                    <a:off x="3937" y="1320"/>
                    <a:ext cx="799" cy="523"/>
                  </a:xfrm>
                  <a:prstGeom prst="chevron">
                    <a:avLst>
                      <a:gd name="adj" fmla="val 18382"/>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8" name="AutoShape 39"/>
                  <p:cNvSpPr>
                    <a:spLocks noChangeArrowheads="1"/>
                  </p:cNvSpPr>
                  <p:nvPr/>
                </p:nvSpPr>
                <p:spPr bwMode="auto">
                  <a:xfrm>
                    <a:off x="4747" y="132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9" name="AutoShape 40"/>
                  <p:cNvSpPr>
                    <a:spLocks noChangeArrowheads="1"/>
                  </p:cNvSpPr>
                  <p:nvPr/>
                </p:nvSpPr>
                <p:spPr bwMode="auto">
                  <a:xfrm>
                    <a:off x="4847" y="1345"/>
                    <a:ext cx="845" cy="523"/>
                  </a:xfrm>
                  <a:prstGeom prst="chevron">
                    <a:avLst>
                      <a:gd name="adj" fmla="val 14945"/>
                    </a:avLst>
                  </a:prstGeom>
                  <a:solidFill>
                    <a:srgbClr val="FFCC99"/>
                  </a:solidFill>
                  <a:ln w="9525">
                    <a:solidFill>
                      <a:schemeClr val="tx1"/>
                    </a:solidFill>
                    <a:miter lim="800000"/>
                    <a:headEnd/>
                    <a:tailEnd/>
                  </a:ln>
                </p:spPr>
                <p:txBody>
                  <a:bodyPr lIns="144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Descontinuar</a:t>
                    </a:r>
                  </a:p>
                  <a:p>
                    <a:pPr eaLnBrk="1" hangingPunct="1"/>
                    <a:r>
                      <a:rPr lang="pt-BR" altLang="pt-BR" sz="1400"/>
                      <a:t>Produto</a:t>
                    </a:r>
                  </a:p>
                </p:txBody>
              </p:sp>
              <p:sp>
                <p:nvSpPr>
                  <p:cNvPr id="90" name="AutoShape 41"/>
                  <p:cNvSpPr>
                    <a:spLocks noChangeArrowheads="1"/>
                  </p:cNvSpPr>
                  <p:nvPr/>
                </p:nvSpPr>
                <p:spPr bwMode="auto">
                  <a:xfrm>
                    <a:off x="3999" y="1345"/>
                    <a:ext cx="882" cy="523"/>
                  </a:xfrm>
                  <a:prstGeom prst="chevron">
                    <a:avLst>
                      <a:gd name="adj" fmla="val 14530"/>
                    </a:avLst>
                  </a:prstGeom>
                  <a:solidFill>
                    <a:srgbClr val="FFCC99"/>
                  </a:solidFill>
                  <a:ln w="9525">
                    <a:solidFill>
                      <a:schemeClr val="tx1"/>
                    </a:solidFill>
                    <a:miter lim="800000"/>
                    <a:headEnd/>
                    <a:tailEnd/>
                  </a:ln>
                </p:spPr>
                <p:txBody>
                  <a:bodyPr wrap="none"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Acompanhar</a:t>
                    </a:r>
                  </a:p>
                  <a:p>
                    <a:pPr eaLnBrk="1" hangingPunct="1"/>
                    <a:r>
                      <a:rPr lang="pt-BR" altLang="pt-BR" sz="1400"/>
                      <a:t>Produto/</a:t>
                    </a:r>
                  </a:p>
                  <a:p>
                    <a:pPr eaLnBrk="1" hangingPunct="1"/>
                    <a:r>
                      <a:rPr lang="pt-BR" altLang="pt-BR" sz="1400"/>
                      <a:t>Processo</a:t>
                    </a:r>
                    <a:endParaRPr lang="pt-BR" altLang="pt-BR" sz="1600">
                      <a:solidFill>
                        <a:srgbClr val="000000"/>
                      </a:solidFill>
                    </a:endParaRPr>
                  </a:p>
                </p:txBody>
              </p:sp>
            </p:grpSp>
            <p:grpSp>
              <p:nvGrpSpPr>
                <p:cNvPr id="24" name="Group 42"/>
                <p:cNvGrpSpPr>
                  <a:grpSpLocks/>
                </p:cNvGrpSpPr>
                <p:nvPr/>
              </p:nvGrpSpPr>
              <p:grpSpPr bwMode="auto">
                <a:xfrm>
                  <a:off x="1520" y="1272"/>
                  <a:ext cx="2268" cy="257"/>
                  <a:chOff x="1541" y="1272"/>
                  <a:chExt cx="2268" cy="257"/>
                </a:xfrm>
              </p:grpSpPr>
              <p:sp>
                <p:nvSpPr>
                  <p:cNvPr id="80" name="AutoShape 43"/>
                  <p:cNvSpPr>
                    <a:spLocks noChangeArrowheads="1"/>
                  </p:cNvSpPr>
                  <p:nvPr/>
                </p:nvSpPr>
                <p:spPr bwMode="auto">
                  <a:xfrm flipV="1">
                    <a:off x="1541"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1" name="AutoShape 44"/>
                  <p:cNvSpPr>
                    <a:spLocks noChangeArrowheads="1"/>
                  </p:cNvSpPr>
                  <p:nvPr/>
                </p:nvSpPr>
                <p:spPr bwMode="auto">
                  <a:xfrm flipV="1">
                    <a:off x="1995"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2" name="AutoShape 45"/>
                  <p:cNvSpPr>
                    <a:spLocks noChangeArrowheads="1"/>
                  </p:cNvSpPr>
                  <p:nvPr/>
                </p:nvSpPr>
                <p:spPr bwMode="auto">
                  <a:xfrm flipV="1">
                    <a:off x="245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3" name="AutoShape 46"/>
                  <p:cNvSpPr>
                    <a:spLocks noChangeArrowheads="1"/>
                  </p:cNvSpPr>
                  <p:nvPr/>
                </p:nvSpPr>
                <p:spPr bwMode="auto">
                  <a:xfrm flipV="1">
                    <a:off x="290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4" name="AutoShape 47"/>
                  <p:cNvSpPr>
                    <a:spLocks noChangeArrowheads="1"/>
                  </p:cNvSpPr>
                  <p:nvPr/>
                </p:nvSpPr>
                <p:spPr bwMode="auto">
                  <a:xfrm flipV="1">
                    <a:off x="335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5" name="Group 48"/>
                <p:cNvGrpSpPr>
                  <a:grpSpLocks/>
                </p:cNvGrpSpPr>
                <p:nvPr/>
              </p:nvGrpSpPr>
              <p:grpSpPr bwMode="auto">
                <a:xfrm>
                  <a:off x="1616" y="1368"/>
                  <a:ext cx="2268" cy="257"/>
                  <a:chOff x="1541" y="1272"/>
                  <a:chExt cx="2268" cy="257"/>
                </a:xfrm>
              </p:grpSpPr>
              <p:sp>
                <p:nvSpPr>
                  <p:cNvPr id="75" name="AutoShape 49"/>
                  <p:cNvSpPr>
                    <a:spLocks noChangeArrowheads="1"/>
                  </p:cNvSpPr>
                  <p:nvPr/>
                </p:nvSpPr>
                <p:spPr bwMode="auto">
                  <a:xfrm flipV="1">
                    <a:off x="1541"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6" name="AutoShape 50"/>
                  <p:cNvSpPr>
                    <a:spLocks noChangeArrowheads="1"/>
                  </p:cNvSpPr>
                  <p:nvPr/>
                </p:nvSpPr>
                <p:spPr bwMode="auto">
                  <a:xfrm flipV="1">
                    <a:off x="1995"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7" name="AutoShape 51"/>
                  <p:cNvSpPr>
                    <a:spLocks noChangeArrowheads="1"/>
                  </p:cNvSpPr>
                  <p:nvPr/>
                </p:nvSpPr>
                <p:spPr bwMode="auto">
                  <a:xfrm flipV="1">
                    <a:off x="245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8" name="AutoShape 52"/>
                  <p:cNvSpPr>
                    <a:spLocks noChangeArrowheads="1"/>
                  </p:cNvSpPr>
                  <p:nvPr/>
                </p:nvSpPr>
                <p:spPr bwMode="auto">
                  <a:xfrm flipV="1">
                    <a:off x="290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9" name="AutoShape 53"/>
                  <p:cNvSpPr>
                    <a:spLocks noChangeArrowheads="1"/>
                  </p:cNvSpPr>
                  <p:nvPr/>
                </p:nvSpPr>
                <p:spPr bwMode="auto">
                  <a:xfrm flipV="1">
                    <a:off x="335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6" name="Group 54"/>
                <p:cNvGrpSpPr>
                  <a:grpSpLocks/>
                </p:cNvGrpSpPr>
                <p:nvPr/>
              </p:nvGrpSpPr>
              <p:grpSpPr bwMode="auto">
                <a:xfrm>
                  <a:off x="1712" y="1464"/>
                  <a:ext cx="2268" cy="257"/>
                  <a:chOff x="1541" y="1272"/>
                  <a:chExt cx="2268" cy="257"/>
                </a:xfrm>
              </p:grpSpPr>
              <p:sp>
                <p:nvSpPr>
                  <p:cNvPr id="70" name="AutoShape 55"/>
                  <p:cNvSpPr>
                    <a:spLocks noChangeArrowheads="1"/>
                  </p:cNvSpPr>
                  <p:nvPr/>
                </p:nvSpPr>
                <p:spPr bwMode="auto">
                  <a:xfrm flipV="1">
                    <a:off x="1541"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1" name="AutoShape 56"/>
                  <p:cNvSpPr>
                    <a:spLocks noChangeArrowheads="1"/>
                  </p:cNvSpPr>
                  <p:nvPr/>
                </p:nvSpPr>
                <p:spPr bwMode="auto">
                  <a:xfrm flipV="1">
                    <a:off x="1995"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2" name="AutoShape 57"/>
                  <p:cNvSpPr>
                    <a:spLocks noChangeArrowheads="1"/>
                  </p:cNvSpPr>
                  <p:nvPr/>
                </p:nvSpPr>
                <p:spPr bwMode="auto">
                  <a:xfrm flipV="1">
                    <a:off x="245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3" name="AutoShape 58"/>
                  <p:cNvSpPr>
                    <a:spLocks noChangeArrowheads="1"/>
                  </p:cNvSpPr>
                  <p:nvPr/>
                </p:nvSpPr>
                <p:spPr bwMode="auto">
                  <a:xfrm flipV="1">
                    <a:off x="290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4" name="AutoShape 59"/>
                  <p:cNvSpPr>
                    <a:spLocks noChangeArrowheads="1"/>
                  </p:cNvSpPr>
                  <p:nvPr/>
                </p:nvSpPr>
                <p:spPr bwMode="auto">
                  <a:xfrm flipV="1">
                    <a:off x="335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7" name="Group 60"/>
                <p:cNvGrpSpPr>
                  <a:grpSpLocks/>
                </p:cNvGrpSpPr>
                <p:nvPr/>
              </p:nvGrpSpPr>
              <p:grpSpPr bwMode="auto">
                <a:xfrm>
                  <a:off x="986" y="1298"/>
                  <a:ext cx="599" cy="423"/>
                  <a:chOff x="986" y="1298"/>
                  <a:chExt cx="599" cy="423"/>
                </a:xfrm>
              </p:grpSpPr>
              <p:sp>
                <p:nvSpPr>
                  <p:cNvPr id="67" name="AutoShape 61"/>
                  <p:cNvSpPr>
                    <a:spLocks noChangeArrowheads="1"/>
                  </p:cNvSpPr>
                  <p:nvPr/>
                </p:nvSpPr>
                <p:spPr bwMode="auto">
                  <a:xfrm>
                    <a:off x="986" y="1298"/>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8" name="AutoShape 62"/>
                  <p:cNvSpPr>
                    <a:spLocks noChangeArrowheads="1"/>
                  </p:cNvSpPr>
                  <p:nvPr/>
                </p:nvSpPr>
                <p:spPr bwMode="auto">
                  <a:xfrm>
                    <a:off x="1082" y="1394"/>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9" name="AutoShape 63"/>
                  <p:cNvSpPr>
                    <a:spLocks noChangeArrowheads="1"/>
                  </p:cNvSpPr>
                  <p:nvPr/>
                </p:nvSpPr>
                <p:spPr bwMode="auto">
                  <a:xfrm>
                    <a:off x="1178" y="1490"/>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8" name="Group 64"/>
                <p:cNvGrpSpPr>
                  <a:grpSpLocks/>
                </p:cNvGrpSpPr>
                <p:nvPr/>
              </p:nvGrpSpPr>
              <p:grpSpPr bwMode="auto">
                <a:xfrm>
                  <a:off x="176" y="1685"/>
                  <a:ext cx="3926" cy="489"/>
                  <a:chOff x="176" y="1685"/>
                  <a:chExt cx="3926" cy="489"/>
                </a:xfrm>
              </p:grpSpPr>
              <p:sp>
                <p:nvSpPr>
                  <p:cNvPr id="29" name="Text Box 65"/>
                  <p:cNvSpPr txBox="1">
                    <a:spLocks noChangeArrowheads="1"/>
                  </p:cNvSpPr>
                  <p:nvPr/>
                </p:nvSpPr>
                <p:spPr bwMode="auto">
                  <a:xfrm>
                    <a:off x="176" y="1968"/>
                    <a:ext cx="61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u="sng">
                        <a:solidFill>
                          <a:srgbClr val="000000"/>
                        </a:solidFill>
                      </a:rPr>
                      <a:t>Gates &gt;&gt;</a:t>
                    </a:r>
                  </a:p>
                </p:txBody>
              </p:sp>
              <p:grpSp>
                <p:nvGrpSpPr>
                  <p:cNvPr id="30" name="Group 66"/>
                  <p:cNvGrpSpPr>
                    <a:grpSpLocks/>
                  </p:cNvGrpSpPr>
                  <p:nvPr/>
                </p:nvGrpSpPr>
                <p:grpSpPr bwMode="auto">
                  <a:xfrm>
                    <a:off x="2091" y="1685"/>
                    <a:ext cx="117" cy="389"/>
                    <a:chOff x="2112" y="1705"/>
                    <a:chExt cx="117" cy="389"/>
                  </a:xfrm>
                </p:grpSpPr>
                <p:sp>
                  <p:nvSpPr>
                    <p:cNvPr id="65" name="AutoShape 67"/>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6" name="Line 68"/>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sp>
                <p:nvSpPr>
                  <p:cNvPr id="31" name="AutoShape 69"/>
                  <p:cNvSpPr>
                    <a:spLocks noChangeArrowheads="1"/>
                  </p:cNvSpPr>
                  <p:nvPr/>
                </p:nvSpPr>
                <p:spPr bwMode="auto">
                  <a:xfrm>
                    <a:off x="761" y="1859"/>
                    <a:ext cx="3341" cy="315"/>
                  </a:xfrm>
                  <a:prstGeom prst="roundRect">
                    <a:avLst>
                      <a:gd name="adj"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32" name="Group 70"/>
                  <p:cNvGrpSpPr>
                    <a:grpSpLocks/>
                  </p:cNvGrpSpPr>
                  <p:nvPr/>
                </p:nvGrpSpPr>
                <p:grpSpPr bwMode="auto">
                  <a:xfrm>
                    <a:off x="3918" y="1795"/>
                    <a:ext cx="117" cy="299"/>
                    <a:chOff x="2088" y="1486"/>
                    <a:chExt cx="117" cy="299"/>
                  </a:xfrm>
                </p:grpSpPr>
                <p:sp>
                  <p:nvSpPr>
                    <p:cNvPr id="63" name="AutoShape 71"/>
                    <p:cNvSpPr>
                      <a:spLocks noChangeArrowheads="1"/>
                    </p:cNvSpPr>
                    <p:nvPr/>
                  </p:nvSpPr>
                  <p:spPr bwMode="auto">
                    <a:xfrm>
                      <a:off x="2088" y="1614"/>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4" name="Line 72"/>
                    <p:cNvSpPr>
                      <a:spLocks noChangeShapeType="1"/>
                    </p:cNvSpPr>
                    <p:nvPr/>
                  </p:nvSpPr>
                  <p:spPr bwMode="auto">
                    <a:xfrm flipV="1">
                      <a:off x="2146" y="1486"/>
                      <a:ext cx="0"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3" name="Group 73"/>
                  <p:cNvGrpSpPr>
                    <a:grpSpLocks/>
                  </p:cNvGrpSpPr>
                  <p:nvPr/>
                </p:nvGrpSpPr>
                <p:grpSpPr bwMode="auto">
                  <a:xfrm>
                    <a:off x="2991" y="1685"/>
                    <a:ext cx="117" cy="389"/>
                    <a:chOff x="2112" y="1705"/>
                    <a:chExt cx="117" cy="389"/>
                  </a:xfrm>
                </p:grpSpPr>
                <p:sp>
                  <p:nvSpPr>
                    <p:cNvPr id="61" name="AutoShape 74"/>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2" name="Line 75"/>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4" name="Group 76"/>
                  <p:cNvGrpSpPr>
                    <a:grpSpLocks/>
                  </p:cNvGrpSpPr>
                  <p:nvPr/>
                </p:nvGrpSpPr>
                <p:grpSpPr bwMode="auto">
                  <a:xfrm>
                    <a:off x="3442" y="1685"/>
                    <a:ext cx="117" cy="389"/>
                    <a:chOff x="2112" y="1705"/>
                    <a:chExt cx="117" cy="389"/>
                  </a:xfrm>
                </p:grpSpPr>
                <p:sp>
                  <p:nvSpPr>
                    <p:cNvPr id="59" name="AutoShape 77"/>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0" name="Line 78"/>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5" name="Group 79"/>
                  <p:cNvGrpSpPr>
                    <a:grpSpLocks/>
                  </p:cNvGrpSpPr>
                  <p:nvPr/>
                </p:nvGrpSpPr>
                <p:grpSpPr bwMode="auto">
                  <a:xfrm>
                    <a:off x="1526" y="1705"/>
                    <a:ext cx="117" cy="369"/>
                    <a:chOff x="1526" y="1705"/>
                    <a:chExt cx="117" cy="369"/>
                  </a:xfrm>
                </p:grpSpPr>
                <p:sp>
                  <p:nvSpPr>
                    <p:cNvPr id="57" name="Line 80"/>
                    <p:cNvSpPr>
                      <a:spLocks noChangeShapeType="1"/>
                    </p:cNvSpPr>
                    <p:nvPr/>
                  </p:nvSpPr>
                  <p:spPr bwMode="auto">
                    <a:xfrm flipV="1">
                      <a:off x="1584"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8" name="AutoShape 81"/>
                    <p:cNvSpPr>
                      <a:spLocks noChangeArrowheads="1"/>
                    </p:cNvSpPr>
                    <p:nvPr/>
                  </p:nvSpPr>
                  <p:spPr bwMode="auto">
                    <a:xfrm>
                      <a:off x="1526"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6" name="Group 82"/>
                  <p:cNvGrpSpPr>
                    <a:grpSpLocks/>
                  </p:cNvGrpSpPr>
                  <p:nvPr/>
                </p:nvGrpSpPr>
                <p:grpSpPr bwMode="auto">
                  <a:xfrm>
                    <a:off x="2542" y="1705"/>
                    <a:ext cx="117" cy="369"/>
                    <a:chOff x="2542" y="1705"/>
                    <a:chExt cx="117" cy="369"/>
                  </a:xfrm>
                </p:grpSpPr>
                <p:sp>
                  <p:nvSpPr>
                    <p:cNvPr id="55" name="Line 83"/>
                    <p:cNvSpPr>
                      <a:spLocks noChangeShapeType="1"/>
                    </p:cNvSpPr>
                    <p:nvPr/>
                  </p:nvSpPr>
                  <p:spPr bwMode="auto">
                    <a:xfrm flipV="1">
                      <a:off x="260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6" name="AutoShape 84"/>
                    <p:cNvSpPr>
                      <a:spLocks noChangeArrowheads="1"/>
                    </p:cNvSpPr>
                    <p:nvPr/>
                  </p:nvSpPr>
                  <p:spPr bwMode="auto">
                    <a:xfrm>
                      <a:off x="2542"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7" name="Group 85"/>
                  <p:cNvGrpSpPr>
                    <a:grpSpLocks/>
                  </p:cNvGrpSpPr>
                  <p:nvPr/>
                </p:nvGrpSpPr>
                <p:grpSpPr bwMode="auto">
                  <a:xfrm>
                    <a:off x="2266" y="1721"/>
                    <a:ext cx="89" cy="298"/>
                    <a:chOff x="2266" y="1721"/>
                    <a:chExt cx="89" cy="298"/>
                  </a:xfrm>
                </p:grpSpPr>
                <p:sp>
                  <p:nvSpPr>
                    <p:cNvPr id="53" name="Line 86"/>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4" name="AutoShape 87"/>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8" name="Group 88"/>
                  <p:cNvGrpSpPr>
                    <a:grpSpLocks/>
                  </p:cNvGrpSpPr>
                  <p:nvPr/>
                </p:nvGrpSpPr>
                <p:grpSpPr bwMode="auto">
                  <a:xfrm>
                    <a:off x="2384" y="1721"/>
                    <a:ext cx="89" cy="298"/>
                    <a:chOff x="2266" y="1721"/>
                    <a:chExt cx="89" cy="298"/>
                  </a:xfrm>
                </p:grpSpPr>
                <p:sp>
                  <p:nvSpPr>
                    <p:cNvPr id="51" name="Line 89"/>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2" name="AutoShape 90"/>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9" name="Group 91"/>
                  <p:cNvGrpSpPr>
                    <a:grpSpLocks/>
                  </p:cNvGrpSpPr>
                  <p:nvPr/>
                </p:nvGrpSpPr>
                <p:grpSpPr bwMode="auto">
                  <a:xfrm>
                    <a:off x="2699" y="1721"/>
                    <a:ext cx="89" cy="298"/>
                    <a:chOff x="2266" y="1721"/>
                    <a:chExt cx="89" cy="298"/>
                  </a:xfrm>
                </p:grpSpPr>
                <p:sp>
                  <p:nvSpPr>
                    <p:cNvPr id="49" name="Line 92"/>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0" name="AutoShape 93"/>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0" name="Group 94"/>
                  <p:cNvGrpSpPr>
                    <a:grpSpLocks/>
                  </p:cNvGrpSpPr>
                  <p:nvPr/>
                </p:nvGrpSpPr>
                <p:grpSpPr bwMode="auto">
                  <a:xfrm>
                    <a:off x="2834" y="1721"/>
                    <a:ext cx="89" cy="298"/>
                    <a:chOff x="2266" y="1721"/>
                    <a:chExt cx="89" cy="298"/>
                  </a:xfrm>
                </p:grpSpPr>
                <p:sp>
                  <p:nvSpPr>
                    <p:cNvPr id="47" name="Line 95"/>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8" name="AutoShape 96"/>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1" name="Group 97"/>
                  <p:cNvGrpSpPr>
                    <a:grpSpLocks/>
                  </p:cNvGrpSpPr>
                  <p:nvPr/>
                </p:nvGrpSpPr>
                <p:grpSpPr bwMode="auto">
                  <a:xfrm>
                    <a:off x="1922" y="1721"/>
                    <a:ext cx="89" cy="298"/>
                    <a:chOff x="2266" y="1721"/>
                    <a:chExt cx="89" cy="298"/>
                  </a:xfrm>
                </p:grpSpPr>
                <p:sp>
                  <p:nvSpPr>
                    <p:cNvPr id="45" name="Line 98"/>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6" name="AutoShape 99"/>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2" name="Group 100"/>
                  <p:cNvGrpSpPr>
                    <a:grpSpLocks/>
                  </p:cNvGrpSpPr>
                  <p:nvPr/>
                </p:nvGrpSpPr>
                <p:grpSpPr bwMode="auto">
                  <a:xfrm>
                    <a:off x="3253" y="1721"/>
                    <a:ext cx="89" cy="298"/>
                    <a:chOff x="2266" y="1721"/>
                    <a:chExt cx="89" cy="298"/>
                  </a:xfrm>
                </p:grpSpPr>
                <p:sp>
                  <p:nvSpPr>
                    <p:cNvPr id="43" name="Line 101"/>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4" name="AutoShape 102"/>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grpSp>
          <p:sp>
            <p:nvSpPr>
              <p:cNvPr id="13" name="Rectangle 103"/>
              <p:cNvSpPr>
                <a:spLocks noChangeArrowheads="1"/>
              </p:cNvSpPr>
              <p:nvPr/>
            </p:nvSpPr>
            <p:spPr bwMode="auto">
              <a:xfrm>
                <a:off x="945" y="573"/>
                <a:ext cx="3912" cy="202"/>
              </a:xfrm>
              <a:prstGeom prst="rect">
                <a:avLst/>
              </a:prstGeom>
              <a:solidFill>
                <a:srgbClr val="CCFFCC"/>
              </a:solidFill>
              <a:ln w="9525">
                <a:miter lim="800000"/>
                <a:headEnd/>
                <a:tailEnd/>
              </a:ln>
              <a:scene3d>
                <a:camera prst="legacyObliqueTopRight"/>
                <a:lightRig rig="legacyFlat3" dir="b"/>
              </a:scene3d>
              <a:sp3d extrusionH="277800" contourW="12700" prstMaterial="legacyMatte">
                <a:bevelT w="13500" h="13500" prst="angle"/>
                <a:bevelB w="13500" h="13500" prst="angle"/>
                <a:extrusionClr>
                  <a:srgbClr val="CCFFCC"/>
                </a:extrusionClr>
                <a:contourClr>
                  <a:srgbClr val="CCFFCC"/>
                </a:contourClr>
              </a:sp3d>
            </p:spPr>
            <p:txBody>
              <a:bodyPr lIns="72000" tIns="0" rIns="72000" bIns="0">
                <a:flatTx/>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b="1" i="1">
                    <a:solidFill>
                      <a:srgbClr val="000000"/>
                    </a:solidFill>
                  </a:rPr>
                  <a:t>Processo de Desenvolvimento de Produto</a:t>
                </a:r>
              </a:p>
              <a:p>
                <a:pPr eaLnBrk="1" hangingPunct="1"/>
                <a:endParaRPr lang="pt-BR" altLang="pt-BR" sz="1600">
                  <a:solidFill>
                    <a:srgbClr val="000000"/>
                  </a:solidFill>
                </a:endParaRPr>
              </a:p>
            </p:txBody>
          </p:sp>
        </p:grpSp>
      </p:grpSp>
      <p:sp>
        <p:nvSpPr>
          <p:cNvPr id="104" name="Freeform 104"/>
          <p:cNvSpPr>
            <a:spLocks/>
          </p:cNvSpPr>
          <p:nvPr/>
        </p:nvSpPr>
        <p:spPr bwMode="auto">
          <a:xfrm>
            <a:off x="1027113" y="4443413"/>
            <a:ext cx="8680450" cy="1395412"/>
          </a:xfrm>
          <a:custGeom>
            <a:avLst/>
            <a:gdLst>
              <a:gd name="T0" fmla="*/ 347 w 5468"/>
              <a:gd name="T1" fmla="*/ 0 h 1388"/>
              <a:gd name="T2" fmla="*/ 0 w 5468"/>
              <a:gd name="T3" fmla="*/ 1388 h 1388"/>
              <a:gd name="T4" fmla="*/ 5468 w 5468"/>
              <a:gd name="T5" fmla="*/ 1388 h 1388"/>
              <a:gd name="T6" fmla="*/ 5022 w 5468"/>
              <a:gd name="T7" fmla="*/ 7 h 1388"/>
              <a:gd name="T8" fmla="*/ 0 60000 65536"/>
              <a:gd name="T9" fmla="*/ 0 60000 65536"/>
              <a:gd name="T10" fmla="*/ 0 60000 65536"/>
              <a:gd name="T11" fmla="*/ 0 60000 65536"/>
              <a:gd name="T12" fmla="*/ 0 w 5468"/>
              <a:gd name="T13" fmla="*/ 0 h 1388"/>
              <a:gd name="T14" fmla="*/ 5468 w 5468"/>
              <a:gd name="T15" fmla="*/ 1388 h 1388"/>
            </a:gdLst>
            <a:ahLst/>
            <a:cxnLst>
              <a:cxn ang="T8">
                <a:pos x="T0" y="T1"/>
              </a:cxn>
              <a:cxn ang="T9">
                <a:pos x="T2" y="T3"/>
              </a:cxn>
              <a:cxn ang="T10">
                <a:pos x="T4" y="T5"/>
              </a:cxn>
              <a:cxn ang="T11">
                <a:pos x="T6" y="T7"/>
              </a:cxn>
            </a:cxnLst>
            <a:rect l="T12" t="T13" r="T14" b="T15"/>
            <a:pathLst>
              <a:path w="5468" h="1388">
                <a:moveTo>
                  <a:pt x="347" y="0"/>
                </a:moveTo>
                <a:lnTo>
                  <a:pt x="0" y="1388"/>
                </a:lnTo>
                <a:lnTo>
                  <a:pt x="5468" y="1388"/>
                </a:lnTo>
                <a:lnTo>
                  <a:pt x="5022" y="7"/>
                </a:lnTo>
              </a:path>
            </a:pathLst>
          </a:custGeom>
          <a:gradFill rotWithShape="0">
            <a:gsLst>
              <a:gs pos="0">
                <a:srgbClr val="99CCFF"/>
              </a:gs>
              <a:gs pos="100000">
                <a:srgbClr val="FFFF00"/>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sp>
        <p:nvSpPr>
          <p:cNvPr id="105" name="Text Box 105"/>
          <p:cNvSpPr txBox="1">
            <a:spLocks noChangeArrowheads="1"/>
          </p:cNvSpPr>
          <p:nvPr/>
        </p:nvSpPr>
        <p:spPr bwMode="auto">
          <a:xfrm>
            <a:off x="3078163" y="4329113"/>
            <a:ext cx="2341563" cy="246221"/>
          </a:xfrm>
          <a:prstGeom prst="rect">
            <a:avLst/>
          </a:prstGeom>
          <a:solidFill>
            <a:schemeClr val="accent1">
              <a:lumMod val="60000"/>
              <a:lumOff val="40000"/>
            </a:schemeClr>
          </a:solidFill>
          <a:ln w="28575">
            <a:noFill/>
            <a:miter lim="800000"/>
            <a:headEnd/>
            <a:tailEnd/>
          </a:ln>
          <a:effectLst>
            <a:outerShdw dist="107763" dir="2700000" algn="ctr" rotWithShape="0">
              <a:schemeClr val="bg2"/>
            </a:outerShdw>
          </a:effectLst>
        </p:spPr>
        <p:txBody>
          <a:bodyPr wrap="square" lIns="72000" tIns="0" rIns="72000" bIns="0">
            <a:spAutoFit/>
          </a:bodyPr>
          <a:lstStyle/>
          <a:p>
            <a:pPr>
              <a:defRPr/>
            </a:pPr>
            <a:r>
              <a:rPr lang="pt-BR" sz="1600" b="1" i="1">
                <a:solidFill>
                  <a:srgbClr val="002060"/>
                </a:solidFill>
                <a:effectLst>
                  <a:outerShdw blurRad="38100" dist="38100" dir="2700000" algn="tl">
                    <a:srgbClr val="000000"/>
                  </a:outerShdw>
                </a:effectLst>
              </a:rPr>
              <a:t>Atividades Genéricas</a:t>
            </a:r>
          </a:p>
        </p:txBody>
      </p:sp>
      <p:grpSp>
        <p:nvGrpSpPr>
          <p:cNvPr id="106" name="Group 106"/>
          <p:cNvGrpSpPr>
            <a:grpSpLocks/>
          </p:cNvGrpSpPr>
          <p:nvPr/>
        </p:nvGrpSpPr>
        <p:grpSpPr bwMode="auto">
          <a:xfrm>
            <a:off x="1022350" y="4335463"/>
            <a:ext cx="8612188" cy="1382712"/>
            <a:chOff x="129" y="2775"/>
            <a:chExt cx="5425" cy="871"/>
          </a:xfrm>
        </p:grpSpPr>
        <p:sp>
          <p:nvSpPr>
            <p:cNvPr id="107" name="AutoShape 107"/>
            <p:cNvSpPr>
              <a:spLocks noChangeArrowheads="1"/>
            </p:cNvSpPr>
            <p:nvPr/>
          </p:nvSpPr>
          <p:spPr bwMode="auto">
            <a:xfrm>
              <a:off x="3000" y="2775"/>
              <a:ext cx="1241" cy="800"/>
            </a:xfrm>
            <a:prstGeom prst="roundRect">
              <a:avLst>
                <a:gd name="adj" fmla="val 16667"/>
              </a:avLst>
            </a:prstGeom>
            <a:solidFill>
              <a:srgbClr val="FF0000">
                <a:alpha val="50195"/>
              </a:srgbClr>
            </a:solidFill>
            <a:ln>
              <a:noFill/>
            </a:ln>
            <a:extLst>
              <a:ext uri="{91240B29-F687-4F45-9708-019B960494DF}">
                <a14:hiddenLine xmlns:a14="http://schemas.microsoft.com/office/drawing/2010/main" w="28575">
                  <a:solidFill>
                    <a:srgbClr val="000000"/>
                  </a:solidFill>
                  <a:round/>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08" name="Group 108"/>
            <p:cNvGrpSpPr>
              <a:grpSpLocks/>
            </p:cNvGrpSpPr>
            <p:nvPr/>
          </p:nvGrpSpPr>
          <p:grpSpPr bwMode="auto">
            <a:xfrm>
              <a:off x="129" y="2908"/>
              <a:ext cx="5425" cy="738"/>
              <a:chOff x="129" y="3384"/>
              <a:chExt cx="5425" cy="738"/>
            </a:xfrm>
          </p:grpSpPr>
          <p:sp>
            <p:nvSpPr>
              <p:cNvPr id="111" name="Text Box 109"/>
              <p:cNvSpPr txBox="1">
                <a:spLocks noChangeArrowheads="1"/>
              </p:cNvSpPr>
              <p:nvPr/>
            </p:nvSpPr>
            <p:spPr bwMode="auto">
              <a:xfrm>
                <a:off x="3153" y="3384"/>
                <a:ext cx="530" cy="280"/>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Avaliar Fase</a:t>
                </a:r>
              </a:p>
            </p:txBody>
          </p:sp>
          <p:sp>
            <p:nvSpPr>
              <p:cNvPr id="112" name="Text Box 110"/>
              <p:cNvSpPr txBox="1">
                <a:spLocks noChangeArrowheads="1"/>
              </p:cNvSpPr>
              <p:nvPr/>
            </p:nvSpPr>
            <p:spPr bwMode="auto">
              <a:xfrm>
                <a:off x="3612" y="3713"/>
                <a:ext cx="530" cy="280"/>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Aprovar Fase</a:t>
                </a:r>
              </a:p>
            </p:txBody>
          </p:sp>
          <p:sp>
            <p:nvSpPr>
              <p:cNvPr id="113" name="Text Box 111"/>
              <p:cNvSpPr txBox="1">
                <a:spLocks noChangeArrowheads="1"/>
              </p:cNvSpPr>
              <p:nvPr/>
            </p:nvSpPr>
            <p:spPr bwMode="auto">
              <a:xfrm>
                <a:off x="4415" y="3574"/>
                <a:ext cx="1139" cy="548"/>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Documentar as decisões tomadas e registrar lições aprendidas</a:t>
                </a:r>
              </a:p>
            </p:txBody>
          </p:sp>
          <p:cxnSp>
            <p:nvCxnSpPr>
              <p:cNvPr id="114" name="AutoShape 112"/>
              <p:cNvCxnSpPr>
                <a:cxnSpLocks noChangeShapeType="1"/>
              </p:cNvCxnSpPr>
              <p:nvPr/>
            </p:nvCxnSpPr>
            <p:spPr bwMode="auto">
              <a:xfrm flipV="1">
                <a:off x="4148" y="3848"/>
                <a:ext cx="261" cy="5"/>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115" name="Group 113"/>
              <p:cNvGrpSpPr>
                <a:grpSpLocks/>
              </p:cNvGrpSpPr>
              <p:nvPr/>
            </p:nvGrpSpPr>
            <p:grpSpPr bwMode="auto">
              <a:xfrm>
                <a:off x="2187" y="3708"/>
                <a:ext cx="758" cy="414"/>
                <a:chOff x="1018" y="3652"/>
                <a:chExt cx="758" cy="414"/>
              </a:xfrm>
            </p:grpSpPr>
            <p:sp>
              <p:nvSpPr>
                <p:cNvPr id="124" name="Text Box 114"/>
                <p:cNvSpPr txBox="1">
                  <a:spLocks noChangeArrowheads="1"/>
                </p:cNvSpPr>
                <p:nvPr/>
              </p:nvSpPr>
              <p:spPr bwMode="auto">
                <a:xfrm>
                  <a:off x="1018" y="3652"/>
                  <a:ext cx="758" cy="414"/>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Monitorar viabilidade econômica</a:t>
                  </a:r>
                </a:p>
              </p:txBody>
            </p:sp>
            <p:sp>
              <p:nvSpPr>
                <p:cNvPr id="125" name="Rectangle 115"/>
                <p:cNvSpPr>
                  <a:spLocks noChangeArrowheads="1"/>
                </p:cNvSpPr>
                <p:nvPr/>
              </p:nvSpPr>
              <p:spPr bwMode="auto">
                <a:xfrm>
                  <a:off x="1660" y="3660"/>
                  <a:ext cx="108"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cxnSp>
            <p:nvCxnSpPr>
              <p:cNvPr id="116" name="AutoShape 116"/>
              <p:cNvCxnSpPr>
                <a:cxnSpLocks noChangeShapeType="1"/>
              </p:cNvCxnSpPr>
              <p:nvPr/>
            </p:nvCxnSpPr>
            <p:spPr bwMode="auto">
              <a:xfrm rot="16200000" flipH="1">
                <a:off x="3420" y="3668"/>
                <a:ext cx="183" cy="188"/>
              </a:xfrm>
              <a:prstGeom prst="bentConnector2">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7" name="AutoShape 117"/>
              <p:cNvCxnSpPr>
                <a:cxnSpLocks noChangeShapeType="1"/>
              </p:cNvCxnSpPr>
              <p:nvPr/>
            </p:nvCxnSpPr>
            <p:spPr bwMode="auto">
              <a:xfrm rot="-5400000">
                <a:off x="2768" y="3322"/>
                <a:ext cx="178" cy="581"/>
              </a:xfrm>
              <a:prstGeom prst="bentConnector2">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118" name="Group 118"/>
              <p:cNvGrpSpPr>
                <a:grpSpLocks/>
              </p:cNvGrpSpPr>
              <p:nvPr/>
            </p:nvGrpSpPr>
            <p:grpSpPr bwMode="auto">
              <a:xfrm>
                <a:off x="129" y="3708"/>
                <a:ext cx="653" cy="414"/>
                <a:chOff x="1018" y="3652"/>
                <a:chExt cx="758" cy="414"/>
              </a:xfrm>
            </p:grpSpPr>
            <p:sp>
              <p:nvSpPr>
                <p:cNvPr id="122" name="Text Box 119"/>
                <p:cNvSpPr txBox="1">
                  <a:spLocks noChangeArrowheads="1"/>
                </p:cNvSpPr>
                <p:nvPr/>
              </p:nvSpPr>
              <p:spPr bwMode="auto">
                <a:xfrm>
                  <a:off x="1018" y="3652"/>
                  <a:ext cx="758" cy="414"/>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Detalhar Plano da Fase</a:t>
                  </a:r>
                </a:p>
              </p:txBody>
            </p:sp>
            <p:sp>
              <p:nvSpPr>
                <p:cNvPr id="123" name="Rectangle 120"/>
                <p:cNvSpPr>
                  <a:spLocks noChangeArrowheads="1"/>
                </p:cNvSpPr>
                <p:nvPr/>
              </p:nvSpPr>
              <p:spPr bwMode="auto">
                <a:xfrm>
                  <a:off x="1660" y="3660"/>
                  <a:ext cx="108"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sp>
            <p:nvSpPr>
              <p:cNvPr id="119" name="Text Box 121"/>
              <p:cNvSpPr txBox="1">
                <a:spLocks noChangeArrowheads="1"/>
              </p:cNvSpPr>
              <p:nvPr/>
            </p:nvSpPr>
            <p:spPr bwMode="auto">
              <a:xfrm>
                <a:off x="1064" y="3708"/>
                <a:ext cx="840" cy="414"/>
              </a:xfrm>
              <a:prstGeom prst="rect">
                <a:avLst/>
              </a:prstGeom>
              <a:solidFill>
                <a:schemeClr val="bg1"/>
              </a:solidFill>
              <a:ln w="19050">
                <a:solidFill>
                  <a:schemeClr val="tx1"/>
                </a:solidFill>
                <a:prstDash val="sysDot"/>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Atividades Especificas da Fase</a:t>
                </a:r>
              </a:p>
            </p:txBody>
          </p:sp>
          <p:cxnSp>
            <p:nvCxnSpPr>
              <p:cNvPr id="120" name="AutoShape 122"/>
              <p:cNvCxnSpPr>
                <a:cxnSpLocks noChangeShapeType="1"/>
              </p:cNvCxnSpPr>
              <p:nvPr/>
            </p:nvCxnSpPr>
            <p:spPr bwMode="auto">
              <a:xfrm>
                <a:off x="788" y="3915"/>
                <a:ext cx="270"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1" name="AutoShape 123"/>
              <p:cNvCxnSpPr>
                <a:cxnSpLocks noChangeShapeType="1"/>
              </p:cNvCxnSpPr>
              <p:nvPr/>
            </p:nvCxnSpPr>
            <p:spPr bwMode="auto">
              <a:xfrm>
                <a:off x="1910" y="3915"/>
                <a:ext cx="271"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09" name="Text Box 124"/>
            <p:cNvSpPr txBox="1">
              <a:spLocks noChangeArrowheads="1"/>
            </p:cNvSpPr>
            <p:nvPr/>
          </p:nvSpPr>
          <p:spPr bwMode="auto">
            <a:xfrm>
              <a:off x="3788" y="2815"/>
              <a:ext cx="696" cy="268"/>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Revisão de Fase “gate”</a:t>
              </a:r>
            </a:p>
          </p:txBody>
        </p:sp>
        <p:sp>
          <p:nvSpPr>
            <p:cNvPr id="110" name="AutoShape 125"/>
            <p:cNvSpPr>
              <a:spLocks noChangeArrowheads="1"/>
            </p:cNvSpPr>
            <p:nvPr/>
          </p:nvSpPr>
          <p:spPr bwMode="auto">
            <a:xfrm>
              <a:off x="3722" y="2991"/>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cxnSp>
        <p:nvCxnSpPr>
          <p:cNvPr id="126" name="Conector de seta reta 126"/>
          <p:cNvCxnSpPr>
            <a:cxnSpLocks noChangeShapeType="1"/>
          </p:cNvCxnSpPr>
          <p:nvPr/>
        </p:nvCxnSpPr>
        <p:spPr bwMode="auto">
          <a:xfrm flipH="1">
            <a:off x="1395413" y="4005263"/>
            <a:ext cx="22225" cy="438150"/>
          </a:xfrm>
          <a:prstGeom prst="straightConnector1">
            <a:avLst/>
          </a:prstGeom>
          <a:noFill/>
          <a:ln w="38100">
            <a:solidFill>
              <a:srgbClr val="FF0000"/>
            </a:solidFill>
            <a:round/>
            <a:headEnd type="none" w="med" len="med"/>
            <a:tailEnd type="triangle" w="med" len="med"/>
          </a:ln>
          <a:extLst>
            <a:ext uri="{909E8E84-426E-40DD-AFC4-6F175D3DCCD1}">
              <a14:hiddenFill xmlns:a14="http://schemas.microsoft.com/office/drawing/2010/main">
                <a:noFill/>
              </a14:hiddenFill>
            </a:ext>
          </a:extLst>
        </p:spPr>
      </p:cxnSp>
      <p:sp>
        <p:nvSpPr>
          <p:cNvPr id="127" name="CaixaDeTexto 127"/>
          <p:cNvSpPr txBox="1">
            <a:spLocks noChangeArrowheads="1"/>
          </p:cNvSpPr>
          <p:nvPr/>
        </p:nvSpPr>
        <p:spPr bwMode="auto">
          <a:xfrm>
            <a:off x="762000" y="4370388"/>
            <a:ext cx="1889125" cy="5842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a:solidFill>
                  <a:srgbClr val="C00000"/>
                </a:solidFill>
              </a:rPr>
              <a:t>Após PE inicio dos projetos</a:t>
            </a:r>
          </a:p>
        </p:txBody>
      </p:sp>
    </p:spTree>
    <p:extLst>
      <p:ext uri="{BB962C8B-B14F-4D97-AF65-F5344CB8AC3E}">
        <p14:creationId xmlns:p14="http://schemas.microsoft.com/office/powerpoint/2010/main" val="11326591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00583" y="1483638"/>
            <a:ext cx="11617377" cy="433310"/>
          </a:xfrm>
          <a:prstGeom prst="rect">
            <a:avLst/>
          </a:prstGeom>
          <a:solidFill>
            <a:schemeClr val="bg1">
              <a:lumMod val="85000"/>
            </a:schemeClr>
          </a:solidFill>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2400" b="1">
                <a:solidFill>
                  <a:srgbClr val="002060"/>
                </a:solidFill>
              </a:rPr>
              <a:t>Atividades genéricas durante a realização do projeto</a:t>
            </a:r>
          </a:p>
        </p:txBody>
      </p:sp>
      <p:grpSp>
        <p:nvGrpSpPr>
          <p:cNvPr id="3" name="Group 3"/>
          <p:cNvGrpSpPr>
            <a:grpSpLocks/>
          </p:cNvGrpSpPr>
          <p:nvPr/>
        </p:nvGrpSpPr>
        <p:grpSpPr bwMode="auto">
          <a:xfrm>
            <a:off x="1823022" y="2452610"/>
            <a:ext cx="8685213" cy="2968625"/>
            <a:chOff x="164" y="1724"/>
            <a:chExt cx="5471" cy="1870"/>
          </a:xfrm>
        </p:grpSpPr>
        <p:sp>
          <p:nvSpPr>
            <p:cNvPr id="4" name="Freeform 4"/>
            <p:cNvSpPr>
              <a:spLocks/>
            </p:cNvSpPr>
            <p:nvPr/>
          </p:nvSpPr>
          <p:spPr bwMode="auto">
            <a:xfrm>
              <a:off x="167" y="2498"/>
              <a:ext cx="5468" cy="1096"/>
            </a:xfrm>
            <a:custGeom>
              <a:avLst/>
              <a:gdLst>
                <a:gd name="T0" fmla="*/ 347 w 5468"/>
                <a:gd name="T1" fmla="*/ 0 h 1388"/>
                <a:gd name="T2" fmla="*/ 0 w 5468"/>
                <a:gd name="T3" fmla="*/ 1388 h 1388"/>
                <a:gd name="T4" fmla="*/ 5468 w 5468"/>
                <a:gd name="T5" fmla="*/ 1388 h 1388"/>
                <a:gd name="T6" fmla="*/ 5022 w 5468"/>
                <a:gd name="T7" fmla="*/ 7 h 1388"/>
                <a:gd name="T8" fmla="*/ 0 60000 65536"/>
                <a:gd name="T9" fmla="*/ 0 60000 65536"/>
                <a:gd name="T10" fmla="*/ 0 60000 65536"/>
                <a:gd name="T11" fmla="*/ 0 60000 65536"/>
                <a:gd name="T12" fmla="*/ 0 w 5468"/>
                <a:gd name="T13" fmla="*/ 0 h 1388"/>
                <a:gd name="T14" fmla="*/ 5468 w 5468"/>
                <a:gd name="T15" fmla="*/ 1388 h 1388"/>
              </a:gdLst>
              <a:ahLst/>
              <a:cxnLst>
                <a:cxn ang="T8">
                  <a:pos x="T0" y="T1"/>
                </a:cxn>
                <a:cxn ang="T9">
                  <a:pos x="T2" y="T3"/>
                </a:cxn>
                <a:cxn ang="T10">
                  <a:pos x="T4" y="T5"/>
                </a:cxn>
                <a:cxn ang="T11">
                  <a:pos x="T6" y="T7"/>
                </a:cxn>
              </a:cxnLst>
              <a:rect l="T12" t="T13" r="T14" b="T15"/>
              <a:pathLst>
                <a:path w="5468" h="1388">
                  <a:moveTo>
                    <a:pt x="347" y="0"/>
                  </a:moveTo>
                  <a:lnTo>
                    <a:pt x="0" y="1388"/>
                  </a:lnTo>
                  <a:lnTo>
                    <a:pt x="5468" y="1388"/>
                  </a:lnTo>
                  <a:lnTo>
                    <a:pt x="5022" y="7"/>
                  </a:lnTo>
                </a:path>
              </a:pathLst>
            </a:custGeom>
            <a:gradFill rotWithShape="0">
              <a:gsLst>
                <a:gs pos="0">
                  <a:srgbClr val="99CCFF"/>
                </a:gs>
                <a:gs pos="100000">
                  <a:srgbClr val="FFFF00"/>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grpSp>
          <p:nvGrpSpPr>
            <p:cNvPr id="5" name="Group 5"/>
            <p:cNvGrpSpPr>
              <a:grpSpLocks/>
            </p:cNvGrpSpPr>
            <p:nvPr/>
          </p:nvGrpSpPr>
          <p:grpSpPr bwMode="auto">
            <a:xfrm>
              <a:off x="164" y="2647"/>
              <a:ext cx="5425" cy="871"/>
              <a:chOff x="129" y="2775"/>
              <a:chExt cx="5425" cy="871"/>
            </a:xfrm>
          </p:grpSpPr>
          <p:sp>
            <p:nvSpPr>
              <p:cNvPr id="21" name="AutoShape 6"/>
              <p:cNvSpPr>
                <a:spLocks noChangeArrowheads="1"/>
              </p:cNvSpPr>
              <p:nvPr/>
            </p:nvSpPr>
            <p:spPr bwMode="auto">
              <a:xfrm>
                <a:off x="3000" y="2775"/>
                <a:ext cx="1241" cy="800"/>
              </a:xfrm>
              <a:prstGeom prst="roundRect">
                <a:avLst>
                  <a:gd name="adj" fmla="val 16667"/>
                </a:avLst>
              </a:prstGeom>
              <a:solidFill>
                <a:srgbClr val="FF0000">
                  <a:alpha val="50195"/>
                </a:srgbClr>
              </a:solidFill>
              <a:ln>
                <a:noFill/>
              </a:ln>
              <a:extLst>
                <a:ext uri="{91240B29-F687-4F45-9708-019B960494DF}">
                  <a14:hiddenLine xmlns:a14="http://schemas.microsoft.com/office/drawing/2010/main" w="28575">
                    <a:solidFill>
                      <a:srgbClr val="000000"/>
                    </a:solidFill>
                    <a:round/>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22" name="Group 7"/>
              <p:cNvGrpSpPr>
                <a:grpSpLocks/>
              </p:cNvGrpSpPr>
              <p:nvPr/>
            </p:nvGrpSpPr>
            <p:grpSpPr bwMode="auto">
              <a:xfrm>
                <a:off x="129" y="2908"/>
                <a:ext cx="5425" cy="738"/>
                <a:chOff x="129" y="3384"/>
                <a:chExt cx="5425" cy="738"/>
              </a:xfrm>
            </p:grpSpPr>
            <p:sp>
              <p:nvSpPr>
                <p:cNvPr id="25" name="Text Box 8"/>
                <p:cNvSpPr txBox="1">
                  <a:spLocks noChangeArrowheads="1"/>
                </p:cNvSpPr>
                <p:nvPr/>
              </p:nvSpPr>
              <p:spPr bwMode="auto">
                <a:xfrm>
                  <a:off x="3153" y="3384"/>
                  <a:ext cx="530" cy="280"/>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Avaliar Fase</a:t>
                  </a:r>
                </a:p>
              </p:txBody>
            </p:sp>
            <p:sp>
              <p:nvSpPr>
                <p:cNvPr id="26" name="Text Box 9"/>
                <p:cNvSpPr txBox="1">
                  <a:spLocks noChangeArrowheads="1"/>
                </p:cNvSpPr>
                <p:nvPr/>
              </p:nvSpPr>
              <p:spPr bwMode="auto">
                <a:xfrm>
                  <a:off x="3612" y="3713"/>
                  <a:ext cx="530" cy="280"/>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Aprovar Fase</a:t>
                  </a:r>
                </a:p>
              </p:txBody>
            </p:sp>
            <p:sp>
              <p:nvSpPr>
                <p:cNvPr id="27" name="Text Box 10"/>
                <p:cNvSpPr txBox="1">
                  <a:spLocks noChangeArrowheads="1"/>
                </p:cNvSpPr>
                <p:nvPr/>
              </p:nvSpPr>
              <p:spPr bwMode="auto">
                <a:xfrm>
                  <a:off x="4415" y="3574"/>
                  <a:ext cx="1139" cy="548"/>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Documentar as decisões tomadas e registrar lições aprendidas</a:t>
                  </a:r>
                </a:p>
              </p:txBody>
            </p:sp>
            <p:cxnSp>
              <p:nvCxnSpPr>
                <p:cNvPr id="28" name="AutoShape 11"/>
                <p:cNvCxnSpPr>
                  <a:cxnSpLocks noChangeShapeType="1"/>
                </p:cNvCxnSpPr>
                <p:nvPr/>
              </p:nvCxnSpPr>
              <p:spPr bwMode="auto">
                <a:xfrm flipV="1">
                  <a:off x="4148" y="3848"/>
                  <a:ext cx="261" cy="5"/>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29" name="Group 12"/>
                <p:cNvGrpSpPr>
                  <a:grpSpLocks/>
                </p:cNvGrpSpPr>
                <p:nvPr/>
              </p:nvGrpSpPr>
              <p:grpSpPr bwMode="auto">
                <a:xfrm>
                  <a:off x="2187" y="3708"/>
                  <a:ext cx="758" cy="414"/>
                  <a:chOff x="1018" y="3652"/>
                  <a:chExt cx="758" cy="414"/>
                </a:xfrm>
              </p:grpSpPr>
              <p:sp>
                <p:nvSpPr>
                  <p:cNvPr id="38" name="Text Box 13"/>
                  <p:cNvSpPr txBox="1">
                    <a:spLocks noChangeArrowheads="1"/>
                  </p:cNvSpPr>
                  <p:nvPr/>
                </p:nvSpPr>
                <p:spPr bwMode="auto">
                  <a:xfrm>
                    <a:off x="1018" y="3652"/>
                    <a:ext cx="758" cy="414"/>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Monitorar viabilidade econômica</a:t>
                    </a:r>
                  </a:p>
                </p:txBody>
              </p:sp>
              <p:sp>
                <p:nvSpPr>
                  <p:cNvPr id="39" name="Rectangle 14"/>
                  <p:cNvSpPr>
                    <a:spLocks noChangeArrowheads="1"/>
                  </p:cNvSpPr>
                  <p:nvPr/>
                </p:nvSpPr>
                <p:spPr bwMode="auto">
                  <a:xfrm>
                    <a:off x="1660" y="3660"/>
                    <a:ext cx="108"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cxnSp>
              <p:nvCxnSpPr>
                <p:cNvPr id="30" name="AutoShape 15"/>
                <p:cNvCxnSpPr>
                  <a:cxnSpLocks noChangeShapeType="1"/>
                </p:cNvCxnSpPr>
                <p:nvPr/>
              </p:nvCxnSpPr>
              <p:spPr bwMode="auto">
                <a:xfrm rot="16200000" flipH="1">
                  <a:off x="3420" y="3668"/>
                  <a:ext cx="183" cy="188"/>
                </a:xfrm>
                <a:prstGeom prst="bentConnector2">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1" name="AutoShape 16"/>
                <p:cNvCxnSpPr>
                  <a:cxnSpLocks noChangeShapeType="1"/>
                </p:cNvCxnSpPr>
                <p:nvPr/>
              </p:nvCxnSpPr>
              <p:spPr bwMode="auto">
                <a:xfrm rot="-5400000">
                  <a:off x="2768" y="3322"/>
                  <a:ext cx="178" cy="581"/>
                </a:xfrm>
                <a:prstGeom prst="bentConnector2">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32" name="Group 17"/>
                <p:cNvGrpSpPr>
                  <a:grpSpLocks/>
                </p:cNvGrpSpPr>
                <p:nvPr/>
              </p:nvGrpSpPr>
              <p:grpSpPr bwMode="auto">
                <a:xfrm>
                  <a:off x="129" y="3708"/>
                  <a:ext cx="653" cy="414"/>
                  <a:chOff x="1018" y="3652"/>
                  <a:chExt cx="758" cy="414"/>
                </a:xfrm>
              </p:grpSpPr>
              <p:sp>
                <p:nvSpPr>
                  <p:cNvPr id="36" name="Text Box 18"/>
                  <p:cNvSpPr txBox="1">
                    <a:spLocks noChangeArrowheads="1"/>
                  </p:cNvSpPr>
                  <p:nvPr/>
                </p:nvSpPr>
                <p:spPr bwMode="auto">
                  <a:xfrm>
                    <a:off x="1018" y="3652"/>
                    <a:ext cx="758" cy="414"/>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Atualizar Plano da Fase</a:t>
                    </a:r>
                  </a:p>
                </p:txBody>
              </p:sp>
              <p:sp>
                <p:nvSpPr>
                  <p:cNvPr id="37" name="Rectangle 19"/>
                  <p:cNvSpPr>
                    <a:spLocks noChangeArrowheads="1"/>
                  </p:cNvSpPr>
                  <p:nvPr/>
                </p:nvSpPr>
                <p:spPr bwMode="auto">
                  <a:xfrm>
                    <a:off x="1660" y="3660"/>
                    <a:ext cx="108"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sp>
              <p:nvSpPr>
                <p:cNvPr id="33" name="Text Box 20"/>
                <p:cNvSpPr txBox="1">
                  <a:spLocks noChangeArrowheads="1"/>
                </p:cNvSpPr>
                <p:nvPr/>
              </p:nvSpPr>
              <p:spPr bwMode="auto">
                <a:xfrm>
                  <a:off x="1064" y="3708"/>
                  <a:ext cx="840" cy="414"/>
                </a:xfrm>
                <a:prstGeom prst="rect">
                  <a:avLst/>
                </a:prstGeom>
                <a:solidFill>
                  <a:schemeClr val="bg1"/>
                </a:solidFill>
                <a:ln w="19050">
                  <a:solidFill>
                    <a:schemeClr val="tx1"/>
                  </a:solidFill>
                  <a:prstDash val="sysDot"/>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Atividades Especificas da Fase</a:t>
                  </a:r>
                </a:p>
              </p:txBody>
            </p:sp>
            <p:cxnSp>
              <p:nvCxnSpPr>
                <p:cNvPr id="34" name="AutoShape 21"/>
                <p:cNvCxnSpPr>
                  <a:cxnSpLocks noChangeShapeType="1"/>
                </p:cNvCxnSpPr>
                <p:nvPr/>
              </p:nvCxnSpPr>
              <p:spPr bwMode="auto">
                <a:xfrm>
                  <a:off x="788" y="3915"/>
                  <a:ext cx="270"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5" name="AutoShape 22"/>
                <p:cNvCxnSpPr>
                  <a:cxnSpLocks noChangeShapeType="1"/>
                </p:cNvCxnSpPr>
                <p:nvPr/>
              </p:nvCxnSpPr>
              <p:spPr bwMode="auto">
                <a:xfrm>
                  <a:off x="1910" y="3915"/>
                  <a:ext cx="271"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23" name="Text Box 23"/>
              <p:cNvSpPr txBox="1">
                <a:spLocks noChangeArrowheads="1"/>
              </p:cNvSpPr>
              <p:nvPr/>
            </p:nvSpPr>
            <p:spPr bwMode="auto">
              <a:xfrm>
                <a:off x="3788" y="2815"/>
                <a:ext cx="696" cy="268"/>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Revisão de Fase “gate”</a:t>
                </a:r>
              </a:p>
            </p:txBody>
          </p:sp>
          <p:sp>
            <p:nvSpPr>
              <p:cNvPr id="24" name="AutoShape 24"/>
              <p:cNvSpPr>
                <a:spLocks noChangeArrowheads="1"/>
              </p:cNvSpPr>
              <p:nvPr/>
            </p:nvSpPr>
            <p:spPr bwMode="auto">
              <a:xfrm>
                <a:off x="3722" y="2991"/>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6" name="Group 25"/>
            <p:cNvGrpSpPr>
              <a:grpSpLocks/>
            </p:cNvGrpSpPr>
            <p:nvPr/>
          </p:nvGrpSpPr>
          <p:grpSpPr bwMode="auto">
            <a:xfrm>
              <a:off x="661" y="1724"/>
              <a:ext cx="4435" cy="342"/>
              <a:chOff x="194" y="2385"/>
              <a:chExt cx="4435" cy="342"/>
            </a:xfrm>
          </p:grpSpPr>
          <p:grpSp>
            <p:nvGrpSpPr>
              <p:cNvPr id="14" name="Group 26"/>
              <p:cNvGrpSpPr>
                <a:grpSpLocks/>
              </p:cNvGrpSpPr>
              <p:nvPr/>
            </p:nvGrpSpPr>
            <p:grpSpPr bwMode="auto">
              <a:xfrm>
                <a:off x="1014" y="2394"/>
                <a:ext cx="3615" cy="333"/>
                <a:chOff x="1014" y="2394"/>
                <a:chExt cx="3615" cy="333"/>
              </a:xfrm>
            </p:grpSpPr>
            <p:sp>
              <p:nvSpPr>
                <p:cNvPr id="16" name="AutoShape 27"/>
                <p:cNvSpPr>
                  <a:spLocks noChangeArrowheads="1"/>
                </p:cNvSpPr>
                <p:nvPr/>
              </p:nvSpPr>
              <p:spPr bwMode="auto">
                <a:xfrm>
                  <a:off x="2511" y="2394"/>
                  <a:ext cx="690" cy="333"/>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Detalhado </a:t>
                  </a:r>
                </a:p>
              </p:txBody>
            </p:sp>
            <p:sp>
              <p:nvSpPr>
                <p:cNvPr id="17" name="AutoShape 28"/>
                <p:cNvSpPr>
                  <a:spLocks noChangeArrowheads="1"/>
                </p:cNvSpPr>
                <p:nvPr/>
              </p:nvSpPr>
              <p:spPr bwMode="auto">
                <a:xfrm>
                  <a:off x="1833" y="2394"/>
                  <a:ext cx="709" cy="333"/>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Conceitual </a:t>
                  </a:r>
                </a:p>
              </p:txBody>
            </p:sp>
            <p:sp>
              <p:nvSpPr>
                <p:cNvPr id="18" name="AutoShape 29"/>
                <p:cNvSpPr>
                  <a:spLocks noChangeArrowheads="1"/>
                </p:cNvSpPr>
                <p:nvPr/>
              </p:nvSpPr>
              <p:spPr bwMode="auto">
                <a:xfrm>
                  <a:off x="1014" y="2394"/>
                  <a:ext cx="856" cy="333"/>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Informacional </a:t>
                  </a:r>
                </a:p>
              </p:txBody>
            </p:sp>
            <p:sp>
              <p:nvSpPr>
                <p:cNvPr id="19" name="AutoShape 30"/>
                <p:cNvSpPr>
                  <a:spLocks noChangeArrowheads="1"/>
                </p:cNvSpPr>
                <p:nvPr/>
              </p:nvSpPr>
              <p:spPr bwMode="auto">
                <a:xfrm>
                  <a:off x="3864" y="2394"/>
                  <a:ext cx="765" cy="333"/>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Lançamento</a:t>
                  </a:r>
                </a:p>
                <a:p>
                  <a:pPr eaLnBrk="1" hangingPunct="1"/>
                  <a:r>
                    <a:rPr lang="pt-BR" altLang="pt-BR" sz="1400"/>
                    <a:t>do Produto</a:t>
                  </a:r>
                </a:p>
              </p:txBody>
            </p:sp>
            <p:sp>
              <p:nvSpPr>
                <p:cNvPr id="20" name="AutoShape 31"/>
                <p:cNvSpPr>
                  <a:spLocks noChangeArrowheads="1"/>
                </p:cNvSpPr>
                <p:nvPr/>
              </p:nvSpPr>
              <p:spPr bwMode="auto">
                <a:xfrm>
                  <a:off x="3170" y="2394"/>
                  <a:ext cx="723" cy="333"/>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Preparação</a:t>
                  </a:r>
                </a:p>
                <a:p>
                  <a:pPr eaLnBrk="1" hangingPunct="1"/>
                  <a:r>
                    <a:rPr lang="pt-BR" altLang="pt-BR" sz="1400"/>
                    <a:t>Produção</a:t>
                  </a:r>
                </a:p>
              </p:txBody>
            </p:sp>
          </p:grpSp>
          <p:sp>
            <p:nvSpPr>
              <p:cNvPr id="15" name="AutoShape 32"/>
              <p:cNvSpPr>
                <a:spLocks noChangeArrowheads="1"/>
              </p:cNvSpPr>
              <p:nvPr/>
            </p:nvSpPr>
            <p:spPr bwMode="auto">
              <a:xfrm>
                <a:off x="194" y="2385"/>
                <a:ext cx="841" cy="333"/>
              </a:xfrm>
              <a:prstGeom prst="chevron">
                <a:avLst>
                  <a:gd name="adj" fmla="val 24296"/>
                </a:avLst>
              </a:prstGeom>
              <a:solidFill>
                <a:srgbClr val="99CCFF"/>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Planejamento</a:t>
                </a:r>
              </a:p>
              <a:p>
                <a:pPr eaLnBrk="1" hangingPunct="1"/>
                <a:r>
                  <a:rPr lang="pt-BR" altLang="pt-BR" sz="1400"/>
                  <a:t>Projeto</a:t>
                </a:r>
              </a:p>
            </p:txBody>
          </p:sp>
        </p:grpSp>
        <p:sp>
          <p:nvSpPr>
            <p:cNvPr id="7" name="Text Box 33"/>
            <p:cNvSpPr txBox="1">
              <a:spLocks noChangeArrowheads="1"/>
            </p:cNvSpPr>
            <p:nvPr/>
          </p:nvSpPr>
          <p:spPr bwMode="auto">
            <a:xfrm>
              <a:off x="1778" y="2402"/>
              <a:ext cx="1931" cy="192"/>
            </a:xfrm>
            <a:prstGeom prst="rect">
              <a:avLst/>
            </a:prstGeom>
            <a:solidFill>
              <a:srgbClr val="666699"/>
            </a:solidFill>
            <a:ln w="28575">
              <a:noFill/>
              <a:miter lim="800000"/>
              <a:headEnd/>
              <a:tailEnd/>
            </a:ln>
            <a:effectLst>
              <a:outerShdw dist="107763" dir="2700000" algn="ctr" rotWithShape="0">
                <a:schemeClr val="bg2"/>
              </a:outerShdw>
            </a:effectLst>
          </p:spPr>
          <p:txBody>
            <a:bodyPr lIns="72000" tIns="0" rIns="72000" bIns="0"/>
            <a:lstStyle/>
            <a:p>
              <a:pPr>
                <a:defRPr/>
              </a:pPr>
              <a:r>
                <a:rPr lang="pt-BR" sz="2000" i="1">
                  <a:solidFill>
                    <a:srgbClr val="FFFFCC"/>
                  </a:solidFill>
                  <a:effectLst>
                    <a:outerShdw blurRad="38100" dist="38100" dir="2700000" algn="tl">
                      <a:srgbClr val="000000"/>
                    </a:outerShdw>
                  </a:effectLst>
                </a:rPr>
                <a:t>Atividades Genéricas</a:t>
              </a:r>
            </a:p>
          </p:txBody>
        </p:sp>
        <p:cxnSp>
          <p:nvCxnSpPr>
            <p:cNvPr id="8" name="AutoShape 34"/>
            <p:cNvCxnSpPr>
              <a:cxnSpLocks noChangeShapeType="1"/>
            </p:cNvCxnSpPr>
            <p:nvPr/>
          </p:nvCxnSpPr>
          <p:spPr bwMode="auto">
            <a:xfrm flipH="1" flipV="1">
              <a:off x="1872" y="2066"/>
              <a:ext cx="872" cy="33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 name="AutoShape 35"/>
            <p:cNvCxnSpPr>
              <a:cxnSpLocks noChangeShapeType="1"/>
            </p:cNvCxnSpPr>
            <p:nvPr/>
          </p:nvCxnSpPr>
          <p:spPr bwMode="auto">
            <a:xfrm flipH="1" flipV="1">
              <a:off x="2623" y="2066"/>
              <a:ext cx="121" cy="33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0" name="AutoShape 36"/>
            <p:cNvCxnSpPr>
              <a:cxnSpLocks noChangeShapeType="1"/>
            </p:cNvCxnSpPr>
            <p:nvPr/>
          </p:nvCxnSpPr>
          <p:spPr bwMode="auto">
            <a:xfrm flipV="1">
              <a:off x="2744" y="2066"/>
              <a:ext cx="546" cy="33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1" name="AutoShape 37"/>
            <p:cNvCxnSpPr>
              <a:cxnSpLocks noChangeShapeType="1"/>
            </p:cNvCxnSpPr>
            <p:nvPr/>
          </p:nvCxnSpPr>
          <p:spPr bwMode="auto">
            <a:xfrm flipV="1">
              <a:off x="2744" y="2066"/>
              <a:ext cx="1228" cy="33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2" name="AutoShape 38"/>
            <p:cNvCxnSpPr>
              <a:cxnSpLocks noChangeShapeType="1"/>
            </p:cNvCxnSpPr>
            <p:nvPr/>
          </p:nvCxnSpPr>
          <p:spPr bwMode="auto">
            <a:xfrm flipV="1">
              <a:off x="2744" y="2066"/>
              <a:ext cx="1937" cy="33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3" name="AutoShape 39"/>
            <p:cNvCxnSpPr>
              <a:cxnSpLocks noChangeShapeType="1"/>
            </p:cNvCxnSpPr>
            <p:nvPr/>
          </p:nvCxnSpPr>
          <p:spPr bwMode="auto">
            <a:xfrm flipH="1" flipV="1">
              <a:off x="1041" y="2057"/>
              <a:ext cx="1703" cy="34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741626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a:spLocks/>
          </p:cNvSpPr>
          <p:nvPr/>
        </p:nvSpPr>
        <p:spPr bwMode="auto">
          <a:xfrm>
            <a:off x="5024359" y="2122270"/>
            <a:ext cx="3360738" cy="569912"/>
          </a:xfrm>
          <a:custGeom>
            <a:avLst/>
            <a:gdLst>
              <a:gd name="T0" fmla="*/ 2147483647 w 2117"/>
              <a:gd name="T1" fmla="*/ 2147483647 h 359"/>
              <a:gd name="T2" fmla="*/ 0 w 2117"/>
              <a:gd name="T3" fmla="*/ 2147483647 h 359"/>
              <a:gd name="T4" fmla="*/ 2147483647 w 2117"/>
              <a:gd name="T5" fmla="*/ 2147483647 h 359"/>
              <a:gd name="T6" fmla="*/ 2147483647 w 2117"/>
              <a:gd name="T7" fmla="*/ 0 h 359"/>
              <a:gd name="T8" fmla="*/ 0 60000 65536"/>
              <a:gd name="T9" fmla="*/ 0 60000 65536"/>
              <a:gd name="T10" fmla="*/ 0 60000 65536"/>
              <a:gd name="T11" fmla="*/ 0 60000 65536"/>
              <a:gd name="T12" fmla="*/ 0 w 2117"/>
              <a:gd name="T13" fmla="*/ 0 h 359"/>
              <a:gd name="T14" fmla="*/ 2117 w 2117"/>
              <a:gd name="T15" fmla="*/ 359 h 359"/>
            </a:gdLst>
            <a:ahLst/>
            <a:cxnLst>
              <a:cxn ang="T8">
                <a:pos x="T0" y="T1"/>
              </a:cxn>
              <a:cxn ang="T9">
                <a:pos x="T2" y="T3"/>
              </a:cxn>
              <a:cxn ang="T10">
                <a:pos x="T4" y="T5"/>
              </a:cxn>
              <a:cxn ang="T11">
                <a:pos x="T6" y="T7"/>
              </a:cxn>
            </a:cxnLst>
            <a:rect l="T12" t="T13" r="T14" b="T15"/>
            <a:pathLst>
              <a:path w="2117" h="359">
                <a:moveTo>
                  <a:pt x="1047" y="15"/>
                </a:moveTo>
                <a:lnTo>
                  <a:pt x="0" y="359"/>
                </a:lnTo>
                <a:lnTo>
                  <a:pt x="2117" y="359"/>
                </a:lnTo>
                <a:lnTo>
                  <a:pt x="1496" y="0"/>
                </a:lnTo>
              </a:path>
            </a:pathLst>
          </a:custGeom>
          <a:solidFill>
            <a:schemeClr val="folHlink">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sp>
        <p:nvSpPr>
          <p:cNvPr id="4" name="Freeform 4"/>
          <p:cNvSpPr>
            <a:spLocks/>
          </p:cNvSpPr>
          <p:nvPr/>
        </p:nvSpPr>
        <p:spPr bwMode="auto">
          <a:xfrm>
            <a:off x="3136822" y="3535145"/>
            <a:ext cx="1946275" cy="439737"/>
          </a:xfrm>
          <a:custGeom>
            <a:avLst/>
            <a:gdLst>
              <a:gd name="T0" fmla="*/ 2147483647 w 1226"/>
              <a:gd name="T1" fmla="*/ 0 h 277"/>
              <a:gd name="T2" fmla="*/ 2147483647 w 1226"/>
              <a:gd name="T3" fmla="*/ 2147483647 h 277"/>
              <a:gd name="T4" fmla="*/ 0 w 1226"/>
              <a:gd name="T5" fmla="*/ 2147483647 h 277"/>
              <a:gd name="T6" fmla="*/ 2147483647 w 1226"/>
              <a:gd name="T7" fmla="*/ 0 h 277"/>
              <a:gd name="T8" fmla="*/ 0 60000 65536"/>
              <a:gd name="T9" fmla="*/ 0 60000 65536"/>
              <a:gd name="T10" fmla="*/ 0 60000 65536"/>
              <a:gd name="T11" fmla="*/ 0 60000 65536"/>
              <a:gd name="T12" fmla="*/ 0 w 1226"/>
              <a:gd name="T13" fmla="*/ 0 h 277"/>
              <a:gd name="T14" fmla="*/ 1226 w 1226"/>
              <a:gd name="T15" fmla="*/ 277 h 277"/>
            </a:gdLst>
            <a:ahLst/>
            <a:cxnLst>
              <a:cxn ang="T8">
                <a:pos x="T0" y="T1"/>
              </a:cxn>
              <a:cxn ang="T9">
                <a:pos x="T2" y="T3"/>
              </a:cxn>
              <a:cxn ang="T10">
                <a:pos x="T4" y="T5"/>
              </a:cxn>
              <a:cxn ang="T11">
                <a:pos x="T6" y="T7"/>
              </a:cxn>
            </a:cxnLst>
            <a:rect l="T12" t="T13" r="T14" b="T15"/>
            <a:pathLst>
              <a:path w="1226" h="277">
                <a:moveTo>
                  <a:pt x="1174" y="0"/>
                </a:moveTo>
                <a:lnTo>
                  <a:pt x="1226" y="277"/>
                </a:lnTo>
                <a:lnTo>
                  <a:pt x="0" y="277"/>
                </a:lnTo>
                <a:lnTo>
                  <a:pt x="1174" y="0"/>
                </a:lnTo>
                <a:close/>
              </a:path>
            </a:pathLst>
          </a:custGeom>
          <a:solidFill>
            <a:srgbClr val="FF0000">
              <a:alpha val="50195"/>
            </a:srgbClr>
          </a:solidFill>
          <a:ln>
            <a:noFill/>
          </a:ln>
          <a:extLst>
            <a:ext uri="{91240B29-F687-4F45-9708-019B960494DF}">
              <a14:hiddenLine xmlns:a14="http://schemas.microsoft.com/office/drawing/2010/main" w="3175">
                <a:solidFill>
                  <a:srgbClr val="000000"/>
                </a:solidFill>
                <a:round/>
                <a:headEnd/>
                <a:tailEnd/>
              </a14:hiddenLine>
            </a:ext>
          </a:extLst>
        </p:spPr>
        <p:txBody>
          <a:bodyPr wrap="none" lIns="72000" tIns="0" rIns="72000" bIns="0" anchor="ctr">
            <a:spAutoFit/>
          </a:bodyPr>
          <a:lstStyle/>
          <a:p>
            <a:endParaRPr lang="pt-BR"/>
          </a:p>
        </p:txBody>
      </p:sp>
      <p:sp>
        <p:nvSpPr>
          <p:cNvPr id="5" name="Freeform 5"/>
          <p:cNvSpPr>
            <a:spLocks/>
          </p:cNvSpPr>
          <p:nvPr/>
        </p:nvSpPr>
        <p:spPr bwMode="auto">
          <a:xfrm>
            <a:off x="6675359" y="3546257"/>
            <a:ext cx="3360738" cy="428625"/>
          </a:xfrm>
          <a:custGeom>
            <a:avLst/>
            <a:gdLst>
              <a:gd name="T0" fmla="*/ 2147483647 w 2117"/>
              <a:gd name="T1" fmla="*/ 0 h 270"/>
              <a:gd name="T2" fmla="*/ 0 w 2117"/>
              <a:gd name="T3" fmla="*/ 2147483647 h 270"/>
              <a:gd name="T4" fmla="*/ 2147483647 w 2117"/>
              <a:gd name="T5" fmla="*/ 2147483647 h 270"/>
              <a:gd name="T6" fmla="*/ 2147483647 w 2117"/>
              <a:gd name="T7" fmla="*/ 0 h 270"/>
              <a:gd name="T8" fmla="*/ 0 60000 65536"/>
              <a:gd name="T9" fmla="*/ 0 60000 65536"/>
              <a:gd name="T10" fmla="*/ 0 60000 65536"/>
              <a:gd name="T11" fmla="*/ 0 60000 65536"/>
              <a:gd name="T12" fmla="*/ 0 w 2117"/>
              <a:gd name="T13" fmla="*/ 0 h 270"/>
              <a:gd name="T14" fmla="*/ 2117 w 2117"/>
              <a:gd name="T15" fmla="*/ 270 h 270"/>
            </a:gdLst>
            <a:ahLst/>
            <a:cxnLst>
              <a:cxn ang="T8">
                <a:pos x="T0" y="T1"/>
              </a:cxn>
              <a:cxn ang="T9">
                <a:pos x="T2" y="T3"/>
              </a:cxn>
              <a:cxn ang="T10">
                <a:pos x="T4" y="T5"/>
              </a:cxn>
              <a:cxn ang="T11">
                <a:pos x="T6" y="T7"/>
              </a:cxn>
            </a:cxnLst>
            <a:rect l="T12" t="T13" r="T14" b="T15"/>
            <a:pathLst>
              <a:path w="2117" h="270">
                <a:moveTo>
                  <a:pt x="1055" y="0"/>
                </a:moveTo>
                <a:lnTo>
                  <a:pt x="0" y="255"/>
                </a:lnTo>
                <a:lnTo>
                  <a:pt x="2117" y="270"/>
                </a:lnTo>
                <a:lnTo>
                  <a:pt x="1055" y="0"/>
                </a:lnTo>
                <a:close/>
              </a:path>
            </a:pathLst>
          </a:custGeom>
          <a:solidFill>
            <a:srgbClr val="FF0000">
              <a:alpha val="50195"/>
            </a:srgbClr>
          </a:solidFill>
          <a:ln>
            <a:noFill/>
          </a:ln>
          <a:extLst>
            <a:ext uri="{91240B29-F687-4F45-9708-019B960494DF}">
              <a14:hiddenLine xmlns:a14="http://schemas.microsoft.com/office/drawing/2010/main" w="3175">
                <a:solidFill>
                  <a:srgbClr val="000000"/>
                </a:solidFill>
                <a:round/>
                <a:headEnd/>
                <a:tailEnd/>
              </a14:hiddenLine>
            </a:ext>
          </a:extLst>
        </p:spPr>
        <p:txBody>
          <a:bodyPr wrap="none" lIns="72000" tIns="0" rIns="72000" bIns="0" anchor="ctr">
            <a:spAutoFit/>
          </a:bodyPr>
          <a:lstStyle/>
          <a:p>
            <a:endParaRPr lang="pt-BR"/>
          </a:p>
        </p:txBody>
      </p:sp>
      <p:sp>
        <p:nvSpPr>
          <p:cNvPr id="6" name="Freeform 6"/>
          <p:cNvSpPr>
            <a:spLocks/>
          </p:cNvSpPr>
          <p:nvPr/>
        </p:nvSpPr>
        <p:spPr bwMode="auto">
          <a:xfrm>
            <a:off x="7661197" y="4616232"/>
            <a:ext cx="2801937" cy="2173288"/>
          </a:xfrm>
          <a:custGeom>
            <a:avLst/>
            <a:gdLst>
              <a:gd name="T0" fmla="*/ 0 w 1765"/>
              <a:gd name="T1" fmla="*/ 2147483647 h 1369"/>
              <a:gd name="T2" fmla="*/ 0 w 1765"/>
              <a:gd name="T3" fmla="*/ 2147483647 h 1369"/>
              <a:gd name="T4" fmla="*/ 2147483647 w 1765"/>
              <a:gd name="T5" fmla="*/ 2147483647 h 1369"/>
              <a:gd name="T6" fmla="*/ 2147483647 w 1765"/>
              <a:gd name="T7" fmla="*/ 2147483647 h 1369"/>
              <a:gd name="T8" fmla="*/ 2147483647 w 1765"/>
              <a:gd name="T9" fmla="*/ 0 h 1369"/>
              <a:gd name="T10" fmla="*/ 0 60000 65536"/>
              <a:gd name="T11" fmla="*/ 0 60000 65536"/>
              <a:gd name="T12" fmla="*/ 0 60000 65536"/>
              <a:gd name="T13" fmla="*/ 0 60000 65536"/>
              <a:gd name="T14" fmla="*/ 0 60000 65536"/>
              <a:gd name="T15" fmla="*/ 0 w 1765"/>
              <a:gd name="T16" fmla="*/ 0 h 1369"/>
              <a:gd name="T17" fmla="*/ 1765 w 1765"/>
              <a:gd name="T18" fmla="*/ 1369 h 1369"/>
            </a:gdLst>
            <a:ahLst/>
            <a:cxnLst>
              <a:cxn ang="T10">
                <a:pos x="T0" y="T1"/>
              </a:cxn>
              <a:cxn ang="T11">
                <a:pos x="T2" y="T3"/>
              </a:cxn>
              <a:cxn ang="T12">
                <a:pos x="T4" y="T5"/>
              </a:cxn>
              <a:cxn ang="T13">
                <a:pos x="T6" y="T7"/>
              </a:cxn>
              <a:cxn ang="T14">
                <a:pos x="T8" y="T9"/>
              </a:cxn>
            </a:cxnLst>
            <a:rect l="T15" t="T16" r="T17" b="T18"/>
            <a:pathLst>
              <a:path w="1765" h="1369">
                <a:moveTo>
                  <a:pt x="0" y="30"/>
                </a:moveTo>
                <a:lnTo>
                  <a:pt x="0" y="1369"/>
                </a:lnTo>
                <a:lnTo>
                  <a:pt x="1765" y="1369"/>
                </a:lnTo>
                <a:lnTo>
                  <a:pt x="1765" y="224"/>
                </a:lnTo>
                <a:lnTo>
                  <a:pt x="1488" y="0"/>
                </a:lnTo>
              </a:path>
            </a:pathLst>
          </a:custGeom>
          <a:solidFill>
            <a:srgbClr val="FFCCFF"/>
          </a:solidFill>
          <a:ln>
            <a:noFill/>
          </a:ln>
          <a:extLst>
            <a:ext uri="{91240B29-F687-4F45-9708-019B960494DF}">
              <a14:hiddenLine xmlns:a14="http://schemas.microsoft.com/office/drawing/2010/main" w="3175">
                <a:solidFill>
                  <a:srgbClr val="000000"/>
                </a:solidFill>
                <a:round/>
                <a:headEnd/>
                <a:tailEnd/>
              </a14:hiddenLine>
            </a:ext>
          </a:extLst>
        </p:spPr>
        <p:txBody>
          <a:bodyPr wrap="none" lIns="72000" tIns="0" rIns="72000" bIns="0" anchor="ctr">
            <a:spAutoFit/>
          </a:bodyPr>
          <a:lstStyle/>
          <a:p>
            <a:endParaRPr lang="pt-BR"/>
          </a:p>
        </p:txBody>
      </p:sp>
      <p:sp>
        <p:nvSpPr>
          <p:cNvPr id="7" name="Freeform 7"/>
          <p:cNvSpPr>
            <a:spLocks/>
          </p:cNvSpPr>
          <p:nvPr/>
        </p:nvSpPr>
        <p:spPr bwMode="auto">
          <a:xfrm>
            <a:off x="4870372" y="4640045"/>
            <a:ext cx="2790825" cy="2149475"/>
          </a:xfrm>
          <a:custGeom>
            <a:avLst/>
            <a:gdLst>
              <a:gd name="T0" fmla="*/ 2147483647 w 1758"/>
              <a:gd name="T1" fmla="*/ 2147483647 h 1354"/>
              <a:gd name="T2" fmla="*/ 2147483647 w 1758"/>
              <a:gd name="T3" fmla="*/ 2147483647 h 1354"/>
              <a:gd name="T4" fmla="*/ 0 w 1758"/>
              <a:gd name="T5" fmla="*/ 2147483647 h 1354"/>
              <a:gd name="T6" fmla="*/ 0 w 1758"/>
              <a:gd name="T7" fmla="*/ 2147483647 h 1354"/>
              <a:gd name="T8" fmla="*/ 2147483647 w 1758"/>
              <a:gd name="T9" fmla="*/ 0 h 1354"/>
              <a:gd name="T10" fmla="*/ 0 60000 65536"/>
              <a:gd name="T11" fmla="*/ 0 60000 65536"/>
              <a:gd name="T12" fmla="*/ 0 60000 65536"/>
              <a:gd name="T13" fmla="*/ 0 60000 65536"/>
              <a:gd name="T14" fmla="*/ 0 60000 65536"/>
              <a:gd name="T15" fmla="*/ 0 w 1758"/>
              <a:gd name="T16" fmla="*/ 0 h 1354"/>
              <a:gd name="T17" fmla="*/ 1758 w 1758"/>
              <a:gd name="T18" fmla="*/ 1354 h 1354"/>
            </a:gdLst>
            <a:ahLst/>
            <a:cxnLst>
              <a:cxn ang="T10">
                <a:pos x="T0" y="T1"/>
              </a:cxn>
              <a:cxn ang="T11">
                <a:pos x="T2" y="T3"/>
              </a:cxn>
              <a:cxn ang="T12">
                <a:pos x="T4" y="T5"/>
              </a:cxn>
              <a:cxn ang="T13">
                <a:pos x="T6" y="T7"/>
              </a:cxn>
              <a:cxn ang="T14">
                <a:pos x="T8" y="T9"/>
              </a:cxn>
            </a:cxnLst>
            <a:rect l="T15" t="T16" r="T17" b="T18"/>
            <a:pathLst>
              <a:path w="1758" h="1354">
                <a:moveTo>
                  <a:pt x="1758" y="15"/>
                </a:moveTo>
                <a:lnTo>
                  <a:pt x="1758" y="1354"/>
                </a:lnTo>
                <a:lnTo>
                  <a:pt x="0" y="1354"/>
                </a:lnTo>
                <a:lnTo>
                  <a:pt x="0" y="456"/>
                </a:lnTo>
                <a:lnTo>
                  <a:pt x="1152" y="0"/>
                </a:lnTo>
              </a:path>
            </a:pathLst>
          </a:custGeom>
          <a:solidFill>
            <a:srgbClr val="EAEAEA"/>
          </a:solidFill>
          <a:ln>
            <a:noFill/>
          </a:ln>
          <a:extLst>
            <a:ext uri="{91240B29-F687-4F45-9708-019B960494DF}">
              <a14:hiddenLine xmlns:a14="http://schemas.microsoft.com/office/drawing/2010/main" w="3175">
                <a:solidFill>
                  <a:srgbClr val="000000"/>
                </a:solidFill>
                <a:round/>
                <a:headEnd/>
                <a:tailEnd/>
              </a14:hiddenLine>
            </a:ext>
          </a:extLst>
        </p:spPr>
        <p:txBody>
          <a:bodyPr wrap="none" lIns="72000" tIns="0" rIns="72000" bIns="0" anchor="ctr">
            <a:spAutoFit/>
          </a:bodyPr>
          <a:lstStyle/>
          <a:p>
            <a:endParaRPr lang="pt-BR"/>
          </a:p>
        </p:txBody>
      </p:sp>
      <p:grpSp>
        <p:nvGrpSpPr>
          <p:cNvPr id="8" name="Group 8"/>
          <p:cNvGrpSpPr>
            <a:grpSpLocks/>
          </p:cNvGrpSpPr>
          <p:nvPr/>
        </p:nvGrpSpPr>
        <p:grpSpPr bwMode="auto">
          <a:xfrm>
            <a:off x="5706984" y="1539657"/>
            <a:ext cx="2916238" cy="627063"/>
            <a:chOff x="2368" y="695"/>
            <a:chExt cx="1837" cy="395"/>
          </a:xfrm>
        </p:grpSpPr>
        <p:sp>
          <p:nvSpPr>
            <p:cNvPr id="9" name="AutoShape 9"/>
            <p:cNvSpPr>
              <a:spLocks noChangeArrowheads="1"/>
            </p:cNvSpPr>
            <p:nvPr/>
          </p:nvSpPr>
          <p:spPr bwMode="auto">
            <a:xfrm>
              <a:off x="3470" y="695"/>
              <a:ext cx="735" cy="395"/>
            </a:xfrm>
            <a:prstGeom prst="homePlate">
              <a:avLst>
                <a:gd name="adj" fmla="val 46519"/>
              </a:avLst>
            </a:prstGeom>
            <a:solidFill>
              <a:schemeClr val="tx2"/>
            </a:solidFill>
            <a:ln w="9525">
              <a:solidFill>
                <a:schemeClr val="tx1"/>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 name="AutoShape 10"/>
            <p:cNvSpPr>
              <a:spLocks noChangeArrowheads="1"/>
            </p:cNvSpPr>
            <p:nvPr/>
          </p:nvSpPr>
          <p:spPr bwMode="auto">
            <a:xfrm>
              <a:off x="2919" y="695"/>
              <a:ext cx="735" cy="395"/>
            </a:xfrm>
            <a:prstGeom prst="homePlate">
              <a:avLst>
                <a:gd name="adj" fmla="val 46519"/>
              </a:avLst>
            </a:prstGeom>
            <a:solidFill>
              <a:schemeClr val="folHlink"/>
            </a:solidFill>
            <a:ln w="9525">
              <a:solidFill>
                <a:schemeClr val="tx1"/>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1" name="AutoShape 11"/>
            <p:cNvSpPr>
              <a:spLocks noChangeArrowheads="1"/>
            </p:cNvSpPr>
            <p:nvPr/>
          </p:nvSpPr>
          <p:spPr bwMode="auto">
            <a:xfrm>
              <a:off x="2368" y="695"/>
              <a:ext cx="735" cy="395"/>
            </a:xfrm>
            <a:prstGeom prst="homePlate">
              <a:avLst>
                <a:gd name="adj" fmla="val 46519"/>
              </a:avLst>
            </a:prstGeom>
            <a:solidFill>
              <a:srgbClr val="FFFF00"/>
            </a:solidFill>
            <a:ln w="9525">
              <a:solidFill>
                <a:schemeClr val="tx1"/>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sp>
        <p:nvSpPr>
          <p:cNvPr id="12" name="Text Box 12"/>
          <p:cNvSpPr txBox="1">
            <a:spLocks noChangeArrowheads="1"/>
          </p:cNvSpPr>
          <p:nvPr/>
        </p:nvSpPr>
        <p:spPr bwMode="auto">
          <a:xfrm>
            <a:off x="5727622" y="1230095"/>
            <a:ext cx="2824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a:solidFill>
                  <a:srgbClr val="000000"/>
                </a:solidFill>
              </a:rPr>
              <a:t>Projeto do produto ABC</a:t>
            </a:r>
          </a:p>
        </p:txBody>
      </p:sp>
      <p:grpSp>
        <p:nvGrpSpPr>
          <p:cNvPr id="13" name="Group 13"/>
          <p:cNvGrpSpPr>
            <a:grpSpLocks/>
          </p:cNvGrpSpPr>
          <p:nvPr/>
        </p:nvGrpSpPr>
        <p:grpSpPr bwMode="auto">
          <a:xfrm>
            <a:off x="4908472" y="2671545"/>
            <a:ext cx="3678237" cy="1239837"/>
            <a:chOff x="1820" y="1791"/>
            <a:chExt cx="3724" cy="945"/>
          </a:xfrm>
        </p:grpSpPr>
        <p:grpSp>
          <p:nvGrpSpPr>
            <p:cNvPr id="14" name="Group 14"/>
            <p:cNvGrpSpPr>
              <a:grpSpLocks/>
            </p:cNvGrpSpPr>
            <p:nvPr/>
          </p:nvGrpSpPr>
          <p:grpSpPr bwMode="auto">
            <a:xfrm>
              <a:off x="5230" y="2086"/>
              <a:ext cx="158" cy="650"/>
              <a:chOff x="2496" y="1399"/>
              <a:chExt cx="192" cy="857"/>
            </a:xfrm>
          </p:grpSpPr>
          <p:sp>
            <p:nvSpPr>
              <p:cNvPr id="19" name="Line 15"/>
              <p:cNvSpPr>
                <a:spLocks noChangeShapeType="1"/>
              </p:cNvSpPr>
              <p:nvPr/>
            </p:nvSpPr>
            <p:spPr bwMode="auto">
              <a:xfrm>
                <a:off x="2591" y="1399"/>
                <a:ext cx="0" cy="8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0" name="Rectangle 16"/>
              <p:cNvSpPr>
                <a:spLocks noChangeArrowheads="1"/>
              </p:cNvSpPr>
              <p:nvPr/>
            </p:nvSpPr>
            <p:spPr bwMode="auto">
              <a:xfrm rot="2700000">
                <a:off x="2496" y="1680"/>
                <a:ext cx="192" cy="192"/>
              </a:xfrm>
              <a:prstGeom prst="rect">
                <a:avLst/>
              </a:prstGeom>
              <a:solidFill>
                <a:srgbClr val="FF0000"/>
              </a:solidFill>
              <a:ln w="9525">
                <a:solidFill>
                  <a:schemeClr val="tx1"/>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sp>
          <p:nvSpPr>
            <p:cNvPr id="15" name="AutoShape 17"/>
            <p:cNvSpPr>
              <a:spLocks noChangeArrowheads="1"/>
            </p:cNvSpPr>
            <p:nvPr/>
          </p:nvSpPr>
          <p:spPr bwMode="auto">
            <a:xfrm>
              <a:off x="1896" y="1791"/>
              <a:ext cx="3648" cy="295"/>
            </a:xfrm>
            <a:prstGeom prst="chevron">
              <a:avLst>
                <a:gd name="adj" fmla="val 58281"/>
              </a:avLst>
            </a:prstGeom>
            <a:solidFill>
              <a:schemeClr val="folHlink"/>
            </a:solidFill>
            <a:ln w="9525">
              <a:solidFill>
                <a:schemeClr val="tx1"/>
              </a:solidFill>
              <a:miter lim="800000"/>
              <a:headEnd/>
              <a:tailEnd/>
            </a:ln>
          </p:spPr>
          <p:txBody>
            <a:bodyPr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6" name="Group 18"/>
            <p:cNvGrpSpPr>
              <a:grpSpLocks/>
            </p:cNvGrpSpPr>
            <p:nvPr/>
          </p:nvGrpSpPr>
          <p:grpSpPr bwMode="auto">
            <a:xfrm>
              <a:off x="1820" y="2082"/>
              <a:ext cx="158" cy="650"/>
              <a:chOff x="2496" y="1399"/>
              <a:chExt cx="192" cy="857"/>
            </a:xfrm>
          </p:grpSpPr>
          <p:sp>
            <p:nvSpPr>
              <p:cNvPr id="17" name="Line 19"/>
              <p:cNvSpPr>
                <a:spLocks noChangeShapeType="1"/>
              </p:cNvSpPr>
              <p:nvPr/>
            </p:nvSpPr>
            <p:spPr bwMode="auto">
              <a:xfrm>
                <a:off x="2591" y="1399"/>
                <a:ext cx="0" cy="8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8" name="Rectangle 20"/>
              <p:cNvSpPr>
                <a:spLocks noChangeArrowheads="1"/>
              </p:cNvSpPr>
              <p:nvPr/>
            </p:nvSpPr>
            <p:spPr bwMode="auto">
              <a:xfrm rot="2700000">
                <a:off x="2496" y="1680"/>
                <a:ext cx="192" cy="192"/>
              </a:xfrm>
              <a:prstGeom prst="rect">
                <a:avLst/>
              </a:prstGeom>
              <a:solidFill>
                <a:srgbClr val="FF0000"/>
              </a:solidFill>
              <a:ln w="9525">
                <a:solidFill>
                  <a:schemeClr val="tx1"/>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sp>
        <p:nvSpPr>
          <p:cNvPr id="21" name="Rectangle 21"/>
          <p:cNvSpPr>
            <a:spLocks noChangeArrowheads="1"/>
          </p:cNvSpPr>
          <p:nvPr/>
        </p:nvSpPr>
        <p:spPr bwMode="auto">
          <a:xfrm>
            <a:off x="3567034" y="3924082"/>
            <a:ext cx="1533525" cy="736600"/>
          </a:xfrm>
          <a:prstGeom prst="rect">
            <a:avLst/>
          </a:prstGeom>
          <a:solidFill>
            <a:schemeClr val="bg1"/>
          </a:solidFill>
          <a:ln w="317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a:solidFill>
                  <a:srgbClr val="000000"/>
                </a:solidFill>
              </a:rPr>
              <a:t>1.Definição de critérios para próximo gate</a:t>
            </a:r>
          </a:p>
        </p:txBody>
      </p:sp>
      <p:sp>
        <p:nvSpPr>
          <p:cNvPr id="22" name="Rectangle 22"/>
          <p:cNvSpPr>
            <a:spLocks noChangeArrowheads="1"/>
          </p:cNvSpPr>
          <p:nvPr/>
        </p:nvSpPr>
        <p:spPr bwMode="auto">
          <a:xfrm>
            <a:off x="8569247" y="3924082"/>
            <a:ext cx="1533525" cy="736600"/>
          </a:xfrm>
          <a:prstGeom prst="rect">
            <a:avLst/>
          </a:prstGeom>
          <a:solidFill>
            <a:srgbClr val="FFCCFF"/>
          </a:solidFill>
          <a:ln w="3175">
            <a:solidFill>
              <a:schemeClr val="tx1"/>
            </a:solidFill>
            <a:prstDash val="sysDot"/>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a:solidFill>
                  <a:srgbClr val="000000"/>
                </a:solidFill>
              </a:rPr>
              <a:t>Definição de critérios para próximo gate</a:t>
            </a:r>
          </a:p>
        </p:txBody>
      </p:sp>
      <p:sp>
        <p:nvSpPr>
          <p:cNvPr id="23" name="Rectangle 23"/>
          <p:cNvSpPr>
            <a:spLocks noChangeArrowheads="1"/>
          </p:cNvSpPr>
          <p:nvPr/>
        </p:nvSpPr>
        <p:spPr bwMode="auto">
          <a:xfrm>
            <a:off x="7662784" y="3924082"/>
            <a:ext cx="904875" cy="736600"/>
          </a:xfrm>
          <a:prstGeom prst="rect">
            <a:avLst/>
          </a:prstGeom>
          <a:solidFill>
            <a:srgbClr val="FFCCFF"/>
          </a:solidFill>
          <a:ln w="3175">
            <a:solidFill>
              <a:schemeClr val="tx1"/>
            </a:solidFill>
            <a:miter lim="800000"/>
            <a:headEnd/>
            <a:tailEnd/>
          </a:ln>
        </p:spPr>
        <p:txBody>
          <a:bodyPr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a:solidFill>
                  <a:srgbClr val="000000"/>
                </a:solidFill>
              </a:rPr>
              <a:t>Aprovar</a:t>
            </a:r>
          </a:p>
          <a:p>
            <a:pPr eaLnBrk="1" hangingPunct="1"/>
            <a:r>
              <a:rPr lang="pt-BR" altLang="pt-BR" sz="1600">
                <a:solidFill>
                  <a:srgbClr val="000000"/>
                </a:solidFill>
              </a:rPr>
              <a:t>gate</a:t>
            </a:r>
          </a:p>
        </p:txBody>
      </p:sp>
      <p:sp>
        <p:nvSpPr>
          <p:cNvPr id="24" name="Rectangle 24"/>
          <p:cNvSpPr>
            <a:spLocks noChangeArrowheads="1"/>
          </p:cNvSpPr>
          <p:nvPr/>
        </p:nvSpPr>
        <p:spPr bwMode="auto">
          <a:xfrm>
            <a:off x="6627734" y="3924082"/>
            <a:ext cx="1035050" cy="736600"/>
          </a:xfrm>
          <a:prstGeom prst="rect">
            <a:avLst/>
          </a:prstGeom>
          <a:solidFill>
            <a:srgbClr val="EAEAEA"/>
          </a:solidFill>
          <a:ln w="3175">
            <a:solidFill>
              <a:schemeClr val="tx1"/>
            </a:solidFill>
            <a:miter lim="800000"/>
            <a:headEnd/>
            <a:tailEnd/>
          </a:ln>
        </p:spPr>
        <p:txBody>
          <a:bodyPr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a:solidFill>
                  <a:srgbClr val="000000"/>
                </a:solidFill>
              </a:rPr>
              <a:t>Auto-avaliação </a:t>
            </a:r>
          </a:p>
        </p:txBody>
      </p:sp>
      <p:sp>
        <p:nvSpPr>
          <p:cNvPr id="25" name="Text Box 25"/>
          <p:cNvSpPr txBox="1">
            <a:spLocks noChangeArrowheads="1"/>
          </p:cNvSpPr>
          <p:nvPr/>
        </p:nvSpPr>
        <p:spPr bwMode="auto">
          <a:xfrm>
            <a:off x="5376784" y="3731995"/>
            <a:ext cx="9429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a:solidFill>
                  <a:srgbClr val="000000"/>
                </a:solidFill>
              </a:rPr>
              <a:t>critérios</a:t>
            </a:r>
          </a:p>
        </p:txBody>
      </p:sp>
      <p:grpSp>
        <p:nvGrpSpPr>
          <p:cNvPr id="26" name="Group 26"/>
          <p:cNvGrpSpPr>
            <a:grpSpLocks/>
          </p:cNvGrpSpPr>
          <p:nvPr/>
        </p:nvGrpSpPr>
        <p:grpSpPr bwMode="auto">
          <a:xfrm>
            <a:off x="8453359" y="4770220"/>
            <a:ext cx="1371600" cy="687387"/>
            <a:chOff x="1850" y="1420"/>
            <a:chExt cx="2069" cy="811"/>
          </a:xfrm>
        </p:grpSpPr>
        <p:grpSp>
          <p:nvGrpSpPr>
            <p:cNvPr id="27" name="Group 27"/>
            <p:cNvGrpSpPr>
              <a:grpSpLocks/>
            </p:cNvGrpSpPr>
            <p:nvPr/>
          </p:nvGrpSpPr>
          <p:grpSpPr bwMode="auto">
            <a:xfrm>
              <a:off x="1850" y="1420"/>
              <a:ext cx="2069" cy="811"/>
              <a:chOff x="1850" y="1420"/>
              <a:chExt cx="2069" cy="811"/>
            </a:xfrm>
          </p:grpSpPr>
          <p:sp>
            <p:nvSpPr>
              <p:cNvPr id="34" name="Freeform 28"/>
              <p:cNvSpPr>
                <a:spLocks/>
              </p:cNvSpPr>
              <p:nvPr/>
            </p:nvSpPr>
            <p:spPr bwMode="auto">
              <a:xfrm>
                <a:off x="2319" y="1645"/>
                <a:ext cx="443" cy="344"/>
              </a:xfrm>
              <a:custGeom>
                <a:avLst/>
                <a:gdLst>
                  <a:gd name="T0" fmla="*/ 0 w 3542"/>
                  <a:gd name="T1" fmla="*/ 0 h 2755"/>
                  <a:gd name="T2" fmla="*/ 0 w 3542"/>
                  <a:gd name="T3" fmla="*/ 0 h 2755"/>
                  <a:gd name="T4" fmla="*/ 0 w 3542"/>
                  <a:gd name="T5" fmla="*/ 0 h 2755"/>
                  <a:gd name="T6" fmla="*/ 0 w 3542"/>
                  <a:gd name="T7" fmla="*/ 0 h 2755"/>
                  <a:gd name="T8" fmla="*/ 0 w 3542"/>
                  <a:gd name="T9" fmla="*/ 0 h 2755"/>
                  <a:gd name="T10" fmla="*/ 0 w 3542"/>
                  <a:gd name="T11" fmla="*/ 0 h 2755"/>
                  <a:gd name="T12" fmla="*/ 0 w 3542"/>
                  <a:gd name="T13" fmla="*/ 0 h 2755"/>
                  <a:gd name="T14" fmla="*/ 0 w 3542"/>
                  <a:gd name="T15" fmla="*/ 0 h 2755"/>
                  <a:gd name="T16" fmla="*/ 0 w 3542"/>
                  <a:gd name="T17" fmla="*/ 0 h 2755"/>
                  <a:gd name="T18" fmla="*/ 0 w 3542"/>
                  <a:gd name="T19" fmla="*/ 0 h 2755"/>
                  <a:gd name="T20" fmla="*/ 0 w 3542"/>
                  <a:gd name="T21" fmla="*/ 0 h 2755"/>
                  <a:gd name="T22" fmla="*/ 0 w 3542"/>
                  <a:gd name="T23" fmla="*/ 0 h 2755"/>
                  <a:gd name="T24" fmla="*/ 0 w 3542"/>
                  <a:gd name="T25" fmla="*/ 0 h 2755"/>
                  <a:gd name="T26" fmla="*/ 0 w 3542"/>
                  <a:gd name="T27" fmla="*/ 0 h 2755"/>
                  <a:gd name="T28" fmla="*/ 0 w 3542"/>
                  <a:gd name="T29" fmla="*/ 0 h 2755"/>
                  <a:gd name="T30" fmla="*/ 0 w 3542"/>
                  <a:gd name="T31" fmla="*/ 0 h 2755"/>
                  <a:gd name="T32" fmla="*/ 0 w 3542"/>
                  <a:gd name="T33" fmla="*/ 0 h 2755"/>
                  <a:gd name="T34" fmla="*/ 0 w 3542"/>
                  <a:gd name="T35" fmla="*/ 0 h 2755"/>
                  <a:gd name="T36" fmla="*/ 0 w 3542"/>
                  <a:gd name="T37" fmla="*/ 0 h 2755"/>
                  <a:gd name="T38" fmla="*/ 0 w 3542"/>
                  <a:gd name="T39" fmla="*/ 0 h 2755"/>
                  <a:gd name="T40" fmla="*/ 0 w 3542"/>
                  <a:gd name="T41" fmla="*/ 0 h 2755"/>
                  <a:gd name="T42" fmla="*/ 0 w 3542"/>
                  <a:gd name="T43" fmla="*/ 0 h 2755"/>
                  <a:gd name="T44" fmla="*/ 0 w 3542"/>
                  <a:gd name="T45" fmla="*/ 0 h 2755"/>
                  <a:gd name="T46" fmla="*/ 0 w 3542"/>
                  <a:gd name="T47" fmla="*/ 0 h 2755"/>
                  <a:gd name="T48" fmla="*/ 0 w 3542"/>
                  <a:gd name="T49" fmla="*/ 0 h 2755"/>
                  <a:gd name="T50" fmla="*/ 0 w 3542"/>
                  <a:gd name="T51" fmla="*/ 0 h 2755"/>
                  <a:gd name="T52" fmla="*/ 0 w 3542"/>
                  <a:gd name="T53" fmla="*/ 0 h 2755"/>
                  <a:gd name="T54" fmla="*/ 0 w 3542"/>
                  <a:gd name="T55" fmla="*/ 0 h 2755"/>
                  <a:gd name="T56" fmla="*/ 0 w 3542"/>
                  <a:gd name="T57" fmla="*/ 0 h 2755"/>
                  <a:gd name="T58" fmla="*/ 0 w 3542"/>
                  <a:gd name="T59" fmla="*/ 0 h 2755"/>
                  <a:gd name="T60" fmla="*/ 0 w 3542"/>
                  <a:gd name="T61" fmla="*/ 0 h 2755"/>
                  <a:gd name="T62" fmla="*/ 0 w 3542"/>
                  <a:gd name="T63" fmla="*/ 0 h 2755"/>
                  <a:gd name="T64" fmla="*/ 0 w 3542"/>
                  <a:gd name="T65" fmla="*/ 0 h 2755"/>
                  <a:gd name="T66" fmla="*/ 0 w 3542"/>
                  <a:gd name="T67" fmla="*/ 0 h 2755"/>
                  <a:gd name="T68" fmla="*/ 0 w 3542"/>
                  <a:gd name="T69" fmla="*/ 0 h 275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42"/>
                  <a:gd name="T106" fmla="*/ 0 h 2755"/>
                  <a:gd name="T107" fmla="*/ 3542 w 3542"/>
                  <a:gd name="T108" fmla="*/ 2755 h 275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42" h="2755">
                    <a:moveTo>
                      <a:pt x="3542" y="2755"/>
                    </a:moveTo>
                    <a:lnTo>
                      <a:pt x="3452" y="2648"/>
                    </a:lnTo>
                    <a:lnTo>
                      <a:pt x="3415" y="2476"/>
                    </a:lnTo>
                    <a:lnTo>
                      <a:pt x="3307" y="2404"/>
                    </a:lnTo>
                    <a:lnTo>
                      <a:pt x="3290" y="2296"/>
                    </a:lnTo>
                    <a:lnTo>
                      <a:pt x="3355" y="2222"/>
                    </a:lnTo>
                    <a:lnTo>
                      <a:pt x="3355" y="2141"/>
                    </a:lnTo>
                    <a:lnTo>
                      <a:pt x="3314" y="2052"/>
                    </a:lnTo>
                    <a:lnTo>
                      <a:pt x="3248" y="1954"/>
                    </a:lnTo>
                    <a:lnTo>
                      <a:pt x="3248" y="1791"/>
                    </a:lnTo>
                    <a:lnTo>
                      <a:pt x="3307" y="1724"/>
                    </a:lnTo>
                    <a:lnTo>
                      <a:pt x="3299" y="1652"/>
                    </a:lnTo>
                    <a:lnTo>
                      <a:pt x="3233" y="1604"/>
                    </a:lnTo>
                    <a:lnTo>
                      <a:pt x="3200" y="1503"/>
                    </a:lnTo>
                    <a:lnTo>
                      <a:pt x="3209" y="1417"/>
                    </a:lnTo>
                    <a:lnTo>
                      <a:pt x="3191" y="1286"/>
                    </a:lnTo>
                    <a:lnTo>
                      <a:pt x="3166" y="1114"/>
                    </a:lnTo>
                    <a:lnTo>
                      <a:pt x="3166" y="910"/>
                    </a:lnTo>
                    <a:lnTo>
                      <a:pt x="3166" y="754"/>
                    </a:lnTo>
                    <a:lnTo>
                      <a:pt x="3161" y="592"/>
                    </a:lnTo>
                    <a:lnTo>
                      <a:pt x="3125" y="451"/>
                    </a:lnTo>
                    <a:lnTo>
                      <a:pt x="3092" y="360"/>
                    </a:lnTo>
                    <a:lnTo>
                      <a:pt x="2712" y="171"/>
                    </a:lnTo>
                    <a:lnTo>
                      <a:pt x="2492" y="110"/>
                    </a:lnTo>
                    <a:lnTo>
                      <a:pt x="2279" y="68"/>
                    </a:lnTo>
                    <a:lnTo>
                      <a:pt x="2044" y="0"/>
                    </a:lnTo>
                    <a:lnTo>
                      <a:pt x="890" y="27"/>
                    </a:lnTo>
                    <a:lnTo>
                      <a:pt x="556" y="85"/>
                    </a:lnTo>
                    <a:lnTo>
                      <a:pt x="222" y="205"/>
                    </a:lnTo>
                    <a:lnTo>
                      <a:pt x="123" y="264"/>
                    </a:lnTo>
                    <a:lnTo>
                      <a:pt x="40" y="461"/>
                    </a:lnTo>
                    <a:lnTo>
                      <a:pt x="40" y="1145"/>
                    </a:lnTo>
                    <a:lnTo>
                      <a:pt x="0" y="1235"/>
                    </a:lnTo>
                    <a:lnTo>
                      <a:pt x="540" y="2755"/>
                    </a:lnTo>
                    <a:lnTo>
                      <a:pt x="3542" y="275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 name="Freeform 29"/>
              <p:cNvSpPr>
                <a:spLocks/>
              </p:cNvSpPr>
              <p:nvPr/>
            </p:nvSpPr>
            <p:spPr bwMode="auto">
              <a:xfrm>
                <a:off x="2339" y="1653"/>
                <a:ext cx="201" cy="171"/>
              </a:xfrm>
              <a:custGeom>
                <a:avLst/>
                <a:gdLst>
                  <a:gd name="T0" fmla="*/ 0 w 1609"/>
                  <a:gd name="T1" fmla="*/ 0 h 1365"/>
                  <a:gd name="T2" fmla="*/ 0 w 1609"/>
                  <a:gd name="T3" fmla="*/ 0 h 1365"/>
                  <a:gd name="T4" fmla="*/ 0 w 1609"/>
                  <a:gd name="T5" fmla="*/ 0 h 1365"/>
                  <a:gd name="T6" fmla="*/ 0 w 1609"/>
                  <a:gd name="T7" fmla="*/ 0 h 1365"/>
                  <a:gd name="T8" fmla="*/ 0 w 1609"/>
                  <a:gd name="T9" fmla="*/ 0 h 1365"/>
                  <a:gd name="T10" fmla="*/ 0 w 1609"/>
                  <a:gd name="T11" fmla="*/ 0 h 1365"/>
                  <a:gd name="T12" fmla="*/ 0 w 1609"/>
                  <a:gd name="T13" fmla="*/ 0 h 1365"/>
                  <a:gd name="T14" fmla="*/ 0 w 1609"/>
                  <a:gd name="T15" fmla="*/ 0 h 1365"/>
                  <a:gd name="T16" fmla="*/ 0 w 1609"/>
                  <a:gd name="T17" fmla="*/ 0 h 1365"/>
                  <a:gd name="T18" fmla="*/ 0 w 1609"/>
                  <a:gd name="T19" fmla="*/ 0 h 1365"/>
                  <a:gd name="T20" fmla="*/ 0 w 1609"/>
                  <a:gd name="T21" fmla="*/ 0 h 1365"/>
                  <a:gd name="T22" fmla="*/ 0 w 1609"/>
                  <a:gd name="T23" fmla="*/ 0 h 1365"/>
                  <a:gd name="T24" fmla="*/ 0 w 1609"/>
                  <a:gd name="T25" fmla="*/ 0 h 1365"/>
                  <a:gd name="T26" fmla="*/ 0 w 1609"/>
                  <a:gd name="T27" fmla="*/ 0 h 1365"/>
                  <a:gd name="T28" fmla="*/ 0 w 1609"/>
                  <a:gd name="T29" fmla="*/ 0 h 13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09"/>
                  <a:gd name="T46" fmla="*/ 0 h 1365"/>
                  <a:gd name="T47" fmla="*/ 1609 w 1609"/>
                  <a:gd name="T48" fmla="*/ 1365 h 13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09" h="1365">
                    <a:moveTo>
                      <a:pt x="1609" y="1365"/>
                    </a:moveTo>
                    <a:lnTo>
                      <a:pt x="1148" y="499"/>
                    </a:lnTo>
                    <a:lnTo>
                      <a:pt x="1019" y="323"/>
                    </a:lnTo>
                    <a:lnTo>
                      <a:pt x="763" y="187"/>
                    </a:lnTo>
                    <a:lnTo>
                      <a:pt x="493" y="121"/>
                    </a:lnTo>
                    <a:lnTo>
                      <a:pt x="279" y="130"/>
                    </a:lnTo>
                    <a:lnTo>
                      <a:pt x="0" y="169"/>
                    </a:lnTo>
                    <a:lnTo>
                      <a:pt x="67" y="121"/>
                    </a:lnTo>
                    <a:lnTo>
                      <a:pt x="353" y="31"/>
                    </a:lnTo>
                    <a:lnTo>
                      <a:pt x="650" y="0"/>
                    </a:lnTo>
                    <a:lnTo>
                      <a:pt x="862" y="31"/>
                    </a:lnTo>
                    <a:lnTo>
                      <a:pt x="1102" y="255"/>
                    </a:lnTo>
                    <a:lnTo>
                      <a:pt x="1264" y="547"/>
                    </a:lnTo>
                    <a:lnTo>
                      <a:pt x="1346" y="767"/>
                    </a:lnTo>
                    <a:lnTo>
                      <a:pt x="1609" y="1365"/>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 name="Freeform 30"/>
              <p:cNvSpPr>
                <a:spLocks/>
              </p:cNvSpPr>
              <p:nvPr/>
            </p:nvSpPr>
            <p:spPr bwMode="auto">
              <a:xfrm>
                <a:off x="2322" y="1699"/>
                <a:ext cx="103" cy="166"/>
              </a:xfrm>
              <a:custGeom>
                <a:avLst/>
                <a:gdLst>
                  <a:gd name="T0" fmla="*/ 0 w 829"/>
                  <a:gd name="T1" fmla="*/ 0 h 1330"/>
                  <a:gd name="T2" fmla="*/ 0 w 829"/>
                  <a:gd name="T3" fmla="*/ 0 h 1330"/>
                  <a:gd name="T4" fmla="*/ 0 w 829"/>
                  <a:gd name="T5" fmla="*/ 0 h 1330"/>
                  <a:gd name="T6" fmla="*/ 0 w 829"/>
                  <a:gd name="T7" fmla="*/ 0 h 1330"/>
                  <a:gd name="T8" fmla="*/ 0 w 829"/>
                  <a:gd name="T9" fmla="*/ 0 h 1330"/>
                  <a:gd name="T10" fmla="*/ 0 w 829"/>
                  <a:gd name="T11" fmla="*/ 0 h 1330"/>
                  <a:gd name="T12" fmla="*/ 0 w 829"/>
                  <a:gd name="T13" fmla="*/ 0 h 1330"/>
                  <a:gd name="T14" fmla="*/ 0 w 829"/>
                  <a:gd name="T15" fmla="*/ 0 h 1330"/>
                  <a:gd name="T16" fmla="*/ 0 w 829"/>
                  <a:gd name="T17" fmla="*/ 0 h 1330"/>
                  <a:gd name="T18" fmla="*/ 0 w 829"/>
                  <a:gd name="T19" fmla="*/ 0 h 1330"/>
                  <a:gd name="T20" fmla="*/ 0 w 829"/>
                  <a:gd name="T21" fmla="*/ 0 h 1330"/>
                  <a:gd name="T22" fmla="*/ 0 w 829"/>
                  <a:gd name="T23" fmla="*/ 0 h 1330"/>
                  <a:gd name="T24" fmla="*/ 0 w 829"/>
                  <a:gd name="T25" fmla="*/ 0 h 1330"/>
                  <a:gd name="T26" fmla="*/ 0 w 829"/>
                  <a:gd name="T27" fmla="*/ 0 h 1330"/>
                  <a:gd name="T28" fmla="*/ 0 w 829"/>
                  <a:gd name="T29" fmla="*/ 0 h 1330"/>
                  <a:gd name="T30" fmla="*/ 0 w 829"/>
                  <a:gd name="T31" fmla="*/ 0 h 1330"/>
                  <a:gd name="T32" fmla="*/ 0 w 829"/>
                  <a:gd name="T33" fmla="*/ 0 h 1330"/>
                  <a:gd name="T34" fmla="*/ 0 w 829"/>
                  <a:gd name="T35" fmla="*/ 0 h 1330"/>
                  <a:gd name="T36" fmla="*/ 0 w 829"/>
                  <a:gd name="T37" fmla="*/ 0 h 1330"/>
                  <a:gd name="T38" fmla="*/ 0 w 829"/>
                  <a:gd name="T39" fmla="*/ 0 h 1330"/>
                  <a:gd name="T40" fmla="*/ 0 w 829"/>
                  <a:gd name="T41" fmla="*/ 0 h 1330"/>
                  <a:gd name="T42" fmla="*/ 0 w 829"/>
                  <a:gd name="T43" fmla="*/ 0 h 1330"/>
                  <a:gd name="T44" fmla="*/ 0 w 829"/>
                  <a:gd name="T45" fmla="*/ 0 h 1330"/>
                  <a:gd name="T46" fmla="*/ 0 w 829"/>
                  <a:gd name="T47" fmla="*/ 0 h 1330"/>
                  <a:gd name="T48" fmla="*/ 0 w 829"/>
                  <a:gd name="T49" fmla="*/ 0 h 1330"/>
                  <a:gd name="T50" fmla="*/ 0 w 829"/>
                  <a:gd name="T51" fmla="*/ 0 h 1330"/>
                  <a:gd name="T52" fmla="*/ 0 w 829"/>
                  <a:gd name="T53" fmla="*/ 0 h 1330"/>
                  <a:gd name="T54" fmla="*/ 0 w 829"/>
                  <a:gd name="T55" fmla="*/ 0 h 1330"/>
                  <a:gd name="T56" fmla="*/ 0 w 829"/>
                  <a:gd name="T57" fmla="*/ 0 h 1330"/>
                  <a:gd name="T58" fmla="*/ 0 w 829"/>
                  <a:gd name="T59" fmla="*/ 0 h 1330"/>
                  <a:gd name="T60" fmla="*/ 0 w 829"/>
                  <a:gd name="T61" fmla="*/ 0 h 133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29"/>
                  <a:gd name="T94" fmla="*/ 0 h 1330"/>
                  <a:gd name="T95" fmla="*/ 829 w 829"/>
                  <a:gd name="T96" fmla="*/ 1330 h 133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29" h="1330">
                    <a:moveTo>
                      <a:pt x="548" y="586"/>
                    </a:moveTo>
                    <a:lnTo>
                      <a:pt x="484" y="464"/>
                    </a:lnTo>
                    <a:lnTo>
                      <a:pt x="394" y="360"/>
                    </a:lnTo>
                    <a:lnTo>
                      <a:pt x="304" y="286"/>
                    </a:lnTo>
                    <a:lnTo>
                      <a:pt x="205" y="235"/>
                    </a:lnTo>
                    <a:lnTo>
                      <a:pt x="156" y="226"/>
                    </a:lnTo>
                    <a:lnTo>
                      <a:pt x="221" y="374"/>
                    </a:lnTo>
                    <a:lnTo>
                      <a:pt x="359" y="554"/>
                    </a:lnTo>
                    <a:lnTo>
                      <a:pt x="516" y="694"/>
                    </a:lnTo>
                    <a:lnTo>
                      <a:pt x="714" y="835"/>
                    </a:lnTo>
                    <a:lnTo>
                      <a:pt x="745" y="851"/>
                    </a:lnTo>
                    <a:lnTo>
                      <a:pt x="829" y="1100"/>
                    </a:lnTo>
                    <a:lnTo>
                      <a:pt x="756" y="1158"/>
                    </a:lnTo>
                    <a:lnTo>
                      <a:pt x="809" y="1330"/>
                    </a:lnTo>
                    <a:lnTo>
                      <a:pt x="631" y="1305"/>
                    </a:lnTo>
                    <a:lnTo>
                      <a:pt x="703" y="1275"/>
                    </a:lnTo>
                    <a:lnTo>
                      <a:pt x="590" y="1127"/>
                    </a:lnTo>
                    <a:lnTo>
                      <a:pt x="304" y="1013"/>
                    </a:lnTo>
                    <a:lnTo>
                      <a:pt x="128" y="888"/>
                    </a:lnTo>
                    <a:lnTo>
                      <a:pt x="82" y="851"/>
                    </a:lnTo>
                    <a:lnTo>
                      <a:pt x="106" y="923"/>
                    </a:lnTo>
                    <a:lnTo>
                      <a:pt x="179" y="1028"/>
                    </a:lnTo>
                    <a:lnTo>
                      <a:pt x="39" y="906"/>
                    </a:lnTo>
                    <a:lnTo>
                      <a:pt x="7" y="791"/>
                    </a:lnTo>
                    <a:lnTo>
                      <a:pt x="0" y="743"/>
                    </a:lnTo>
                    <a:lnTo>
                      <a:pt x="48" y="586"/>
                    </a:lnTo>
                    <a:lnTo>
                      <a:pt x="64" y="0"/>
                    </a:lnTo>
                    <a:lnTo>
                      <a:pt x="286" y="148"/>
                    </a:lnTo>
                    <a:lnTo>
                      <a:pt x="431" y="307"/>
                    </a:lnTo>
                    <a:lnTo>
                      <a:pt x="509" y="448"/>
                    </a:lnTo>
                    <a:lnTo>
                      <a:pt x="548" y="586"/>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 name="Freeform 31"/>
              <p:cNvSpPr>
                <a:spLocks/>
              </p:cNvSpPr>
              <p:nvPr/>
            </p:nvSpPr>
            <p:spPr bwMode="auto">
              <a:xfrm>
                <a:off x="2350" y="1830"/>
                <a:ext cx="74" cy="89"/>
              </a:xfrm>
              <a:custGeom>
                <a:avLst/>
                <a:gdLst>
                  <a:gd name="T0" fmla="*/ 0 w 593"/>
                  <a:gd name="T1" fmla="*/ 0 h 716"/>
                  <a:gd name="T2" fmla="*/ 0 w 593"/>
                  <a:gd name="T3" fmla="*/ 0 h 716"/>
                  <a:gd name="T4" fmla="*/ 0 w 593"/>
                  <a:gd name="T5" fmla="*/ 0 h 716"/>
                  <a:gd name="T6" fmla="*/ 0 w 593"/>
                  <a:gd name="T7" fmla="*/ 0 h 716"/>
                  <a:gd name="T8" fmla="*/ 0 w 593"/>
                  <a:gd name="T9" fmla="*/ 0 h 716"/>
                  <a:gd name="T10" fmla="*/ 0 w 593"/>
                  <a:gd name="T11" fmla="*/ 0 h 716"/>
                  <a:gd name="T12" fmla="*/ 0 w 593"/>
                  <a:gd name="T13" fmla="*/ 0 h 716"/>
                  <a:gd name="T14" fmla="*/ 0 w 593"/>
                  <a:gd name="T15" fmla="*/ 0 h 716"/>
                  <a:gd name="T16" fmla="*/ 0 w 593"/>
                  <a:gd name="T17" fmla="*/ 0 h 716"/>
                  <a:gd name="T18" fmla="*/ 0 w 593"/>
                  <a:gd name="T19" fmla="*/ 0 h 716"/>
                  <a:gd name="T20" fmla="*/ 0 w 593"/>
                  <a:gd name="T21" fmla="*/ 0 h 716"/>
                  <a:gd name="T22" fmla="*/ 0 w 593"/>
                  <a:gd name="T23" fmla="*/ 0 h 716"/>
                  <a:gd name="T24" fmla="*/ 0 w 593"/>
                  <a:gd name="T25" fmla="*/ 0 h 716"/>
                  <a:gd name="T26" fmla="*/ 0 w 593"/>
                  <a:gd name="T27" fmla="*/ 0 h 716"/>
                  <a:gd name="T28" fmla="*/ 0 w 593"/>
                  <a:gd name="T29" fmla="*/ 0 h 716"/>
                  <a:gd name="T30" fmla="*/ 0 w 593"/>
                  <a:gd name="T31" fmla="*/ 0 h 716"/>
                  <a:gd name="T32" fmla="*/ 0 w 593"/>
                  <a:gd name="T33" fmla="*/ 0 h 7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93"/>
                  <a:gd name="T52" fmla="*/ 0 h 716"/>
                  <a:gd name="T53" fmla="*/ 593 w 593"/>
                  <a:gd name="T54" fmla="*/ 716 h 71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93" h="716">
                    <a:moveTo>
                      <a:pt x="19" y="0"/>
                    </a:moveTo>
                    <a:lnTo>
                      <a:pt x="132" y="54"/>
                    </a:lnTo>
                    <a:lnTo>
                      <a:pt x="190" y="187"/>
                    </a:lnTo>
                    <a:lnTo>
                      <a:pt x="331" y="268"/>
                    </a:lnTo>
                    <a:lnTo>
                      <a:pt x="222" y="259"/>
                    </a:lnTo>
                    <a:lnTo>
                      <a:pt x="289" y="310"/>
                    </a:lnTo>
                    <a:lnTo>
                      <a:pt x="455" y="358"/>
                    </a:lnTo>
                    <a:lnTo>
                      <a:pt x="534" y="448"/>
                    </a:lnTo>
                    <a:lnTo>
                      <a:pt x="492" y="538"/>
                    </a:lnTo>
                    <a:lnTo>
                      <a:pt x="388" y="473"/>
                    </a:lnTo>
                    <a:lnTo>
                      <a:pt x="354" y="529"/>
                    </a:lnTo>
                    <a:lnTo>
                      <a:pt x="503" y="587"/>
                    </a:lnTo>
                    <a:lnTo>
                      <a:pt x="593" y="554"/>
                    </a:lnTo>
                    <a:lnTo>
                      <a:pt x="518" y="716"/>
                    </a:lnTo>
                    <a:lnTo>
                      <a:pt x="275" y="554"/>
                    </a:lnTo>
                    <a:lnTo>
                      <a:pt x="0" y="220"/>
                    </a:lnTo>
                    <a:lnTo>
                      <a:pt x="19"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 name="Freeform 32"/>
              <p:cNvSpPr>
                <a:spLocks/>
              </p:cNvSpPr>
              <p:nvPr/>
            </p:nvSpPr>
            <p:spPr bwMode="auto">
              <a:xfrm>
                <a:off x="2432" y="1910"/>
                <a:ext cx="154" cy="100"/>
              </a:xfrm>
              <a:custGeom>
                <a:avLst/>
                <a:gdLst>
                  <a:gd name="T0" fmla="*/ 0 w 1232"/>
                  <a:gd name="T1" fmla="*/ 0 h 800"/>
                  <a:gd name="T2" fmla="*/ 0 w 1232"/>
                  <a:gd name="T3" fmla="*/ 0 h 800"/>
                  <a:gd name="T4" fmla="*/ 0 w 1232"/>
                  <a:gd name="T5" fmla="*/ 0 h 800"/>
                  <a:gd name="T6" fmla="*/ 0 w 1232"/>
                  <a:gd name="T7" fmla="*/ 0 h 800"/>
                  <a:gd name="T8" fmla="*/ 0 w 1232"/>
                  <a:gd name="T9" fmla="*/ 0 h 800"/>
                  <a:gd name="T10" fmla="*/ 0 w 1232"/>
                  <a:gd name="T11" fmla="*/ 0 h 800"/>
                  <a:gd name="T12" fmla="*/ 0 w 1232"/>
                  <a:gd name="T13" fmla="*/ 0 h 800"/>
                  <a:gd name="T14" fmla="*/ 0 w 1232"/>
                  <a:gd name="T15" fmla="*/ 0 h 800"/>
                  <a:gd name="T16" fmla="*/ 0 w 1232"/>
                  <a:gd name="T17" fmla="*/ 0 h 800"/>
                  <a:gd name="T18" fmla="*/ 0 w 1232"/>
                  <a:gd name="T19" fmla="*/ 0 h 800"/>
                  <a:gd name="T20" fmla="*/ 0 w 1232"/>
                  <a:gd name="T21" fmla="*/ 0 h 800"/>
                  <a:gd name="T22" fmla="*/ 0 w 1232"/>
                  <a:gd name="T23" fmla="*/ 0 h 8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2"/>
                  <a:gd name="T37" fmla="*/ 0 h 800"/>
                  <a:gd name="T38" fmla="*/ 1232 w 1232"/>
                  <a:gd name="T39" fmla="*/ 800 h 8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2" h="800">
                    <a:moveTo>
                      <a:pt x="141" y="141"/>
                    </a:moveTo>
                    <a:lnTo>
                      <a:pt x="188" y="171"/>
                    </a:lnTo>
                    <a:lnTo>
                      <a:pt x="215" y="0"/>
                    </a:lnTo>
                    <a:lnTo>
                      <a:pt x="282" y="254"/>
                    </a:lnTo>
                    <a:lnTo>
                      <a:pt x="248" y="325"/>
                    </a:lnTo>
                    <a:lnTo>
                      <a:pt x="575" y="435"/>
                    </a:lnTo>
                    <a:lnTo>
                      <a:pt x="764" y="595"/>
                    </a:lnTo>
                    <a:lnTo>
                      <a:pt x="1174" y="595"/>
                    </a:lnTo>
                    <a:lnTo>
                      <a:pt x="1232" y="717"/>
                    </a:lnTo>
                    <a:lnTo>
                      <a:pt x="764" y="800"/>
                    </a:lnTo>
                    <a:lnTo>
                      <a:pt x="0" y="341"/>
                    </a:lnTo>
                    <a:lnTo>
                      <a:pt x="141" y="14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 name="Freeform 33"/>
              <p:cNvSpPr>
                <a:spLocks/>
              </p:cNvSpPr>
              <p:nvPr/>
            </p:nvSpPr>
            <p:spPr bwMode="auto">
              <a:xfrm>
                <a:off x="2444" y="1696"/>
                <a:ext cx="280" cy="243"/>
              </a:xfrm>
              <a:custGeom>
                <a:avLst/>
                <a:gdLst>
                  <a:gd name="T0" fmla="*/ 0 w 2241"/>
                  <a:gd name="T1" fmla="*/ 0 h 1943"/>
                  <a:gd name="T2" fmla="*/ 0 w 2241"/>
                  <a:gd name="T3" fmla="*/ 0 h 1943"/>
                  <a:gd name="T4" fmla="*/ 0 w 2241"/>
                  <a:gd name="T5" fmla="*/ 0 h 1943"/>
                  <a:gd name="T6" fmla="*/ 0 w 2241"/>
                  <a:gd name="T7" fmla="*/ 0 h 1943"/>
                  <a:gd name="T8" fmla="*/ 0 w 2241"/>
                  <a:gd name="T9" fmla="*/ 0 h 1943"/>
                  <a:gd name="T10" fmla="*/ 0 w 2241"/>
                  <a:gd name="T11" fmla="*/ 0 h 1943"/>
                  <a:gd name="T12" fmla="*/ 0 w 2241"/>
                  <a:gd name="T13" fmla="*/ 0 h 1943"/>
                  <a:gd name="T14" fmla="*/ 0 w 2241"/>
                  <a:gd name="T15" fmla="*/ 0 h 1943"/>
                  <a:gd name="T16" fmla="*/ 0 w 2241"/>
                  <a:gd name="T17" fmla="*/ 0 h 1943"/>
                  <a:gd name="T18" fmla="*/ 0 w 2241"/>
                  <a:gd name="T19" fmla="*/ 0 h 1943"/>
                  <a:gd name="T20" fmla="*/ 0 w 2241"/>
                  <a:gd name="T21" fmla="*/ 0 h 1943"/>
                  <a:gd name="T22" fmla="*/ 0 w 2241"/>
                  <a:gd name="T23" fmla="*/ 0 h 1943"/>
                  <a:gd name="T24" fmla="*/ 0 w 2241"/>
                  <a:gd name="T25" fmla="*/ 0 h 1943"/>
                  <a:gd name="T26" fmla="*/ 0 w 2241"/>
                  <a:gd name="T27" fmla="*/ 0 h 1943"/>
                  <a:gd name="T28" fmla="*/ 0 w 2241"/>
                  <a:gd name="T29" fmla="*/ 0 h 1943"/>
                  <a:gd name="T30" fmla="*/ 0 w 2241"/>
                  <a:gd name="T31" fmla="*/ 0 h 1943"/>
                  <a:gd name="T32" fmla="*/ 0 w 2241"/>
                  <a:gd name="T33" fmla="*/ 0 h 1943"/>
                  <a:gd name="T34" fmla="*/ 0 w 2241"/>
                  <a:gd name="T35" fmla="*/ 0 h 1943"/>
                  <a:gd name="T36" fmla="*/ 0 w 2241"/>
                  <a:gd name="T37" fmla="*/ 0 h 1943"/>
                  <a:gd name="T38" fmla="*/ 0 w 2241"/>
                  <a:gd name="T39" fmla="*/ 0 h 1943"/>
                  <a:gd name="T40" fmla="*/ 0 w 2241"/>
                  <a:gd name="T41" fmla="*/ 0 h 1943"/>
                  <a:gd name="T42" fmla="*/ 0 w 2241"/>
                  <a:gd name="T43" fmla="*/ 0 h 1943"/>
                  <a:gd name="T44" fmla="*/ 0 w 2241"/>
                  <a:gd name="T45" fmla="*/ 0 h 1943"/>
                  <a:gd name="T46" fmla="*/ 0 w 2241"/>
                  <a:gd name="T47" fmla="*/ 0 h 1943"/>
                  <a:gd name="T48" fmla="*/ 0 w 2241"/>
                  <a:gd name="T49" fmla="*/ 0 h 1943"/>
                  <a:gd name="T50" fmla="*/ 0 w 2241"/>
                  <a:gd name="T51" fmla="*/ 0 h 1943"/>
                  <a:gd name="T52" fmla="*/ 0 w 2241"/>
                  <a:gd name="T53" fmla="*/ 0 h 1943"/>
                  <a:gd name="T54" fmla="*/ 0 w 2241"/>
                  <a:gd name="T55" fmla="*/ 0 h 1943"/>
                  <a:gd name="T56" fmla="*/ 0 w 2241"/>
                  <a:gd name="T57" fmla="*/ 0 h 1943"/>
                  <a:gd name="T58" fmla="*/ 0 w 2241"/>
                  <a:gd name="T59" fmla="*/ 0 h 1943"/>
                  <a:gd name="T60" fmla="*/ 0 w 2241"/>
                  <a:gd name="T61" fmla="*/ 0 h 1943"/>
                  <a:gd name="T62" fmla="*/ 0 w 2241"/>
                  <a:gd name="T63" fmla="*/ 0 h 1943"/>
                  <a:gd name="T64" fmla="*/ 0 w 2241"/>
                  <a:gd name="T65" fmla="*/ 0 h 1943"/>
                  <a:gd name="T66" fmla="*/ 0 w 2241"/>
                  <a:gd name="T67" fmla="*/ 0 h 1943"/>
                  <a:gd name="T68" fmla="*/ 0 w 2241"/>
                  <a:gd name="T69" fmla="*/ 0 h 1943"/>
                  <a:gd name="T70" fmla="*/ 0 w 2241"/>
                  <a:gd name="T71" fmla="*/ 0 h 1943"/>
                  <a:gd name="T72" fmla="*/ 0 w 2241"/>
                  <a:gd name="T73" fmla="*/ 0 h 1943"/>
                  <a:gd name="T74" fmla="*/ 0 w 2241"/>
                  <a:gd name="T75" fmla="*/ 0 h 1943"/>
                  <a:gd name="T76" fmla="*/ 0 w 2241"/>
                  <a:gd name="T77" fmla="*/ 0 h 1943"/>
                  <a:gd name="T78" fmla="*/ 0 w 2241"/>
                  <a:gd name="T79" fmla="*/ 0 h 1943"/>
                  <a:gd name="T80" fmla="*/ 0 w 2241"/>
                  <a:gd name="T81" fmla="*/ 0 h 1943"/>
                  <a:gd name="T82" fmla="*/ 0 w 2241"/>
                  <a:gd name="T83" fmla="*/ 0 h 1943"/>
                  <a:gd name="T84" fmla="*/ 0 w 2241"/>
                  <a:gd name="T85" fmla="*/ 0 h 1943"/>
                  <a:gd name="T86" fmla="*/ 0 w 2241"/>
                  <a:gd name="T87" fmla="*/ 0 h 1943"/>
                  <a:gd name="T88" fmla="*/ 0 w 2241"/>
                  <a:gd name="T89" fmla="*/ 0 h 1943"/>
                  <a:gd name="T90" fmla="*/ 0 w 2241"/>
                  <a:gd name="T91" fmla="*/ 0 h 1943"/>
                  <a:gd name="T92" fmla="*/ 0 w 2241"/>
                  <a:gd name="T93" fmla="*/ 0 h 1943"/>
                  <a:gd name="T94" fmla="*/ 0 w 2241"/>
                  <a:gd name="T95" fmla="*/ 0 h 194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41"/>
                  <a:gd name="T145" fmla="*/ 0 h 1943"/>
                  <a:gd name="T146" fmla="*/ 2241 w 2241"/>
                  <a:gd name="T147" fmla="*/ 1943 h 194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41" h="1943">
                    <a:moveTo>
                      <a:pt x="1241" y="0"/>
                    </a:moveTo>
                    <a:lnTo>
                      <a:pt x="1308" y="277"/>
                    </a:lnTo>
                    <a:lnTo>
                      <a:pt x="1314" y="623"/>
                    </a:lnTo>
                    <a:lnTo>
                      <a:pt x="1250" y="1053"/>
                    </a:lnTo>
                    <a:lnTo>
                      <a:pt x="1133" y="1404"/>
                    </a:lnTo>
                    <a:lnTo>
                      <a:pt x="1232" y="1496"/>
                    </a:lnTo>
                    <a:lnTo>
                      <a:pt x="1035" y="1559"/>
                    </a:lnTo>
                    <a:lnTo>
                      <a:pt x="674" y="1519"/>
                    </a:lnTo>
                    <a:lnTo>
                      <a:pt x="248" y="1528"/>
                    </a:lnTo>
                    <a:lnTo>
                      <a:pt x="0" y="1544"/>
                    </a:lnTo>
                    <a:lnTo>
                      <a:pt x="149" y="1722"/>
                    </a:lnTo>
                    <a:lnTo>
                      <a:pt x="1133" y="1803"/>
                    </a:lnTo>
                    <a:lnTo>
                      <a:pt x="1815" y="1943"/>
                    </a:lnTo>
                    <a:lnTo>
                      <a:pt x="1898" y="1886"/>
                    </a:lnTo>
                    <a:lnTo>
                      <a:pt x="1802" y="1812"/>
                    </a:lnTo>
                    <a:lnTo>
                      <a:pt x="1872" y="1748"/>
                    </a:lnTo>
                    <a:lnTo>
                      <a:pt x="2013" y="1722"/>
                    </a:lnTo>
                    <a:lnTo>
                      <a:pt x="2241" y="1739"/>
                    </a:lnTo>
                    <a:lnTo>
                      <a:pt x="2064" y="1634"/>
                    </a:lnTo>
                    <a:lnTo>
                      <a:pt x="1956" y="1501"/>
                    </a:lnTo>
                    <a:lnTo>
                      <a:pt x="1965" y="1404"/>
                    </a:lnTo>
                    <a:lnTo>
                      <a:pt x="2151" y="1307"/>
                    </a:lnTo>
                    <a:lnTo>
                      <a:pt x="2202" y="1168"/>
                    </a:lnTo>
                    <a:lnTo>
                      <a:pt x="2103" y="1215"/>
                    </a:lnTo>
                    <a:lnTo>
                      <a:pt x="1995" y="1210"/>
                    </a:lnTo>
                    <a:lnTo>
                      <a:pt x="1971" y="1168"/>
                    </a:lnTo>
                    <a:lnTo>
                      <a:pt x="2064" y="1075"/>
                    </a:lnTo>
                    <a:lnTo>
                      <a:pt x="1979" y="1071"/>
                    </a:lnTo>
                    <a:lnTo>
                      <a:pt x="1988" y="972"/>
                    </a:lnTo>
                    <a:lnTo>
                      <a:pt x="2028" y="832"/>
                    </a:lnTo>
                    <a:lnTo>
                      <a:pt x="2120" y="876"/>
                    </a:lnTo>
                    <a:lnTo>
                      <a:pt x="2151" y="963"/>
                    </a:lnTo>
                    <a:lnTo>
                      <a:pt x="2186" y="840"/>
                    </a:lnTo>
                    <a:lnTo>
                      <a:pt x="2145" y="537"/>
                    </a:lnTo>
                    <a:lnTo>
                      <a:pt x="2168" y="311"/>
                    </a:lnTo>
                    <a:lnTo>
                      <a:pt x="2094" y="645"/>
                    </a:lnTo>
                    <a:lnTo>
                      <a:pt x="1979" y="816"/>
                    </a:lnTo>
                    <a:lnTo>
                      <a:pt x="1760" y="1134"/>
                    </a:lnTo>
                    <a:lnTo>
                      <a:pt x="1608" y="1282"/>
                    </a:lnTo>
                    <a:lnTo>
                      <a:pt x="1398" y="1422"/>
                    </a:lnTo>
                    <a:lnTo>
                      <a:pt x="1331" y="1429"/>
                    </a:lnTo>
                    <a:lnTo>
                      <a:pt x="1398" y="1307"/>
                    </a:lnTo>
                    <a:lnTo>
                      <a:pt x="1430" y="1111"/>
                    </a:lnTo>
                    <a:lnTo>
                      <a:pt x="1446" y="800"/>
                    </a:lnTo>
                    <a:lnTo>
                      <a:pt x="1430" y="521"/>
                    </a:lnTo>
                    <a:lnTo>
                      <a:pt x="1398" y="269"/>
                    </a:lnTo>
                    <a:lnTo>
                      <a:pt x="1349" y="113"/>
                    </a:lnTo>
                    <a:lnTo>
                      <a:pt x="1241"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 name="Freeform 34"/>
              <p:cNvSpPr>
                <a:spLocks/>
              </p:cNvSpPr>
              <p:nvPr/>
            </p:nvSpPr>
            <p:spPr bwMode="auto">
              <a:xfrm>
                <a:off x="2677" y="1945"/>
                <a:ext cx="71" cy="44"/>
              </a:xfrm>
              <a:custGeom>
                <a:avLst/>
                <a:gdLst>
                  <a:gd name="T0" fmla="*/ 0 w 567"/>
                  <a:gd name="T1" fmla="*/ 0 h 351"/>
                  <a:gd name="T2" fmla="*/ 0 w 567"/>
                  <a:gd name="T3" fmla="*/ 0 h 351"/>
                  <a:gd name="T4" fmla="*/ 0 w 567"/>
                  <a:gd name="T5" fmla="*/ 0 h 351"/>
                  <a:gd name="T6" fmla="*/ 0 w 567"/>
                  <a:gd name="T7" fmla="*/ 0 h 351"/>
                  <a:gd name="T8" fmla="*/ 0 w 567"/>
                  <a:gd name="T9" fmla="*/ 0 h 351"/>
                  <a:gd name="T10" fmla="*/ 0 w 567"/>
                  <a:gd name="T11" fmla="*/ 0 h 351"/>
                  <a:gd name="T12" fmla="*/ 0 w 567"/>
                  <a:gd name="T13" fmla="*/ 0 h 351"/>
                  <a:gd name="T14" fmla="*/ 0 w 567"/>
                  <a:gd name="T15" fmla="*/ 0 h 351"/>
                  <a:gd name="T16" fmla="*/ 0 w 567"/>
                  <a:gd name="T17" fmla="*/ 0 h 351"/>
                  <a:gd name="T18" fmla="*/ 0 w 567"/>
                  <a:gd name="T19" fmla="*/ 0 h 351"/>
                  <a:gd name="T20" fmla="*/ 0 w 567"/>
                  <a:gd name="T21" fmla="*/ 0 h 351"/>
                  <a:gd name="T22" fmla="*/ 0 w 567"/>
                  <a:gd name="T23" fmla="*/ 0 h 351"/>
                  <a:gd name="T24" fmla="*/ 0 w 567"/>
                  <a:gd name="T25" fmla="*/ 0 h 351"/>
                  <a:gd name="T26" fmla="*/ 0 w 567"/>
                  <a:gd name="T27" fmla="*/ 0 h 351"/>
                  <a:gd name="T28" fmla="*/ 0 w 567"/>
                  <a:gd name="T29" fmla="*/ 0 h 3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7"/>
                  <a:gd name="T46" fmla="*/ 0 h 351"/>
                  <a:gd name="T47" fmla="*/ 567 w 567"/>
                  <a:gd name="T48" fmla="*/ 351 h 3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7" h="351">
                    <a:moveTo>
                      <a:pt x="129" y="0"/>
                    </a:moveTo>
                    <a:lnTo>
                      <a:pt x="198" y="72"/>
                    </a:lnTo>
                    <a:lnTo>
                      <a:pt x="173" y="162"/>
                    </a:lnTo>
                    <a:lnTo>
                      <a:pt x="237" y="114"/>
                    </a:lnTo>
                    <a:lnTo>
                      <a:pt x="261" y="251"/>
                    </a:lnTo>
                    <a:lnTo>
                      <a:pt x="355" y="169"/>
                    </a:lnTo>
                    <a:lnTo>
                      <a:pt x="426" y="219"/>
                    </a:lnTo>
                    <a:lnTo>
                      <a:pt x="375" y="268"/>
                    </a:lnTo>
                    <a:lnTo>
                      <a:pt x="417" y="327"/>
                    </a:lnTo>
                    <a:lnTo>
                      <a:pt x="507" y="309"/>
                    </a:lnTo>
                    <a:lnTo>
                      <a:pt x="567" y="351"/>
                    </a:lnTo>
                    <a:lnTo>
                      <a:pt x="204" y="351"/>
                    </a:lnTo>
                    <a:lnTo>
                      <a:pt x="0" y="196"/>
                    </a:lnTo>
                    <a:lnTo>
                      <a:pt x="23" y="37"/>
                    </a:lnTo>
                    <a:lnTo>
                      <a:pt x="129"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 name="Freeform 35"/>
              <p:cNvSpPr>
                <a:spLocks/>
              </p:cNvSpPr>
              <p:nvPr/>
            </p:nvSpPr>
            <p:spPr bwMode="auto">
              <a:xfrm>
                <a:off x="2705" y="1865"/>
                <a:ext cx="20" cy="25"/>
              </a:xfrm>
              <a:custGeom>
                <a:avLst/>
                <a:gdLst>
                  <a:gd name="T0" fmla="*/ 0 w 156"/>
                  <a:gd name="T1" fmla="*/ 0 h 200"/>
                  <a:gd name="T2" fmla="*/ 0 w 156"/>
                  <a:gd name="T3" fmla="*/ 0 h 200"/>
                  <a:gd name="T4" fmla="*/ 0 w 156"/>
                  <a:gd name="T5" fmla="*/ 0 h 200"/>
                  <a:gd name="T6" fmla="*/ 0 w 156"/>
                  <a:gd name="T7" fmla="*/ 0 h 200"/>
                  <a:gd name="T8" fmla="*/ 0 w 156"/>
                  <a:gd name="T9" fmla="*/ 0 h 200"/>
                  <a:gd name="T10" fmla="*/ 0 w 156"/>
                  <a:gd name="T11" fmla="*/ 0 h 200"/>
                  <a:gd name="T12" fmla="*/ 0 w 156"/>
                  <a:gd name="T13" fmla="*/ 0 h 200"/>
                  <a:gd name="T14" fmla="*/ 0 60000 65536"/>
                  <a:gd name="T15" fmla="*/ 0 60000 65536"/>
                  <a:gd name="T16" fmla="*/ 0 60000 65536"/>
                  <a:gd name="T17" fmla="*/ 0 60000 65536"/>
                  <a:gd name="T18" fmla="*/ 0 60000 65536"/>
                  <a:gd name="T19" fmla="*/ 0 60000 65536"/>
                  <a:gd name="T20" fmla="*/ 0 60000 65536"/>
                  <a:gd name="T21" fmla="*/ 0 w 156"/>
                  <a:gd name="T22" fmla="*/ 0 h 200"/>
                  <a:gd name="T23" fmla="*/ 156 w 156"/>
                  <a:gd name="T24" fmla="*/ 200 h 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200">
                    <a:moveTo>
                      <a:pt x="0" y="79"/>
                    </a:moveTo>
                    <a:lnTo>
                      <a:pt x="81" y="79"/>
                    </a:lnTo>
                    <a:lnTo>
                      <a:pt x="74" y="137"/>
                    </a:lnTo>
                    <a:lnTo>
                      <a:pt x="18" y="128"/>
                    </a:lnTo>
                    <a:lnTo>
                      <a:pt x="127" y="200"/>
                    </a:lnTo>
                    <a:lnTo>
                      <a:pt x="156" y="0"/>
                    </a:lnTo>
                    <a:lnTo>
                      <a:pt x="0" y="79"/>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 name="Freeform 36"/>
              <p:cNvSpPr>
                <a:spLocks/>
              </p:cNvSpPr>
              <p:nvPr/>
            </p:nvSpPr>
            <p:spPr bwMode="auto">
              <a:xfrm>
                <a:off x="2559" y="1930"/>
                <a:ext cx="121" cy="78"/>
              </a:xfrm>
              <a:custGeom>
                <a:avLst/>
                <a:gdLst>
                  <a:gd name="T0" fmla="*/ 0 w 966"/>
                  <a:gd name="T1" fmla="*/ 0 h 621"/>
                  <a:gd name="T2" fmla="*/ 0 w 966"/>
                  <a:gd name="T3" fmla="*/ 0 h 621"/>
                  <a:gd name="T4" fmla="*/ 0 w 966"/>
                  <a:gd name="T5" fmla="*/ 0 h 621"/>
                  <a:gd name="T6" fmla="*/ 0 w 966"/>
                  <a:gd name="T7" fmla="*/ 0 h 621"/>
                  <a:gd name="T8" fmla="*/ 0 w 966"/>
                  <a:gd name="T9" fmla="*/ 0 h 621"/>
                  <a:gd name="T10" fmla="*/ 0 w 966"/>
                  <a:gd name="T11" fmla="*/ 0 h 621"/>
                  <a:gd name="T12" fmla="*/ 0 w 966"/>
                  <a:gd name="T13" fmla="*/ 0 h 621"/>
                  <a:gd name="T14" fmla="*/ 0 w 966"/>
                  <a:gd name="T15" fmla="*/ 0 h 621"/>
                  <a:gd name="T16" fmla="*/ 0 w 966"/>
                  <a:gd name="T17" fmla="*/ 0 h 621"/>
                  <a:gd name="T18" fmla="*/ 0 w 966"/>
                  <a:gd name="T19" fmla="*/ 0 h 621"/>
                  <a:gd name="T20" fmla="*/ 0 w 966"/>
                  <a:gd name="T21" fmla="*/ 0 h 621"/>
                  <a:gd name="T22" fmla="*/ 0 w 966"/>
                  <a:gd name="T23" fmla="*/ 0 h 621"/>
                  <a:gd name="T24" fmla="*/ 0 w 966"/>
                  <a:gd name="T25" fmla="*/ 0 h 6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66"/>
                  <a:gd name="T40" fmla="*/ 0 h 621"/>
                  <a:gd name="T41" fmla="*/ 966 w 966"/>
                  <a:gd name="T42" fmla="*/ 621 h 6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66" h="621">
                    <a:moveTo>
                      <a:pt x="0" y="237"/>
                    </a:moveTo>
                    <a:lnTo>
                      <a:pt x="70" y="310"/>
                    </a:lnTo>
                    <a:lnTo>
                      <a:pt x="138" y="432"/>
                    </a:lnTo>
                    <a:lnTo>
                      <a:pt x="171" y="545"/>
                    </a:lnTo>
                    <a:lnTo>
                      <a:pt x="303" y="621"/>
                    </a:lnTo>
                    <a:lnTo>
                      <a:pt x="484" y="596"/>
                    </a:lnTo>
                    <a:lnTo>
                      <a:pt x="681" y="561"/>
                    </a:lnTo>
                    <a:lnTo>
                      <a:pt x="966" y="450"/>
                    </a:lnTo>
                    <a:lnTo>
                      <a:pt x="966" y="220"/>
                    </a:lnTo>
                    <a:lnTo>
                      <a:pt x="910" y="81"/>
                    </a:lnTo>
                    <a:lnTo>
                      <a:pt x="562" y="0"/>
                    </a:lnTo>
                    <a:lnTo>
                      <a:pt x="244" y="160"/>
                    </a:lnTo>
                    <a:lnTo>
                      <a:pt x="0" y="23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 name="Freeform 37"/>
              <p:cNvSpPr>
                <a:spLocks/>
              </p:cNvSpPr>
              <p:nvPr/>
            </p:nvSpPr>
            <p:spPr bwMode="auto">
              <a:xfrm>
                <a:off x="2543" y="1719"/>
                <a:ext cx="16" cy="14"/>
              </a:xfrm>
              <a:custGeom>
                <a:avLst/>
                <a:gdLst>
                  <a:gd name="T0" fmla="*/ 0 w 125"/>
                  <a:gd name="T1" fmla="*/ 0 h 113"/>
                  <a:gd name="T2" fmla="*/ 0 w 125"/>
                  <a:gd name="T3" fmla="*/ 0 h 113"/>
                  <a:gd name="T4" fmla="*/ 0 w 125"/>
                  <a:gd name="T5" fmla="*/ 0 h 113"/>
                  <a:gd name="T6" fmla="*/ 0 w 125"/>
                  <a:gd name="T7" fmla="*/ 0 h 113"/>
                  <a:gd name="T8" fmla="*/ 0 w 125"/>
                  <a:gd name="T9" fmla="*/ 0 h 113"/>
                  <a:gd name="T10" fmla="*/ 0 w 125"/>
                  <a:gd name="T11" fmla="*/ 0 h 113"/>
                  <a:gd name="T12" fmla="*/ 0 w 125"/>
                  <a:gd name="T13" fmla="*/ 0 h 113"/>
                  <a:gd name="T14" fmla="*/ 0 w 125"/>
                  <a:gd name="T15" fmla="*/ 0 h 113"/>
                  <a:gd name="T16" fmla="*/ 0 60000 65536"/>
                  <a:gd name="T17" fmla="*/ 0 60000 65536"/>
                  <a:gd name="T18" fmla="*/ 0 60000 65536"/>
                  <a:gd name="T19" fmla="*/ 0 60000 65536"/>
                  <a:gd name="T20" fmla="*/ 0 60000 65536"/>
                  <a:gd name="T21" fmla="*/ 0 60000 65536"/>
                  <a:gd name="T22" fmla="*/ 0 60000 65536"/>
                  <a:gd name="T23" fmla="*/ 0 60000 65536"/>
                  <a:gd name="T24" fmla="*/ 0 w 125"/>
                  <a:gd name="T25" fmla="*/ 0 h 113"/>
                  <a:gd name="T26" fmla="*/ 125 w 125"/>
                  <a:gd name="T27" fmla="*/ 113 h 1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5" h="113">
                    <a:moveTo>
                      <a:pt x="90" y="0"/>
                    </a:moveTo>
                    <a:lnTo>
                      <a:pt x="33" y="14"/>
                    </a:lnTo>
                    <a:lnTo>
                      <a:pt x="0" y="69"/>
                    </a:lnTo>
                    <a:lnTo>
                      <a:pt x="42" y="113"/>
                    </a:lnTo>
                    <a:lnTo>
                      <a:pt x="99" y="113"/>
                    </a:lnTo>
                    <a:lnTo>
                      <a:pt x="125" y="78"/>
                    </a:lnTo>
                    <a:lnTo>
                      <a:pt x="125" y="30"/>
                    </a:lnTo>
                    <a:lnTo>
                      <a:pt x="90"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 name="Freeform 38"/>
              <p:cNvSpPr>
                <a:spLocks/>
              </p:cNvSpPr>
              <p:nvPr/>
            </p:nvSpPr>
            <p:spPr bwMode="auto">
              <a:xfrm>
                <a:off x="2557" y="1807"/>
                <a:ext cx="11" cy="11"/>
              </a:xfrm>
              <a:custGeom>
                <a:avLst/>
                <a:gdLst>
                  <a:gd name="T0" fmla="*/ 0 w 88"/>
                  <a:gd name="T1" fmla="*/ 0 h 94"/>
                  <a:gd name="T2" fmla="*/ 0 w 88"/>
                  <a:gd name="T3" fmla="*/ 0 h 94"/>
                  <a:gd name="T4" fmla="*/ 0 w 88"/>
                  <a:gd name="T5" fmla="*/ 0 h 94"/>
                  <a:gd name="T6" fmla="*/ 0 w 88"/>
                  <a:gd name="T7" fmla="*/ 0 h 94"/>
                  <a:gd name="T8" fmla="*/ 0 w 88"/>
                  <a:gd name="T9" fmla="*/ 0 h 94"/>
                  <a:gd name="T10" fmla="*/ 0 w 88"/>
                  <a:gd name="T11" fmla="*/ 0 h 94"/>
                  <a:gd name="T12" fmla="*/ 0 w 88"/>
                  <a:gd name="T13" fmla="*/ 0 h 94"/>
                  <a:gd name="T14" fmla="*/ 0 60000 65536"/>
                  <a:gd name="T15" fmla="*/ 0 60000 65536"/>
                  <a:gd name="T16" fmla="*/ 0 60000 65536"/>
                  <a:gd name="T17" fmla="*/ 0 60000 65536"/>
                  <a:gd name="T18" fmla="*/ 0 60000 65536"/>
                  <a:gd name="T19" fmla="*/ 0 60000 65536"/>
                  <a:gd name="T20" fmla="*/ 0 60000 65536"/>
                  <a:gd name="T21" fmla="*/ 0 w 88"/>
                  <a:gd name="T22" fmla="*/ 0 h 94"/>
                  <a:gd name="T23" fmla="*/ 88 w 8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8" h="94">
                    <a:moveTo>
                      <a:pt x="82" y="21"/>
                    </a:moveTo>
                    <a:lnTo>
                      <a:pt x="55" y="0"/>
                    </a:lnTo>
                    <a:lnTo>
                      <a:pt x="7" y="12"/>
                    </a:lnTo>
                    <a:lnTo>
                      <a:pt x="0" y="69"/>
                    </a:lnTo>
                    <a:lnTo>
                      <a:pt x="42" y="94"/>
                    </a:lnTo>
                    <a:lnTo>
                      <a:pt x="88" y="69"/>
                    </a:lnTo>
                    <a:lnTo>
                      <a:pt x="82" y="21"/>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 name="Freeform 39"/>
              <p:cNvSpPr>
                <a:spLocks/>
              </p:cNvSpPr>
              <p:nvPr/>
            </p:nvSpPr>
            <p:spPr bwMode="auto">
              <a:xfrm>
                <a:off x="2464" y="1462"/>
                <a:ext cx="144" cy="251"/>
              </a:xfrm>
              <a:custGeom>
                <a:avLst/>
                <a:gdLst>
                  <a:gd name="T0" fmla="*/ 0 w 1157"/>
                  <a:gd name="T1" fmla="*/ 0 h 2007"/>
                  <a:gd name="T2" fmla="*/ 0 w 1157"/>
                  <a:gd name="T3" fmla="*/ 0 h 2007"/>
                  <a:gd name="T4" fmla="*/ 0 w 1157"/>
                  <a:gd name="T5" fmla="*/ 0 h 2007"/>
                  <a:gd name="T6" fmla="*/ 0 w 1157"/>
                  <a:gd name="T7" fmla="*/ 0 h 2007"/>
                  <a:gd name="T8" fmla="*/ 0 w 1157"/>
                  <a:gd name="T9" fmla="*/ 0 h 2007"/>
                  <a:gd name="T10" fmla="*/ 0 w 1157"/>
                  <a:gd name="T11" fmla="*/ 0 h 2007"/>
                  <a:gd name="T12" fmla="*/ 0 w 1157"/>
                  <a:gd name="T13" fmla="*/ 0 h 2007"/>
                  <a:gd name="T14" fmla="*/ 0 w 1157"/>
                  <a:gd name="T15" fmla="*/ 0 h 2007"/>
                  <a:gd name="T16" fmla="*/ 0 w 1157"/>
                  <a:gd name="T17" fmla="*/ 0 h 2007"/>
                  <a:gd name="T18" fmla="*/ 0 w 1157"/>
                  <a:gd name="T19" fmla="*/ 0 h 2007"/>
                  <a:gd name="T20" fmla="*/ 0 w 1157"/>
                  <a:gd name="T21" fmla="*/ 0 h 2007"/>
                  <a:gd name="T22" fmla="*/ 0 w 1157"/>
                  <a:gd name="T23" fmla="*/ 0 h 2007"/>
                  <a:gd name="T24" fmla="*/ 0 w 1157"/>
                  <a:gd name="T25" fmla="*/ 0 h 2007"/>
                  <a:gd name="T26" fmla="*/ 0 w 1157"/>
                  <a:gd name="T27" fmla="*/ 0 h 2007"/>
                  <a:gd name="T28" fmla="*/ 0 w 1157"/>
                  <a:gd name="T29" fmla="*/ 0 h 2007"/>
                  <a:gd name="T30" fmla="*/ 0 w 1157"/>
                  <a:gd name="T31" fmla="*/ 0 h 2007"/>
                  <a:gd name="T32" fmla="*/ 0 w 1157"/>
                  <a:gd name="T33" fmla="*/ 0 h 2007"/>
                  <a:gd name="T34" fmla="*/ 0 w 1157"/>
                  <a:gd name="T35" fmla="*/ 0 h 2007"/>
                  <a:gd name="T36" fmla="*/ 0 w 1157"/>
                  <a:gd name="T37" fmla="*/ 0 h 2007"/>
                  <a:gd name="T38" fmla="*/ 0 w 1157"/>
                  <a:gd name="T39" fmla="*/ 0 h 2007"/>
                  <a:gd name="T40" fmla="*/ 0 w 1157"/>
                  <a:gd name="T41" fmla="*/ 0 h 2007"/>
                  <a:gd name="T42" fmla="*/ 0 w 1157"/>
                  <a:gd name="T43" fmla="*/ 0 h 2007"/>
                  <a:gd name="T44" fmla="*/ 0 w 1157"/>
                  <a:gd name="T45" fmla="*/ 0 h 2007"/>
                  <a:gd name="T46" fmla="*/ 0 w 1157"/>
                  <a:gd name="T47" fmla="*/ 0 h 2007"/>
                  <a:gd name="T48" fmla="*/ 0 w 1157"/>
                  <a:gd name="T49" fmla="*/ 0 h 2007"/>
                  <a:gd name="T50" fmla="*/ 0 w 1157"/>
                  <a:gd name="T51" fmla="*/ 0 h 200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57"/>
                  <a:gd name="T79" fmla="*/ 0 h 2007"/>
                  <a:gd name="T80" fmla="*/ 1157 w 1157"/>
                  <a:gd name="T81" fmla="*/ 2007 h 200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57" h="2007">
                    <a:moveTo>
                      <a:pt x="35" y="1688"/>
                    </a:moveTo>
                    <a:lnTo>
                      <a:pt x="95" y="1780"/>
                    </a:lnTo>
                    <a:lnTo>
                      <a:pt x="251" y="1881"/>
                    </a:lnTo>
                    <a:lnTo>
                      <a:pt x="411" y="1937"/>
                    </a:lnTo>
                    <a:lnTo>
                      <a:pt x="596" y="1976"/>
                    </a:lnTo>
                    <a:lnTo>
                      <a:pt x="789" y="2007"/>
                    </a:lnTo>
                    <a:lnTo>
                      <a:pt x="895" y="1971"/>
                    </a:lnTo>
                    <a:lnTo>
                      <a:pt x="945" y="1911"/>
                    </a:lnTo>
                    <a:lnTo>
                      <a:pt x="956" y="1766"/>
                    </a:lnTo>
                    <a:lnTo>
                      <a:pt x="915" y="1577"/>
                    </a:lnTo>
                    <a:lnTo>
                      <a:pt x="875" y="1422"/>
                    </a:lnTo>
                    <a:lnTo>
                      <a:pt x="961" y="1317"/>
                    </a:lnTo>
                    <a:lnTo>
                      <a:pt x="1055" y="1143"/>
                    </a:lnTo>
                    <a:lnTo>
                      <a:pt x="1093" y="1009"/>
                    </a:lnTo>
                    <a:lnTo>
                      <a:pt x="1148" y="772"/>
                    </a:lnTo>
                    <a:lnTo>
                      <a:pt x="1157" y="648"/>
                    </a:lnTo>
                    <a:lnTo>
                      <a:pt x="1157" y="480"/>
                    </a:lnTo>
                    <a:lnTo>
                      <a:pt x="1125" y="231"/>
                    </a:lnTo>
                    <a:lnTo>
                      <a:pt x="994" y="14"/>
                    </a:lnTo>
                    <a:lnTo>
                      <a:pt x="411" y="0"/>
                    </a:lnTo>
                    <a:lnTo>
                      <a:pt x="129" y="378"/>
                    </a:lnTo>
                    <a:lnTo>
                      <a:pt x="0" y="576"/>
                    </a:lnTo>
                    <a:lnTo>
                      <a:pt x="5" y="733"/>
                    </a:lnTo>
                    <a:lnTo>
                      <a:pt x="69" y="1056"/>
                    </a:lnTo>
                    <a:lnTo>
                      <a:pt x="23" y="1568"/>
                    </a:lnTo>
                    <a:lnTo>
                      <a:pt x="35" y="168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 name="Freeform 40"/>
              <p:cNvSpPr>
                <a:spLocks/>
              </p:cNvSpPr>
              <p:nvPr/>
            </p:nvSpPr>
            <p:spPr bwMode="auto">
              <a:xfrm>
                <a:off x="2471" y="1569"/>
                <a:ext cx="16" cy="29"/>
              </a:xfrm>
              <a:custGeom>
                <a:avLst/>
                <a:gdLst>
                  <a:gd name="T0" fmla="*/ 0 w 129"/>
                  <a:gd name="T1" fmla="*/ 0 h 233"/>
                  <a:gd name="T2" fmla="*/ 0 w 129"/>
                  <a:gd name="T3" fmla="*/ 0 h 233"/>
                  <a:gd name="T4" fmla="*/ 0 w 129"/>
                  <a:gd name="T5" fmla="*/ 0 h 233"/>
                  <a:gd name="T6" fmla="*/ 0 w 129"/>
                  <a:gd name="T7" fmla="*/ 0 h 233"/>
                  <a:gd name="T8" fmla="*/ 0 w 129"/>
                  <a:gd name="T9" fmla="*/ 0 h 233"/>
                  <a:gd name="T10" fmla="*/ 0 w 129"/>
                  <a:gd name="T11" fmla="*/ 0 h 233"/>
                  <a:gd name="T12" fmla="*/ 0 w 129"/>
                  <a:gd name="T13" fmla="*/ 0 h 233"/>
                  <a:gd name="T14" fmla="*/ 0 w 129"/>
                  <a:gd name="T15" fmla="*/ 0 h 233"/>
                  <a:gd name="T16" fmla="*/ 0 w 129"/>
                  <a:gd name="T17" fmla="*/ 0 h 2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9"/>
                  <a:gd name="T28" fmla="*/ 0 h 233"/>
                  <a:gd name="T29" fmla="*/ 129 w 129"/>
                  <a:gd name="T30" fmla="*/ 233 h 2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9" h="233">
                    <a:moveTo>
                      <a:pt x="33" y="12"/>
                    </a:moveTo>
                    <a:lnTo>
                      <a:pt x="67" y="0"/>
                    </a:lnTo>
                    <a:lnTo>
                      <a:pt x="101" y="25"/>
                    </a:lnTo>
                    <a:lnTo>
                      <a:pt x="129" y="79"/>
                    </a:lnTo>
                    <a:lnTo>
                      <a:pt x="123" y="194"/>
                    </a:lnTo>
                    <a:lnTo>
                      <a:pt x="81" y="233"/>
                    </a:lnTo>
                    <a:lnTo>
                      <a:pt x="0" y="194"/>
                    </a:lnTo>
                    <a:lnTo>
                      <a:pt x="0" y="95"/>
                    </a:lnTo>
                    <a:lnTo>
                      <a:pt x="33" y="12"/>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 name="Freeform 41"/>
              <p:cNvSpPr>
                <a:spLocks/>
              </p:cNvSpPr>
              <p:nvPr/>
            </p:nvSpPr>
            <p:spPr bwMode="auto">
              <a:xfrm>
                <a:off x="2601" y="1577"/>
                <a:ext cx="5" cy="15"/>
              </a:xfrm>
              <a:custGeom>
                <a:avLst/>
                <a:gdLst>
                  <a:gd name="T0" fmla="*/ 0 w 44"/>
                  <a:gd name="T1" fmla="*/ 0 h 123"/>
                  <a:gd name="T2" fmla="*/ 0 w 44"/>
                  <a:gd name="T3" fmla="*/ 0 h 123"/>
                  <a:gd name="T4" fmla="*/ 0 w 44"/>
                  <a:gd name="T5" fmla="*/ 0 h 123"/>
                  <a:gd name="T6" fmla="*/ 0 w 44"/>
                  <a:gd name="T7" fmla="*/ 0 h 123"/>
                  <a:gd name="T8" fmla="*/ 0 w 44"/>
                  <a:gd name="T9" fmla="*/ 0 h 123"/>
                  <a:gd name="T10" fmla="*/ 0 w 44"/>
                  <a:gd name="T11" fmla="*/ 0 h 123"/>
                  <a:gd name="T12" fmla="*/ 0 60000 65536"/>
                  <a:gd name="T13" fmla="*/ 0 60000 65536"/>
                  <a:gd name="T14" fmla="*/ 0 60000 65536"/>
                  <a:gd name="T15" fmla="*/ 0 60000 65536"/>
                  <a:gd name="T16" fmla="*/ 0 60000 65536"/>
                  <a:gd name="T17" fmla="*/ 0 60000 65536"/>
                  <a:gd name="T18" fmla="*/ 0 w 44"/>
                  <a:gd name="T19" fmla="*/ 0 h 123"/>
                  <a:gd name="T20" fmla="*/ 44 w 44"/>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44" h="123">
                    <a:moveTo>
                      <a:pt x="24" y="0"/>
                    </a:moveTo>
                    <a:lnTo>
                      <a:pt x="0" y="123"/>
                    </a:lnTo>
                    <a:lnTo>
                      <a:pt x="28" y="121"/>
                    </a:lnTo>
                    <a:lnTo>
                      <a:pt x="44" y="88"/>
                    </a:lnTo>
                    <a:lnTo>
                      <a:pt x="39" y="42"/>
                    </a:lnTo>
                    <a:lnTo>
                      <a:pt x="24"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 name="Freeform 42"/>
              <p:cNvSpPr>
                <a:spLocks/>
              </p:cNvSpPr>
              <p:nvPr/>
            </p:nvSpPr>
            <p:spPr bwMode="auto">
              <a:xfrm>
                <a:off x="1883" y="1681"/>
                <a:ext cx="654" cy="484"/>
              </a:xfrm>
              <a:custGeom>
                <a:avLst/>
                <a:gdLst>
                  <a:gd name="T0" fmla="*/ 0 w 5233"/>
                  <a:gd name="T1" fmla="*/ 0 h 3878"/>
                  <a:gd name="T2" fmla="*/ 0 w 5233"/>
                  <a:gd name="T3" fmla="*/ 0 h 3878"/>
                  <a:gd name="T4" fmla="*/ 0 w 5233"/>
                  <a:gd name="T5" fmla="*/ 0 h 3878"/>
                  <a:gd name="T6" fmla="*/ 0 w 5233"/>
                  <a:gd name="T7" fmla="*/ 0 h 3878"/>
                  <a:gd name="T8" fmla="*/ 0 w 5233"/>
                  <a:gd name="T9" fmla="*/ 0 h 3878"/>
                  <a:gd name="T10" fmla="*/ 0 w 5233"/>
                  <a:gd name="T11" fmla="*/ 0 h 3878"/>
                  <a:gd name="T12" fmla="*/ 0 w 5233"/>
                  <a:gd name="T13" fmla="*/ 0 h 3878"/>
                  <a:gd name="T14" fmla="*/ 0 w 5233"/>
                  <a:gd name="T15" fmla="*/ 0 h 3878"/>
                  <a:gd name="T16" fmla="*/ 0 w 5233"/>
                  <a:gd name="T17" fmla="*/ 0 h 3878"/>
                  <a:gd name="T18" fmla="*/ 0 w 5233"/>
                  <a:gd name="T19" fmla="*/ 0 h 3878"/>
                  <a:gd name="T20" fmla="*/ 0 w 5233"/>
                  <a:gd name="T21" fmla="*/ 0 h 3878"/>
                  <a:gd name="T22" fmla="*/ 0 w 5233"/>
                  <a:gd name="T23" fmla="*/ 0 h 3878"/>
                  <a:gd name="T24" fmla="*/ 0 w 5233"/>
                  <a:gd name="T25" fmla="*/ 0 h 3878"/>
                  <a:gd name="T26" fmla="*/ 0 w 5233"/>
                  <a:gd name="T27" fmla="*/ 0 h 3878"/>
                  <a:gd name="T28" fmla="*/ 0 w 5233"/>
                  <a:gd name="T29" fmla="*/ 0 h 3878"/>
                  <a:gd name="T30" fmla="*/ 0 w 5233"/>
                  <a:gd name="T31" fmla="*/ 0 h 3878"/>
                  <a:gd name="T32" fmla="*/ 0 w 5233"/>
                  <a:gd name="T33" fmla="*/ 0 h 3878"/>
                  <a:gd name="T34" fmla="*/ 0 w 5233"/>
                  <a:gd name="T35" fmla="*/ 0 h 3878"/>
                  <a:gd name="T36" fmla="*/ 0 w 5233"/>
                  <a:gd name="T37" fmla="*/ 0 h 3878"/>
                  <a:gd name="T38" fmla="*/ 0 w 5233"/>
                  <a:gd name="T39" fmla="*/ 0 h 3878"/>
                  <a:gd name="T40" fmla="*/ 0 w 5233"/>
                  <a:gd name="T41" fmla="*/ 0 h 3878"/>
                  <a:gd name="T42" fmla="*/ 0 w 5233"/>
                  <a:gd name="T43" fmla="*/ 0 h 3878"/>
                  <a:gd name="T44" fmla="*/ 0 w 5233"/>
                  <a:gd name="T45" fmla="*/ 0 h 3878"/>
                  <a:gd name="T46" fmla="*/ 0 w 5233"/>
                  <a:gd name="T47" fmla="*/ 0 h 3878"/>
                  <a:gd name="T48" fmla="*/ 0 w 5233"/>
                  <a:gd name="T49" fmla="*/ 0 h 3878"/>
                  <a:gd name="T50" fmla="*/ 0 w 5233"/>
                  <a:gd name="T51" fmla="*/ 0 h 3878"/>
                  <a:gd name="T52" fmla="*/ 0 w 5233"/>
                  <a:gd name="T53" fmla="*/ 0 h 3878"/>
                  <a:gd name="T54" fmla="*/ 0 w 5233"/>
                  <a:gd name="T55" fmla="*/ 0 h 3878"/>
                  <a:gd name="T56" fmla="*/ 0 w 5233"/>
                  <a:gd name="T57" fmla="*/ 0 h 3878"/>
                  <a:gd name="T58" fmla="*/ 0 w 5233"/>
                  <a:gd name="T59" fmla="*/ 0 h 3878"/>
                  <a:gd name="T60" fmla="*/ 0 w 5233"/>
                  <a:gd name="T61" fmla="*/ 0 h 3878"/>
                  <a:gd name="T62" fmla="*/ 0 w 5233"/>
                  <a:gd name="T63" fmla="*/ 0 h 3878"/>
                  <a:gd name="T64" fmla="*/ 0 w 5233"/>
                  <a:gd name="T65" fmla="*/ 0 h 3878"/>
                  <a:gd name="T66" fmla="*/ 0 w 5233"/>
                  <a:gd name="T67" fmla="*/ 0 h 3878"/>
                  <a:gd name="T68" fmla="*/ 0 w 5233"/>
                  <a:gd name="T69" fmla="*/ 0 h 3878"/>
                  <a:gd name="T70" fmla="*/ 0 w 5233"/>
                  <a:gd name="T71" fmla="*/ 0 h 3878"/>
                  <a:gd name="T72" fmla="*/ 0 w 5233"/>
                  <a:gd name="T73" fmla="*/ 0 h 3878"/>
                  <a:gd name="T74" fmla="*/ 0 w 5233"/>
                  <a:gd name="T75" fmla="*/ 0 h 387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233"/>
                  <a:gd name="T115" fmla="*/ 0 h 3878"/>
                  <a:gd name="T116" fmla="*/ 5233 w 5233"/>
                  <a:gd name="T117" fmla="*/ 3878 h 387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233" h="3878">
                    <a:moveTo>
                      <a:pt x="4452" y="3024"/>
                    </a:moveTo>
                    <a:lnTo>
                      <a:pt x="4030" y="2787"/>
                    </a:lnTo>
                    <a:lnTo>
                      <a:pt x="3672" y="2893"/>
                    </a:lnTo>
                    <a:lnTo>
                      <a:pt x="3525" y="2812"/>
                    </a:lnTo>
                    <a:lnTo>
                      <a:pt x="3052" y="2393"/>
                    </a:lnTo>
                    <a:lnTo>
                      <a:pt x="2947" y="3010"/>
                    </a:lnTo>
                    <a:lnTo>
                      <a:pt x="3131" y="3089"/>
                    </a:lnTo>
                    <a:lnTo>
                      <a:pt x="3356" y="2999"/>
                    </a:lnTo>
                    <a:lnTo>
                      <a:pt x="3608" y="3076"/>
                    </a:lnTo>
                    <a:lnTo>
                      <a:pt x="3790" y="3063"/>
                    </a:lnTo>
                    <a:lnTo>
                      <a:pt x="4318" y="3052"/>
                    </a:lnTo>
                    <a:lnTo>
                      <a:pt x="4468" y="3234"/>
                    </a:lnTo>
                    <a:lnTo>
                      <a:pt x="4410" y="3612"/>
                    </a:lnTo>
                    <a:lnTo>
                      <a:pt x="4336" y="3681"/>
                    </a:lnTo>
                    <a:lnTo>
                      <a:pt x="3845" y="3681"/>
                    </a:lnTo>
                    <a:lnTo>
                      <a:pt x="1901" y="3878"/>
                    </a:lnTo>
                    <a:lnTo>
                      <a:pt x="11" y="3654"/>
                    </a:lnTo>
                    <a:lnTo>
                      <a:pt x="0" y="1987"/>
                    </a:lnTo>
                    <a:lnTo>
                      <a:pt x="103" y="1510"/>
                    </a:lnTo>
                    <a:lnTo>
                      <a:pt x="304" y="1037"/>
                    </a:lnTo>
                    <a:lnTo>
                      <a:pt x="408" y="892"/>
                    </a:lnTo>
                    <a:lnTo>
                      <a:pt x="685" y="590"/>
                    </a:lnTo>
                    <a:lnTo>
                      <a:pt x="975" y="394"/>
                    </a:lnTo>
                    <a:lnTo>
                      <a:pt x="1213" y="248"/>
                    </a:lnTo>
                    <a:lnTo>
                      <a:pt x="1466" y="145"/>
                    </a:lnTo>
                    <a:lnTo>
                      <a:pt x="1572" y="0"/>
                    </a:lnTo>
                    <a:lnTo>
                      <a:pt x="2604" y="343"/>
                    </a:lnTo>
                    <a:lnTo>
                      <a:pt x="2747" y="514"/>
                    </a:lnTo>
                    <a:lnTo>
                      <a:pt x="2947" y="643"/>
                    </a:lnTo>
                    <a:lnTo>
                      <a:pt x="3172" y="828"/>
                    </a:lnTo>
                    <a:lnTo>
                      <a:pt x="3474" y="1210"/>
                    </a:lnTo>
                    <a:lnTo>
                      <a:pt x="4307" y="1995"/>
                    </a:lnTo>
                    <a:lnTo>
                      <a:pt x="4491" y="2079"/>
                    </a:lnTo>
                    <a:lnTo>
                      <a:pt x="4544" y="2236"/>
                    </a:lnTo>
                    <a:lnTo>
                      <a:pt x="4956" y="2340"/>
                    </a:lnTo>
                    <a:lnTo>
                      <a:pt x="5140" y="2551"/>
                    </a:lnTo>
                    <a:lnTo>
                      <a:pt x="5233" y="2812"/>
                    </a:lnTo>
                    <a:lnTo>
                      <a:pt x="4452" y="3024"/>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 name="Freeform 43"/>
              <p:cNvSpPr>
                <a:spLocks/>
              </p:cNvSpPr>
              <p:nvPr/>
            </p:nvSpPr>
            <p:spPr bwMode="auto">
              <a:xfrm>
                <a:off x="2537" y="1950"/>
                <a:ext cx="101" cy="159"/>
              </a:xfrm>
              <a:custGeom>
                <a:avLst/>
                <a:gdLst>
                  <a:gd name="T0" fmla="*/ 0 w 803"/>
                  <a:gd name="T1" fmla="*/ 0 h 1268"/>
                  <a:gd name="T2" fmla="*/ 0 w 803"/>
                  <a:gd name="T3" fmla="*/ 0 h 1268"/>
                  <a:gd name="T4" fmla="*/ 0 w 803"/>
                  <a:gd name="T5" fmla="*/ 0 h 1268"/>
                  <a:gd name="T6" fmla="*/ 0 w 803"/>
                  <a:gd name="T7" fmla="*/ 0 h 1268"/>
                  <a:gd name="T8" fmla="*/ 0 w 803"/>
                  <a:gd name="T9" fmla="*/ 0 h 1268"/>
                  <a:gd name="T10" fmla="*/ 0 w 803"/>
                  <a:gd name="T11" fmla="*/ 0 h 1268"/>
                  <a:gd name="T12" fmla="*/ 0 w 803"/>
                  <a:gd name="T13" fmla="*/ 0 h 1268"/>
                  <a:gd name="T14" fmla="*/ 0 w 803"/>
                  <a:gd name="T15" fmla="*/ 0 h 1268"/>
                  <a:gd name="T16" fmla="*/ 0 w 803"/>
                  <a:gd name="T17" fmla="*/ 0 h 12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03"/>
                  <a:gd name="T28" fmla="*/ 0 h 1268"/>
                  <a:gd name="T29" fmla="*/ 803 w 803"/>
                  <a:gd name="T30" fmla="*/ 1268 h 12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03" h="1268">
                    <a:moveTo>
                      <a:pt x="0" y="23"/>
                    </a:moveTo>
                    <a:lnTo>
                      <a:pt x="0" y="44"/>
                    </a:lnTo>
                    <a:lnTo>
                      <a:pt x="12" y="69"/>
                    </a:lnTo>
                    <a:lnTo>
                      <a:pt x="708" y="1183"/>
                    </a:lnTo>
                    <a:lnTo>
                      <a:pt x="803" y="1268"/>
                    </a:lnTo>
                    <a:lnTo>
                      <a:pt x="759" y="1139"/>
                    </a:lnTo>
                    <a:lnTo>
                      <a:pt x="61" y="5"/>
                    </a:lnTo>
                    <a:lnTo>
                      <a:pt x="19" y="0"/>
                    </a:lnTo>
                    <a:lnTo>
                      <a:pt x="0" y="23"/>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 name="Freeform 44"/>
              <p:cNvSpPr>
                <a:spLocks/>
              </p:cNvSpPr>
              <p:nvPr/>
            </p:nvSpPr>
            <p:spPr bwMode="auto">
              <a:xfrm>
                <a:off x="2461" y="2018"/>
                <a:ext cx="151" cy="96"/>
              </a:xfrm>
              <a:custGeom>
                <a:avLst/>
                <a:gdLst>
                  <a:gd name="T0" fmla="*/ 0 w 1202"/>
                  <a:gd name="T1" fmla="*/ 0 h 775"/>
                  <a:gd name="T2" fmla="*/ 0 w 1202"/>
                  <a:gd name="T3" fmla="*/ 0 h 775"/>
                  <a:gd name="T4" fmla="*/ 0 w 1202"/>
                  <a:gd name="T5" fmla="*/ 0 h 775"/>
                  <a:gd name="T6" fmla="*/ 0 w 1202"/>
                  <a:gd name="T7" fmla="*/ 0 h 775"/>
                  <a:gd name="T8" fmla="*/ 0 w 1202"/>
                  <a:gd name="T9" fmla="*/ 0 h 775"/>
                  <a:gd name="T10" fmla="*/ 0 w 1202"/>
                  <a:gd name="T11" fmla="*/ 0 h 775"/>
                  <a:gd name="T12" fmla="*/ 0 w 1202"/>
                  <a:gd name="T13" fmla="*/ 0 h 775"/>
                  <a:gd name="T14" fmla="*/ 0 w 1202"/>
                  <a:gd name="T15" fmla="*/ 0 h 775"/>
                  <a:gd name="T16" fmla="*/ 0 w 1202"/>
                  <a:gd name="T17" fmla="*/ 0 h 775"/>
                  <a:gd name="T18" fmla="*/ 0 w 1202"/>
                  <a:gd name="T19" fmla="*/ 0 h 775"/>
                  <a:gd name="T20" fmla="*/ 0 w 1202"/>
                  <a:gd name="T21" fmla="*/ 0 h 775"/>
                  <a:gd name="T22" fmla="*/ 0 w 1202"/>
                  <a:gd name="T23" fmla="*/ 0 h 775"/>
                  <a:gd name="T24" fmla="*/ 0 w 1202"/>
                  <a:gd name="T25" fmla="*/ 0 h 775"/>
                  <a:gd name="T26" fmla="*/ 0 w 1202"/>
                  <a:gd name="T27" fmla="*/ 0 h 775"/>
                  <a:gd name="T28" fmla="*/ 0 w 1202"/>
                  <a:gd name="T29" fmla="*/ 0 h 775"/>
                  <a:gd name="T30" fmla="*/ 0 w 1202"/>
                  <a:gd name="T31" fmla="*/ 0 h 775"/>
                  <a:gd name="T32" fmla="*/ 0 w 1202"/>
                  <a:gd name="T33" fmla="*/ 0 h 775"/>
                  <a:gd name="T34" fmla="*/ 0 w 1202"/>
                  <a:gd name="T35" fmla="*/ 0 h 775"/>
                  <a:gd name="T36" fmla="*/ 0 w 1202"/>
                  <a:gd name="T37" fmla="*/ 0 h 7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02"/>
                  <a:gd name="T58" fmla="*/ 0 h 775"/>
                  <a:gd name="T59" fmla="*/ 1202 w 1202"/>
                  <a:gd name="T60" fmla="*/ 775 h 7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02" h="775">
                    <a:moveTo>
                      <a:pt x="0" y="289"/>
                    </a:moveTo>
                    <a:lnTo>
                      <a:pt x="63" y="132"/>
                    </a:lnTo>
                    <a:lnTo>
                      <a:pt x="182" y="66"/>
                    </a:lnTo>
                    <a:lnTo>
                      <a:pt x="287" y="81"/>
                    </a:lnTo>
                    <a:lnTo>
                      <a:pt x="487" y="118"/>
                    </a:lnTo>
                    <a:lnTo>
                      <a:pt x="607" y="28"/>
                    </a:lnTo>
                    <a:lnTo>
                      <a:pt x="709" y="0"/>
                    </a:lnTo>
                    <a:lnTo>
                      <a:pt x="1147" y="66"/>
                    </a:lnTo>
                    <a:lnTo>
                      <a:pt x="1188" y="171"/>
                    </a:lnTo>
                    <a:lnTo>
                      <a:pt x="1135" y="199"/>
                    </a:lnTo>
                    <a:lnTo>
                      <a:pt x="793" y="224"/>
                    </a:lnTo>
                    <a:lnTo>
                      <a:pt x="1162" y="382"/>
                    </a:lnTo>
                    <a:lnTo>
                      <a:pt x="1202" y="475"/>
                    </a:lnTo>
                    <a:lnTo>
                      <a:pt x="1174" y="552"/>
                    </a:lnTo>
                    <a:lnTo>
                      <a:pt x="1068" y="630"/>
                    </a:lnTo>
                    <a:lnTo>
                      <a:pt x="1029" y="738"/>
                    </a:lnTo>
                    <a:lnTo>
                      <a:pt x="709" y="775"/>
                    </a:lnTo>
                    <a:lnTo>
                      <a:pt x="130" y="710"/>
                    </a:lnTo>
                    <a:lnTo>
                      <a:pt x="0" y="289"/>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 name="Freeform 45"/>
              <p:cNvSpPr>
                <a:spLocks/>
              </p:cNvSpPr>
              <p:nvPr/>
            </p:nvSpPr>
            <p:spPr bwMode="auto">
              <a:xfrm>
                <a:off x="2071" y="1548"/>
                <a:ext cx="205" cy="239"/>
              </a:xfrm>
              <a:custGeom>
                <a:avLst/>
                <a:gdLst>
                  <a:gd name="T0" fmla="*/ 0 w 1639"/>
                  <a:gd name="T1" fmla="*/ 0 h 1907"/>
                  <a:gd name="T2" fmla="*/ 0 w 1639"/>
                  <a:gd name="T3" fmla="*/ 0 h 1907"/>
                  <a:gd name="T4" fmla="*/ 0 w 1639"/>
                  <a:gd name="T5" fmla="*/ 0 h 1907"/>
                  <a:gd name="T6" fmla="*/ 0 w 1639"/>
                  <a:gd name="T7" fmla="*/ 0 h 1907"/>
                  <a:gd name="T8" fmla="*/ 0 w 1639"/>
                  <a:gd name="T9" fmla="*/ 0 h 1907"/>
                  <a:gd name="T10" fmla="*/ 0 w 1639"/>
                  <a:gd name="T11" fmla="*/ 0 h 1907"/>
                  <a:gd name="T12" fmla="*/ 0 w 1639"/>
                  <a:gd name="T13" fmla="*/ 0 h 1907"/>
                  <a:gd name="T14" fmla="*/ 0 w 1639"/>
                  <a:gd name="T15" fmla="*/ 0 h 1907"/>
                  <a:gd name="T16" fmla="*/ 0 w 1639"/>
                  <a:gd name="T17" fmla="*/ 0 h 1907"/>
                  <a:gd name="T18" fmla="*/ 0 w 1639"/>
                  <a:gd name="T19" fmla="*/ 0 h 1907"/>
                  <a:gd name="T20" fmla="*/ 0 w 1639"/>
                  <a:gd name="T21" fmla="*/ 0 h 1907"/>
                  <a:gd name="T22" fmla="*/ 0 w 1639"/>
                  <a:gd name="T23" fmla="*/ 0 h 1907"/>
                  <a:gd name="T24" fmla="*/ 0 w 1639"/>
                  <a:gd name="T25" fmla="*/ 0 h 1907"/>
                  <a:gd name="T26" fmla="*/ 0 w 1639"/>
                  <a:gd name="T27" fmla="*/ 0 h 1907"/>
                  <a:gd name="T28" fmla="*/ 0 w 1639"/>
                  <a:gd name="T29" fmla="*/ 0 h 1907"/>
                  <a:gd name="T30" fmla="*/ 0 w 1639"/>
                  <a:gd name="T31" fmla="*/ 0 h 1907"/>
                  <a:gd name="T32" fmla="*/ 0 w 1639"/>
                  <a:gd name="T33" fmla="*/ 0 h 1907"/>
                  <a:gd name="T34" fmla="*/ 0 w 1639"/>
                  <a:gd name="T35" fmla="*/ 0 h 1907"/>
                  <a:gd name="T36" fmla="*/ 0 w 1639"/>
                  <a:gd name="T37" fmla="*/ 0 h 1907"/>
                  <a:gd name="T38" fmla="*/ 0 w 1639"/>
                  <a:gd name="T39" fmla="*/ 0 h 1907"/>
                  <a:gd name="T40" fmla="*/ 0 w 1639"/>
                  <a:gd name="T41" fmla="*/ 0 h 1907"/>
                  <a:gd name="T42" fmla="*/ 0 w 1639"/>
                  <a:gd name="T43" fmla="*/ 0 h 1907"/>
                  <a:gd name="T44" fmla="*/ 0 w 1639"/>
                  <a:gd name="T45" fmla="*/ 0 h 1907"/>
                  <a:gd name="T46" fmla="*/ 0 w 1639"/>
                  <a:gd name="T47" fmla="*/ 0 h 1907"/>
                  <a:gd name="T48" fmla="*/ 0 w 1639"/>
                  <a:gd name="T49" fmla="*/ 0 h 1907"/>
                  <a:gd name="T50" fmla="*/ 0 w 1639"/>
                  <a:gd name="T51" fmla="*/ 0 h 1907"/>
                  <a:gd name="T52" fmla="*/ 0 w 1639"/>
                  <a:gd name="T53" fmla="*/ 0 h 1907"/>
                  <a:gd name="T54" fmla="*/ 0 w 1639"/>
                  <a:gd name="T55" fmla="*/ 0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639"/>
                  <a:gd name="T85" fmla="*/ 0 h 1907"/>
                  <a:gd name="T86" fmla="*/ 1639 w 1639"/>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639" h="1907">
                    <a:moveTo>
                      <a:pt x="0" y="538"/>
                    </a:moveTo>
                    <a:lnTo>
                      <a:pt x="53" y="850"/>
                    </a:lnTo>
                    <a:lnTo>
                      <a:pt x="73" y="949"/>
                    </a:lnTo>
                    <a:lnTo>
                      <a:pt x="127" y="1008"/>
                    </a:lnTo>
                    <a:lnTo>
                      <a:pt x="99" y="1109"/>
                    </a:lnTo>
                    <a:lnTo>
                      <a:pt x="154" y="1217"/>
                    </a:lnTo>
                    <a:lnTo>
                      <a:pt x="207" y="1305"/>
                    </a:lnTo>
                    <a:lnTo>
                      <a:pt x="272" y="1409"/>
                    </a:lnTo>
                    <a:lnTo>
                      <a:pt x="495" y="1599"/>
                    </a:lnTo>
                    <a:lnTo>
                      <a:pt x="784" y="1907"/>
                    </a:lnTo>
                    <a:lnTo>
                      <a:pt x="822" y="1859"/>
                    </a:lnTo>
                    <a:lnTo>
                      <a:pt x="881" y="1736"/>
                    </a:lnTo>
                    <a:lnTo>
                      <a:pt x="905" y="1598"/>
                    </a:lnTo>
                    <a:lnTo>
                      <a:pt x="1030" y="1630"/>
                    </a:lnTo>
                    <a:lnTo>
                      <a:pt x="1155" y="1617"/>
                    </a:lnTo>
                    <a:lnTo>
                      <a:pt x="1213" y="1584"/>
                    </a:lnTo>
                    <a:lnTo>
                      <a:pt x="1270" y="1522"/>
                    </a:lnTo>
                    <a:lnTo>
                      <a:pt x="1429" y="1179"/>
                    </a:lnTo>
                    <a:lnTo>
                      <a:pt x="1510" y="1077"/>
                    </a:lnTo>
                    <a:lnTo>
                      <a:pt x="1572" y="905"/>
                    </a:lnTo>
                    <a:lnTo>
                      <a:pt x="1586" y="718"/>
                    </a:lnTo>
                    <a:lnTo>
                      <a:pt x="1618" y="632"/>
                    </a:lnTo>
                    <a:lnTo>
                      <a:pt x="1635" y="575"/>
                    </a:lnTo>
                    <a:lnTo>
                      <a:pt x="1639" y="261"/>
                    </a:lnTo>
                    <a:lnTo>
                      <a:pt x="1609" y="118"/>
                    </a:lnTo>
                    <a:lnTo>
                      <a:pt x="1540" y="0"/>
                    </a:lnTo>
                    <a:lnTo>
                      <a:pt x="207" y="155"/>
                    </a:lnTo>
                    <a:lnTo>
                      <a:pt x="0" y="53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 name="Freeform 46"/>
              <p:cNvSpPr>
                <a:spLocks/>
              </p:cNvSpPr>
              <p:nvPr/>
            </p:nvSpPr>
            <p:spPr bwMode="auto">
              <a:xfrm>
                <a:off x="2159" y="1797"/>
                <a:ext cx="46" cy="241"/>
              </a:xfrm>
              <a:custGeom>
                <a:avLst/>
                <a:gdLst>
                  <a:gd name="T0" fmla="*/ 0 w 369"/>
                  <a:gd name="T1" fmla="*/ 0 h 1920"/>
                  <a:gd name="T2" fmla="*/ 0 w 369"/>
                  <a:gd name="T3" fmla="*/ 0 h 1920"/>
                  <a:gd name="T4" fmla="*/ 0 w 369"/>
                  <a:gd name="T5" fmla="*/ 0 h 1920"/>
                  <a:gd name="T6" fmla="*/ 0 w 369"/>
                  <a:gd name="T7" fmla="*/ 0 h 1920"/>
                  <a:gd name="T8" fmla="*/ 0 w 369"/>
                  <a:gd name="T9" fmla="*/ 0 h 1920"/>
                  <a:gd name="T10" fmla="*/ 0 w 369"/>
                  <a:gd name="T11" fmla="*/ 0 h 1920"/>
                  <a:gd name="T12" fmla="*/ 0 w 369"/>
                  <a:gd name="T13" fmla="*/ 0 h 1920"/>
                  <a:gd name="T14" fmla="*/ 0 w 369"/>
                  <a:gd name="T15" fmla="*/ 0 h 1920"/>
                  <a:gd name="T16" fmla="*/ 0 w 369"/>
                  <a:gd name="T17" fmla="*/ 0 h 1920"/>
                  <a:gd name="T18" fmla="*/ 0 w 369"/>
                  <a:gd name="T19" fmla="*/ 0 h 1920"/>
                  <a:gd name="T20" fmla="*/ 0 w 369"/>
                  <a:gd name="T21" fmla="*/ 0 h 1920"/>
                  <a:gd name="T22" fmla="*/ 0 w 369"/>
                  <a:gd name="T23" fmla="*/ 0 h 1920"/>
                  <a:gd name="T24" fmla="*/ 0 w 369"/>
                  <a:gd name="T25" fmla="*/ 0 h 1920"/>
                  <a:gd name="T26" fmla="*/ 0 w 369"/>
                  <a:gd name="T27" fmla="*/ 0 h 1920"/>
                  <a:gd name="T28" fmla="*/ 0 w 369"/>
                  <a:gd name="T29" fmla="*/ 0 h 1920"/>
                  <a:gd name="T30" fmla="*/ 0 w 369"/>
                  <a:gd name="T31" fmla="*/ 0 h 1920"/>
                  <a:gd name="T32" fmla="*/ 0 w 369"/>
                  <a:gd name="T33" fmla="*/ 0 h 19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9"/>
                  <a:gd name="T52" fmla="*/ 0 h 1920"/>
                  <a:gd name="T53" fmla="*/ 369 w 369"/>
                  <a:gd name="T54" fmla="*/ 1920 h 19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9" h="1920">
                    <a:moveTo>
                      <a:pt x="92" y="0"/>
                    </a:moveTo>
                    <a:lnTo>
                      <a:pt x="40" y="52"/>
                    </a:lnTo>
                    <a:lnTo>
                      <a:pt x="0" y="142"/>
                    </a:lnTo>
                    <a:lnTo>
                      <a:pt x="27" y="313"/>
                    </a:lnTo>
                    <a:lnTo>
                      <a:pt x="14" y="973"/>
                    </a:lnTo>
                    <a:lnTo>
                      <a:pt x="40" y="1433"/>
                    </a:lnTo>
                    <a:lnTo>
                      <a:pt x="119" y="1920"/>
                    </a:lnTo>
                    <a:lnTo>
                      <a:pt x="200" y="1920"/>
                    </a:lnTo>
                    <a:lnTo>
                      <a:pt x="319" y="1920"/>
                    </a:lnTo>
                    <a:lnTo>
                      <a:pt x="369" y="1841"/>
                    </a:lnTo>
                    <a:lnTo>
                      <a:pt x="263" y="1498"/>
                    </a:lnTo>
                    <a:lnTo>
                      <a:pt x="212" y="1169"/>
                    </a:lnTo>
                    <a:lnTo>
                      <a:pt x="200" y="776"/>
                    </a:lnTo>
                    <a:lnTo>
                      <a:pt x="159" y="313"/>
                    </a:lnTo>
                    <a:lnTo>
                      <a:pt x="185" y="211"/>
                    </a:lnTo>
                    <a:lnTo>
                      <a:pt x="159" y="66"/>
                    </a:lnTo>
                    <a:lnTo>
                      <a:pt x="92"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 name="Freeform 47"/>
              <p:cNvSpPr>
                <a:spLocks/>
              </p:cNvSpPr>
              <p:nvPr/>
            </p:nvSpPr>
            <p:spPr bwMode="auto">
              <a:xfrm>
                <a:off x="2182" y="1487"/>
                <a:ext cx="114" cy="117"/>
              </a:xfrm>
              <a:custGeom>
                <a:avLst/>
                <a:gdLst>
                  <a:gd name="T0" fmla="*/ 0 w 914"/>
                  <a:gd name="T1" fmla="*/ 0 h 936"/>
                  <a:gd name="T2" fmla="*/ 0 w 914"/>
                  <a:gd name="T3" fmla="*/ 0 h 936"/>
                  <a:gd name="T4" fmla="*/ 0 w 914"/>
                  <a:gd name="T5" fmla="*/ 0 h 936"/>
                  <a:gd name="T6" fmla="*/ 0 w 914"/>
                  <a:gd name="T7" fmla="*/ 0 h 936"/>
                  <a:gd name="T8" fmla="*/ 0 w 914"/>
                  <a:gd name="T9" fmla="*/ 0 h 936"/>
                  <a:gd name="T10" fmla="*/ 0 w 914"/>
                  <a:gd name="T11" fmla="*/ 0 h 936"/>
                  <a:gd name="T12" fmla="*/ 0 w 914"/>
                  <a:gd name="T13" fmla="*/ 0 h 936"/>
                  <a:gd name="T14" fmla="*/ 0 w 914"/>
                  <a:gd name="T15" fmla="*/ 0 h 936"/>
                  <a:gd name="T16" fmla="*/ 0 w 914"/>
                  <a:gd name="T17" fmla="*/ 0 h 936"/>
                  <a:gd name="T18" fmla="*/ 0 w 914"/>
                  <a:gd name="T19" fmla="*/ 0 h 936"/>
                  <a:gd name="T20" fmla="*/ 0 w 914"/>
                  <a:gd name="T21" fmla="*/ 0 h 936"/>
                  <a:gd name="T22" fmla="*/ 0 w 914"/>
                  <a:gd name="T23" fmla="*/ 0 h 936"/>
                  <a:gd name="T24" fmla="*/ 0 w 914"/>
                  <a:gd name="T25" fmla="*/ 0 h 936"/>
                  <a:gd name="T26" fmla="*/ 0 w 914"/>
                  <a:gd name="T27" fmla="*/ 0 h 936"/>
                  <a:gd name="T28" fmla="*/ 0 w 914"/>
                  <a:gd name="T29" fmla="*/ 0 h 9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4"/>
                  <a:gd name="T46" fmla="*/ 0 h 936"/>
                  <a:gd name="T47" fmla="*/ 914 w 914"/>
                  <a:gd name="T48" fmla="*/ 936 h 9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4" h="936">
                    <a:moveTo>
                      <a:pt x="635" y="499"/>
                    </a:moveTo>
                    <a:lnTo>
                      <a:pt x="714" y="607"/>
                    </a:lnTo>
                    <a:lnTo>
                      <a:pt x="844" y="936"/>
                    </a:lnTo>
                    <a:lnTo>
                      <a:pt x="899" y="855"/>
                    </a:lnTo>
                    <a:lnTo>
                      <a:pt x="914" y="581"/>
                    </a:lnTo>
                    <a:lnTo>
                      <a:pt x="914" y="510"/>
                    </a:lnTo>
                    <a:lnTo>
                      <a:pt x="859" y="462"/>
                    </a:lnTo>
                    <a:lnTo>
                      <a:pt x="767" y="381"/>
                    </a:lnTo>
                    <a:lnTo>
                      <a:pt x="686" y="224"/>
                    </a:lnTo>
                    <a:lnTo>
                      <a:pt x="541" y="79"/>
                    </a:lnTo>
                    <a:lnTo>
                      <a:pt x="356" y="40"/>
                    </a:lnTo>
                    <a:lnTo>
                      <a:pt x="145" y="0"/>
                    </a:lnTo>
                    <a:lnTo>
                      <a:pt x="0" y="51"/>
                    </a:lnTo>
                    <a:lnTo>
                      <a:pt x="15" y="593"/>
                    </a:lnTo>
                    <a:lnTo>
                      <a:pt x="635" y="499"/>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 name="Freeform 48"/>
              <p:cNvSpPr>
                <a:spLocks/>
              </p:cNvSpPr>
              <p:nvPr/>
            </p:nvSpPr>
            <p:spPr bwMode="auto">
              <a:xfrm>
                <a:off x="2169" y="1613"/>
                <a:ext cx="31" cy="12"/>
              </a:xfrm>
              <a:custGeom>
                <a:avLst/>
                <a:gdLst>
                  <a:gd name="T0" fmla="*/ 0 w 251"/>
                  <a:gd name="T1" fmla="*/ 0 h 93"/>
                  <a:gd name="T2" fmla="*/ 0 w 251"/>
                  <a:gd name="T3" fmla="*/ 0 h 93"/>
                  <a:gd name="T4" fmla="*/ 0 w 251"/>
                  <a:gd name="T5" fmla="*/ 0 h 93"/>
                  <a:gd name="T6" fmla="*/ 0 w 251"/>
                  <a:gd name="T7" fmla="*/ 0 h 93"/>
                  <a:gd name="T8" fmla="*/ 0 w 251"/>
                  <a:gd name="T9" fmla="*/ 0 h 93"/>
                  <a:gd name="T10" fmla="*/ 0 w 251"/>
                  <a:gd name="T11" fmla="*/ 0 h 93"/>
                  <a:gd name="T12" fmla="*/ 0 60000 65536"/>
                  <a:gd name="T13" fmla="*/ 0 60000 65536"/>
                  <a:gd name="T14" fmla="*/ 0 60000 65536"/>
                  <a:gd name="T15" fmla="*/ 0 60000 65536"/>
                  <a:gd name="T16" fmla="*/ 0 60000 65536"/>
                  <a:gd name="T17" fmla="*/ 0 60000 65536"/>
                  <a:gd name="T18" fmla="*/ 0 w 251"/>
                  <a:gd name="T19" fmla="*/ 0 h 93"/>
                  <a:gd name="T20" fmla="*/ 251 w 251"/>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251" h="93">
                    <a:moveTo>
                      <a:pt x="0" y="55"/>
                    </a:moveTo>
                    <a:lnTo>
                      <a:pt x="147" y="70"/>
                    </a:lnTo>
                    <a:lnTo>
                      <a:pt x="251" y="93"/>
                    </a:lnTo>
                    <a:lnTo>
                      <a:pt x="196" y="0"/>
                    </a:lnTo>
                    <a:lnTo>
                      <a:pt x="53" y="0"/>
                    </a:lnTo>
                    <a:lnTo>
                      <a:pt x="0" y="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 name="Freeform 49"/>
              <p:cNvSpPr>
                <a:spLocks/>
              </p:cNvSpPr>
              <p:nvPr/>
            </p:nvSpPr>
            <p:spPr bwMode="auto">
              <a:xfrm>
                <a:off x="2240" y="1627"/>
                <a:ext cx="23" cy="14"/>
              </a:xfrm>
              <a:custGeom>
                <a:avLst/>
                <a:gdLst>
                  <a:gd name="T0" fmla="*/ 0 w 183"/>
                  <a:gd name="T1" fmla="*/ 0 h 119"/>
                  <a:gd name="T2" fmla="*/ 0 w 183"/>
                  <a:gd name="T3" fmla="*/ 0 h 119"/>
                  <a:gd name="T4" fmla="*/ 0 w 183"/>
                  <a:gd name="T5" fmla="*/ 0 h 119"/>
                  <a:gd name="T6" fmla="*/ 0 w 183"/>
                  <a:gd name="T7" fmla="*/ 0 h 119"/>
                  <a:gd name="T8" fmla="*/ 0 w 183"/>
                  <a:gd name="T9" fmla="*/ 0 h 119"/>
                  <a:gd name="T10" fmla="*/ 0 w 183"/>
                  <a:gd name="T11" fmla="*/ 0 h 119"/>
                  <a:gd name="T12" fmla="*/ 0 60000 65536"/>
                  <a:gd name="T13" fmla="*/ 0 60000 65536"/>
                  <a:gd name="T14" fmla="*/ 0 60000 65536"/>
                  <a:gd name="T15" fmla="*/ 0 60000 65536"/>
                  <a:gd name="T16" fmla="*/ 0 60000 65536"/>
                  <a:gd name="T17" fmla="*/ 0 60000 65536"/>
                  <a:gd name="T18" fmla="*/ 0 w 183"/>
                  <a:gd name="T19" fmla="*/ 0 h 119"/>
                  <a:gd name="T20" fmla="*/ 183 w 18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183" h="119">
                    <a:moveTo>
                      <a:pt x="0" y="66"/>
                    </a:moveTo>
                    <a:lnTo>
                      <a:pt x="106" y="119"/>
                    </a:lnTo>
                    <a:lnTo>
                      <a:pt x="183" y="105"/>
                    </a:lnTo>
                    <a:lnTo>
                      <a:pt x="172" y="77"/>
                    </a:lnTo>
                    <a:lnTo>
                      <a:pt x="37" y="0"/>
                    </a:lnTo>
                    <a:lnTo>
                      <a:pt x="0" y="6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 name="Freeform 50"/>
              <p:cNvSpPr>
                <a:spLocks/>
              </p:cNvSpPr>
              <p:nvPr/>
            </p:nvSpPr>
            <p:spPr bwMode="auto">
              <a:xfrm>
                <a:off x="2509" y="1541"/>
                <a:ext cx="28" cy="11"/>
              </a:xfrm>
              <a:custGeom>
                <a:avLst/>
                <a:gdLst>
                  <a:gd name="T0" fmla="*/ 0 w 218"/>
                  <a:gd name="T1" fmla="*/ 0 h 86"/>
                  <a:gd name="T2" fmla="*/ 0 w 218"/>
                  <a:gd name="T3" fmla="*/ 0 h 86"/>
                  <a:gd name="T4" fmla="*/ 0 w 218"/>
                  <a:gd name="T5" fmla="*/ 0 h 86"/>
                  <a:gd name="T6" fmla="*/ 0 w 218"/>
                  <a:gd name="T7" fmla="*/ 0 h 86"/>
                  <a:gd name="T8" fmla="*/ 0 w 218"/>
                  <a:gd name="T9" fmla="*/ 0 h 86"/>
                  <a:gd name="T10" fmla="*/ 0 w 218"/>
                  <a:gd name="T11" fmla="*/ 0 h 86"/>
                  <a:gd name="T12" fmla="*/ 0 w 218"/>
                  <a:gd name="T13" fmla="*/ 0 h 86"/>
                  <a:gd name="T14" fmla="*/ 0 w 218"/>
                  <a:gd name="T15" fmla="*/ 0 h 86"/>
                  <a:gd name="T16" fmla="*/ 0 w 218"/>
                  <a:gd name="T17" fmla="*/ 0 h 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8"/>
                  <a:gd name="T28" fmla="*/ 0 h 86"/>
                  <a:gd name="T29" fmla="*/ 218 w 218"/>
                  <a:gd name="T30" fmla="*/ 86 h 8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8" h="86">
                    <a:moveTo>
                      <a:pt x="0" y="14"/>
                    </a:moveTo>
                    <a:lnTo>
                      <a:pt x="62" y="60"/>
                    </a:lnTo>
                    <a:lnTo>
                      <a:pt x="97" y="86"/>
                    </a:lnTo>
                    <a:lnTo>
                      <a:pt x="181" y="86"/>
                    </a:lnTo>
                    <a:lnTo>
                      <a:pt x="218" y="58"/>
                    </a:lnTo>
                    <a:lnTo>
                      <a:pt x="177" y="9"/>
                    </a:lnTo>
                    <a:lnTo>
                      <a:pt x="103" y="0"/>
                    </a:lnTo>
                    <a:lnTo>
                      <a:pt x="20" y="9"/>
                    </a:lnTo>
                    <a:lnTo>
                      <a:pt x="0"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 name="Freeform 51"/>
              <p:cNvSpPr>
                <a:spLocks/>
              </p:cNvSpPr>
              <p:nvPr/>
            </p:nvSpPr>
            <p:spPr bwMode="auto">
              <a:xfrm>
                <a:off x="2568" y="1545"/>
                <a:ext cx="27" cy="10"/>
              </a:xfrm>
              <a:custGeom>
                <a:avLst/>
                <a:gdLst>
                  <a:gd name="T0" fmla="*/ 0 w 216"/>
                  <a:gd name="T1" fmla="*/ 0 h 83"/>
                  <a:gd name="T2" fmla="*/ 0 w 216"/>
                  <a:gd name="T3" fmla="*/ 0 h 83"/>
                  <a:gd name="T4" fmla="*/ 0 w 216"/>
                  <a:gd name="T5" fmla="*/ 0 h 83"/>
                  <a:gd name="T6" fmla="*/ 0 w 216"/>
                  <a:gd name="T7" fmla="*/ 0 h 83"/>
                  <a:gd name="T8" fmla="*/ 0 w 216"/>
                  <a:gd name="T9" fmla="*/ 0 h 83"/>
                  <a:gd name="T10" fmla="*/ 0 w 216"/>
                  <a:gd name="T11" fmla="*/ 0 h 83"/>
                  <a:gd name="T12" fmla="*/ 0 w 216"/>
                  <a:gd name="T13" fmla="*/ 0 h 83"/>
                  <a:gd name="T14" fmla="*/ 0 w 216"/>
                  <a:gd name="T15" fmla="*/ 0 h 83"/>
                  <a:gd name="T16" fmla="*/ 0 w 216"/>
                  <a:gd name="T17" fmla="*/ 0 h 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6"/>
                  <a:gd name="T28" fmla="*/ 0 h 83"/>
                  <a:gd name="T29" fmla="*/ 216 w 216"/>
                  <a:gd name="T30" fmla="*/ 83 h 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6" h="83">
                    <a:moveTo>
                      <a:pt x="0" y="48"/>
                    </a:moveTo>
                    <a:lnTo>
                      <a:pt x="50" y="7"/>
                    </a:lnTo>
                    <a:lnTo>
                      <a:pt x="130" y="0"/>
                    </a:lnTo>
                    <a:lnTo>
                      <a:pt x="216" y="35"/>
                    </a:lnTo>
                    <a:lnTo>
                      <a:pt x="163" y="66"/>
                    </a:lnTo>
                    <a:lnTo>
                      <a:pt x="121" y="81"/>
                    </a:lnTo>
                    <a:lnTo>
                      <a:pt x="75" y="83"/>
                    </a:lnTo>
                    <a:lnTo>
                      <a:pt x="18" y="62"/>
                    </a:lnTo>
                    <a:lnTo>
                      <a:pt x="0" y="4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 name="Freeform 52"/>
              <p:cNvSpPr>
                <a:spLocks/>
              </p:cNvSpPr>
              <p:nvPr/>
            </p:nvSpPr>
            <p:spPr bwMode="auto">
              <a:xfrm>
                <a:off x="2528" y="1606"/>
                <a:ext cx="43" cy="9"/>
              </a:xfrm>
              <a:custGeom>
                <a:avLst/>
                <a:gdLst>
                  <a:gd name="T0" fmla="*/ 0 w 350"/>
                  <a:gd name="T1" fmla="*/ 0 h 67"/>
                  <a:gd name="T2" fmla="*/ 0 w 350"/>
                  <a:gd name="T3" fmla="*/ 0 h 67"/>
                  <a:gd name="T4" fmla="*/ 0 w 350"/>
                  <a:gd name="T5" fmla="*/ 0 h 67"/>
                  <a:gd name="T6" fmla="*/ 0 w 350"/>
                  <a:gd name="T7" fmla="*/ 0 h 67"/>
                  <a:gd name="T8" fmla="*/ 0 w 350"/>
                  <a:gd name="T9" fmla="*/ 0 h 67"/>
                  <a:gd name="T10" fmla="*/ 0 w 350"/>
                  <a:gd name="T11" fmla="*/ 0 h 67"/>
                  <a:gd name="T12" fmla="*/ 0 w 350"/>
                  <a:gd name="T13" fmla="*/ 0 h 67"/>
                  <a:gd name="T14" fmla="*/ 0 w 350"/>
                  <a:gd name="T15" fmla="*/ 0 h 67"/>
                  <a:gd name="T16" fmla="*/ 0 w 350"/>
                  <a:gd name="T17" fmla="*/ 0 h 67"/>
                  <a:gd name="T18" fmla="*/ 0 w 350"/>
                  <a:gd name="T19" fmla="*/ 0 h 67"/>
                  <a:gd name="T20" fmla="*/ 0 w 350"/>
                  <a:gd name="T21" fmla="*/ 0 h 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0"/>
                  <a:gd name="T34" fmla="*/ 0 h 67"/>
                  <a:gd name="T35" fmla="*/ 350 w 350"/>
                  <a:gd name="T36" fmla="*/ 67 h 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0" h="67">
                    <a:moveTo>
                      <a:pt x="0" y="4"/>
                    </a:moveTo>
                    <a:lnTo>
                      <a:pt x="82" y="50"/>
                    </a:lnTo>
                    <a:lnTo>
                      <a:pt x="203" y="67"/>
                    </a:lnTo>
                    <a:lnTo>
                      <a:pt x="260" y="65"/>
                    </a:lnTo>
                    <a:lnTo>
                      <a:pt x="299" y="46"/>
                    </a:lnTo>
                    <a:lnTo>
                      <a:pt x="332" y="21"/>
                    </a:lnTo>
                    <a:lnTo>
                      <a:pt x="350" y="0"/>
                    </a:lnTo>
                    <a:lnTo>
                      <a:pt x="249" y="6"/>
                    </a:lnTo>
                    <a:lnTo>
                      <a:pt x="194" y="14"/>
                    </a:lnTo>
                    <a:lnTo>
                      <a:pt x="108" y="4"/>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 name="Freeform 53"/>
              <p:cNvSpPr>
                <a:spLocks/>
              </p:cNvSpPr>
              <p:nvPr/>
            </p:nvSpPr>
            <p:spPr bwMode="auto">
              <a:xfrm>
                <a:off x="3253" y="1642"/>
                <a:ext cx="591" cy="522"/>
              </a:xfrm>
              <a:custGeom>
                <a:avLst/>
                <a:gdLst>
                  <a:gd name="T0" fmla="*/ 0 w 4729"/>
                  <a:gd name="T1" fmla="*/ 0 h 4178"/>
                  <a:gd name="T2" fmla="*/ 0 w 4729"/>
                  <a:gd name="T3" fmla="*/ 0 h 4178"/>
                  <a:gd name="T4" fmla="*/ 0 w 4729"/>
                  <a:gd name="T5" fmla="*/ 0 h 4178"/>
                  <a:gd name="T6" fmla="*/ 0 w 4729"/>
                  <a:gd name="T7" fmla="*/ 0 h 4178"/>
                  <a:gd name="T8" fmla="*/ 0 w 4729"/>
                  <a:gd name="T9" fmla="*/ 0 h 4178"/>
                  <a:gd name="T10" fmla="*/ 0 w 4729"/>
                  <a:gd name="T11" fmla="*/ 0 h 4178"/>
                  <a:gd name="T12" fmla="*/ 0 w 4729"/>
                  <a:gd name="T13" fmla="*/ 0 h 4178"/>
                  <a:gd name="T14" fmla="*/ 0 w 4729"/>
                  <a:gd name="T15" fmla="*/ 0 h 4178"/>
                  <a:gd name="T16" fmla="*/ 0 w 4729"/>
                  <a:gd name="T17" fmla="*/ 0 h 4178"/>
                  <a:gd name="T18" fmla="*/ 0 w 4729"/>
                  <a:gd name="T19" fmla="*/ 0 h 4178"/>
                  <a:gd name="T20" fmla="*/ 0 w 4729"/>
                  <a:gd name="T21" fmla="*/ 0 h 4178"/>
                  <a:gd name="T22" fmla="*/ 0 w 4729"/>
                  <a:gd name="T23" fmla="*/ 0 h 4178"/>
                  <a:gd name="T24" fmla="*/ 0 w 4729"/>
                  <a:gd name="T25" fmla="*/ 0 h 4178"/>
                  <a:gd name="T26" fmla="*/ 0 w 4729"/>
                  <a:gd name="T27" fmla="*/ 0 h 4178"/>
                  <a:gd name="T28" fmla="*/ 0 w 4729"/>
                  <a:gd name="T29" fmla="*/ 0 h 4178"/>
                  <a:gd name="T30" fmla="*/ 0 w 4729"/>
                  <a:gd name="T31" fmla="*/ 0 h 4178"/>
                  <a:gd name="T32" fmla="*/ 0 w 4729"/>
                  <a:gd name="T33" fmla="*/ 0 h 4178"/>
                  <a:gd name="T34" fmla="*/ 0 w 4729"/>
                  <a:gd name="T35" fmla="*/ 0 h 4178"/>
                  <a:gd name="T36" fmla="*/ 0 w 4729"/>
                  <a:gd name="T37" fmla="*/ 0 h 4178"/>
                  <a:gd name="T38" fmla="*/ 0 w 4729"/>
                  <a:gd name="T39" fmla="*/ 0 h 4178"/>
                  <a:gd name="T40" fmla="*/ 0 w 4729"/>
                  <a:gd name="T41" fmla="*/ 0 h 4178"/>
                  <a:gd name="T42" fmla="*/ 0 w 4729"/>
                  <a:gd name="T43" fmla="*/ 0 h 4178"/>
                  <a:gd name="T44" fmla="*/ 0 w 4729"/>
                  <a:gd name="T45" fmla="*/ 0 h 4178"/>
                  <a:gd name="T46" fmla="*/ 0 w 4729"/>
                  <a:gd name="T47" fmla="*/ 0 h 4178"/>
                  <a:gd name="T48" fmla="*/ 0 w 4729"/>
                  <a:gd name="T49" fmla="*/ 0 h 4178"/>
                  <a:gd name="T50" fmla="*/ 0 w 4729"/>
                  <a:gd name="T51" fmla="*/ 0 h 4178"/>
                  <a:gd name="T52" fmla="*/ 0 w 4729"/>
                  <a:gd name="T53" fmla="*/ 0 h 4178"/>
                  <a:gd name="T54" fmla="*/ 0 w 4729"/>
                  <a:gd name="T55" fmla="*/ 0 h 4178"/>
                  <a:gd name="T56" fmla="*/ 0 w 4729"/>
                  <a:gd name="T57" fmla="*/ 0 h 4178"/>
                  <a:gd name="T58" fmla="*/ 0 w 4729"/>
                  <a:gd name="T59" fmla="*/ 0 h 4178"/>
                  <a:gd name="T60" fmla="*/ 0 w 4729"/>
                  <a:gd name="T61" fmla="*/ 0 h 4178"/>
                  <a:gd name="T62" fmla="*/ 0 w 4729"/>
                  <a:gd name="T63" fmla="*/ 0 h 4178"/>
                  <a:gd name="T64" fmla="*/ 0 w 4729"/>
                  <a:gd name="T65" fmla="*/ 0 h 4178"/>
                  <a:gd name="T66" fmla="*/ 0 w 4729"/>
                  <a:gd name="T67" fmla="*/ 0 h 4178"/>
                  <a:gd name="T68" fmla="*/ 0 w 4729"/>
                  <a:gd name="T69" fmla="*/ 0 h 4178"/>
                  <a:gd name="T70" fmla="*/ 0 w 4729"/>
                  <a:gd name="T71" fmla="*/ 0 h 4178"/>
                  <a:gd name="T72" fmla="*/ 0 w 4729"/>
                  <a:gd name="T73" fmla="*/ 0 h 4178"/>
                  <a:gd name="T74" fmla="*/ 0 w 4729"/>
                  <a:gd name="T75" fmla="*/ 0 h 4178"/>
                  <a:gd name="T76" fmla="*/ 0 w 4729"/>
                  <a:gd name="T77" fmla="*/ 0 h 4178"/>
                  <a:gd name="T78" fmla="*/ 0 w 4729"/>
                  <a:gd name="T79" fmla="*/ 0 h 4178"/>
                  <a:gd name="T80" fmla="*/ 0 w 4729"/>
                  <a:gd name="T81" fmla="*/ 0 h 4178"/>
                  <a:gd name="T82" fmla="*/ 0 w 4729"/>
                  <a:gd name="T83" fmla="*/ 0 h 4178"/>
                  <a:gd name="T84" fmla="*/ 0 w 4729"/>
                  <a:gd name="T85" fmla="*/ 0 h 4178"/>
                  <a:gd name="T86" fmla="*/ 0 w 4729"/>
                  <a:gd name="T87" fmla="*/ 0 h 4178"/>
                  <a:gd name="T88" fmla="*/ 0 w 4729"/>
                  <a:gd name="T89" fmla="*/ 0 h 4178"/>
                  <a:gd name="T90" fmla="*/ 0 w 4729"/>
                  <a:gd name="T91" fmla="*/ 0 h 4178"/>
                  <a:gd name="T92" fmla="*/ 0 w 4729"/>
                  <a:gd name="T93" fmla="*/ 0 h 4178"/>
                  <a:gd name="T94" fmla="*/ 0 w 4729"/>
                  <a:gd name="T95" fmla="*/ 0 h 417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729"/>
                  <a:gd name="T145" fmla="*/ 0 h 4178"/>
                  <a:gd name="T146" fmla="*/ 4729 w 4729"/>
                  <a:gd name="T147" fmla="*/ 4178 h 417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729" h="4178">
                    <a:moveTo>
                      <a:pt x="602" y="3182"/>
                    </a:moveTo>
                    <a:lnTo>
                      <a:pt x="1411" y="2760"/>
                    </a:lnTo>
                    <a:lnTo>
                      <a:pt x="1677" y="2463"/>
                    </a:lnTo>
                    <a:lnTo>
                      <a:pt x="1928" y="3087"/>
                    </a:lnTo>
                    <a:lnTo>
                      <a:pt x="1940" y="3300"/>
                    </a:lnTo>
                    <a:lnTo>
                      <a:pt x="1846" y="3325"/>
                    </a:lnTo>
                    <a:lnTo>
                      <a:pt x="1640" y="3288"/>
                    </a:lnTo>
                    <a:lnTo>
                      <a:pt x="1486" y="3279"/>
                    </a:lnTo>
                    <a:lnTo>
                      <a:pt x="1398" y="3241"/>
                    </a:lnTo>
                    <a:lnTo>
                      <a:pt x="1218" y="3265"/>
                    </a:lnTo>
                    <a:lnTo>
                      <a:pt x="1050" y="3230"/>
                    </a:lnTo>
                    <a:lnTo>
                      <a:pt x="844" y="3168"/>
                    </a:lnTo>
                    <a:lnTo>
                      <a:pt x="672" y="3254"/>
                    </a:lnTo>
                    <a:lnTo>
                      <a:pt x="541" y="3491"/>
                    </a:lnTo>
                    <a:lnTo>
                      <a:pt x="640" y="3841"/>
                    </a:lnTo>
                    <a:lnTo>
                      <a:pt x="1070" y="3903"/>
                    </a:lnTo>
                    <a:lnTo>
                      <a:pt x="1640" y="4032"/>
                    </a:lnTo>
                    <a:lnTo>
                      <a:pt x="2013" y="4139"/>
                    </a:lnTo>
                    <a:lnTo>
                      <a:pt x="2919" y="4178"/>
                    </a:lnTo>
                    <a:lnTo>
                      <a:pt x="3270" y="4153"/>
                    </a:lnTo>
                    <a:lnTo>
                      <a:pt x="3620" y="4056"/>
                    </a:lnTo>
                    <a:lnTo>
                      <a:pt x="4667" y="2951"/>
                    </a:lnTo>
                    <a:lnTo>
                      <a:pt x="4729" y="1824"/>
                    </a:lnTo>
                    <a:lnTo>
                      <a:pt x="4584" y="1298"/>
                    </a:lnTo>
                    <a:lnTo>
                      <a:pt x="4425" y="1019"/>
                    </a:lnTo>
                    <a:lnTo>
                      <a:pt x="4138" y="639"/>
                    </a:lnTo>
                    <a:lnTo>
                      <a:pt x="3595" y="384"/>
                    </a:lnTo>
                    <a:lnTo>
                      <a:pt x="3450" y="422"/>
                    </a:lnTo>
                    <a:lnTo>
                      <a:pt x="3342" y="362"/>
                    </a:lnTo>
                    <a:lnTo>
                      <a:pt x="3256" y="194"/>
                    </a:lnTo>
                    <a:lnTo>
                      <a:pt x="3053" y="121"/>
                    </a:lnTo>
                    <a:lnTo>
                      <a:pt x="2872" y="0"/>
                    </a:lnTo>
                    <a:lnTo>
                      <a:pt x="2666" y="12"/>
                    </a:lnTo>
                    <a:lnTo>
                      <a:pt x="1709" y="602"/>
                    </a:lnTo>
                    <a:lnTo>
                      <a:pt x="1558" y="720"/>
                    </a:lnTo>
                    <a:lnTo>
                      <a:pt x="1460" y="817"/>
                    </a:lnTo>
                    <a:lnTo>
                      <a:pt x="1281" y="911"/>
                    </a:lnTo>
                    <a:lnTo>
                      <a:pt x="1070" y="1503"/>
                    </a:lnTo>
                    <a:lnTo>
                      <a:pt x="1064" y="1702"/>
                    </a:lnTo>
                    <a:lnTo>
                      <a:pt x="989" y="1979"/>
                    </a:lnTo>
                    <a:lnTo>
                      <a:pt x="808" y="2039"/>
                    </a:lnTo>
                    <a:lnTo>
                      <a:pt x="723" y="2136"/>
                    </a:lnTo>
                    <a:lnTo>
                      <a:pt x="699" y="2259"/>
                    </a:lnTo>
                    <a:lnTo>
                      <a:pt x="578" y="2377"/>
                    </a:lnTo>
                    <a:lnTo>
                      <a:pt x="240" y="2606"/>
                    </a:lnTo>
                    <a:lnTo>
                      <a:pt x="0" y="2917"/>
                    </a:lnTo>
                    <a:lnTo>
                      <a:pt x="277" y="3145"/>
                    </a:lnTo>
                    <a:lnTo>
                      <a:pt x="602" y="31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 name="Freeform 54"/>
              <p:cNvSpPr>
                <a:spLocks/>
              </p:cNvSpPr>
              <p:nvPr/>
            </p:nvSpPr>
            <p:spPr bwMode="auto">
              <a:xfrm>
                <a:off x="3313" y="1776"/>
                <a:ext cx="174" cy="272"/>
              </a:xfrm>
              <a:custGeom>
                <a:avLst/>
                <a:gdLst>
                  <a:gd name="T0" fmla="*/ 0 w 1387"/>
                  <a:gd name="T1" fmla="*/ 0 h 2184"/>
                  <a:gd name="T2" fmla="*/ 0 w 1387"/>
                  <a:gd name="T3" fmla="*/ 0 h 2184"/>
                  <a:gd name="T4" fmla="*/ 0 w 1387"/>
                  <a:gd name="T5" fmla="*/ 0 h 2184"/>
                  <a:gd name="T6" fmla="*/ 0 w 1387"/>
                  <a:gd name="T7" fmla="*/ 0 h 2184"/>
                  <a:gd name="T8" fmla="*/ 0 w 1387"/>
                  <a:gd name="T9" fmla="*/ 0 h 2184"/>
                  <a:gd name="T10" fmla="*/ 0 w 1387"/>
                  <a:gd name="T11" fmla="*/ 0 h 2184"/>
                  <a:gd name="T12" fmla="*/ 0 w 1387"/>
                  <a:gd name="T13" fmla="*/ 0 h 2184"/>
                  <a:gd name="T14" fmla="*/ 0 w 1387"/>
                  <a:gd name="T15" fmla="*/ 0 h 2184"/>
                  <a:gd name="T16" fmla="*/ 0 w 1387"/>
                  <a:gd name="T17" fmla="*/ 0 h 2184"/>
                  <a:gd name="T18" fmla="*/ 0 w 1387"/>
                  <a:gd name="T19" fmla="*/ 0 h 2184"/>
                  <a:gd name="T20" fmla="*/ 0 w 1387"/>
                  <a:gd name="T21" fmla="*/ 0 h 2184"/>
                  <a:gd name="T22" fmla="*/ 0 w 1387"/>
                  <a:gd name="T23" fmla="*/ 0 h 2184"/>
                  <a:gd name="T24" fmla="*/ 0 w 1387"/>
                  <a:gd name="T25" fmla="*/ 0 h 2184"/>
                  <a:gd name="T26" fmla="*/ 0 w 1387"/>
                  <a:gd name="T27" fmla="*/ 0 h 2184"/>
                  <a:gd name="T28" fmla="*/ 0 w 1387"/>
                  <a:gd name="T29" fmla="*/ 0 h 2184"/>
                  <a:gd name="T30" fmla="*/ 0 w 1387"/>
                  <a:gd name="T31" fmla="*/ 0 h 2184"/>
                  <a:gd name="T32" fmla="*/ 0 w 1387"/>
                  <a:gd name="T33" fmla="*/ 0 h 2184"/>
                  <a:gd name="T34" fmla="*/ 0 w 1387"/>
                  <a:gd name="T35" fmla="*/ 0 h 2184"/>
                  <a:gd name="T36" fmla="*/ 0 w 1387"/>
                  <a:gd name="T37" fmla="*/ 0 h 2184"/>
                  <a:gd name="T38" fmla="*/ 0 w 1387"/>
                  <a:gd name="T39" fmla="*/ 0 h 2184"/>
                  <a:gd name="T40" fmla="*/ 0 w 1387"/>
                  <a:gd name="T41" fmla="*/ 0 h 2184"/>
                  <a:gd name="T42" fmla="*/ 0 w 1387"/>
                  <a:gd name="T43" fmla="*/ 0 h 2184"/>
                  <a:gd name="T44" fmla="*/ 0 w 1387"/>
                  <a:gd name="T45" fmla="*/ 0 h 2184"/>
                  <a:gd name="T46" fmla="*/ 0 w 1387"/>
                  <a:gd name="T47" fmla="*/ 0 h 2184"/>
                  <a:gd name="T48" fmla="*/ 0 w 1387"/>
                  <a:gd name="T49" fmla="*/ 0 h 2184"/>
                  <a:gd name="T50" fmla="*/ 0 w 1387"/>
                  <a:gd name="T51" fmla="*/ 0 h 2184"/>
                  <a:gd name="T52" fmla="*/ 0 w 1387"/>
                  <a:gd name="T53" fmla="*/ 0 h 2184"/>
                  <a:gd name="T54" fmla="*/ 0 w 1387"/>
                  <a:gd name="T55" fmla="*/ 0 h 2184"/>
                  <a:gd name="T56" fmla="*/ 0 w 1387"/>
                  <a:gd name="T57" fmla="*/ 0 h 2184"/>
                  <a:gd name="T58" fmla="*/ 0 w 1387"/>
                  <a:gd name="T59" fmla="*/ 0 h 2184"/>
                  <a:gd name="T60" fmla="*/ 0 w 1387"/>
                  <a:gd name="T61" fmla="*/ 0 h 2184"/>
                  <a:gd name="T62" fmla="*/ 0 w 1387"/>
                  <a:gd name="T63" fmla="*/ 0 h 2184"/>
                  <a:gd name="T64" fmla="*/ 0 w 1387"/>
                  <a:gd name="T65" fmla="*/ 0 h 2184"/>
                  <a:gd name="T66" fmla="*/ 0 w 1387"/>
                  <a:gd name="T67" fmla="*/ 0 h 2184"/>
                  <a:gd name="T68" fmla="*/ 0 w 1387"/>
                  <a:gd name="T69" fmla="*/ 0 h 2184"/>
                  <a:gd name="T70" fmla="*/ 0 w 1387"/>
                  <a:gd name="T71" fmla="*/ 0 h 2184"/>
                  <a:gd name="T72" fmla="*/ 0 w 1387"/>
                  <a:gd name="T73" fmla="*/ 0 h 2184"/>
                  <a:gd name="T74" fmla="*/ 0 w 1387"/>
                  <a:gd name="T75" fmla="*/ 0 h 2184"/>
                  <a:gd name="T76" fmla="*/ 0 w 1387"/>
                  <a:gd name="T77" fmla="*/ 0 h 2184"/>
                  <a:gd name="T78" fmla="*/ 0 w 1387"/>
                  <a:gd name="T79" fmla="*/ 0 h 2184"/>
                  <a:gd name="T80" fmla="*/ 0 w 1387"/>
                  <a:gd name="T81" fmla="*/ 0 h 2184"/>
                  <a:gd name="T82" fmla="*/ 0 w 1387"/>
                  <a:gd name="T83" fmla="*/ 0 h 2184"/>
                  <a:gd name="T84" fmla="*/ 0 w 1387"/>
                  <a:gd name="T85" fmla="*/ 0 h 218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87"/>
                  <a:gd name="T130" fmla="*/ 0 h 2184"/>
                  <a:gd name="T131" fmla="*/ 1387 w 1387"/>
                  <a:gd name="T132" fmla="*/ 2184 h 218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87" h="2184">
                    <a:moveTo>
                      <a:pt x="691" y="312"/>
                    </a:moveTo>
                    <a:lnTo>
                      <a:pt x="679" y="433"/>
                    </a:lnTo>
                    <a:lnTo>
                      <a:pt x="712" y="479"/>
                    </a:lnTo>
                    <a:lnTo>
                      <a:pt x="807" y="528"/>
                    </a:lnTo>
                    <a:lnTo>
                      <a:pt x="859" y="578"/>
                    </a:lnTo>
                    <a:lnTo>
                      <a:pt x="859" y="683"/>
                    </a:lnTo>
                    <a:lnTo>
                      <a:pt x="664" y="731"/>
                    </a:lnTo>
                    <a:lnTo>
                      <a:pt x="605" y="731"/>
                    </a:lnTo>
                    <a:lnTo>
                      <a:pt x="555" y="671"/>
                    </a:lnTo>
                    <a:lnTo>
                      <a:pt x="508" y="899"/>
                    </a:lnTo>
                    <a:lnTo>
                      <a:pt x="290" y="1031"/>
                    </a:lnTo>
                    <a:lnTo>
                      <a:pt x="664" y="899"/>
                    </a:lnTo>
                    <a:lnTo>
                      <a:pt x="749" y="899"/>
                    </a:lnTo>
                    <a:lnTo>
                      <a:pt x="712" y="945"/>
                    </a:lnTo>
                    <a:lnTo>
                      <a:pt x="447" y="1103"/>
                    </a:lnTo>
                    <a:lnTo>
                      <a:pt x="726" y="1103"/>
                    </a:lnTo>
                    <a:lnTo>
                      <a:pt x="737" y="1213"/>
                    </a:lnTo>
                    <a:lnTo>
                      <a:pt x="133" y="1273"/>
                    </a:lnTo>
                    <a:lnTo>
                      <a:pt x="0" y="1369"/>
                    </a:lnTo>
                    <a:lnTo>
                      <a:pt x="170" y="1426"/>
                    </a:lnTo>
                    <a:lnTo>
                      <a:pt x="279" y="1525"/>
                    </a:lnTo>
                    <a:lnTo>
                      <a:pt x="290" y="1593"/>
                    </a:lnTo>
                    <a:lnTo>
                      <a:pt x="181" y="1690"/>
                    </a:lnTo>
                    <a:lnTo>
                      <a:pt x="181" y="1810"/>
                    </a:lnTo>
                    <a:lnTo>
                      <a:pt x="242" y="1932"/>
                    </a:lnTo>
                    <a:lnTo>
                      <a:pt x="84" y="2075"/>
                    </a:lnTo>
                    <a:lnTo>
                      <a:pt x="218" y="2184"/>
                    </a:lnTo>
                    <a:lnTo>
                      <a:pt x="373" y="2098"/>
                    </a:lnTo>
                    <a:lnTo>
                      <a:pt x="472" y="2123"/>
                    </a:lnTo>
                    <a:lnTo>
                      <a:pt x="679" y="1964"/>
                    </a:lnTo>
                    <a:lnTo>
                      <a:pt x="989" y="1630"/>
                    </a:lnTo>
                    <a:lnTo>
                      <a:pt x="1207" y="1379"/>
                    </a:lnTo>
                    <a:lnTo>
                      <a:pt x="1350" y="1752"/>
                    </a:lnTo>
                    <a:lnTo>
                      <a:pt x="1387" y="1358"/>
                    </a:lnTo>
                    <a:lnTo>
                      <a:pt x="1387" y="1199"/>
                    </a:lnTo>
                    <a:lnTo>
                      <a:pt x="1242" y="1093"/>
                    </a:lnTo>
                    <a:lnTo>
                      <a:pt x="1122" y="923"/>
                    </a:lnTo>
                    <a:lnTo>
                      <a:pt x="1014" y="740"/>
                    </a:lnTo>
                    <a:lnTo>
                      <a:pt x="930" y="528"/>
                    </a:lnTo>
                    <a:lnTo>
                      <a:pt x="834" y="228"/>
                    </a:lnTo>
                    <a:lnTo>
                      <a:pt x="800" y="0"/>
                    </a:lnTo>
                    <a:lnTo>
                      <a:pt x="700" y="215"/>
                    </a:lnTo>
                    <a:lnTo>
                      <a:pt x="691" y="312"/>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 name="Freeform 55"/>
              <p:cNvSpPr>
                <a:spLocks/>
              </p:cNvSpPr>
              <p:nvPr/>
            </p:nvSpPr>
            <p:spPr bwMode="auto">
              <a:xfrm>
                <a:off x="3401" y="1778"/>
                <a:ext cx="357" cy="391"/>
              </a:xfrm>
              <a:custGeom>
                <a:avLst/>
                <a:gdLst>
                  <a:gd name="T0" fmla="*/ 0 w 2861"/>
                  <a:gd name="T1" fmla="*/ 0 h 3124"/>
                  <a:gd name="T2" fmla="*/ 0 w 2861"/>
                  <a:gd name="T3" fmla="*/ 0 h 3124"/>
                  <a:gd name="T4" fmla="*/ 0 w 2861"/>
                  <a:gd name="T5" fmla="*/ 0 h 3124"/>
                  <a:gd name="T6" fmla="*/ 0 w 2861"/>
                  <a:gd name="T7" fmla="*/ 0 h 3124"/>
                  <a:gd name="T8" fmla="*/ 0 w 2861"/>
                  <a:gd name="T9" fmla="*/ 0 h 3124"/>
                  <a:gd name="T10" fmla="*/ 0 w 2861"/>
                  <a:gd name="T11" fmla="*/ 0 h 3124"/>
                  <a:gd name="T12" fmla="*/ 0 w 2861"/>
                  <a:gd name="T13" fmla="*/ 0 h 3124"/>
                  <a:gd name="T14" fmla="*/ 0 w 2861"/>
                  <a:gd name="T15" fmla="*/ 0 h 3124"/>
                  <a:gd name="T16" fmla="*/ 0 w 2861"/>
                  <a:gd name="T17" fmla="*/ 0 h 3124"/>
                  <a:gd name="T18" fmla="*/ 0 w 2861"/>
                  <a:gd name="T19" fmla="*/ 0 h 3124"/>
                  <a:gd name="T20" fmla="*/ 0 w 2861"/>
                  <a:gd name="T21" fmla="*/ 0 h 3124"/>
                  <a:gd name="T22" fmla="*/ 0 w 2861"/>
                  <a:gd name="T23" fmla="*/ 0 h 3124"/>
                  <a:gd name="T24" fmla="*/ 0 w 2861"/>
                  <a:gd name="T25" fmla="*/ 0 h 3124"/>
                  <a:gd name="T26" fmla="*/ 0 w 2861"/>
                  <a:gd name="T27" fmla="*/ 0 h 3124"/>
                  <a:gd name="T28" fmla="*/ 0 w 2861"/>
                  <a:gd name="T29" fmla="*/ 0 h 3124"/>
                  <a:gd name="T30" fmla="*/ 0 w 2861"/>
                  <a:gd name="T31" fmla="*/ 0 h 3124"/>
                  <a:gd name="T32" fmla="*/ 0 w 2861"/>
                  <a:gd name="T33" fmla="*/ 0 h 3124"/>
                  <a:gd name="T34" fmla="*/ 0 w 2861"/>
                  <a:gd name="T35" fmla="*/ 0 h 3124"/>
                  <a:gd name="T36" fmla="*/ 0 w 2861"/>
                  <a:gd name="T37" fmla="*/ 0 h 3124"/>
                  <a:gd name="T38" fmla="*/ 0 w 2861"/>
                  <a:gd name="T39" fmla="*/ 0 h 3124"/>
                  <a:gd name="T40" fmla="*/ 0 w 2861"/>
                  <a:gd name="T41" fmla="*/ 0 h 3124"/>
                  <a:gd name="T42" fmla="*/ 0 w 2861"/>
                  <a:gd name="T43" fmla="*/ 0 h 3124"/>
                  <a:gd name="T44" fmla="*/ 0 w 2861"/>
                  <a:gd name="T45" fmla="*/ 0 h 3124"/>
                  <a:gd name="T46" fmla="*/ 0 w 2861"/>
                  <a:gd name="T47" fmla="*/ 0 h 3124"/>
                  <a:gd name="T48" fmla="*/ 0 w 2861"/>
                  <a:gd name="T49" fmla="*/ 0 h 3124"/>
                  <a:gd name="T50" fmla="*/ 0 w 2861"/>
                  <a:gd name="T51" fmla="*/ 0 h 3124"/>
                  <a:gd name="T52" fmla="*/ 0 w 2861"/>
                  <a:gd name="T53" fmla="*/ 0 h 3124"/>
                  <a:gd name="T54" fmla="*/ 0 w 2861"/>
                  <a:gd name="T55" fmla="*/ 0 h 3124"/>
                  <a:gd name="T56" fmla="*/ 0 w 2861"/>
                  <a:gd name="T57" fmla="*/ 0 h 3124"/>
                  <a:gd name="T58" fmla="*/ 0 w 2861"/>
                  <a:gd name="T59" fmla="*/ 0 h 3124"/>
                  <a:gd name="T60" fmla="*/ 0 w 2861"/>
                  <a:gd name="T61" fmla="*/ 0 h 3124"/>
                  <a:gd name="T62" fmla="*/ 0 w 2861"/>
                  <a:gd name="T63" fmla="*/ 0 h 3124"/>
                  <a:gd name="T64" fmla="*/ 0 w 2861"/>
                  <a:gd name="T65" fmla="*/ 0 h 3124"/>
                  <a:gd name="T66" fmla="*/ 0 w 2861"/>
                  <a:gd name="T67" fmla="*/ 0 h 3124"/>
                  <a:gd name="T68" fmla="*/ 0 w 2861"/>
                  <a:gd name="T69" fmla="*/ 0 h 3124"/>
                  <a:gd name="T70" fmla="*/ 0 w 2861"/>
                  <a:gd name="T71" fmla="*/ 0 h 3124"/>
                  <a:gd name="T72" fmla="*/ 0 w 2861"/>
                  <a:gd name="T73" fmla="*/ 0 h 3124"/>
                  <a:gd name="T74" fmla="*/ 0 w 2861"/>
                  <a:gd name="T75" fmla="*/ 0 h 3124"/>
                  <a:gd name="T76" fmla="*/ 0 w 2861"/>
                  <a:gd name="T77" fmla="*/ 0 h 3124"/>
                  <a:gd name="T78" fmla="*/ 0 w 2861"/>
                  <a:gd name="T79" fmla="*/ 0 h 3124"/>
                  <a:gd name="T80" fmla="*/ 0 w 2861"/>
                  <a:gd name="T81" fmla="*/ 0 h 3124"/>
                  <a:gd name="T82" fmla="*/ 0 w 2861"/>
                  <a:gd name="T83" fmla="*/ 0 h 3124"/>
                  <a:gd name="T84" fmla="*/ 0 w 2861"/>
                  <a:gd name="T85" fmla="*/ 0 h 3124"/>
                  <a:gd name="T86" fmla="*/ 0 w 2861"/>
                  <a:gd name="T87" fmla="*/ 0 h 3124"/>
                  <a:gd name="T88" fmla="*/ 0 w 2861"/>
                  <a:gd name="T89" fmla="*/ 0 h 3124"/>
                  <a:gd name="T90" fmla="*/ 0 w 2861"/>
                  <a:gd name="T91" fmla="*/ 0 h 3124"/>
                  <a:gd name="T92" fmla="*/ 0 w 2861"/>
                  <a:gd name="T93" fmla="*/ 0 h 3124"/>
                  <a:gd name="T94" fmla="*/ 0 w 2861"/>
                  <a:gd name="T95" fmla="*/ 0 h 3124"/>
                  <a:gd name="T96" fmla="*/ 0 w 2861"/>
                  <a:gd name="T97" fmla="*/ 0 h 3124"/>
                  <a:gd name="T98" fmla="*/ 0 w 2861"/>
                  <a:gd name="T99" fmla="*/ 0 h 312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861"/>
                  <a:gd name="T151" fmla="*/ 0 h 3124"/>
                  <a:gd name="T152" fmla="*/ 2861 w 2861"/>
                  <a:gd name="T153" fmla="*/ 3124 h 312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861" h="3124">
                    <a:moveTo>
                      <a:pt x="988" y="1321"/>
                    </a:moveTo>
                    <a:lnTo>
                      <a:pt x="1377" y="1443"/>
                    </a:lnTo>
                    <a:lnTo>
                      <a:pt x="1691" y="1504"/>
                    </a:lnTo>
                    <a:lnTo>
                      <a:pt x="1909" y="1095"/>
                    </a:lnTo>
                    <a:lnTo>
                      <a:pt x="1895" y="698"/>
                    </a:lnTo>
                    <a:lnTo>
                      <a:pt x="2146" y="231"/>
                    </a:lnTo>
                    <a:lnTo>
                      <a:pt x="2642" y="0"/>
                    </a:lnTo>
                    <a:lnTo>
                      <a:pt x="2232" y="399"/>
                    </a:lnTo>
                    <a:lnTo>
                      <a:pt x="2111" y="770"/>
                    </a:lnTo>
                    <a:lnTo>
                      <a:pt x="2111" y="1168"/>
                    </a:lnTo>
                    <a:lnTo>
                      <a:pt x="2350" y="985"/>
                    </a:lnTo>
                    <a:lnTo>
                      <a:pt x="2665" y="627"/>
                    </a:lnTo>
                    <a:lnTo>
                      <a:pt x="2861" y="420"/>
                    </a:lnTo>
                    <a:lnTo>
                      <a:pt x="2861" y="590"/>
                    </a:lnTo>
                    <a:lnTo>
                      <a:pt x="2642" y="1010"/>
                    </a:lnTo>
                    <a:lnTo>
                      <a:pt x="2280" y="1478"/>
                    </a:lnTo>
                    <a:lnTo>
                      <a:pt x="1981" y="1741"/>
                    </a:lnTo>
                    <a:lnTo>
                      <a:pt x="1773" y="1838"/>
                    </a:lnTo>
                    <a:lnTo>
                      <a:pt x="1773" y="1959"/>
                    </a:lnTo>
                    <a:lnTo>
                      <a:pt x="1918" y="2188"/>
                    </a:lnTo>
                    <a:lnTo>
                      <a:pt x="2063" y="2545"/>
                    </a:lnTo>
                    <a:lnTo>
                      <a:pt x="1955" y="2451"/>
                    </a:lnTo>
                    <a:lnTo>
                      <a:pt x="1836" y="2333"/>
                    </a:lnTo>
                    <a:lnTo>
                      <a:pt x="1665" y="2257"/>
                    </a:lnTo>
                    <a:lnTo>
                      <a:pt x="1508" y="2222"/>
                    </a:lnTo>
                    <a:lnTo>
                      <a:pt x="1388" y="2197"/>
                    </a:lnTo>
                    <a:lnTo>
                      <a:pt x="1460" y="2429"/>
                    </a:lnTo>
                    <a:lnTo>
                      <a:pt x="1691" y="2621"/>
                    </a:lnTo>
                    <a:lnTo>
                      <a:pt x="1872" y="2725"/>
                    </a:lnTo>
                    <a:lnTo>
                      <a:pt x="1785" y="2534"/>
                    </a:lnTo>
                    <a:lnTo>
                      <a:pt x="1981" y="2582"/>
                    </a:lnTo>
                    <a:lnTo>
                      <a:pt x="2052" y="2750"/>
                    </a:lnTo>
                    <a:lnTo>
                      <a:pt x="2025" y="2978"/>
                    </a:lnTo>
                    <a:lnTo>
                      <a:pt x="1895" y="3110"/>
                    </a:lnTo>
                    <a:lnTo>
                      <a:pt x="1665" y="3124"/>
                    </a:lnTo>
                    <a:lnTo>
                      <a:pt x="1425" y="3001"/>
                    </a:lnTo>
                    <a:lnTo>
                      <a:pt x="1326" y="2796"/>
                    </a:lnTo>
                    <a:lnTo>
                      <a:pt x="1181" y="2400"/>
                    </a:lnTo>
                    <a:lnTo>
                      <a:pt x="988" y="2284"/>
                    </a:lnTo>
                    <a:lnTo>
                      <a:pt x="485" y="2391"/>
                    </a:lnTo>
                    <a:lnTo>
                      <a:pt x="171" y="2568"/>
                    </a:lnTo>
                    <a:lnTo>
                      <a:pt x="134" y="2499"/>
                    </a:lnTo>
                    <a:lnTo>
                      <a:pt x="217" y="2319"/>
                    </a:lnTo>
                    <a:lnTo>
                      <a:pt x="0" y="2400"/>
                    </a:lnTo>
                    <a:lnTo>
                      <a:pt x="87" y="2271"/>
                    </a:lnTo>
                    <a:lnTo>
                      <a:pt x="362" y="2197"/>
                    </a:lnTo>
                    <a:lnTo>
                      <a:pt x="558" y="2222"/>
                    </a:lnTo>
                    <a:lnTo>
                      <a:pt x="676" y="2234"/>
                    </a:lnTo>
                    <a:lnTo>
                      <a:pt x="950" y="2174"/>
                    </a:lnTo>
                    <a:lnTo>
                      <a:pt x="988" y="1321"/>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 name="Freeform 56"/>
              <p:cNvSpPr>
                <a:spLocks/>
              </p:cNvSpPr>
              <p:nvPr/>
            </p:nvSpPr>
            <p:spPr bwMode="auto">
              <a:xfrm>
                <a:off x="3517" y="1777"/>
                <a:ext cx="63" cy="178"/>
              </a:xfrm>
              <a:custGeom>
                <a:avLst/>
                <a:gdLst>
                  <a:gd name="T0" fmla="*/ 0 w 507"/>
                  <a:gd name="T1" fmla="*/ 0 h 1428"/>
                  <a:gd name="T2" fmla="*/ 0 w 507"/>
                  <a:gd name="T3" fmla="*/ 0 h 1428"/>
                  <a:gd name="T4" fmla="*/ 0 w 507"/>
                  <a:gd name="T5" fmla="*/ 0 h 1428"/>
                  <a:gd name="T6" fmla="*/ 0 w 507"/>
                  <a:gd name="T7" fmla="*/ 0 h 1428"/>
                  <a:gd name="T8" fmla="*/ 0 w 507"/>
                  <a:gd name="T9" fmla="*/ 0 h 1428"/>
                  <a:gd name="T10" fmla="*/ 0 w 507"/>
                  <a:gd name="T11" fmla="*/ 0 h 1428"/>
                  <a:gd name="T12" fmla="*/ 0 w 507"/>
                  <a:gd name="T13" fmla="*/ 0 h 1428"/>
                  <a:gd name="T14" fmla="*/ 0 w 507"/>
                  <a:gd name="T15" fmla="*/ 0 h 1428"/>
                  <a:gd name="T16" fmla="*/ 0 w 507"/>
                  <a:gd name="T17" fmla="*/ 0 h 1428"/>
                  <a:gd name="T18" fmla="*/ 0 w 507"/>
                  <a:gd name="T19" fmla="*/ 0 h 1428"/>
                  <a:gd name="T20" fmla="*/ 0 w 507"/>
                  <a:gd name="T21" fmla="*/ 0 h 1428"/>
                  <a:gd name="T22" fmla="*/ 0 w 507"/>
                  <a:gd name="T23" fmla="*/ 0 h 1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7"/>
                  <a:gd name="T37" fmla="*/ 0 h 1428"/>
                  <a:gd name="T38" fmla="*/ 507 w 507"/>
                  <a:gd name="T39" fmla="*/ 1428 h 14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7" h="1428">
                    <a:moveTo>
                      <a:pt x="143" y="1404"/>
                    </a:moveTo>
                    <a:lnTo>
                      <a:pt x="180" y="1130"/>
                    </a:lnTo>
                    <a:lnTo>
                      <a:pt x="242" y="780"/>
                    </a:lnTo>
                    <a:lnTo>
                      <a:pt x="242" y="613"/>
                    </a:lnTo>
                    <a:lnTo>
                      <a:pt x="194" y="446"/>
                    </a:lnTo>
                    <a:lnTo>
                      <a:pt x="206" y="312"/>
                    </a:lnTo>
                    <a:lnTo>
                      <a:pt x="266" y="134"/>
                    </a:lnTo>
                    <a:lnTo>
                      <a:pt x="507" y="158"/>
                    </a:lnTo>
                    <a:lnTo>
                      <a:pt x="143" y="0"/>
                    </a:lnTo>
                    <a:lnTo>
                      <a:pt x="0" y="325"/>
                    </a:lnTo>
                    <a:lnTo>
                      <a:pt x="21" y="1428"/>
                    </a:lnTo>
                    <a:lnTo>
                      <a:pt x="143" y="1404"/>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 name="Freeform 57"/>
              <p:cNvSpPr>
                <a:spLocks/>
              </p:cNvSpPr>
              <p:nvPr/>
            </p:nvSpPr>
            <p:spPr bwMode="auto">
              <a:xfrm>
                <a:off x="3595" y="1640"/>
                <a:ext cx="249" cy="534"/>
              </a:xfrm>
              <a:custGeom>
                <a:avLst/>
                <a:gdLst>
                  <a:gd name="T0" fmla="*/ 0 w 1991"/>
                  <a:gd name="T1" fmla="*/ 0 h 4272"/>
                  <a:gd name="T2" fmla="*/ 0 w 1991"/>
                  <a:gd name="T3" fmla="*/ 0 h 4272"/>
                  <a:gd name="T4" fmla="*/ 0 w 1991"/>
                  <a:gd name="T5" fmla="*/ 0 h 4272"/>
                  <a:gd name="T6" fmla="*/ 0 w 1991"/>
                  <a:gd name="T7" fmla="*/ 0 h 4272"/>
                  <a:gd name="T8" fmla="*/ 0 w 1991"/>
                  <a:gd name="T9" fmla="*/ 0 h 4272"/>
                  <a:gd name="T10" fmla="*/ 0 w 1991"/>
                  <a:gd name="T11" fmla="*/ 0 h 4272"/>
                  <a:gd name="T12" fmla="*/ 0 w 1991"/>
                  <a:gd name="T13" fmla="*/ 0 h 4272"/>
                  <a:gd name="T14" fmla="*/ 0 w 1991"/>
                  <a:gd name="T15" fmla="*/ 0 h 4272"/>
                  <a:gd name="T16" fmla="*/ 0 w 1991"/>
                  <a:gd name="T17" fmla="*/ 0 h 4272"/>
                  <a:gd name="T18" fmla="*/ 0 w 1991"/>
                  <a:gd name="T19" fmla="*/ 0 h 4272"/>
                  <a:gd name="T20" fmla="*/ 0 w 1991"/>
                  <a:gd name="T21" fmla="*/ 0 h 4272"/>
                  <a:gd name="T22" fmla="*/ 0 w 1991"/>
                  <a:gd name="T23" fmla="*/ 0 h 4272"/>
                  <a:gd name="T24" fmla="*/ 0 w 1991"/>
                  <a:gd name="T25" fmla="*/ 0 h 4272"/>
                  <a:gd name="T26" fmla="*/ 0 w 1991"/>
                  <a:gd name="T27" fmla="*/ 0 h 4272"/>
                  <a:gd name="T28" fmla="*/ 0 w 1991"/>
                  <a:gd name="T29" fmla="*/ 0 h 4272"/>
                  <a:gd name="T30" fmla="*/ 0 w 1991"/>
                  <a:gd name="T31" fmla="*/ 0 h 4272"/>
                  <a:gd name="T32" fmla="*/ 0 w 1991"/>
                  <a:gd name="T33" fmla="*/ 0 h 4272"/>
                  <a:gd name="T34" fmla="*/ 0 w 1991"/>
                  <a:gd name="T35" fmla="*/ 0 h 4272"/>
                  <a:gd name="T36" fmla="*/ 0 w 1991"/>
                  <a:gd name="T37" fmla="*/ 0 h 4272"/>
                  <a:gd name="T38" fmla="*/ 0 w 1991"/>
                  <a:gd name="T39" fmla="*/ 0 h 4272"/>
                  <a:gd name="T40" fmla="*/ 0 w 1991"/>
                  <a:gd name="T41" fmla="*/ 0 h 4272"/>
                  <a:gd name="T42" fmla="*/ 0 w 1991"/>
                  <a:gd name="T43" fmla="*/ 0 h 4272"/>
                  <a:gd name="T44" fmla="*/ 0 w 1991"/>
                  <a:gd name="T45" fmla="*/ 0 h 4272"/>
                  <a:gd name="T46" fmla="*/ 0 w 1991"/>
                  <a:gd name="T47" fmla="*/ 0 h 4272"/>
                  <a:gd name="T48" fmla="*/ 0 w 1991"/>
                  <a:gd name="T49" fmla="*/ 0 h 4272"/>
                  <a:gd name="T50" fmla="*/ 0 w 1991"/>
                  <a:gd name="T51" fmla="*/ 0 h 4272"/>
                  <a:gd name="T52" fmla="*/ 0 w 1991"/>
                  <a:gd name="T53" fmla="*/ 0 h 4272"/>
                  <a:gd name="T54" fmla="*/ 0 w 1991"/>
                  <a:gd name="T55" fmla="*/ 0 h 4272"/>
                  <a:gd name="T56" fmla="*/ 0 w 1991"/>
                  <a:gd name="T57" fmla="*/ 0 h 4272"/>
                  <a:gd name="T58" fmla="*/ 0 w 1991"/>
                  <a:gd name="T59" fmla="*/ 0 h 4272"/>
                  <a:gd name="T60" fmla="*/ 0 w 1991"/>
                  <a:gd name="T61" fmla="*/ 0 h 4272"/>
                  <a:gd name="T62" fmla="*/ 0 w 1991"/>
                  <a:gd name="T63" fmla="*/ 0 h 4272"/>
                  <a:gd name="T64" fmla="*/ 0 w 1991"/>
                  <a:gd name="T65" fmla="*/ 0 h 4272"/>
                  <a:gd name="T66" fmla="*/ 0 w 1991"/>
                  <a:gd name="T67" fmla="*/ 0 h 4272"/>
                  <a:gd name="T68" fmla="*/ 0 w 1991"/>
                  <a:gd name="T69" fmla="*/ 0 h 4272"/>
                  <a:gd name="T70" fmla="*/ 0 w 1991"/>
                  <a:gd name="T71" fmla="*/ 0 h 4272"/>
                  <a:gd name="T72" fmla="*/ 0 w 1991"/>
                  <a:gd name="T73" fmla="*/ 0 h 4272"/>
                  <a:gd name="T74" fmla="*/ 0 w 1991"/>
                  <a:gd name="T75" fmla="*/ 0 h 4272"/>
                  <a:gd name="T76" fmla="*/ 0 w 1991"/>
                  <a:gd name="T77" fmla="*/ 0 h 4272"/>
                  <a:gd name="T78" fmla="*/ 0 w 1991"/>
                  <a:gd name="T79" fmla="*/ 0 h 4272"/>
                  <a:gd name="T80" fmla="*/ 0 w 1991"/>
                  <a:gd name="T81" fmla="*/ 0 h 4272"/>
                  <a:gd name="T82" fmla="*/ 0 w 1991"/>
                  <a:gd name="T83" fmla="*/ 0 h 4272"/>
                  <a:gd name="T84" fmla="*/ 0 w 1991"/>
                  <a:gd name="T85" fmla="*/ 0 h 4272"/>
                  <a:gd name="T86" fmla="*/ 0 w 1991"/>
                  <a:gd name="T87" fmla="*/ 0 h 4272"/>
                  <a:gd name="T88" fmla="*/ 0 w 1991"/>
                  <a:gd name="T89" fmla="*/ 0 h 4272"/>
                  <a:gd name="T90" fmla="*/ 0 w 1991"/>
                  <a:gd name="T91" fmla="*/ 0 h 4272"/>
                  <a:gd name="T92" fmla="*/ 0 w 1991"/>
                  <a:gd name="T93" fmla="*/ 0 h 4272"/>
                  <a:gd name="T94" fmla="*/ 0 w 1991"/>
                  <a:gd name="T95" fmla="*/ 0 h 4272"/>
                  <a:gd name="T96" fmla="*/ 0 w 1991"/>
                  <a:gd name="T97" fmla="*/ 0 h 427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1"/>
                  <a:gd name="T148" fmla="*/ 0 h 4272"/>
                  <a:gd name="T149" fmla="*/ 1991 w 1991"/>
                  <a:gd name="T150" fmla="*/ 4272 h 427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1" h="4272">
                    <a:moveTo>
                      <a:pt x="48" y="182"/>
                    </a:moveTo>
                    <a:lnTo>
                      <a:pt x="181" y="445"/>
                    </a:lnTo>
                    <a:lnTo>
                      <a:pt x="134" y="922"/>
                    </a:lnTo>
                    <a:lnTo>
                      <a:pt x="325" y="240"/>
                    </a:lnTo>
                    <a:lnTo>
                      <a:pt x="409" y="217"/>
                    </a:lnTo>
                    <a:lnTo>
                      <a:pt x="495" y="339"/>
                    </a:lnTo>
                    <a:lnTo>
                      <a:pt x="468" y="468"/>
                    </a:lnTo>
                    <a:lnTo>
                      <a:pt x="371" y="694"/>
                    </a:lnTo>
                    <a:lnTo>
                      <a:pt x="543" y="519"/>
                    </a:lnTo>
                    <a:lnTo>
                      <a:pt x="613" y="540"/>
                    </a:lnTo>
                    <a:lnTo>
                      <a:pt x="251" y="1092"/>
                    </a:lnTo>
                    <a:lnTo>
                      <a:pt x="903" y="481"/>
                    </a:lnTo>
                    <a:lnTo>
                      <a:pt x="1304" y="661"/>
                    </a:lnTo>
                    <a:lnTo>
                      <a:pt x="1387" y="936"/>
                    </a:lnTo>
                    <a:lnTo>
                      <a:pt x="1664" y="1189"/>
                    </a:lnTo>
                    <a:lnTo>
                      <a:pt x="1687" y="1452"/>
                    </a:lnTo>
                    <a:lnTo>
                      <a:pt x="1822" y="1659"/>
                    </a:lnTo>
                    <a:lnTo>
                      <a:pt x="1738" y="1909"/>
                    </a:lnTo>
                    <a:lnTo>
                      <a:pt x="1422" y="2038"/>
                    </a:lnTo>
                    <a:lnTo>
                      <a:pt x="1433" y="2138"/>
                    </a:lnTo>
                    <a:lnTo>
                      <a:pt x="1712" y="2366"/>
                    </a:lnTo>
                    <a:lnTo>
                      <a:pt x="1496" y="2388"/>
                    </a:lnTo>
                    <a:lnTo>
                      <a:pt x="1253" y="2280"/>
                    </a:lnTo>
                    <a:lnTo>
                      <a:pt x="1747" y="2748"/>
                    </a:lnTo>
                    <a:lnTo>
                      <a:pt x="1687" y="2806"/>
                    </a:lnTo>
                    <a:lnTo>
                      <a:pt x="1350" y="2748"/>
                    </a:lnTo>
                    <a:lnTo>
                      <a:pt x="1350" y="3061"/>
                    </a:lnTo>
                    <a:lnTo>
                      <a:pt x="1182" y="3252"/>
                    </a:lnTo>
                    <a:lnTo>
                      <a:pt x="1073" y="3156"/>
                    </a:lnTo>
                    <a:lnTo>
                      <a:pt x="806" y="3636"/>
                    </a:lnTo>
                    <a:lnTo>
                      <a:pt x="506" y="3898"/>
                    </a:lnTo>
                    <a:lnTo>
                      <a:pt x="387" y="4199"/>
                    </a:lnTo>
                    <a:lnTo>
                      <a:pt x="481" y="4272"/>
                    </a:lnTo>
                    <a:lnTo>
                      <a:pt x="1290" y="3995"/>
                    </a:lnTo>
                    <a:lnTo>
                      <a:pt x="1991" y="2833"/>
                    </a:lnTo>
                    <a:lnTo>
                      <a:pt x="1991" y="1821"/>
                    </a:lnTo>
                    <a:lnTo>
                      <a:pt x="1798" y="1199"/>
                    </a:lnTo>
                    <a:lnTo>
                      <a:pt x="1653" y="947"/>
                    </a:lnTo>
                    <a:lnTo>
                      <a:pt x="1521" y="828"/>
                    </a:lnTo>
                    <a:lnTo>
                      <a:pt x="1387" y="613"/>
                    </a:lnTo>
                    <a:lnTo>
                      <a:pt x="831" y="358"/>
                    </a:lnTo>
                    <a:lnTo>
                      <a:pt x="686" y="433"/>
                    </a:lnTo>
                    <a:lnTo>
                      <a:pt x="613" y="358"/>
                    </a:lnTo>
                    <a:lnTo>
                      <a:pt x="578" y="228"/>
                    </a:lnTo>
                    <a:lnTo>
                      <a:pt x="361" y="108"/>
                    </a:lnTo>
                    <a:lnTo>
                      <a:pt x="244" y="97"/>
                    </a:lnTo>
                    <a:lnTo>
                      <a:pt x="134" y="0"/>
                    </a:lnTo>
                    <a:lnTo>
                      <a:pt x="0" y="11"/>
                    </a:lnTo>
                    <a:lnTo>
                      <a:pt x="48" y="182"/>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 name="Freeform 58"/>
              <p:cNvSpPr>
                <a:spLocks/>
              </p:cNvSpPr>
              <p:nvPr/>
            </p:nvSpPr>
            <p:spPr bwMode="auto">
              <a:xfrm>
                <a:off x="3488" y="1747"/>
                <a:ext cx="55" cy="307"/>
              </a:xfrm>
              <a:custGeom>
                <a:avLst/>
                <a:gdLst>
                  <a:gd name="T0" fmla="*/ 0 w 434"/>
                  <a:gd name="T1" fmla="*/ 0 h 2461"/>
                  <a:gd name="T2" fmla="*/ 0 w 434"/>
                  <a:gd name="T3" fmla="*/ 0 h 2461"/>
                  <a:gd name="T4" fmla="*/ 0 w 434"/>
                  <a:gd name="T5" fmla="*/ 0 h 2461"/>
                  <a:gd name="T6" fmla="*/ 0 w 434"/>
                  <a:gd name="T7" fmla="*/ 0 h 2461"/>
                  <a:gd name="T8" fmla="*/ 0 w 434"/>
                  <a:gd name="T9" fmla="*/ 0 h 2461"/>
                  <a:gd name="T10" fmla="*/ 0 w 434"/>
                  <a:gd name="T11" fmla="*/ 0 h 2461"/>
                  <a:gd name="T12" fmla="*/ 0 w 434"/>
                  <a:gd name="T13" fmla="*/ 0 h 2461"/>
                  <a:gd name="T14" fmla="*/ 0 w 434"/>
                  <a:gd name="T15" fmla="*/ 0 h 2461"/>
                  <a:gd name="T16" fmla="*/ 0 w 434"/>
                  <a:gd name="T17" fmla="*/ 0 h 2461"/>
                  <a:gd name="T18" fmla="*/ 0 w 434"/>
                  <a:gd name="T19" fmla="*/ 0 h 2461"/>
                  <a:gd name="T20" fmla="*/ 0 w 434"/>
                  <a:gd name="T21" fmla="*/ 0 h 2461"/>
                  <a:gd name="T22" fmla="*/ 0 w 434"/>
                  <a:gd name="T23" fmla="*/ 0 h 2461"/>
                  <a:gd name="T24" fmla="*/ 0 w 434"/>
                  <a:gd name="T25" fmla="*/ 0 h 2461"/>
                  <a:gd name="T26" fmla="*/ 0 w 434"/>
                  <a:gd name="T27" fmla="*/ 0 h 2461"/>
                  <a:gd name="T28" fmla="*/ 0 w 434"/>
                  <a:gd name="T29" fmla="*/ 0 h 2461"/>
                  <a:gd name="T30" fmla="*/ 0 w 434"/>
                  <a:gd name="T31" fmla="*/ 0 h 2461"/>
                  <a:gd name="T32" fmla="*/ 0 w 434"/>
                  <a:gd name="T33" fmla="*/ 0 h 2461"/>
                  <a:gd name="T34" fmla="*/ 0 w 434"/>
                  <a:gd name="T35" fmla="*/ 0 h 2461"/>
                  <a:gd name="T36" fmla="*/ 0 w 434"/>
                  <a:gd name="T37" fmla="*/ 0 h 2461"/>
                  <a:gd name="T38" fmla="*/ 0 w 434"/>
                  <a:gd name="T39" fmla="*/ 0 h 2461"/>
                  <a:gd name="T40" fmla="*/ 0 w 434"/>
                  <a:gd name="T41" fmla="*/ 0 h 2461"/>
                  <a:gd name="T42" fmla="*/ 0 w 434"/>
                  <a:gd name="T43" fmla="*/ 0 h 2461"/>
                  <a:gd name="T44" fmla="*/ 0 w 434"/>
                  <a:gd name="T45" fmla="*/ 0 h 246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34"/>
                  <a:gd name="T70" fmla="*/ 0 h 2461"/>
                  <a:gd name="T71" fmla="*/ 434 w 434"/>
                  <a:gd name="T72" fmla="*/ 2461 h 246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34" h="2461">
                    <a:moveTo>
                      <a:pt x="276" y="0"/>
                    </a:moveTo>
                    <a:lnTo>
                      <a:pt x="166" y="72"/>
                    </a:lnTo>
                    <a:lnTo>
                      <a:pt x="106" y="204"/>
                    </a:lnTo>
                    <a:lnTo>
                      <a:pt x="96" y="326"/>
                    </a:lnTo>
                    <a:lnTo>
                      <a:pt x="106" y="688"/>
                    </a:lnTo>
                    <a:lnTo>
                      <a:pt x="72" y="962"/>
                    </a:lnTo>
                    <a:lnTo>
                      <a:pt x="37" y="1275"/>
                    </a:lnTo>
                    <a:lnTo>
                      <a:pt x="0" y="1504"/>
                    </a:lnTo>
                    <a:lnTo>
                      <a:pt x="0" y="1780"/>
                    </a:lnTo>
                    <a:lnTo>
                      <a:pt x="10" y="2029"/>
                    </a:lnTo>
                    <a:lnTo>
                      <a:pt x="145" y="2461"/>
                    </a:lnTo>
                    <a:lnTo>
                      <a:pt x="434" y="2391"/>
                    </a:lnTo>
                    <a:lnTo>
                      <a:pt x="311" y="1993"/>
                    </a:lnTo>
                    <a:lnTo>
                      <a:pt x="263" y="1684"/>
                    </a:lnTo>
                    <a:lnTo>
                      <a:pt x="287" y="1407"/>
                    </a:lnTo>
                    <a:lnTo>
                      <a:pt x="337" y="1130"/>
                    </a:lnTo>
                    <a:lnTo>
                      <a:pt x="397" y="879"/>
                    </a:lnTo>
                    <a:lnTo>
                      <a:pt x="397" y="734"/>
                    </a:lnTo>
                    <a:lnTo>
                      <a:pt x="360" y="602"/>
                    </a:lnTo>
                    <a:lnTo>
                      <a:pt x="311" y="519"/>
                    </a:lnTo>
                    <a:lnTo>
                      <a:pt x="325" y="194"/>
                    </a:lnTo>
                    <a:lnTo>
                      <a:pt x="337" y="12"/>
                    </a:lnTo>
                    <a:lnTo>
                      <a:pt x="276"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 name="Freeform 59"/>
              <p:cNvSpPr>
                <a:spLocks/>
              </p:cNvSpPr>
              <p:nvPr/>
            </p:nvSpPr>
            <p:spPr bwMode="auto">
              <a:xfrm>
                <a:off x="3176" y="1982"/>
                <a:ext cx="165" cy="135"/>
              </a:xfrm>
              <a:custGeom>
                <a:avLst/>
                <a:gdLst>
                  <a:gd name="T0" fmla="*/ 0 w 1314"/>
                  <a:gd name="T1" fmla="*/ 0 h 1079"/>
                  <a:gd name="T2" fmla="*/ 0 w 1314"/>
                  <a:gd name="T3" fmla="*/ 0 h 1079"/>
                  <a:gd name="T4" fmla="*/ 0 w 1314"/>
                  <a:gd name="T5" fmla="*/ 0 h 1079"/>
                  <a:gd name="T6" fmla="*/ 0 w 1314"/>
                  <a:gd name="T7" fmla="*/ 0 h 1079"/>
                  <a:gd name="T8" fmla="*/ 0 w 1314"/>
                  <a:gd name="T9" fmla="*/ 0 h 1079"/>
                  <a:gd name="T10" fmla="*/ 0 w 1314"/>
                  <a:gd name="T11" fmla="*/ 0 h 1079"/>
                  <a:gd name="T12" fmla="*/ 0 w 1314"/>
                  <a:gd name="T13" fmla="*/ 0 h 1079"/>
                  <a:gd name="T14" fmla="*/ 0 w 1314"/>
                  <a:gd name="T15" fmla="*/ 0 h 1079"/>
                  <a:gd name="T16" fmla="*/ 0 w 1314"/>
                  <a:gd name="T17" fmla="*/ 0 h 1079"/>
                  <a:gd name="T18" fmla="*/ 0 w 1314"/>
                  <a:gd name="T19" fmla="*/ 0 h 1079"/>
                  <a:gd name="T20" fmla="*/ 0 w 1314"/>
                  <a:gd name="T21" fmla="*/ 0 h 1079"/>
                  <a:gd name="T22" fmla="*/ 0 w 1314"/>
                  <a:gd name="T23" fmla="*/ 0 h 1079"/>
                  <a:gd name="T24" fmla="*/ 0 w 1314"/>
                  <a:gd name="T25" fmla="*/ 0 h 1079"/>
                  <a:gd name="T26" fmla="*/ 0 w 1314"/>
                  <a:gd name="T27" fmla="*/ 0 h 1079"/>
                  <a:gd name="T28" fmla="*/ 0 w 1314"/>
                  <a:gd name="T29" fmla="*/ 0 h 1079"/>
                  <a:gd name="T30" fmla="*/ 0 w 1314"/>
                  <a:gd name="T31" fmla="*/ 0 h 1079"/>
                  <a:gd name="T32" fmla="*/ 0 w 1314"/>
                  <a:gd name="T33" fmla="*/ 0 h 1079"/>
                  <a:gd name="T34" fmla="*/ 0 w 1314"/>
                  <a:gd name="T35" fmla="*/ 0 h 1079"/>
                  <a:gd name="T36" fmla="*/ 0 w 1314"/>
                  <a:gd name="T37" fmla="*/ 0 h 1079"/>
                  <a:gd name="T38" fmla="*/ 0 w 1314"/>
                  <a:gd name="T39" fmla="*/ 0 h 1079"/>
                  <a:gd name="T40" fmla="*/ 0 w 1314"/>
                  <a:gd name="T41" fmla="*/ 0 h 1079"/>
                  <a:gd name="T42" fmla="*/ 0 w 1314"/>
                  <a:gd name="T43" fmla="*/ 0 h 1079"/>
                  <a:gd name="T44" fmla="*/ 0 w 1314"/>
                  <a:gd name="T45" fmla="*/ 0 h 1079"/>
                  <a:gd name="T46" fmla="*/ 0 w 1314"/>
                  <a:gd name="T47" fmla="*/ 0 h 1079"/>
                  <a:gd name="T48" fmla="*/ 0 w 1314"/>
                  <a:gd name="T49" fmla="*/ 0 h 1079"/>
                  <a:gd name="T50" fmla="*/ 0 w 1314"/>
                  <a:gd name="T51" fmla="*/ 0 h 1079"/>
                  <a:gd name="T52" fmla="*/ 0 w 1314"/>
                  <a:gd name="T53" fmla="*/ 0 h 1079"/>
                  <a:gd name="T54" fmla="*/ 0 w 1314"/>
                  <a:gd name="T55" fmla="*/ 0 h 1079"/>
                  <a:gd name="T56" fmla="*/ 0 w 1314"/>
                  <a:gd name="T57" fmla="*/ 0 h 107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14"/>
                  <a:gd name="T88" fmla="*/ 0 h 1079"/>
                  <a:gd name="T89" fmla="*/ 1314 w 1314"/>
                  <a:gd name="T90" fmla="*/ 1079 h 107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14" h="1079">
                    <a:moveTo>
                      <a:pt x="374" y="0"/>
                    </a:moveTo>
                    <a:lnTo>
                      <a:pt x="300" y="35"/>
                    </a:lnTo>
                    <a:lnTo>
                      <a:pt x="300" y="97"/>
                    </a:lnTo>
                    <a:lnTo>
                      <a:pt x="194" y="143"/>
                    </a:lnTo>
                    <a:lnTo>
                      <a:pt x="167" y="192"/>
                    </a:lnTo>
                    <a:lnTo>
                      <a:pt x="129" y="335"/>
                    </a:lnTo>
                    <a:lnTo>
                      <a:pt x="24" y="395"/>
                    </a:lnTo>
                    <a:lnTo>
                      <a:pt x="0" y="613"/>
                    </a:lnTo>
                    <a:lnTo>
                      <a:pt x="59" y="830"/>
                    </a:lnTo>
                    <a:lnTo>
                      <a:pt x="290" y="934"/>
                    </a:lnTo>
                    <a:lnTo>
                      <a:pt x="662" y="1056"/>
                    </a:lnTo>
                    <a:lnTo>
                      <a:pt x="938" y="1068"/>
                    </a:lnTo>
                    <a:lnTo>
                      <a:pt x="1241" y="1079"/>
                    </a:lnTo>
                    <a:lnTo>
                      <a:pt x="1217" y="925"/>
                    </a:lnTo>
                    <a:lnTo>
                      <a:pt x="1217" y="817"/>
                    </a:lnTo>
                    <a:lnTo>
                      <a:pt x="1229" y="699"/>
                    </a:lnTo>
                    <a:lnTo>
                      <a:pt x="1314" y="529"/>
                    </a:lnTo>
                    <a:lnTo>
                      <a:pt x="1229" y="480"/>
                    </a:lnTo>
                    <a:lnTo>
                      <a:pt x="1156" y="408"/>
                    </a:lnTo>
                    <a:lnTo>
                      <a:pt x="1096" y="309"/>
                    </a:lnTo>
                    <a:lnTo>
                      <a:pt x="1024" y="226"/>
                    </a:lnTo>
                    <a:lnTo>
                      <a:pt x="950" y="167"/>
                    </a:lnTo>
                    <a:lnTo>
                      <a:pt x="879" y="143"/>
                    </a:lnTo>
                    <a:lnTo>
                      <a:pt x="769" y="167"/>
                    </a:lnTo>
                    <a:lnTo>
                      <a:pt x="637" y="204"/>
                    </a:lnTo>
                    <a:lnTo>
                      <a:pt x="588" y="180"/>
                    </a:lnTo>
                    <a:lnTo>
                      <a:pt x="528" y="59"/>
                    </a:lnTo>
                    <a:lnTo>
                      <a:pt x="470" y="26"/>
                    </a:lnTo>
                    <a:lnTo>
                      <a:pt x="374"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 name="Freeform 60"/>
              <p:cNvSpPr>
                <a:spLocks/>
              </p:cNvSpPr>
              <p:nvPr/>
            </p:nvSpPr>
            <p:spPr bwMode="auto">
              <a:xfrm>
                <a:off x="3400" y="1482"/>
                <a:ext cx="226" cy="269"/>
              </a:xfrm>
              <a:custGeom>
                <a:avLst/>
                <a:gdLst>
                  <a:gd name="T0" fmla="*/ 0 w 1808"/>
                  <a:gd name="T1" fmla="*/ 0 h 2151"/>
                  <a:gd name="T2" fmla="*/ 0 w 1808"/>
                  <a:gd name="T3" fmla="*/ 0 h 2151"/>
                  <a:gd name="T4" fmla="*/ 0 w 1808"/>
                  <a:gd name="T5" fmla="*/ 0 h 2151"/>
                  <a:gd name="T6" fmla="*/ 0 w 1808"/>
                  <a:gd name="T7" fmla="*/ 0 h 2151"/>
                  <a:gd name="T8" fmla="*/ 0 w 1808"/>
                  <a:gd name="T9" fmla="*/ 0 h 2151"/>
                  <a:gd name="T10" fmla="*/ 0 w 1808"/>
                  <a:gd name="T11" fmla="*/ 0 h 2151"/>
                  <a:gd name="T12" fmla="*/ 0 w 1808"/>
                  <a:gd name="T13" fmla="*/ 0 h 2151"/>
                  <a:gd name="T14" fmla="*/ 0 w 1808"/>
                  <a:gd name="T15" fmla="*/ 0 h 2151"/>
                  <a:gd name="T16" fmla="*/ 0 w 1808"/>
                  <a:gd name="T17" fmla="*/ 0 h 2151"/>
                  <a:gd name="T18" fmla="*/ 0 w 1808"/>
                  <a:gd name="T19" fmla="*/ 0 h 2151"/>
                  <a:gd name="T20" fmla="*/ 0 w 1808"/>
                  <a:gd name="T21" fmla="*/ 0 h 2151"/>
                  <a:gd name="T22" fmla="*/ 0 w 1808"/>
                  <a:gd name="T23" fmla="*/ 0 h 2151"/>
                  <a:gd name="T24" fmla="*/ 0 w 1808"/>
                  <a:gd name="T25" fmla="*/ 0 h 2151"/>
                  <a:gd name="T26" fmla="*/ 0 w 1808"/>
                  <a:gd name="T27" fmla="*/ 0 h 2151"/>
                  <a:gd name="T28" fmla="*/ 0 w 1808"/>
                  <a:gd name="T29" fmla="*/ 0 h 2151"/>
                  <a:gd name="T30" fmla="*/ 0 w 1808"/>
                  <a:gd name="T31" fmla="*/ 0 h 2151"/>
                  <a:gd name="T32" fmla="*/ 0 w 1808"/>
                  <a:gd name="T33" fmla="*/ 0 h 2151"/>
                  <a:gd name="T34" fmla="*/ 0 w 1808"/>
                  <a:gd name="T35" fmla="*/ 0 h 2151"/>
                  <a:gd name="T36" fmla="*/ 0 w 1808"/>
                  <a:gd name="T37" fmla="*/ 0 h 2151"/>
                  <a:gd name="T38" fmla="*/ 0 w 1808"/>
                  <a:gd name="T39" fmla="*/ 0 h 2151"/>
                  <a:gd name="T40" fmla="*/ 0 w 1808"/>
                  <a:gd name="T41" fmla="*/ 0 h 2151"/>
                  <a:gd name="T42" fmla="*/ 0 w 1808"/>
                  <a:gd name="T43" fmla="*/ 0 h 2151"/>
                  <a:gd name="T44" fmla="*/ 0 w 1808"/>
                  <a:gd name="T45" fmla="*/ 0 h 2151"/>
                  <a:gd name="T46" fmla="*/ 0 w 1808"/>
                  <a:gd name="T47" fmla="*/ 0 h 2151"/>
                  <a:gd name="T48" fmla="*/ 0 w 1808"/>
                  <a:gd name="T49" fmla="*/ 0 h 2151"/>
                  <a:gd name="T50" fmla="*/ 0 w 1808"/>
                  <a:gd name="T51" fmla="*/ 0 h 2151"/>
                  <a:gd name="T52" fmla="*/ 0 w 1808"/>
                  <a:gd name="T53" fmla="*/ 0 h 2151"/>
                  <a:gd name="T54" fmla="*/ 0 w 1808"/>
                  <a:gd name="T55" fmla="*/ 0 h 215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808"/>
                  <a:gd name="T85" fmla="*/ 0 h 2151"/>
                  <a:gd name="T86" fmla="*/ 1808 w 1808"/>
                  <a:gd name="T87" fmla="*/ 2151 h 215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808" h="2151">
                    <a:moveTo>
                      <a:pt x="1784" y="591"/>
                    </a:moveTo>
                    <a:lnTo>
                      <a:pt x="1808" y="681"/>
                    </a:lnTo>
                    <a:lnTo>
                      <a:pt x="1803" y="758"/>
                    </a:lnTo>
                    <a:lnTo>
                      <a:pt x="1773" y="877"/>
                    </a:lnTo>
                    <a:lnTo>
                      <a:pt x="1698" y="1052"/>
                    </a:lnTo>
                    <a:lnTo>
                      <a:pt x="1573" y="1178"/>
                    </a:lnTo>
                    <a:lnTo>
                      <a:pt x="1459" y="1701"/>
                    </a:lnTo>
                    <a:lnTo>
                      <a:pt x="1289" y="1884"/>
                    </a:lnTo>
                    <a:lnTo>
                      <a:pt x="1164" y="2022"/>
                    </a:lnTo>
                    <a:lnTo>
                      <a:pt x="1091" y="2133"/>
                    </a:lnTo>
                    <a:lnTo>
                      <a:pt x="1045" y="2151"/>
                    </a:lnTo>
                    <a:lnTo>
                      <a:pt x="835" y="1868"/>
                    </a:lnTo>
                    <a:lnTo>
                      <a:pt x="657" y="1890"/>
                    </a:lnTo>
                    <a:lnTo>
                      <a:pt x="569" y="1890"/>
                    </a:lnTo>
                    <a:lnTo>
                      <a:pt x="512" y="1852"/>
                    </a:lnTo>
                    <a:lnTo>
                      <a:pt x="477" y="1791"/>
                    </a:lnTo>
                    <a:lnTo>
                      <a:pt x="429" y="1628"/>
                    </a:lnTo>
                    <a:lnTo>
                      <a:pt x="289" y="1351"/>
                    </a:lnTo>
                    <a:lnTo>
                      <a:pt x="141" y="1169"/>
                    </a:lnTo>
                    <a:lnTo>
                      <a:pt x="107" y="1022"/>
                    </a:lnTo>
                    <a:lnTo>
                      <a:pt x="76" y="872"/>
                    </a:lnTo>
                    <a:lnTo>
                      <a:pt x="28" y="653"/>
                    </a:lnTo>
                    <a:lnTo>
                      <a:pt x="0" y="353"/>
                    </a:lnTo>
                    <a:lnTo>
                      <a:pt x="24" y="208"/>
                    </a:lnTo>
                    <a:lnTo>
                      <a:pt x="76" y="99"/>
                    </a:lnTo>
                    <a:lnTo>
                      <a:pt x="1324" y="0"/>
                    </a:lnTo>
                    <a:lnTo>
                      <a:pt x="1698" y="433"/>
                    </a:lnTo>
                    <a:lnTo>
                      <a:pt x="1784" y="59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 name="Freeform 61"/>
              <p:cNvSpPr>
                <a:spLocks/>
              </p:cNvSpPr>
              <p:nvPr/>
            </p:nvSpPr>
            <p:spPr bwMode="auto">
              <a:xfrm>
                <a:off x="3421" y="1586"/>
                <a:ext cx="19" cy="14"/>
              </a:xfrm>
              <a:custGeom>
                <a:avLst/>
                <a:gdLst>
                  <a:gd name="T0" fmla="*/ 0 w 152"/>
                  <a:gd name="T1" fmla="*/ 0 h 113"/>
                  <a:gd name="T2" fmla="*/ 0 w 152"/>
                  <a:gd name="T3" fmla="*/ 0 h 113"/>
                  <a:gd name="T4" fmla="*/ 0 w 152"/>
                  <a:gd name="T5" fmla="*/ 0 h 113"/>
                  <a:gd name="T6" fmla="*/ 0 w 152"/>
                  <a:gd name="T7" fmla="*/ 0 h 113"/>
                  <a:gd name="T8" fmla="*/ 0 w 152"/>
                  <a:gd name="T9" fmla="*/ 0 h 113"/>
                  <a:gd name="T10" fmla="*/ 0 w 152"/>
                  <a:gd name="T11" fmla="*/ 0 h 113"/>
                  <a:gd name="T12" fmla="*/ 0 60000 65536"/>
                  <a:gd name="T13" fmla="*/ 0 60000 65536"/>
                  <a:gd name="T14" fmla="*/ 0 60000 65536"/>
                  <a:gd name="T15" fmla="*/ 0 60000 65536"/>
                  <a:gd name="T16" fmla="*/ 0 60000 65536"/>
                  <a:gd name="T17" fmla="*/ 0 60000 65536"/>
                  <a:gd name="T18" fmla="*/ 0 w 152"/>
                  <a:gd name="T19" fmla="*/ 0 h 113"/>
                  <a:gd name="T20" fmla="*/ 152 w 152"/>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152" h="113">
                    <a:moveTo>
                      <a:pt x="0" y="83"/>
                    </a:moveTo>
                    <a:lnTo>
                      <a:pt x="49" y="113"/>
                    </a:lnTo>
                    <a:lnTo>
                      <a:pt x="152" y="79"/>
                    </a:lnTo>
                    <a:lnTo>
                      <a:pt x="152" y="0"/>
                    </a:lnTo>
                    <a:lnTo>
                      <a:pt x="33" y="16"/>
                    </a:lnTo>
                    <a:lnTo>
                      <a:pt x="0" y="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 name="Freeform 62"/>
              <p:cNvSpPr>
                <a:spLocks/>
              </p:cNvSpPr>
              <p:nvPr/>
            </p:nvSpPr>
            <p:spPr bwMode="auto">
              <a:xfrm>
                <a:off x="3491" y="1572"/>
                <a:ext cx="28" cy="10"/>
              </a:xfrm>
              <a:custGeom>
                <a:avLst/>
                <a:gdLst>
                  <a:gd name="T0" fmla="*/ 0 w 231"/>
                  <a:gd name="T1" fmla="*/ 0 h 83"/>
                  <a:gd name="T2" fmla="*/ 0 w 231"/>
                  <a:gd name="T3" fmla="*/ 0 h 83"/>
                  <a:gd name="T4" fmla="*/ 0 w 231"/>
                  <a:gd name="T5" fmla="*/ 0 h 83"/>
                  <a:gd name="T6" fmla="*/ 0 w 231"/>
                  <a:gd name="T7" fmla="*/ 0 h 83"/>
                  <a:gd name="T8" fmla="*/ 0 w 231"/>
                  <a:gd name="T9" fmla="*/ 0 h 83"/>
                  <a:gd name="T10" fmla="*/ 0 w 231"/>
                  <a:gd name="T11" fmla="*/ 0 h 83"/>
                  <a:gd name="T12" fmla="*/ 0 60000 65536"/>
                  <a:gd name="T13" fmla="*/ 0 60000 65536"/>
                  <a:gd name="T14" fmla="*/ 0 60000 65536"/>
                  <a:gd name="T15" fmla="*/ 0 60000 65536"/>
                  <a:gd name="T16" fmla="*/ 0 60000 65536"/>
                  <a:gd name="T17" fmla="*/ 0 60000 65536"/>
                  <a:gd name="T18" fmla="*/ 0 w 231"/>
                  <a:gd name="T19" fmla="*/ 0 h 83"/>
                  <a:gd name="T20" fmla="*/ 231 w 231"/>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231" h="83">
                    <a:moveTo>
                      <a:pt x="27" y="83"/>
                    </a:moveTo>
                    <a:lnTo>
                      <a:pt x="130" y="74"/>
                    </a:lnTo>
                    <a:lnTo>
                      <a:pt x="231" y="47"/>
                    </a:lnTo>
                    <a:lnTo>
                      <a:pt x="104" y="0"/>
                    </a:lnTo>
                    <a:lnTo>
                      <a:pt x="0" y="0"/>
                    </a:lnTo>
                    <a:lnTo>
                      <a:pt x="27" y="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9" name="Freeform 63"/>
              <p:cNvSpPr>
                <a:spLocks/>
              </p:cNvSpPr>
              <p:nvPr/>
            </p:nvSpPr>
            <p:spPr bwMode="auto">
              <a:xfrm>
                <a:off x="3401" y="1446"/>
                <a:ext cx="181" cy="56"/>
              </a:xfrm>
              <a:custGeom>
                <a:avLst/>
                <a:gdLst>
                  <a:gd name="T0" fmla="*/ 0 w 1451"/>
                  <a:gd name="T1" fmla="*/ 0 h 452"/>
                  <a:gd name="T2" fmla="*/ 0 w 1451"/>
                  <a:gd name="T3" fmla="*/ 0 h 452"/>
                  <a:gd name="T4" fmla="*/ 0 w 1451"/>
                  <a:gd name="T5" fmla="*/ 0 h 452"/>
                  <a:gd name="T6" fmla="*/ 0 w 1451"/>
                  <a:gd name="T7" fmla="*/ 0 h 452"/>
                  <a:gd name="T8" fmla="*/ 0 w 1451"/>
                  <a:gd name="T9" fmla="*/ 0 h 452"/>
                  <a:gd name="T10" fmla="*/ 0 w 1451"/>
                  <a:gd name="T11" fmla="*/ 0 h 452"/>
                  <a:gd name="T12" fmla="*/ 0 w 1451"/>
                  <a:gd name="T13" fmla="*/ 0 h 452"/>
                  <a:gd name="T14" fmla="*/ 0 w 1451"/>
                  <a:gd name="T15" fmla="*/ 0 h 452"/>
                  <a:gd name="T16" fmla="*/ 0 w 1451"/>
                  <a:gd name="T17" fmla="*/ 0 h 452"/>
                  <a:gd name="T18" fmla="*/ 0 w 1451"/>
                  <a:gd name="T19" fmla="*/ 0 h 452"/>
                  <a:gd name="T20" fmla="*/ 0 w 1451"/>
                  <a:gd name="T21" fmla="*/ 0 h 452"/>
                  <a:gd name="T22" fmla="*/ 0 w 1451"/>
                  <a:gd name="T23" fmla="*/ 0 h 452"/>
                  <a:gd name="T24" fmla="*/ 0 w 1451"/>
                  <a:gd name="T25" fmla="*/ 0 h 452"/>
                  <a:gd name="T26" fmla="*/ 0 w 1451"/>
                  <a:gd name="T27" fmla="*/ 0 h 452"/>
                  <a:gd name="T28" fmla="*/ 0 w 1451"/>
                  <a:gd name="T29" fmla="*/ 0 h 452"/>
                  <a:gd name="T30" fmla="*/ 0 w 1451"/>
                  <a:gd name="T31" fmla="*/ 0 h 4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51"/>
                  <a:gd name="T49" fmla="*/ 0 h 452"/>
                  <a:gd name="T50" fmla="*/ 1451 w 1451"/>
                  <a:gd name="T51" fmla="*/ 452 h 4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51" h="452">
                    <a:moveTo>
                      <a:pt x="110" y="41"/>
                    </a:moveTo>
                    <a:lnTo>
                      <a:pt x="237" y="0"/>
                    </a:lnTo>
                    <a:lnTo>
                      <a:pt x="603" y="0"/>
                    </a:lnTo>
                    <a:lnTo>
                      <a:pt x="1255" y="165"/>
                    </a:lnTo>
                    <a:lnTo>
                      <a:pt x="1451" y="391"/>
                    </a:lnTo>
                    <a:lnTo>
                      <a:pt x="1134" y="318"/>
                    </a:lnTo>
                    <a:lnTo>
                      <a:pt x="981" y="360"/>
                    </a:lnTo>
                    <a:lnTo>
                      <a:pt x="846" y="424"/>
                    </a:lnTo>
                    <a:lnTo>
                      <a:pt x="647" y="452"/>
                    </a:lnTo>
                    <a:lnTo>
                      <a:pt x="426" y="444"/>
                    </a:lnTo>
                    <a:lnTo>
                      <a:pt x="218" y="391"/>
                    </a:lnTo>
                    <a:lnTo>
                      <a:pt x="68" y="318"/>
                    </a:lnTo>
                    <a:lnTo>
                      <a:pt x="16" y="251"/>
                    </a:lnTo>
                    <a:lnTo>
                      <a:pt x="0" y="186"/>
                    </a:lnTo>
                    <a:lnTo>
                      <a:pt x="4" y="129"/>
                    </a:lnTo>
                    <a:lnTo>
                      <a:pt x="110" y="4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 name="Freeform 64"/>
              <p:cNvSpPr>
                <a:spLocks/>
              </p:cNvSpPr>
              <p:nvPr/>
            </p:nvSpPr>
            <p:spPr bwMode="auto">
              <a:xfrm>
                <a:off x="3542" y="1498"/>
                <a:ext cx="88" cy="78"/>
              </a:xfrm>
              <a:custGeom>
                <a:avLst/>
                <a:gdLst>
                  <a:gd name="T0" fmla="*/ 0 w 700"/>
                  <a:gd name="T1" fmla="*/ 0 h 629"/>
                  <a:gd name="T2" fmla="*/ 0 w 700"/>
                  <a:gd name="T3" fmla="*/ 0 h 629"/>
                  <a:gd name="T4" fmla="*/ 0 w 700"/>
                  <a:gd name="T5" fmla="*/ 0 h 629"/>
                  <a:gd name="T6" fmla="*/ 0 w 700"/>
                  <a:gd name="T7" fmla="*/ 0 h 629"/>
                  <a:gd name="T8" fmla="*/ 0 w 700"/>
                  <a:gd name="T9" fmla="*/ 0 h 629"/>
                  <a:gd name="T10" fmla="*/ 0 w 700"/>
                  <a:gd name="T11" fmla="*/ 0 h 629"/>
                  <a:gd name="T12" fmla="*/ 0 w 700"/>
                  <a:gd name="T13" fmla="*/ 0 h 629"/>
                  <a:gd name="T14" fmla="*/ 0 w 700"/>
                  <a:gd name="T15" fmla="*/ 0 h 629"/>
                  <a:gd name="T16" fmla="*/ 0 w 700"/>
                  <a:gd name="T17" fmla="*/ 0 h 629"/>
                  <a:gd name="T18" fmla="*/ 0 w 700"/>
                  <a:gd name="T19" fmla="*/ 0 h 629"/>
                  <a:gd name="T20" fmla="*/ 0 w 700"/>
                  <a:gd name="T21" fmla="*/ 0 h 629"/>
                  <a:gd name="T22" fmla="*/ 0 w 700"/>
                  <a:gd name="T23" fmla="*/ 0 h 629"/>
                  <a:gd name="T24" fmla="*/ 0 w 700"/>
                  <a:gd name="T25" fmla="*/ 0 h 629"/>
                  <a:gd name="T26" fmla="*/ 0 w 700"/>
                  <a:gd name="T27" fmla="*/ 0 h 629"/>
                  <a:gd name="T28" fmla="*/ 0 w 700"/>
                  <a:gd name="T29" fmla="*/ 0 h 629"/>
                  <a:gd name="T30" fmla="*/ 0 w 700"/>
                  <a:gd name="T31" fmla="*/ 0 h 62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00"/>
                  <a:gd name="T49" fmla="*/ 0 h 629"/>
                  <a:gd name="T50" fmla="*/ 700 w 700"/>
                  <a:gd name="T51" fmla="*/ 629 h 62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00" h="629">
                    <a:moveTo>
                      <a:pt x="666" y="482"/>
                    </a:moveTo>
                    <a:lnTo>
                      <a:pt x="548" y="411"/>
                    </a:lnTo>
                    <a:lnTo>
                      <a:pt x="449" y="405"/>
                    </a:lnTo>
                    <a:lnTo>
                      <a:pt x="392" y="482"/>
                    </a:lnTo>
                    <a:lnTo>
                      <a:pt x="378" y="629"/>
                    </a:lnTo>
                    <a:lnTo>
                      <a:pt x="173" y="604"/>
                    </a:lnTo>
                    <a:lnTo>
                      <a:pt x="182" y="528"/>
                    </a:lnTo>
                    <a:lnTo>
                      <a:pt x="139" y="433"/>
                    </a:lnTo>
                    <a:lnTo>
                      <a:pt x="76" y="374"/>
                    </a:lnTo>
                    <a:lnTo>
                      <a:pt x="36" y="350"/>
                    </a:lnTo>
                    <a:lnTo>
                      <a:pt x="0" y="141"/>
                    </a:lnTo>
                    <a:lnTo>
                      <a:pt x="286" y="0"/>
                    </a:lnTo>
                    <a:lnTo>
                      <a:pt x="588" y="110"/>
                    </a:lnTo>
                    <a:lnTo>
                      <a:pt x="632" y="360"/>
                    </a:lnTo>
                    <a:lnTo>
                      <a:pt x="700" y="447"/>
                    </a:lnTo>
                    <a:lnTo>
                      <a:pt x="666" y="4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 name="Freeform 65"/>
              <p:cNvSpPr>
                <a:spLocks/>
              </p:cNvSpPr>
              <p:nvPr/>
            </p:nvSpPr>
            <p:spPr bwMode="auto">
              <a:xfrm>
                <a:off x="3533" y="1483"/>
                <a:ext cx="97" cy="80"/>
              </a:xfrm>
              <a:custGeom>
                <a:avLst/>
                <a:gdLst>
                  <a:gd name="T0" fmla="*/ 0 w 775"/>
                  <a:gd name="T1" fmla="*/ 0 h 641"/>
                  <a:gd name="T2" fmla="*/ 0 w 775"/>
                  <a:gd name="T3" fmla="*/ 0 h 641"/>
                  <a:gd name="T4" fmla="*/ 0 w 775"/>
                  <a:gd name="T5" fmla="*/ 0 h 641"/>
                  <a:gd name="T6" fmla="*/ 0 w 775"/>
                  <a:gd name="T7" fmla="*/ 0 h 641"/>
                  <a:gd name="T8" fmla="*/ 0 w 775"/>
                  <a:gd name="T9" fmla="*/ 0 h 641"/>
                  <a:gd name="T10" fmla="*/ 0 w 775"/>
                  <a:gd name="T11" fmla="*/ 0 h 641"/>
                  <a:gd name="T12" fmla="*/ 0 w 775"/>
                  <a:gd name="T13" fmla="*/ 0 h 641"/>
                  <a:gd name="T14" fmla="*/ 0 w 775"/>
                  <a:gd name="T15" fmla="*/ 0 h 641"/>
                  <a:gd name="T16" fmla="*/ 0 w 775"/>
                  <a:gd name="T17" fmla="*/ 0 h 641"/>
                  <a:gd name="T18" fmla="*/ 0 w 775"/>
                  <a:gd name="T19" fmla="*/ 0 h 641"/>
                  <a:gd name="T20" fmla="*/ 0 w 775"/>
                  <a:gd name="T21" fmla="*/ 0 h 641"/>
                  <a:gd name="T22" fmla="*/ 0 w 775"/>
                  <a:gd name="T23" fmla="*/ 0 h 641"/>
                  <a:gd name="T24" fmla="*/ 0 w 775"/>
                  <a:gd name="T25" fmla="*/ 0 h 641"/>
                  <a:gd name="T26" fmla="*/ 0 w 775"/>
                  <a:gd name="T27" fmla="*/ 0 h 641"/>
                  <a:gd name="T28" fmla="*/ 0 w 775"/>
                  <a:gd name="T29" fmla="*/ 0 h 641"/>
                  <a:gd name="T30" fmla="*/ 0 w 775"/>
                  <a:gd name="T31" fmla="*/ 0 h 641"/>
                  <a:gd name="T32" fmla="*/ 0 w 775"/>
                  <a:gd name="T33" fmla="*/ 0 h 641"/>
                  <a:gd name="T34" fmla="*/ 0 w 775"/>
                  <a:gd name="T35" fmla="*/ 0 h 641"/>
                  <a:gd name="T36" fmla="*/ 0 w 775"/>
                  <a:gd name="T37" fmla="*/ 0 h 641"/>
                  <a:gd name="T38" fmla="*/ 0 w 775"/>
                  <a:gd name="T39" fmla="*/ 0 h 641"/>
                  <a:gd name="T40" fmla="*/ 0 w 775"/>
                  <a:gd name="T41" fmla="*/ 0 h 641"/>
                  <a:gd name="T42" fmla="*/ 0 w 775"/>
                  <a:gd name="T43" fmla="*/ 0 h 641"/>
                  <a:gd name="T44" fmla="*/ 0 w 775"/>
                  <a:gd name="T45" fmla="*/ 0 h 641"/>
                  <a:gd name="T46" fmla="*/ 0 w 775"/>
                  <a:gd name="T47" fmla="*/ 0 h 641"/>
                  <a:gd name="T48" fmla="*/ 0 w 775"/>
                  <a:gd name="T49" fmla="*/ 0 h 641"/>
                  <a:gd name="T50" fmla="*/ 0 w 775"/>
                  <a:gd name="T51" fmla="*/ 0 h 641"/>
                  <a:gd name="T52" fmla="*/ 0 w 775"/>
                  <a:gd name="T53" fmla="*/ 0 h 641"/>
                  <a:gd name="T54" fmla="*/ 0 w 775"/>
                  <a:gd name="T55" fmla="*/ 0 h 641"/>
                  <a:gd name="T56" fmla="*/ 0 w 775"/>
                  <a:gd name="T57" fmla="*/ 0 h 641"/>
                  <a:gd name="T58" fmla="*/ 0 w 775"/>
                  <a:gd name="T59" fmla="*/ 0 h 641"/>
                  <a:gd name="T60" fmla="*/ 0 w 775"/>
                  <a:gd name="T61" fmla="*/ 0 h 641"/>
                  <a:gd name="T62" fmla="*/ 0 w 775"/>
                  <a:gd name="T63" fmla="*/ 0 h 641"/>
                  <a:gd name="T64" fmla="*/ 0 w 775"/>
                  <a:gd name="T65" fmla="*/ 0 h 641"/>
                  <a:gd name="T66" fmla="*/ 0 w 775"/>
                  <a:gd name="T67" fmla="*/ 0 h 641"/>
                  <a:gd name="T68" fmla="*/ 0 w 775"/>
                  <a:gd name="T69" fmla="*/ 0 h 641"/>
                  <a:gd name="T70" fmla="*/ 0 w 775"/>
                  <a:gd name="T71" fmla="*/ 0 h 641"/>
                  <a:gd name="T72" fmla="*/ 0 w 775"/>
                  <a:gd name="T73" fmla="*/ 0 h 641"/>
                  <a:gd name="T74" fmla="*/ 0 w 775"/>
                  <a:gd name="T75" fmla="*/ 0 h 641"/>
                  <a:gd name="T76" fmla="*/ 0 w 775"/>
                  <a:gd name="T77" fmla="*/ 0 h 641"/>
                  <a:gd name="T78" fmla="*/ 0 w 775"/>
                  <a:gd name="T79" fmla="*/ 0 h 641"/>
                  <a:gd name="T80" fmla="*/ 0 w 775"/>
                  <a:gd name="T81" fmla="*/ 0 h 641"/>
                  <a:gd name="T82" fmla="*/ 0 w 775"/>
                  <a:gd name="T83" fmla="*/ 0 h 641"/>
                  <a:gd name="T84" fmla="*/ 0 w 775"/>
                  <a:gd name="T85" fmla="*/ 0 h 64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75"/>
                  <a:gd name="T130" fmla="*/ 0 h 641"/>
                  <a:gd name="T131" fmla="*/ 775 w 775"/>
                  <a:gd name="T132" fmla="*/ 641 h 64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75" h="641">
                    <a:moveTo>
                      <a:pt x="747" y="575"/>
                    </a:moveTo>
                    <a:lnTo>
                      <a:pt x="701" y="518"/>
                    </a:lnTo>
                    <a:lnTo>
                      <a:pt x="643" y="461"/>
                    </a:lnTo>
                    <a:lnTo>
                      <a:pt x="608" y="397"/>
                    </a:lnTo>
                    <a:lnTo>
                      <a:pt x="617" y="309"/>
                    </a:lnTo>
                    <a:lnTo>
                      <a:pt x="586" y="261"/>
                    </a:lnTo>
                    <a:lnTo>
                      <a:pt x="530" y="230"/>
                    </a:lnTo>
                    <a:lnTo>
                      <a:pt x="496" y="226"/>
                    </a:lnTo>
                    <a:lnTo>
                      <a:pt x="440" y="230"/>
                    </a:lnTo>
                    <a:lnTo>
                      <a:pt x="488" y="316"/>
                    </a:lnTo>
                    <a:lnTo>
                      <a:pt x="571" y="397"/>
                    </a:lnTo>
                    <a:lnTo>
                      <a:pt x="440" y="316"/>
                    </a:lnTo>
                    <a:lnTo>
                      <a:pt x="343" y="274"/>
                    </a:lnTo>
                    <a:lnTo>
                      <a:pt x="242" y="283"/>
                    </a:lnTo>
                    <a:lnTo>
                      <a:pt x="161" y="288"/>
                    </a:lnTo>
                    <a:lnTo>
                      <a:pt x="118" y="300"/>
                    </a:lnTo>
                    <a:lnTo>
                      <a:pt x="152" y="371"/>
                    </a:lnTo>
                    <a:lnTo>
                      <a:pt x="320" y="378"/>
                    </a:lnTo>
                    <a:lnTo>
                      <a:pt x="454" y="447"/>
                    </a:lnTo>
                    <a:lnTo>
                      <a:pt x="336" y="447"/>
                    </a:lnTo>
                    <a:lnTo>
                      <a:pt x="384" y="518"/>
                    </a:lnTo>
                    <a:lnTo>
                      <a:pt x="413" y="602"/>
                    </a:lnTo>
                    <a:lnTo>
                      <a:pt x="378" y="641"/>
                    </a:lnTo>
                    <a:lnTo>
                      <a:pt x="274" y="586"/>
                    </a:lnTo>
                    <a:lnTo>
                      <a:pt x="182" y="542"/>
                    </a:lnTo>
                    <a:lnTo>
                      <a:pt x="161" y="503"/>
                    </a:lnTo>
                    <a:lnTo>
                      <a:pt x="90" y="480"/>
                    </a:lnTo>
                    <a:lnTo>
                      <a:pt x="57" y="378"/>
                    </a:lnTo>
                    <a:lnTo>
                      <a:pt x="48" y="239"/>
                    </a:lnTo>
                    <a:lnTo>
                      <a:pt x="23" y="191"/>
                    </a:lnTo>
                    <a:lnTo>
                      <a:pt x="39" y="136"/>
                    </a:lnTo>
                    <a:lnTo>
                      <a:pt x="0" y="127"/>
                    </a:lnTo>
                    <a:lnTo>
                      <a:pt x="48" y="78"/>
                    </a:lnTo>
                    <a:lnTo>
                      <a:pt x="175" y="63"/>
                    </a:lnTo>
                    <a:lnTo>
                      <a:pt x="343" y="85"/>
                    </a:lnTo>
                    <a:lnTo>
                      <a:pt x="518" y="0"/>
                    </a:lnTo>
                    <a:lnTo>
                      <a:pt x="622" y="94"/>
                    </a:lnTo>
                    <a:lnTo>
                      <a:pt x="678" y="182"/>
                    </a:lnTo>
                    <a:lnTo>
                      <a:pt x="692" y="274"/>
                    </a:lnTo>
                    <a:lnTo>
                      <a:pt x="701" y="406"/>
                    </a:lnTo>
                    <a:lnTo>
                      <a:pt x="705" y="489"/>
                    </a:lnTo>
                    <a:lnTo>
                      <a:pt x="775" y="595"/>
                    </a:lnTo>
                    <a:lnTo>
                      <a:pt x="747" y="57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 name="Freeform 66"/>
              <p:cNvSpPr>
                <a:spLocks/>
              </p:cNvSpPr>
              <p:nvPr/>
            </p:nvSpPr>
            <p:spPr bwMode="auto">
              <a:xfrm>
                <a:off x="2877" y="1587"/>
                <a:ext cx="540" cy="400"/>
              </a:xfrm>
              <a:custGeom>
                <a:avLst/>
                <a:gdLst>
                  <a:gd name="T0" fmla="*/ 0 w 4318"/>
                  <a:gd name="T1" fmla="*/ 0 h 3200"/>
                  <a:gd name="T2" fmla="*/ 0 w 4318"/>
                  <a:gd name="T3" fmla="*/ 0 h 3200"/>
                  <a:gd name="T4" fmla="*/ 0 w 4318"/>
                  <a:gd name="T5" fmla="*/ 0 h 3200"/>
                  <a:gd name="T6" fmla="*/ 0 w 4318"/>
                  <a:gd name="T7" fmla="*/ 0 h 3200"/>
                  <a:gd name="T8" fmla="*/ 0 w 4318"/>
                  <a:gd name="T9" fmla="*/ 0 h 3200"/>
                  <a:gd name="T10" fmla="*/ 0 w 4318"/>
                  <a:gd name="T11" fmla="*/ 0 h 3200"/>
                  <a:gd name="T12" fmla="*/ 0 w 4318"/>
                  <a:gd name="T13" fmla="*/ 0 h 3200"/>
                  <a:gd name="T14" fmla="*/ 0 w 4318"/>
                  <a:gd name="T15" fmla="*/ 0 h 3200"/>
                  <a:gd name="T16" fmla="*/ 0 w 4318"/>
                  <a:gd name="T17" fmla="*/ 0 h 3200"/>
                  <a:gd name="T18" fmla="*/ 0 w 4318"/>
                  <a:gd name="T19" fmla="*/ 0 h 3200"/>
                  <a:gd name="T20" fmla="*/ 0 w 4318"/>
                  <a:gd name="T21" fmla="*/ 0 h 3200"/>
                  <a:gd name="T22" fmla="*/ 0 w 4318"/>
                  <a:gd name="T23" fmla="*/ 0 h 3200"/>
                  <a:gd name="T24" fmla="*/ 0 w 4318"/>
                  <a:gd name="T25" fmla="*/ 0 h 3200"/>
                  <a:gd name="T26" fmla="*/ 0 w 4318"/>
                  <a:gd name="T27" fmla="*/ 0 h 3200"/>
                  <a:gd name="T28" fmla="*/ 0 w 4318"/>
                  <a:gd name="T29" fmla="*/ 0 h 3200"/>
                  <a:gd name="T30" fmla="*/ 0 w 4318"/>
                  <a:gd name="T31" fmla="*/ 0 h 3200"/>
                  <a:gd name="T32" fmla="*/ 0 w 4318"/>
                  <a:gd name="T33" fmla="*/ 0 h 3200"/>
                  <a:gd name="T34" fmla="*/ 0 w 4318"/>
                  <a:gd name="T35" fmla="*/ 0 h 3200"/>
                  <a:gd name="T36" fmla="*/ 0 w 4318"/>
                  <a:gd name="T37" fmla="*/ 0 h 3200"/>
                  <a:gd name="T38" fmla="*/ 0 w 4318"/>
                  <a:gd name="T39" fmla="*/ 0 h 3200"/>
                  <a:gd name="T40" fmla="*/ 0 w 4318"/>
                  <a:gd name="T41" fmla="*/ 0 h 3200"/>
                  <a:gd name="T42" fmla="*/ 0 w 4318"/>
                  <a:gd name="T43" fmla="*/ 0 h 3200"/>
                  <a:gd name="T44" fmla="*/ 0 w 4318"/>
                  <a:gd name="T45" fmla="*/ 0 h 3200"/>
                  <a:gd name="T46" fmla="*/ 0 w 4318"/>
                  <a:gd name="T47" fmla="*/ 0 h 3200"/>
                  <a:gd name="T48" fmla="*/ 0 w 4318"/>
                  <a:gd name="T49" fmla="*/ 0 h 3200"/>
                  <a:gd name="T50" fmla="*/ 0 w 4318"/>
                  <a:gd name="T51" fmla="*/ 0 h 3200"/>
                  <a:gd name="T52" fmla="*/ 0 w 4318"/>
                  <a:gd name="T53" fmla="*/ 0 h 3200"/>
                  <a:gd name="T54" fmla="*/ 0 w 4318"/>
                  <a:gd name="T55" fmla="*/ 0 h 3200"/>
                  <a:gd name="T56" fmla="*/ 0 w 4318"/>
                  <a:gd name="T57" fmla="*/ 0 h 3200"/>
                  <a:gd name="T58" fmla="*/ 0 w 4318"/>
                  <a:gd name="T59" fmla="*/ 0 h 3200"/>
                  <a:gd name="T60" fmla="*/ 0 w 4318"/>
                  <a:gd name="T61" fmla="*/ 0 h 3200"/>
                  <a:gd name="T62" fmla="*/ 0 w 4318"/>
                  <a:gd name="T63" fmla="*/ 0 h 3200"/>
                  <a:gd name="T64" fmla="*/ 0 w 4318"/>
                  <a:gd name="T65" fmla="*/ 0 h 3200"/>
                  <a:gd name="T66" fmla="*/ 0 w 4318"/>
                  <a:gd name="T67" fmla="*/ 0 h 3200"/>
                  <a:gd name="T68" fmla="*/ 0 w 4318"/>
                  <a:gd name="T69" fmla="*/ 0 h 3200"/>
                  <a:gd name="T70" fmla="*/ 0 w 4318"/>
                  <a:gd name="T71" fmla="*/ 0 h 3200"/>
                  <a:gd name="T72" fmla="*/ 0 w 4318"/>
                  <a:gd name="T73" fmla="*/ 0 h 3200"/>
                  <a:gd name="T74" fmla="*/ 0 w 4318"/>
                  <a:gd name="T75" fmla="*/ 0 h 3200"/>
                  <a:gd name="T76" fmla="*/ 0 w 4318"/>
                  <a:gd name="T77" fmla="*/ 0 h 3200"/>
                  <a:gd name="T78" fmla="*/ 0 w 4318"/>
                  <a:gd name="T79" fmla="*/ 0 h 3200"/>
                  <a:gd name="T80" fmla="*/ 0 w 4318"/>
                  <a:gd name="T81" fmla="*/ 0 h 3200"/>
                  <a:gd name="T82" fmla="*/ 0 w 4318"/>
                  <a:gd name="T83" fmla="*/ 0 h 3200"/>
                  <a:gd name="T84" fmla="*/ 0 w 4318"/>
                  <a:gd name="T85" fmla="*/ 0 h 3200"/>
                  <a:gd name="T86" fmla="*/ 0 w 4318"/>
                  <a:gd name="T87" fmla="*/ 0 h 3200"/>
                  <a:gd name="T88" fmla="*/ 0 w 4318"/>
                  <a:gd name="T89" fmla="*/ 0 h 3200"/>
                  <a:gd name="T90" fmla="*/ 0 w 4318"/>
                  <a:gd name="T91" fmla="*/ 0 h 3200"/>
                  <a:gd name="T92" fmla="*/ 0 w 4318"/>
                  <a:gd name="T93" fmla="*/ 0 h 3200"/>
                  <a:gd name="T94" fmla="*/ 0 w 4318"/>
                  <a:gd name="T95" fmla="*/ 0 h 3200"/>
                  <a:gd name="T96" fmla="*/ 0 w 4318"/>
                  <a:gd name="T97" fmla="*/ 0 h 3200"/>
                  <a:gd name="T98" fmla="*/ 0 w 4318"/>
                  <a:gd name="T99" fmla="*/ 0 h 3200"/>
                  <a:gd name="T100" fmla="*/ 0 w 4318"/>
                  <a:gd name="T101" fmla="*/ 0 h 3200"/>
                  <a:gd name="T102" fmla="*/ 0 w 4318"/>
                  <a:gd name="T103" fmla="*/ 0 h 3200"/>
                  <a:gd name="T104" fmla="*/ 0 w 4318"/>
                  <a:gd name="T105" fmla="*/ 0 h 32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318"/>
                  <a:gd name="T160" fmla="*/ 0 h 3200"/>
                  <a:gd name="T161" fmla="*/ 4318 w 4318"/>
                  <a:gd name="T162" fmla="*/ 3200 h 32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318" h="3200">
                    <a:moveTo>
                      <a:pt x="4072" y="2092"/>
                    </a:moveTo>
                    <a:lnTo>
                      <a:pt x="4095" y="1897"/>
                    </a:lnTo>
                    <a:lnTo>
                      <a:pt x="4208" y="1706"/>
                    </a:lnTo>
                    <a:lnTo>
                      <a:pt x="4318" y="1345"/>
                    </a:lnTo>
                    <a:lnTo>
                      <a:pt x="4249" y="1246"/>
                    </a:lnTo>
                    <a:lnTo>
                      <a:pt x="4090" y="1246"/>
                    </a:lnTo>
                    <a:lnTo>
                      <a:pt x="3986" y="1086"/>
                    </a:lnTo>
                    <a:lnTo>
                      <a:pt x="3929" y="1035"/>
                    </a:lnTo>
                    <a:lnTo>
                      <a:pt x="3909" y="1035"/>
                    </a:lnTo>
                    <a:lnTo>
                      <a:pt x="3808" y="1057"/>
                    </a:lnTo>
                    <a:lnTo>
                      <a:pt x="3498" y="561"/>
                    </a:lnTo>
                    <a:lnTo>
                      <a:pt x="3329" y="459"/>
                    </a:lnTo>
                    <a:lnTo>
                      <a:pt x="3087" y="139"/>
                    </a:lnTo>
                    <a:lnTo>
                      <a:pt x="2935" y="99"/>
                    </a:lnTo>
                    <a:lnTo>
                      <a:pt x="2834" y="132"/>
                    </a:lnTo>
                    <a:lnTo>
                      <a:pt x="2723" y="113"/>
                    </a:lnTo>
                    <a:lnTo>
                      <a:pt x="2615" y="148"/>
                    </a:lnTo>
                    <a:lnTo>
                      <a:pt x="2327" y="180"/>
                    </a:lnTo>
                    <a:lnTo>
                      <a:pt x="2237" y="148"/>
                    </a:lnTo>
                    <a:lnTo>
                      <a:pt x="2126" y="189"/>
                    </a:lnTo>
                    <a:lnTo>
                      <a:pt x="2057" y="113"/>
                    </a:lnTo>
                    <a:lnTo>
                      <a:pt x="1973" y="31"/>
                    </a:lnTo>
                    <a:lnTo>
                      <a:pt x="1914" y="0"/>
                    </a:lnTo>
                    <a:lnTo>
                      <a:pt x="1232" y="249"/>
                    </a:lnTo>
                    <a:lnTo>
                      <a:pt x="1171" y="420"/>
                    </a:lnTo>
                    <a:lnTo>
                      <a:pt x="853" y="589"/>
                    </a:lnTo>
                    <a:lnTo>
                      <a:pt x="632" y="627"/>
                    </a:lnTo>
                    <a:lnTo>
                      <a:pt x="441" y="807"/>
                    </a:lnTo>
                    <a:lnTo>
                      <a:pt x="413" y="910"/>
                    </a:lnTo>
                    <a:lnTo>
                      <a:pt x="371" y="1015"/>
                    </a:lnTo>
                    <a:lnTo>
                      <a:pt x="259" y="1356"/>
                    </a:lnTo>
                    <a:lnTo>
                      <a:pt x="210" y="1624"/>
                    </a:lnTo>
                    <a:lnTo>
                      <a:pt x="270" y="1854"/>
                    </a:lnTo>
                    <a:lnTo>
                      <a:pt x="180" y="2075"/>
                    </a:lnTo>
                    <a:lnTo>
                      <a:pt x="90" y="2103"/>
                    </a:lnTo>
                    <a:lnTo>
                      <a:pt x="0" y="2193"/>
                    </a:lnTo>
                    <a:lnTo>
                      <a:pt x="191" y="2792"/>
                    </a:lnTo>
                    <a:lnTo>
                      <a:pt x="399" y="2861"/>
                    </a:lnTo>
                    <a:lnTo>
                      <a:pt x="761" y="2613"/>
                    </a:lnTo>
                    <a:lnTo>
                      <a:pt x="1042" y="1945"/>
                    </a:lnTo>
                    <a:lnTo>
                      <a:pt x="1211" y="2262"/>
                    </a:lnTo>
                    <a:lnTo>
                      <a:pt x="1303" y="2771"/>
                    </a:lnTo>
                    <a:lnTo>
                      <a:pt x="1232" y="2903"/>
                    </a:lnTo>
                    <a:lnTo>
                      <a:pt x="1204" y="3129"/>
                    </a:lnTo>
                    <a:lnTo>
                      <a:pt x="1261" y="3200"/>
                    </a:lnTo>
                    <a:lnTo>
                      <a:pt x="3408" y="2892"/>
                    </a:lnTo>
                    <a:lnTo>
                      <a:pt x="3355" y="1517"/>
                    </a:lnTo>
                    <a:lnTo>
                      <a:pt x="3569" y="1695"/>
                    </a:lnTo>
                    <a:lnTo>
                      <a:pt x="3707" y="1714"/>
                    </a:lnTo>
                    <a:lnTo>
                      <a:pt x="3777" y="1846"/>
                    </a:lnTo>
                    <a:lnTo>
                      <a:pt x="3938" y="1854"/>
                    </a:lnTo>
                    <a:lnTo>
                      <a:pt x="4028" y="1994"/>
                    </a:lnTo>
                    <a:lnTo>
                      <a:pt x="4072" y="209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 name="Freeform 67"/>
              <p:cNvSpPr>
                <a:spLocks/>
              </p:cNvSpPr>
              <p:nvPr/>
            </p:nvSpPr>
            <p:spPr bwMode="auto">
              <a:xfrm>
                <a:off x="3154" y="1939"/>
                <a:ext cx="50" cy="35"/>
              </a:xfrm>
              <a:custGeom>
                <a:avLst/>
                <a:gdLst>
                  <a:gd name="T0" fmla="*/ 0 w 400"/>
                  <a:gd name="T1" fmla="*/ 0 h 279"/>
                  <a:gd name="T2" fmla="*/ 0 w 400"/>
                  <a:gd name="T3" fmla="*/ 0 h 279"/>
                  <a:gd name="T4" fmla="*/ 0 w 400"/>
                  <a:gd name="T5" fmla="*/ 0 h 279"/>
                  <a:gd name="T6" fmla="*/ 0 w 400"/>
                  <a:gd name="T7" fmla="*/ 0 h 279"/>
                  <a:gd name="T8" fmla="*/ 0 w 400"/>
                  <a:gd name="T9" fmla="*/ 0 h 279"/>
                  <a:gd name="T10" fmla="*/ 0 w 400"/>
                  <a:gd name="T11" fmla="*/ 0 h 279"/>
                  <a:gd name="T12" fmla="*/ 0 w 400"/>
                  <a:gd name="T13" fmla="*/ 0 h 279"/>
                  <a:gd name="T14" fmla="*/ 0 w 400"/>
                  <a:gd name="T15" fmla="*/ 0 h 279"/>
                  <a:gd name="T16" fmla="*/ 0 w 400"/>
                  <a:gd name="T17" fmla="*/ 0 h 2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0"/>
                  <a:gd name="T28" fmla="*/ 0 h 279"/>
                  <a:gd name="T29" fmla="*/ 400 w 400"/>
                  <a:gd name="T30" fmla="*/ 279 h 2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0" h="279">
                    <a:moveTo>
                      <a:pt x="279" y="0"/>
                    </a:moveTo>
                    <a:lnTo>
                      <a:pt x="130" y="0"/>
                    </a:lnTo>
                    <a:lnTo>
                      <a:pt x="8" y="83"/>
                    </a:lnTo>
                    <a:lnTo>
                      <a:pt x="0" y="242"/>
                    </a:lnTo>
                    <a:lnTo>
                      <a:pt x="40" y="279"/>
                    </a:lnTo>
                    <a:lnTo>
                      <a:pt x="391" y="210"/>
                    </a:lnTo>
                    <a:lnTo>
                      <a:pt x="400" y="162"/>
                    </a:lnTo>
                    <a:lnTo>
                      <a:pt x="349" y="30"/>
                    </a:lnTo>
                    <a:lnTo>
                      <a:pt x="279"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 name="Freeform 68"/>
              <p:cNvSpPr>
                <a:spLocks/>
              </p:cNvSpPr>
              <p:nvPr/>
            </p:nvSpPr>
            <p:spPr bwMode="auto">
              <a:xfrm>
                <a:off x="2904" y="1706"/>
                <a:ext cx="28" cy="123"/>
              </a:xfrm>
              <a:custGeom>
                <a:avLst/>
                <a:gdLst>
                  <a:gd name="T0" fmla="*/ 0 w 231"/>
                  <a:gd name="T1" fmla="*/ 0 h 977"/>
                  <a:gd name="T2" fmla="*/ 0 w 231"/>
                  <a:gd name="T3" fmla="*/ 0 h 977"/>
                  <a:gd name="T4" fmla="*/ 0 w 231"/>
                  <a:gd name="T5" fmla="*/ 0 h 977"/>
                  <a:gd name="T6" fmla="*/ 0 w 231"/>
                  <a:gd name="T7" fmla="*/ 0 h 977"/>
                  <a:gd name="T8" fmla="*/ 0 w 231"/>
                  <a:gd name="T9" fmla="*/ 0 h 977"/>
                  <a:gd name="T10" fmla="*/ 0 w 231"/>
                  <a:gd name="T11" fmla="*/ 0 h 977"/>
                  <a:gd name="T12" fmla="*/ 0 w 231"/>
                  <a:gd name="T13" fmla="*/ 0 h 977"/>
                  <a:gd name="T14" fmla="*/ 0 w 231"/>
                  <a:gd name="T15" fmla="*/ 0 h 977"/>
                  <a:gd name="T16" fmla="*/ 0 w 231"/>
                  <a:gd name="T17" fmla="*/ 0 h 977"/>
                  <a:gd name="T18" fmla="*/ 0 w 231"/>
                  <a:gd name="T19" fmla="*/ 0 h 9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1"/>
                  <a:gd name="T31" fmla="*/ 0 h 977"/>
                  <a:gd name="T32" fmla="*/ 231 w 231"/>
                  <a:gd name="T33" fmla="*/ 977 h 9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1" h="977">
                    <a:moveTo>
                      <a:pt x="183" y="0"/>
                    </a:moveTo>
                    <a:lnTo>
                      <a:pt x="183" y="283"/>
                    </a:lnTo>
                    <a:lnTo>
                      <a:pt x="231" y="659"/>
                    </a:lnTo>
                    <a:lnTo>
                      <a:pt x="90" y="648"/>
                    </a:lnTo>
                    <a:lnTo>
                      <a:pt x="210" y="856"/>
                    </a:lnTo>
                    <a:lnTo>
                      <a:pt x="148" y="977"/>
                    </a:lnTo>
                    <a:lnTo>
                      <a:pt x="0" y="687"/>
                    </a:lnTo>
                    <a:lnTo>
                      <a:pt x="0" y="560"/>
                    </a:lnTo>
                    <a:lnTo>
                      <a:pt x="130" y="129"/>
                    </a:lnTo>
                    <a:lnTo>
                      <a:pt x="183"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 name="Freeform 69"/>
              <p:cNvSpPr>
                <a:spLocks/>
              </p:cNvSpPr>
              <p:nvPr/>
            </p:nvSpPr>
            <p:spPr bwMode="auto">
              <a:xfrm>
                <a:off x="2884" y="1756"/>
                <a:ext cx="126" cy="187"/>
              </a:xfrm>
              <a:custGeom>
                <a:avLst/>
                <a:gdLst>
                  <a:gd name="T0" fmla="*/ 0 w 1008"/>
                  <a:gd name="T1" fmla="*/ 0 h 1494"/>
                  <a:gd name="T2" fmla="*/ 0 w 1008"/>
                  <a:gd name="T3" fmla="*/ 0 h 1494"/>
                  <a:gd name="T4" fmla="*/ 0 w 1008"/>
                  <a:gd name="T5" fmla="*/ 0 h 1494"/>
                  <a:gd name="T6" fmla="*/ 0 w 1008"/>
                  <a:gd name="T7" fmla="*/ 0 h 1494"/>
                  <a:gd name="T8" fmla="*/ 0 w 1008"/>
                  <a:gd name="T9" fmla="*/ 0 h 1494"/>
                  <a:gd name="T10" fmla="*/ 0 w 1008"/>
                  <a:gd name="T11" fmla="*/ 0 h 1494"/>
                  <a:gd name="T12" fmla="*/ 0 w 1008"/>
                  <a:gd name="T13" fmla="*/ 0 h 1494"/>
                  <a:gd name="T14" fmla="*/ 0 w 1008"/>
                  <a:gd name="T15" fmla="*/ 0 h 1494"/>
                  <a:gd name="T16" fmla="*/ 0 w 1008"/>
                  <a:gd name="T17" fmla="*/ 0 h 1494"/>
                  <a:gd name="T18" fmla="*/ 0 w 1008"/>
                  <a:gd name="T19" fmla="*/ 0 h 1494"/>
                  <a:gd name="T20" fmla="*/ 0 w 1008"/>
                  <a:gd name="T21" fmla="*/ 0 h 1494"/>
                  <a:gd name="T22" fmla="*/ 0 w 1008"/>
                  <a:gd name="T23" fmla="*/ 0 h 1494"/>
                  <a:gd name="T24" fmla="*/ 0 w 1008"/>
                  <a:gd name="T25" fmla="*/ 0 h 1494"/>
                  <a:gd name="T26" fmla="*/ 0 w 1008"/>
                  <a:gd name="T27" fmla="*/ 0 h 1494"/>
                  <a:gd name="T28" fmla="*/ 0 w 1008"/>
                  <a:gd name="T29" fmla="*/ 0 h 1494"/>
                  <a:gd name="T30" fmla="*/ 0 w 1008"/>
                  <a:gd name="T31" fmla="*/ 0 h 1494"/>
                  <a:gd name="T32" fmla="*/ 0 w 1008"/>
                  <a:gd name="T33" fmla="*/ 0 h 1494"/>
                  <a:gd name="T34" fmla="*/ 0 w 1008"/>
                  <a:gd name="T35" fmla="*/ 0 h 1494"/>
                  <a:gd name="T36" fmla="*/ 0 w 1008"/>
                  <a:gd name="T37" fmla="*/ 0 h 1494"/>
                  <a:gd name="T38" fmla="*/ 0 w 1008"/>
                  <a:gd name="T39" fmla="*/ 0 h 1494"/>
                  <a:gd name="T40" fmla="*/ 0 w 1008"/>
                  <a:gd name="T41" fmla="*/ 0 h 1494"/>
                  <a:gd name="T42" fmla="*/ 0 w 1008"/>
                  <a:gd name="T43" fmla="*/ 0 h 1494"/>
                  <a:gd name="T44" fmla="*/ 0 w 1008"/>
                  <a:gd name="T45" fmla="*/ 0 h 1494"/>
                  <a:gd name="T46" fmla="*/ 0 w 1008"/>
                  <a:gd name="T47" fmla="*/ 0 h 1494"/>
                  <a:gd name="T48" fmla="*/ 0 w 1008"/>
                  <a:gd name="T49" fmla="*/ 0 h 14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08"/>
                  <a:gd name="T76" fmla="*/ 0 h 1494"/>
                  <a:gd name="T77" fmla="*/ 1008 w 1008"/>
                  <a:gd name="T78" fmla="*/ 1494 h 14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08" h="1494">
                    <a:moveTo>
                      <a:pt x="0" y="778"/>
                    </a:moveTo>
                    <a:lnTo>
                      <a:pt x="28" y="837"/>
                    </a:lnTo>
                    <a:lnTo>
                      <a:pt x="28" y="975"/>
                    </a:lnTo>
                    <a:lnTo>
                      <a:pt x="99" y="1156"/>
                    </a:lnTo>
                    <a:lnTo>
                      <a:pt x="159" y="1048"/>
                    </a:lnTo>
                    <a:lnTo>
                      <a:pt x="281" y="1305"/>
                    </a:lnTo>
                    <a:lnTo>
                      <a:pt x="120" y="1378"/>
                    </a:lnTo>
                    <a:lnTo>
                      <a:pt x="342" y="1494"/>
                    </a:lnTo>
                    <a:lnTo>
                      <a:pt x="648" y="1385"/>
                    </a:lnTo>
                    <a:lnTo>
                      <a:pt x="839" y="1057"/>
                    </a:lnTo>
                    <a:lnTo>
                      <a:pt x="883" y="820"/>
                    </a:lnTo>
                    <a:lnTo>
                      <a:pt x="911" y="589"/>
                    </a:lnTo>
                    <a:lnTo>
                      <a:pt x="1008" y="310"/>
                    </a:lnTo>
                    <a:lnTo>
                      <a:pt x="869" y="30"/>
                    </a:lnTo>
                    <a:lnTo>
                      <a:pt x="812" y="0"/>
                    </a:lnTo>
                    <a:lnTo>
                      <a:pt x="710" y="279"/>
                    </a:lnTo>
                    <a:lnTo>
                      <a:pt x="779" y="350"/>
                    </a:lnTo>
                    <a:lnTo>
                      <a:pt x="890" y="400"/>
                    </a:lnTo>
                    <a:lnTo>
                      <a:pt x="770" y="679"/>
                    </a:lnTo>
                    <a:lnTo>
                      <a:pt x="770" y="848"/>
                    </a:lnTo>
                    <a:lnTo>
                      <a:pt x="648" y="1026"/>
                    </a:lnTo>
                    <a:lnTo>
                      <a:pt x="438" y="1057"/>
                    </a:lnTo>
                    <a:lnTo>
                      <a:pt x="307" y="589"/>
                    </a:lnTo>
                    <a:lnTo>
                      <a:pt x="69" y="736"/>
                    </a:lnTo>
                    <a:lnTo>
                      <a:pt x="0" y="778"/>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6" name="Freeform 70"/>
              <p:cNvSpPr>
                <a:spLocks/>
              </p:cNvSpPr>
              <p:nvPr/>
            </p:nvSpPr>
            <p:spPr bwMode="auto">
              <a:xfrm>
                <a:off x="3001" y="1646"/>
                <a:ext cx="295" cy="343"/>
              </a:xfrm>
              <a:custGeom>
                <a:avLst/>
                <a:gdLst>
                  <a:gd name="T0" fmla="*/ 0 w 2355"/>
                  <a:gd name="T1" fmla="*/ 0 h 2742"/>
                  <a:gd name="T2" fmla="*/ 0 w 2355"/>
                  <a:gd name="T3" fmla="*/ 0 h 2742"/>
                  <a:gd name="T4" fmla="*/ 0 w 2355"/>
                  <a:gd name="T5" fmla="*/ 0 h 2742"/>
                  <a:gd name="T6" fmla="*/ 0 w 2355"/>
                  <a:gd name="T7" fmla="*/ 0 h 2742"/>
                  <a:gd name="T8" fmla="*/ 0 w 2355"/>
                  <a:gd name="T9" fmla="*/ 0 h 2742"/>
                  <a:gd name="T10" fmla="*/ 0 w 2355"/>
                  <a:gd name="T11" fmla="*/ 0 h 2742"/>
                  <a:gd name="T12" fmla="*/ 0 w 2355"/>
                  <a:gd name="T13" fmla="*/ 0 h 2742"/>
                  <a:gd name="T14" fmla="*/ 0 w 2355"/>
                  <a:gd name="T15" fmla="*/ 0 h 2742"/>
                  <a:gd name="T16" fmla="*/ 0 w 2355"/>
                  <a:gd name="T17" fmla="*/ 0 h 2742"/>
                  <a:gd name="T18" fmla="*/ 0 w 2355"/>
                  <a:gd name="T19" fmla="*/ 0 h 2742"/>
                  <a:gd name="T20" fmla="*/ 0 w 2355"/>
                  <a:gd name="T21" fmla="*/ 0 h 2742"/>
                  <a:gd name="T22" fmla="*/ 0 w 2355"/>
                  <a:gd name="T23" fmla="*/ 0 h 2742"/>
                  <a:gd name="T24" fmla="*/ 0 w 2355"/>
                  <a:gd name="T25" fmla="*/ 0 h 2742"/>
                  <a:gd name="T26" fmla="*/ 0 w 2355"/>
                  <a:gd name="T27" fmla="*/ 0 h 2742"/>
                  <a:gd name="T28" fmla="*/ 0 w 2355"/>
                  <a:gd name="T29" fmla="*/ 0 h 2742"/>
                  <a:gd name="T30" fmla="*/ 0 w 2355"/>
                  <a:gd name="T31" fmla="*/ 0 h 2742"/>
                  <a:gd name="T32" fmla="*/ 0 w 2355"/>
                  <a:gd name="T33" fmla="*/ 0 h 2742"/>
                  <a:gd name="T34" fmla="*/ 0 w 2355"/>
                  <a:gd name="T35" fmla="*/ 0 h 2742"/>
                  <a:gd name="T36" fmla="*/ 0 w 2355"/>
                  <a:gd name="T37" fmla="*/ 0 h 2742"/>
                  <a:gd name="T38" fmla="*/ 0 w 2355"/>
                  <a:gd name="T39" fmla="*/ 0 h 2742"/>
                  <a:gd name="T40" fmla="*/ 0 w 2355"/>
                  <a:gd name="T41" fmla="*/ 0 h 2742"/>
                  <a:gd name="T42" fmla="*/ 0 w 2355"/>
                  <a:gd name="T43" fmla="*/ 0 h 2742"/>
                  <a:gd name="T44" fmla="*/ 0 w 2355"/>
                  <a:gd name="T45" fmla="*/ 0 h 2742"/>
                  <a:gd name="T46" fmla="*/ 0 w 2355"/>
                  <a:gd name="T47" fmla="*/ 0 h 2742"/>
                  <a:gd name="T48" fmla="*/ 0 w 2355"/>
                  <a:gd name="T49" fmla="*/ 0 h 2742"/>
                  <a:gd name="T50" fmla="*/ 0 w 2355"/>
                  <a:gd name="T51" fmla="*/ 0 h 2742"/>
                  <a:gd name="T52" fmla="*/ 0 w 2355"/>
                  <a:gd name="T53" fmla="*/ 0 h 2742"/>
                  <a:gd name="T54" fmla="*/ 0 w 2355"/>
                  <a:gd name="T55" fmla="*/ 0 h 2742"/>
                  <a:gd name="T56" fmla="*/ 0 w 2355"/>
                  <a:gd name="T57" fmla="*/ 0 h 2742"/>
                  <a:gd name="T58" fmla="*/ 0 w 2355"/>
                  <a:gd name="T59" fmla="*/ 0 h 2742"/>
                  <a:gd name="T60" fmla="*/ 0 w 2355"/>
                  <a:gd name="T61" fmla="*/ 0 h 2742"/>
                  <a:gd name="T62" fmla="*/ 0 w 2355"/>
                  <a:gd name="T63" fmla="*/ 0 h 2742"/>
                  <a:gd name="T64" fmla="*/ 0 w 2355"/>
                  <a:gd name="T65" fmla="*/ 0 h 2742"/>
                  <a:gd name="T66" fmla="*/ 0 w 2355"/>
                  <a:gd name="T67" fmla="*/ 0 h 2742"/>
                  <a:gd name="T68" fmla="*/ 0 w 2355"/>
                  <a:gd name="T69" fmla="*/ 0 h 2742"/>
                  <a:gd name="T70" fmla="*/ 0 w 2355"/>
                  <a:gd name="T71" fmla="*/ 0 h 2742"/>
                  <a:gd name="T72" fmla="*/ 0 w 2355"/>
                  <a:gd name="T73" fmla="*/ 0 h 2742"/>
                  <a:gd name="T74" fmla="*/ 0 w 2355"/>
                  <a:gd name="T75" fmla="*/ 0 h 2742"/>
                  <a:gd name="T76" fmla="*/ 0 w 2355"/>
                  <a:gd name="T77" fmla="*/ 0 h 2742"/>
                  <a:gd name="T78" fmla="*/ 0 w 2355"/>
                  <a:gd name="T79" fmla="*/ 0 h 2742"/>
                  <a:gd name="T80" fmla="*/ 0 w 2355"/>
                  <a:gd name="T81" fmla="*/ 0 h 2742"/>
                  <a:gd name="T82" fmla="*/ 0 w 2355"/>
                  <a:gd name="T83" fmla="*/ 0 h 2742"/>
                  <a:gd name="T84" fmla="*/ 0 w 2355"/>
                  <a:gd name="T85" fmla="*/ 0 h 2742"/>
                  <a:gd name="T86" fmla="*/ 0 w 2355"/>
                  <a:gd name="T87" fmla="*/ 0 h 2742"/>
                  <a:gd name="T88" fmla="*/ 0 w 2355"/>
                  <a:gd name="T89" fmla="*/ 0 h 2742"/>
                  <a:gd name="T90" fmla="*/ 0 w 2355"/>
                  <a:gd name="T91" fmla="*/ 0 h 2742"/>
                  <a:gd name="T92" fmla="*/ 0 w 2355"/>
                  <a:gd name="T93" fmla="*/ 0 h 2742"/>
                  <a:gd name="T94" fmla="*/ 0 w 2355"/>
                  <a:gd name="T95" fmla="*/ 0 h 2742"/>
                  <a:gd name="T96" fmla="*/ 0 w 2355"/>
                  <a:gd name="T97" fmla="*/ 0 h 2742"/>
                  <a:gd name="T98" fmla="*/ 0 w 2355"/>
                  <a:gd name="T99" fmla="*/ 0 h 2742"/>
                  <a:gd name="T100" fmla="*/ 0 w 2355"/>
                  <a:gd name="T101" fmla="*/ 0 h 2742"/>
                  <a:gd name="T102" fmla="*/ 0 w 2355"/>
                  <a:gd name="T103" fmla="*/ 0 h 2742"/>
                  <a:gd name="T104" fmla="*/ 0 w 2355"/>
                  <a:gd name="T105" fmla="*/ 0 h 2742"/>
                  <a:gd name="T106" fmla="*/ 0 w 2355"/>
                  <a:gd name="T107" fmla="*/ 0 h 2742"/>
                  <a:gd name="T108" fmla="*/ 0 w 2355"/>
                  <a:gd name="T109" fmla="*/ 0 h 2742"/>
                  <a:gd name="T110" fmla="*/ 0 w 2355"/>
                  <a:gd name="T111" fmla="*/ 0 h 2742"/>
                  <a:gd name="T112" fmla="*/ 0 w 2355"/>
                  <a:gd name="T113" fmla="*/ 0 h 2742"/>
                  <a:gd name="T114" fmla="*/ 0 w 2355"/>
                  <a:gd name="T115" fmla="*/ 0 h 274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55"/>
                  <a:gd name="T175" fmla="*/ 0 h 2742"/>
                  <a:gd name="T176" fmla="*/ 2355 w 2355"/>
                  <a:gd name="T177" fmla="*/ 2742 h 274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55" h="2742">
                    <a:moveTo>
                      <a:pt x="303" y="558"/>
                    </a:moveTo>
                    <a:lnTo>
                      <a:pt x="413" y="639"/>
                    </a:lnTo>
                    <a:lnTo>
                      <a:pt x="289" y="1119"/>
                    </a:lnTo>
                    <a:lnTo>
                      <a:pt x="289" y="1398"/>
                    </a:lnTo>
                    <a:lnTo>
                      <a:pt x="630" y="1476"/>
                    </a:lnTo>
                    <a:lnTo>
                      <a:pt x="604" y="411"/>
                    </a:lnTo>
                    <a:lnTo>
                      <a:pt x="630" y="208"/>
                    </a:lnTo>
                    <a:lnTo>
                      <a:pt x="503" y="150"/>
                    </a:lnTo>
                    <a:lnTo>
                      <a:pt x="382" y="231"/>
                    </a:lnTo>
                    <a:lnTo>
                      <a:pt x="360" y="208"/>
                    </a:lnTo>
                    <a:lnTo>
                      <a:pt x="450" y="143"/>
                    </a:lnTo>
                    <a:lnTo>
                      <a:pt x="503" y="72"/>
                    </a:lnTo>
                    <a:lnTo>
                      <a:pt x="833" y="0"/>
                    </a:lnTo>
                    <a:lnTo>
                      <a:pt x="991" y="84"/>
                    </a:lnTo>
                    <a:lnTo>
                      <a:pt x="943" y="121"/>
                    </a:lnTo>
                    <a:lnTo>
                      <a:pt x="833" y="112"/>
                    </a:lnTo>
                    <a:lnTo>
                      <a:pt x="782" y="252"/>
                    </a:lnTo>
                    <a:lnTo>
                      <a:pt x="1092" y="1558"/>
                    </a:lnTo>
                    <a:lnTo>
                      <a:pt x="1413" y="1747"/>
                    </a:lnTo>
                    <a:lnTo>
                      <a:pt x="1965" y="2035"/>
                    </a:lnTo>
                    <a:lnTo>
                      <a:pt x="1905" y="1875"/>
                    </a:lnTo>
                    <a:lnTo>
                      <a:pt x="2207" y="1993"/>
                    </a:lnTo>
                    <a:lnTo>
                      <a:pt x="2297" y="1773"/>
                    </a:lnTo>
                    <a:lnTo>
                      <a:pt x="2345" y="1785"/>
                    </a:lnTo>
                    <a:lnTo>
                      <a:pt x="2306" y="2145"/>
                    </a:lnTo>
                    <a:lnTo>
                      <a:pt x="2355" y="2343"/>
                    </a:lnTo>
                    <a:lnTo>
                      <a:pt x="2133" y="2393"/>
                    </a:lnTo>
                    <a:lnTo>
                      <a:pt x="1598" y="2356"/>
                    </a:lnTo>
                    <a:lnTo>
                      <a:pt x="1723" y="2272"/>
                    </a:lnTo>
                    <a:lnTo>
                      <a:pt x="1644" y="2126"/>
                    </a:lnTo>
                    <a:lnTo>
                      <a:pt x="1732" y="2085"/>
                    </a:lnTo>
                    <a:lnTo>
                      <a:pt x="1503" y="2015"/>
                    </a:lnTo>
                    <a:lnTo>
                      <a:pt x="1503" y="2165"/>
                    </a:lnTo>
                    <a:lnTo>
                      <a:pt x="1444" y="2334"/>
                    </a:lnTo>
                    <a:lnTo>
                      <a:pt x="1246" y="2405"/>
                    </a:lnTo>
                    <a:lnTo>
                      <a:pt x="1273" y="2384"/>
                    </a:lnTo>
                    <a:lnTo>
                      <a:pt x="1135" y="2043"/>
                    </a:lnTo>
                    <a:lnTo>
                      <a:pt x="863" y="1868"/>
                    </a:lnTo>
                    <a:lnTo>
                      <a:pt x="591" y="1826"/>
                    </a:lnTo>
                    <a:lnTo>
                      <a:pt x="663" y="1916"/>
                    </a:lnTo>
                    <a:lnTo>
                      <a:pt x="624" y="1936"/>
                    </a:lnTo>
                    <a:lnTo>
                      <a:pt x="773" y="1976"/>
                    </a:lnTo>
                    <a:lnTo>
                      <a:pt x="1054" y="2204"/>
                    </a:lnTo>
                    <a:lnTo>
                      <a:pt x="1171" y="2322"/>
                    </a:lnTo>
                    <a:lnTo>
                      <a:pt x="962" y="2315"/>
                    </a:lnTo>
                    <a:lnTo>
                      <a:pt x="734" y="2246"/>
                    </a:lnTo>
                    <a:lnTo>
                      <a:pt x="923" y="2405"/>
                    </a:lnTo>
                    <a:lnTo>
                      <a:pt x="743" y="2463"/>
                    </a:lnTo>
                    <a:lnTo>
                      <a:pt x="521" y="2601"/>
                    </a:lnTo>
                    <a:lnTo>
                      <a:pt x="851" y="2525"/>
                    </a:lnTo>
                    <a:lnTo>
                      <a:pt x="552" y="2742"/>
                    </a:lnTo>
                    <a:lnTo>
                      <a:pt x="250" y="2742"/>
                    </a:lnTo>
                    <a:lnTo>
                      <a:pt x="213" y="2652"/>
                    </a:lnTo>
                    <a:lnTo>
                      <a:pt x="303" y="2272"/>
                    </a:lnTo>
                    <a:lnTo>
                      <a:pt x="270" y="2114"/>
                    </a:lnTo>
                    <a:lnTo>
                      <a:pt x="0" y="1178"/>
                    </a:lnTo>
                    <a:lnTo>
                      <a:pt x="81" y="720"/>
                    </a:lnTo>
                    <a:lnTo>
                      <a:pt x="303" y="558"/>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 name="Freeform 71"/>
              <p:cNvSpPr>
                <a:spLocks/>
              </p:cNvSpPr>
              <p:nvPr/>
            </p:nvSpPr>
            <p:spPr bwMode="auto">
              <a:xfrm>
                <a:off x="3140" y="1598"/>
                <a:ext cx="107" cy="77"/>
              </a:xfrm>
              <a:custGeom>
                <a:avLst/>
                <a:gdLst>
                  <a:gd name="T0" fmla="*/ 0 w 851"/>
                  <a:gd name="T1" fmla="*/ 0 h 616"/>
                  <a:gd name="T2" fmla="*/ 0 w 851"/>
                  <a:gd name="T3" fmla="*/ 0 h 616"/>
                  <a:gd name="T4" fmla="*/ 0 w 851"/>
                  <a:gd name="T5" fmla="*/ 0 h 616"/>
                  <a:gd name="T6" fmla="*/ 0 w 851"/>
                  <a:gd name="T7" fmla="*/ 0 h 616"/>
                  <a:gd name="T8" fmla="*/ 0 w 851"/>
                  <a:gd name="T9" fmla="*/ 0 h 616"/>
                  <a:gd name="T10" fmla="*/ 0 w 851"/>
                  <a:gd name="T11" fmla="*/ 0 h 616"/>
                  <a:gd name="T12" fmla="*/ 0 w 851"/>
                  <a:gd name="T13" fmla="*/ 0 h 616"/>
                  <a:gd name="T14" fmla="*/ 0 w 851"/>
                  <a:gd name="T15" fmla="*/ 0 h 616"/>
                  <a:gd name="T16" fmla="*/ 0 w 851"/>
                  <a:gd name="T17" fmla="*/ 0 h 616"/>
                  <a:gd name="T18" fmla="*/ 0 w 851"/>
                  <a:gd name="T19" fmla="*/ 0 h 616"/>
                  <a:gd name="T20" fmla="*/ 0 w 851"/>
                  <a:gd name="T21" fmla="*/ 0 h 616"/>
                  <a:gd name="T22" fmla="*/ 0 w 851"/>
                  <a:gd name="T23" fmla="*/ 0 h 616"/>
                  <a:gd name="T24" fmla="*/ 0 w 851"/>
                  <a:gd name="T25" fmla="*/ 0 h 616"/>
                  <a:gd name="T26" fmla="*/ 0 w 851"/>
                  <a:gd name="T27" fmla="*/ 0 h 616"/>
                  <a:gd name="T28" fmla="*/ 0 w 851"/>
                  <a:gd name="T29" fmla="*/ 0 h 616"/>
                  <a:gd name="T30" fmla="*/ 0 w 851"/>
                  <a:gd name="T31" fmla="*/ 0 h 616"/>
                  <a:gd name="T32" fmla="*/ 0 w 851"/>
                  <a:gd name="T33" fmla="*/ 0 h 616"/>
                  <a:gd name="T34" fmla="*/ 0 w 851"/>
                  <a:gd name="T35" fmla="*/ 0 h 6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1"/>
                  <a:gd name="T55" fmla="*/ 0 h 616"/>
                  <a:gd name="T56" fmla="*/ 851 w 851"/>
                  <a:gd name="T57" fmla="*/ 616 h 6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1" h="616">
                    <a:moveTo>
                      <a:pt x="0" y="385"/>
                    </a:moveTo>
                    <a:lnTo>
                      <a:pt x="77" y="207"/>
                    </a:lnTo>
                    <a:lnTo>
                      <a:pt x="77" y="348"/>
                    </a:lnTo>
                    <a:lnTo>
                      <a:pt x="299" y="97"/>
                    </a:lnTo>
                    <a:lnTo>
                      <a:pt x="378" y="616"/>
                    </a:lnTo>
                    <a:lnTo>
                      <a:pt x="417" y="227"/>
                    </a:lnTo>
                    <a:lnTo>
                      <a:pt x="618" y="69"/>
                    </a:lnTo>
                    <a:lnTo>
                      <a:pt x="740" y="97"/>
                    </a:lnTo>
                    <a:lnTo>
                      <a:pt x="851" y="7"/>
                    </a:lnTo>
                    <a:lnTo>
                      <a:pt x="721" y="40"/>
                    </a:lnTo>
                    <a:lnTo>
                      <a:pt x="653" y="40"/>
                    </a:lnTo>
                    <a:lnTo>
                      <a:pt x="618" y="0"/>
                    </a:lnTo>
                    <a:lnTo>
                      <a:pt x="521" y="69"/>
                    </a:lnTo>
                    <a:lnTo>
                      <a:pt x="389" y="47"/>
                    </a:lnTo>
                    <a:lnTo>
                      <a:pt x="279" y="40"/>
                    </a:lnTo>
                    <a:lnTo>
                      <a:pt x="118" y="77"/>
                    </a:lnTo>
                    <a:lnTo>
                      <a:pt x="21" y="189"/>
                    </a:lnTo>
                    <a:lnTo>
                      <a:pt x="0" y="38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 name="Freeform 72"/>
              <p:cNvSpPr>
                <a:spLocks/>
              </p:cNvSpPr>
              <p:nvPr/>
            </p:nvSpPr>
            <p:spPr bwMode="auto">
              <a:xfrm>
                <a:off x="3256" y="1669"/>
                <a:ext cx="101" cy="198"/>
              </a:xfrm>
              <a:custGeom>
                <a:avLst/>
                <a:gdLst>
                  <a:gd name="T0" fmla="*/ 0 w 811"/>
                  <a:gd name="T1" fmla="*/ 0 h 1587"/>
                  <a:gd name="T2" fmla="*/ 0 w 811"/>
                  <a:gd name="T3" fmla="*/ 0 h 1587"/>
                  <a:gd name="T4" fmla="*/ 0 w 811"/>
                  <a:gd name="T5" fmla="*/ 0 h 1587"/>
                  <a:gd name="T6" fmla="*/ 0 w 811"/>
                  <a:gd name="T7" fmla="*/ 0 h 1587"/>
                  <a:gd name="T8" fmla="*/ 0 w 811"/>
                  <a:gd name="T9" fmla="*/ 0 h 1587"/>
                  <a:gd name="T10" fmla="*/ 0 w 811"/>
                  <a:gd name="T11" fmla="*/ 0 h 1587"/>
                  <a:gd name="T12" fmla="*/ 0 w 811"/>
                  <a:gd name="T13" fmla="*/ 0 h 1587"/>
                  <a:gd name="T14" fmla="*/ 0 w 811"/>
                  <a:gd name="T15" fmla="*/ 0 h 1587"/>
                  <a:gd name="T16" fmla="*/ 0 w 811"/>
                  <a:gd name="T17" fmla="*/ 0 h 1587"/>
                  <a:gd name="T18" fmla="*/ 0 w 811"/>
                  <a:gd name="T19" fmla="*/ 0 h 1587"/>
                  <a:gd name="T20" fmla="*/ 0 w 811"/>
                  <a:gd name="T21" fmla="*/ 0 h 1587"/>
                  <a:gd name="T22" fmla="*/ 0 w 811"/>
                  <a:gd name="T23" fmla="*/ 0 h 1587"/>
                  <a:gd name="T24" fmla="*/ 0 w 811"/>
                  <a:gd name="T25" fmla="*/ 0 h 1587"/>
                  <a:gd name="T26" fmla="*/ 0 w 811"/>
                  <a:gd name="T27" fmla="*/ 0 h 1587"/>
                  <a:gd name="T28" fmla="*/ 0 w 811"/>
                  <a:gd name="T29" fmla="*/ 0 h 1587"/>
                  <a:gd name="T30" fmla="*/ 0 w 811"/>
                  <a:gd name="T31" fmla="*/ 0 h 1587"/>
                  <a:gd name="T32" fmla="*/ 0 w 811"/>
                  <a:gd name="T33" fmla="*/ 0 h 1587"/>
                  <a:gd name="T34" fmla="*/ 0 w 811"/>
                  <a:gd name="T35" fmla="*/ 0 h 1587"/>
                  <a:gd name="T36" fmla="*/ 0 w 811"/>
                  <a:gd name="T37" fmla="*/ 0 h 1587"/>
                  <a:gd name="T38" fmla="*/ 0 w 811"/>
                  <a:gd name="T39" fmla="*/ 0 h 1587"/>
                  <a:gd name="T40" fmla="*/ 0 w 811"/>
                  <a:gd name="T41" fmla="*/ 0 h 1587"/>
                  <a:gd name="T42" fmla="*/ 0 w 811"/>
                  <a:gd name="T43" fmla="*/ 0 h 1587"/>
                  <a:gd name="T44" fmla="*/ 0 w 811"/>
                  <a:gd name="T45" fmla="*/ 0 h 1587"/>
                  <a:gd name="T46" fmla="*/ 0 w 811"/>
                  <a:gd name="T47" fmla="*/ 0 h 158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11"/>
                  <a:gd name="T73" fmla="*/ 0 h 1587"/>
                  <a:gd name="T74" fmla="*/ 811 w 811"/>
                  <a:gd name="T75" fmla="*/ 1587 h 158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11" h="1587">
                    <a:moveTo>
                      <a:pt x="481" y="171"/>
                    </a:moveTo>
                    <a:lnTo>
                      <a:pt x="481" y="429"/>
                    </a:lnTo>
                    <a:lnTo>
                      <a:pt x="380" y="600"/>
                    </a:lnTo>
                    <a:lnTo>
                      <a:pt x="239" y="429"/>
                    </a:lnTo>
                    <a:lnTo>
                      <a:pt x="128" y="259"/>
                    </a:lnTo>
                    <a:lnTo>
                      <a:pt x="239" y="860"/>
                    </a:lnTo>
                    <a:lnTo>
                      <a:pt x="207" y="1257"/>
                    </a:lnTo>
                    <a:lnTo>
                      <a:pt x="0" y="1556"/>
                    </a:lnTo>
                    <a:lnTo>
                      <a:pt x="170" y="1587"/>
                    </a:lnTo>
                    <a:lnTo>
                      <a:pt x="361" y="1483"/>
                    </a:lnTo>
                    <a:lnTo>
                      <a:pt x="318" y="840"/>
                    </a:lnTo>
                    <a:lnTo>
                      <a:pt x="509" y="1049"/>
                    </a:lnTo>
                    <a:lnTo>
                      <a:pt x="640" y="1049"/>
                    </a:lnTo>
                    <a:lnTo>
                      <a:pt x="541" y="939"/>
                    </a:lnTo>
                    <a:lnTo>
                      <a:pt x="521" y="770"/>
                    </a:lnTo>
                    <a:lnTo>
                      <a:pt x="582" y="600"/>
                    </a:lnTo>
                    <a:lnTo>
                      <a:pt x="659" y="489"/>
                    </a:lnTo>
                    <a:lnTo>
                      <a:pt x="721" y="392"/>
                    </a:lnTo>
                    <a:lnTo>
                      <a:pt x="762" y="528"/>
                    </a:lnTo>
                    <a:lnTo>
                      <a:pt x="811" y="400"/>
                    </a:lnTo>
                    <a:lnTo>
                      <a:pt x="780" y="293"/>
                    </a:lnTo>
                    <a:lnTo>
                      <a:pt x="721" y="150"/>
                    </a:lnTo>
                    <a:lnTo>
                      <a:pt x="548" y="0"/>
                    </a:lnTo>
                    <a:lnTo>
                      <a:pt x="481" y="171"/>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 name="Freeform 73"/>
              <p:cNvSpPr>
                <a:spLocks/>
              </p:cNvSpPr>
              <p:nvPr/>
            </p:nvSpPr>
            <p:spPr bwMode="auto">
              <a:xfrm>
                <a:off x="3349" y="1737"/>
                <a:ext cx="69" cy="76"/>
              </a:xfrm>
              <a:custGeom>
                <a:avLst/>
                <a:gdLst>
                  <a:gd name="T0" fmla="*/ 0 w 552"/>
                  <a:gd name="T1" fmla="*/ 0 h 609"/>
                  <a:gd name="T2" fmla="*/ 0 w 552"/>
                  <a:gd name="T3" fmla="*/ 0 h 609"/>
                  <a:gd name="T4" fmla="*/ 0 w 552"/>
                  <a:gd name="T5" fmla="*/ 0 h 609"/>
                  <a:gd name="T6" fmla="*/ 0 w 552"/>
                  <a:gd name="T7" fmla="*/ 0 h 609"/>
                  <a:gd name="T8" fmla="*/ 0 w 552"/>
                  <a:gd name="T9" fmla="*/ 0 h 609"/>
                  <a:gd name="T10" fmla="*/ 0 w 552"/>
                  <a:gd name="T11" fmla="*/ 0 h 609"/>
                  <a:gd name="T12" fmla="*/ 0 w 552"/>
                  <a:gd name="T13" fmla="*/ 0 h 609"/>
                  <a:gd name="T14" fmla="*/ 0 w 552"/>
                  <a:gd name="T15" fmla="*/ 0 h 609"/>
                  <a:gd name="T16" fmla="*/ 0 w 552"/>
                  <a:gd name="T17" fmla="*/ 0 h 609"/>
                  <a:gd name="T18" fmla="*/ 0 w 552"/>
                  <a:gd name="T19" fmla="*/ 0 h 609"/>
                  <a:gd name="T20" fmla="*/ 0 w 552"/>
                  <a:gd name="T21" fmla="*/ 0 h 609"/>
                  <a:gd name="T22" fmla="*/ 0 w 552"/>
                  <a:gd name="T23" fmla="*/ 0 h 6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2"/>
                  <a:gd name="T37" fmla="*/ 0 h 609"/>
                  <a:gd name="T38" fmla="*/ 552 w 552"/>
                  <a:gd name="T39" fmla="*/ 609 h 60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2" h="609">
                    <a:moveTo>
                      <a:pt x="152" y="0"/>
                    </a:moveTo>
                    <a:lnTo>
                      <a:pt x="31" y="152"/>
                    </a:lnTo>
                    <a:lnTo>
                      <a:pt x="132" y="293"/>
                    </a:lnTo>
                    <a:lnTo>
                      <a:pt x="373" y="133"/>
                    </a:lnTo>
                    <a:lnTo>
                      <a:pt x="453" y="293"/>
                    </a:lnTo>
                    <a:lnTo>
                      <a:pt x="0" y="609"/>
                    </a:lnTo>
                    <a:lnTo>
                      <a:pt x="420" y="541"/>
                    </a:lnTo>
                    <a:lnTo>
                      <a:pt x="552" y="133"/>
                    </a:lnTo>
                    <a:lnTo>
                      <a:pt x="453" y="42"/>
                    </a:lnTo>
                    <a:lnTo>
                      <a:pt x="299" y="62"/>
                    </a:lnTo>
                    <a:lnTo>
                      <a:pt x="193" y="23"/>
                    </a:lnTo>
                    <a:lnTo>
                      <a:pt x="152"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 name="Freeform 74"/>
              <p:cNvSpPr>
                <a:spLocks/>
              </p:cNvSpPr>
              <p:nvPr/>
            </p:nvSpPr>
            <p:spPr bwMode="auto">
              <a:xfrm>
                <a:off x="3079" y="1640"/>
                <a:ext cx="103" cy="307"/>
              </a:xfrm>
              <a:custGeom>
                <a:avLst/>
                <a:gdLst>
                  <a:gd name="T0" fmla="*/ 0 w 820"/>
                  <a:gd name="T1" fmla="*/ 0 h 2453"/>
                  <a:gd name="T2" fmla="*/ 0 w 820"/>
                  <a:gd name="T3" fmla="*/ 0 h 2453"/>
                  <a:gd name="T4" fmla="*/ 0 w 820"/>
                  <a:gd name="T5" fmla="*/ 0 h 2453"/>
                  <a:gd name="T6" fmla="*/ 0 w 820"/>
                  <a:gd name="T7" fmla="*/ 0 h 2453"/>
                  <a:gd name="T8" fmla="*/ 0 w 820"/>
                  <a:gd name="T9" fmla="*/ 0 h 2453"/>
                  <a:gd name="T10" fmla="*/ 0 w 820"/>
                  <a:gd name="T11" fmla="*/ 0 h 2453"/>
                  <a:gd name="T12" fmla="*/ 0 w 820"/>
                  <a:gd name="T13" fmla="*/ 0 h 2453"/>
                  <a:gd name="T14" fmla="*/ 0 w 820"/>
                  <a:gd name="T15" fmla="*/ 0 h 2453"/>
                  <a:gd name="T16" fmla="*/ 0 w 820"/>
                  <a:gd name="T17" fmla="*/ 0 h 2453"/>
                  <a:gd name="T18" fmla="*/ 0 w 820"/>
                  <a:gd name="T19" fmla="*/ 0 h 2453"/>
                  <a:gd name="T20" fmla="*/ 0 w 820"/>
                  <a:gd name="T21" fmla="*/ 0 h 2453"/>
                  <a:gd name="T22" fmla="*/ 0 w 820"/>
                  <a:gd name="T23" fmla="*/ 0 h 2453"/>
                  <a:gd name="T24" fmla="*/ 0 w 820"/>
                  <a:gd name="T25" fmla="*/ 0 h 2453"/>
                  <a:gd name="T26" fmla="*/ 0 w 820"/>
                  <a:gd name="T27" fmla="*/ 0 h 2453"/>
                  <a:gd name="T28" fmla="*/ 0 w 820"/>
                  <a:gd name="T29" fmla="*/ 0 h 2453"/>
                  <a:gd name="T30" fmla="*/ 0 w 820"/>
                  <a:gd name="T31" fmla="*/ 0 h 2453"/>
                  <a:gd name="T32" fmla="*/ 0 w 820"/>
                  <a:gd name="T33" fmla="*/ 0 h 2453"/>
                  <a:gd name="T34" fmla="*/ 0 w 820"/>
                  <a:gd name="T35" fmla="*/ 0 h 2453"/>
                  <a:gd name="T36" fmla="*/ 0 w 820"/>
                  <a:gd name="T37" fmla="*/ 0 h 2453"/>
                  <a:gd name="T38" fmla="*/ 0 w 820"/>
                  <a:gd name="T39" fmla="*/ 0 h 24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20"/>
                  <a:gd name="T61" fmla="*/ 0 h 2453"/>
                  <a:gd name="T62" fmla="*/ 820 w 820"/>
                  <a:gd name="T63" fmla="*/ 2453 h 24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20" h="2453">
                    <a:moveTo>
                      <a:pt x="186" y="21"/>
                    </a:moveTo>
                    <a:lnTo>
                      <a:pt x="178" y="110"/>
                    </a:lnTo>
                    <a:lnTo>
                      <a:pt x="136" y="198"/>
                    </a:lnTo>
                    <a:lnTo>
                      <a:pt x="119" y="228"/>
                    </a:lnTo>
                    <a:lnTo>
                      <a:pt x="186" y="309"/>
                    </a:lnTo>
                    <a:lnTo>
                      <a:pt x="288" y="487"/>
                    </a:lnTo>
                    <a:lnTo>
                      <a:pt x="400" y="817"/>
                    </a:lnTo>
                    <a:lnTo>
                      <a:pt x="520" y="1245"/>
                    </a:lnTo>
                    <a:lnTo>
                      <a:pt x="693" y="1806"/>
                    </a:lnTo>
                    <a:lnTo>
                      <a:pt x="820" y="2125"/>
                    </a:lnTo>
                    <a:lnTo>
                      <a:pt x="672" y="2453"/>
                    </a:lnTo>
                    <a:lnTo>
                      <a:pt x="347" y="2204"/>
                    </a:lnTo>
                    <a:lnTo>
                      <a:pt x="68" y="708"/>
                    </a:lnTo>
                    <a:lnTo>
                      <a:pt x="46" y="440"/>
                    </a:lnTo>
                    <a:lnTo>
                      <a:pt x="68" y="270"/>
                    </a:lnTo>
                    <a:lnTo>
                      <a:pt x="68" y="228"/>
                    </a:lnTo>
                    <a:lnTo>
                      <a:pt x="0" y="141"/>
                    </a:lnTo>
                    <a:lnTo>
                      <a:pt x="6" y="0"/>
                    </a:lnTo>
                    <a:lnTo>
                      <a:pt x="149" y="11"/>
                    </a:lnTo>
                    <a:lnTo>
                      <a:pt x="186" y="2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 name="Freeform 75"/>
              <p:cNvSpPr>
                <a:spLocks/>
              </p:cNvSpPr>
              <p:nvPr/>
            </p:nvSpPr>
            <p:spPr bwMode="auto">
              <a:xfrm>
                <a:off x="3074" y="1640"/>
                <a:ext cx="108" cy="310"/>
              </a:xfrm>
              <a:custGeom>
                <a:avLst/>
                <a:gdLst>
                  <a:gd name="T0" fmla="*/ 0 w 862"/>
                  <a:gd name="T1" fmla="*/ 0 h 2474"/>
                  <a:gd name="T2" fmla="*/ 0 w 862"/>
                  <a:gd name="T3" fmla="*/ 0 h 2474"/>
                  <a:gd name="T4" fmla="*/ 0 w 862"/>
                  <a:gd name="T5" fmla="*/ 0 h 2474"/>
                  <a:gd name="T6" fmla="*/ 0 w 862"/>
                  <a:gd name="T7" fmla="*/ 0 h 2474"/>
                  <a:gd name="T8" fmla="*/ 0 w 862"/>
                  <a:gd name="T9" fmla="*/ 0 h 2474"/>
                  <a:gd name="T10" fmla="*/ 0 w 862"/>
                  <a:gd name="T11" fmla="*/ 0 h 2474"/>
                  <a:gd name="T12" fmla="*/ 0 w 862"/>
                  <a:gd name="T13" fmla="*/ 0 h 2474"/>
                  <a:gd name="T14" fmla="*/ 0 w 862"/>
                  <a:gd name="T15" fmla="*/ 0 h 2474"/>
                  <a:gd name="T16" fmla="*/ 0 w 862"/>
                  <a:gd name="T17" fmla="*/ 0 h 2474"/>
                  <a:gd name="T18" fmla="*/ 0 w 862"/>
                  <a:gd name="T19" fmla="*/ 0 h 2474"/>
                  <a:gd name="T20" fmla="*/ 0 w 862"/>
                  <a:gd name="T21" fmla="*/ 0 h 2474"/>
                  <a:gd name="T22" fmla="*/ 0 w 862"/>
                  <a:gd name="T23" fmla="*/ 0 h 2474"/>
                  <a:gd name="T24" fmla="*/ 0 w 862"/>
                  <a:gd name="T25" fmla="*/ 0 h 2474"/>
                  <a:gd name="T26" fmla="*/ 0 w 862"/>
                  <a:gd name="T27" fmla="*/ 0 h 2474"/>
                  <a:gd name="T28" fmla="*/ 0 w 862"/>
                  <a:gd name="T29" fmla="*/ 0 h 2474"/>
                  <a:gd name="T30" fmla="*/ 0 w 862"/>
                  <a:gd name="T31" fmla="*/ 0 h 2474"/>
                  <a:gd name="T32" fmla="*/ 0 w 862"/>
                  <a:gd name="T33" fmla="*/ 0 h 2474"/>
                  <a:gd name="T34" fmla="*/ 0 w 862"/>
                  <a:gd name="T35" fmla="*/ 0 h 2474"/>
                  <a:gd name="T36" fmla="*/ 0 w 862"/>
                  <a:gd name="T37" fmla="*/ 0 h 2474"/>
                  <a:gd name="T38" fmla="*/ 0 w 862"/>
                  <a:gd name="T39" fmla="*/ 0 h 2474"/>
                  <a:gd name="T40" fmla="*/ 0 w 862"/>
                  <a:gd name="T41" fmla="*/ 0 h 2474"/>
                  <a:gd name="T42" fmla="*/ 0 w 862"/>
                  <a:gd name="T43" fmla="*/ 0 h 2474"/>
                  <a:gd name="T44" fmla="*/ 0 w 862"/>
                  <a:gd name="T45" fmla="*/ 0 h 2474"/>
                  <a:gd name="T46" fmla="*/ 0 w 862"/>
                  <a:gd name="T47" fmla="*/ 0 h 2474"/>
                  <a:gd name="T48" fmla="*/ 0 w 862"/>
                  <a:gd name="T49" fmla="*/ 0 h 2474"/>
                  <a:gd name="T50" fmla="*/ 0 w 862"/>
                  <a:gd name="T51" fmla="*/ 0 h 2474"/>
                  <a:gd name="T52" fmla="*/ 0 w 862"/>
                  <a:gd name="T53" fmla="*/ 0 h 2474"/>
                  <a:gd name="T54" fmla="*/ 0 w 862"/>
                  <a:gd name="T55" fmla="*/ 0 h 2474"/>
                  <a:gd name="T56" fmla="*/ 0 w 862"/>
                  <a:gd name="T57" fmla="*/ 0 h 247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62"/>
                  <a:gd name="T88" fmla="*/ 0 h 2474"/>
                  <a:gd name="T89" fmla="*/ 862 w 862"/>
                  <a:gd name="T90" fmla="*/ 2474 h 247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62" h="2474">
                    <a:moveTo>
                      <a:pt x="152" y="11"/>
                    </a:moveTo>
                    <a:lnTo>
                      <a:pt x="129" y="251"/>
                    </a:lnTo>
                    <a:lnTo>
                      <a:pt x="178" y="670"/>
                    </a:lnTo>
                    <a:lnTo>
                      <a:pt x="281" y="1141"/>
                    </a:lnTo>
                    <a:lnTo>
                      <a:pt x="461" y="1863"/>
                    </a:lnTo>
                    <a:lnTo>
                      <a:pt x="499" y="2174"/>
                    </a:lnTo>
                    <a:lnTo>
                      <a:pt x="691" y="2370"/>
                    </a:lnTo>
                    <a:lnTo>
                      <a:pt x="811" y="2112"/>
                    </a:lnTo>
                    <a:lnTo>
                      <a:pt x="629" y="1694"/>
                    </a:lnTo>
                    <a:lnTo>
                      <a:pt x="519" y="1257"/>
                    </a:lnTo>
                    <a:lnTo>
                      <a:pt x="422" y="876"/>
                    </a:lnTo>
                    <a:lnTo>
                      <a:pt x="288" y="468"/>
                    </a:lnTo>
                    <a:lnTo>
                      <a:pt x="211" y="309"/>
                    </a:lnTo>
                    <a:lnTo>
                      <a:pt x="170" y="228"/>
                    </a:lnTo>
                    <a:lnTo>
                      <a:pt x="288" y="389"/>
                    </a:lnTo>
                    <a:lnTo>
                      <a:pt x="409" y="738"/>
                    </a:lnTo>
                    <a:lnTo>
                      <a:pt x="562" y="1195"/>
                    </a:lnTo>
                    <a:lnTo>
                      <a:pt x="714" y="1705"/>
                    </a:lnTo>
                    <a:lnTo>
                      <a:pt x="783" y="1936"/>
                    </a:lnTo>
                    <a:lnTo>
                      <a:pt x="862" y="2112"/>
                    </a:lnTo>
                    <a:lnTo>
                      <a:pt x="721" y="2474"/>
                    </a:lnTo>
                    <a:lnTo>
                      <a:pt x="380" y="2193"/>
                    </a:lnTo>
                    <a:lnTo>
                      <a:pt x="251" y="1505"/>
                    </a:lnTo>
                    <a:lnTo>
                      <a:pt x="119" y="717"/>
                    </a:lnTo>
                    <a:lnTo>
                      <a:pt x="110" y="440"/>
                    </a:lnTo>
                    <a:lnTo>
                      <a:pt x="88" y="228"/>
                    </a:lnTo>
                    <a:lnTo>
                      <a:pt x="0" y="110"/>
                    </a:lnTo>
                    <a:lnTo>
                      <a:pt x="60" y="0"/>
                    </a:lnTo>
                    <a:lnTo>
                      <a:pt x="152" y="1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 name="Freeform 76"/>
              <p:cNvSpPr>
                <a:spLocks/>
              </p:cNvSpPr>
              <p:nvPr/>
            </p:nvSpPr>
            <p:spPr bwMode="auto">
              <a:xfrm>
                <a:off x="2976" y="1630"/>
                <a:ext cx="72" cy="128"/>
              </a:xfrm>
              <a:custGeom>
                <a:avLst/>
                <a:gdLst>
                  <a:gd name="T0" fmla="*/ 0 w 578"/>
                  <a:gd name="T1" fmla="*/ 0 h 1028"/>
                  <a:gd name="T2" fmla="*/ 0 w 578"/>
                  <a:gd name="T3" fmla="*/ 0 h 1028"/>
                  <a:gd name="T4" fmla="*/ 0 w 578"/>
                  <a:gd name="T5" fmla="*/ 0 h 1028"/>
                  <a:gd name="T6" fmla="*/ 0 w 578"/>
                  <a:gd name="T7" fmla="*/ 0 h 1028"/>
                  <a:gd name="T8" fmla="*/ 0 w 578"/>
                  <a:gd name="T9" fmla="*/ 0 h 1028"/>
                  <a:gd name="T10" fmla="*/ 0 w 578"/>
                  <a:gd name="T11" fmla="*/ 0 h 1028"/>
                  <a:gd name="T12" fmla="*/ 0 w 578"/>
                  <a:gd name="T13" fmla="*/ 0 h 1028"/>
                  <a:gd name="T14" fmla="*/ 0 w 578"/>
                  <a:gd name="T15" fmla="*/ 0 h 1028"/>
                  <a:gd name="T16" fmla="*/ 0 w 578"/>
                  <a:gd name="T17" fmla="*/ 0 h 1028"/>
                  <a:gd name="T18" fmla="*/ 0 w 578"/>
                  <a:gd name="T19" fmla="*/ 0 h 1028"/>
                  <a:gd name="T20" fmla="*/ 0 w 578"/>
                  <a:gd name="T21" fmla="*/ 0 h 1028"/>
                  <a:gd name="T22" fmla="*/ 0 w 578"/>
                  <a:gd name="T23" fmla="*/ 0 h 1028"/>
                  <a:gd name="T24" fmla="*/ 0 w 578"/>
                  <a:gd name="T25" fmla="*/ 0 h 1028"/>
                  <a:gd name="T26" fmla="*/ 0 w 578"/>
                  <a:gd name="T27" fmla="*/ 0 h 1028"/>
                  <a:gd name="T28" fmla="*/ 0 w 578"/>
                  <a:gd name="T29" fmla="*/ 0 h 1028"/>
                  <a:gd name="T30" fmla="*/ 0 w 578"/>
                  <a:gd name="T31" fmla="*/ 0 h 1028"/>
                  <a:gd name="T32" fmla="*/ 0 w 578"/>
                  <a:gd name="T33" fmla="*/ 0 h 10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78"/>
                  <a:gd name="T52" fmla="*/ 0 h 1028"/>
                  <a:gd name="T53" fmla="*/ 578 w 578"/>
                  <a:gd name="T54" fmla="*/ 1028 h 10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78" h="1028">
                    <a:moveTo>
                      <a:pt x="42" y="938"/>
                    </a:moveTo>
                    <a:lnTo>
                      <a:pt x="37" y="775"/>
                    </a:lnTo>
                    <a:lnTo>
                      <a:pt x="0" y="360"/>
                    </a:lnTo>
                    <a:lnTo>
                      <a:pt x="37" y="276"/>
                    </a:lnTo>
                    <a:lnTo>
                      <a:pt x="293" y="0"/>
                    </a:lnTo>
                    <a:lnTo>
                      <a:pt x="523" y="48"/>
                    </a:lnTo>
                    <a:lnTo>
                      <a:pt x="578" y="184"/>
                    </a:lnTo>
                    <a:lnTo>
                      <a:pt x="528" y="247"/>
                    </a:lnTo>
                    <a:lnTo>
                      <a:pt x="563" y="465"/>
                    </a:lnTo>
                    <a:lnTo>
                      <a:pt x="486" y="487"/>
                    </a:lnTo>
                    <a:lnTo>
                      <a:pt x="464" y="705"/>
                    </a:lnTo>
                    <a:lnTo>
                      <a:pt x="406" y="805"/>
                    </a:lnTo>
                    <a:lnTo>
                      <a:pt x="358" y="874"/>
                    </a:lnTo>
                    <a:lnTo>
                      <a:pt x="305" y="938"/>
                    </a:lnTo>
                    <a:lnTo>
                      <a:pt x="263" y="1028"/>
                    </a:lnTo>
                    <a:lnTo>
                      <a:pt x="92" y="1001"/>
                    </a:lnTo>
                    <a:lnTo>
                      <a:pt x="42" y="938"/>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3" name="Freeform 77"/>
              <p:cNvSpPr>
                <a:spLocks/>
              </p:cNvSpPr>
              <p:nvPr/>
            </p:nvSpPr>
            <p:spPr bwMode="auto">
              <a:xfrm>
                <a:off x="2982" y="1431"/>
                <a:ext cx="162" cy="204"/>
              </a:xfrm>
              <a:custGeom>
                <a:avLst/>
                <a:gdLst>
                  <a:gd name="T0" fmla="*/ 0 w 1289"/>
                  <a:gd name="T1" fmla="*/ 0 h 1630"/>
                  <a:gd name="T2" fmla="*/ 0 w 1289"/>
                  <a:gd name="T3" fmla="*/ 0 h 1630"/>
                  <a:gd name="T4" fmla="*/ 0 w 1289"/>
                  <a:gd name="T5" fmla="*/ 0 h 1630"/>
                  <a:gd name="T6" fmla="*/ 0 w 1289"/>
                  <a:gd name="T7" fmla="*/ 0 h 1630"/>
                  <a:gd name="T8" fmla="*/ 0 w 1289"/>
                  <a:gd name="T9" fmla="*/ 0 h 1630"/>
                  <a:gd name="T10" fmla="*/ 0 w 1289"/>
                  <a:gd name="T11" fmla="*/ 0 h 1630"/>
                  <a:gd name="T12" fmla="*/ 0 w 1289"/>
                  <a:gd name="T13" fmla="*/ 0 h 1630"/>
                  <a:gd name="T14" fmla="*/ 0 w 1289"/>
                  <a:gd name="T15" fmla="*/ 0 h 1630"/>
                  <a:gd name="T16" fmla="*/ 0 w 1289"/>
                  <a:gd name="T17" fmla="*/ 0 h 1630"/>
                  <a:gd name="T18" fmla="*/ 0 w 1289"/>
                  <a:gd name="T19" fmla="*/ 0 h 1630"/>
                  <a:gd name="T20" fmla="*/ 0 w 1289"/>
                  <a:gd name="T21" fmla="*/ 0 h 1630"/>
                  <a:gd name="T22" fmla="*/ 0 w 1289"/>
                  <a:gd name="T23" fmla="*/ 0 h 1630"/>
                  <a:gd name="T24" fmla="*/ 0 w 1289"/>
                  <a:gd name="T25" fmla="*/ 0 h 1630"/>
                  <a:gd name="T26" fmla="*/ 0 w 1289"/>
                  <a:gd name="T27" fmla="*/ 0 h 1630"/>
                  <a:gd name="T28" fmla="*/ 0 w 1289"/>
                  <a:gd name="T29" fmla="*/ 0 h 1630"/>
                  <a:gd name="T30" fmla="*/ 0 w 1289"/>
                  <a:gd name="T31" fmla="*/ 0 h 1630"/>
                  <a:gd name="T32" fmla="*/ 0 w 1289"/>
                  <a:gd name="T33" fmla="*/ 0 h 1630"/>
                  <a:gd name="T34" fmla="*/ 0 w 1289"/>
                  <a:gd name="T35" fmla="*/ 0 h 1630"/>
                  <a:gd name="T36" fmla="*/ 0 w 1289"/>
                  <a:gd name="T37" fmla="*/ 0 h 1630"/>
                  <a:gd name="T38" fmla="*/ 0 w 1289"/>
                  <a:gd name="T39" fmla="*/ 0 h 1630"/>
                  <a:gd name="T40" fmla="*/ 0 w 1289"/>
                  <a:gd name="T41" fmla="*/ 0 h 1630"/>
                  <a:gd name="T42" fmla="*/ 0 w 1289"/>
                  <a:gd name="T43" fmla="*/ 0 h 1630"/>
                  <a:gd name="T44" fmla="*/ 0 w 1289"/>
                  <a:gd name="T45" fmla="*/ 0 h 1630"/>
                  <a:gd name="T46" fmla="*/ 0 w 1289"/>
                  <a:gd name="T47" fmla="*/ 0 h 1630"/>
                  <a:gd name="T48" fmla="*/ 0 w 1289"/>
                  <a:gd name="T49" fmla="*/ 0 h 1630"/>
                  <a:gd name="T50" fmla="*/ 0 w 1289"/>
                  <a:gd name="T51" fmla="*/ 0 h 1630"/>
                  <a:gd name="T52" fmla="*/ 0 w 1289"/>
                  <a:gd name="T53" fmla="*/ 0 h 1630"/>
                  <a:gd name="T54" fmla="*/ 0 w 1289"/>
                  <a:gd name="T55" fmla="*/ 0 h 1630"/>
                  <a:gd name="T56" fmla="*/ 0 w 1289"/>
                  <a:gd name="T57" fmla="*/ 0 h 1630"/>
                  <a:gd name="T58" fmla="*/ 0 w 1289"/>
                  <a:gd name="T59" fmla="*/ 0 h 1630"/>
                  <a:gd name="T60" fmla="*/ 0 w 1289"/>
                  <a:gd name="T61" fmla="*/ 0 h 163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289"/>
                  <a:gd name="T94" fmla="*/ 0 h 1630"/>
                  <a:gd name="T95" fmla="*/ 1289 w 1289"/>
                  <a:gd name="T96" fmla="*/ 1630 h 163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289" h="1630">
                    <a:moveTo>
                      <a:pt x="37" y="717"/>
                    </a:moveTo>
                    <a:lnTo>
                      <a:pt x="0" y="784"/>
                    </a:lnTo>
                    <a:lnTo>
                      <a:pt x="0" y="915"/>
                    </a:lnTo>
                    <a:lnTo>
                      <a:pt x="85" y="1036"/>
                    </a:lnTo>
                    <a:lnTo>
                      <a:pt x="200" y="1120"/>
                    </a:lnTo>
                    <a:lnTo>
                      <a:pt x="235" y="1120"/>
                    </a:lnTo>
                    <a:lnTo>
                      <a:pt x="298" y="1263"/>
                    </a:lnTo>
                    <a:lnTo>
                      <a:pt x="348" y="1395"/>
                    </a:lnTo>
                    <a:lnTo>
                      <a:pt x="447" y="1508"/>
                    </a:lnTo>
                    <a:lnTo>
                      <a:pt x="555" y="1572"/>
                    </a:lnTo>
                    <a:lnTo>
                      <a:pt x="705" y="1621"/>
                    </a:lnTo>
                    <a:lnTo>
                      <a:pt x="855" y="1630"/>
                    </a:lnTo>
                    <a:lnTo>
                      <a:pt x="947" y="1579"/>
                    </a:lnTo>
                    <a:lnTo>
                      <a:pt x="1019" y="1494"/>
                    </a:lnTo>
                    <a:lnTo>
                      <a:pt x="1090" y="1374"/>
                    </a:lnTo>
                    <a:lnTo>
                      <a:pt x="1118" y="1263"/>
                    </a:lnTo>
                    <a:lnTo>
                      <a:pt x="1140" y="1056"/>
                    </a:lnTo>
                    <a:lnTo>
                      <a:pt x="1203" y="1001"/>
                    </a:lnTo>
                    <a:lnTo>
                      <a:pt x="1284" y="889"/>
                    </a:lnTo>
                    <a:lnTo>
                      <a:pt x="1289" y="768"/>
                    </a:lnTo>
                    <a:lnTo>
                      <a:pt x="1274" y="662"/>
                    </a:lnTo>
                    <a:lnTo>
                      <a:pt x="1261" y="627"/>
                    </a:lnTo>
                    <a:lnTo>
                      <a:pt x="1203" y="595"/>
                    </a:lnTo>
                    <a:lnTo>
                      <a:pt x="1118" y="325"/>
                    </a:lnTo>
                    <a:lnTo>
                      <a:pt x="1012" y="94"/>
                    </a:lnTo>
                    <a:lnTo>
                      <a:pt x="692" y="0"/>
                    </a:lnTo>
                    <a:lnTo>
                      <a:pt x="270" y="85"/>
                    </a:lnTo>
                    <a:lnTo>
                      <a:pt x="85" y="247"/>
                    </a:lnTo>
                    <a:lnTo>
                      <a:pt x="41" y="429"/>
                    </a:lnTo>
                    <a:lnTo>
                      <a:pt x="41" y="657"/>
                    </a:lnTo>
                    <a:lnTo>
                      <a:pt x="37" y="717"/>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4" name="Freeform 78"/>
              <p:cNvSpPr>
                <a:spLocks/>
              </p:cNvSpPr>
              <p:nvPr/>
            </p:nvSpPr>
            <p:spPr bwMode="auto">
              <a:xfrm>
                <a:off x="3020" y="1552"/>
                <a:ext cx="28" cy="16"/>
              </a:xfrm>
              <a:custGeom>
                <a:avLst/>
                <a:gdLst>
                  <a:gd name="T0" fmla="*/ 0 w 223"/>
                  <a:gd name="T1" fmla="*/ 0 h 120"/>
                  <a:gd name="T2" fmla="*/ 0 w 223"/>
                  <a:gd name="T3" fmla="*/ 0 h 120"/>
                  <a:gd name="T4" fmla="*/ 0 w 223"/>
                  <a:gd name="T5" fmla="*/ 0 h 120"/>
                  <a:gd name="T6" fmla="*/ 0 w 223"/>
                  <a:gd name="T7" fmla="*/ 0 h 120"/>
                  <a:gd name="T8" fmla="*/ 0 w 223"/>
                  <a:gd name="T9" fmla="*/ 0 h 120"/>
                  <a:gd name="T10" fmla="*/ 0 w 223"/>
                  <a:gd name="T11" fmla="*/ 0 h 120"/>
                  <a:gd name="T12" fmla="*/ 0 w 223"/>
                  <a:gd name="T13" fmla="*/ 0 h 120"/>
                  <a:gd name="T14" fmla="*/ 0 w 223"/>
                  <a:gd name="T15" fmla="*/ 0 h 120"/>
                  <a:gd name="T16" fmla="*/ 0 w 223"/>
                  <a:gd name="T17" fmla="*/ 0 h 1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3"/>
                  <a:gd name="T28" fmla="*/ 0 h 120"/>
                  <a:gd name="T29" fmla="*/ 223 w 223"/>
                  <a:gd name="T30" fmla="*/ 120 h 1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3" h="120">
                    <a:moveTo>
                      <a:pt x="223" y="6"/>
                    </a:moveTo>
                    <a:lnTo>
                      <a:pt x="223" y="41"/>
                    </a:lnTo>
                    <a:lnTo>
                      <a:pt x="140" y="108"/>
                    </a:lnTo>
                    <a:lnTo>
                      <a:pt x="57" y="120"/>
                    </a:lnTo>
                    <a:lnTo>
                      <a:pt x="0" y="78"/>
                    </a:lnTo>
                    <a:lnTo>
                      <a:pt x="16" y="0"/>
                    </a:lnTo>
                    <a:lnTo>
                      <a:pt x="92" y="28"/>
                    </a:lnTo>
                    <a:lnTo>
                      <a:pt x="140" y="35"/>
                    </a:lnTo>
                    <a:lnTo>
                      <a:pt x="223" y="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5" name="Freeform 79"/>
              <p:cNvSpPr>
                <a:spLocks/>
              </p:cNvSpPr>
              <p:nvPr/>
            </p:nvSpPr>
            <p:spPr bwMode="auto">
              <a:xfrm>
                <a:off x="3085" y="1539"/>
                <a:ext cx="30" cy="18"/>
              </a:xfrm>
              <a:custGeom>
                <a:avLst/>
                <a:gdLst>
                  <a:gd name="T0" fmla="*/ 0 w 245"/>
                  <a:gd name="T1" fmla="*/ 0 h 141"/>
                  <a:gd name="T2" fmla="*/ 0 w 245"/>
                  <a:gd name="T3" fmla="*/ 0 h 141"/>
                  <a:gd name="T4" fmla="*/ 0 w 245"/>
                  <a:gd name="T5" fmla="*/ 0 h 141"/>
                  <a:gd name="T6" fmla="*/ 0 w 245"/>
                  <a:gd name="T7" fmla="*/ 0 h 141"/>
                  <a:gd name="T8" fmla="*/ 0 w 245"/>
                  <a:gd name="T9" fmla="*/ 0 h 141"/>
                  <a:gd name="T10" fmla="*/ 0 w 245"/>
                  <a:gd name="T11" fmla="*/ 0 h 141"/>
                  <a:gd name="T12" fmla="*/ 0 w 245"/>
                  <a:gd name="T13" fmla="*/ 0 h 141"/>
                  <a:gd name="T14" fmla="*/ 0 w 245"/>
                  <a:gd name="T15" fmla="*/ 0 h 141"/>
                  <a:gd name="T16" fmla="*/ 0 w 245"/>
                  <a:gd name="T17" fmla="*/ 0 h 141"/>
                  <a:gd name="T18" fmla="*/ 0 w 245"/>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5"/>
                  <a:gd name="T31" fmla="*/ 0 h 141"/>
                  <a:gd name="T32" fmla="*/ 245 w 245"/>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5" h="141">
                    <a:moveTo>
                      <a:pt x="0" y="85"/>
                    </a:moveTo>
                    <a:lnTo>
                      <a:pt x="18" y="112"/>
                    </a:lnTo>
                    <a:lnTo>
                      <a:pt x="117" y="141"/>
                    </a:lnTo>
                    <a:lnTo>
                      <a:pt x="212" y="134"/>
                    </a:lnTo>
                    <a:lnTo>
                      <a:pt x="245" y="79"/>
                    </a:lnTo>
                    <a:lnTo>
                      <a:pt x="238" y="0"/>
                    </a:lnTo>
                    <a:lnTo>
                      <a:pt x="179" y="42"/>
                    </a:lnTo>
                    <a:lnTo>
                      <a:pt x="139" y="79"/>
                    </a:lnTo>
                    <a:lnTo>
                      <a:pt x="83" y="90"/>
                    </a:lnTo>
                    <a:lnTo>
                      <a:pt x="0" y="8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6" name="Freeform 80"/>
              <p:cNvSpPr>
                <a:spLocks/>
              </p:cNvSpPr>
              <p:nvPr/>
            </p:nvSpPr>
            <p:spPr bwMode="auto">
              <a:xfrm>
                <a:off x="3063" y="1545"/>
                <a:ext cx="16" cy="30"/>
              </a:xfrm>
              <a:custGeom>
                <a:avLst/>
                <a:gdLst>
                  <a:gd name="T0" fmla="*/ 0 w 120"/>
                  <a:gd name="T1" fmla="*/ 0 h 235"/>
                  <a:gd name="T2" fmla="*/ 0 w 120"/>
                  <a:gd name="T3" fmla="*/ 0 h 235"/>
                  <a:gd name="T4" fmla="*/ 0 w 120"/>
                  <a:gd name="T5" fmla="*/ 0 h 235"/>
                  <a:gd name="T6" fmla="*/ 0 w 120"/>
                  <a:gd name="T7" fmla="*/ 0 h 235"/>
                  <a:gd name="T8" fmla="*/ 0 w 120"/>
                  <a:gd name="T9" fmla="*/ 0 h 235"/>
                  <a:gd name="T10" fmla="*/ 0 w 120"/>
                  <a:gd name="T11" fmla="*/ 0 h 235"/>
                  <a:gd name="T12" fmla="*/ 0 w 120"/>
                  <a:gd name="T13" fmla="*/ 0 h 235"/>
                  <a:gd name="T14" fmla="*/ 0 w 120"/>
                  <a:gd name="T15" fmla="*/ 0 h 235"/>
                  <a:gd name="T16" fmla="*/ 0 w 120"/>
                  <a:gd name="T17" fmla="*/ 0 h 235"/>
                  <a:gd name="T18" fmla="*/ 0 w 120"/>
                  <a:gd name="T19" fmla="*/ 0 h 235"/>
                  <a:gd name="T20" fmla="*/ 0 w 120"/>
                  <a:gd name="T21" fmla="*/ 0 h 235"/>
                  <a:gd name="T22" fmla="*/ 0 w 120"/>
                  <a:gd name="T23" fmla="*/ 0 h 2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0"/>
                  <a:gd name="T37" fmla="*/ 0 h 235"/>
                  <a:gd name="T38" fmla="*/ 120 w 120"/>
                  <a:gd name="T39" fmla="*/ 235 h 2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0" h="235">
                    <a:moveTo>
                      <a:pt x="57" y="37"/>
                    </a:moveTo>
                    <a:lnTo>
                      <a:pt x="37" y="0"/>
                    </a:lnTo>
                    <a:lnTo>
                      <a:pt x="13" y="16"/>
                    </a:lnTo>
                    <a:lnTo>
                      <a:pt x="22" y="141"/>
                    </a:lnTo>
                    <a:lnTo>
                      <a:pt x="0" y="169"/>
                    </a:lnTo>
                    <a:lnTo>
                      <a:pt x="13" y="220"/>
                    </a:lnTo>
                    <a:lnTo>
                      <a:pt x="64" y="235"/>
                    </a:lnTo>
                    <a:lnTo>
                      <a:pt x="108" y="220"/>
                    </a:lnTo>
                    <a:lnTo>
                      <a:pt x="120" y="178"/>
                    </a:lnTo>
                    <a:lnTo>
                      <a:pt x="112" y="148"/>
                    </a:lnTo>
                    <a:lnTo>
                      <a:pt x="78" y="121"/>
                    </a:lnTo>
                    <a:lnTo>
                      <a:pt x="57" y="3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7" name="Freeform 81"/>
              <p:cNvSpPr>
                <a:spLocks/>
              </p:cNvSpPr>
              <p:nvPr/>
            </p:nvSpPr>
            <p:spPr bwMode="auto">
              <a:xfrm>
                <a:off x="3051" y="1563"/>
                <a:ext cx="6" cy="5"/>
              </a:xfrm>
              <a:custGeom>
                <a:avLst/>
                <a:gdLst>
                  <a:gd name="T0" fmla="*/ 0 w 51"/>
                  <a:gd name="T1" fmla="*/ 0 h 42"/>
                  <a:gd name="T2" fmla="*/ 0 w 51"/>
                  <a:gd name="T3" fmla="*/ 0 h 42"/>
                  <a:gd name="T4" fmla="*/ 0 w 51"/>
                  <a:gd name="T5" fmla="*/ 0 h 42"/>
                  <a:gd name="T6" fmla="*/ 0 w 51"/>
                  <a:gd name="T7" fmla="*/ 0 h 42"/>
                  <a:gd name="T8" fmla="*/ 0 w 51"/>
                  <a:gd name="T9" fmla="*/ 0 h 42"/>
                  <a:gd name="T10" fmla="*/ 0 60000 65536"/>
                  <a:gd name="T11" fmla="*/ 0 60000 65536"/>
                  <a:gd name="T12" fmla="*/ 0 60000 65536"/>
                  <a:gd name="T13" fmla="*/ 0 60000 65536"/>
                  <a:gd name="T14" fmla="*/ 0 60000 65536"/>
                  <a:gd name="T15" fmla="*/ 0 w 51"/>
                  <a:gd name="T16" fmla="*/ 0 h 42"/>
                  <a:gd name="T17" fmla="*/ 51 w 51"/>
                  <a:gd name="T18" fmla="*/ 42 h 42"/>
                </a:gdLst>
                <a:ahLst/>
                <a:cxnLst>
                  <a:cxn ang="T10">
                    <a:pos x="T0" y="T1"/>
                  </a:cxn>
                  <a:cxn ang="T11">
                    <a:pos x="T2" y="T3"/>
                  </a:cxn>
                  <a:cxn ang="T12">
                    <a:pos x="T4" y="T5"/>
                  </a:cxn>
                  <a:cxn ang="T13">
                    <a:pos x="T6" y="T7"/>
                  </a:cxn>
                  <a:cxn ang="T14">
                    <a:pos x="T8" y="T9"/>
                  </a:cxn>
                </a:cxnLst>
                <a:rect l="T15" t="T16" r="T17" b="T18"/>
                <a:pathLst>
                  <a:path w="51" h="42">
                    <a:moveTo>
                      <a:pt x="25" y="0"/>
                    </a:moveTo>
                    <a:lnTo>
                      <a:pt x="0" y="25"/>
                    </a:lnTo>
                    <a:lnTo>
                      <a:pt x="25" y="42"/>
                    </a:lnTo>
                    <a:lnTo>
                      <a:pt x="51" y="7"/>
                    </a:lnTo>
                    <a:lnTo>
                      <a:pt x="25"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8" name="Freeform 82"/>
              <p:cNvSpPr>
                <a:spLocks/>
              </p:cNvSpPr>
              <p:nvPr/>
            </p:nvSpPr>
            <p:spPr bwMode="auto">
              <a:xfrm>
                <a:off x="3081" y="1560"/>
                <a:ext cx="6" cy="5"/>
              </a:xfrm>
              <a:custGeom>
                <a:avLst/>
                <a:gdLst>
                  <a:gd name="T0" fmla="*/ 0 w 48"/>
                  <a:gd name="T1" fmla="*/ 0 h 36"/>
                  <a:gd name="T2" fmla="*/ 0 w 48"/>
                  <a:gd name="T3" fmla="*/ 0 h 36"/>
                  <a:gd name="T4" fmla="*/ 0 w 48"/>
                  <a:gd name="T5" fmla="*/ 0 h 36"/>
                  <a:gd name="T6" fmla="*/ 0 w 48"/>
                  <a:gd name="T7" fmla="*/ 0 h 36"/>
                  <a:gd name="T8" fmla="*/ 0 w 48"/>
                  <a:gd name="T9" fmla="*/ 0 h 36"/>
                  <a:gd name="T10" fmla="*/ 0 60000 65536"/>
                  <a:gd name="T11" fmla="*/ 0 60000 65536"/>
                  <a:gd name="T12" fmla="*/ 0 60000 65536"/>
                  <a:gd name="T13" fmla="*/ 0 60000 65536"/>
                  <a:gd name="T14" fmla="*/ 0 60000 65536"/>
                  <a:gd name="T15" fmla="*/ 0 w 48"/>
                  <a:gd name="T16" fmla="*/ 0 h 36"/>
                  <a:gd name="T17" fmla="*/ 48 w 48"/>
                  <a:gd name="T18" fmla="*/ 36 h 36"/>
                </a:gdLst>
                <a:ahLst/>
                <a:cxnLst>
                  <a:cxn ang="T10">
                    <a:pos x="T0" y="T1"/>
                  </a:cxn>
                  <a:cxn ang="T11">
                    <a:pos x="T2" y="T3"/>
                  </a:cxn>
                  <a:cxn ang="T12">
                    <a:pos x="T4" y="T5"/>
                  </a:cxn>
                  <a:cxn ang="T13">
                    <a:pos x="T6" y="T7"/>
                  </a:cxn>
                  <a:cxn ang="T14">
                    <a:pos x="T8" y="T9"/>
                  </a:cxn>
                </a:cxnLst>
                <a:rect l="T15" t="T16" r="T17" b="T18"/>
                <a:pathLst>
                  <a:path w="48" h="36">
                    <a:moveTo>
                      <a:pt x="0" y="6"/>
                    </a:moveTo>
                    <a:lnTo>
                      <a:pt x="21" y="36"/>
                    </a:lnTo>
                    <a:lnTo>
                      <a:pt x="48" y="6"/>
                    </a:lnTo>
                    <a:lnTo>
                      <a:pt x="25" y="0"/>
                    </a:lnTo>
                    <a:lnTo>
                      <a:pt x="0" y="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9" name="Freeform 83"/>
              <p:cNvSpPr>
                <a:spLocks/>
              </p:cNvSpPr>
              <p:nvPr/>
            </p:nvSpPr>
            <p:spPr bwMode="auto">
              <a:xfrm>
                <a:off x="3055" y="1593"/>
                <a:ext cx="42" cy="9"/>
              </a:xfrm>
              <a:custGeom>
                <a:avLst/>
                <a:gdLst>
                  <a:gd name="T0" fmla="*/ 0 w 343"/>
                  <a:gd name="T1" fmla="*/ 0 h 70"/>
                  <a:gd name="T2" fmla="*/ 0 w 343"/>
                  <a:gd name="T3" fmla="*/ 0 h 70"/>
                  <a:gd name="T4" fmla="*/ 0 w 343"/>
                  <a:gd name="T5" fmla="*/ 0 h 70"/>
                  <a:gd name="T6" fmla="*/ 0 w 343"/>
                  <a:gd name="T7" fmla="*/ 0 h 70"/>
                  <a:gd name="T8" fmla="*/ 0 w 343"/>
                  <a:gd name="T9" fmla="*/ 0 h 70"/>
                  <a:gd name="T10" fmla="*/ 0 w 343"/>
                  <a:gd name="T11" fmla="*/ 0 h 70"/>
                  <a:gd name="T12" fmla="*/ 0 w 343"/>
                  <a:gd name="T13" fmla="*/ 0 h 70"/>
                  <a:gd name="T14" fmla="*/ 0 w 343"/>
                  <a:gd name="T15" fmla="*/ 0 h 70"/>
                  <a:gd name="T16" fmla="*/ 0 w 343"/>
                  <a:gd name="T17" fmla="*/ 0 h 70"/>
                  <a:gd name="T18" fmla="*/ 0 w 343"/>
                  <a:gd name="T19" fmla="*/ 0 h 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3"/>
                  <a:gd name="T31" fmla="*/ 0 h 70"/>
                  <a:gd name="T32" fmla="*/ 343 w 343"/>
                  <a:gd name="T33" fmla="*/ 70 h 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3" h="70">
                    <a:moveTo>
                      <a:pt x="0" y="44"/>
                    </a:moveTo>
                    <a:lnTo>
                      <a:pt x="128" y="70"/>
                    </a:lnTo>
                    <a:lnTo>
                      <a:pt x="235" y="55"/>
                    </a:lnTo>
                    <a:lnTo>
                      <a:pt x="322" y="21"/>
                    </a:lnTo>
                    <a:lnTo>
                      <a:pt x="343" y="7"/>
                    </a:lnTo>
                    <a:lnTo>
                      <a:pt x="297" y="0"/>
                    </a:lnTo>
                    <a:lnTo>
                      <a:pt x="214" y="21"/>
                    </a:lnTo>
                    <a:lnTo>
                      <a:pt x="135" y="26"/>
                    </a:lnTo>
                    <a:lnTo>
                      <a:pt x="20" y="21"/>
                    </a:lnTo>
                    <a:lnTo>
                      <a:pt x="0" y="4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0" name="Freeform 84"/>
              <p:cNvSpPr>
                <a:spLocks/>
              </p:cNvSpPr>
              <p:nvPr/>
            </p:nvSpPr>
            <p:spPr bwMode="auto">
              <a:xfrm>
                <a:off x="3001" y="1470"/>
                <a:ext cx="45" cy="53"/>
              </a:xfrm>
              <a:custGeom>
                <a:avLst/>
                <a:gdLst>
                  <a:gd name="T0" fmla="*/ 0 w 363"/>
                  <a:gd name="T1" fmla="*/ 0 h 429"/>
                  <a:gd name="T2" fmla="*/ 0 w 363"/>
                  <a:gd name="T3" fmla="*/ 0 h 429"/>
                  <a:gd name="T4" fmla="*/ 0 w 363"/>
                  <a:gd name="T5" fmla="*/ 0 h 429"/>
                  <a:gd name="T6" fmla="*/ 0 w 363"/>
                  <a:gd name="T7" fmla="*/ 0 h 429"/>
                  <a:gd name="T8" fmla="*/ 0 w 363"/>
                  <a:gd name="T9" fmla="*/ 0 h 429"/>
                  <a:gd name="T10" fmla="*/ 0 w 363"/>
                  <a:gd name="T11" fmla="*/ 0 h 429"/>
                  <a:gd name="T12" fmla="*/ 0 w 363"/>
                  <a:gd name="T13" fmla="*/ 0 h 429"/>
                  <a:gd name="T14" fmla="*/ 0 w 363"/>
                  <a:gd name="T15" fmla="*/ 0 h 429"/>
                  <a:gd name="T16" fmla="*/ 0 w 363"/>
                  <a:gd name="T17" fmla="*/ 0 h 429"/>
                  <a:gd name="T18" fmla="*/ 0 w 363"/>
                  <a:gd name="T19" fmla="*/ 0 h 429"/>
                  <a:gd name="T20" fmla="*/ 0 w 363"/>
                  <a:gd name="T21" fmla="*/ 0 h 429"/>
                  <a:gd name="T22" fmla="*/ 0 w 363"/>
                  <a:gd name="T23" fmla="*/ 0 h 429"/>
                  <a:gd name="T24" fmla="*/ 0 w 363"/>
                  <a:gd name="T25" fmla="*/ 0 h 429"/>
                  <a:gd name="T26" fmla="*/ 0 w 363"/>
                  <a:gd name="T27" fmla="*/ 0 h 429"/>
                  <a:gd name="T28" fmla="*/ 0 w 363"/>
                  <a:gd name="T29" fmla="*/ 0 h 429"/>
                  <a:gd name="T30" fmla="*/ 0 w 363"/>
                  <a:gd name="T31" fmla="*/ 0 h 429"/>
                  <a:gd name="T32" fmla="*/ 0 w 363"/>
                  <a:gd name="T33" fmla="*/ 0 h 4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3"/>
                  <a:gd name="T52" fmla="*/ 0 h 429"/>
                  <a:gd name="T53" fmla="*/ 363 w 363"/>
                  <a:gd name="T54" fmla="*/ 429 h 4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3" h="429">
                    <a:moveTo>
                      <a:pt x="226" y="35"/>
                    </a:moveTo>
                    <a:lnTo>
                      <a:pt x="158" y="99"/>
                    </a:lnTo>
                    <a:lnTo>
                      <a:pt x="127" y="182"/>
                    </a:lnTo>
                    <a:lnTo>
                      <a:pt x="127" y="266"/>
                    </a:lnTo>
                    <a:lnTo>
                      <a:pt x="149" y="337"/>
                    </a:lnTo>
                    <a:lnTo>
                      <a:pt x="363" y="394"/>
                    </a:lnTo>
                    <a:lnTo>
                      <a:pt x="185" y="389"/>
                    </a:lnTo>
                    <a:lnTo>
                      <a:pt x="63" y="429"/>
                    </a:lnTo>
                    <a:lnTo>
                      <a:pt x="79" y="380"/>
                    </a:lnTo>
                    <a:lnTo>
                      <a:pt x="33" y="323"/>
                    </a:lnTo>
                    <a:lnTo>
                      <a:pt x="6" y="231"/>
                    </a:lnTo>
                    <a:lnTo>
                      <a:pt x="0" y="134"/>
                    </a:lnTo>
                    <a:lnTo>
                      <a:pt x="19" y="62"/>
                    </a:lnTo>
                    <a:lnTo>
                      <a:pt x="68" y="14"/>
                    </a:lnTo>
                    <a:lnTo>
                      <a:pt x="136" y="0"/>
                    </a:lnTo>
                    <a:lnTo>
                      <a:pt x="192" y="7"/>
                    </a:lnTo>
                    <a:lnTo>
                      <a:pt x="226" y="3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1" name="Freeform 85"/>
              <p:cNvSpPr>
                <a:spLocks/>
              </p:cNvSpPr>
              <p:nvPr/>
            </p:nvSpPr>
            <p:spPr bwMode="auto">
              <a:xfrm>
                <a:off x="3070" y="1497"/>
                <a:ext cx="39" cy="19"/>
              </a:xfrm>
              <a:custGeom>
                <a:avLst/>
                <a:gdLst>
                  <a:gd name="T0" fmla="*/ 0 w 314"/>
                  <a:gd name="T1" fmla="*/ 0 h 154"/>
                  <a:gd name="T2" fmla="*/ 0 w 314"/>
                  <a:gd name="T3" fmla="*/ 0 h 154"/>
                  <a:gd name="T4" fmla="*/ 0 w 314"/>
                  <a:gd name="T5" fmla="*/ 0 h 154"/>
                  <a:gd name="T6" fmla="*/ 0 w 314"/>
                  <a:gd name="T7" fmla="*/ 0 h 154"/>
                  <a:gd name="T8" fmla="*/ 0 w 314"/>
                  <a:gd name="T9" fmla="*/ 0 h 154"/>
                  <a:gd name="T10" fmla="*/ 0 w 314"/>
                  <a:gd name="T11" fmla="*/ 0 h 154"/>
                  <a:gd name="T12" fmla="*/ 0 w 314"/>
                  <a:gd name="T13" fmla="*/ 0 h 154"/>
                  <a:gd name="T14" fmla="*/ 0 60000 65536"/>
                  <a:gd name="T15" fmla="*/ 0 60000 65536"/>
                  <a:gd name="T16" fmla="*/ 0 60000 65536"/>
                  <a:gd name="T17" fmla="*/ 0 60000 65536"/>
                  <a:gd name="T18" fmla="*/ 0 60000 65536"/>
                  <a:gd name="T19" fmla="*/ 0 60000 65536"/>
                  <a:gd name="T20" fmla="*/ 0 60000 65536"/>
                  <a:gd name="T21" fmla="*/ 0 w 314"/>
                  <a:gd name="T22" fmla="*/ 0 h 154"/>
                  <a:gd name="T23" fmla="*/ 314 w 314"/>
                  <a:gd name="T24" fmla="*/ 154 h 1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4" h="154">
                    <a:moveTo>
                      <a:pt x="70" y="115"/>
                    </a:moveTo>
                    <a:lnTo>
                      <a:pt x="226" y="34"/>
                    </a:lnTo>
                    <a:lnTo>
                      <a:pt x="314" y="30"/>
                    </a:lnTo>
                    <a:lnTo>
                      <a:pt x="249" y="0"/>
                    </a:lnTo>
                    <a:lnTo>
                      <a:pt x="176" y="30"/>
                    </a:lnTo>
                    <a:lnTo>
                      <a:pt x="0" y="154"/>
                    </a:lnTo>
                    <a:lnTo>
                      <a:pt x="70" y="11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2" name="Freeform 86"/>
              <p:cNvSpPr>
                <a:spLocks/>
              </p:cNvSpPr>
              <p:nvPr/>
            </p:nvSpPr>
            <p:spPr bwMode="auto">
              <a:xfrm>
                <a:off x="2987" y="1529"/>
                <a:ext cx="13" cy="8"/>
              </a:xfrm>
              <a:custGeom>
                <a:avLst/>
                <a:gdLst>
                  <a:gd name="T0" fmla="*/ 0 w 105"/>
                  <a:gd name="T1" fmla="*/ 0 h 60"/>
                  <a:gd name="T2" fmla="*/ 0 w 105"/>
                  <a:gd name="T3" fmla="*/ 0 h 60"/>
                  <a:gd name="T4" fmla="*/ 0 w 105"/>
                  <a:gd name="T5" fmla="*/ 0 h 60"/>
                  <a:gd name="T6" fmla="*/ 0 w 105"/>
                  <a:gd name="T7" fmla="*/ 0 h 60"/>
                  <a:gd name="T8" fmla="*/ 0 w 105"/>
                  <a:gd name="T9" fmla="*/ 0 h 60"/>
                  <a:gd name="T10" fmla="*/ 0 w 105"/>
                  <a:gd name="T11" fmla="*/ 0 h 60"/>
                  <a:gd name="T12" fmla="*/ 0 60000 65536"/>
                  <a:gd name="T13" fmla="*/ 0 60000 65536"/>
                  <a:gd name="T14" fmla="*/ 0 60000 65536"/>
                  <a:gd name="T15" fmla="*/ 0 60000 65536"/>
                  <a:gd name="T16" fmla="*/ 0 60000 65536"/>
                  <a:gd name="T17" fmla="*/ 0 60000 65536"/>
                  <a:gd name="T18" fmla="*/ 0 w 105"/>
                  <a:gd name="T19" fmla="*/ 0 h 60"/>
                  <a:gd name="T20" fmla="*/ 105 w 105"/>
                  <a:gd name="T21" fmla="*/ 60 h 60"/>
                </a:gdLst>
                <a:ahLst/>
                <a:cxnLst>
                  <a:cxn ang="T12">
                    <a:pos x="T0" y="T1"/>
                  </a:cxn>
                  <a:cxn ang="T13">
                    <a:pos x="T2" y="T3"/>
                  </a:cxn>
                  <a:cxn ang="T14">
                    <a:pos x="T4" y="T5"/>
                  </a:cxn>
                  <a:cxn ang="T15">
                    <a:pos x="T6" y="T7"/>
                  </a:cxn>
                  <a:cxn ang="T16">
                    <a:pos x="T8" y="T9"/>
                  </a:cxn>
                  <a:cxn ang="T17">
                    <a:pos x="T10" y="T11"/>
                  </a:cxn>
                </a:cxnLst>
                <a:rect l="T18" t="T19" r="T20" b="T21"/>
                <a:pathLst>
                  <a:path w="105" h="60">
                    <a:moveTo>
                      <a:pt x="0" y="44"/>
                    </a:moveTo>
                    <a:lnTo>
                      <a:pt x="96" y="60"/>
                    </a:lnTo>
                    <a:lnTo>
                      <a:pt x="105" y="31"/>
                    </a:lnTo>
                    <a:lnTo>
                      <a:pt x="48" y="0"/>
                    </a:lnTo>
                    <a:lnTo>
                      <a:pt x="0" y="0"/>
                    </a:lnTo>
                    <a:lnTo>
                      <a:pt x="0" y="4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3" name="Freeform 87"/>
              <p:cNvSpPr>
                <a:spLocks/>
              </p:cNvSpPr>
              <p:nvPr/>
            </p:nvSpPr>
            <p:spPr bwMode="auto">
              <a:xfrm>
                <a:off x="3123" y="1511"/>
                <a:ext cx="13" cy="14"/>
              </a:xfrm>
              <a:custGeom>
                <a:avLst/>
                <a:gdLst>
                  <a:gd name="T0" fmla="*/ 0 w 99"/>
                  <a:gd name="T1" fmla="*/ 0 h 111"/>
                  <a:gd name="T2" fmla="*/ 0 w 99"/>
                  <a:gd name="T3" fmla="*/ 0 h 111"/>
                  <a:gd name="T4" fmla="*/ 0 w 99"/>
                  <a:gd name="T5" fmla="*/ 0 h 111"/>
                  <a:gd name="T6" fmla="*/ 0 w 99"/>
                  <a:gd name="T7" fmla="*/ 0 h 111"/>
                  <a:gd name="T8" fmla="*/ 0 w 99"/>
                  <a:gd name="T9" fmla="*/ 0 h 111"/>
                  <a:gd name="T10" fmla="*/ 0 w 99"/>
                  <a:gd name="T11" fmla="*/ 0 h 111"/>
                  <a:gd name="T12" fmla="*/ 0 w 99"/>
                  <a:gd name="T13" fmla="*/ 0 h 111"/>
                  <a:gd name="T14" fmla="*/ 0 60000 65536"/>
                  <a:gd name="T15" fmla="*/ 0 60000 65536"/>
                  <a:gd name="T16" fmla="*/ 0 60000 65536"/>
                  <a:gd name="T17" fmla="*/ 0 60000 65536"/>
                  <a:gd name="T18" fmla="*/ 0 60000 65536"/>
                  <a:gd name="T19" fmla="*/ 0 60000 65536"/>
                  <a:gd name="T20" fmla="*/ 0 60000 65536"/>
                  <a:gd name="T21" fmla="*/ 0 w 99"/>
                  <a:gd name="T22" fmla="*/ 0 h 111"/>
                  <a:gd name="T23" fmla="*/ 99 w 99"/>
                  <a:gd name="T24" fmla="*/ 111 h 1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 h="111">
                    <a:moveTo>
                      <a:pt x="0" y="111"/>
                    </a:moveTo>
                    <a:lnTo>
                      <a:pt x="19" y="111"/>
                    </a:lnTo>
                    <a:lnTo>
                      <a:pt x="99" y="35"/>
                    </a:lnTo>
                    <a:lnTo>
                      <a:pt x="90" y="0"/>
                    </a:lnTo>
                    <a:lnTo>
                      <a:pt x="55" y="0"/>
                    </a:lnTo>
                    <a:lnTo>
                      <a:pt x="7" y="39"/>
                    </a:lnTo>
                    <a:lnTo>
                      <a:pt x="0" y="11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4" name="Freeform 88"/>
              <p:cNvSpPr>
                <a:spLocks/>
              </p:cNvSpPr>
              <p:nvPr/>
            </p:nvSpPr>
            <p:spPr bwMode="auto">
              <a:xfrm>
                <a:off x="3068" y="1615"/>
                <a:ext cx="19" cy="10"/>
              </a:xfrm>
              <a:custGeom>
                <a:avLst/>
                <a:gdLst>
                  <a:gd name="T0" fmla="*/ 0 w 154"/>
                  <a:gd name="T1" fmla="*/ 0 h 84"/>
                  <a:gd name="T2" fmla="*/ 0 w 154"/>
                  <a:gd name="T3" fmla="*/ 0 h 84"/>
                  <a:gd name="T4" fmla="*/ 0 w 154"/>
                  <a:gd name="T5" fmla="*/ 0 h 84"/>
                  <a:gd name="T6" fmla="*/ 0 w 154"/>
                  <a:gd name="T7" fmla="*/ 0 h 84"/>
                  <a:gd name="T8" fmla="*/ 0 w 154"/>
                  <a:gd name="T9" fmla="*/ 0 h 84"/>
                  <a:gd name="T10" fmla="*/ 0 w 154"/>
                  <a:gd name="T11" fmla="*/ 0 h 84"/>
                  <a:gd name="T12" fmla="*/ 0 w 154"/>
                  <a:gd name="T13" fmla="*/ 0 h 84"/>
                  <a:gd name="T14" fmla="*/ 0 60000 65536"/>
                  <a:gd name="T15" fmla="*/ 0 60000 65536"/>
                  <a:gd name="T16" fmla="*/ 0 60000 65536"/>
                  <a:gd name="T17" fmla="*/ 0 60000 65536"/>
                  <a:gd name="T18" fmla="*/ 0 60000 65536"/>
                  <a:gd name="T19" fmla="*/ 0 60000 65536"/>
                  <a:gd name="T20" fmla="*/ 0 60000 65536"/>
                  <a:gd name="T21" fmla="*/ 0 w 154"/>
                  <a:gd name="T22" fmla="*/ 0 h 84"/>
                  <a:gd name="T23" fmla="*/ 154 w 154"/>
                  <a:gd name="T24" fmla="*/ 84 h 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4" h="84">
                    <a:moveTo>
                      <a:pt x="27" y="7"/>
                    </a:moveTo>
                    <a:lnTo>
                      <a:pt x="0" y="49"/>
                    </a:lnTo>
                    <a:lnTo>
                      <a:pt x="32" y="84"/>
                    </a:lnTo>
                    <a:lnTo>
                      <a:pt x="140" y="69"/>
                    </a:lnTo>
                    <a:lnTo>
                      <a:pt x="154" y="27"/>
                    </a:lnTo>
                    <a:lnTo>
                      <a:pt x="127" y="0"/>
                    </a:lnTo>
                    <a:lnTo>
                      <a:pt x="27" y="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5" name="Freeform 89"/>
              <p:cNvSpPr>
                <a:spLocks/>
              </p:cNvSpPr>
              <p:nvPr/>
            </p:nvSpPr>
            <p:spPr bwMode="auto">
              <a:xfrm>
                <a:off x="2985" y="1689"/>
                <a:ext cx="22" cy="42"/>
              </a:xfrm>
              <a:custGeom>
                <a:avLst/>
                <a:gdLst>
                  <a:gd name="T0" fmla="*/ 0 w 172"/>
                  <a:gd name="T1" fmla="*/ 0 h 336"/>
                  <a:gd name="T2" fmla="*/ 0 w 172"/>
                  <a:gd name="T3" fmla="*/ 0 h 336"/>
                  <a:gd name="T4" fmla="*/ 0 w 172"/>
                  <a:gd name="T5" fmla="*/ 0 h 336"/>
                  <a:gd name="T6" fmla="*/ 0 w 172"/>
                  <a:gd name="T7" fmla="*/ 0 h 336"/>
                  <a:gd name="T8" fmla="*/ 0 w 172"/>
                  <a:gd name="T9" fmla="*/ 0 h 336"/>
                  <a:gd name="T10" fmla="*/ 0 w 172"/>
                  <a:gd name="T11" fmla="*/ 0 h 336"/>
                  <a:gd name="T12" fmla="*/ 0 w 172"/>
                  <a:gd name="T13" fmla="*/ 0 h 336"/>
                  <a:gd name="T14" fmla="*/ 0 w 172"/>
                  <a:gd name="T15" fmla="*/ 0 h 336"/>
                  <a:gd name="T16" fmla="*/ 0 w 172"/>
                  <a:gd name="T17" fmla="*/ 0 h 336"/>
                  <a:gd name="T18" fmla="*/ 0 w 172"/>
                  <a:gd name="T19" fmla="*/ 0 h 3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2"/>
                  <a:gd name="T31" fmla="*/ 0 h 336"/>
                  <a:gd name="T32" fmla="*/ 172 w 172"/>
                  <a:gd name="T33" fmla="*/ 336 h 3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2" h="336">
                    <a:moveTo>
                      <a:pt x="7" y="42"/>
                    </a:moveTo>
                    <a:lnTo>
                      <a:pt x="51" y="211"/>
                    </a:lnTo>
                    <a:lnTo>
                      <a:pt x="73" y="336"/>
                    </a:lnTo>
                    <a:lnTo>
                      <a:pt x="156" y="336"/>
                    </a:lnTo>
                    <a:lnTo>
                      <a:pt x="172" y="279"/>
                    </a:lnTo>
                    <a:lnTo>
                      <a:pt x="99" y="231"/>
                    </a:lnTo>
                    <a:lnTo>
                      <a:pt x="73" y="147"/>
                    </a:lnTo>
                    <a:lnTo>
                      <a:pt x="78" y="75"/>
                    </a:lnTo>
                    <a:lnTo>
                      <a:pt x="0" y="0"/>
                    </a:lnTo>
                    <a:lnTo>
                      <a:pt x="7" y="42"/>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6" name="Freeform 90"/>
              <p:cNvSpPr>
                <a:spLocks/>
              </p:cNvSpPr>
              <p:nvPr/>
            </p:nvSpPr>
            <p:spPr bwMode="auto">
              <a:xfrm>
                <a:off x="2986" y="1661"/>
                <a:ext cx="33" cy="15"/>
              </a:xfrm>
              <a:custGeom>
                <a:avLst/>
                <a:gdLst>
                  <a:gd name="T0" fmla="*/ 0 w 264"/>
                  <a:gd name="T1" fmla="*/ 0 h 122"/>
                  <a:gd name="T2" fmla="*/ 0 w 264"/>
                  <a:gd name="T3" fmla="*/ 0 h 122"/>
                  <a:gd name="T4" fmla="*/ 0 w 264"/>
                  <a:gd name="T5" fmla="*/ 0 h 122"/>
                  <a:gd name="T6" fmla="*/ 0 w 264"/>
                  <a:gd name="T7" fmla="*/ 0 h 122"/>
                  <a:gd name="T8" fmla="*/ 0 w 264"/>
                  <a:gd name="T9" fmla="*/ 0 h 122"/>
                  <a:gd name="T10" fmla="*/ 0 w 264"/>
                  <a:gd name="T11" fmla="*/ 0 h 122"/>
                  <a:gd name="T12" fmla="*/ 0 w 264"/>
                  <a:gd name="T13" fmla="*/ 0 h 122"/>
                  <a:gd name="T14" fmla="*/ 0 w 264"/>
                  <a:gd name="T15" fmla="*/ 0 h 122"/>
                  <a:gd name="T16" fmla="*/ 0 w 264"/>
                  <a:gd name="T17" fmla="*/ 0 h 122"/>
                  <a:gd name="T18" fmla="*/ 0 w 264"/>
                  <a:gd name="T19" fmla="*/ 0 h 1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4"/>
                  <a:gd name="T31" fmla="*/ 0 h 122"/>
                  <a:gd name="T32" fmla="*/ 264 w 264"/>
                  <a:gd name="T33" fmla="*/ 122 h 1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4" h="122">
                    <a:moveTo>
                      <a:pt x="0" y="106"/>
                    </a:moveTo>
                    <a:lnTo>
                      <a:pt x="13" y="122"/>
                    </a:lnTo>
                    <a:lnTo>
                      <a:pt x="57" y="78"/>
                    </a:lnTo>
                    <a:lnTo>
                      <a:pt x="114" y="97"/>
                    </a:lnTo>
                    <a:lnTo>
                      <a:pt x="140" y="53"/>
                    </a:lnTo>
                    <a:lnTo>
                      <a:pt x="264" y="106"/>
                    </a:lnTo>
                    <a:lnTo>
                      <a:pt x="127" y="0"/>
                    </a:lnTo>
                    <a:lnTo>
                      <a:pt x="101" y="14"/>
                    </a:lnTo>
                    <a:lnTo>
                      <a:pt x="32" y="64"/>
                    </a:lnTo>
                    <a:lnTo>
                      <a:pt x="0" y="10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7" name="Freeform 91"/>
              <p:cNvSpPr>
                <a:spLocks/>
              </p:cNvSpPr>
              <p:nvPr/>
            </p:nvSpPr>
            <p:spPr bwMode="auto">
              <a:xfrm>
                <a:off x="3012" y="1710"/>
                <a:ext cx="13" cy="19"/>
              </a:xfrm>
              <a:custGeom>
                <a:avLst/>
                <a:gdLst>
                  <a:gd name="T0" fmla="*/ 0 w 106"/>
                  <a:gd name="T1" fmla="*/ 0 h 147"/>
                  <a:gd name="T2" fmla="*/ 0 w 106"/>
                  <a:gd name="T3" fmla="*/ 0 h 147"/>
                  <a:gd name="T4" fmla="*/ 0 w 106"/>
                  <a:gd name="T5" fmla="*/ 0 h 147"/>
                  <a:gd name="T6" fmla="*/ 0 w 106"/>
                  <a:gd name="T7" fmla="*/ 0 h 147"/>
                  <a:gd name="T8" fmla="*/ 0 w 106"/>
                  <a:gd name="T9" fmla="*/ 0 h 147"/>
                  <a:gd name="T10" fmla="*/ 0 w 106"/>
                  <a:gd name="T11" fmla="*/ 0 h 147"/>
                  <a:gd name="T12" fmla="*/ 0 w 106"/>
                  <a:gd name="T13" fmla="*/ 0 h 147"/>
                  <a:gd name="T14" fmla="*/ 0 w 106"/>
                  <a:gd name="T15" fmla="*/ 0 h 147"/>
                  <a:gd name="T16" fmla="*/ 0 60000 65536"/>
                  <a:gd name="T17" fmla="*/ 0 60000 65536"/>
                  <a:gd name="T18" fmla="*/ 0 60000 65536"/>
                  <a:gd name="T19" fmla="*/ 0 60000 65536"/>
                  <a:gd name="T20" fmla="*/ 0 60000 65536"/>
                  <a:gd name="T21" fmla="*/ 0 60000 65536"/>
                  <a:gd name="T22" fmla="*/ 0 60000 65536"/>
                  <a:gd name="T23" fmla="*/ 0 60000 65536"/>
                  <a:gd name="T24" fmla="*/ 0 w 106"/>
                  <a:gd name="T25" fmla="*/ 0 h 147"/>
                  <a:gd name="T26" fmla="*/ 106 w 106"/>
                  <a:gd name="T27" fmla="*/ 147 h 1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6" h="147">
                    <a:moveTo>
                      <a:pt x="0" y="44"/>
                    </a:moveTo>
                    <a:lnTo>
                      <a:pt x="41" y="85"/>
                    </a:lnTo>
                    <a:lnTo>
                      <a:pt x="63" y="147"/>
                    </a:lnTo>
                    <a:lnTo>
                      <a:pt x="106" y="92"/>
                    </a:lnTo>
                    <a:lnTo>
                      <a:pt x="99" y="35"/>
                    </a:lnTo>
                    <a:lnTo>
                      <a:pt x="63" y="9"/>
                    </a:lnTo>
                    <a:lnTo>
                      <a:pt x="7" y="0"/>
                    </a:lnTo>
                    <a:lnTo>
                      <a:pt x="0" y="4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8" name="Freeform 92"/>
              <p:cNvSpPr>
                <a:spLocks/>
              </p:cNvSpPr>
              <p:nvPr/>
            </p:nvSpPr>
            <p:spPr bwMode="auto">
              <a:xfrm>
                <a:off x="3025" y="1534"/>
                <a:ext cx="31" cy="12"/>
              </a:xfrm>
              <a:custGeom>
                <a:avLst/>
                <a:gdLst>
                  <a:gd name="T0" fmla="*/ 0 w 244"/>
                  <a:gd name="T1" fmla="*/ 0 h 94"/>
                  <a:gd name="T2" fmla="*/ 0 w 244"/>
                  <a:gd name="T3" fmla="*/ 0 h 94"/>
                  <a:gd name="T4" fmla="*/ 0 w 244"/>
                  <a:gd name="T5" fmla="*/ 0 h 94"/>
                  <a:gd name="T6" fmla="*/ 0 w 244"/>
                  <a:gd name="T7" fmla="*/ 0 h 94"/>
                  <a:gd name="T8" fmla="*/ 0 w 244"/>
                  <a:gd name="T9" fmla="*/ 0 h 94"/>
                  <a:gd name="T10" fmla="*/ 0 w 244"/>
                  <a:gd name="T11" fmla="*/ 0 h 94"/>
                  <a:gd name="T12" fmla="*/ 0 w 244"/>
                  <a:gd name="T13" fmla="*/ 0 h 94"/>
                  <a:gd name="T14" fmla="*/ 0 w 244"/>
                  <a:gd name="T15" fmla="*/ 0 h 94"/>
                  <a:gd name="T16" fmla="*/ 0 w 244"/>
                  <a:gd name="T17" fmla="*/ 0 h 94"/>
                  <a:gd name="T18" fmla="*/ 0 w 244"/>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4"/>
                  <a:gd name="T31" fmla="*/ 0 h 94"/>
                  <a:gd name="T32" fmla="*/ 244 w 244"/>
                  <a:gd name="T33" fmla="*/ 94 h 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4" h="94">
                    <a:moveTo>
                      <a:pt x="0" y="34"/>
                    </a:moveTo>
                    <a:lnTo>
                      <a:pt x="45" y="81"/>
                    </a:lnTo>
                    <a:lnTo>
                      <a:pt x="89" y="94"/>
                    </a:lnTo>
                    <a:lnTo>
                      <a:pt x="114" y="94"/>
                    </a:lnTo>
                    <a:lnTo>
                      <a:pt x="167" y="94"/>
                    </a:lnTo>
                    <a:lnTo>
                      <a:pt x="244" y="43"/>
                    </a:lnTo>
                    <a:lnTo>
                      <a:pt x="204" y="0"/>
                    </a:lnTo>
                    <a:lnTo>
                      <a:pt x="123" y="9"/>
                    </a:lnTo>
                    <a:lnTo>
                      <a:pt x="45" y="28"/>
                    </a:lnTo>
                    <a:lnTo>
                      <a:pt x="0" y="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9" name="Freeform 93"/>
              <p:cNvSpPr>
                <a:spLocks/>
              </p:cNvSpPr>
              <p:nvPr/>
            </p:nvSpPr>
            <p:spPr bwMode="auto">
              <a:xfrm>
                <a:off x="3080" y="1529"/>
                <a:ext cx="27" cy="11"/>
              </a:xfrm>
              <a:custGeom>
                <a:avLst/>
                <a:gdLst>
                  <a:gd name="T0" fmla="*/ 0 w 221"/>
                  <a:gd name="T1" fmla="*/ 0 h 85"/>
                  <a:gd name="T2" fmla="*/ 0 w 221"/>
                  <a:gd name="T3" fmla="*/ 0 h 85"/>
                  <a:gd name="T4" fmla="*/ 0 w 221"/>
                  <a:gd name="T5" fmla="*/ 0 h 85"/>
                  <a:gd name="T6" fmla="*/ 0 w 221"/>
                  <a:gd name="T7" fmla="*/ 0 h 85"/>
                  <a:gd name="T8" fmla="*/ 0 w 221"/>
                  <a:gd name="T9" fmla="*/ 0 h 85"/>
                  <a:gd name="T10" fmla="*/ 0 w 221"/>
                  <a:gd name="T11" fmla="*/ 0 h 85"/>
                  <a:gd name="T12" fmla="*/ 0 w 221"/>
                  <a:gd name="T13" fmla="*/ 0 h 85"/>
                  <a:gd name="T14" fmla="*/ 0 w 221"/>
                  <a:gd name="T15" fmla="*/ 0 h 85"/>
                  <a:gd name="T16" fmla="*/ 0 w 221"/>
                  <a:gd name="T17" fmla="*/ 0 h 85"/>
                  <a:gd name="T18" fmla="*/ 0 w 221"/>
                  <a:gd name="T19" fmla="*/ 0 h 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1"/>
                  <a:gd name="T31" fmla="*/ 0 h 85"/>
                  <a:gd name="T32" fmla="*/ 221 w 221"/>
                  <a:gd name="T33" fmla="*/ 85 h 8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1" h="85">
                    <a:moveTo>
                      <a:pt x="0" y="70"/>
                    </a:moveTo>
                    <a:lnTo>
                      <a:pt x="44" y="7"/>
                    </a:lnTo>
                    <a:lnTo>
                      <a:pt x="129" y="0"/>
                    </a:lnTo>
                    <a:lnTo>
                      <a:pt x="221" y="7"/>
                    </a:lnTo>
                    <a:lnTo>
                      <a:pt x="216" y="26"/>
                    </a:lnTo>
                    <a:lnTo>
                      <a:pt x="185" y="57"/>
                    </a:lnTo>
                    <a:lnTo>
                      <a:pt x="115" y="85"/>
                    </a:lnTo>
                    <a:lnTo>
                      <a:pt x="51" y="85"/>
                    </a:lnTo>
                    <a:lnTo>
                      <a:pt x="9" y="85"/>
                    </a:lnTo>
                    <a:lnTo>
                      <a:pt x="0" y="7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0" name="Freeform 94"/>
              <p:cNvSpPr>
                <a:spLocks/>
              </p:cNvSpPr>
              <p:nvPr/>
            </p:nvSpPr>
            <p:spPr bwMode="auto">
              <a:xfrm>
                <a:off x="2152" y="1590"/>
                <a:ext cx="68" cy="44"/>
              </a:xfrm>
              <a:custGeom>
                <a:avLst/>
                <a:gdLst>
                  <a:gd name="T0" fmla="*/ 0 w 546"/>
                  <a:gd name="T1" fmla="*/ 0 h 352"/>
                  <a:gd name="T2" fmla="*/ 0 w 546"/>
                  <a:gd name="T3" fmla="*/ 0 h 352"/>
                  <a:gd name="T4" fmla="*/ 0 w 546"/>
                  <a:gd name="T5" fmla="*/ 0 h 352"/>
                  <a:gd name="T6" fmla="*/ 0 w 546"/>
                  <a:gd name="T7" fmla="*/ 0 h 352"/>
                  <a:gd name="T8" fmla="*/ 0 w 546"/>
                  <a:gd name="T9" fmla="*/ 0 h 352"/>
                  <a:gd name="T10" fmla="*/ 0 w 546"/>
                  <a:gd name="T11" fmla="*/ 0 h 352"/>
                  <a:gd name="T12" fmla="*/ 0 w 546"/>
                  <a:gd name="T13" fmla="*/ 0 h 352"/>
                  <a:gd name="T14" fmla="*/ 0 w 546"/>
                  <a:gd name="T15" fmla="*/ 0 h 352"/>
                  <a:gd name="T16" fmla="*/ 0 w 546"/>
                  <a:gd name="T17" fmla="*/ 0 h 352"/>
                  <a:gd name="T18" fmla="*/ 0 w 546"/>
                  <a:gd name="T19" fmla="*/ 0 h 352"/>
                  <a:gd name="T20" fmla="*/ 0 w 546"/>
                  <a:gd name="T21" fmla="*/ 0 h 352"/>
                  <a:gd name="T22" fmla="*/ 0 w 546"/>
                  <a:gd name="T23" fmla="*/ 0 h 352"/>
                  <a:gd name="T24" fmla="*/ 0 w 546"/>
                  <a:gd name="T25" fmla="*/ 0 h 352"/>
                  <a:gd name="T26" fmla="*/ 0 w 546"/>
                  <a:gd name="T27" fmla="*/ 0 h 352"/>
                  <a:gd name="T28" fmla="*/ 0 w 546"/>
                  <a:gd name="T29" fmla="*/ 0 h 352"/>
                  <a:gd name="T30" fmla="*/ 0 w 546"/>
                  <a:gd name="T31" fmla="*/ 0 h 352"/>
                  <a:gd name="T32" fmla="*/ 0 w 546"/>
                  <a:gd name="T33" fmla="*/ 0 h 352"/>
                  <a:gd name="T34" fmla="*/ 0 w 546"/>
                  <a:gd name="T35" fmla="*/ 0 h 352"/>
                  <a:gd name="T36" fmla="*/ 0 w 546"/>
                  <a:gd name="T37" fmla="*/ 0 h 352"/>
                  <a:gd name="T38" fmla="*/ 0 w 546"/>
                  <a:gd name="T39" fmla="*/ 0 h 352"/>
                  <a:gd name="T40" fmla="*/ 0 w 546"/>
                  <a:gd name="T41" fmla="*/ 0 h 352"/>
                  <a:gd name="T42" fmla="*/ 0 w 546"/>
                  <a:gd name="T43" fmla="*/ 0 h 352"/>
                  <a:gd name="T44" fmla="*/ 0 w 546"/>
                  <a:gd name="T45" fmla="*/ 0 h 352"/>
                  <a:gd name="T46" fmla="*/ 0 w 546"/>
                  <a:gd name="T47" fmla="*/ 0 h 352"/>
                  <a:gd name="T48" fmla="*/ 0 w 546"/>
                  <a:gd name="T49" fmla="*/ 0 h 352"/>
                  <a:gd name="T50" fmla="*/ 0 w 546"/>
                  <a:gd name="T51" fmla="*/ 0 h 352"/>
                  <a:gd name="T52" fmla="*/ 0 w 546"/>
                  <a:gd name="T53" fmla="*/ 0 h 352"/>
                  <a:gd name="T54" fmla="*/ 0 w 546"/>
                  <a:gd name="T55" fmla="*/ 0 h 352"/>
                  <a:gd name="T56" fmla="*/ 0 w 546"/>
                  <a:gd name="T57" fmla="*/ 0 h 352"/>
                  <a:gd name="T58" fmla="*/ 0 w 546"/>
                  <a:gd name="T59" fmla="*/ 0 h 352"/>
                  <a:gd name="T60" fmla="*/ 0 w 546"/>
                  <a:gd name="T61" fmla="*/ 0 h 352"/>
                  <a:gd name="T62" fmla="*/ 0 w 546"/>
                  <a:gd name="T63" fmla="*/ 0 h 352"/>
                  <a:gd name="T64" fmla="*/ 0 w 546"/>
                  <a:gd name="T65" fmla="*/ 0 h 35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46"/>
                  <a:gd name="T100" fmla="*/ 0 h 352"/>
                  <a:gd name="T101" fmla="*/ 546 w 546"/>
                  <a:gd name="T102" fmla="*/ 352 h 35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46" h="352">
                    <a:moveTo>
                      <a:pt x="53" y="229"/>
                    </a:moveTo>
                    <a:lnTo>
                      <a:pt x="126" y="174"/>
                    </a:lnTo>
                    <a:lnTo>
                      <a:pt x="163" y="161"/>
                    </a:lnTo>
                    <a:lnTo>
                      <a:pt x="313" y="161"/>
                    </a:lnTo>
                    <a:lnTo>
                      <a:pt x="387" y="167"/>
                    </a:lnTo>
                    <a:lnTo>
                      <a:pt x="194" y="94"/>
                    </a:lnTo>
                    <a:lnTo>
                      <a:pt x="60" y="94"/>
                    </a:lnTo>
                    <a:lnTo>
                      <a:pt x="9" y="82"/>
                    </a:lnTo>
                    <a:lnTo>
                      <a:pt x="0" y="75"/>
                    </a:lnTo>
                    <a:lnTo>
                      <a:pt x="145" y="0"/>
                    </a:lnTo>
                    <a:lnTo>
                      <a:pt x="224" y="13"/>
                    </a:lnTo>
                    <a:lnTo>
                      <a:pt x="313" y="64"/>
                    </a:lnTo>
                    <a:lnTo>
                      <a:pt x="415" y="108"/>
                    </a:lnTo>
                    <a:lnTo>
                      <a:pt x="498" y="130"/>
                    </a:lnTo>
                    <a:lnTo>
                      <a:pt x="546" y="198"/>
                    </a:lnTo>
                    <a:lnTo>
                      <a:pt x="521" y="255"/>
                    </a:lnTo>
                    <a:lnTo>
                      <a:pt x="484" y="255"/>
                    </a:lnTo>
                    <a:lnTo>
                      <a:pt x="431" y="322"/>
                    </a:lnTo>
                    <a:lnTo>
                      <a:pt x="376" y="329"/>
                    </a:lnTo>
                    <a:lnTo>
                      <a:pt x="286" y="352"/>
                    </a:lnTo>
                    <a:lnTo>
                      <a:pt x="365" y="280"/>
                    </a:lnTo>
                    <a:lnTo>
                      <a:pt x="401" y="235"/>
                    </a:lnTo>
                    <a:lnTo>
                      <a:pt x="401" y="218"/>
                    </a:lnTo>
                    <a:lnTo>
                      <a:pt x="365" y="209"/>
                    </a:lnTo>
                    <a:lnTo>
                      <a:pt x="304" y="191"/>
                    </a:lnTo>
                    <a:lnTo>
                      <a:pt x="286" y="235"/>
                    </a:lnTo>
                    <a:lnTo>
                      <a:pt x="282" y="205"/>
                    </a:lnTo>
                    <a:lnTo>
                      <a:pt x="256" y="205"/>
                    </a:lnTo>
                    <a:lnTo>
                      <a:pt x="253" y="225"/>
                    </a:lnTo>
                    <a:lnTo>
                      <a:pt x="277" y="244"/>
                    </a:lnTo>
                    <a:lnTo>
                      <a:pt x="268" y="266"/>
                    </a:lnTo>
                    <a:lnTo>
                      <a:pt x="84" y="244"/>
                    </a:lnTo>
                    <a:lnTo>
                      <a:pt x="53" y="2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1" name="Freeform 95"/>
              <p:cNvSpPr>
                <a:spLocks/>
              </p:cNvSpPr>
              <p:nvPr/>
            </p:nvSpPr>
            <p:spPr bwMode="auto">
              <a:xfrm>
                <a:off x="2165" y="1625"/>
                <a:ext cx="28" cy="6"/>
              </a:xfrm>
              <a:custGeom>
                <a:avLst/>
                <a:gdLst>
                  <a:gd name="T0" fmla="*/ 0 w 224"/>
                  <a:gd name="T1" fmla="*/ 0 h 49"/>
                  <a:gd name="T2" fmla="*/ 0 w 224"/>
                  <a:gd name="T3" fmla="*/ 0 h 49"/>
                  <a:gd name="T4" fmla="*/ 0 w 224"/>
                  <a:gd name="T5" fmla="*/ 0 h 49"/>
                  <a:gd name="T6" fmla="*/ 0 w 224"/>
                  <a:gd name="T7" fmla="*/ 0 h 49"/>
                  <a:gd name="T8" fmla="*/ 0 w 224"/>
                  <a:gd name="T9" fmla="*/ 0 h 49"/>
                  <a:gd name="T10" fmla="*/ 0 w 224"/>
                  <a:gd name="T11" fmla="*/ 0 h 49"/>
                  <a:gd name="T12" fmla="*/ 0 60000 65536"/>
                  <a:gd name="T13" fmla="*/ 0 60000 65536"/>
                  <a:gd name="T14" fmla="*/ 0 60000 65536"/>
                  <a:gd name="T15" fmla="*/ 0 60000 65536"/>
                  <a:gd name="T16" fmla="*/ 0 60000 65536"/>
                  <a:gd name="T17" fmla="*/ 0 60000 65536"/>
                  <a:gd name="T18" fmla="*/ 0 w 224"/>
                  <a:gd name="T19" fmla="*/ 0 h 49"/>
                  <a:gd name="T20" fmla="*/ 224 w 224"/>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224" h="49">
                    <a:moveTo>
                      <a:pt x="0" y="0"/>
                    </a:moveTo>
                    <a:lnTo>
                      <a:pt x="40" y="33"/>
                    </a:lnTo>
                    <a:lnTo>
                      <a:pt x="139" y="49"/>
                    </a:lnTo>
                    <a:lnTo>
                      <a:pt x="224" y="3"/>
                    </a:lnTo>
                    <a:lnTo>
                      <a:pt x="132" y="1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2" name="Freeform 96"/>
              <p:cNvSpPr>
                <a:spLocks/>
              </p:cNvSpPr>
              <p:nvPr/>
            </p:nvSpPr>
            <p:spPr bwMode="auto">
              <a:xfrm>
                <a:off x="2193" y="1613"/>
                <a:ext cx="8" cy="12"/>
              </a:xfrm>
              <a:custGeom>
                <a:avLst/>
                <a:gdLst>
                  <a:gd name="T0" fmla="*/ 0 w 64"/>
                  <a:gd name="T1" fmla="*/ 0 h 98"/>
                  <a:gd name="T2" fmla="*/ 0 w 64"/>
                  <a:gd name="T3" fmla="*/ 0 h 98"/>
                  <a:gd name="T4" fmla="*/ 0 w 64"/>
                  <a:gd name="T5" fmla="*/ 0 h 98"/>
                  <a:gd name="T6" fmla="*/ 0 w 64"/>
                  <a:gd name="T7" fmla="*/ 0 h 98"/>
                  <a:gd name="T8" fmla="*/ 0 w 64"/>
                  <a:gd name="T9" fmla="*/ 0 h 98"/>
                  <a:gd name="T10" fmla="*/ 0 60000 65536"/>
                  <a:gd name="T11" fmla="*/ 0 60000 65536"/>
                  <a:gd name="T12" fmla="*/ 0 60000 65536"/>
                  <a:gd name="T13" fmla="*/ 0 60000 65536"/>
                  <a:gd name="T14" fmla="*/ 0 60000 65536"/>
                  <a:gd name="T15" fmla="*/ 0 w 64"/>
                  <a:gd name="T16" fmla="*/ 0 h 98"/>
                  <a:gd name="T17" fmla="*/ 64 w 64"/>
                  <a:gd name="T18" fmla="*/ 98 h 98"/>
                </a:gdLst>
                <a:ahLst/>
                <a:cxnLst>
                  <a:cxn ang="T10">
                    <a:pos x="T0" y="T1"/>
                  </a:cxn>
                  <a:cxn ang="T11">
                    <a:pos x="T2" y="T3"/>
                  </a:cxn>
                  <a:cxn ang="T12">
                    <a:pos x="T4" y="T5"/>
                  </a:cxn>
                  <a:cxn ang="T13">
                    <a:pos x="T6" y="T7"/>
                  </a:cxn>
                  <a:cxn ang="T14">
                    <a:pos x="T8" y="T9"/>
                  </a:cxn>
                </a:cxnLst>
                <a:rect l="T15" t="T16" r="T17" b="T18"/>
                <a:pathLst>
                  <a:path w="64" h="98">
                    <a:moveTo>
                      <a:pt x="0" y="0"/>
                    </a:moveTo>
                    <a:lnTo>
                      <a:pt x="53" y="98"/>
                    </a:lnTo>
                    <a:lnTo>
                      <a:pt x="64" y="81"/>
                    </a:lnTo>
                    <a:lnTo>
                      <a:pt x="34" y="2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3" name="Freeform 97"/>
              <p:cNvSpPr>
                <a:spLocks/>
              </p:cNvSpPr>
              <p:nvPr/>
            </p:nvSpPr>
            <p:spPr bwMode="auto">
              <a:xfrm>
                <a:off x="2226" y="1612"/>
                <a:ext cx="51" cy="65"/>
              </a:xfrm>
              <a:custGeom>
                <a:avLst/>
                <a:gdLst>
                  <a:gd name="T0" fmla="*/ 0 w 406"/>
                  <a:gd name="T1" fmla="*/ 0 h 514"/>
                  <a:gd name="T2" fmla="*/ 0 w 406"/>
                  <a:gd name="T3" fmla="*/ 0 h 514"/>
                  <a:gd name="T4" fmla="*/ 0 w 406"/>
                  <a:gd name="T5" fmla="*/ 0 h 514"/>
                  <a:gd name="T6" fmla="*/ 0 w 406"/>
                  <a:gd name="T7" fmla="*/ 0 h 514"/>
                  <a:gd name="T8" fmla="*/ 0 w 406"/>
                  <a:gd name="T9" fmla="*/ 0 h 514"/>
                  <a:gd name="T10" fmla="*/ 0 w 406"/>
                  <a:gd name="T11" fmla="*/ 0 h 514"/>
                  <a:gd name="T12" fmla="*/ 0 w 406"/>
                  <a:gd name="T13" fmla="*/ 0 h 514"/>
                  <a:gd name="T14" fmla="*/ 0 w 406"/>
                  <a:gd name="T15" fmla="*/ 0 h 514"/>
                  <a:gd name="T16" fmla="*/ 0 w 406"/>
                  <a:gd name="T17" fmla="*/ 0 h 514"/>
                  <a:gd name="T18" fmla="*/ 0 w 406"/>
                  <a:gd name="T19" fmla="*/ 0 h 514"/>
                  <a:gd name="T20" fmla="*/ 0 w 406"/>
                  <a:gd name="T21" fmla="*/ 0 h 514"/>
                  <a:gd name="T22" fmla="*/ 0 w 406"/>
                  <a:gd name="T23" fmla="*/ 0 h 514"/>
                  <a:gd name="T24" fmla="*/ 0 w 406"/>
                  <a:gd name="T25" fmla="*/ 0 h 514"/>
                  <a:gd name="T26" fmla="*/ 0 w 406"/>
                  <a:gd name="T27" fmla="*/ 0 h 514"/>
                  <a:gd name="T28" fmla="*/ 0 w 406"/>
                  <a:gd name="T29" fmla="*/ 0 h 514"/>
                  <a:gd name="T30" fmla="*/ 0 w 406"/>
                  <a:gd name="T31" fmla="*/ 0 h 514"/>
                  <a:gd name="T32" fmla="*/ 0 w 406"/>
                  <a:gd name="T33" fmla="*/ 0 h 514"/>
                  <a:gd name="T34" fmla="*/ 0 w 406"/>
                  <a:gd name="T35" fmla="*/ 0 h 514"/>
                  <a:gd name="T36" fmla="*/ 0 w 406"/>
                  <a:gd name="T37" fmla="*/ 0 h 514"/>
                  <a:gd name="T38" fmla="*/ 0 w 406"/>
                  <a:gd name="T39" fmla="*/ 0 h 514"/>
                  <a:gd name="T40" fmla="*/ 0 w 406"/>
                  <a:gd name="T41" fmla="*/ 0 h 514"/>
                  <a:gd name="T42" fmla="*/ 0 w 406"/>
                  <a:gd name="T43" fmla="*/ 0 h 514"/>
                  <a:gd name="T44" fmla="*/ 0 w 406"/>
                  <a:gd name="T45" fmla="*/ 0 h 514"/>
                  <a:gd name="T46" fmla="*/ 0 w 406"/>
                  <a:gd name="T47" fmla="*/ 0 h 514"/>
                  <a:gd name="T48" fmla="*/ 0 w 406"/>
                  <a:gd name="T49" fmla="*/ 0 h 514"/>
                  <a:gd name="T50" fmla="*/ 0 w 406"/>
                  <a:gd name="T51" fmla="*/ 0 h 514"/>
                  <a:gd name="T52" fmla="*/ 0 w 406"/>
                  <a:gd name="T53" fmla="*/ 0 h 514"/>
                  <a:gd name="T54" fmla="*/ 0 w 406"/>
                  <a:gd name="T55" fmla="*/ 0 h 514"/>
                  <a:gd name="T56" fmla="*/ 0 w 406"/>
                  <a:gd name="T57" fmla="*/ 0 h 51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06"/>
                  <a:gd name="T88" fmla="*/ 0 h 514"/>
                  <a:gd name="T89" fmla="*/ 406 w 406"/>
                  <a:gd name="T90" fmla="*/ 514 h 51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06" h="514">
                    <a:moveTo>
                      <a:pt x="0" y="10"/>
                    </a:moveTo>
                    <a:lnTo>
                      <a:pt x="0" y="63"/>
                    </a:lnTo>
                    <a:lnTo>
                      <a:pt x="28" y="99"/>
                    </a:lnTo>
                    <a:lnTo>
                      <a:pt x="12" y="388"/>
                    </a:lnTo>
                    <a:lnTo>
                      <a:pt x="35" y="514"/>
                    </a:lnTo>
                    <a:lnTo>
                      <a:pt x="28" y="380"/>
                    </a:lnTo>
                    <a:lnTo>
                      <a:pt x="39" y="213"/>
                    </a:lnTo>
                    <a:lnTo>
                      <a:pt x="146" y="288"/>
                    </a:lnTo>
                    <a:lnTo>
                      <a:pt x="105" y="201"/>
                    </a:lnTo>
                    <a:lnTo>
                      <a:pt x="197" y="235"/>
                    </a:lnTo>
                    <a:lnTo>
                      <a:pt x="275" y="222"/>
                    </a:lnTo>
                    <a:lnTo>
                      <a:pt x="202" y="201"/>
                    </a:lnTo>
                    <a:lnTo>
                      <a:pt x="202" y="178"/>
                    </a:lnTo>
                    <a:lnTo>
                      <a:pt x="233" y="160"/>
                    </a:lnTo>
                    <a:lnTo>
                      <a:pt x="294" y="208"/>
                    </a:lnTo>
                    <a:lnTo>
                      <a:pt x="328" y="189"/>
                    </a:lnTo>
                    <a:lnTo>
                      <a:pt x="250" y="114"/>
                    </a:lnTo>
                    <a:lnTo>
                      <a:pt x="202" y="85"/>
                    </a:lnTo>
                    <a:lnTo>
                      <a:pt x="202" y="65"/>
                    </a:lnTo>
                    <a:lnTo>
                      <a:pt x="321" y="90"/>
                    </a:lnTo>
                    <a:lnTo>
                      <a:pt x="356" y="132"/>
                    </a:lnTo>
                    <a:lnTo>
                      <a:pt x="344" y="164"/>
                    </a:lnTo>
                    <a:lnTo>
                      <a:pt x="406" y="141"/>
                    </a:lnTo>
                    <a:lnTo>
                      <a:pt x="406" y="54"/>
                    </a:lnTo>
                    <a:lnTo>
                      <a:pt x="365" y="17"/>
                    </a:lnTo>
                    <a:lnTo>
                      <a:pt x="270" y="17"/>
                    </a:lnTo>
                    <a:lnTo>
                      <a:pt x="79" y="0"/>
                    </a:lnTo>
                    <a:lnTo>
                      <a:pt x="35" y="1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4" name="Freeform 98"/>
              <p:cNvSpPr>
                <a:spLocks/>
              </p:cNvSpPr>
              <p:nvPr/>
            </p:nvSpPr>
            <p:spPr bwMode="auto">
              <a:xfrm>
                <a:off x="2224" y="1681"/>
                <a:ext cx="6" cy="8"/>
              </a:xfrm>
              <a:custGeom>
                <a:avLst/>
                <a:gdLst>
                  <a:gd name="T0" fmla="*/ 0 w 44"/>
                  <a:gd name="T1" fmla="*/ 0 h 62"/>
                  <a:gd name="T2" fmla="*/ 0 w 44"/>
                  <a:gd name="T3" fmla="*/ 0 h 62"/>
                  <a:gd name="T4" fmla="*/ 0 w 44"/>
                  <a:gd name="T5" fmla="*/ 0 h 62"/>
                  <a:gd name="T6" fmla="*/ 0 w 44"/>
                  <a:gd name="T7" fmla="*/ 0 h 62"/>
                  <a:gd name="T8" fmla="*/ 0 w 44"/>
                  <a:gd name="T9" fmla="*/ 0 h 62"/>
                  <a:gd name="T10" fmla="*/ 0 60000 65536"/>
                  <a:gd name="T11" fmla="*/ 0 60000 65536"/>
                  <a:gd name="T12" fmla="*/ 0 60000 65536"/>
                  <a:gd name="T13" fmla="*/ 0 60000 65536"/>
                  <a:gd name="T14" fmla="*/ 0 60000 65536"/>
                  <a:gd name="T15" fmla="*/ 0 w 44"/>
                  <a:gd name="T16" fmla="*/ 0 h 62"/>
                  <a:gd name="T17" fmla="*/ 44 w 44"/>
                  <a:gd name="T18" fmla="*/ 62 h 62"/>
                </a:gdLst>
                <a:ahLst/>
                <a:cxnLst>
                  <a:cxn ang="T10">
                    <a:pos x="T0" y="T1"/>
                  </a:cxn>
                  <a:cxn ang="T11">
                    <a:pos x="T2" y="T3"/>
                  </a:cxn>
                  <a:cxn ang="T12">
                    <a:pos x="T4" y="T5"/>
                  </a:cxn>
                  <a:cxn ang="T13">
                    <a:pos x="T6" y="T7"/>
                  </a:cxn>
                  <a:cxn ang="T14">
                    <a:pos x="T8" y="T9"/>
                  </a:cxn>
                </a:cxnLst>
                <a:rect l="T15" t="T16" r="T17" b="T18"/>
                <a:pathLst>
                  <a:path w="44" h="62">
                    <a:moveTo>
                      <a:pt x="0" y="46"/>
                    </a:moveTo>
                    <a:lnTo>
                      <a:pt x="28" y="62"/>
                    </a:lnTo>
                    <a:lnTo>
                      <a:pt x="44" y="49"/>
                    </a:lnTo>
                    <a:lnTo>
                      <a:pt x="35" y="0"/>
                    </a:lnTo>
                    <a:lnTo>
                      <a:pt x="0"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5" name="Freeform 99"/>
              <p:cNvSpPr>
                <a:spLocks/>
              </p:cNvSpPr>
              <p:nvPr/>
            </p:nvSpPr>
            <p:spPr bwMode="auto">
              <a:xfrm>
                <a:off x="2157" y="1673"/>
                <a:ext cx="81" cy="43"/>
              </a:xfrm>
              <a:custGeom>
                <a:avLst/>
                <a:gdLst>
                  <a:gd name="T0" fmla="*/ 0 w 647"/>
                  <a:gd name="T1" fmla="*/ 0 h 347"/>
                  <a:gd name="T2" fmla="*/ 0 w 647"/>
                  <a:gd name="T3" fmla="*/ 0 h 347"/>
                  <a:gd name="T4" fmla="*/ 0 w 647"/>
                  <a:gd name="T5" fmla="*/ 0 h 347"/>
                  <a:gd name="T6" fmla="*/ 0 w 647"/>
                  <a:gd name="T7" fmla="*/ 0 h 347"/>
                  <a:gd name="T8" fmla="*/ 0 w 647"/>
                  <a:gd name="T9" fmla="*/ 0 h 347"/>
                  <a:gd name="T10" fmla="*/ 0 w 647"/>
                  <a:gd name="T11" fmla="*/ 0 h 347"/>
                  <a:gd name="T12" fmla="*/ 0 w 647"/>
                  <a:gd name="T13" fmla="*/ 0 h 347"/>
                  <a:gd name="T14" fmla="*/ 0 w 647"/>
                  <a:gd name="T15" fmla="*/ 0 h 347"/>
                  <a:gd name="T16" fmla="*/ 0 w 647"/>
                  <a:gd name="T17" fmla="*/ 0 h 347"/>
                  <a:gd name="T18" fmla="*/ 0 w 647"/>
                  <a:gd name="T19" fmla="*/ 0 h 347"/>
                  <a:gd name="T20" fmla="*/ 0 w 647"/>
                  <a:gd name="T21" fmla="*/ 0 h 347"/>
                  <a:gd name="T22" fmla="*/ 0 w 647"/>
                  <a:gd name="T23" fmla="*/ 0 h 347"/>
                  <a:gd name="T24" fmla="*/ 0 w 647"/>
                  <a:gd name="T25" fmla="*/ 0 h 347"/>
                  <a:gd name="T26" fmla="*/ 0 w 647"/>
                  <a:gd name="T27" fmla="*/ 0 h 347"/>
                  <a:gd name="T28" fmla="*/ 0 w 647"/>
                  <a:gd name="T29" fmla="*/ 0 h 347"/>
                  <a:gd name="T30" fmla="*/ 0 w 647"/>
                  <a:gd name="T31" fmla="*/ 0 h 347"/>
                  <a:gd name="T32" fmla="*/ 0 w 647"/>
                  <a:gd name="T33" fmla="*/ 0 h 347"/>
                  <a:gd name="T34" fmla="*/ 0 w 647"/>
                  <a:gd name="T35" fmla="*/ 0 h 347"/>
                  <a:gd name="T36" fmla="*/ 0 w 647"/>
                  <a:gd name="T37" fmla="*/ 0 h 347"/>
                  <a:gd name="T38" fmla="*/ 0 w 647"/>
                  <a:gd name="T39" fmla="*/ 0 h 347"/>
                  <a:gd name="T40" fmla="*/ 0 w 647"/>
                  <a:gd name="T41" fmla="*/ 0 h 347"/>
                  <a:gd name="T42" fmla="*/ 0 w 647"/>
                  <a:gd name="T43" fmla="*/ 0 h 3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47"/>
                  <a:gd name="T67" fmla="*/ 0 h 347"/>
                  <a:gd name="T68" fmla="*/ 647 w 647"/>
                  <a:gd name="T69" fmla="*/ 347 h 3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47" h="347">
                    <a:moveTo>
                      <a:pt x="509" y="114"/>
                    </a:moveTo>
                    <a:lnTo>
                      <a:pt x="466" y="117"/>
                    </a:lnTo>
                    <a:lnTo>
                      <a:pt x="374" y="29"/>
                    </a:lnTo>
                    <a:lnTo>
                      <a:pt x="311" y="0"/>
                    </a:lnTo>
                    <a:lnTo>
                      <a:pt x="219" y="31"/>
                    </a:lnTo>
                    <a:lnTo>
                      <a:pt x="219" y="57"/>
                    </a:lnTo>
                    <a:lnTo>
                      <a:pt x="258" y="64"/>
                    </a:lnTo>
                    <a:lnTo>
                      <a:pt x="120" y="105"/>
                    </a:lnTo>
                    <a:lnTo>
                      <a:pt x="0" y="181"/>
                    </a:lnTo>
                    <a:lnTo>
                      <a:pt x="23" y="225"/>
                    </a:lnTo>
                    <a:lnTo>
                      <a:pt x="95" y="220"/>
                    </a:lnTo>
                    <a:lnTo>
                      <a:pt x="157" y="237"/>
                    </a:lnTo>
                    <a:lnTo>
                      <a:pt x="240" y="193"/>
                    </a:lnTo>
                    <a:lnTo>
                      <a:pt x="357" y="211"/>
                    </a:lnTo>
                    <a:lnTo>
                      <a:pt x="461" y="200"/>
                    </a:lnTo>
                    <a:lnTo>
                      <a:pt x="521" y="257"/>
                    </a:lnTo>
                    <a:lnTo>
                      <a:pt x="567" y="279"/>
                    </a:lnTo>
                    <a:lnTo>
                      <a:pt x="620" y="347"/>
                    </a:lnTo>
                    <a:lnTo>
                      <a:pt x="647" y="334"/>
                    </a:lnTo>
                    <a:lnTo>
                      <a:pt x="643" y="225"/>
                    </a:lnTo>
                    <a:lnTo>
                      <a:pt x="567" y="105"/>
                    </a:lnTo>
                    <a:lnTo>
                      <a:pt x="509"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6" name="Freeform 100"/>
              <p:cNvSpPr>
                <a:spLocks/>
              </p:cNvSpPr>
              <p:nvPr/>
            </p:nvSpPr>
            <p:spPr bwMode="auto">
              <a:xfrm>
                <a:off x="2202" y="1653"/>
                <a:ext cx="9" cy="11"/>
              </a:xfrm>
              <a:custGeom>
                <a:avLst/>
                <a:gdLst>
                  <a:gd name="T0" fmla="*/ 0 w 72"/>
                  <a:gd name="T1" fmla="*/ 0 h 86"/>
                  <a:gd name="T2" fmla="*/ 0 w 72"/>
                  <a:gd name="T3" fmla="*/ 0 h 86"/>
                  <a:gd name="T4" fmla="*/ 0 w 72"/>
                  <a:gd name="T5" fmla="*/ 0 h 86"/>
                  <a:gd name="T6" fmla="*/ 0 w 72"/>
                  <a:gd name="T7" fmla="*/ 0 h 86"/>
                  <a:gd name="T8" fmla="*/ 0 w 72"/>
                  <a:gd name="T9" fmla="*/ 0 h 86"/>
                  <a:gd name="T10" fmla="*/ 0 60000 65536"/>
                  <a:gd name="T11" fmla="*/ 0 60000 65536"/>
                  <a:gd name="T12" fmla="*/ 0 60000 65536"/>
                  <a:gd name="T13" fmla="*/ 0 60000 65536"/>
                  <a:gd name="T14" fmla="*/ 0 60000 65536"/>
                  <a:gd name="T15" fmla="*/ 0 w 72"/>
                  <a:gd name="T16" fmla="*/ 0 h 86"/>
                  <a:gd name="T17" fmla="*/ 72 w 72"/>
                  <a:gd name="T18" fmla="*/ 86 h 86"/>
                </a:gdLst>
                <a:ahLst/>
                <a:cxnLst>
                  <a:cxn ang="T10">
                    <a:pos x="T0" y="T1"/>
                  </a:cxn>
                  <a:cxn ang="T11">
                    <a:pos x="T2" y="T3"/>
                  </a:cxn>
                  <a:cxn ang="T12">
                    <a:pos x="T4" y="T5"/>
                  </a:cxn>
                  <a:cxn ang="T13">
                    <a:pos x="T6" y="T7"/>
                  </a:cxn>
                  <a:cxn ang="T14">
                    <a:pos x="T8" y="T9"/>
                  </a:cxn>
                </a:cxnLst>
                <a:rect l="T15" t="T16" r="T17" b="T18"/>
                <a:pathLst>
                  <a:path w="72" h="86">
                    <a:moveTo>
                      <a:pt x="0" y="55"/>
                    </a:moveTo>
                    <a:lnTo>
                      <a:pt x="37" y="86"/>
                    </a:lnTo>
                    <a:lnTo>
                      <a:pt x="72" y="24"/>
                    </a:lnTo>
                    <a:lnTo>
                      <a:pt x="60" y="0"/>
                    </a:lnTo>
                    <a:lnTo>
                      <a:pt x="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7" name="Freeform 101"/>
              <p:cNvSpPr>
                <a:spLocks/>
              </p:cNvSpPr>
              <p:nvPr/>
            </p:nvSpPr>
            <p:spPr bwMode="auto">
              <a:xfrm>
                <a:off x="2184" y="1707"/>
                <a:ext cx="38" cy="16"/>
              </a:xfrm>
              <a:custGeom>
                <a:avLst/>
                <a:gdLst>
                  <a:gd name="T0" fmla="*/ 0 w 302"/>
                  <a:gd name="T1" fmla="*/ 0 h 129"/>
                  <a:gd name="T2" fmla="*/ 0 w 302"/>
                  <a:gd name="T3" fmla="*/ 0 h 129"/>
                  <a:gd name="T4" fmla="*/ 0 w 302"/>
                  <a:gd name="T5" fmla="*/ 0 h 129"/>
                  <a:gd name="T6" fmla="*/ 0 w 302"/>
                  <a:gd name="T7" fmla="*/ 0 h 129"/>
                  <a:gd name="T8" fmla="*/ 0 w 302"/>
                  <a:gd name="T9" fmla="*/ 0 h 129"/>
                  <a:gd name="T10" fmla="*/ 0 w 302"/>
                  <a:gd name="T11" fmla="*/ 0 h 129"/>
                  <a:gd name="T12" fmla="*/ 0 w 302"/>
                  <a:gd name="T13" fmla="*/ 0 h 129"/>
                  <a:gd name="T14" fmla="*/ 0 60000 65536"/>
                  <a:gd name="T15" fmla="*/ 0 60000 65536"/>
                  <a:gd name="T16" fmla="*/ 0 60000 65536"/>
                  <a:gd name="T17" fmla="*/ 0 60000 65536"/>
                  <a:gd name="T18" fmla="*/ 0 60000 65536"/>
                  <a:gd name="T19" fmla="*/ 0 60000 65536"/>
                  <a:gd name="T20" fmla="*/ 0 60000 65536"/>
                  <a:gd name="T21" fmla="*/ 0 w 302"/>
                  <a:gd name="T22" fmla="*/ 0 h 129"/>
                  <a:gd name="T23" fmla="*/ 302 w 302"/>
                  <a:gd name="T24" fmla="*/ 129 h 1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2" h="129">
                    <a:moveTo>
                      <a:pt x="0" y="26"/>
                    </a:moveTo>
                    <a:lnTo>
                      <a:pt x="48" y="0"/>
                    </a:lnTo>
                    <a:lnTo>
                      <a:pt x="302" y="42"/>
                    </a:lnTo>
                    <a:lnTo>
                      <a:pt x="279" y="129"/>
                    </a:lnTo>
                    <a:lnTo>
                      <a:pt x="228" y="98"/>
                    </a:lnTo>
                    <a:lnTo>
                      <a:pt x="30" y="98"/>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8" name="Freeform 102"/>
              <p:cNvSpPr>
                <a:spLocks/>
              </p:cNvSpPr>
              <p:nvPr/>
            </p:nvSpPr>
            <p:spPr bwMode="auto">
              <a:xfrm>
                <a:off x="2123" y="1485"/>
                <a:ext cx="159" cy="86"/>
              </a:xfrm>
              <a:custGeom>
                <a:avLst/>
                <a:gdLst>
                  <a:gd name="T0" fmla="*/ 0 w 1275"/>
                  <a:gd name="T1" fmla="*/ 0 h 682"/>
                  <a:gd name="T2" fmla="*/ 0 w 1275"/>
                  <a:gd name="T3" fmla="*/ 0 h 682"/>
                  <a:gd name="T4" fmla="*/ 0 w 1275"/>
                  <a:gd name="T5" fmla="*/ 0 h 682"/>
                  <a:gd name="T6" fmla="*/ 0 w 1275"/>
                  <a:gd name="T7" fmla="*/ 0 h 682"/>
                  <a:gd name="T8" fmla="*/ 0 w 1275"/>
                  <a:gd name="T9" fmla="*/ 0 h 682"/>
                  <a:gd name="T10" fmla="*/ 0 w 1275"/>
                  <a:gd name="T11" fmla="*/ 0 h 682"/>
                  <a:gd name="T12" fmla="*/ 0 w 1275"/>
                  <a:gd name="T13" fmla="*/ 0 h 682"/>
                  <a:gd name="T14" fmla="*/ 0 w 1275"/>
                  <a:gd name="T15" fmla="*/ 0 h 682"/>
                  <a:gd name="T16" fmla="*/ 0 w 1275"/>
                  <a:gd name="T17" fmla="*/ 0 h 682"/>
                  <a:gd name="T18" fmla="*/ 0 w 1275"/>
                  <a:gd name="T19" fmla="*/ 0 h 682"/>
                  <a:gd name="T20" fmla="*/ 0 w 1275"/>
                  <a:gd name="T21" fmla="*/ 0 h 682"/>
                  <a:gd name="T22" fmla="*/ 0 w 1275"/>
                  <a:gd name="T23" fmla="*/ 0 h 682"/>
                  <a:gd name="T24" fmla="*/ 0 w 1275"/>
                  <a:gd name="T25" fmla="*/ 0 h 682"/>
                  <a:gd name="T26" fmla="*/ 0 w 1275"/>
                  <a:gd name="T27" fmla="*/ 0 h 682"/>
                  <a:gd name="T28" fmla="*/ 0 w 1275"/>
                  <a:gd name="T29" fmla="*/ 0 h 682"/>
                  <a:gd name="T30" fmla="*/ 0 w 1275"/>
                  <a:gd name="T31" fmla="*/ 0 h 682"/>
                  <a:gd name="T32" fmla="*/ 0 w 1275"/>
                  <a:gd name="T33" fmla="*/ 0 h 682"/>
                  <a:gd name="T34" fmla="*/ 0 w 1275"/>
                  <a:gd name="T35" fmla="*/ 0 h 682"/>
                  <a:gd name="T36" fmla="*/ 0 w 1275"/>
                  <a:gd name="T37" fmla="*/ 0 h 682"/>
                  <a:gd name="T38" fmla="*/ 0 w 1275"/>
                  <a:gd name="T39" fmla="*/ 0 h 682"/>
                  <a:gd name="T40" fmla="*/ 0 w 1275"/>
                  <a:gd name="T41" fmla="*/ 0 h 682"/>
                  <a:gd name="T42" fmla="*/ 0 w 1275"/>
                  <a:gd name="T43" fmla="*/ 0 h 682"/>
                  <a:gd name="T44" fmla="*/ 0 w 1275"/>
                  <a:gd name="T45" fmla="*/ 0 h 682"/>
                  <a:gd name="T46" fmla="*/ 0 w 1275"/>
                  <a:gd name="T47" fmla="*/ 0 h 682"/>
                  <a:gd name="T48" fmla="*/ 0 w 1275"/>
                  <a:gd name="T49" fmla="*/ 0 h 682"/>
                  <a:gd name="T50" fmla="*/ 0 w 1275"/>
                  <a:gd name="T51" fmla="*/ 0 h 682"/>
                  <a:gd name="T52" fmla="*/ 0 w 1275"/>
                  <a:gd name="T53" fmla="*/ 0 h 682"/>
                  <a:gd name="T54" fmla="*/ 0 w 1275"/>
                  <a:gd name="T55" fmla="*/ 0 h 682"/>
                  <a:gd name="T56" fmla="*/ 0 w 1275"/>
                  <a:gd name="T57" fmla="*/ 0 h 682"/>
                  <a:gd name="T58" fmla="*/ 0 w 1275"/>
                  <a:gd name="T59" fmla="*/ 0 h 682"/>
                  <a:gd name="T60" fmla="*/ 0 w 1275"/>
                  <a:gd name="T61" fmla="*/ 0 h 682"/>
                  <a:gd name="T62" fmla="*/ 0 w 1275"/>
                  <a:gd name="T63" fmla="*/ 0 h 682"/>
                  <a:gd name="T64" fmla="*/ 0 w 1275"/>
                  <a:gd name="T65" fmla="*/ 0 h 682"/>
                  <a:gd name="T66" fmla="*/ 0 w 1275"/>
                  <a:gd name="T67" fmla="*/ 0 h 682"/>
                  <a:gd name="T68" fmla="*/ 0 w 1275"/>
                  <a:gd name="T69" fmla="*/ 0 h 682"/>
                  <a:gd name="T70" fmla="*/ 0 w 1275"/>
                  <a:gd name="T71" fmla="*/ 0 h 68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75"/>
                  <a:gd name="T109" fmla="*/ 0 h 682"/>
                  <a:gd name="T110" fmla="*/ 1275 w 1275"/>
                  <a:gd name="T111" fmla="*/ 682 h 68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75" h="682">
                    <a:moveTo>
                      <a:pt x="934" y="170"/>
                    </a:moveTo>
                    <a:lnTo>
                      <a:pt x="1037" y="159"/>
                    </a:lnTo>
                    <a:lnTo>
                      <a:pt x="1037" y="136"/>
                    </a:lnTo>
                    <a:lnTo>
                      <a:pt x="970" y="92"/>
                    </a:lnTo>
                    <a:lnTo>
                      <a:pt x="834" y="42"/>
                    </a:lnTo>
                    <a:lnTo>
                      <a:pt x="730" y="25"/>
                    </a:lnTo>
                    <a:lnTo>
                      <a:pt x="431" y="7"/>
                    </a:lnTo>
                    <a:lnTo>
                      <a:pt x="652" y="0"/>
                    </a:lnTo>
                    <a:lnTo>
                      <a:pt x="868" y="18"/>
                    </a:lnTo>
                    <a:lnTo>
                      <a:pt x="1037" y="73"/>
                    </a:lnTo>
                    <a:lnTo>
                      <a:pt x="1157" y="154"/>
                    </a:lnTo>
                    <a:lnTo>
                      <a:pt x="1249" y="251"/>
                    </a:lnTo>
                    <a:lnTo>
                      <a:pt x="1275" y="325"/>
                    </a:lnTo>
                    <a:lnTo>
                      <a:pt x="1275" y="387"/>
                    </a:lnTo>
                    <a:lnTo>
                      <a:pt x="1217" y="449"/>
                    </a:lnTo>
                    <a:lnTo>
                      <a:pt x="1104" y="530"/>
                    </a:lnTo>
                    <a:lnTo>
                      <a:pt x="943" y="578"/>
                    </a:lnTo>
                    <a:lnTo>
                      <a:pt x="730" y="631"/>
                    </a:lnTo>
                    <a:lnTo>
                      <a:pt x="315" y="664"/>
                    </a:lnTo>
                    <a:lnTo>
                      <a:pt x="0" y="682"/>
                    </a:lnTo>
                    <a:lnTo>
                      <a:pt x="703" y="504"/>
                    </a:lnTo>
                    <a:lnTo>
                      <a:pt x="864" y="449"/>
                    </a:lnTo>
                    <a:lnTo>
                      <a:pt x="952" y="407"/>
                    </a:lnTo>
                    <a:lnTo>
                      <a:pt x="975" y="387"/>
                    </a:lnTo>
                    <a:lnTo>
                      <a:pt x="970" y="374"/>
                    </a:lnTo>
                    <a:lnTo>
                      <a:pt x="917" y="367"/>
                    </a:lnTo>
                    <a:lnTo>
                      <a:pt x="1074" y="325"/>
                    </a:lnTo>
                    <a:lnTo>
                      <a:pt x="1086" y="304"/>
                    </a:lnTo>
                    <a:lnTo>
                      <a:pt x="1157" y="306"/>
                    </a:lnTo>
                    <a:lnTo>
                      <a:pt x="1161" y="284"/>
                    </a:lnTo>
                    <a:lnTo>
                      <a:pt x="1136" y="271"/>
                    </a:lnTo>
                    <a:lnTo>
                      <a:pt x="1018" y="242"/>
                    </a:lnTo>
                    <a:lnTo>
                      <a:pt x="1123" y="242"/>
                    </a:lnTo>
                    <a:lnTo>
                      <a:pt x="1123" y="216"/>
                    </a:lnTo>
                    <a:lnTo>
                      <a:pt x="1044" y="189"/>
                    </a:lnTo>
                    <a:lnTo>
                      <a:pt x="934"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9" name="Freeform 103"/>
              <p:cNvSpPr>
                <a:spLocks/>
              </p:cNvSpPr>
              <p:nvPr/>
            </p:nvSpPr>
            <p:spPr bwMode="auto">
              <a:xfrm>
                <a:off x="2066" y="1485"/>
                <a:ext cx="174" cy="170"/>
              </a:xfrm>
              <a:custGeom>
                <a:avLst/>
                <a:gdLst>
                  <a:gd name="T0" fmla="*/ 0 w 1400"/>
                  <a:gd name="T1" fmla="*/ 0 h 1354"/>
                  <a:gd name="T2" fmla="*/ 0 w 1400"/>
                  <a:gd name="T3" fmla="*/ 0 h 1354"/>
                  <a:gd name="T4" fmla="*/ 0 w 1400"/>
                  <a:gd name="T5" fmla="*/ 0 h 1354"/>
                  <a:gd name="T6" fmla="*/ 0 w 1400"/>
                  <a:gd name="T7" fmla="*/ 0 h 1354"/>
                  <a:gd name="T8" fmla="*/ 0 w 1400"/>
                  <a:gd name="T9" fmla="*/ 0 h 1354"/>
                  <a:gd name="T10" fmla="*/ 0 w 1400"/>
                  <a:gd name="T11" fmla="*/ 0 h 1354"/>
                  <a:gd name="T12" fmla="*/ 0 w 1400"/>
                  <a:gd name="T13" fmla="*/ 0 h 1354"/>
                  <a:gd name="T14" fmla="*/ 0 w 1400"/>
                  <a:gd name="T15" fmla="*/ 0 h 1354"/>
                  <a:gd name="T16" fmla="*/ 0 w 1400"/>
                  <a:gd name="T17" fmla="*/ 0 h 1354"/>
                  <a:gd name="T18" fmla="*/ 0 w 1400"/>
                  <a:gd name="T19" fmla="*/ 0 h 1354"/>
                  <a:gd name="T20" fmla="*/ 0 w 1400"/>
                  <a:gd name="T21" fmla="*/ 0 h 1354"/>
                  <a:gd name="T22" fmla="*/ 0 w 1400"/>
                  <a:gd name="T23" fmla="*/ 0 h 1354"/>
                  <a:gd name="T24" fmla="*/ 0 w 1400"/>
                  <a:gd name="T25" fmla="*/ 0 h 1354"/>
                  <a:gd name="T26" fmla="*/ 0 w 1400"/>
                  <a:gd name="T27" fmla="*/ 0 h 1354"/>
                  <a:gd name="T28" fmla="*/ 0 w 1400"/>
                  <a:gd name="T29" fmla="*/ 0 h 1354"/>
                  <a:gd name="T30" fmla="*/ 0 w 1400"/>
                  <a:gd name="T31" fmla="*/ 0 h 1354"/>
                  <a:gd name="T32" fmla="*/ 0 w 1400"/>
                  <a:gd name="T33" fmla="*/ 0 h 1354"/>
                  <a:gd name="T34" fmla="*/ 0 w 1400"/>
                  <a:gd name="T35" fmla="*/ 0 h 1354"/>
                  <a:gd name="T36" fmla="*/ 0 w 1400"/>
                  <a:gd name="T37" fmla="*/ 0 h 1354"/>
                  <a:gd name="T38" fmla="*/ 0 w 1400"/>
                  <a:gd name="T39" fmla="*/ 0 h 1354"/>
                  <a:gd name="T40" fmla="*/ 0 w 1400"/>
                  <a:gd name="T41" fmla="*/ 0 h 1354"/>
                  <a:gd name="T42" fmla="*/ 0 w 1400"/>
                  <a:gd name="T43" fmla="*/ 0 h 1354"/>
                  <a:gd name="T44" fmla="*/ 0 w 1400"/>
                  <a:gd name="T45" fmla="*/ 0 h 1354"/>
                  <a:gd name="T46" fmla="*/ 0 w 1400"/>
                  <a:gd name="T47" fmla="*/ 0 h 1354"/>
                  <a:gd name="T48" fmla="*/ 0 w 1400"/>
                  <a:gd name="T49" fmla="*/ 0 h 1354"/>
                  <a:gd name="T50" fmla="*/ 0 w 1400"/>
                  <a:gd name="T51" fmla="*/ 0 h 1354"/>
                  <a:gd name="T52" fmla="*/ 0 w 1400"/>
                  <a:gd name="T53" fmla="*/ 0 h 1354"/>
                  <a:gd name="T54" fmla="*/ 0 w 1400"/>
                  <a:gd name="T55" fmla="*/ 0 h 1354"/>
                  <a:gd name="T56" fmla="*/ 0 w 1400"/>
                  <a:gd name="T57" fmla="*/ 0 h 1354"/>
                  <a:gd name="T58" fmla="*/ 0 w 1400"/>
                  <a:gd name="T59" fmla="*/ 0 h 1354"/>
                  <a:gd name="T60" fmla="*/ 0 w 1400"/>
                  <a:gd name="T61" fmla="*/ 0 h 1354"/>
                  <a:gd name="T62" fmla="*/ 0 w 1400"/>
                  <a:gd name="T63" fmla="*/ 0 h 1354"/>
                  <a:gd name="T64" fmla="*/ 0 w 1400"/>
                  <a:gd name="T65" fmla="*/ 0 h 1354"/>
                  <a:gd name="T66" fmla="*/ 0 w 1400"/>
                  <a:gd name="T67" fmla="*/ 0 h 1354"/>
                  <a:gd name="T68" fmla="*/ 0 w 1400"/>
                  <a:gd name="T69" fmla="*/ 0 h 1354"/>
                  <a:gd name="T70" fmla="*/ 0 w 1400"/>
                  <a:gd name="T71" fmla="*/ 0 h 1354"/>
                  <a:gd name="T72" fmla="*/ 0 w 1400"/>
                  <a:gd name="T73" fmla="*/ 0 h 1354"/>
                  <a:gd name="T74" fmla="*/ 0 w 1400"/>
                  <a:gd name="T75" fmla="*/ 0 h 135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400"/>
                  <a:gd name="T115" fmla="*/ 0 h 1354"/>
                  <a:gd name="T116" fmla="*/ 1400 w 1400"/>
                  <a:gd name="T117" fmla="*/ 1354 h 135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400" h="1354">
                    <a:moveTo>
                      <a:pt x="585" y="668"/>
                    </a:moveTo>
                    <a:lnTo>
                      <a:pt x="486" y="811"/>
                    </a:lnTo>
                    <a:lnTo>
                      <a:pt x="468" y="885"/>
                    </a:lnTo>
                    <a:lnTo>
                      <a:pt x="413" y="947"/>
                    </a:lnTo>
                    <a:lnTo>
                      <a:pt x="352" y="1130"/>
                    </a:lnTo>
                    <a:lnTo>
                      <a:pt x="277" y="1118"/>
                    </a:lnTo>
                    <a:lnTo>
                      <a:pt x="233" y="1002"/>
                    </a:lnTo>
                    <a:lnTo>
                      <a:pt x="171" y="975"/>
                    </a:lnTo>
                    <a:lnTo>
                      <a:pt x="110" y="991"/>
                    </a:lnTo>
                    <a:lnTo>
                      <a:pt x="67" y="1064"/>
                    </a:lnTo>
                    <a:lnTo>
                      <a:pt x="97" y="1354"/>
                    </a:lnTo>
                    <a:lnTo>
                      <a:pt x="46" y="1263"/>
                    </a:lnTo>
                    <a:lnTo>
                      <a:pt x="0" y="730"/>
                    </a:lnTo>
                    <a:lnTo>
                      <a:pt x="40" y="627"/>
                    </a:lnTo>
                    <a:lnTo>
                      <a:pt x="110" y="438"/>
                    </a:lnTo>
                    <a:lnTo>
                      <a:pt x="270" y="242"/>
                    </a:lnTo>
                    <a:lnTo>
                      <a:pt x="486" y="71"/>
                    </a:lnTo>
                    <a:lnTo>
                      <a:pt x="754" y="11"/>
                    </a:lnTo>
                    <a:lnTo>
                      <a:pt x="976" y="0"/>
                    </a:lnTo>
                    <a:lnTo>
                      <a:pt x="1095" y="55"/>
                    </a:lnTo>
                    <a:lnTo>
                      <a:pt x="1160" y="124"/>
                    </a:lnTo>
                    <a:lnTo>
                      <a:pt x="1286" y="165"/>
                    </a:lnTo>
                    <a:lnTo>
                      <a:pt x="1240" y="165"/>
                    </a:lnTo>
                    <a:lnTo>
                      <a:pt x="1240" y="189"/>
                    </a:lnTo>
                    <a:lnTo>
                      <a:pt x="1342" y="223"/>
                    </a:lnTo>
                    <a:lnTo>
                      <a:pt x="1270" y="251"/>
                    </a:lnTo>
                    <a:lnTo>
                      <a:pt x="1277" y="271"/>
                    </a:lnTo>
                    <a:lnTo>
                      <a:pt x="1314" y="290"/>
                    </a:lnTo>
                    <a:lnTo>
                      <a:pt x="1229" y="318"/>
                    </a:lnTo>
                    <a:lnTo>
                      <a:pt x="1277" y="365"/>
                    </a:lnTo>
                    <a:lnTo>
                      <a:pt x="1125" y="403"/>
                    </a:lnTo>
                    <a:lnTo>
                      <a:pt x="1125" y="413"/>
                    </a:lnTo>
                    <a:lnTo>
                      <a:pt x="1266" y="424"/>
                    </a:lnTo>
                    <a:lnTo>
                      <a:pt x="1116" y="470"/>
                    </a:lnTo>
                    <a:lnTo>
                      <a:pt x="1400" y="438"/>
                    </a:lnTo>
                    <a:lnTo>
                      <a:pt x="1383" y="530"/>
                    </a:lnTo>
                    <a:lnTo>
                      <a:pt x="864" y="631"/>
                    </a:lnTo>
                    <a:lnTo>
                      <a:pt x="585" y="6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0" name="Freeform 104"/>
              <p:cNvSpPr>
                <a:spLocks/>
              </p:cNvSpPr>
              <p:nvPr/>
            </p:nvSpPr>
            <p:spPr bwMode="auto">
              <a:xfrm>
                <a:off x="2229" y="1541"/>
                <a:ext cx="71" cy="197"/>
              </a:xfrm>
              <a:custGeom>
                <a:avLst/>
                <a:gdLst>
                  <a:gd name="T0" fmla="*/ 0 w 567"/>
                  <a:gd name="T1" fmla="*/ 0 h 1578"/>
                  <a:gd name="T2" fmla="*/ 0 w 567"/>
                  <a:gd name="T3" fmla="*/ 0 h 1578"/>
                  <a:gd name="T4" fmla="*/ 0 w 567"/>
                  <a:gd name="T5" fmla="*/ 0 h 1578"/>
                  <a:gd name="T6" fmla="*/ 0 w 567"/>
                  <a:gd name="T7" fmla="*/ 0 h 1578"/>
                  <a:gd name="T8" fmla="*/ 0 w 567"/>
                  <a:gd name="T9" fmla="*/ 0 h 1578"/>
                  <a:gd name="T10" fmla="*/ 0 w 567"/>
                  <a:gd name="T11" fmla="*/ 0 h 1578"/>
                  <a:gd name="T12" fmla="*/ 0 w 567"/>
                  <a:gd name="T13" fmla="*/ 0 h 1578"/>
                  <a:gd name="T14" fmla="*/ 0 w 567"/>
                  <a:gd name="T15" fmla="*/ 0 h 1578"/>
                  <a:gd name="T16" fmla="*/ 0 w 567"/>
                  <a:gd name="T17" fmla="*/ 0 h 1578"/>
                  <a:gd name="T18" fmla="*/ 0 w 567"/>
                  <a:gd name="T19" fmla="*/ 0 h 1578"/>
                  <a:gd name="T20" fmla="*/ 0 w 567"/>
                  <a:gd name="T21" fmla="*/ 0 h 1578"/>
                  <a:gd name="T22" fmla="*/ 0 w 567"/>
                  <a:gd name="T23" fmla="*/ 0 h 1578"/>
                  <a:gd name="T24" fmla="*/ 0 w 567"/>
                  <a:gd name="T25" fmla="*/ 0 h 1578"/>
                  <a:gd name="T26" fmla="*/ 0 w 567"/>
                  <a:gd name="T27" fmla="*/ 0 h 1578"/>
                  <a:gd name="T28" fmla="*/ 0 w 567"/>
                  <a:gd name="T29" fmla="*/ 0 h 1578"/>
                  <a:gd name="T30" fmla="*/ 0 w 567"/>
                  <a:gd name="T31" fmla="*/ 0 h 1578"/>
                  <a:gd name="T32" fmla="*/ 0 w 567"/>
                  <a:gd name="T33" fmla="*/ 0 h 1578"/>
                  <a:gd name="T34" fmla="*/ 0 w 567"/>
                  <a:gd name="T35" fmla="*/ 0 h 1578"/>
                  <a:gd name="T36" fmla="*/ 0 w 567"/>
                  <a:gd name="T37" fmla="*/ 0 h 1578"/>
                  <a:gd name="T38" fmla="*/ 0 w 567"/>
                  <a:gd name="T39" fmla="*/ 0 h 1578"/>
                  <a:gd name="T40" fmla="*/ 0 w 567"/>
                  <a:gd name="T41" fmla="*/ 0 h 1578"/>
                  <a:gd name="T42" fmla="*/ 0 w 567"/>
                  <a:gd name="T43" fmla="*/ 0 h 1578"/>
                  <a:gd name="T44" fmla="*/ 0 w 567"/>
                  <a:gd name="T45" fmla="*/ 0 h 1578"/>
                  <a:gd name="T46" fmla="*/ 0 w 567"/>
                  <a:gd name="T47" fmla="*/ 0 h 1578"/>
                  <a:gd name="T48" fmla="*/ 0 w 567"/>
                  <a:gd name="T49" fmla="*/ 0 h 1578"/>
                  <a:gd name="T50" fmla="*/ 0 w 567"/>
                  <a:gd name="T51" fmla="*/ 0 h 1578"/>
                  <a:gd name="T52" fmla="*/ 0 w 567"/>
                  <a:gd name="T53" fmla="*/ 0 h 1578"/>
                  <a:gd name="T54" fmla="*/ 0 w 567"/>
                  <a:gd name="T55" fmla="*/ 0 h 1578"/>
                  <a:gd name="T56" fmla="*/ 0 w 567"/>
                  <a:gd name="T57" fmla="*/ 0 h 1578"/>
                  <a:gd name="T58" fmla="*/ 0 w 567"/>
                  <a:gd name="T59" fmla="*/ 0 h 1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67"/>
                  <a:gd name="T91" fmla="*/ 0 h 1578"/>
                  <a:gd name="T92" fmla="*/ 567 w 567"/>
                  <a:gd name="T93" fmla="*/ 1578 h 157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67" h="1578">
                    <a:moveTo>
                      <a:pt x="320" y="150"/>
                    </a:moveTo>
                    <a:lnTo>
                      <a:pt x="358" y="245"/>
                    </a:lnTo>
                    <a:lnTo>
                      <a:pt x="358" y="635"/>
                    </a:lnTo>
                    <a:lnTo>
                      <a:pt x="304" y="761"/>
                    </a:lnTo>
                    <a:lnTo>
                      <a:pt x="304" y="904"/>
                    </a:lnTo>
                    <a:lnTo>
                      <a:pt x="239" y="1119"/>
                    </a:lnTo>
                    <a:lnTo>
                      <a:pt x="147" y="1255"/>
                    </a:lnTo>
                    <a:lnTo>
                      <a:pt x="0" y="1578"/>
                    </a:lnTo>
                    <a:lnTo>
                      <a:pt x="90" y="1471"/>
                    </a:lnTo>
                    <a:lnTo>
                      <a:pt x="198" y="1211"/>
                    </a:lnTo>
                    <a:lnTo>
                      <a:pt x="270" y="1105"/>
                    </a:lnTo>
                    <a:lnTo>
                      <a:pt x="341" y="941"/>
                    </a:lnTo>
                    <a:lnTo>
                      <a:pt x="341" y="794"/>
                    </a:lnTo>
                    <a:lnTo>
                      <a:pt x="484" y="704"/>
                    </a:lnTo>
                    <a:lnTo>
                      <a:pt x="567" y="455"/>
                    </a:lnTo>
                    <a:lnTo>
                      <a:pt x="567" y="261"/>
                    </a:lnTo>
                    <a:lnTo>
                      <a:pt x="558" y="121"/>
                    </a:lnTo>
                    <a:lnTo>
                      <a:pt x="532" y="42"/>
                    </a:lnTo>
                    <a:lnTo>
                      <a:pt x="468" y="0"/>
                    </a:lnTo>
                    <a:lnTo>
                      <a:pt x="521" y="60"/>
                    </a:lnTo>
                    <a:lnTo>
                      <a:pt x="532" y="110"/>
                    </a:lnTo>
                    <a:lnTo>
                      <a:pt x="521" y="139"/>
                    </a:lnTo>
                    <a:lnTo>
                      <a:pt x="444" y="90"/>
                    </a:lnTo>
                    <a:lnTo>
                      <a:pt x="437" y="97"/>
                    </a:lnTo>
                    <a:lnTo>
                      <a:pt x="488" y="178"/>
                    </a:lnTo>
                    <a:lnTo>
                      <a:pt x="505" y="305"/>
                    </a:lnTo>
                    <a:lnTo>
                      <a:pt x="505" y="429"/>
                    </a:lnTo>
                    <a:lnTo>
                      <a:pt x="468" y="275"/>
                    </a:lnTo>
                    <a:lnTo>
                      <a:pt x="345" y="110"/>
                    </a:lnTo>
                    <a:lnTo>
                      <a:pt x="320"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1" name="Freeform 105"/>
              <p:cNvSpPr>
                <a:spLocks/>
              </p:cNvSpPr>
              <p:nvPr/>
            </p:nvSpPr>
            <p:spPr bwMode="auto">
              <a:xfrm>
                <a:off x="2092" y="1655"/>
                <a:ext cx="132" cy="131"/>
              </a:xfrm>
              <a:custGeom>
                <a:avLst/>
                <a:gdLst>
                  <a:gd name="T0" fmla="*/ 0 w 1057"/>
                  <a:gd name="T1" fmla="*/ 0 h 1050"/>
                  <a:gd name="T2" fmla="*/ 0 w 1057"/>
                  <a:gd name="T3" fmla="*/ 0 h 1050"/>
                  <a:gd name="T4" fmla="*/ 0 w 1057"/>
                  <a:gd name="T5" fmla="*/ 0 h 1050"/>
                  <a:gd name="T6" fmla="*/ 0 w 1057"/>
                  <a:gd name="T7" fmla="*/ 0 h 1050"/>
                  <a:gd name="T8" fmla="*/ 0 w 1057"/>
                  <a:gd name="T9" fmla="*/ 0 h 1050"/>
                  <a:gd name="T10" fmla="*/ 0 w 1057"/>
                  <a:gd name="T11" fmla="*/ 0 h 1050"/>
                  <a:gd name="T12" fmla="*/ 0 w 1057"/>
                  <a:gd name="T13" fmla="*/ 0 h 1050"/>
                  <a:gd name="T14" fmla="*/ 0 w 1057"/>
                  <a:gd name="T15" fmla="*/ 0 h 1050"/>
                  <a:gd name="T16" fmla="*/ 0 w 1057"/>
                  <a:gd name="T17" fmla="*/ 0 h 1050"/>
                  <a:gd name="T18" fmla="*/ 0 w 1057"/>
                  <a:gd name="T19" fmla="*/ 0 h 1050"/>
                  <a:gd name="T20" fmla="*/ 0 w 1057"/>
                  <a:gd name="T21" fmla="*/ 0 h 1050"/>
                  <a:gd name="T22" fmla="*/ 0 w 1057"/>
                  <a:gd name="T23" fmla="*/ 0 h 1050"/>
                  <a:gd name="T24" fmla="*/ 0 w 1057"/>
                  <a:gd name="T25" fmla="*/ 0 h 1050"/>
                  <a:gd name="T26" fmla="*/ 0 w 1057"/>
                  <a:gd name="T27" fmla="*/ 0 h 1050"/>
                  <a:gd name="T28" fmla="*/ 0 w 1057"/>
                  <a:gd name="T29" fmla="*/ 0 h 1050"/>
                  <a:gd name="T30" fmla="*/ 0 w 1057"/>
                  <a:gd name="T31" fmla="*/ 0 h 1050"/>
                  <a:gd name="T32" fmla="*/ 0 w 1057"/>
                  <a:gd name="T33" fmla="*/ 0 h 1050"/>
                  <a:gd name="T34" fmla="*/ 0 w 1057"/>
                  <a:gd name="T35" fmla="*/ 0 h 1050"/>
                  <a:gd name="T36" fmla="*/ 0 w 1057"/>
                  <a:gd name="T37" fmla="*/ 0 h 1050"/>
                  <a:gd name="T38" fmla="*/ 0 w 1057"/>
                  <a:gd name="T39" fmla="*/ 0 h 1050"/>
                  <a:gd name="T40" fmla="*/ 0 w 1057"/>
                  <a:gd name="T41" fmla="*/ 0 h 1050"/>
                  <a:gd name="T42" fmla="*/ 0 w 1057"/>
                  <a:gd name="T43" fmla="*/ 0 h 1050"/>
                  <a:gd name="T44" fmla="*/ 0 w 1057"/>
                  <a:gd name="T45" fmla="*/ 0 h 1050"/>
                  <a:gd name="T46" fmla="*/ 0 w 1057"/>
                  <a:gd name="T47" fmla="*/ 0 h 1050"/>
                  <a:gd name="T48" fmla="*/ 0 w 1057"/>
                  <a:gd name="T49" fmla="*/ 0 h 1050"/>
                  <a:gd name="T50" fmla="*/ 0 w 1057"/>
                  <a:gd name="T51" fmla="*/ 0 h 1050"/>
                  <a:gd name="T52" fmla="*/ 0 w 1057"/>
                  <a:gd name="T53" fmla="*/ 0 h 1050"/>
                  <a:gd name="T54" fmla="*/ 0 w 1057"/>
                  <a:gd name="T55" fmla="*/ 0 h 1050"/>
                  <a:gd name="T56" fmla="*/ 0 w 1057"/>
                  <a:gd name="T57" fmla="*/ 0 h 1050"/>
                  <a:gd name="T58" fmla="*/ 0 w 1057"/>
                  <a:gd name="T59" fmla="*/ 0 h 1050"/>
                  <a:gd name="T60" fmla="*/ 0 w 1057"/>
                  <a:gd name="T61" fmla="*/ 0 h 1050"/>
                  <a:gd name="T62" fmla="*/ 0 w 1057"/>
                  <a:gd name="T63" fmla="*/ 0 h 1050"/>
                  <a:gd name="T64" fmla="*/ 0 w 1057"/>
                  <a:gd name="T65" fmla="*/ 0 h 1050"/>
                  <a:gd name="T66" fmla="*/ 0 w 1057"/>
                  <a:gd name="T67" fmla="*/ 0 h 1050"/>
                  <a:gd name="T68" fmla="*/ 0 w 1057"/>
                  <a:gd name="T69" fmla="*/ 0 h 1050"/>
                  <a:gd name="T70" fmla="*/ 0 w 1057"/>
                  <a:gd name="T71" fmla="*/ 0 h 1050"/>
                  <a:gd name="T72" fmla="*/ 0 w 1057"/>
                  <a:gd name="T73" fmla="*/ 0 h 105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57"/>
                  <a:gd name="T112" fmla="*/ 0 h 1050"/>
                  <a:gd name="T113" fmla="*/ 1057 w 1057"/>
                  <a:gd name="T114" fmla="*/ 1050 h 105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57" h="1050">
                    <a:moveTo>
                      <a:pt x="90" y="0"/>
                    </a:moveTo>
                    <a:lnTo>
                      <a:pt x="68" y="195"/>
                    </a:lnTo>
                    <a:lnTo>
                      <a:pt x="72" y="281"/>
                    </a:lnTo>
                    <a:lnTo>
                      <a:pt x="105" y="356"/>
                    </a:lnTo>
                    <a:lnTo>
                      <a:pt x="158" y="424"/>
                    </a:lnTo>
                    <a:lnTo>
                      <a:pt x="259" y="506"/>
                    </a:lnTo>
                    <a:lnTo>
                      <a:pt x="558" y="651"/>
                    </a:lnTo>
                    <a:lnTo>
                      <a:pt x="842" y="758"/>
                    </a:lnTo>
                    <a:lnTo>
                      <a:pt x="925" y="762"/>
                    </a:lnTo>
                    <a:lnTo>
                      <a:pt x="995" y="758"/>
                    </a:lnTo>
                    <a:lnTo>
                      <a:pt x="1057" y="730"/>
                    </a:lnTo>
                    <a:lnTo>
                      <a:pt x="1006" y="767"/>
                    </a:lnTo>
                    <a:lnTo>
                      <a:pt x="944" y="783"/>
                    </a:lnTo>
                    <a:lnTo>
                      <a:pt x="863" y="785"/>
                    </a:lnTo>
                    <a:lnTo>
                      <a:pt x="753" y="767"/>
                    </a:lnTo>
                    <a:lnTo>
                      <a:pt x="753" y="817"/>
                    </a:lnTo>
                    <a:lnTo>
                      <a:pt x="738" y="882"/>
                    </a:lnTo>
                    <a:lnTo>
                      <a:pt x="661" y="1009"/>
                    </a:lnTo>
                    <a:lnTo>
                      <a:pt x="704" y="901"/>
                    </a:lnTo>
                    <a:lnTo>
                      <a:pt x="709" y="824"/>
                    </a:lnTo>
                    <a:lnTo>
                      <a:pt x="624" y="861"/>
                    </a:lnTo>
                    <a:lnTo>
                      <a:pt x="624" y="978"/>
                    </a:lnTo>
                    <a:lnTo>
                      <a:pt x="598" y="1013"/>
                    </a:lnTo>
                    <a:lnTo>
                      <a:pt x="624" y="1050"/>
                    </a:lnTo>
                    <a:lnTo>
                      <a:pt x="591" y="1050"/>
                    </a:lnTo>
                    <a:lnTo>
                      <a:pt x="506" y="1009"/>
                    </a:lnTo>
                    <a:lnTo>
                      <a:pt x="328" y="843"/>
                    </a:lnTo>
                    <a:lnTo>
                      <a:pt x="215" y="721"/>
                    </a:lnTo>
                    <a:lnTo>
                      <a:pt x="98" y="567"/>
                    </a:lnTo>
                    <a:lnTo>
                      <a:pt x="0" y="370"/>
                    </a:lnTo>
                    <a:lnTo>
                      <a:pt x="107" y="541"/>
                    </a:lnTo>
                    <a:lnTo>
                      <a:pt x="204" y="633"/>
                    </a:lnTo>
                    <a:lnTo>
                      <a:pt x="81" y="411"/>
                    </a:lnTo>
                    <a:lnTo>
                      <a:pt x="52" y="288"/>
                    </a:lnTo>
                    <a:lnTo>
                      <a:pt x="52" y="213"/>
                    </a:lnTo>
                    <a:lnTo>
                      <a:pt x="68"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2" name="Freeform 106"/>
              <p:cNvSpPr>
                <a:spLocks/>
              </p:cNvSpPr>
              <p:nvPr/>
            </p:nvSpPr>
            <p:spPr bwMode="auto">
              <a:xfrm>
                <a:off x="2080" y="1617"/>
                <a:ext cx="22" cy="39"/>
              </a:xfrm>
              <a:custGeom>
                <a:avLst/>
                <a:gdLst>
                  <a:gd name="T0" fmla="*/ 0 w 180"/>
                  <a:gd name="T1" fmla="*/ 0 h 312"/>
                  <a:gd name="T2" fmla="*/ 0 w 180"/>
                  <a:gd name="T3" fmla="*/ 0 h 312"/>
                  <a:gd name="T4" fmla="*/ 0 w 180"/>
                  <a:gd name="T5" fmla="*/ 0 h 312"/>
                  <a:gd name="T6" fmla="*/ 0 w 180"/>
                  <a:gd name="T7" fmla="*/ 0 h 312"/>
                  <a:gd name="T8" fmla="*/ 0 w 180"/>
                  <a:gd name="T9" fmla="*/ 0 h 312"/>
                  <a:gd name="T10" fmla="*/ 0 w 180"/>
                  <a:gd name="T11" fmla="*/ 0 h 312"/>
                  <a:gd name="T12" fmla="*/ 0 w 180"/>
                  <a:gd name="T13" fmla="*/ 0 h 312"/>
                  <a:gd name="T14" fmla="*/ 0 w 180"/>
                  <a:gd name="T15" fmla="*/ 0 h 312"/>
                  <a:gd name="T16" fmla="*/ 0 w 180"/>
                  <a:gd name="T17" fmla="*/ 0 h 312"/>
                  <a:gd name="T18" fmla="*/ 0 w 180"/>
                  <a:gd name="T19" fmla="*/ 0 h 312"/>
                  <a:gd name="T20" fmla="*/ 0 w 180"/>
                  <a:gd name="T21" fmla="*/ 0 h 312"/>
                  <a:gd name="T22" fmla="*/ 0 w 180"/>
                  <a:gd name="T23" fmla="*/ 0 h 312"/>
                  <a:gd name="T24" fmla="*/ 0 w 180"/>
                  <a:gd name="T25" fmla="*/ 0 h 312"/>
                  <a:gd name="T26" fmla="*/ 0 w 180"/>
                  <a:gd name="T27" fmla="*/ 0 h 312"/>
                  <a:gd name="T28" fmla="*/ 0 w 180"/>
                  <a:gd name="T29" fmla="*/ 0 h 312"/>
                  <a:gd name="T30" fmla="*/ 0 w 180"/>
                  <a:gd name="T31" fmla="*/ 0 h 312"/>
                  <a:gd name="T32" fmla="*/ 0 w 180"/>
                  <a:gd name="T33" fmla="*/ 0 h 312"/>
                  <a:gd name="T34" fmla="*/ 0 w 180"/>
                  <a:gd name="T35" fmla="*/ 0 h 3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0"/>
                  <a:gd name="T55" fmla="*/ 0 h 312"/>
                  <a:gd name="T56" fmla="*/ 180 w 180"/>
                  <a:gd name="T57" fmla="*/ 312 h 3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0" h="312">
                    <a:moveTo>
                      <a:pt x="37" y="0"/>
                    </a:moveTo>
                    <a:lnTo>
                      <a:pt x="88" y="7"/>
                    </a:lnTo>
                    <a:lnTo>
                      <a:pt x="175" y="62"/>
                    </a:lnTo>
                    <a:lnTo>
                      <a:pt x="180" y="164"/>
                    </a:lnTo>
                    <a:lnTo>
                      <a:pt x="146" y="147"/>
                    </a:lnTo>
                    <a:lnTo>
                      <a:pt x="136" y="134"/>
                    </a:lnTo>
                    <a:lnTo>
                      <a:pt x="94" y="171"/>
                    </a:lnTo>
                    <a:lnTo>
                      <a:pt x="94" y="185"/>
                    </a:lnTo>
                    <a:lnTo>
                      <a:pt x="125" y="204"/>
                    </a:lnTo>
                    <a:lnTo>
                      <a:pt x="155" y="301"/>
                    </a:lnTo>
                    <a:lnTo>
                      <a:pt x="132" y="312"/>
                    </a:lnTo>
                    <a:lnTo>
                      <a:pt x="100" y="257"/>
                    </a:lnTo>
                    <a:lnTo>
                      <a:pt x="19" y="233"/>
                    </a:lnTo>
                    <a:lnTo>
                      <a:pt x="0" y="111"/>
                    </a:lnTo>
                    <a:lnTo>
                      <a:pt x="19" y="95"/>
                    </a:lnTo>
                    <a:lnTo>
                      <a:pt x="105" y="53"/>
                    </a:lnTo>
                    <a:lnTo>
                      <a:pt x="81" y="26"/>
                    </a:lnTo>
                    <a:lnTo>
                      <a:pt x="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3" name="Freeform 107"/>
              <p:cNvSpPr>
                <a:spLocks/>
              </p:cNvSpPr>
              <p:nvPr/>
            </p:nvSpPr>
            <p:spPr bwMode="auto">
              <a:xfrm>
                <a:off x="2082" y="1654"/>
                <a:ext cx="9" cy="2"/>
              </a:xfrm>
              <a:custGeom>
                <a:avLst/>
                <a:gdLst>
                  <a:gd name="T0" fmla="*/ 0 w 69"/>
                  <a:gd name="T1" fmla="*/ 0 h 17"/>
                  <a:gd name="T2" fmla="*/ 0 w 69"/>
                  <a:gd name="T3" fmla="*/ 0 h 17"/>
                  <a:gd name="T4" fmla="*/ 0 w 69"/>
                  <a:gd name="T5" fmla="*/ 0 h 17"/>
                  <a:gd name="T6" fmla="*/ 0 w 69"/>
                  <a:gd name="T7" fmla="*/ 0 h 17"/>
                  <a:gd name="T8" fmla="*/ 0 60000 65536"/>
                  <a:gd name="T9" fmla="*/ 0 60000 65536"/>
                  <a:gd name="T10" fmla="*/ 0 60000 65536"/>
                  <a:gd name="T11" fmla="*/ 0 60000 65536"/>
                  <a:gd name="T12" fmla="*/ 0 w 69"/>
                  <a:gd name="T13" fmla="*/ 0 h 17"/>
                  <a:gd name="T14" fmla="*/ 69 w 69"/>
                  <a:gd name="T15" fmla="*/ 17 h 17"/>
                </a:gdLst>
                <a:ahLst/>
                <a:cxnLst>
                  <a:cxn ang="T8">
                    <a:pos x="T0" y="T1"/>
                  </a:cxn>
                  <a:cxn ang="T9">
                    <a:pos x="T2" y="T3"/>
                  </a:cxn>
                  <a:cxn ang="T10">
                    <a:pos x="T4" y="T5"/>
                  </a:cxn>
                  <a:cxn ang="T11">
                    <a:pos x="T6" y="T7"/>
                  </a:cxn>
                </a:cxnLst>
                <a:rect l="T12" t="T13" r="T14" b="T15"/>
                <a:pathLst>
                  <a:path w="69" h="17">
                    <a:moveTo>
                      <a:pt x="0" y="0"/>
                    </a:moveTo>
                    <a:lnTo>
                      <a:pt x="69" y="17"/>
                    </a:lnTo>
                    <a:lnTo>
                      <a:pt x="7" y="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4" name="Freeform 108"/>
              <p:cNvSpPr>
                <a:spLocks/>
              </p:cNvSpPr>
              <p:nvPr/>
            </p:nvSpPr>
            <p:spPr bwMode="auto">
              <a:xfrm>
                <a:off x="2080" y="1664"/>
                <a:ext cx="18" cy="24"/>
              </a:xfrm>
              <a:custGeom>
                <a:avLst/>
                <a:gdLst>
                  <a:gd name="T0" fmla="*/ 0 w 143"/>
                  <a:gd name="T1" fmla="*/ 0 h 195"/>
                  <a:gd name="T2" fmla="*/ 0 w 143"/>
                  <a:gd name="T3" fmla="*/ 0 h 195"/>
                  <a:gd name="T4" fmla="*/ 0 w 143"/>
                  <a:gd name="T5" fmla="*/ 0 h 195"/>
                  <a:gd name="T6" fmla="*/ 0 w 143"/>
                  <a:gd name="T7" fmla="*/ 0 h 195"/>
                  <a:gd name="T8" fmla="*/ 0 w 143"/>
                  <a:gd name="T9" fmla="*/ 0 h 195"/>
                  <a:gd name="T10" fmla="*/ 0 w 143"/>
                  <a:gd name="T11" fmla="*/ 0 h 195"/>
                  <a:gd name="T12" fmla="*/ 0 w 143"/>
                  <a:gd name="T13" fmla="*/ 0 h 195"/>
                  <a:gd name="T14" fmla="*/ 0 w 143"/>
                  <a:gd name="T15" fmla="*/ 0 h 195"/>
                  <a:gd name="T16" fmla="*/ 0 w 143"/>
                  <a:gd name="T17" fmla="*/ 0 h 195"/>
                  <a:gd name="T18" fmla="*/ 0 w 143"/>
                  <a:gd name="T19" fmla="*/ 0 h 195"/>
                  <a:gd name="T20" fmla="*/ 0 w 143"/>
                  <a:gd name="T21" fmla="*/ 0 h 195"/>
                  <a:gd name="T22" fmla="*/ 0 w 143"/>
                  <a:gd name="T23" fmla="*/ 0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3"/>
                  <a:gd name="T37" fmla="*/ 0 h 195"/>
                  <a:gd name="T38" fmla="*/ 143 w 143"/>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3" h="195">
                    <a:moveTo>
                      <a:pt x="0" y="0"/>
                    </a:moveTo>
                    <a:lnTo>
                      <a:pt x="26" y="23"/>
                    </a:lnTo>
                    <a:lnTo>
                      <a:pt x="67" y="37"/>
                    </a:lnTo>
                    <a:lnTo>
                      <a:pt x="143" y="18"/>
                    </a:lnTo>
                    <a:lnTo>
                      <a:pt x="114" y="85"/>
                    </a:lnTo>
                    <a:lnTo>
                      <a:pt x="61" y="103"/>
                    </a:lnTo>
                    <a:lnTo>
                      <a:pt x="33" y="195"/>
                    </a:lnTo>
                    <a:lnTo>
                      <a:pt x="6" y="140"/>
                    </a:lnTo>
                    <a:lnTo>
                      <a:pt x="6" y="112"/>
                    </a:lnTo>
                    <a:lnTo>
                      <a:pt x="33" y="85"/>
                    </a:lnTo>
                    <a:lnTo>
                      <a:pt x="15" y="4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5" name="Line 109"/>
              <p:cNvSpPr>
                <a:spLocks noChangeShapeType="1"/>
              </p:cNvSpPr>
              <p:nvPr/>
            </p:nvSpPr>
            <p:spPr bwMode="auto">
              <a:xfrm>
                <a:off x="2110" y="1620"/>
                <a:ext cx="9" cy="2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16" name="Line 110"/>
              <p:cNvSpPr>
                <a:spLocks noChangeShapeType="1"/>
              </p:cNvSpPr>
              <p:nvPr/>
            </p:nvSpPr>
            <p:spPr bwMode="auto">
              <a:xfrm>
                <a:off x="2112" y="1614"/>
                <a:ext cx="13"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17" name="Line 111"/>
              <p:cNvSpPr>
                <a:spLocks noChangeShapeType="1"/>
              </p:cNvSpPr>
              <p:nvPr/>
            </p:nvSpPr>
            <p:spPr bwMode="auto">
              <a:xfrm>
                <a:off x="2120" y="1626"/>
                <a:ext cx="12" cy="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18" name="Line 112"/>
              <p:cNvSpPr>
                <a:spLocks noChangeShapeType="1"/>
              </p:cNvSpPr>
              <p:nvPr/>
            </p:nvSpPr>
            <p:spPr bwMode="auto">
              <a:xfrm>
                <a:off x="2128" y="1638"/>
                <a:ext cx="9" cy="2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19" name="Freeform 113"/>
              <p:cNvSpPr>
                <a:spLocks/>
              </p:cNvSpPr>
              <p:nvPr/>
            </p:nvSpPr>
            <p:spPr bwMode="auto">
              <a:xfrm>
                <a:off x="2174" y="1568"/>
                <a:ext cx="92" cy="21"/>
              </a:xfrm>
              <a:custGeom>
                <a:avLst/>
                <a:gdLst>
                  <a:gd name="T0" fmla="*/ 0 w 743"/>
                  <a:gd name="T1" fmla="*/ 0 h 165"/>
                  <a:gd name="T2" fmla="*/ 0 w 743"/>
                  <a:gd name="T3" fmla="*/ 0 h 165"/>
                  <a:gd name="T4" fmla="*/ 0 w 743"/>
                  <a:gd name="T5" fmla="*/ 0 h 165"/>
                  <a:gd name="T6" fmla="*/ 0 w 743"/>
                  <a:gd name="T7" fmla="*/ 0 h 165"/>
                  <a:gd name="T8" fmla="*/ 0 w 743"/>
                  <a:gd name="T9" fmla="*/ 0 h 165"/>
                  <a:gd name="T10" fmla="*/ 0 60000 65536"/>
                  <a:gd name="T11" fmla="*/ 0 60000 65536"/>
                  <a:gd name="T12" fmla="*/ 0 60000 65536"/>
                  <a:gd name="T13" fmla="*/ 0 60000 65536"/>
                  <a:gd name="T14" fmla="*/ 0 60000 65536"/>
                  <a:gd name="T15" fmla="*/ 0 w 743"/>
                  <a:gd name="T16" fmla="*/ 0 h 165"/>
                  <a:gd name="T17" fmla="*/ 743 w 743"/>
                  <a:gd name="T18" fmla="*/ 165 h 165"/>
                </a:gdLst>
                <a:ahLst/>
                <a:cxnLst>
                  <a:cxn ang="T10">
                    <a:pos x="T0" y="T1"/>
                  </a:cxn>
                  <a:cxn ang="T11">
                    <a:pos x="T2" y="T3"/>
                  </a:cxn>
                  <a:cxn ang="T12">
                    <a:pos x="T4" y="T5"/>
                  </a:cxn>
                  <a:cxn ang="T13">
                    <a:pos x="T6" y="T7"/>
                  </a:cxn>
                  <a:cxn ang="T14">
                    <a:pos x="T8" y="T9"/>
                  </a:cxn>
                </a:cxnLst>
                <a:rect l="T15" t="T16" r="T17" b="T18"/>
                <a:pathLst>
                  <a:path w="743" h="165">
                    <a:moveTo>
                      <a:pt x="0" y="0"/>
                    </a:moveTo>
                    <a:lnTo>
                      <a:pt x="116" y="18"/>
                    </a:lnTo>
                    <a:lnTo>
                      <a:pt x="351" y="101"/>
                    </a:lnTo>
                    <a:lnTo>
                      <a:pt x="519" y="138"/>
                    </a:lnTo>
                    <a:lnTo>
                      <a:pt x="743" y="16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20" name="Freeform 114"/>
              <p:cNvSpPr>
                <a:spLocks/>
              </p:cNvSpPr>
              <p:nvPr/>
            </p:nvSpPr>
            <p:spPr bwMode="auto">
              <a:xfrm>
                <a:off x="2193" y="1565"/>
                <a:ext cx="61" cy="17"/>
              </a:xfrm>
              <a:custGeom>
                <a:avLst/>
                <a:gdLst>
                  <a:gd name="T0" fmla="*/ 0 w 491"/>
                  <a:gd name="T1" fmla="*/ 0 h 134"/>
                  <a:gd name="T2" fmla="*/ 0 w 491"/>
                  <a:gd name="T3" fmla="*/ 0 h 134"/>
                  <a:gd name="T4" fmla="*/ 0 w 491"/>
                  <a:gd name="T5" fmla="*/ 0 h 134"/>
                  <a:gd name="T6" fmla="*/ 0 w 491"/>
                  <a:gd name="T7" fmla="*/ 0 h 134"/>
                  <a:gd name="T8" fmla="*/ 0 60000 65536"/>
                  <a:gd name="T9" fmla="*/ 0 60000 65536"/>
                  <a:gd name="T10" fmla="*/ 0 60000 65536"/>
                  <a:gd name="T11" fmla="*/ 0 60000 65536"/>
                  <a:gd name="T12" fmla="*/ 0 w 491"/>
                  <a:gd name="T13" fmla="*/ 0 h 134"/>
                  <a:gd name="T14" fmla="*/ 491 w 491"/>
                  <a:gd name="T15" fmla="*/ 134 h 134"/>
                </a:gdLst>
                <a:ahLst/>
                <a:cxnLst>
                  <a:cxn ang="T8">
                    <a:pos x="T0" y="T1"/>
                  </a:cxn>
                  <a:cxn ang="T9">
                    <a:pos x="T2" y="T3"/>
                  </a:cxn>
                  <a:cxn ang="T10">
                    <a:pos x="T4" y="T5"/>
                  </a:cxn>
                  <a:cxn ang="T11">
                    <a:pos x="T6" y="T7"/>
                  </a:cxn>
                </a:cxnLst>
                <a:rect l="T12" t="T13" r="T14" b="T15"/>
                <a:pathLst>
                  <a:path w="491" h="134">
                    <a:moveTo>
                      <a:pt x="0" y="0"/>
                    </a:moveTo>
                    <a:lnTo>
                      <a:pt x="82" y="28"/>
                    </a:lnTo>
                    <a:lnTo>
                      <a:pt x="260" y="88"/>
                    </a:lnTo>
                    <a:lnTo>
                      <a:pt x="491" y="13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21" name="Freeform 115"/>
              <p:cNvSpPr>
                <a:spLocks/>
              </p:cNvSpPr>
              <p:nvPr/>
            </p:nvSpPr>
            <p:spPr bwMode="auto">
              <a:xfrm>
                <a:off x="2030" y="1688"/>
                <a:ext cx="45" cy="73"/>
              </a:xfrm>
              <a:custGeom>
                <a:avLst/>
                <a:gdLst>
                  <a:gd name="T0" fmla="*/ 0 w 365"/>
                  <a:gd name="T1" fmla="*/ 0 h 579"/>
                  <a:gd name="T2" fmla="*/ 0 w 365"/>
                  <a:gd name="T3" fmla="*/ 0 h 579"/>
                  <a:gd name="T4" fmla="*/ 0 w 365"/>
                  <a:gd name="T5" fmla="*/ 0 h 579"/>
                  <a:gd name="T6" fmla="*/ 0 w 365"/>
                  <a:gd name="T7" fmla="*/ 0 h 579"/>
                  <a:gd name="T8" fmla="*/ 0 w 365"/>
                  <a:gd name="T9" fmla="*/ 0 h 579"/>
                  <a:gd name="T10" fmla="*/ 0 w 365"/>
                  <a:gd name="T11" fmla="*/ 0 h 579"/>
                  <a:gd name="T12" fmla="*/ 0 w 365"/>
                  <a:gd name="T13" fmla="*/ 0 h 579"/>
                  <a:gd name="T14" fmla="*/ 0 w 365"/>
                  <a:gd name="T15" fmla="*/ 0 h 579"/>
                  <a:gd name="T16" fmla="*/ 0 w 365"/>
                  <a:gd name="T17" fmla="*/ 0 h 579"/>
                  <a:gd name="T18" fmla="*/ 0 w 365"/>
                  <a:gd name="T19" fmla="*/ 0 h 5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5"/>
                  <a:gd name="T31" fmla="*/ 0 h 579"/>
                  <a:gd name="T32" fmla="*/ 365 w 365"/>
                  <a:gd name="T33" fmla="*/ 579 h 57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5" h="579">
                    <a:moveTo>
                      <a:pt x="365" y="0"/>
                    </a:moveTo>
                    <a:lnTo>
                      <a:pt x="277" y="129"/>
                    </a:lnTo>
                    <a:lnTo>
                      <a:pt x="277" y="265"/>
                    </a:lnTo>
                    <a:lnTo>
                      <a:pt x="350" y="579"/>
                    </a:lnTo>
                    <a:lnTo>
                      <a:pt x="224" y="290"/>
                    </a:lnTo>
                    <a:lnTo>
                      <a:pt x="224" y="199"/>
                    </a:lnTo>
                    <a:lnTo>
                      <a:pt x="0" y="199"/>
                    </a:lnTo>
                    <a:lnTo>
                      <a:pt x="187" y="76"/>
                    </a:lnTo>
                    <a:lnTo>
                      <a:pt x="277" y="76"/>
                    </a:lnTo>
                    <a:lnTo>
                      <a:pt x="36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2" name="Freeform 116"/>
              <p:cNvSpPr>
                <a:spLocks/>
              </p:cNvSpPr>
              <p:nvPr/>
            </p:nvSpPr>
            <p:spPr bwMode="auto">
              <a:xfrm>
                <a:off x="1850" y="1735"/>
                <a:ext cx="526" cy="496"/>
              </a:xfrm>
              <a:custGeom>
                <a:avLst/>
                <a:gdLst>
                  <a:gd name="T0" fmla="*/ 0 w 4215"/>
                  <a:gd name="T1" fmla="*/ 0 h 3969"/>
                  <a:gd name="T2" fmla="*/ 0 w 4215"/>
                  <a:gd name="T3" fmla="*/ 0 h 3969"/>
                  <a:gd name="T4" fmla="*/ 0 w 4215"/>
                  <a:gd name="T5" fmla="*/ 0 h 3969"/>
                  <a:gd name="T6" fmla="*/ 0 w 4215"/>
                  <a:gd name="T7" fmla="*/ 0 h 3969"/>
                  <a:gd name="T8" fmla="*/ 0 w 4215"/>
                  <a:gd name="T9" fmla="*/ 0 h 3969"/>
                  <a:gd name="T10" fmla="*/ 0 w 4215"/>
                  <a:gd name="T11" fmla="*/ 0 h 3969"/>
                  <a:gd name="T12" fmla="*/ 0 w 4215"/>
                  <a:gd name="T13" fmla="*/ 0 h 3969"/>
                  <a:gd name="T14" fmla="*/ 0 w 4215"/>
                  <a:gd name="T15" fmla="*/ 0 h 3969"/>
                  <a:gd name="T16" fmla="*/ 0 w 4215"/>
                  <a:gd name="T17" fmla="*/ 0 h 3969"/>
                  <a:gd name="T18" fmla="*/ 0 w 4215"/>
                  <a:gd name="T19" fmla="*/ 0 h 3969"/>
                  <a:gd name="T20" fmla="*/ 0 w 4215"/>
                  <a:gd name="T21" fmla="*/ 0 h 3969"/>
                  <a:gd name="T22" fmla="*/ 0 w 4215"/>
                  <a:gd name="T23" fmla="*/ 0 h 3969"/>
                  <a:gd name="T24" fmla="*/ 0 w 4215"/>
                  <a:gd name="T25" fmla="*/ 0 h 3969"/>
                  <a:gd name="T26" fmla="*/ 0 w 4215"/>
                  <a:gd name="T27" fmla="*/ 0 h 3969"/>
                  <a:gd name="T28" fmla="*/ 0 w 4215"/>
                  <a:gd name="T29" fmla="*/ 0 h 3969"/>
                  <a:gd name="T30" fmla="*/ 0 w 4215"/>
                  <a:gd name="T31" fmla="*/ 0 h 3969"/>
                  <a:gd name="T32" fmla="*/ 0 w 4215"/>
                  <a:gd name="T33" fmla="*/ 0 h 3969"/>
                  <a:gd name="T34" fmla="*/ 0 w 4215"/>
                  <a:gd name="T35" fmla="*/ 0 h 3969"/>
                  <a:gd name="T36" fmla="*/ 0 w 4215"/>
                  <a:gd name="T37" fmla="*/ 0 h 3969"/>
                  <a:gd name="T38" fmla="*/ 0 w 4215"/>
                  <a:gd name="T39" fmla="*/ 0 h 3969"/>
                  <a:gd name="T40" fmla="*/ 0 w 4215"/>
                  <a:gd name="T41" fmla="*/ 0 h 3969"/>
                  <a:gd name="T42" fmla="*/ 0 w 4215"/>
                  <a:gd name="T43" fmla="*/ 0 h 3969"/>
                  <a:gd name="T44" fmla="*/ 0 w 4215"/>
                  <a:gd name="T45" fmla="*/ 0 h 3969"/>
                  <a:gd name="T46" fmla="*/ 0 w 4215"/>
                  <a:gd name="T47" fmla="*/ 0 h 3969"/>
                  <a:gd name="T48" fmla="*/ 0 w 4215"/>
                  <a:gd name="T49" fmla="*/ 0 h 3969"/>
                  <a:gd name="T50" fmla="*/ 0 w 4215"/>
                  <a:gd name="T51" fmla="*/ 0 h 3969"/>
                  <a:gd name="T52" fmla="*/ 0 w 4215"/>
                  <a:gd name="T53" fmla="*/ 0 h 3969"/>
                  <a:gd name="T54" fmla="*/ 0 w 4215"/>
                  <a:gd name="T55" fmla="*/ 0 h 3969"/>
                  <a:gd name="T56" fmla="*/ 0 w 4215"/>
                  <a:gd name="T57" fmla="*/ 0 h 3969"/>
                  <a:gd name="T58" fmla="*/ 0 w 4215"/>
                  <a:gd name="T59" fmla="*/ 0 h 3969"/>
                  <a:gd name="T60" fmla="*/ 0 w 4215"/>
                  <a:gd name="T61" fmla="*/ 0 h 3969"/>
                  <a:gd name="T62" fmla="*/ 0 w 4215"/>
                  <a:gd name="T63" fmla="*/ 0 h 3969"/>
                  <a:gd name="T64" fmla="*/ 0 w 4215"/>
                  <a:gd name="T65" fmla="*/ 0 h 3969"/>
                  <a:gd name="T66" fmla="*/ 0 w 4215"/>
                  <a:gd name="T67" fmla="*/ 0 h 3969"/>
                  <a:gd name="T68" fmla="*/ 0 w 4215"/>
                  <a:gd name="T69" fmla="*/ 0 h 3969"/>
                  <a:gd name="T70" fmla="*/ 0 w 4215"/>
                  <a:gd name="T71" fmla="*/ 0 h 3969"/>
                  <a:gd name="T72" fmla="*/ 0 w 4215"/>
                  <a:gd name="T73" fmla="*/ 0 h 3969"/>
                  <a:gd name="T74" fmla="*/ 0 w 4215"/>
                  <a:gd name="T75" fmla="*/ 0 h 396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15"/>
                  <a:gd name="T115" fmla="*/ 0 h 3969"/>
                  <a:gd name="T116" fmla="*/ 4215 w 4215"/>
                  <a:gd name="T117" fmla="*/ 3969 h 396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15" h="3969">
                    <a:moveTo>
                      <a:pt x="1158" y="0"/>
                    </a:moveTo>
                    <a:lnTo>
                      <a:pt x="897" y="255"/>
                    </a:lnTo>
                    <a:lnTo>
                      <a:pt x="743" y="466"/>
                    </a:lnTo>
                    <a:lnTo>
                      <a:pt x="743" y="706"/>
                    </a:lnTo>
                    <a:lnTo>
                      <a:pt x="920" y="591"/>
                    </a:lnTo>
                    <a:lnTo>
                      <a:pt x="920" y="756"/>
                    </a:lnTo>
                    <a:lnTo>
                      <a:pt x="1314" y="1684"/>
                    </a:lnTo>
                    <a:lnTo>
                      <a:pt x="1224" y="1582"/>
                    </a:lnTo>
                    <a:lnTo>
                      <a:pt x="1134" y="1582"/>
                    </a:lnTo>
                    <a:lnTo>
                      <a:pt x="1072" y="1610"/>
                    </a:lnTo>
                    <a:lnTo>
                      <a:pt x="1031" y="1644"/>
                    </a:lnTo>
                    <a:lnTo>
                      <a:pt x="1174" y="1960"/>
                    </a:lnTo>
                    <a:lnTo>
                      <a:pt x="1448" y="2451"/>
                    </a:lnTo>
                    <a:lnTo>
                      <a:pt x="1868" y="2890"/>
                    </a:lnTo>
                    <a:lnTo>
                      <a:pt x="2031" y="3026"/>
                    </a:lnTo>
                    <a:lnTo>
                      <a:pt x="2031" y="3116"/>
                    </a:lnTo>
                    <a:lnTo>
                      <a:pt x="1930" y="3239"/>
                    </a:lnTo>
                    <a:lnTo>
                      <a:pt x="1930" y="3380"/>
                    </a:lnTo>
                    <a:lnTo>
                      <a:pt x="2129" y="3343"/>
                    </a:lnTo>
                    <a:lnTo>
                      <a:pt x="2158" y="3295"/>
                    </a:lnTo>
                    <a:lnTo>
                      <a:pt x="2145" y="3228"/>
                    </a:lnTo>
                    <a:lnTo>
                      <a:pt x="2094" y="3191"/>
                    </a:lnTo>
                    <a:lnTo>
                      <a:pt x="2296" y="3239"/>
                    </a:lnTo>
                    <a:lnTo>
                      <a:pt x="2435" y="3228"/>
                    </a:lnTo>
                    <a:lnTo>
                      <a:pt x="2575" y="3178"/>
                    </a:lnTo>
                    <a:lnTo>
                      <a:pt x="2712" y="3065"/>
                    </a:lnTo>
                    <a:lnTo>
                      <a:pt x="2815" y="2967"/>
                    </a:lnTo>
                    <a:lnTo>
                      <a:pt x="2749" y="3076"/>
                    </a:lnTo>
                    <a:lnTo>
                      <a:pt x="2700" y="3166"/>
                    </a:lnTo>
                    <a:lnTo>
                      <a:pt x="2903" y="3191"/>
                    </a:lnTo>
                    <a:lnTo>
                      <a:pt x="3154" y="3203"/>
                    </a:lnTo>
                    <a:lnTo>
                      <a:pt x="3357" y="3154"/>
                    </a:lnTo>
                    <a:lnTo>
                      <a:pt x="3433" y="2855"/>
                    </a:lnTo>
                    <a:lnTo>
                      <a:pt x="3468" y="2855"/>
                    </a:lnTo>
                    <a:lnTo>
                      <a:pt x="3494" y="2890"/>
                    </a:lnTo>
                    <a:lnTo>
                      <a:pt x="3521" y="2991"/>
                    </a:lnTo>
                    <a:lnTo>
                      <a:pt x="3535" y="3076"/>
                    </a:lnTo>
                    <a:lnTo>
                      <a:pt x="4203" y="3039"/>
                    </a:lnTo>
                    <a:lnTo>
                      <a:pt x="4215" y="3116"/>
                    </a:lnTo>
                    <a:lnTo>
                      <a:pt x="4215" y="3178"/>
                    </a:lnTo>
                    <a:lnTo>
                      <a:pt x="4189" y="3254"/>
                    </a:lnTo>
                    <a:lnTo>
                      <a:pt x="4037" y="3265"/>
                    </a:lnTo>
                    <a:lnTo>
                      <a:pt x="3913" y="3343"/>
                    </a:lnTo>
                    <a:lnTo>
                      <a:pt x="3683" y="3390"/>
                    </a:lnTo>
                    <a:lnTo>
                      <a:pt x="3481" y="3380"/>
                    </a:lnTo>
                    <a:lnTo>
                      <a:pt x="3281" y="3441"/>
                    </a:lnTo>
                    <a:lnTo>
                      <a:pt x="3105" y="3481"/>
                    </a:lnTo>
                    <a:lnTo>
                      <a:pt x="2852" y="3492"/>
                    </a:lnTo>
                    <a:lnTo>
                      <a:pt x="2547" y="3457"/>
                    </a:lnTo>
                    <a:lnTo>
                      <a:pt x="2320" y="3481"/>
                    </a:lnTo>
                    <a:lnTo>
                      <a:pt x="2129" y="3542"/>
                    </a:lnTo>
                    <a:lnTo>
                      <a:pt x="1990" y="3620"/>
                    </a:lnTo>
                    <a:lnTo>
                      <a:pt x="1615" y="3516"/>
                    </a:lnTo>
                    <a:lnTo>
                      <a:pt x="681" y="3969"/>
                    </a:lnTo>
                    <a:lnTo>
                      <a:pt x="0" y="3969"/>
                    </a:lnTo>
                    <a:lnTo>
                      <a:pt x="176" y="1723"/>
                    </a:lnTo>
                    <a:lnTo>
                      <a:pt x="328" y="1244"/>
                    </a:lnTo>
                    <a:lnTo>
                      <a:pt x="266" y="1558"/>
                    </a:lnTo>
                    <a:lnTo>
                      <a:pt x="418" y="2059"/>
                    </a:lnTo>
                    <a:lnTo>
                      <a:pt x="418" y="2500"/>
                    </a:lnTo>
                    <a:lnTo>
                      <a:pt x="591" y="2977"/>
                    </a:lnTo>
                    <a:lnTo>
                      <a:pt x="681" y="2977"/>
                    </a:lnTo>
                    <a:lnTo>
                      <a:pt x="907" y="2488"/>
                    </a:lnTo>
                    <a:lnTo>
                      <a:pt x="602" y="1886"/>
                    </a:lnTo>
                    <a:lnTo>
                      <a:pt x="556" y="1697"/>
                    </a:lnTo>
                    <a:lnTo>
                      <a:pt x="528" y="1497"/>
                    </a:lnTo>
                    <a:lnTo>
                      <a:pt x="556" y="1281"/>
                    </a:lnTo>
                    <a:lnTo>
                      <a:pt x="681" y="780"/>
                    </a:lnTo>
                    <a:lnTo>
                      <a:pt x="618" y="729"/>
                    </a:lnTo>
                    <a:lnTo>
                      <a:pt x="577" y="665"/>
                    </a:lnTo>
                    <a:lnTo>
                      <a:pt x="567" y="618"/>
                    </a:lnTo>
                    <a:lnTo>
                      <a:pt x="441" y="905"/>
                    </a:lnTo>
                    <a:lnTo>
                      <a:pt x="540" y="591"/>
                    </a:lnTo>
                    <a:lnTo>
                      <a:pt x="591" y="517"/>
                    </a:lnTo>
                    <a:lnTo>
                      <a:pt x="769" y="317"/>
                    </a:lnTo>
                    <a:lnTo>
                      <a:pt x="943" y="139"/>
                    </a:lnTo>
                    <a:lnTo>
                      <a:pt x="11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3" name="Freeform 117"/>
              <p:cNvSpPr>
                <a:spLocks/>
              </p:cNvSpPr>
              <p:nvPr/>
            </p:nvSpPr>
            <p:spPr bwMode="auto">
              <a:xfrm>
                <a:off x="2020" y="1797"/>
                <a:ext cx="163" cy="265"/>
              </a:xfrm>
              <a:custGeom>
                <a:avLst/>
                <a:gdLst>
                  <a:gd name="T0" fmla="*/ 0 w 1300"/>
                  <a:gd name="T1" fmla="*/ 0 h 2125"/>
                  <a:gd name="T2" fmla="*/ 0 w 1300"/>
                  <a:gd name="T3" fmla="*/ 0 h 2125"/>
                  <a:gd name="T4" fmla="*/ 0 w 1300"/>
                  <a:gd name="T5" fmla="*/ 0 h 2125"/>
                  <a:gd name="T6" fmla="*/ 0 w 1300"/>
                  <a:gd name="T7" fmla="*/ 0 h 2125"/>
                  <a:gd name="T8" fmla="*/ 0 w 1300"/>
                  <a:gd name="T9" fmla="*/ 0 h 2125"/>
                  <a:gd name="T10" fmla="*/ 0 w 1300"/>
                  <a:gd name="T11" fmla="*/ 0 h 2125"/>
                  <a:gd name="T12" fmla="*/ 0 w 1300"/>
                  <a:gd name="T13" fmla="*/ 0 h 2125"/>
                  <a:gd name="T14" fmla="*/ 0 w 1300"/>
                  <a:gd name="T15" fmla="*/ 0 h 2125"/>
                  <a:gd name="T16" fmla="*/ 0 w 1300"/>
                  <a:gd name="T17" fmla="*/ 0 h 2125"/>
                  <a:gd name="T18" fmla="*/ 0 w 1300"/>
                  <a:gd name="T19" fmla="*/ 0 h 2125"/>
                  <a:gd name="T20" fmla="*/ 0 w 1300"/>
                  <a:gd name="T21" fmla="*/ 0 h 2125"/>
                  <a:gd name="T22" fmla="*/ 0 w 1300"/>
                  <a:gd name="T23" fmla="*/ 0 h 2125"/>
                  <a:gd name="T24" fmla="*/ 0 w 1300"/>
                  <a:gd name="T25" fmla="*/ 0 h 2125"/>
                  <a:gd name="T26" fmla="*/ 0 w 1300"/>
                  <a:gd name="T27" fmla="*/ 0 h 2125"/>
                  <a:gd name="T28" fmla="*/ 0 w 1300"/>
                  <a:gd name="T29" fmla="*/ 0 h 2125"/>
                  <a:gd name="T30" fmla="*/ 0 w 1300"/>
                  <a:gd name="T31" fmla="*/ 0 h 2125"/>
                  <a:gd name="T32" fmla="*/ 0 w 1300"/>
                  <a:gd name="T33" fmla="*/ 0 h 2125"/>
                  <a:gd name="T34" fmla="*/ 0 w 1300"/>
                  <a:gd name="T35" fmla="*/ 0 h 2125"/>
                  <a:gd name="T36" fmla="*/ 0 w 1300"/>
                  <a:gd name="T37" fmla="*/ 0 h 2125"/>
                  <a:gd name="T38" fmla="*/ 0 w 1300"/>
                  <a:gd name="T39" fmla="*/ 0 h 2125"/>
                  <a:gd name="T40" fmla="*/ 0 w 1300"/>
                  <a:gd name="T41" fmla="*/ 0 h 2125"/>
                  <a:gd name="T42" fmla="*/ 0 w 1300"/>
                  <a:gd name="T43" fmla="*/ 0 h 2125"/>
                  <a:gd name="T44" fmla="*/ 0 w 1300"/>
                  <a:gd name="T45" fmla="*/ 0 h 2125"/>
                  <a:gd name="T46" fmla="*/ 0 w 1300"/>
                  <a:gd name="T47" fmla="*/ 0 h 2125"/>
                  <a:gd name="T48" fmla="*/ 0 w 1300"/>
                  <a:gd name="T49" fmla="*/ 0 h 2125"/>
                  <a:gd name="T50" fmla="*/ 0 w 1300"/>
                  <a:gd name="T51" fmla="*/ 0 h 2125"/>
                  <a:gd name="T52" fmla="*/ 0 w 1300"/>
                  <a:gd name="T53" fmla="*/ 0 h 2125"/>
                  <a:gd name="T54" fmla="*/ 0 w 1300"/>
                  <a:gd name="T55" fmla="*/ 0 h 2125"/>
                  <a:gd name="T56" fmla="*/ 0 w 1300"/>
                  <a:gd name="T57" fmla="*/ 0 h 2125"/>
                  <a:gd name="T58" fmla="*/ 0 w 1300"/>
                  <a:gd name="T59" fmla="*/ 0 h 2125"/>
                  <a:gd name="T60" fmla="*/ 0 w 1300"/>
                  <a:gd name="T61" fmla="*/ 0 h 2125"/>
                  <a:gd name="T62" fmla="*/ 0 w 1300"/>
                  <a:gd name="T63" fmla="*/ 0 h 2125"/>
                  <a:gd name="T64" fmla="*/ 0 w 1300"/>
                  <a:gd name="T65" fmla="*/ 0 h 2125"/>
                  <a:gd name="T66" fmla="*/ 0 w 1300"/>
                  <a:gd name="T67" fmla="*/ 0 h 2125"/>
                  <a:gd name="T68" fmla="*/ 0 w 1300"/>
                  <a:gd name="T69" fmla="*/ 0 h 2125"/>
                  <a:gd name="T70" fmla="*/ 0 w 1300"/>
                  <a:gd name="T71" fmla="*/ 0 h 2125"/>
                  <a:gd name="T72" fmla="*/ 0 w 1300"/>
                  <a:gd name="T73" fmla="*/ 0 h 2125"/>
                  <a:gd name="T74" fmla="*/ 0 w 1300"/>
                  <a:gd name="T75" fmla="*/ 0 h 2125"/>
                  <a:gd name="T76" fmla="*/ 0 w 1300"/>
                  <a:gd name="T77" fmla="*/ 0 h 2125"/>
                  <a:gd name="T78" fmla="*/ 0 w 1300"/>
                  <a:gd name="T79" fmla="*/ 0 h 212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300"/>
                  <a:gd name="T121" fmla="*/ 0 h 2125"/>
                  <a:gd name="T122" fmla="*/ 1300 w 1300"/>
                  <a:gd name="T123" fmla="*/ 2125 h 212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300" h="2125">
                    <a:moveTo>
                      <a:pt x="0" y="140"/>
                    </a:moveTo>
                    <a:lnTo>
                      <a:pt x="378" y="378"/>
                    </a:lnTo>
                    <a:lnTo>
                      <a:pt x="641" y="829"/>
                    </a:lnTo>
                    <a:lnTo>
                      <a:pt x="641" y="1020"/>
                    </a:lnTo>
                    <a:lnTo>
                      <a:pt x="984" y="1318"/>
                    </a:lnTo>
                    <a:lnTo>
                      <a:pt x="1111" y="1556"/>
                    </a:lnTo>
                    <a:lnTo>
                      <a:pt x="1083" y="967"/>
                    </a:lnTo>
                    <a:lnTo>
                      <a:pt x="1083" y="589"/>
                    </a:lnTo>
                    <a:lnTo>
                      <a:pt x="1111" y="327"/>
                    </a:lnTo>
                    <a:lnTo>
                      <a:pt x="1072" y="266"/>
                    </a:lnTo>
                    <a:lnTo>
                      <a:pt x="984" y="378"/>
                    </a:lnTo>
                    <a:lnTo>
                      <a:pt x="906" y="424"/>
                    </a:lnTo>
                    <a:lnTo>
                      <a:pt x="998" y="327"/>
                    </a:lnTo>
                    <a:lnTo>
                      <a:pt x="1072" y="165"/>
                    </a:lnTo>
                    <a:lnTo>
                      <a:pt x="1160" y="27"/>
                    </a:lnTo>
                    <a:lnTo>
                      <a:pt x="1212" y="0"/>
                    </a:lnTo>
                    <a:lnTo>
                      <a:pt x="1160" y="80"/>
                    </a:lnTo>
                    <a:lnTo>
                      <a:pt x="1224" y="304"/>
                    </a:lnTo>
                    <a:lnTo>
                      <a:pt x="1160" y="304"/>
                    </a:lnTo>
                    <a:lnTo>
                      <a:pt x="1146" y="516"/>
                    </a:lnTo>
                    <a:lnTo>
                      <a:pt x="1184" y="1120"/>
                    </a:lnTo>
                    <a:lnTo>
                      <a:pt x="1247" y="1723"/>
                    </a:lnTo>
                    <a:lnTo>
                      <a:pt x="1300" y="1910"/>
                    </a:lnTo>
                    <a:lnTo>
                      <a:pt x="1035" y="2059"/>
                    </a:lnTo>
                    <a:lnTo>
                      <a:pt x="1146" y="1961"/>
                    </a:lnTo>
                    <a:lnTo>
                      <a:pt x="1095" y="1881"/>
                    </a:lnTo>
                    <a:lnTo>
                      <a:pt x="971" y="1910"/>
                    </a:lnTo>
                    <a:lnTo>
                      <a:pt x="694" y="2099"/>
                    </a:lnTo>
                    <a:lnTo>
                      <a:pt x="606" y="2125"/>
                    </a:lnTo>
                    <a:lnTo>
                      <a:pt x="593" y="2086"/>
                    </a:lnTo>
                    <a:lnTo>
                      <a:pt x="756" y="1934"/>
                    </a:lnTo>
                    <a:lnTo>
                      <a:pt x="1095" y="1821"/>
                    </a:lnTo>
                    <a:lnTo>
                      <a:pt x="1045" y="1685"/>
                    </a:lnTo>
                    <a:lnTo>
                      <a:pt x="1045" y="1547"/>
                    </a:lnTo>
                    <a:lnTo>
                      <a:pt x="998" y="1470"/>
                    </a:lnTo>
                    <a:lnTo>
                      <a:pt x="606" y="1169"/>
                    </a:lnTo>
                    <a:lnTo>
                      <a:pt x="138" y="841"/>
                    </a:lnTo>
                    <a:lnTo>
                      <a:pt x="657" y="1154"/>
                    </a:lnTo>
                    <a:lnTo>
                      <a:pt x="390" y="463"/>
                    </a:lnTo>
                    <a:lnTo>
                      <a:pt x="0"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4" name="Freeform 118"/>
              <p:cNvSpPr>
                <a:spLocks/>
              </p:cNvSpPr>
              <p:nvPr/>
            </p:nvSpPr>
            <p:spPr bwMode="auto">
              <a:xfrm>
                <a:off x="2119" y="2060"/>
                <a:ext cx="26" cy="59"/>
              </a:xfrm>
              <a:custGeom>
                <a:avLst/>
                <a:gdLst>
                  <a:gd name="T0" fmla="*/ 0 w 203"/>
                  <a:gd name="T1" fmla="*/ 0 h 466"/>
                  <a:gd name="T2" fmla="*/ 0 w 203"/>
                  <a:gd name="T3" fmla="*/ 0 h 466"/>
                  <a:gd name="T4" fmla="*/ 0 w 203"/>
                  <a:gd name="T5" fmla="*/ 0 h 466"/>
                  <a:gd name="T6" fmla="*/ 0 w 203"/>
                  <a:gd name="T7" fmla="*/ 0 h 466"/>
                  <a:gd name="T8" fmla="*/ 0 w 203"/>
                  <a:gd name="T9" fmla="*/ 0 h 466"/>
                  <a:gd name="T10" fmla="*/ 0 w 203"/>
                  <a:gd name="T11" fmla="*/ 0 h 466"/>
                  <a:gd name="T12" fmla="*/ 0 w 203"/>
                  <a:gd name="T13" fmla="*/ 0 h 466"/>
                  <a:gd name="T14" fmla="*/ 0 w 203"/>
                  <a:gd name="T15" fmla="*/ 0 h 466"/>
                  <a:gd name="T16" fmla="*/ 0 w 203"/>
                  <a:gd name="T17" fmla="*/ 0 h 4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3"/>
                  <a:gd name="T28" fmla="*/ 0 h 466"/>
                  <a:gd name="T29" fmla="*/ 203 w 203"/>
                  <a:gd name="T30" fmla="*/ 466 h 4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3" h="466">
                    <a:moveTo>
                      <a:pt x="203" y="0"/>
                    </a:moveTo>
                    <a:lnTo>
                      <a:pt x="111" y="51"/>
                    </a:lnTo>
                    <a:lnTo>
                      <a:pt x="0" y="403"/>
                    </a:lnTo>
                    <a:lnTo>
                      <a:pt x="99" y="466"/>
                    </a:lnTo>
                    <a:lnTo>
                      <a:pt x="203" y="378"/>
                    </a:lnTo>
                    <a:lnTo>
                      <a:pt x="203" y="136"/>
                    </a:lnTo>
                    <a:lnTo>
                      <a:pt x="152" y="136"/>
                    </a:lnTo>
                    <a:lnTo>
                      <a:pt x="152" y="76"/>
                    </a:lnTo>
                    <a:lnTo>
                      <a:pt x="2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5" name="Freeform 119"/>
              <p:cNvSpPr>
                <a:spLocks/>
              </p:cNvSpPr>
              <p:nvPr/>
            </p:nvSpPr>
            <p:spPr bwMode="auto">
              <a:xfrm>
                <a:off x="2146" y="2045"/>
                <a:ext cx="63" cy="75"/>
              </a:xfrm>
              <a:custGeom>
                <a:avLst/>
                <a:gdLst>
                  <a:gd name="T0" fmla="*/ 0 w 506"/>
                  <a:gd name="T1" fmla="*/ 0 h 599"/>
                  <a:gd name="T2" fmla="*/ 0 w 506"/>
                  <a:gd name="T3" fmla="*/ 0 h 599"/>
                  <a:gd name="T4" fmla="*/ 0 w 506"/>
                  <a:gd name="T5" fmla="*/ 0 h 599"/>
                  <a:gd name="T6" fmla="*/ 0 w 506"/>
                  <a:gd name="T7" fmla="*/ 0 h 599"/>
                  <a:gd name="T8" fmla="*/ 0 w 506"/>
                  <a:gd name="T9" fmla="*/ 0 h 599"/>
                  <a:gd name="T10" fmla="*/ 0 w 506"/>
                  <a:gd name="T11" fmla="*/ 0 h 599"/>
                  <a:gd name="T12" fmla="*/ 0 w 506"/>
                  <a:gd name="T13" fmla="*/ 0 h 599"/>
                  <a:gd name="T14" fmla="*/ 0 w 506"/>
                  <a:gd name="T15" fmla="*/ 0 h 599"/>
                  <a:gd name="T16" fmla="*/ 0 w 506"/>
                  <a:gd name="T17" fmla="*/ 0 h 599"/>
                  <a:gd name="T18" fmla="*/ 0 w 506"/>
                  <a:gd name="T19" fmla="*/ 0 h 599"/>
                  <a:gd name="T20" fmla="*/ 0 w 506"/>
                  <a:gd name="T21" fmla="*/ 0 h 599"/>
                  <a:gd name="T22" fmla="*/ 0 w 506"/>
                  <a:gd name="T23" fmla="*/ 0 h 599"/>
                  <a:gd name="T24" fmla="*/ 0 w 506"/>
                  <a:gd name="T25" fmla="*/ 0 h 5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599"/>
                  <a:gd name="T41" fmla="*/ 506 w 506"/>
                  <a:gd name="T42" fmla="*/ 599 h 59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599">
                    <a:moveTo>
                      <a:pt x="138" y="162"/>
                    </a:moveTo>
                    <a:lnTo>
                      <a:pt x="317" y="0"/>
                    </a:lnTo>
                    <a:lnTo>
                      <a:pt x="506" y="72"/>
                    </a:lnTo>
                    <a:lnTo>
                      <a:pt x="506" y="173"/>
                    </a:lnTo>
                    <a:lnTo>
                      <a:pt x="391" y="325"/>
                    </a:lnTo>
                    <a:lnTo>
                      <a:pt x="0" y="599"/>
                    </a:lnTo>
                    <a:lnTo>
                      <a:pt x="279" y="364"/>
                    </a:lnTo>
                    <a:lnTo>
                      <a:pt x="317" y="274"/>
                    </a:lnTo>
                    <a:lnTo>
                      <a:pt x="329" y="198"/>
                    </a:lnTo>
                    <a:lnTo>
                      <a:pt x="317" y="138"/>
                    </a:lnTo>
                    <a:lnTo>
                      <a:pt x="279" y="112"/>
                    </a:lnTo>
                    <a:lnTo>
                      <a:pt x="230" y="112"/>
                    </a:lnTo>
                    <a:lnTo>
                      <a:pt x="138" y="1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6" name="Freeform 120"/>
              <p:cNvSpPr>
                <a:spLocks/>
              </p:cNvSpPr>
              <p:nvPr/>
            </p:nvSpPr>
            <p:spPr bwMode="auto">
              <a:xfrm>
                <a:off x="2220" y="2018"/>
                <a:ext cx="389" cy="124"/>
              </a:xfrm>
              <a:custGeom>
                <a:avLst/>
                <a:gdLst>
                  <a:gd name="T0" fmla="*/ 0 w 3106"/>
                  <a:gd name="T1" fmla="*/ 0 h 992"/>
                  <a:gd name="T2" fmla="*/ 0 w 3106"/>
                  <a:gd name="T3" fmla="*/ 0 h 992"/>
                  <a:gd name="T4" fmla="*/ 0 w 3106"/>
                  <a:gd name="T5" fmla="*/ 0 h 992"/>
                  <a:gd name="T6" fmla="*/ 0 w 3106"/>
                  <a:gd name="T7" fmla="*/ 0 h 992"/>
                  <a:gd name="T8" fmla="*/ 0 w 3106"/>
                  <a:gd name="T9" fmla="*/ 0 h 992"/>
                  <a:gd name="T10" fmla="*/ 0 w 3106"/>
                  <a:gd name="T11" fmla="*/ 0 h 992"/>
                  <a:gd name="T12" fmla="*/ 0 w 3106"/>
                  <a:gd name="T13" fmla="*/ 0 h 992"/>
                  <a:gd name="T14" fmla="*/ 0 w 3106"/>
                  <a:gd name="T15" fmla="*/ 0 h 992"/>
                  <a:gd name="T16" fmla="*/ 0 w 3106"/>
                  <a:gd name="T17" fmla="*/ 0 h 992"/>
                  <a:gd name="T18" fmla="*/ 0 w 3106"/>
                  <a:gd name="T19" fmla="*/ 0 h 992"/>
                  <a:gd name="T20" fmla="*/ 0 w 3106"/>
                  <a:gd name="T21" fmla="*/ 0 h 992"/>
                  <a:gd name="T22" fmla="*/ 0 w 3106"/>
                  <a:gd name="T23" fmla="*/ 0 h 992"/>
                  <a:gd name="T24" fmla="*/ 0 w 3106"/>
                  <a:gd name="T25" fmla="*/ 0 h 992"/>
                  <a:gd name="T26" fmla="*/ 0 w 3106"/>
                  <a:gd name="T27" fmla="*/ 0 h 992"/>
                  <a:gd name="T28" fmla="*/ 0 w 3106"/>
                  <a:gd name="T29" fmla="*/ 0 h 992"/>
                  <a:gd name="T30" fmla="*/ 0 w 3106"/>
                  <a:gd name="T31" fmla="*/ 0 h 992"/>
                  <a:gd name="T32" fmla="*/ 0 w 3106"/>
                  <a:gd name="T33" fmla="*/ 0 h 992"/>
                  <a:gd name="T34" fmla="*/ 0 w 3106"/>
                  <a:gd name="T35" fmla="*/ 0 h 992"/>
                  <a:gd name="T36" fmla="*/ 0 w 3106"/>
                  <a:gd name="T37" fmla="*/ 0 h 992"/>
                  <a:gd name="T38" fmla="*/ 0 w 3106"/>
                  <a:gd name="T39" fmla="*/ 0 h 992"/>
                  <a:gd name="T40" fmla="*/ 0 w 3106"/>
                  <a:gd name="T41" fmla="*/ 0 h 992"/>
                  <a:gd name="T42" fmla="*/ 0 w 3106"/>
                  <a:gd name="T43" fmla="*/ 0 h 992"/>
                  <a:gd name="T44" fmla="*/ 0 w 3106"/>
                  <a:gd name="T45" fmla="*/ 0 h 992"/>
                  <a:gd name="T46" fmla="*/ 0 w 3106"/>
                  <a:gd name="T47" fmla="*/ 0 h 992"/>
                  <a:gd name="T48" fmla="*/ 0 w 3106"/>
                  <a:gd name="T49" fmla="*/ 0 h 992"/>
                  <a:gd name="T50" fmla="*/ 0 w 3106"/>
                  <a:gd name="T51" fmla="*/ 0 h 992"/>
                  <a:gd name="T52" fmla="*/ 0 w 3106"/>
                  <a:gd name="T53" fmla="*/ 0 h 992"/>
                  <a:gd name="T54" fmla="*/ 0 w 3106"/>
                  <a:gd name="T55" fmla="*/ 0 h 992"/>
                  <a:gd name="T56" fmla="*/ 0 w 3106"/>
                  <a:gd name="T57" fmla="*/ 0 h 992"/>
                  <a:gd name="T58" fmla="*/ 0 w 3106"/>
                  <a:gd name="T59" fmla="*/ 0 h 992"/>
                  <a:gd name="T60" fmla="*/ 0 w 3106"/>
                  <a:gd name="T61" fmla="*/ 0 h 992"/>
                  <a:gd name="T62" fmla="*/ 0 w 3106"/>
                  <a:gd name="T63" fmla="*/ 0 h 992"/>
                  <a:gd name="T64" fmla="*/ 0 w 3106"/>
                  <a:gd name="T65" fmla="*/ 0 h 992"/>
                  <a:gd name="T66" fmla="*/ 0 w 3106"/>
                  <a:gd name="T67" fmla="*/ 0 h 992"/>
                  <a:gd name="T68" fmla="*/ 0 w 3106"/>
                  <a:gd name="T69" fmla="*/ 0 h 992"/>
                  <a:gd name="T70" fmla="*/ 0 w 3106"/>
                  <a:gd name="T71" fmla="*/ 0 h 992"/>
                  <a:gd name="T72" fmla="*/ 0 w 3106"/>
                  <a:gd name="T73" fmla="*/ 0 h 992"/>
                  <a:gd name="T74" fmla="*/ 0 w 3106"/>
                  <a:gd name="T75" fmla="*/ 0 h 992"/>
                  <a:gd name="T76" fmla="*/ 0 w 3106"/>
                  <a:gd name="T77" fmla="*/ 0 h 992"/>
                  <a:gd name="T78" fmla="*/ 0 w 3106"/>
                  <a:gd name="T79" fmla="*/ 0 h 992"/>
                  <a:gd name="T80" fmla="*/ 0 w 3106"/>
                  <a:gd name="T81" fmla="*/ 0 h 992"/>
                  <a:gd name="T82" fmla="*/ 0 w 3106"/>
                  <a:gd name="T83" fmla="*/ 0 h 992"/>
                  <a:gd name="T84" fmla="*/ 0 w 3106"/>
                  <a:gd name="T85" fmla="*/ 0 h 992"/>
                  <a:gd name="T86" fmla="*/ 0 w 3106"/>
                  <a:gd name="T87" fmla="*/ 0 h 992"/>
                  <a:gd name="T88" fmla="*/ 0 w 3106"/>
                  <a:gd name="T89" fmla="*/ 0 h 99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106"/>
                  <a:gd name="T136" fmla="*/ 0 h 992"/>
                  <a:gd name="T137" fmla="*/ 3106 w 3106"/>
                  <a:gd name="T138" fmla="*/ 992 h 99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106" h="992">
                    <a:moveTo>
                      <a:pt x="0" y="215"/>
                    </a:moveTo>
                    <a:lnTo>
                      <a:pt x="430" y="377"/>
                    </a:lnTo>
                    <a:lnTo>
                      <a:pt x="540" y="268"/>
                    </a:lnTo>
                    <a:lnTo>
                      <a:pt x="770" y="268"/>
                    </a:lnTo>
                    <a:lnTo>
                      <a:pt x="896" y="364"/>
                    </a:lnTo>
                    <a:lnTo>
                      <a:pt x="1010" y="327"/>
                    </a:lnTo>
                    <a:lnTo>
                      <a:pt x="1603" y="314"/>
                    </a:lnTo>
                    <a:lnTo>
                      <a:pt x="2017" y="226"/>
                    </a:lnTo>
                    <a:lnTo>
                      <a:pt x="2589" y="0"/>
                    </a:lnTo>
                    <a:lnTo>
                      <a:pt x="2663" y="49"/>
                    </a:lnTo>
                    <a:lnTo>
                      <a:pt x="2676" y="100"/>
                    </a:lnTo>
                    <a:lnTo>
                      <a:pt x="2614" y="162"/>
                    </a:lnTo>
                    <a:lnTo>
                      <a:pt x="2689" y="238"/>
                    </a:lnTo>
                    <a:lnTo>
                      <a:pt x="2713" y="302"/>
                    </a:lnTo>
                    <a:lnTo>
                      <a:pt x="2689" y="377"/>
                    </a:lnTo>
                    <a:lnTo>
                      <a:pt x="3091" y="413"/>
                    </a:lnTo>
                    <a:lnTo>
                      <a:pt x="3106" y="439"/>
                    </a:lnTo>
                    <a:lnTo>
                      <a:pt x="2689" y="461"/>
                    </a:lnTo>
                    <a:lnTo>
                      <a:pt x="2689" y="500"/>
                    </a:lnTo>
                    <a:lnTo>
                      <a:pt x="2713" y="540"/>
                    </a:lnTo>
                    <a:lnTo>
                      <a:pt x="3078" y="553"/>
                    </a:lnTo>
                    <a:lnTo>
                      <a:pt x="3043" y="602"/>
                    </a:lnTo>
                    <a:lnTo>
                      <a:pt x="2737" y="665"/>
                    </a:lnTo>
                    <a:lnTo>
                      <a:pt x="2737" y="715"/>
                    </a:lnTo>
                    <a:lnTo>
                      <a:pt x="2953" y="715"/>
                    </a:lnTo>
                    <a:lnTo>
                      <a:pt x="2977" y="680"/>
                    </a:lnTo>
                    <a:lnTo>
                      <a:pt x="2965" y="740"/>
                    </a:lnTo>
                    <a:lnTo>
                      <a:pt x="2589" y="791"/>
                    </a:lnTo>
                    <a:lnTo>
                      <a:pt x="2160" y="814"/>
                    </a:lnTo>
                    <a:lnTo>
                      <a:pt x="1992" y="814"/>
                    </a:lnTo>
                    <a:lnTo>
                      <a:pt x="1753" y="854"/>
                    </a:lnTo>
                    <a:lnTo>
                      <a:pt x="1676" y="992"/>
                    </a:lnTo>
                    <a:lnTo>
                      <a:pt x="1314" y="992"/>
                    </a:lnTo>
                    <a:lnTo>
                      <a:pt x="1641" y="953"/>
                    </a:lnTo>
                    <a:lnTo>
                      <a:pt x="1692" y="867"/>
                    </a:lnTo>
                    <a:lnTo>
                      <a:pt x="1715" y="752"/>
                    </a:lnTo>
                    <a:lnTo>
                      <a:pt x="1715" y="641"/>
                    </a:lnTo>
                    <a:lnTo>
                      <a:pt x="1676" y="489"/>
                    </a:lnTo>
                    <a:lnTo>
                      <a:pt x="1630" y="364"/>
                    </a:lnTo>
                    <a:lnTo>
                      <a:pt x="1010" y="377"/>
                    </a:lnTo>
                    <a:lnTo>
                      <a:pt x="881" y="401"/>
                    </a:lnTo>
                    <a:lnTo>
                      <a:pt x="669" y="314"/>
                    </a:lnTo>
                    <a:lnTo>
                      <a:pt x="468" y="473"/>
                    </a:lnTo>
                    <a:lnTo>
                      <a:pt x="415" y="401"/>
                    </a:lnTo>
                    <a:lnTo>
                      <a:pt x="0" y="2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7" name="Freeform 121"/>
              <p:cNvSpPr>
                <a:spLocks/>
              </p:cNvSpPr>
              <p:nvPr/>
            </p:nvSpPr>
            <p:spPr bwMode="auto">
              <a:xfrm>
                <a:off x="2328" y="2081"/>
                <a:ext cx="45" cy="18"/>
              </a:xfrm>
              <a:custGeom>
                <a:avLst/>
                <a:gdLst>
                  <a:gd name="T0" fmla="*/ 0 w 366"/>
                  <a:gd name="T1" fmla="*/ 0 h 150"/>
                  <a:gd name="T2" fmla="*/ 0 w 366"/>
                  <a:gd name="T3" fmla="*/ 0 h 150"/>
                  <a:gd name="T4" fmla="*/ 0 w 366"/>
                  <a:gd name="T5" fmla="*/ 0 h 150"/>
                  <a:gd name="T6" fmla="*/ 0 w 366"/>
                  <a:gd name="T7" fmla="*/ 0 h 150"/>
                  <a:gd name="T8" fmla="*/ 0 w 366"/>
                  <a:gd name="T9" fmla="*/ 0 h 150"/>
                  <a:gd name="T10" fmla="*/ 0 w 366"/>
                  <a:gd name="T11" fmla="*/ 0 h 150"/>
                  <a:gd name="T12" fmla="*/ 0 60000 65536"/>
                  <a:gd name="T13" fmla="*/ 0 60000 65536"/>
                  <a:gd name="T14" fmla="*/ 0 60000 65536"/>
                  <a:gd name="T15" fmla="*/ 0 60000 65536"/>
                  <a:gd name="T16" fmla="*/ 0 60000 65536"/>
                  <a:gd name="T17" fmla="*/ 0 60000 65536"/>
                  <a:gd name="T18" fmla="*/ 0 w 366"/>
                  <a:gd name="T19" fmla="*/ 0 h 150"/>
                  <a:gd name="T20" fmla="*/ 366 w 366"/>
                  <a:gd name="T21" fmla="*/ 150 h 150"/>
                </a:gdLst>
                <a:ahLst/>
                <a:cxnLst>
                  <a:cxn ang="T12">
                    <a:pos x="T0" y="T1"/>
                  </a:cxn>
                  <a:cxn ang="T13">
                    <a:pos x="T2" y="T3"/>
                  </a:cxn>
                  <a:cxn ang="T14">
                    <a:pos x="T4" y="T5"/>
                  </a:cxn>
                  <a:cxn ang="T15">
                    <a:pos x="T6" y="T7"/>
                  </a:cxn>
                  <a:cxn ang="T16">
                    <a:pos x="T8" y="T9"/>
                  </a:cxn>
                  <a:cxn ang="T17">
                    <a:pos x="T10" y="T11"/>
                  </a:cxn>
                </a:cxnLst>
                <a:rect l="T18" t="T19" r="T20" b="T21"/>
                <a:pathLst>
                  <a:path w="366" h="150">
                    <a:moveTo>
                      <a:pt x="366" y="114"/>
                    </a:moveTo>
                    <a:lnTo>
                      <a:pt x="200" y="0"/>
                    </a:lnTo>
                    <a:lnTo>
                      <a:pt x="0" y="40"/>
                    </a:lnTo>
                    <a:lnTo>
                      <a:pt x="38" y="93"/>
                    </a:lnTo>
                    <a:lnTo>
                      <a:pt x="302" y="150"/>
                    </a:lnTo>
                    <a:lnTo>
                      <a:pt x="366"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8" name="Freeform 122"/>
              <p:cNvSpPr>
                <a:spLocks/>
              </p:cNvSpPr>
              <p:nvPr/>
            </p:nvSpPr>
            <p:spPr bwMode="auto">
              <a:xfrm>
                <a:off x="2175" y="1770"/>
                <a:ext cx="39" cy="273"/>
              </a:xfrm>
              <a:custGeom>
                <a:avLst/>
                <a:gdLst>
                  <a:gd name="T0" fmla="*/ 0 w 315"/>
                  <a:gd name="T1" fmla="*/ 0 h 2186"/>
                  <a:gd name="T2" fmla="*/ 0 w 315"/>
                  <a:gd name="T3" fmla="*/ 0 h 2186"/>
                  <a:gd name="T4" fmla="*/ 0 w 315"/>
                  <a:gd name="T5" fmla="*/ 0 h 2186"/>
                  <a:gd name="T6" fmla="*/ 0 w 315"/>
                  <a:gd name="T7" fmla="*/ 0 h 2186"/>
                  <a:gd name="T8" fmla="*/ 0 w 315"/>
                  <a:gd name="T9" fmla="*/ 0 h 2186"/>
                  <a:gd name="T10" fmla="*/ 0 w 315"/>
                  <a:gd name="T11" fmla="*/ 0 h 2186"/>
                  <a:gd name="T12" fmla="*/ 0 w 315"/>
                  <a:gd name="T13" fmla="*/ 0 h 2186"/>
                  <a:gd name="T14" fmla="*/ 0 w 315"/>
                  <a:gd name="T15" fmla="*/ 0 h 2186"/>
                  <a:gd name="T16" fmla="*/ 0 w 315"/>
                  <a:gd name="T17" fmla="*/ 0 h 2186"/>
                  <a:gd name="T18" fmla="*/ 0 w 315"/>
                  <a:gd name="T19" fmla="*/ 0 h 2186"/>
                  <a:gd name="T20" fmla="*/ 0 w 315"/>
                  <a:gd name="T21" fmla="*/ 0 h 2186"/>
                  <a:gd name="T22" fmla="*/ 0 w 315"/>
                  <a:gd name="T23" fmla="*/ 0 h 2186"/>
                  <a:gd name="T24" fmla="*/ 0 w 315"/>
                  <a:gd name="T25" fmla="*/ 0 h 2186"/>
                  <a:gd name="T26" fmla="*/ 0 w 315"/>
                  <a:gd name="T27" fmla="*/ 0 h 2186"/>
                  <a:gd name="T28" fmla="*/ 0 w 315"/>
                  <a:gd name="T29" fmla="*/ 0 h 2186"/>
                  <a:gd name="T30" fmla="*/ 0 w 315"/>
                  <a:gd name="T31" fmla="*/ 0 h 2186"/>
                  <a:gd name="T32" fmla="*/ 0 w 315"/>
                  <a:gd name="T33" fmla="*/ 0 h 2186"/>
                  <a:gd name="T34" fmla="*/ 0 w 315"/>
                  <a:gd name="T35" fmla="*/ 0 h 2186"/>
                  <a:gd name="T36" fmla="*/ 0 w 315"/>
                  <a:gd name="T37" fmla="*/ 0 h 2186"/>
                  <a:gd name="T38" fmla="*/ 0 w 315"/>
                  <a:gd name="T39" fmla="*/ 0 h 2186"/>
                  <a:gd name="T40" fmla="*/ 0 w 315"/>
                  <a:gd name="T41" fmla="*/ 0 h 2186"/>
                  <a:gd name="T42" fmla="*/ 0 w 315"/>
                  <a:gd name="T43" fmla="*/ 0 h 2186"/>
                  <a:gd name="T44" fmla="*/ 0 w 315"/>
                  <a:gd name="T45" fmla="*/ 0 h 2186"/>
                  <a:gd name="T46" fmla="*/ 0 w 315"/>
                  <a:gd name="T47" fmla="*/ 0 h 218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15"/>
                  <a:gd name="T73" fmla="*/ 0 h 2186"/>
                  <a:gd name="T74" fmla="*/ 315 w 315"/>
                  <a:gd name="T75" fmla="*/ 2186 h 218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15" h="2186">
                    <a:moveTo>
                      <a:pt x="175" y="2133"/>
                    </a:moveTo>
                    <a:lnTo>
                      <a:pt x="214" y="2085"/>
                    </a:lnTo>
                    <a:lnTo>
                      <a:pt x="214" y="1958"/>
                    </a:lnTo>
                    <a:lnTo>
                      <a:pt x="124" y="1633"/>
                    </a:lnTo>
                    <a:lnTo>
                      <a:pt x="62" y="1180"/>
                    </a:lnTo>
                    <a:lnTo>
                      <a:pt x="49" y="796"/>
                    </a:lnTo>
                    <a:lnTo>
                      <a:pt x="21" y="540"/>
                    </a:lnTo>
                    <a:lnTo>
                      <a:pt x="49" y="466"/>
                    </a:lnTo>
                    <a:lnTo>
                      <a:pt x="49" y="325"/>
                    </a:lnTo>
                    <a:lnTo>
                      <a:pt x="0" y="213"/>
                    </a:lnTo>
                    <a:lnTo>
                      <a:pt x="73" y="277"/>
                    </a:lnTo>
                    <a:lnTo>
                      <a:pt x="99" y="213"/>
                    </a:lnTo>
                    <a:lnTo>
                      <a:pt x="111" y="127"/>
                    </a:lnTo>
                    <a:lnTo>
                      <a:pt x="111" y="0"/>
                    </a:lnTo>
                    <a:lnTo>
                      <a:pt x="124" y="104"/>
                    </a:lnTo>
                    <a:lnTo>
                      <a:pt x="136" y="213"/>
                    </a:lnTo>
                    <a:lnTo>
                      <a:pt x="111" y="341"/>
                    </a:lnTo>
                    <a:lnTo>
                      <a:pt x="73" y="466"/>
                    </a:lnTo>
                    <a:lnTo>
                      <a:pt x="49" y="551"/>
                    </a:lnTo>
                    <a:lnTo>
                      <a:pt x="111" y="1292"/>
                    </a:lnTo>
                    <a:lnTo>
                      <a:pt x="185" y="1732"/>
                    </a:lnTo>
                    <a:lnTo>
                      <a:pt x="262" y="1958"/>
                    </a:lnTo>
                    <a:lnTo>
                      <a:pt x="315" y="2186"/>
                    </a:lnTo>
                    <a:lnTo>
                      <a:pt x="175" y="21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9" name="Freeform 123"/>
              <p:cNvSpPr>
                <a:spLocks/>
              </p:cNvSpPr>
              <p:nvPr/>
            </p:nvSpPr>
            <p:spPr bwMode="auto">
              <a:xfrm>
                <a:off x="2215" y="1750"/>
                <a:ext cx="217" cy="307"/>
              </a:xfrm>
              <a:custGeom>
                <a:avLst/>
                <a:gdLst>
                  <a:gd name="T0" fmla="*/ 0 w 1731"/>
                  <a:gd name="T1" fmla="*/ 0 h 2462"/>
                  <a:gd name="T2" fmla="*/ 0 w 1731"/>
                  <a:gd name="T3" fmla="*/ 0 h 2462"/>
                  <a:gd name="T4" fmla="*/ 0 w 1731"/>
                  <a:gd name="T5" fmla="*/ 0 h 2462"/>
                  <a:gd name="T6" fmla="*/ 0 w 1731"/>
                  <a:gd name="T7" fmla="*/ 0 h 2462"/>
                  <a:gd name="T8" fmla="*/ 0 w 1731"/>
                  <a:gd name="T9" fmla="*/ 0 h 2462"/>
                  <a:gd name="T10" fmla="*/ 0 w 1731"/>
                  <a:gd name="T11" fmla="*/ 0 h 2462"/>
                  <a:gd name="T12" fmla="*/ 0 w 1731"/>
                  <a:gd name="T13" fmla="*/ 0 h 2462"/>
                  <a:gd name="T14" fmla="*/ 0 w 1731"/>
                  <a:gd name="T15" fmla="*/ 0 h 2462"/>
                  <a:gd name="T16" fmla="*/ 0 w 1731"/>
                  <a:gd name="T17" fmla="*/ 0 h 2462"/>
                  <a:gd name="T18" fmla="*/ 0 w 1731"/>
                  <a:gd name="T19" fmla="*/ 0 h 2462"/>
                  <a:gd name="T20" fmla="*/ 0 w 1731"/>
                  <a:gd name="T21" fmla="*/ 0 h 2462"/>
                  <a:gd name="T22" fmla="*/ 0 w 1731"/>
                  <a:gd name="T23" fmla="*/ 0 h 2462"/>
                  <a:gd name="T24" fmla="*/ 0 w 1731"/>
                  <a:gd name="T25" fmla="*/ 0 h 2462"/>
                  <a:gd name="T26" fmla="*/ 0 w 1731"/>
                  <a:gd name="T27" fmla="*/ 0 h 2462"/>
                  <a:gd name="T28" fmla="*/ 0 w 1731"/>
                  <a:gd name="T29" fmla="*/ 0 h 2462"/>
                  <a:gd name="T30" fmla="*/ 0 w 1731"/>
                  <a:gd name="T31" fmla="*/ 0 h 2462"/>
                  <a:gd name="T32" fmla="*/ 0 w 1731"/>
                  <a:gd name="T33" fmla="*/ 0 h 2462"/>
                  <a:gd name="T34" fmla="*/ 0 w 1731"/>
                  <a:gd name="T35" fmla="*/ 0 h 2462"/>
                  <a:gd name="T36" fmla="*/ 0 w 1731"/>
                  <a:gd name="T37" fmla="*/ 0 h 2462"/>
                  <a:gd name="T38" fmla="*/ 0 w 1731"/>
                  <a:gd name="T39" fmla="*/ 0 h 2462"/>
                  <a:gd name="T40" fmla="*/ 0 w 1731"/>
                  <a:gd name="T41" fmla="*/ 0 h 2462"/>
                  <a:gd name="T42" fmla="*/ 0 w 1731"/>
                  <a:gd name="T43" fmla="*/ 0 h 2462"/>
                  <a:gd name="T44" fmla="*/ 0 w 1731"/>
                  <a:gd name="T45" fmla="*/ 0 h 2462"/>
                  <a:gd name="T46" fmla="*/ 0 w 1731"/>
                  <a:gd name="T47" fmla="*/ 0 h 2462"/>
                  <a:gd name="T48" fmla="*/ 0 w 1731"/>
                  <a:gd name="T49" fmla="*/ 0 h 2462"/>
                  <a:gd name="T50" fmla="*/ 0 w 1731"/>
                  <a:gd name="T51" fmla="*/ 0 h 2462"/>
                  <a:gd name="T52" fmla="*/ 0 w 1731"/>
                  <a:gd name="T53" fmla="*/ 0 h 2462"/>
                  <a:gd name="T54" fmla="*/ 0 w 1731"/>
                  <a:gd name="T55" fmla="*/ 0 h 2462"/>
                  <a:gd name="T56" fmla="*/ 0 w 1731"/>
                  <a:gd name="T57" fmla="*/ 0 h 2462"/>
                  <a:gd name="T58" fmla="*/ 0 w 1731"/>
                  <a:gd name="T59" fmla="*/ 0 h 2462"/>
                  <a:gd name="T60" fmla="*/ 0 w 1731"/>
                  <a:gd name="T61" fmla="*/ 0 h 2462"/>
                  <a:gd name="T62" fmla="*/ 0 w 1731"/>
                  <a:gd name="T63" fmla="*/ 0 h 2462"/>
                  <a:gd name="T64" fmla="*/ 0 w 1731"/>
                  <a:gd name="T65" fmla="*/ 0 h 2462"/>
                  <a:gd name="T66" fmla="*/ 0 w 1731"/>
                  <a:gd name="T67" fmla="*/ 0 h 2462"/>
                  <a:gd name="T68" fmla="*/ 0 w 1731"/>
                  <a:gd name="T69" fmla="*/ 0 h 2462"/>
                  <a:gd name="T70" fmla="*/ 0 w 1731"/>
                  <a:gd name="T71" fmla="*/ 0 h 2462"/>
                  <a:gd name="T72" fmla="*/ 0 w 1731"/>
                  <a:gd name="T73" fmla="*/ 0 h 2462"/>
                  <a:gd name="T74" fmla="*/ 0 w 1731"/>
                  <a:gd name="T75" fmla="*/ 0 h 2462"/>
                  <a:gd name="T76" fmla="*/ 0 w 1731"/>
                  <a:gd name="T77" fmla="*/ 0 h 2462"/>
                  <a:gd name="T78" fmla="*/ 0 w 1731"/>
                  <a:gd name="T79" fmla="*/ 0 h 2462"/>
                  <a:gd name="T80" fmla="*/ 0 w 1731"/>
                  <a:gd name="T81" fmla="*/ 0 h 2462"/>
                  <a:gd name="T82" fmla="*/ 0 w 1731"/>
                  <a:gd name="T83" fmla="*/ 0 h 2462"/>
                  <a:gd name="T84" fmla="*/ 0 w 1731"/>
                  <a:gd name="T85" fmla="*/ 0 h 2462"/>
                  <a:gd name="T86" fmla="*/ 0 w 1731"/>
                  <a:gd name="T87" fmla="*/ 0 h 2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31"/>
                  <a:gd name="T133" fmla="*/ 0 h 2462"/>
                  <a:gd name="T134" fmla="*/ 1731 w 1731"/>
                  <a:gd name="T135" fmla="*/ 2462 h 2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31" h="2462">
                    <a:moveTo>
                      <a:pt x="152" y="0"/>
                    </a:moveTo>
                    <a:lnTo>
                      <a:pt x="379" y="203"/>
                    </a:lnTo>
                    <a:lnTo>
                      <a:pt x="440" y="376"/>
                    </a:lnTo>
                    <a:lnTo>
                      <a:pt x="480" y="541"/>
                    </a:lnTo>
                    <a:lnTo>
                      <a:pt x="480" y="800"/>
                    </a:lnTo>
                    <a:lnTo>
                      <a:pt x="368" y="1646"/>
                    </a:lnTo>
                    <a:lnTo>
                      <a:pt x="267" y="1747"/>
                    </a:lnTo>
                    <a:lnTo>
                      <a:pt x="0" y="1784"/>
                    </a:lnTo>
                    <a:lnTo>
                      <a:pt x="368" y="1772"/>
                    </a:lnTo>
                    <a:lnTo>
                      <a:pt x="254" y="2450"/>
                    </a:lnTo>
                    <a:lnTo>
                      <a:pt x="278" y="2462"/>
                    </a:lnTo>
                    <a:lnTo>
                      <a:pt x="406" y="1881"/>
                    </a:lnTo>
                    <a:lnTo>
                      <a:pt x="883" y="2273"/>
                    </a:lnTo>
                    <a:lnTo>
                      <a:pt x="996" y="2273"/>
                    </a:lnTo>
                    <a:lnTo>
                      <a:pt x="1174" y="2185"/>
                    </a:lnTo>
                    <a:lnTo>
                      <a:pt x="1363" y="2035"/>
                    </a:lnTo>
                    <a:lnTo>
                      <a:pt x="1500" y="1895"/>
                    </a:lnTo>
                    <a:lnTo>
                      <a:pt x="1603" y="1759"/>
                    </a:lnTo>
                    <a:lnTo>
                      <a:pt x="1462" y="1881"/>
                    </a:lnTo>
                    <a:lnTo>
                      <a:pt x="1363" y="1809"/>
                    </a:lnTo>
                    <a:lnTo>
                      <a:pt x="1480" y="1734"/>
                    </a:lnTo>
                    <a:lnTo>
                      <a:pt x="1238" y="1809"/>
                    </a:lnTo>
                    <a:lnTo>
                      <a:pt x="950" y="1846"/>
                    </a:lnTo>
                    <a:lnTo>
                      <a:pt x="669" y="1846"/>
                    </a:lnTo>
                    <a:lnTo>
                      <a:pt x="555" y="1846"/>
                    </a:lnTo>
                    <a:lnTo>
                      <a:pt x="469" y="1784"/>
                    </a:lnTo>
                    <a:lnTo>
                      <a:pt x="647" y="1708"/>
                    </a:lnTo>
                    <a:lnTo>
                      <a:pt x="1012" y="1708"/>
                    </a:lnTo>
                    <a:lnTo>
                      <a:pt x="1300" y="1545"/>
                    </a:lnTo>
                    <a:lnTo>
                      <a:pt x="1012" y="1631"/>
                    </a:lnTo>
                    <a:lnTo>
                      <a:pt x="647" y="1631"/>
                    </a:lnTo>
                    <a:lnTo>
                      <a:pt x="440" y="1685"/>
                    </a:lnTo>
                    <a:lnTo>
                      <a:pt x="440" y="1496"/>
                    </a:lnTo>
                    <a:lnTo>
                      <a:pt x="987" y="1409"/>
                    </a:lnTo>
                    <a:lnTo>
                      <a:pt x="781" y="892"/>
                    </a:lnTo>
                    <a:lnTo>
                      <a:pt x="555" y="592"/>
                    </a:lnTo>
                    <a:lnTo>
                      <a:pt x="555" y="415"/>
                    </a:lnTo>
                    <a:lnTo>
                      <a:pt x="1570" y="1444"/>
                    </a:lnTo>
                    <a:lnTo>
                      <a:pt x="1731" y="1519"/>
                    </a:lnTo>
                    <a:lnTo>
                      <a:pt x="1642" y="1332"/>
                    </a:lnTo>
                    <a:lnTo>
                      <a:pt x="733" y="477"/>
                    </a:lnTo>
                    <a:lnTo>
                      <a:pt x="620" y="267"/>
                    </a:lnTo>
                    <a:lnTo>
                      <a:pt x="304" y="51"/>
                    </a:lnTo>
                    <a:lnTo>
                      <a:pt x="1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0" name="Freeform 124"/>
              <p:cNvSpPr>
                <a:spLocks/>
              </p:cNvSpPr>
              <p:nvPr/>
            </p:nvSpPr>
            <p:spPr bwMode="auto">
              <a:xfrm>
                <a:off x="2345" y="1986"/>
                <a:ext cx="98" cy="73"/>
              </a:xfrm>
              <a:custGeom>
                <a:avLst/>
                <a:gdLst>
                  <a:gd name="T0" fmla="*/ 0 w 783"/>
                  <a:gd name="T1" fmla="*/ 0 h 580"/>
                  <a:gd name="T2" fmla="*/ 0 w 783"/>
                  <a:gd name="T3" fmla="*/ 0 h 580"/>
                  <a:gd name="T4" fmla="*/ 0 w 783"/>
                  <a:gd name="T5" fmla="*/ 0 h 580"/>
                  <a:gd name="T6" fmla="*/ 0 w 783"/>
                  <a:gd name="T7" fmla="*/ 0 h 580"/>
                  <a:gd name="T8" fmla="*/ 0 w 783"/>
                  <a:gd name="T9" fmla="*/ 0 h 580"/>
                  <a:gd name="T10" fmla="*/ 0 w 783"/>
                  <a:gd name="T11" fmla="*/ 0 h 580"/>
                  <a:gd name="T12" fmla="*/ 0 w 783"/>
                  <a:gd name="T13" fmla="*/ 0 h 580"/>
                  <a:gd name="T14" fmla="*/ 0 w 783"/>
                  <a:gd name="T15" fmla="*/ 0 h 580"/>
                  <a:gd name="T16" fmla="*/ 0 w 783"/>
                  <a:gd name="T17" fmla="*/ 0 h 580"/>
                  <a:gd name="T18" fmla="*/ 0 w 783"/>
                  <a:gd name="T19" fmla="*/ 0 h 5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3"/>
                  <a:gd name="T31" fmla="*/ 0 h 580"/>
                  <a:gd name="T32" fmla="*/ 783 w 783"/>
                  <a:gd name="T33" fmla="*/ 580 h 5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3" h="580">
                    <a:moveTo>
                      <a:pt x="0" y="442"/>
                    </a:moveTo>
                    <a:lnTo>
                      <a:pt x="317" y="378"/>
                    </a:lnTo>
                    <a:lnTo>
                      <a:pt x="670" y="580"/>
                    </a:lnTo>
                    <a:lnTo>
                      <a:pt x="783" y="540"/>
                    </a:lnTo>
                    <a:lnTo>
                      <a:pt x="504" y="378"/>
                    </a:lnTo>
                    <a:lnTo>
                      <a:pt x="619" y="166"/>
                    </a:lnTo>
                    <a:lnTo>
                      <a:pt x="619" y="0"/>
                    </a:lnTo>
                    <a:lnTo>
                      <a:pt x="402" y="265"/>
                    </a:lnTo>
                    <a:lnTo>
                      <a:pt x="216" y="362"/>
                    </a:lnTo>
                    <a:lnTo>
                      <a:pt x="0" y="4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1" name="Freeform 125"/>
              <p:cNvSpPr>
                <a:spLocks/>
              </p:cNvSpPr>
              <p:nvPr/>
            </p:nvSpPr>
            <p:spPr bwMode="auto">
              <a:xfrm>
                <a:off x="2416" y="1935"/>
                <a:ext cx="123" cy="88"/>
              </a:xfrm>
              <a:custGeom>
                <a:avLst/>
                <a:gdLst>
                  <a:gd name="T0" fmla="*/ 0 w 984"/>
                  <a:gd name="T1" fmla="*/ 0 h 703"/>
                  <a:gd name="T2" fmla="*/ 0 w 984"/>
                  <a:gd name="T3" fmla="*/ 0 h 703"/>
                  <a:gd name="T4" fmla="*/ 0 w 984"/>
                  <a:gd name="T5" fmla="*/ 0 h 703"/>
                  <a:gd name="T6" fmla="*/ 0 w 984"/>
                  <a:gd name="T7" fmla="*/ 0 h 703"/>
                  <a:gd name="T8" fmla="*/ 0 w 984"/>
                  <a:gd name="T9" fmla="*/ 0 h 703"/>
                  <a:gd name="T10" fmla="*/ 0 w 984"/>
                  <a:gd name="T11" fmla="*/ 0 h 703"/>
                  <a:gd name="T12" fmla="*/ 0 w 984"/>
                  <a:gd name="T13" fmla="*/ 0 h 703"/>
                  <a:gd name="T14" fmla="*/ 0 w 984"/>
                  <a:gd name="T15" fmla="*/ 0 h 703"/>
                  <a:gd name="T16" fmla="*/ 0 w 984"/>
                  <a:gd name="T17" fmla="*/ 0 h 703"/>
                  <a:gd name="T18" fmla="*/ 0 w 984"/>
                  <a:gd name="T19" fmla="*/ 0 h 703"/>
                  <a:gd name="T20" fmla="*/ 0 w 984"/>
                  <a:gd name="T21" fmla="*/ 0 h 703"/>
                  <a:gd name="T22" fmla="*/ 0 w 984"/>
                  <a:gd name="T23" fmla="*/ 0 h 703"/>
                  <a:gd name="T24" fmla="*/ 0 w 984"/>
                  <a:gd name="T25" fmla="*/ 0 h 703"/>
                  <a:gd name="T26" fmla="*/ 0 w 984"/>
                  <a:gd name="T27" fmla="*/ 0 h 703"/>
                  <a:gd name="T28" fmla="*/ 0 w 984"/>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84"/>
                  <a:gd name="T46" fmla="*/ 0 h 703"/>
                  <a:gd name="T47" fmla="*/ 984 w 984"/>
                  <a:gd name="T48" fmla="*/ 703 h 70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84" h="703">
                    <a:moveTo>
                      <a:pt x="189" y="314"/>
                    </a:moveTo>
                    <a:lnTo>
                      <a:pt x="367" y="212"/>
                    </a:lnTo>
                    <a:lnTo>
                      <a:pt x="744" y="364"/>
                    </a:lnTo>
                    <a:lnTo>
                      <a:pt x="744" y="500"/>
                    </a:lnTo>
                    <a:lnTo>
                      <a:pt x="442" y="579"/>
                    </a:lnTo>
                    <a:lnTo>
                      <a:pt x="809" y="567"/>
                    </a:lnTo>
                    <a:lnTo>
                      <a:pt x="984" y="703"/>
                    </a:lnTo>
                    <a:lnTo>
                      <a:pt x="870" y="450"/>
                    </a:lnTo>
                    <a:lnTo>
                      <a:pt x="707" y="265"/>
                    </a:lnTo>
                    <a:lnTo>
                      <a:pt x="343" y="164"/>
                    </a:lnTo>
                    <a:lnTo>
                      <a:pt x="202" y="0"/>
                    </a:lnTo>
                    <a:lnTo>
                      <a:pt x="0" y="164"/>
                    </a:lnTo>
                    <a:lnTo>
                      <a:pt x="178" y="63"/>
                    </a:lnTo>
                    <a:lnTo>
                      <a:pt x="239" y="149"/>
                    </a:lnTo>
                    <a:lnTo>
                      <a:pt x="189" y="3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2" name="Freeform 126"/>
              <p:cNvSpPr>
                <a:spLocks/>
              </p:cNvSpPr>
              <p:nvPr/>
            </p:nvSpPr>
            <p:spPr bwMode="auto">
              <a:xfrm>
                <a:off x="2547" y="2016"/>
                <a:ext cx="73" cy="52"/>
              </a:xfrm>
              <a:custGeom>
                <a:avLst/>
                <a:gdLst>
                  <a:gd name="T0" fmla="*/ 0 w 581"/>
                  <a:gd name="T1" fmla="*/ 0 h 415"/>
                  <a:gd name="T2" fmla="*/ 0 w 581"/>
                  <a:gd name="T3" fmla="*/ 0 h 415"/>
                  <a:gd name="T4" fmla="*/ 0 w 581"/>
                  <a:gd name="T5" fmla="*/ 0 h 415"/>
                  <a:gd name="T6" fmla="*/ 0 w 581"/>
                  <a:gd name="T7" fmla="*/ 0 h 415"/>
                  <a:gd name="T8" fmla="*/ 0 w 581"/>
                  <a:gd name="T9" fmla="*/ 0 h 415"/>
                  <a:gd name="T10" fmla="*/ 0 w 581"/>
                  <a:gd name="T11" fmla="*/ 0 h 415"/>
                  <a:gd name="T12" fmla="*/ 0 w 581"/>
                  <a:gd name="T13" fmla="*/ 0 h 415"/>
                  <a:gd name="T14" fmla="*/ 0 w 581"/>
                  <a:gd name="T15" fmla="*/ 0 h 415"/>
                  <a:gd name="T16" fmla="*/ 0 w 581"/>
                  <a:gd name="T17" fmla="*/ 0 h 415"/>
                  <a:gd name="T18" fmla="*/ 0 w 581"/>
                  <a:gd name="T19" fmla="*/ 0 h 415"/>
                  <a:gd name="T20" fmla="*/ 0 w 581"/>
                  <a:gd name="T21" fmla="*/ 0 h 415"/>
                  <a:gd name="T22" fmla="*/ 0 w 581"/>
                  <a:gd name="T23" fmla="*/ 0 h 415"/>
                  <a:gd name="T24" fmla="*/ 0 w 581"/>
                  <a:gd name="T25" fmla="*/ 0 h 415"/>
                  <a:gd name="T26" fmla="*/ 0 w 581"/>
                  <a:gd name="T27" fmla="*/ 0 h 415"/>
                  <a:gd name="T28" fmla="*/ 0 w 581"/>
                  <a:gd name="T29" fmla="*/ 0 h 41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81"/>
                  <a:gd name="T46" fmla="*/ 0 h 415"/>
                  <a:gd name="T47" fmla="*/ 581 w 581"/>
                  <a:gd name="T48" fmla="*/ 415 h 41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81" h="415">
                    <a:moveTo>
                      <a:pt x="22" y="0"/>
                    </a:moveTo>
                    <a:lnTo>
                      <a:pt x="464" y="37"/>
                    </a:lnTo>
                    <a:lnTo>
                      <a:pt x="581" y="240"/>
                    </a:lnTo>
                    <a:lnTo>
                      <a:pt x="581" y="288"/>
                    </a:lnTo>
                    <a:lnTo>
                      <a:pt x="492" y="316"/>
                    </a:lnTo>
                    <a:lnTo>
                      <a:pt x="363" y="240"/>
                    </a:lnTo>
                    <a:lnTo>
                      <a:pt x="187" y="240"/>
                    </a:lnTo>
                    <a:lnTo>
                      <a:pt x="477" y="351"/>
                    </a:lnTo>
                    <a:lnTo>
                      <a:pt x="492" y="415"/>
                    </a:lnTo>
                    <a:lnTo>
                      <a:pt x="453" y="367"/>
                    </a:lnTo>
                    <a:lnTo>
                      <a:pt x="22" y="229"/>
                    </a:lnTo>
                    <a:lnTo>
                      <a:pt x="0" y="192"/>
                    </a:lnTo>
                    <a:lnTo>
                      <a:pt x="464" y="176"/>
                    </a:lnTo>
                    <a:lnTo>
                      <a:pt x="453" y="75"/>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3" name="Freeform 127"/>
              <p:cNvSpPr>
                <a:spLocks/>
              </p:cNvSpPr>
              <p:nvPr/>
            </p:nvSpPr>
            <p:spPr bwMode="auto">
              <a:xfrm>
                <a:off x="2583" y="2062"/>
                <a:ext cx="29" cy="44"/>
              </a:xfrm>
              <a:custGeom>
                <a:avLst/>
                <a:gdLst>
                  <a:gd name="T0" fmla="*/ 0 w 228"/>
                  <a:gd name="T1" fmla="*/ 0 h 352"/>
                  <a:gd name="T2" fmla="*/ 0 w 228"/>
                  <a:gd name="T3" fmla="*/ 0 h 352"/>
                  <a:gd name="T4" fmla="*/ 0 w 228"/>
                  <a:gd name="T5" fmla="*/ 0 h 352"/>
                  <a:gd name="T6" fmla="*/ 0 w 228"/>
                  <a:gd name="T7" fmla="*/ 0 h 352"/>
                  <a:gd name="T8" fmla="*/ 0 w 228"/>
                  <a:gd name="T9" fmla="*/ 0 h 352"/>
                  <a:gd name="T10" fmla="*/ 0 w 228"/>
                  <a:gd name="T11" fmla="*/ 0 h 352"/>
                  <a:gd name="T12" fmla="*/ 0 w 228"/>
                  <a:gd name="T13" fmla="*/ 0 h 352"/>
                  <a:gd name="T14" fmla="*/ 0 w 228"/>
                  <a:gd name="T15" fmla="*/ 0 h 352"/>
                  <a:gd name="T16" fmla="*/ 0 w 228"/>
                  <a:gd name="T17" fmla="*/ 0 h 352"/>
                  <a:gd name="T18" fmla="*/ 0 w 228"/>
                  <a:gd name="T19" fmla="*/ 0 h 3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8"/>
                  <a:gd name="T31" fmla="*/ 0 h 352"/>
                  <a:gd name="T32" fmla="*/ 228 w 228"/>
                  <a:gd name="T33" fmla="*/ 352 h 35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8" h="352">
                    <a:moveTo>
                      <a:pt x="186" y="99"/>
                    </a:moveTo>
                    <a:lnTo>
                      <a:pt x="186" y="163"/>
                    </a:lnTo>
                    <a:lnTo>
                      <a:pt x="96" y="210"/>
                    </a:lnTo>
                    <a:lnTo>
                      <a:pt x="0" y="275"/>
                    </a:lnTo>
                    <a:lnTo>
                      <a:pt x="72" y="352"/>
                    </a:lnTo>
                    <a:lnTo>
                      <a:pt x="125" y="249"/>
                    </a:lnTo>
                    <a:lnTo>
                      <a:pt x="228" y="187"/>
                    </a:lnTo>
                    <a:lnTo>
                      <a:pt x="228" y="74"/>
                    </a:lnTo>
                    <a:lnTo>
                      <a:pt x="186" y="0"/>
                    </a:lnTo>
                    <a:lnTo>
                      <a:pt x="186"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4" name="Freeform 128"/>
              <p:cNvSpPr>
                <a:spLocks/>
              </p:cNvSpPr>
              <p:nvPr/>
            </p:nvSpPr>
            <p:spPr bwMode="auto">
              <a:xfrm>
                <a:off x="2592" y="2043"/>
                <a:ext cx="46" cy="65"/>
              </a:xfrm>
              <a:custGeom>
                <a:avLst/>
                <a:gdLst>
                  <a:gd name="T0" fmla="*/ 0 w 369"/>
                  <a:gd name="T1" fmla="*/ 0 h 514"/>
                  <a:gd name="T2" fmla="*/ 0 w 369"/>
                  <a:gd name="T3" fmla="*/ 0 h 514"/>
                  <a:gd name="T4" fmla="*/ 0 w 369"/>
                  <a:gd name="T5" fmla="*/ 0 h 514"/>
                  <a:gd name="T6" fmla="*/ 0 w 369"/>
                  <a:gd name="T7" fmla="*/ 0 h 514"/>
                  <a:gd name="T8" fmla="*/ 0 w 369"/>
                  <a:gd name="T9" fmla="*/ 0 h 514"/>
                  <a:gd name="T10" fmla="*/ 0 60000 65536"/>
                  <a:gd name="T11" fmla="*/ 0 60000 65536"/>
                  <a:gd name="T12" fmla="*/ 0 60000 65536"/>
                  <a:gd name="T13" fmla="*/ 0 60000 65536"/>
                  <a:gd name="T14" fmla="*/ 0 60000 65536"/>
                  <a:gd name="T15" fmla="*/ 0 w 369"/>
                  <a:gd name="T16" fmla="*/ 0 h 514"/>
                  <a:gd name="T17" fmla="*/ 369 w 369"/>
                  <a:gd name="T18" fmla="*/ 514 h 514"/>
                </a:gdLst>
                <a:ahLst/>
                <a:cxnLst>
                  <a:cxn ang="T10">
                    <a:pos x="T0" y="T1"/>
                  </a:cxn>
                  <a:cxn ang="T11">
                    <a:pos x="T2" y="T3"/>
                  </a:cxn>
                  <a:cxn ang="T12">
                    <a:pos x="T4" y="T5"/>
                  </a:cxn>
                  <a:cxn ang="T13">
                    <a:pos x="T6" y="T7"/>
                  </a:cxn>
                  <a:cxn ang="T14">
                    <a:pos x="T8" y="T9"/>
                  </a:cxn>
                </a:cxnLst>
                <a:rect l="T15" t="T16" r="T17" b="T18"/>
                <a:pathLst>
                  <a:path w="369" h="514">
                    <a:moveTo>
                      <a:pt x="129" y="71"/>
                    </a:moveTo>
                    <a:lnTo>
                      <a:pt x="325" y="396"/>
                    </a:lnTo>
                    <a:lnTo>
                      <a:pt x="369" y="514"/>
                    </a:lnTo>
                    <a:lnTo>
                      <a:pt x="269" y="429"/>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35" name="Freeform 129"/>
              <p:cNvSpPr>
                <a:spLocks/>
              </p:cNvSpPr>
              <p:nvPr/>
            </p:nvSpPr>
            <p:spPr bwMode="auto">
              <a:xfrm>
                <a:off x="2538" y="1950"/>
                <a:ext cx="51" cy="72"/>
              </a:xfrm>
              <a:custGeom>
                <a:avLst/>
                <a:gdLst>
                  <a:gd name="T0" fmla="*/ 0 w 413"/>
                  <a:gd name="T1" fmla="*/ 0 h 576"/>
                  <a:gd name="T2" fmla="*/ 0 w 413"/>
                  <a:gd name="T3" fmla="*/ 0 h 576"/>
                  <a:gd name="T4" fmla="*/ 0 w 413"/>
                  <a:gd name="T5" fmla="*/ 0 h 576"/>
                  <a:gd name="T6" fmla="*/ 0 w 413"/>
                  <a:gd name="T7" fmla="*/ 0 h 576"/>
                  <a:gd name="T8" fmla="*/ 0 w 413"/>
                  <a:gd name="T9" fmla="*/ 0 h 576"/>
                  <a:gd name="T10" fmla="*/ 0 w 413"/>
                  <a:gd name="T11" fmla="*/ 0 h 576"/>
                  <a:gd name="T12" fmla="*/ 0 w 413"/>
                  <a:gd name="T13" fmla="*/ 0 h 576"/>
                  <a:gd name="T14" fmla="*/ 0 w 413"/>
                  <a:gd name="T15" fmla="*/ 0 h 576"/>
                  <a:gd name="T16" fmla="*/ 0 60000 65536"/>
                  <a:gd name="T17" fmla="*/ 0 60000 65536"/>
                  <a:gd name="T18" fmla="*/ 0 60000 65536"/>
                  <a:gd name="T19" fmla="*/ 0 60000 65536"/>
                  <a:gd name="T20" fmla="*/ 0 60000 65536"/>
                  <a:gd name="T21" fmla="*/ 0 60000 65536"/>
                  <a:gd name="T22" fmla="*/ 0 60000 65536"/>
                  <a:gd name="T23" fmla="*/ 0 60000 65536"/>
                  <a:gd name="T24" fmla="*/ 0 w 413"/>
                  <a:gd name="T25" fmla="*/ 0 h 576"/>
                  <a:gd name="T26" fmla="*/ 413 w 413"/>
                  <a:gd name="T27" fmla="*/ 576 h 5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3" h="576">
                    <a:moveTo>
                      <a:pt x="319" y="558"/>
                    </a:moveTo>
                    <a:lnTo>
                      <a:pt x="0" y="46"/>
                    </a:lnTo>
                    <a:lnTo>
                      <a:pt x="0" y="23"/>
                    </a:lnTo>
                    <a:lnTo>
                      <a:pt x="0" y="14"/>
                    </a:lnTo>
                    <a:lnTo>
                      <a:pt x="22" y="0"/>
                    </a:lnTo>
                    <a:lnTo>
                      <a:pt x="37" y="0"/>
                    </a:lnTo>
                    <a:lnTo>
                      <a:pt x="59" y="5"/>
                    </a:lnTo>
                    <a:lnTo>
                      <a:pt x="413" y="57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36" name="Freeform 130"/>
              <p:cNvSpPr>
                <a:spLocks/>
              </p:cNvSpPr>
              <p:nvPr/>
            </p:nvSpPr>
            <p:spPr bwMode="auto">
              <a:xfrm>
                <a:off x="2459" y="2024"/>
                <a:ext cx="60" cy="31"/>
              </a:xfrm>
              <a:custGeom>
                <a:avLst/>
                <a:gdLst>
                  <a:gd name="T0" fmla="*/ 0 w 477"/>
                  <a:gd name="T1" fmla="*/ 0 h 244"/>
                  <a:gd name="T2" fmla="*/ 0 w 477"/>
                  <a:gd name="T3" fmla="*/ 0 h 244"/>
                  <a:gd name="T4" fmla="*/ 0 w 477"/>
                  <a:gd name="T5" fmla="*/ 0 h 244"/>
                  <a:gd name="T6" fmla="*/ 0 w 477"/>
                  <a:gd name="T7" fmla="*/ 0 h 244"/>
                  <a:gd name="T8" fmla="*/ 0 w 477"/>
                  <a:gd name="T9" fmla="*/ 0 h 244"/>
                  <a:gd name="T10" fmla="*/ 0 w 477"/>
                  <a:gd name="T11" fmla="*/ 0 h 244"/>
                  <a:gd name="T12" fmla="*/ 0 w 477"/>
                  <a:gd name="T13" fmla="*/ 0 h 244"/>
                  <a:gd name="T14" fmla="*/ 0 w 477"/>
                  <a:gd name="T15" fmla="*/ 0 h 244"/>
                  <a:gd name="T16" fmla="*/ 0 w 477"/>
                  <a:gd name="T17" fmla="*/ 0 h 244"/>
                  <a:gd name="T18" fmla="*/ 0 w 477"/>
                  <a:gd name="T19" fmla="*/ 0 h 244"/>
                  <a:gd name="T20" fmla="*/ 0 w 477"/>
                  <a:gd name="T21" fmla="*/ 0 h 244"/>
                  <a:gd name="T22" fmla="*/ 0 w 477"/>
                  <a:gd name="T23" fmla="*/ 0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7"/>
                  <a:gd name="T37" fmla="*/ 0 h 244"/>
                  <a:gd name="T38" fmla="*/ 477 w 477"/>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7" h="244">
                    <a:moveTo>
                      <a:pt x="67" y="181"/>
                    </a:moveTo>
                    <a:lnTo>
                      <a:pt x="99" y="82"/>
                    </a:lnTo>
                    <a:lnTo>
                      <a:pt x="180" y="34"/>
                    </a:lnTo>
                    <a:lnTo>
                      <a:pt x="279" y="34"/>
                    </a:lnTo>
                    <a:lnTo>
                      <a:pt x="427" y="62"/>
                    </a:lnTo>
                    <a:lnTo>
                      <a:pt x="477" y="34"/>
                    </a:lnTo>
                    <a:lnTo>
                      <a:pt x="310" y="0"/>
                    </a:lnTo>
                    <a:lnTo>
                      <a:pt x="198" y="0"/>
                    </a:lnTo>
                    <a:lnTo>
                      <a:pt x="99" y="34"/>
                    </a:lnTo>
                    <a:lnTo>
                      <a:pt x="51" y="99"/>
                    </a:lnTo>
                    <a:lnTo>
                      <a:pt x="0" y="244"/>
                    </a:lnTo>
                    <a:lnTo>
                      <a:pt x="67"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7" name="Freeform 131"/>
              <p:cNvSpPr>
                <a:spLocks/>
              </p:cNvSpPr>
              <p:nvPr/>
            </p:nvSpPr>
            <p:spPr bwMode="auto">
              <a:xfrm>
                <a:off x="2413" y="1433"/>
                <a:ext cx="202" cy="247"/>
              </a:xfrm>
              <a:custGeom>
                <a:avLst/>
                <a:gdLst>
                  <a:gd name="T0" fmla="*/ 0 w 1617"/>
                  <a:gd name="T1" fmla="*/ 0 h 1969"/>
                  <a:gd name="T2" fmla="*/ 0 w 1617"/>
                  <a:gd name="T3" fmla="*/ 0 h 1969"/>
                  <a:gd name="T4" fmla="*/ 0 w 1617"/>
                  <a:gd name="T5" fmla="*/ 0 h 1969"/>
                  <a:gd name="T6" fmla="*/ 0 w 1617"/>
                  <a:gd name="T7" fmla="*/ 0 h 1969"/>
                  <a:gd name="T8" fmla="*/ 0 w 1617"/>
                  <a:gd name="T9" fmla="*/ 0 h 1969"/>
                  <a:gd name="T10" fmla="*/ 0 w 1617"/>
                  <a:gd name="T11" fmla="*/ 0 h 1969"/>
                  <a:gd name="T12" fmla="*/ 0 w 1617"/>
                  <a:gd name="T13" fmla="*/ 0 h 1969"/>
                  <a:gd name="T14" fmla="*/ 0 w 1617"/>
                  <a:gd name="T15" fmla="*/ 0 h 1969"/>
                  <a:gd name="T16" fmla="*/ 0 w 1617"/>
                  <a:gd name="T17" fmla="*/ 0 h 1969"/>
                  <a:gd name="T18" fmla="*/ 0 w 1617"/>
                  <a:gd name="T19" fmla="*/ 0 h 1969"/>
                  <a:gd name="T20" fmla="*/ 0 w 1617"/>
                  <a:gd name="T21" fmla="*/ 0 h 1969"/>
                  <a:gd name="T22" fmla="*/ 0 w 1617"/>
                  <a:gd name="T23" fmla="*/ 0 h 1969"/>
                  <a:gd name="T24" fmla="*/ 0 w 1617"/>
                  <a:gd name="T25" fmla="*/ 0 h 1969"/>
                  <a:gd name="T26" fmla="*/ 0 w 1617"/>
                  <a:gd name="T27" fmla="*/ 0 h 1969"/>
                  <a:gd name="T28" fmla="*/ 0 w 1617"/>
                  <a:gd name="T29" fmla="*/ 0 h 1969"/>
                  <a:gd name="T30" fmla="*/ 0 w 1617"/>
                  <a:gd name="T31" fmla="*/ 0 h 1969"/>
                  <a:gd name="T32" fmla="*/ 0 w 1617"/>
                  <a:gd name="T33" fmla="*/ 0 h 1969"/>
                  <a:gd name="T34" fmla="*/ 0 w 1617"/>
                  <a:gd name="T35" fmla="*/ 0 h 1969"/>
                  <a:gd name="T36" fmla="*/ 0 w 1617"/>
                  <a:gd name="T37" fmla="*/ 0 h 1969"/>
                  <a:gd name="T38" fmla="*/ 0 w 1617"/>
                  <a:gd name="T39" fmla="*/ 0 h 1969"/>
                  <a:gd name="T40" fmla="*/ 0 w 1617"/>
                  <a:gd name="T41" fmla="*/ 0 h 1969"/>
                  <a:gd name="T42" fmla="*/ 0 w 1617"/>
                  <a:gd name="T43" fmla="*/ 0 h 1969"/>
                  <a:gd name="T44" fmla="*/ 0 w 1617"/>
                  <a:gd name="T45" fmla="*/ 0 h 1969"/>
                  <a:gd name="T46" fmla="*/ 0 w 1617"/>
                  <a:gd name="T47" fmla="*/ 0 h 1969"/>
                  <a:gd name="T48" fmla="*/ 0 w 1617"/>
                  <a:gd name="T49" fmla="*/ 0 h 1969"/>
                  <a:gd name="T50" fmla="*/ 0 w 1617"/>
                  <a:gd name="T51" fmla="*/ 0 h 1969"/>
                  <a:gd name="T52" fmla="*/ 0 w 1617"/>
                  <a:gd name="T53" fmla="*/ 0 h 1969"/>
                  <a:gd name="T54" fmla="*/ 0 w 1617"/>
                  <a:gd name="T55" fmla="*/ 0 h 1969"/>
                  <a:gd name="T56" fmla="*/ 0 w 1617"/>
                  <a:gd name="T57" fmla="*/ 0 h 1969"/>
                  <a:gd name="T58" fmla="*/ 0 w 1617"/>
                  <a:gd name="T59" fmla="*/ 0 h 1969"/>
                  <a:gd name="T60" fmla="*/ 0 w 1617"/>
                  <a:gd name="T61" fmla="*/ 0 h 1969"/>
                  <a:gd name="T62" fmla="*/ 0 w 1617"/>
                  <a:gd name="T63" fmla="*/ 0 h 1969"/>
                  <a:gd name="T64" fmla="*/ 0 w 1617"/>
                  <a:gd name="T65" fmla="*/ 0 h 1969"/>
                  <a:gd name="T66" fmla="*/ 0 w 1617"/>
                  <a:gd name="T67" fmla="*/ 0 h 1969"/>
                  <a:gd name="T68" fmla="*/ 0 w 1617"/>
                  <a:gd name="T69" fmla="*/ 0 h 1969"/>
                  <a:gd name="T70" fmla="*/ 0 w 1617"/>
                  <a:gd name="T71" fmla="*/ 0 h 1969"/>
                  <a:gd name="T72" fmla="*/ 0 w 1617"/>
                  <a:gd name="T73" fmla="*/ 0 h 1969"/>
                  <a:gd name="T74" fmla="*/ 0 w 1617"/>
                  <a:gd name="T75" fmla="*/ 0 h 1969"/>
                  <a:gd name="T76" fmla="*/ 0 w 1617"/>
                  <a:gd name="T77" fmla="*/ 0 h 1969"/>
                  <a:gd name="T78" fmla="*/ 0 w 1617"/>
                  <a:gd name="T79" fmla="*/ 0 h 1969"/>
                  <a:gd name="T80" fmla="*/ 0 w 1617"/>
                  <a:gd name="T81" fmla="*/ 0 h 1969"/>
                  <a:gd name="T82" fmla="*/ 0 w 1617"/>
                  <a:gd name="T83" fmla="*/ 0 h 196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17"/>
                  <a:gd name="T127" fmla="*/ 0 h 1969"/>
                  <a:gd name="T128" fmla="*/ 1617 w 1617"/>
                  <a:gd name="T129" fmla="*/ 1969 h 196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17" h="1969">
                    <a:moveTo>
                      <a:pt x="1578" y="822"/>
                    </a:moveTo>
                    <a:lnTo>
                      <a:pt x="1615" y="694"/>
                    </a:lnTo>
                    <a:lnTo>
                      <a:pt x="1617" y="512"/>
                    </a:lnTo>
                    <a:lnTo>
                      <a:pt x="1573" y="350"/>
                    </a:lnTo>
                    <a:lnTo>
                      <a:pt x="1506" y="233"/>
                    </a:lnTo>
                    <a:lnTo>
                      <a:pt x="1413" y="123"/>
                    </a:lnTo>
                    <a:lnTo>
                      <a:pt x="1275" y="48"/>
                    </a:lnTo>
                    <a:lnTo>
                      <a:pt x="980" y="0"/>
                    </a:lnTo>
                    <a:lnTo>
                      <a:pt x="710" y="73"/>
                    </a:lnTo>
                    <a:lnTo>
                      <a:pt x="565" y="198"/>
                    </a:lnTo>
                    <a:lnTo>
                      <a:pt x="439" y="417"/>
                    </a:lnTo>
                    <a:lnTo>
                      <a:pt x="404" y="631"/>
                    </a:lnTo>
                    <a:lnTo>
                      <a:pt x="351" y="818"/>
                    </a:lnTo>
                    <a:lnTo>
                      <a:pt x="356" y="910"/>
                    </a:lnTo>
                    <a:lnTo>
                      <a:pt x="404" y="1026"/>
                    </a:lnTo>
                    <a:lnTo>
                      <a:pt x="393" y="1095"/>
                    </a:lnTo>
                    <a:lnTo>
                      <a:pt x="268" y="1185"/>
                    </a:lnTo>
                    <a:lnTo>
                      <a:pt x="171" y="1270"/>
                    </a:lnTo>
                    <a:lnTo>
                      <a:pt x="106" y="1411"/>
                    </a:lnTo>
                    <a:lnTo>
                      <a:pt x="106" y="1484"/>
                    </a:lnTo>
                    <a:lnTo>
                      <a:pt x="116" y="1554"/>
                    </a:lnTo>
                    <a:lnTo>
                      <a:pt x="130" y="1597"/>
                    </a:lnTo>
                    <a:lnTo>
                      <a:pt x="112" y="1653"/>
                    </a:lnTo>
                    <a:lnTo>
                      <a:pt x="0" y="1754"/>
                    </a:lnTo>
                    <a:lnTo>
                      <a:pt x="160" y="1712"/>
                    </a:lnTo>
                    <a:lnTo>
                      <a:pt x="347" y="1657"/>
                    </a:lnTo>
                    <a:lnTo>
                      <a:pt x="415" y="1861"/>
                    </a:lnTo>
                    <a:lnTo>
                      <a:pt x="479" y="1969"/>
                    </a:lnTo>
                    <a:lnTo>
                      <a:pt x="450" y="1872"/>
                    </a:lnTo>
                    <a:lnTo>
                      <a:pt x="450" y="1800"/>
                    </a:lnTo>
                    <a:lnTo>
                      <a:pt x="468" y="1758"/>
                    </a:lnTo>
                    <a:lnTo>
                      <a:pt x="505" y="1754"/>
                    </a:lnTo>
                    <a:lnTo>
                      <a:pt x="565" y="1769"/>
                    </a:lnTo>
                    <a:lnTo>
                      <a:pt x="628" y="1826"/>
                    </a:lnTo>
                    <a:lnTo>
                      <a:pt x="685" y="1904"/>
                    </a:lnTo>
                    <a:lnTo>
                      <a:pt x="639" y="1754"/>
                    </a:lnTo>
                    <a:lnTo>
                      <a:pt x="618" y="1641"/>
                    </a:lnTo>
                    <a:lnTo>
                      <a:pt x="604" y="1507"/>
                    </a:lnTo>
                    <a:lnTo>
                      <a:pt x="611" y="1411"/>
                    </a:lnTo>
                    <a:lnTo>
                      <a:pt x="674" y="1507"/>
                    </a:lnTo>
                    <a:lnTo>
                      <a:pt x="765" y="1593"/>
                    </a:lnTo>
                    <a:lnTo>
                      <a:pt x="870" y="1666"/>
                    </a:lnTo>
                    <a:lnTo>
                      <a:pt x="980" y="1703"/>
                    </a:lnTo>
                    <a:lnTo>
                      <a:pt x="888" y="1666"/>
                    </a:lnTo>
                    <a:lnTo>
                      <a:pt x="802" y="1613"/>
                    </a:lnTo>
                    <a:lnTo>
                      <a:pt x="717" y="1533"/>
                    </a:lnTo>
                    <a:lnTo>
                      <a:pt x="671" y="1466"/>
                    </a:lnTo>
                    <a:lnTo>
                      <a:pt x="632" y="1399"/>
                    </a:lnTo>
                    <a:lnTo>
                      <a:pt x="618" y="1339"/>
                    </a:lnTo>
                    <a:lnTo>
                      <a:pt x="611" y="1261"/>
                    </a:lnTo>
                    <a:lnTo>
                      <a:pt x="598" y="1180"/>
                    </a:lnTo>
                    <a:lnTo>
                      <a:pt x="591" y="1042"/>
                    </a:lnTo>
                    <a:lnTo>
                      <a:pt x="584" y="1237"/>
                    </a:lnTo>
                    <a:lnTo>
                      <a:pt x="569" y="1261"/>
                    </a:lnTo>
                    <a:lnTo>
                      <a:pt x="538" y="1277"/>
                    </a:lnTo>
                    <a:lnTo>
                      <a:pt x="499" y="1261"/>
                    </a:lnTo>
                    <a:lnTo>
                      <a:pt x="479" y="1217"/>
                    </a:lnTo>
                    <a:lnTo>
                      <a:pt x="479" y="1167"/>
                    </a:lnTo>
                    <a:lnTo>
                      <a:pt x="494" y="1114"/>
                    </a:lnTo>
                    <a:lnTo>
                      <a:pt x="523" y="1072"/>
                    </a:lnTo>
                    <a:lnTo>
                      <a:pt x="487" y="1092"/>
                    </a:lnTo>
                    <a:lnTo>
                      <a:pt x="429" y="963"/>
                    </a:lnTo>
                    <a:lnTo>
                      <a:pt x="411" y="910"/>
                    </a:lnTo>
                    <a:lnTo>
                      <a:pt x="404" y="853"/>
                    </a:lnTo>
                    <a:lnTo>
                      <a:pt x="411" y="804"/>
                    </a:lnTo>
                    <a:lnTo>
                      <a:pt x="436" y="776"/>
                    </a:lnTo>
                    <a:lnTo>
                      <a:pt x="461" y="751"/>
                    </a:lnTo>
                    <a:lnTo>
                      <a:pt x="487" y="751"/>
                    </a:lnTo>
                    <a:lnTo>
                      <a:pt x="514" y="767"/>
                    </a:lnTo>
                    <a:lnTo>
                      <a:pt x="538" y="804"/>
                    </a:lnTo>
                    <a:lnTo>
                      <a:pt x="565" y="890"/>
                    </a:lnTo>
                    <a:lnTo>
                      <a:pt x="574" y="782"/>
                    </a:lnTo>
                    <a:lnTo>
                      <a:pt x="622" y="687"/>
                    </a:lnTo>
                    <a:lnTo>
                      <a:pt x="697" y="549"/>
                    </a:lnTo>
                    <a:lnTo>
                      <a:pt x="741" y="435"/>
                    </a:lnTo>
                    <a:lnTo>
                      <a:pt x="798" y="354"/>
                    </a:lnTo>
                    <a:lnTo>
                      <a:pt x="888" y="304"/>
                    </a:lnTo>
                    <a:lnTo>
                      <a:pt x="1038" y="286"/>
                    </a:lnTo>
                    <a:lnTo>
                      <a:pt x="1195" y="304"/>
                    </a:lnTo>
                    <a:lnTo>
                      <a:pt x="1393" y="343"/>
                    </a:lnTo>
                    <a:lnTo>
                      <a:pt x="1470" y="406"/>
                    </a:lnTo>
                    <a:lnTo>
                      <a:pt x="1520" y="519"/>
                    </a:lnTo>
                    <a:lnTo>
                      <a:pt x="1549" y="641"/>
                    </a:lnTo>
                    <a:lnTo>
                      <a:pt x="1569" y="883"/>
                    </a:lnTo>
                    <a:lnTo>
                      <a:pt x="1578" y="8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8" name="Freeform 132"/>
              <p:cNvSpPr>
                <a:spLocks/>
              </p:cNvSpPr>
              <p:nvPr/>
            </p:nvSpPr>
            <p:spPr bwMode="auto">
              <a:xfrm>
                <a:off x="2507" y="1556"/>
                <a:ext cx="102" cy="147"/>
              </a:xfrm>
              <a:custGeom>
                <a:avLst/>
                <a:gdLst>
                  <a:gd name="T0" fmla="*/ 0 w 817"/>
                  <a:gd name="T1" fmla="*/ 0 h 1173"/>
                  <a:gd name="T2" fmla="*/ 0 w 817"/>
                  <a:gd name="T3" fmla="*/ 0 h 1173"/>
                  <a:gd name="T4" fmla="*/ 0 w 817"/>
                  <a:gd name="T5" fmla="*/ 0 h 1173"/>
                  <a:gd name="T6" fmla="*/ 0 w 817"/>
                  <a:gd name="T7" fmla="*/ 0 h 1173"/>
                  <a:gd name="T8" fmla="*/ 0 w 817"/>
                  <a:gd name="T9" fmla="*/ 0 h 1173"/>
                  <a:gd name="T10" fmla="*/ 0 w 817"/>
                  <a:gd name="T11" fmla="*/ 0 h 1173"/>
                  <a:gd name="T12" fmla="*/ 0 w 817"/>
                  <a:gd name="T13" fmla="*/ 0 h 1173"/>
                  <a:gd name="T14" fmla="*/ 0 w 817"/>
                  <a:gd name="T15" fmla="*/ 0 h 1173"/>
                  <a:gd name="T16" fmla="*/ 0 w 817"/>
                  <a:gd name="T17" fmla="*/ 0 h 1173"/>
                  <a:gd name="T18" fmla="*/ 0 w 817"/>
                  <a:gd name="T19" fmla="*/ 0 h 1173"/>
                  <a:gd name="T20" fmla="*/ 0 w 817"/>
                  <a:gd name="T21" fmla="*/ 0 h 1173"/>
                  <a:gd name="T22" fmla="*/ 0 w 817"/>
                  <a:gd name="T23" fmla="*/ 0 h 1173"/>
                  <a:gd name="T24" fmla="*/ 0 w 817"/>
                  <a:gd name="T25" fmla="*/ 0 h 1173"/>
                  <a:gd name="T26" fmla="*/ 0 w 817"/>
                  <a:gd name="T27" fmla="*/ 0 h 1173"/>
                  <a:gd name="T28" fmla="*/ 0 w 817"/>
                  <a:gd name="T29" fmla="*/ 0 h 1173"/>
                  <a:gd name="T30" fmla="*/ 0 w 817"/>
                  <a:gd name="T31" fmla="*/ 0 h 1173"/>
                  <a:gd name="T32" fmla="*/ 0 w 817"/>
                  <a:gd name="T33" fmla="*/ 0 h 1173"/>
                  <a:gd name="T34" fmla="*/ 0 w 817"/>
                  <a:gd name="T35" fmla="*/ 0 h 1173"/>
                  <a:gd name="T36" fmla="*/ 0 w 817"/>
                  <a:gd name="T37" fmla="*/ 0 h 1173"/>
                  <a:gd name="T38" fmla="*/ 0 w 817"/>
                  <a:gd name="T39" fmla="*/ 0 h 1173"/>
                  <a:gd name="T40" fmla="*/ 0 w 817"/>
                  <a:gd name="T41" fmla="*/ 0 h 1173"/>
                  <a:gd name="T42" fmla="*/ 0 w 817"/>
                  <a:gd name="T43" fmla="*/ 0 h 1173"/>
                  <a:gd name="T44" fmla="*/ 0 w 817"/>
                  <a:gd name="T45" fmla="*/ 0 h 1173"/>
                  <a:gd name="T46" fmla="*/ 0 w 817"/>
                  <a:gd name="T47" fmla="*/ 0 h 1173"/>
                  <a:gd name="T48" fmla="*/ 0 w 817"/>
                  <a:gd name="T49" fmla="*/ 0 h 1173"/>
                  <a:gd name="T50" fmla="*/ 0 w 817"/>
                  <a:gd name="T51" fmla="*/ 0 h 1173"/>
                  <a:gd name="T52" fmla="*/ 0 w 817"/>
                  <a:gd name="T53" fmla="*/ 0 h 1173"/>
                  <a:gd name="T54" fmla="*/ 0 w 817"/>
                  <a:gd name="T55" fmla="*/ 0 h 1173"/>
                  <a:gd name="T56" fmla="*/ 0 w 817"/>
                  <a:gd name="T57" fmla="*/ 0 h 1173"/>
                  <a:gd name="T58" fmla="*/ 0 w 817"/>
                  <a:gd name="T59" fmla="*/ 0 h 117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17"/>
                  <a:gd name="T91" fmla="*/ 0 h 1173"/>
                  <a:gd name="T92" fmla="*/ 817 w 817"/>
                  <a:gd name="T93" fmla="*/ 1173 h 117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17" h="1173">
                    <a:moveTo>
                      <a:pt x="817" y="0"/>
                    </a:moveTo>
                    <a:lnTo>
                      <a:pt x="786" y="103"/>
                    </a:lnTo>
                    <a:lnTo>
                      <a:pt x="718" y="359"/>
                    </a:lnTo>
                    <a:lnTo>
                      <a:pt x="634" y="514"/>
                    </a:lnTo>
                    <a:lnTo>
                      <a:pt x="569" y="608"/>
                    </a:lnTo>
                    <a:lnTo>
                      <a:pt x="481" y="703"/>
                    </a:lnTo>
                    <a:lnTo>
                      <a:pt x="417" y="723"/>
                    </a:lnTo>
                    <a:lnTo>
                      <a:pt x="305" y="732"/>
                    </a:lnTo>
                    <a:lnTo>
                      <a:pt x="187" y="707"/>
                    </a:lnTo>
                    <a:lnTo>
                      <a:pt x="94" y="661"/>
                    </a:lnTo>
                    <a:lnTo>
                      <a:pt x="0" y="596"/>
                    </a:lnTo>
                    <a:lnTo>
                      <a:pt x="57" y="692"/>
                    </a:lnTo>
                    <a:lnTo>
                      <a:pt x="136" y="758"/>
                    </a:lnTo>
                    <a:lnTo>
                      <a:pt x="206" y="800"/>
                    </a:lnTo>
                    <a:lnTo>
                      <a:pt x="300" y="825"/>
                    </a:lnTo>
                    <a:lnTo>
                      <a:pt x="380" y="825"/>
                    </a:lnTo>
                    <a:lnTo>
                      <a:pt x="329" y="1173"/>
                    </a:lnTo>
                    <a:lnTo>
                      <a:pt x="376" y="1064"/>
                    </a:lnTo>
                    <a:lnTo>
                      <a:pt x="443" y="795"/>
                    </a:lnTo>
                    <a:lnTo>
                      <a:pt x="477" y="747"/>
                    </a:lnTo>
                    <a:lnTo>
                      <a:pt x="527" y="820"/>
                    </a:lnTo>
                    <a:lnTo>
                      <a:pt x="574" y="940"/>
                    </a:lnTo>
                    <a:lnTo>
                      <a:pt x="551" y="800"/>
                    </a:lnTo>
                    <a:lnTo>
                      <a:pt x="503" y="707"/>
                    </a:lnTo>
                    <a:lnTo>
                      <a:pt x="579" y="617"/>
                    </a:lnTo>
                    <a:lnTo>
                      <a:pt x="668" y="493"/>
                    </a:lnTo>
                    <a:lnTo>
                      <a:pt x="720" y="373"/>
                    </a:lnTo>
                    <a:lnTo>
                      <a:pt x="754" y="286"/>
                    </a:lnTo>
                    <a:lnTo>
                      <a:pt x="793" y="115"/>
                    </a:lnTo>
                    <a:lnTo>
                      <a:pt x="8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9" name="Freeform 133"/>
              <p:cNvSpPr>
                <a:spLocks/>
              </p:cNvSpPr>
              <p:nvPr/>
            </p:nvSpPr>
            <p:spPr bwMode="auto">
              <a:xfrm>
                <a:off x="2468" y="1535"/>
                <a:ext cx="12" cy="27"/>
              </a:xfrm>
              <a:custGeom>
                <a:avLst/>
                <a:gdLst>
                  <a:gd name="T0" fmla="*/ 0 w 99"/>
                  <a:gd name="T1" fmla="*/ 0 h 215"/>
                  <a:gd name="T2" fmla="*/ 0 w 99"/>
                  <a:gd name="T3" fmla="*/ 0 h 215"/>
                  <a:gd name="T4" fmla="*/ 0 w 99"/>
                  <a:gd name="T5" fmla="*/ 0 h 215"/>
                  <a:gd name="T6" fmla="*/ 0 w 99"/>
                  <a:gd name="T7" fmla="*/ 0 h 215"/>
                  <a:gd name="T8" fmla="*/ 0 w 99"/>
                  <a:gd name="T9" fmla="*/ 0 h 215"/>
                  <a:gd name="T10" fmla="*/ 0 w 99"/>
                  <a:gd name="T11" fmla="*/ 0 h 215"/>
                  <a:gd name="T12" fmla="*/ 0 w 99"/>
                  <a:gd name="T13" fmla="*/ 0 h 215"/>
                  <a:gd name="T14" fmla="*/ 0 w 99"/>
                  <a:gd name="T15" fmla="*/ 0 h 215"/>
                  <a:gd name="T16" fmla="*/ 0 w 99"/>
                  <a:gd name="T17" fmla="*/ 0 h 215"/>
                  <a:gd name="T18" fmla="*/ 0 w 99"/>
                  <a:gd name="T19" fmla="*/ 0 h 215"/>
                  <a:gd name="T20" fmla="*/ 0 w 99"/>
                  <a:gd name="T21" fmla="*/ 0 h 215"/>
                  <a:gd name="T22" fmla="*/ 0 w 99"/>
                  <a:gd name="T23" fmla="*/ 0 h 215"/>
                  <a:gd name="T24" fmla="*/ 0 w 99"/>
                  <a:gd name="T25" fmla="*/ 0 h 215"/>
                  <a:gd name="T26" fmla="*/ 0 w 99"/>
                  <a:gd name="T27" fmla="*/ 0 h 215"/>
                  <a:gd name="T28" fmla="*/ 0 w 99"/>
                  <a:gd name="T29" fmla="*/ 0 h 215"/>
                  <a:gd name="T30" fmla="*/ 0 w 99"/>
                  <a:gd name="T31" fmla="*/ 0 h 215"/>
                  <a:gd name="T32" fmla="*/ 0 w 99"/>
                  <a:gd name="T33" fmla="*/ 0 h 215"/>
                  <a:gd name="T34" fmla="*/ 0 w 99"/>
                  <a:gd name="T35" fmla="*/ 0 h 215"/>
                  <a:gd name="T36" fmla="*/ 0 w 99"/>
                  <a:gd name="T37" fmla="*/ 0 h 215"/>
                  <a:gd name="T38" fmla="*/ 0 w 99"/>
                  <a:gd name="T39" fmla="*/ 0 h 215"/>
                  <a:gd name="T40" fmla="*/ 0 w 99"/>
                  <a:gd name="T41" fmla="*/ 0 h 2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9"/>
                  <a:gd name="T64" fmla="*/ 0 h 215"/>
                  <a:gd name="T65" fmla="*/ 99 w 99"/>
                  <a:gd name="T66" fmla="*/ 215 h 2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9" h="215">
                    <a:moveTo>
                      <a:pt x="11" y="0"/>
                    </a:moveTo>
                    <a:lnTo>
                      <a:pt x="48" y="7"/>
                    </a:lnTo>
                    <a:lnTo>
                      <a:pt x="91" y="60"/>
                    </a:lnTo>
                    <a:lnTo>
                      <a:pt x="99" y="111"/>
                    </a:lnTo>
                    <a:lnTo>
                      <a:pt x="94" y="145"/>
                    </a:lnTo>
                    <a:lnTo>
                      <a:pt x="60" y="162"/>
                    </a:lnTo>
                    <a:lnTo>
                      <a:pt x="55" y="180"/>
                    </a:lnTo>
                    <a:lnTo>
                      <a:pt x="73" y="215"/>
                    </a:lnTo>
                    <a:lnTo>
                      <a:pt x="22" y="169"/>
                    </a:lnTo>
                    <a:lnTo>
                      <a:pt x="22" y="145"/>
                    </a:lnTo>
                    <a:lnTo>
                      <a:pt x="36" y="123"/>
                    </a:lnTo>
                    <a:lnTo>
                      <a:pt x="55" y="106"/>
                    </a:lnTo>
                    <a:lnTo>
                      <a:pt x="84" y="92"/>
                    </a:lnTo>
                    <a:lnTo>
                      <a:pt x="73" y="65"/>
                    </a:lnTo>
                    <a:lnTo>
                      <a:pt x="60" y="42"/>
                    </a:lnTo>
                    <a:lnTo>
                      <a:pt x="36" y="28"/>
                    </a:lnTo>
                    <a:lnTo>
                      <a:pt x="11" y="60"/>
                    </a:lnTo>
                    <a:lnTo>
                      <a:pt x="11" y="79"/>
                    </a:lnTo>
                    <a:lnTo>
                      <a:pt x="0" y="53"/>
                    </a:lnTo>
                    <a:lnTo>
                      <a:pt x="0" y="17"/>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0" name="Line 134"/>
              <p:cNvSpPr>
                <a:spLocks noChangeShapeType="1"/>
              </p:cNvSpPr>
              <p:nvPr/>
            </p:nvSpPr>
            <p:spPr bwMode="auto">
              <a:xfrm>
                <a:off x="2484" y="1544"/>
                <a:ext cx="6" cy="3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41" name="Line 135"/>
              <p:cNvSpPr>
                <a:spLocks noChangeShapeType="1"/>
              </p:cNvSpPr>
              <p:nvPr/>
            </p:nvSpPr>
            <p:spPr bwMode="auto">
              <a:xfrm>
                <a:off x="2487" y="1549"/>
                <a:ext cx="8"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42" name="Line 136"/>
              <p:cNvSpPr>
                <a:spLocks noChangeShapeType="1"/>
              </p:cNvSpPr>
              <p:nvPr/>
            </p:nvSpPr>
            <p:spPr bwMode="auto">
              <a:xfrm>
                <a:off x="2494" y="1566"/>
                <a:ext cx="5" cy="1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43" name="Freeform 137"/>
              <p:cNvSpPr>
                <a:spLocks/>
              </p:cNvSpPr>
              <p:nvPr/>
            </p:nvSpPr>
            <p:spPr bwMode="auto">
              <a:xfrm>
                <a:off x="2473" y="1570"/>
                <a:ext cx="9" cy="20"/>
              </a:xfrm>
              <a:custGeom>
                <a:avLst/>
                <a:gdLst>
                  <a:gd name="T0" fmla="*/ 0 w 77"/>
                  <a:gd name="T1" fmla="*/ 0 h 162"/>
                  <a:gd name="T2" fmla="*/ 0 w 77"/>
                  <a:gd name="T3" fmla="*/ 0 h 162"/>
                  <a:gd name="T4" fmla="*/ 0 w 77"/>
                  <a:gd name="T5" fmla="*/ 0 h 162"/>
                  <a:gd name="T6" fmla="*/ 0 w 77"/>
                  <a:gd name="T7" fmla="*/ 0 h 162"/>
                  <a:gd name="T8" fmla="*/ 0 w 77"/>
                  <a:gd name="T9" fmla="*/ 0 h 162"/>
                  <a:gd name="T10" fmla="*/ 0 w 77"/>
                  <a:gd name="T11" fmla="*/ 0 h 162"/>
                  <a:gd name="T12" fmla="*/ 0 w 77"/>
                  <a:gd name="T13" fmla="*/ 0 h 162"/>
                  <a:gd name="T14" fmla="*/ 0 w 77"/>
                  <a:gd name="T15" fmla="*/ 0 h 162"/>
                  <a:gd name="T16" fmla="*/ 0 w 77"/>
                  <a:gd name="T17" fmla="*/ 0 h 162"/>
                  <a:gd name="T18" fmla="*/ 0 w 77"/>
                  <a:gd name="T19" fmla="*/ 0 h 162"/>
                  <a:gd name="T20" fmla="*/ 0 w 77"/>
                  <a:gd name="T21" fmla="*/ 0 h 162"/>
                  <a:gd name="T22" fmla="*/ 0 w 77"/>
                  <a:gd name="T23" fmla="*/ 0 h 162"/>
                  <a:gd name="T24" fmla="*/ 0 w 77"/>
                  <a:gd name="T25" fmla="*/ 0 h 162"/>
                  <a:gd name="T26" fmla="*/ 0 w 77"/>
                  <a:gd name="T27" fmla="*/ 0 h 1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162"/>
                  <a:gd name="T44" fmla="*/ 77 w 77"/>
                  <a:gd name="T45" fmla="*/ 162 h 1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162">
                    <a:moveTo>
                      <a:pt x="33" y="0"/>
                    </a:moveTo>
                    <a:lnTo>
                      <a:pt x="59" y="28"/>
                    </a:lnTo>
                    <a:lnTo>
                      <a:pt x="72" y="63"/>
                    </a:lnTo>
                    <a:lnTo>
                      <a:pt x="77" y="112"/>
                    </a:lnTo>
                    <a:lnTo>
                      <a:pt x="72" y="145"/>
                    </a:lnTo>
                    <a:lnTo>
                      <a:pt x="54" y="158"/>
                    </a:lnTo>
                    <a:lnTo>
                      <a:pt x="33" y="162"/>
                    </a:lnTo>
                    <a:lnTo>
                      <a:pt x="8" y="158"/>
                    </a:lnTo>
                    <a:lnTo>
                      <a:pt x="0" y="116"/>
                    </a:lnTo>
                    <a:lnTo>
                      <a:pt x="44" y="123"/>
                    </a:lnTo>
                    <a:lnTo>
                      <a:pt x="51" y="88"/>
                    </a:lnTo>
                    <a:lnTo>
                      <a:pt x="59" y="63"/>
                    </a:lnTo>
                    <a:lnTo>
                      <a:pt x="54" y="37"/>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4" name="Freeform 138"/>
              <p:cNvSpPr>
                <a:spLocks/>
              </p:cNvSpPr>
              <p:nvPr/>
            </p:nvSpPr>
            <p:spPr bwMode="auto">
              <a:xfrm>
                <a:off x="2335" y="1635"/>
                <a:ext cx="356" cy="188"/>
              </a:xfrm>
              <a:custGeom>
                <a:avLst/>
                <a:gdLst>
                  <a:gd name="T0" fmla="*/ 0 w 2847"/>
                  <a:gd name="T1" fmla="*/ 0 h 1510"/>
                  <a:gd name="T2" fmla="*/ 0 w 2847"/>
                  <a:gd name="T3" fmla="*/ 0 h 1510"/>
                  <a:gd name="T4" fmla="*/ 0 w 2847"/>
                  <a:gd name="T5" fmla="*/ 0 h 1510"/>
                  <a:gd name="T6" fmla="*/ 0 w 2847"/>
                  <a:gd name="T7" fmla="*/ 0 h 1510"/>
                  <a:gd name="T8" fmla="*/ 0 w 2847"/>
                  <a:gd name="T9" fmla="*/ 0 h 1510"/>
                  <a:gd name="T10" fmla="*/ 0 w 2847"/>
                  <a:gd name="T11" fmla="*/ 0 h 1510"/>
                  <a:gd name="T12" fmla="*/ 0 w 2847"/>
                  <a:gd name="T13" fmla="*/ 0 h 1510"/>
                  <a:gd name="T14" fmla="*/ 0 w 2847"/>
                  <a:gd name="T15" fmla="*/ 0 h 1510"/>
                  <a:gd name="T16" fmla="*/ 0 w 2847"/>
                  <a:gd name="T17" fmla="*/ 0 h 1510"/>
                  <a:gd name="T18" fmla="*/ 0 w 2847"/>
                  <a:gd name="T19" fmla="*/ 0 h 1510"/>
                  <a:gd name="T20" fmla="*/ 0 w 2847"/>
                  <a:gd name="T21" fmla="*/ 0 h 1510"/>
                  <a:gd name="T22" fmla="*/ 0 w 2847"/>
                  <a:gd name="T23" fmla="*/ 0 h 1510"/>
                  <a:gd name="T24" fmla="*/ 0 w 2847"/>
                  <a:gd name="T25" fmla="*/ 0 h 1510"/>
                  <a:gd name="T26" fmla="*/ 0 w 2847"/>
                  <a:gd name="T27" fmla="*/ 0 h 1510"/>
                  <a:gd name="T28" fmla="*/ 0 w 2847"/>
                  <a:gd name="T29" fmla="*/ 0 h 1510"/>
                  <a:gd name="T30" fmla="*/ 0 w 2847"/>
                  <a:gd name="T31" fmla="*/ 0 h 1510"/>
                  <a:gd name="T32" fmla="*/ 0 w 2847"/>
                  <a:gd name="T33" fmla="*/ 0 h 1510"/>
                  <a:gd name="T34" fmla="*/ 0 w 2847"/>
                  <a:gd name="T35" fmla="*/ 0 h 1510"/>
                  <a:gd name="T36" fmla="*/ 0 w 2847"/>
                  <a:gd name="T37" fmla="*/ 0 h 1510"/>
                  <a:gd name="T38" fmla="*/ 0 w 2847"/>
                  <a:gd name="T39" fmla="*/ 0 h 1510"/>
                  <a:gd name="T40" fmla="*/ 0 w 2847"/>
                  <a:gd name="T41" fmla="*/ 0 h 1510"/>
                  <a:gd name="T42" fmla="*/ 0 w 2847"/>
                  <a:gd name="T43" fmla="*/ 0 h 1510"/>
                  <a:gd name="T44" fmla="*/ 0 w 2847"/>
                  <a:gd name="T45" fmla="*/ 0 h 1510"/>
                  <a:gd name="T46" fmla="*/ 0 w 2847"/>
                  <a:gd name="T47" fmla="*/ 0 h 1510"/>
                  <a:gd name="T48" fmla="*/ 0 w 2847"/>
                  <a:gd name="T49" fmla="*/ 0 h 1510"/>
                  <a:gd name="T50" fmla="*/ 0 w 2847"/>
                  <a:gd name="T51" fmla="*/ 0 h 1510"/>
                  <a:gd name="T52" fmla="*/ 0 w 2847"/>
                  <a:gd name="T53" fmla="*/ 0 h 1510"/>
                  <a:gd name="T54" fmla="*/ 0 w 2847"/>
                  <a:gd name="T55" fmla="*/ 0 h 1510"/>
                  <a:gd name="T56" fmla="*/ 0 w 2847"/>
                  <a:gd name="T57" fmla="*/ 0 h 1510"/>
                  <a:gd name="T58" fmla="*/ 0 w 2847"/>
                  <a:gd name="T59" fmla="*/ 0 h 1510"/>
                  <a:gd name="T60" fmla="*/ 0 w 2847"/>
                  <a:gd name="T61" fmla="*/ 0 h 1510"/>
                  <a:gd name="T62" fmla="*/ 0 w 2847"/>
                  <a:gd name="T63" fmla="*/ 0 h 1510"/>
                  <a:gd name="T64" fmla="*/ 0 w 2847"/>
                  <a:gd name="T65" fmla="*/ 0 h 1510"/>
                  <a:gd name="T66" fmla="*/ 0 w 2847"/>
                  <a:gd name="T67" fmla="*/ 0 h 1510"/>
                  <a:gd name="T68" fmla="*/ 0 w 2847"/>
                  <a:gd name="T69" fmla="*/ 0 h 1510"/>
                  <a:gd name="T70" fmla="*/ 0 w 2847"/>
                  <a:gd name="T71" fmla="*/ 0 h 1510"/>
                  <a:gd name="T72" fmla="*/ 0 w 2847"/>
                  <a:gd name="T73" fmla="*/ 0 h 1510"/>
                  <a:gd name="T74" fmla="*/ 0 w 2847"/>
                  <a:gd name="T75" fmla="*/ 0 h 1510"/>
                  <a:gd name="T76" fmla="*/ 0 w 2847"/>
                  <a:gd name="T77" fmla="*/ 0 h 1510"/>
                  <a:gd name="T78" fmla="*/ 0 w 2847"/>
                  <a:gd name="T79" fmla="*/ 0 h 1510"/>
                  <a:gd name="T80" fmla="*/ 0 w 2847"/>
                  <a:gd name="T81" fmla="*/ 0 h 1510"/>
                  <a:gd name="T82" fmla="*/ 0 w 2847"/>
                  <a:gd name="T83" fmla="*/ 0 h 1510"/>
                  <a:gd name="T84" fmla="*/ 0 w 2847"/>
                  <a:gd name="T85" fmla="*/ 0 h 1510"/>
                  <a:gd name="T86" fmla="*/ 0 w 2847"/>
                  <a:gd name="T87" fmla="*/ 0 h 1510"/>
                  <a:gd name="T88" fmla="*/ 0 w 2847"/>
                  <a:gd name="T89" fmla="*/ 0 h 1510"/>
                  <a:gd name="T90" fmla="*/ 0 w 2847"/>
                  <a:gd name="T91" fmla="*/ 0 h 1510"/>
                  <a:gd name="T92" fmla="*/ 0 w 2847"/>
                  <a:gd name="T93" fmla="*/ 0 h 1510"/>
                  <a:gd name="T94" fmla="*/ 0 w 2847"/>
                  <a:gd name="T95" fmla="*/ 0 h 1510"/>
                  <a:gd name="T96" fmla="*/ 0 w 2847"/>
                  <a:gd name="T97" fmla="*/ 0 h 1510"/>
                  <a:gd name="T98" fmla="*/ 0 w 2847"/>
                  <a:gd name="T99" fmla="*/ 0 h 1510"/>
                  <a:gd name="T100" fmla="*/ 0 w 2847"/>
                  <a:gd name="T101" fmla="*/ 0 h 1510"/>
                  <a:gd name="T102" fmla="*/ 0 w 2847"/>
                  <a:gd name="T103" fmla="*/ 0 h 1510"/>
                  <a:gd name="T104" fmla="*/ 0 w 2847"/>
                  <a:gd name="T105" fmla="*/ 0 h 1510"/>
                  <a:gd name="T106" fmla="*/ 0 w 2847"/>
                  <a:gd name="T107" fmla="*/ 0 h 1510"/>
                  <a:gd name="T108" fmla="*/ 0 w 2847"/>
                  <a:gd name="T109" fmla="*/ 0 h 1510"/>
                  <a:gd name="T110" fmla="*/ 0 w 2847"/>
                  <a:gd name="T111" fmla="*/ 0 h 1510"/>
                  <a:gd name="T112" fmla="*/ 0 w 2847"/>
                  <a:gd name="T113" fmla="*/ 0 h 1510"/>
                  <a:gd name="T114" fmla="*/ 0 w 2847"/>
                  <a:gd name="T115" fmla="*/ 0 h 1510"/>
                  <a:gd name="T116" fmla="*/ 0 w 2847"/>
                  <a:gd name="T117" fmla="*/ 0 h 1510"/>
                  <a:gd name="T118" fmla="*/ 0 w 2847"/>
                  <a:gd name="T119" fmla="*/ 0 h 1510"/>
                  <a:gd name="T120" fmla="*/ 0 w 2847"/>
                  <a:gd name="T121" fmla="*/ 0 h 151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47"/>
                  <a:gd name="T184" fmla="*/ 0 h 1510"/>
                  <a:gd name="T185" fmla="*/ 2847 w 2847"/>
                  <a:gd name="T186" fmla="*/ 1510 h 151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47" h="1510">
                    <a:moveTo>
                      <a:pt x="1072" y="246"/>
                    </a:moveTo>
                    <a:lnTo>
                      <a:pt x="1129" y="369"/>
                    </a:lnTo>
                    <a:lnTo>
                      <a:pt x="1228" y="441"/>
                    </a:lnTo>
                    <a:lnTo>
                      <a:pt x="1369" y="516"/>
                    </a:lnTo>
                    <a:lnTo>
                      <a:pt x="1558" y="567"/>
                    </a:lnTo>
                    <a:lnTo>
                      <a:pt x="1798" y="606"/>
                    </a:lnTo>
                    <a:lnTo>
                      <a:pt x="1903" y="576"/>
                    </a:lnTo>
                    <a:lnTo>
                      <a:pt x="1945" y="507"/>
                    </a:lnTo>
                    <a:lnTo>
                      <a:pt x="1969" y="408"/>
                    </a:lnTo>
                    <a:lnTo>
                      <a:pt x="1969" y="345"/>
                    </a:lnTo>
                    <a:lnTo>
                      <a:pt x="1929" y="239"/>
                    </a:lnTo>
                    <a:lnTo>
                      <a:pt x="1890" y="171"/>
                    </a:lnTo>
                    <a:lnTo>
                      <a:pt x="1839" y="120"/>
                    </a:lnTo>
                    <a:lnTo>
                      <a:pt x="1903" y="32"/>
                    </a:lnTo>
                    <a:lnTo>
                      <a:pt x="1945" y="0"/>
                    </a:lnTo>
                    <a:lnTo>
                      <a:pt x="2160" y="113"/>
                    </a:lnTo>
                    <a:lnTo>
                      <a:pt x="2400" y="162"/>
                    </a:lnTo>
                    <a:lnTo>
                      <a:pt x="2630" y="252"/>
                    </a:lnTo>
                    <a:lnTo>
                      <a:pt x="2847" y="378"/>
                    </a:lnTo>
                    <a:lnTo>
                      <a:pt x="2556" y="252"/>
                    </a:lnTo>
                    <a:lnTo>
                      <a:pt x="2342" y="191"/>
                    </a:lnTo>
                    <a:lnTo>
                      <a:pt x="2202" y="171"/>
                    </a:lnTo>
                    <a:lnTo>
                      <a:pt x="2052" y="171"/>
                    </a:lnTo>
                    <a:lnTo>
                      <a:pt x="1987" y="215"/>
                    </a:lnTo>
                    <a:lnTo>
                      <a:pt x="2004" y="387"/>
                    </a:lnTo>
                    <a:lnTo>
                      <a:pt x="1987" y="484"/>
                    </a:lnTo>
                    <a:lnTo>
                      <a:pt x="1953" y="590"/>
                    </a:lnTo>
                    <a:lnTo>
                      <a:pt x="1903" y="655"/>
                    </a:lnTo>
                    <a:lnTo>
                      <a:pt x="1789" y="760"/>
                    </a:lnTo>
                    <a:lnTo>
                      <a:pt x="1789" y="707"/>
                    </a:lnTo>
                    <a:lnTo>
                      <a:pt x="1749" y="673"/>
                    </a:lnTo>
                    <a:lnTo>
                      <a:pt x="1708" y="687"/>
                    </a:lnTo>
                    <a:lnTo>
                      <a:pt x="1696" y="738"/>
                    </a:lnTo>
                    <a:lnTo>
                      <a:pt x="1720" y="770"/>
                    </a:lnTo>
                    <a:lnTo>
                      <a:pt x="1756" y="779"/>
                    </a:lnTo>
                    <a:lnTo>
                      <a:pt x="1731" y="813"/>
                    </a:lnTo>
                    <a:lnTo>
                      <a:pt x="1674" y="802"/>
                    </a:lnTo>
                    <a:lnTo>
                      <a:pt x="1648" y="760"/>
                    </a:lnTo>
                    <a:lnTo>
                      <a:pt x="1659" y="707"/>
                    </a:lnTo>
                    <a:lnTo>
                      <a:pt x="1681" y="666"/>
                    </a:lnTo>
                    <a:lnTo>
                      <a:pt x="1720" y="648"/>
                    </a:lnTo>
                    <a:lnTo>
                      <a:pt x="1780" y="624"/>
                    </a:lnTo>
                    <a:lnTo>
                      <a:pt x="1433" y="567"/>
                    </a:lnTo>
                    <a:lnTo>
                      <a:pt x="1235" y="500"/>
                    </a:lnTo>
                    <a:lnTo>
                      <a:pt x="1353" y="795"/>
                    </a:lnTo>
                    <a:lnTo>
                      <a:pt x="1549" y="1289"/>
                    </a:lnTo>
                    <a:lnTo>
                      <a:pt x="1648" y="1510"/>
                    </a:lnTo>
                    <a:lnTo>
                      <a:pt x="1358" y="903"/>
                    </a:lnTo>
                    <a:lnTo>
                      <a:pt x="1201" y="576"/>
                    </a:lnTo>
                    <a:lnTo>
                      <a:pt x="1046" y="378"/>
                    </a:lnTo>
                    <a:lnTo>
                      <a:pt x="896" y="239"/>
                    </a:lnTo>
                    <a:lnTo>
                      <a:pt x="774" y="156"/>
                    </a:lnTo>
                    <a:lnTo>
                      <a:pt x="668" y="147"/>
                    </a:lnTo>
                    <a:lnTo>
                      <a:pt x="525" y="162"/>
                    </a:lnTo>
                    <a:lnTo>
                      <a:pt x="106" y="270"/>
                    </a:lnTo>
                    <a:lnTo>
                      <a:pt x="0" y="345"/>
                    </a:lnTo>
                    <a:lnTo>
                      <a:pt x="106" y="239"/>
                    </a:lnTo>
                    <a:lnTo>
                      <a:pt x="493" y="94"/>
                    </a:lnTo>
                    <a:lnTo>
                      <a:pt x="749" y="90"/>
                    </a:lnTo>
                    <a:lnTo>
                      <a:pt x="995" y="15"/>
                    </a:lnTo>
                    <a:lnTo>
                      <a:pt x="1072" y="2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5" name="Freeform 139"/>
              <p:cNvSpPr>
                <a:spLocks/>
              </p:cNvSpPr>
              <p:nvPr/>
            </p:nvSpPr>
            <p:spPr bwMode="auto">
              <a:xfrm>
                <a:off x="2312" y="1687"/>
                <a:ext cx="142" cy="214"/>
              </a:xfrm>
              <a:custGeom>
                <a:avLst/>
                <a:gdLst>
                  <a:gd name="T0" fmla="*/ 0 w 1134"/>
                  <a:gd name="T1" fmla="*/ 0 h 1714"/>
                  <a:gd name="T2" fmla="*/ 0 w 1134"/>
                  <a:gd name="T3" fmla="*/ 0 h 1714"/>
                  <a:gd name="T4" fmla="*/ 0 w 1134"/>
                  <a:gd name="T5" fmla="*/ 0 h 1714"/>
                  <a:gd name="T6" fmla="*/ 0 w 1134"/>
                  <a:gd name="T7" fmla="*/ 0 h 1714"/>
                  <a:gd name="T8" fmla="*/ 0 w 1134"/>
                  <a:gd name="T9" fmla="*/ 0 h 1714"/>
                  <a:gd name="T10" fmla="*/ 0 w 1134"/>
                  <a:gd name="T11" fmla="*/ 0 h 1714"/>
                  <a:gd name="T12" fmla="*/ 0 w 1134"/>
                  <a:gd name="T13" fmla="*/ 0 h 1714"/>
                  <a:gd name="T14" fmla="*/ 0 w 1134"/>
                  <a:gd name="T15" fmla="*/ 0 h 1714"/>
                  <a:gd name="T16" fmla="*/ 0 w 1134"/>
                  <a:gd name="T17" fmla="*/ 0 h 1714"/>
                  <a:gd name="T18" fmla="*/ 0 w 1134"/>
                  <a:gd name="T19" fmla="*/ 0 h 1714"/>
                  <a:gd name="T20" fmla="*/ 0 w 1134"/>
                  <a:gd name="T21" fmla="*/ 0 h 1714"/>
                  <a:gd name="T22" fmla="*/ 0 w 1134"/>
                  <a:gd name="T23" fmla="*/ 0 h 1714"/>
                  <a:gd name="T24" fmla="*/ 0 w 1134"/>
                  <a:gd name="T25" fmla="*/ 0 h 1714"/>
                  <a:gd name="T26" fmla="*/ 0 w 1134"/>
                  <a:gd name="T27" fmla="*/ 0 h 1714"/>
                  <a:gd name="T28" fmla="*/ 0 w 1134"/>
                  <a:gd name="T29" fmla="*/ 0 h 1714"/>
                  <a:gd name="T30" fmla="*/ 0 w 1134"/>
                  <a:gd name="T31" fmla="*/ 0 h 1714"/>
                  <a:gd name="T32" fmla="*/ 0 w 1134"/>
                  <a:gd name="T33" fmla="*/ 0 h 1714"/>
                  <a:gd name="T34" fmla="*/ 0 w 1134"/>
                  <a:gd name="T35" fmla="*/ 0 h 1714"/>
                  <a:gd name="T36" fmla="*/ 0 w 1134"/>
                  <a:gd name="T37" fmla="*/ 0 h 1714"/>
                  <a:gd name="T38" fmla="*/ 0 w 1134"/>
                  <a:gd name="T39" fmla="*/ 0 h 1714"/>
                  <a:gd name="T40" fmla="*/ 0 w 1134"/>
                  <a:gd name="T41" fmla="*/ 0 h 1714"/>
                  <a:gd name="T42" fmla="*/ 0 w 1134"/>
                  <a:gd name="T43" fmla="*/ 0 h 1714"/>
                  <a:gd name="T44" fmla="*/ 0 w 1134"/>
                  <a:gd name="T45" fmla="*/ 0 h 1714"/>
                  <a:gd name="T46" fmla="*/ 0 w 1134"/>
                  <a:gd name="T47" fmla="*/ 0 h 1714"/>
                  <a:gd name="T48" fmla="*/ 0 w 1134"/>
                  <a:gd name="T49" fmla="*/ 0 h 1714"/>
                  <a:gd name="T50" fmla="*/ 0 w 1134"/>
                  <a:gd name="T51" fmla="*/ 0 h 1714"/>
                  <a:gd name="T52" fmla="*/ 0 w 1134"/>
                  <a:gd name="T53" fmla="*/ 0 h 1714"/>
                  <a:gd name="T54" fmla="*/ 0 w 1134"/>
                  <a:gd name="T55" fmla="*/ 0 h 1714"/>
                  <a:gd name="T56" fmla="*/ 0 w 1134"/>
                  <a:gd name="T57" fmla="*/ 0 h 1714"/>
                  <a:gd name="T58" fmla="*/ 0 w 1134"/>
                  <a:gd name="T59" fmla="*/ 0 h 1714"/>
                  <a:gd name="T60" fmla="*/ 0 w 1134"/>
                  <a:gd name="T61" fmla="*/ 0 h 1714"/>
                  <a:gd name="T62" fmla="*/ 0 w 1134"/>
                  <a:gd name="T63" fmla="*/ 0 h 1714"/>
                  <a:gd name="T64" fmla="*/ 0 w 1134"/>
                  <a:gd name="T65" fmla="*/ 0 h 1714"/>
                  <a:gd name="T66" fmla="*/ 0 w 1134"/>
                  <a:gd name="T67" fmla="*/ 0 h 1714"/>
                  <a:gd name="T68" fmla="*/ 0 w 1134"/>
                  <a:gd name="T69" fmla="*/ 0 h 1714"/>
                  <a:gd name="T70" fmla="*/ 0 w 1134"/>
                  <a:gd name="T71" fmla="*/ 0 h 1714"/>
                  <a:gd name="T72" fmla="*/ 0 w 1134"/>
                  <a:gd name="T73" fmla="*/ 0 h 1714"/>
                  <a:gd name="T74" fmla="*/ 0 w 1134"/>
                  <a:gd name="T75" fmla="*/ 0 h 1714"/>
                  <a:gd name="T76" fmla="*/ 0 w 1134"/>
                  <a:gd name="T77" fmla="*/ 0 h 1714"/>
                  <a:gd name="T78" fmla="*/ 0 w 1134"/>
                  <a:gd name="T79" fmla="*/ 0 h 1714"/>
                  <a:gd name="T80" fmla="*/ 0 w 1134"/>
                  <a:gd name="T81" fmla="*/ 0 h 1714"/>
                  <a:gd name="T82" fmla="*/ 0 w 1134"/>
                  <a:gd name="T83" fmla="*/ 0 h 1714"/>
                  <a:gd name="T84" fmla="*/ 0 w 1134"/>
                  <a:gd name="T85" fmla="*/ 0 h 1714"/>
                  <a:gd name="T86" fmla="*/ 0 w 1134"/>
                  <a:gd name="T87" fmla="*/ 0 h 1714"/>
                  <a:gd name="T88" fmla="*/ 0 w 1134"/>
                  <a:gd name="T89" fmla="*/ 0 h 1714"/>
                  <a:gd name="T90" fmla="*/ 0 w 1134"/>
                  <a:gd name="T91" fmla="*/ 0 h 1714"/>
                  <a:gd name="T92" fmla="*/ 0 w 1134"/>
                  <a:gd name="T93" fmla="*/ 0 h 1714"/>
                  <a:gd name="T94" fmla="*/ 0 w 1134"/>
                  <a:gd name="T95" fmla="*/ 0 h 1714"/>
                  <a:gd name="T96" fmla="*/ 0 w 1134"/>
                  <a:gd name="T97" fmla="*/ 0 h 1714"/>
                  <a:gd name="T98" fmla="*/ 0 w 1134"/>
                  <a:gd name="T99" fmla="*/ 0 h 1714"/>
                  <a:gd name="T100" fmla="*/ 0 w 1134"/>
                  <a:gd name="T101" fmla="*/ 0 h 1714"/>
                  <a:gd name="T102" fmla="*/ 0 w 1134"/>
                  <a:gd name="T103" fmla="*/ 0 h 1714"/>
                  <a:gd name="T104" fmla="*/ 0 w 1134"/>
                  <a:gd name="T105" fmla="*/ 0 h 1714"/>
                  <a:gd name="T106" fmla="*/ 0 w 1134"/>
                  <a:gd name="T107" fmla="*/ 0 h 1714"/>
                  <a:gd name="T108" fmla="*/ 0 w 1134"/>
                  <a:gd name="T109" fmla="*/ 0 h 1714"/>
                  <a:gd name="T110" fmla="*/ 0 w 1134"/>
                  <a:gd name="T111" fmla="*/ 0 h 1714"/>
                  <a:gd name="T112" fmla="*/ 0 w 1134"/>
                  <a:gd name="T113" fmla="*/ 0 h 1714"/>
                  <a:gd name="T114" fmla="*/ 0 w 1134"/>
                  <a:gd name="T115" fmla="*/ 0 h 1714"/>
                  <a:gd name="T116" fmla="*/ 0 w 1134"/>
                  <a:gd name="T117" fmla="*/ 0 h 1714"/>
                  <a:gd name="T118" fmla="*/ 0 w 1134"/>
                  <a:gd name="T119" fmla="*/ 0 h 171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134"/>
                  <a:gd name="T181" fmla="*/ 0 h 1714"/>
                  <a:gd name="T182" fmla="*/ 1134 w 1134"/>
                  <a:gd name="T183" fmla="*/ 1714 h 171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134" h="1714">
                    <a:moveTo>
                      <a:pt x="159" y="0"/>
                    </a:moveTo>
                    <a:lnTo>
                      <a:pt x="264" y="31"/>
                    </a:lnTo>
                    <a:lnTo>
                      <a:pt x="365" y="113"/>
                    </a:lnTo>
                    <a:lnTo>
                      <a:pt x="447" y="229"/>
                    </a:lnTo>
                    <a:lnTo>
                      <a:pt x="521" y="367"/>
                    </a:lnTo>
                    <a:lnTo>
                      <a:pt x="570" y="484"/>
                    </a:lnTo>
                    <a:lnTo>
                      <a:pt x="611" y="591"/>
                    </a:lnTo>
                    <a:lnTo>
                      <a:pt x="491" y="409"/>
                    </a:lnTo>
                    <a:lnTo>
                      <a:pt x="387" y="288"/>
                    </a:lnTo>
                    <a:lnTo>
                      <a:pt x="264" y="205"/>
                    </a:lnTo>
                    <a:lnTo>
                      <a:pt x="167" y="157"/>
                    </a:lnTo>
                    <a:lnTo>
                      <a:pt x="167" y="319"/>
                    </a:lnTo>
                    <a:lnTo>
                      <a:pt x="222" y="499"/>
                    </a:lnTo>
                    <a:lnTo>
                      <a:pt x="312" y="646"/>
                    </a:lnTo>
                    <a:lnTo>
                      <a:pt x="413" y="754"/>
                    </a:lnTo>
                    <a:lnTo>
                      <a:pt x="598" y="886"/>
                    </a:lnTo>
                    <a:lnTo>
                      <a:pt x="768" y="998"/>
                    </a:lnTo>
                    <a:lnTo>
                      <a:pt x="860" y="1049"/>
                    </a:lnTo>
                    <a:lnTo>
                      <a:pt x="818" y="925"/>
                    </a:lnTo>
                    <a:lnTo>
                      <a:pt x="923" y="1132"/>
                    </a:lnTo>
                    <a:lnTo>
                      <a:pt x="976" y="1301"/>
                    </a:lnTo>
                    <a:lnTo>
                      <a:pt x="1007" y="1508"/>
                    </a:lnTo>
                    <a:lnTo>
                      <a:pt x="1081" y="1631"/>
                    </a:lnTo>
                    <a:lnTo>
                      <a:pt x="1134" y="1714"/>
                    </a:lnTo>
                    <a:lnTo>
                      <a:pt x="959" y="1559"/>
                    </a:lnTo>
                    <a:lnTo>
                      <a:pt x="959" y="1642"/>
                    </a:lnTo>
                    <a:lnTo>
                      <a:pt x="877" y="1665"/>
                    </a:lnTo>
                    <a:lnTo>
                      <a:pt x="918" y="1609"/>
                    </a:lnTo>
                    <a:lnTo>
                      <a:pt x="908" y="1534"/>
                    </a:lnTo>
                    <a:lnTo>
                      <a:pt x="703" y="1402"/>
                    </a:lnTo>
                    <a:lnTo>
                      <a:pt x="877" y="1411"/>
                    </a:lnTo>
                    <a:lnTo>
                      <a:pt x="736" y="1204"/>
                    </a:lnTo>
                    <a:lnTo>
                      <a:pt x="853" y="1195"/>
                    </a:lnTo>
                    <a:lnTo>
                      <a:pt x="869" y="1147"/>
                    </a:lnTo>
                    <a:lnTo>
                      <a:pt x="703" y="1141"/>
                    </a:lnTo>
                    <a:lnTo>
                      <a:pt x="494" y="1077"/>
                    </a:lnTo>
                    <a:lnTo>
                      <a:pt x="249" y="967"/>
                    </a:lnTo>
                    <a:lnTo>
                      <a:pt x="99" y="860"/>
                    </a:lnTo>
                    <a:lnTo>
                      <a:pt x="84" y="886"/>
                    </a:lnTo>
                    <a:lnTo>
                      <a:pt x="143" y="985"/>
                    </a:lnTo>
                    <a:lnTo>
                      <a:pt x="240" y="1077"/>
                    </a:lnTo>
                    <a:lnTo>
                      <a:pt x="339" y="1132"/>
                    </a:lnTo>
                    <a:lnTo>
                      <a:pt x="413" y="1338"/>
                    </a:lnTo>
                    <a:lnTo>
                      <a:pt x="644" y="1402"/>
                    </a:lnTo>
                    <a:lnTo>
                      <a:pt x="482" y="1386"/>
                    </a:lnTo>
                    <a:lnTo>
                      <a:pt x="556" y="1460"/>
                    </a:lnTo>
                    <a:lnTo>
                      <a:pt x="763" y="1508"/>
                    </a:lnTo>
                    <a:lnTo>
                      <a:pt x="853" y="1582"/>
                    </a:lnTo>
                    <a:lnTo>
                      <a:pt x="826" y="1631"/>
                    </a:lnTo>
                    <a:lnTo>
                      <a:pt x="694" y="1591"/>
                    </a:lnTo>
                    <a:lnTo>
                      <a:pt x="598" y="1600"/>
                    </a:lnTo>
                    <a:lnTo>
                      <a:pt x="51" y="1107"/>
                    </a:lnTo>
                    <a:lnTo>
                      <a:pt x="21" y="943"/>
                    </a:lnTo>
                    <a:lnTo>
                      <a:pt x="9" y="826"/>
                    </a:lnTo>
                    <a:lnTo>
                      <a:pt x="51" y="770"/>
                    </a:lnTo>
                    <a:lnTo>
                      <a:pt x="21" y="642"/>
                    </a:lnTo>
                    <a:lnTo>
                      <a:pt x="0" y="443"/>
                    </a:lnTo>
                    <a:lnTo>
                      <a:pt x="25" y="279"/>
                    </a:lnTo>
                    <a:lnTo>
                      <a:pt x="77" y="132"/>
                    </a:lnTo>
                    <a:lnTo>
                      <a:pt x="15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6" name="Freeform 140"/>
              <p:cNvSpPr>
                <a:spLocks/>
              </p:cNvSpPr>
              <p:nvPr/>
            </p:nvSpPr>
            <p:spPr bwMode="auto">
              <a:xfrm>
                <a:off x="2411" y="1892"/>
                <a:ext cx="40" cy="50"/>
              </a:xfrm>
              <a:custGeom>
                <a:avLst/>
                <a:gdLst>
                  <a:gd name="T0" fmla="*/ 0 w 318"/>
                  <a:gd name="T1" fmla="*/ 0 h 399"/>
                  <a:gd name="T2" fmla="*/ 0 w 318"/>
                  <a:gd name="T3" fmla="*/ 0 h 399"/>
                  <a:gd name="T4" fmla="*/ 0 w 318"/>
                  <a:gd name="T5" fmla="*/ 0 h 399"/>
                  <a:gd name="T6" fmla="*/ 0 w 318"/>
                  <a:gd name="T7" fmla="*/ 0 h 399"/>
                  <a:gd name="T8" fmla="*/ 0 w 318"/>
                  <a:gd name="T9" fmla="*/ 0 h 399"/>
                  <a:gd name="T10" fmla="*/ 0 w 318"/>
                  <a:gd name="T11" fmla="*/ 0 h 399"/>
                  <a:gd name="T12" fmla="*/ 0 w 318"/>
                  <a:gd name="T13" fmla="*/ 0 h 399"/>
                  <a:gd name="T14" fmla="*/ 0 w 318"/>
                  <a:gd name="T15" fmla="*/ 0 h 399"/>
                  <a:gd name="T16" fmla="*/ 0 w 318"/>
                  <a:gd name="T17" fmla="*/ 0 h 399"/>
                  <a:gd name="T18" fmla="*/ 0 w 318"/>
                  <a:gd name="T19" fmla="*/ 0 h 399"/>
                  <a:gd name="T20" fmla="*/ 0 w 318"/>
                  <a:gd name="T21" fmla="*/ 0 h 399"/>
                  <a:gd name="T22" fmla="*/ 0 w 318"/>
                  <a:gd name="T23" fmla="*/ 0 h 3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8"/>
                  <a:gd name="T37" fmla="*/ 0 h 399"/>
                  <a:gd name="T38" fmla="*/ 318 w 318"/>
                  <a:gd name="T39" fmla="*/ 399 h 3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8" h="399">
                    <a:moveTo>
                      <a:pt x="0" y="138"/>
                    </a:moveTo>
                    <a:lnTo>
                      <a:pt x="87" y="23"/>
                    </a:lnTo>
                    <a:lnTo>
                      <a:pt x="168" y="0"/>
                    </a:lnTo>
                    <a:lnTo>
                      <a:pt x="221" y="72"/>
                    </a:lnTo>
                    <a:lnTo>
                      <a:pt x="221" y="336"/>
                    </a:lnTo>
                    <a:lnTo>
                      <a:pt x="285" y="106"/>
                    </a:lnTo>
                    <a:lnTo>
                      <a:pt x="318" y="196"/>
                    </a:lnTo>
                    <a:lnTo>
                      <a:pt x="318" y="295"/>
                    </a:lnTo>
                    <a:lnTo>
                      <a:pt x="246" y="399"/>
                    </a:lnTo>
                    <a:lnTo>
                      <a:pt x="186" y="399"/>
                    </a:lnTo>
                    <a:lnTo>
                      <a:pt x="39" y="261"/>
                    </a:lnTo>
                    <a:lnTo>
                      <a:pt x="0"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7" name="Freeform 141"/>
              <p:cNvSpPr>
                <a:spLocks/>
              </p:cNvSpPr>
              <p:nvPr/>
            </p:nvSpPr>
            <p:spPr bwMode="auto">
              <a:xfrm>
                <a:off x="2446" y="1700"/>
                <a:ext cx="292" cy="269"/>
              </a:xfrm>
              <a:custGeom>
                <a:avLst/>
                <a:gdLst>
                  <a:gd name="T0" fmla="*/ 0 w 2335"/>
                  <a:gd name="T1" fmla="*/ 0 h 2151"/>
                  <a:gd name="T2" fmla="*/ 0 w 2335"/>
                  <a:gd name="T3" fmla="*/ 0 h 2151"/>
                  <a:gd name="T4" fmla="*/ 0 w 2335"/>
                  <a:gd name="T5" fmla="*/ 0 h 2151"/>
                  <a:gd name="T6" fmla="*/ 0 w 2335"/>
                  <a:gd name="T7" fmla="*/ 0 h 2151"/>
                  <a:gd name="T8" fmla="*/ 0 w 2335"/>
                  <a:gd name="T9" fmla="*/ 0 h 2151"/>
                  <a:gd name="T10" fmla="*/ 0 w 2335"/>
                  <a:gd name="T11" fmla="*/ 0 h 2151"/>
                  <a:gd name="T12" fmla="*/ 0 w 2335"/>
                  <a:gd name="T13" fmla="*/ 0 h 2151"/>
                  <a:gd name="T14" fmla="*/ 0 w 2335"/>
                  <a:gd name="T15" fmla="*/ 0 h 2151"/>
                  <a:gd name="T16" fmla="*/ 0 w 2335"/>
                  <a:gd name="T17" fmla="*/ 0 h 2151"/>
                  <a:gd name="T18" fmla="*/ 0 w 2335"/>
                  <a:gd name="T19" fmla="*/ 0 h 2151"/>
                  <a:gd name="T20" fmla="*/ 0 w 2335"/>
                  <a:gd name="T21" fmla="*/ 0 h 2151"/>
                  <a:gd name="T22" fmla="*/ 0 w 2335"/>
                  <a:gd name="T23" fmla="*/ 0 h 2151"/>
                  <a:gd name="T24" fmla="*/ 0 w 2335"/>
                  <a:gd name="T25" fmla="*/ 0 h 2151"/>
                  <a:gd name="T26" fmla="*/ 0 w 2335"/>
                  <a:gd name="T27" fmla="*/ 0 h 2151"/>
                  <a:gd name="T28" fmla="*/ 0 w 2335"/>
                  <a:gd name="T29" fmla="*/ 0 h 2151"/>
                  <a:gd name="T30" fmla="*/ 0 w 2335"/>
                  <a:gd name="T31" fmla="*/ 0 h 2151"/>
                  <a:gd name="T32" fmla="*/ 0 w 2335"/>
                  <a:gd name="T33" fmla="*/ 0 h 2151"/>
                  <a:gd name="T34" fmla="*/ 0 w 2335"/>
                  <a:gd name="T35" fmla="*/ 0 h 2151"/>
                  <a:gd name="T36" fmla="*/ 0 w 2335"/>
                  <a:gd name="T37" fmla="*/ 0 h 2151"/>
                  <a:gd name="T38" fmla="*/ 0 w 2335"/>
                  <a:gd name="T39" fmla="*/ 0 h 2151"/>
                  <a:gd name="T40" fmla="*/ 0 w 2335"/>
                  <a:gd name="T41" fmla="*/ 0 h 2151"/>
                  <a:gd name="T42" fmla="*/ 0 w 2335"/>
                  <a:gd name="T43" fmla="*/ 0 h 2151"/>
                  <a:gd name="T44" fmla="*/ 0 w 2335"/>
                  <a:gd name="T45" fmla="*/ 0 h 2151"/>
                  <a:gd name="T46" fmla="*/ 0 w 2335"/>
                  <a:gd name="T47" fmla="*/ 0 h 2151"/>
                  <a:gd name="T48" fmla="*/ 0 w 2335"/>
                  <a:gd name="T49" fmla="*/ 0 h 2151"/>
                  <a:gd name="T50" fmla="*/ 0 w 2335"/>
                  <a:gd name="T51" fmla="*/ 0 h 2151"/>
                  <a:gd name="T52" fmla="*/ 0 w 2335"/>
                  <a:gd name="T53" fmla="*/ 0 h 2151"/>
                  <a:gd name="T54" fmla="*/ 0 w 2335"/>
                  <a:gd name="T55" fmla="*/ 0 h 2151"/>
                  <a:gd name="T56" fmla="*/ 0 w 2335"/>
                  <a:gd name="T57" fmla="*/ 0 h 2151"/>
                  <a:gd name="T58" fmla="*/ 0 w 2335"/>
                  <a:gd name="T59" fmla="*/ 0 h 2151"/>
                  <a:gd name="T60" fmla="*/ 0 w 2335"/>
                  <a:gd name="T61" fmla="*/ 0 h 2151"/>
                  <a:gd name="T62" fmla="*/ 0 w 2335"/>
                  <a:gd name="T63" fmla="*/ 0 h 2151"/>
                  <a:gd name="T64" fmla="*/ 0 w 2335"/>
                  <a:gd name="T65" fmla="*/ 0 h 2151"/>
                  <a:gd name="T66" fmla="*/ 0 w 2335"/>
                  <a:gd name="T67" fmla="*/ 0 h 2151"/>
                  <a:gd name="T68" fmla="*/ 0 w 2335"/>
                  <a:gd name="T69" fmla="*/ 0 h 2151"/>
                  <a:gd name="T70" fmla="*/ 0 w 2335"/>
                  <a:gd name="T71" fmla="*/ 0 h 2151"/>
                  <a:gd name="T72" fmla="*/ 0 w 2335"/>
                  <a:gd name="T73" fmla="*/ 0 h 2151"/>
                  <a:gd name="T74" fmla="*/ 0 w 2335"/>
                  <a:gd name="T75" fmla="*/ 0 h 2151"/>
                  <a:gd name="T76" fmla="*/ 0 w 2335"/>
                  <a:gd name="T77" fmla="*/ 0 h 215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335"/>
                  <a:gd name="T118" fmla="*/ 0 h 2151"/>
                  <a:gd name="T119" fmla="*/ 2335 w 2335"/>
                  <a:gd name="T120" fmla="*/ 2151 h 215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335" h="2151">
                    <a:moveTo>
                      <a:pt x="87" y="1633"/>
                    </a:moveTo>
                    <a:lnTo>
                      <a:pt x="112" y="1705"/>
                    </a:lnTo>
                    <a:lnTo>
                      <a:pt x="123" y="1896"/>
                    </a:lnTo>
                    <a:lnTo>
                      <a:pt x="0" y="1953"/>
                    </a:lnTo>
                    <a:lnTo>
                      <a:pt x="39" y="1978"/>
                    </a:lnTo>
                    <a:lnTo>
                      <a:pt x="182" y="1953"/>
                    </a:lnTo>
                    <a:lnTo>
                      <a:pt x="742" y="2068"/>
                    </a:lnTo>
                    <a:lnTo>
                      <a:pt x="732" y="2032"/>
                    </a:lnTo>
                    <a:lnTo>
                      <a:pt x="732" y="2011"/>
                    </a:lnTo>
                    <a:lnTo>
                      <a:pt x="758" y="1997"/>
                    </a:lnTo>
                    <a:lnTo>
                      <a:pt x="791" y="2002"/>
                    </a:lnTo>
                    <a:lnTo>
                      <a:pt x="806" y="2032"/>
                    </a:lnTo>
                    <a:lnTo>
                      <a:pt x="830" y="2061"/>
                    </a:lnTo>
                    <a:lnTo>
                      <a:pt x="883" y="2068"/>
                    </a:lnTo>
                    <a:lnTo>
                      <a:pt x="958" y="2127"/>
                    </a:lnTo>
                    <a:lnTo>
                      <a:pt x="938" y="2068"/>
                    </a:lnTo>
                    <a:lnTo>
                      <a:pt x="1180" y="2011"/>
                    </a:lnTo>
                    <a:lnTo>
                      <a:pt x="1477" y="1845"/>
                    </a:lnTo>
                    <a:lnTo>
                      <a:pt x="1807" y="1930"/>
                    </a:lnTo>
                    <a:lnTo>
                      <a:pt x="1872" y="2061"/>
                    </a:lnTo>
                    <a:lnTo>
                      <a:pt x="1872" y="2142"/>
                    </a:lnTo>
                    <a:lnTo>
                      <a:pt x="1883" y="2151"/>
                    </a:lnTo>
                    <a:lnTo>
                      <a:pt x="1897" y="2061"/>
                    </a:lnTo>
                    <a:lnTo>
                      <a:pt x="1823" y="1912"/>
                    </a:lnTo>
                    <a:lnTo>
                      <a:pt x="1666" y="1815"/>
                    </a:lnTo>
                    <a:lnTo>
                      <a:pt x="1731" y="1714"/>
                    </a:lnTo>
                    <a:lnTo>
                      <a:pt x="1855" y="1668"/>
                    </a:lnTo>
                    <a:lnTo>
                      <a:pt x="2003" y="1642"/>
                    </a:lnTo>
                    <a:lnTo>
                      <a:pt x="2189" y="1674"/>
                    </a:lnTo>
                    <a:lnTo>
                      <a:pt x="2226" y="1705"/>
                    </a:lnTo>
                    <a:lnTo>
                      <a:pt x="2235" y="1804"/>
                    </a:lnTo>
                    <a:lnTo>
                      <a:pt x="2285" y="1887"/>
                    </a:lnTo>
                    <a:lnTo>
                      <a:pt x="2335" y="1771"/>
                    </a:lnTo>
                    <a:lnTo>
                      <a:pt x="2309" y="1700"/>
                    </a:lnTo>
                    <a:lnTo>
                      <a:pt x="2219" y="1608"/>
                    </a:lnTo>
                    <a:lnTo>
                      <a:pt x="2102" y="1510"/>
                    </a:lnTo>
                    <a:lnTo>
                      <a:pt x="2010" y="1402"/>
                    </a:lnTo>
                    <a:lnTo>
                      <a:pt x="1929" y="1439"/>
                    </a:lnTo>
                    <a:lnTo>
                      <a:pt x="1883" y="1559"/>
                    </a:lnTo>
                    <a:lnTo>
                      <a:pt x="1839" y="1536"/>
                    </a:lnTo>
                    <a:lnTo>
                      <a:pt x="1883" y="1428"/>
                    </a:lnTo>
                    <a:lnTo>
                      <a:pt x="1929" y="1338"/>
                    </a:lnTo>
                    <a:lnTo>
                      <a:pt x="2138" y="1255"/>
                    </a:lnTo>
                    <a:lnTo>
                      <a:pt x="2235" y="1165"/>
                    </a:lnTo>
                    <a:lnTo>
                      <a:pt x="2189" y="1041"/>
                    </a:lnTo>
                    <a:lnTo>
                      <a:pt x="2169" y="1142"/>
                    </a:lnTo>
                    <a:lnTo>
                      <a:pt x="2063" y="1206"/>
                    </a:lnTo>
                    <a:lnTo>
                      <a:pt x="1962" y="1232"/>
                    </a:lnTo>
                    <a:lnTo>
                      <a:pt x="1883" y="1239"/>
                    </a:lnTo>
                    <a:lnTo>
                      <a:pt x="1855" y="1213"/>
                    </a:lnTo>
                    <a:lnTo>
                      <a:pt x="1872" y="1181"/>
                    </a:lnTo>
                    <a:lnTo>
                      <a:pt x="2039" y="1066"/>
                    </a:lnTo>
                    <a:lnTo>
                      <a:pt x="2169" y="943"/>
                    </a:lnTo>
                    <a:lnTo>
                      <a:pt x="2197" y="1001"/>
                    </a:lnTo>
                    <a:lnTo>
                      <a:pt x="2201" y="868"/>
                    </a:lnTo>
                    <a:lnTo>
                      <a:pt x="2180" y="720"/>
                    </a:lnTo>
                    <a:lnTo>
                      <a:pt x="2169" y="565"/>
                    </a:lnTo>
                    <a:lnTo>
                      <a:pt x="2180" y="337"/>
                    </a:lnTo>
                    <a:lnTo>
                      <a:pt x="2153" y="114"/>
                    </a:lnTo>
                    <a:lnTo>
                      <a:pt x="2111" y="0"/>
                    </a:lnTo>
                    <a:lnTo>
                      <a:pt x="2144" y="182"/>
                    </a:lnTo>
                    <a:lnTo>
                      <a:pt x="2144" y="400"/>
                    </a:lnTo>
                    <a:lnTo>
                      <a:pt x="2111" y="582"/>
                    </a:lnTo>
                    <a:lnTo>
                      <a:pt x="1982" y="868"/>
                    </a:lnTo>
                    <a:lnTo>
                      <a:pt x="2088" y="706"/>
                    </a:lnTo>
                    <a:lnTo>
                      <a:pt x="2127" y="771"/>
                    </a:lnTo>
                    <a:lnTo>
                      <a:pt x="2144" y="861"/>
                    </a:lnTo>
                    <a:lnTo>
                      <a:pt x="2120" y="936"/>
                    </a:lnTo>
                    <a:lnTo>
                      <a:pt x="2003" y="1041"/>
                    </a:lnTo>
                    <a:lnTo>
                      <a:pt x="1865" y="1125"/>
                    </a:lnTo>
                    <a:lnTo>
                      <a:pt x="1872" y="1050"/>
                    </a:lnTo>
                    <a:lnTo>
                      <a:pt x="1673" y="1273"/>
                    </a:lnTo>
                    <a:lnTo>
                      <a:pt x="1402" y="1476"/>
                    </a:lnTo>
                    <a:lnTo>
                      <a:pt x="1169" y="1584"/>
                    </a:lnTo>
                    <a:lnTo>
                      <a:pt x="965" y="1633"/>
                    </a:lnTo>
                    <a:lnTo>
                      <a:pt x="615" y="1600"/>
                    </a:lnTo>
                    <a:lnTo>
                      <a:pt x="410" y="1608"/>
                    </a:lnTo>
                    <a:lnTo>
                      <a:pt x="195" y="1626"/>
                    </a:lnTo>
                    <a:lnTo>
                      <a:pt x="87" y="16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8" name="Freeform 142"/>
              <p:cNvSpPr>
                <a:spLocks/>
              </p:cNvSpPr>
              <p:nvPr/>
            </p:nvSpPr>
            <p:spPr bwMode="auto">
              <a:xfrm>
                <a:off x="2599" y="1689"/>
                <a:ext cx="22" cy="176"/>
              </a:xfrm>
              <a:custGeom>
                <a:avLst/>
                <a:gdLst>
                  <a:gd name="T0" fmla="*/ 0 w 180"/>
                  <a:gd name="T1" fmla="*/ 0 h 1411"/>
                  <a:gd name="T2" fmla="*/ 0 w 180"/>
                  <a:gd name="T3" fmla="*/ 0 h 1411"/>
                  <a:gd name="T4" fmla="*/ 0 w 180"/>
                  <a:gd name="T5" fmla="*/ 0 h 1411"/>
                  <a:gd name="T6" fmla="*/ 0 w 180"/>
                  <a:gd name="T7" fmla="*/ 0 h 1411"/>
                  <a:gd name="T8" fmla="*/ 0 w 180"/>
                  <a:gd name="T9" fmla="*/ 0 h 1411"/>
                  <a:gd name="T10" fmla="*/ 0 w 180"/>
                  <a:gd name="T11" fmla="*/ 0 h 1411"/>
                  <a:gd name="T12" fmla="*/ 0 w 180"/>
                  <a:gd name="T13" fmla="*/ 0 h 1411"/>
                  <a:gd name="T14" fmla="*/ 0 w 180"/>
                  <a:gd name="T15" fmla="*/ 0 h 1411"/>
                  <a:gd name="T16" fmla="*/ 0 w 180"/>
                  <a:gd name="T17" fmla="*/ 0 h 1411"/>
                  <a:gd name="T18" fmla="*/ 0 w 180"/>
                  <a:gd name="T19" fmla="*/ 0 h 1411"/>
                  <a:gd name="T20" fmla="*/ 0 w 180"/>
                  <a:gd name="T21" fmla="*/ 0 h 1411"/>
                  <a:gd name="T22" fmla="*/ 0 w 180"/>
                  <a:gd name="T23" fmla="*/ 0 h 1411"/>
                  <a:gd name="T24" fmla="*/ 0 w 180"/>
                  <a:gd name="T25" fmla="*/ 0 h 1411"/>
                  <a:gd name="T26" fmla="*/ 0 w 180"/>
                  <a:gd name="T27" fmla="*/ 0 h 1411"/>
                  <a:gd name="T28" fmla="*/ 0 w 180"/>
                  <a:gd name="T29" fmla="*/ 0 h 1411"/>
                  <a:gd name="T30" fmla="*/ 0 w 180"/>
                  <a:gd name="T31" fmla="*/ 0 h 14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0"/>
                  <a:gd name="T49" fmla="*/ 0 h 1411"/>
                  <a:gd name="T50" fmla="*/ 180 w 180"/>
                  <a:gd name="T51" fmla="*/ 1411 h 14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0" h="1411">
                    <a:moveTo>
                      <a:pt x="0" y="33"/>
                    </a:moveTo>
                    <a:lnTo>
                      <a:pt x="99" y="263"/>
                    </a:lnTo>
                    <a:lnTo>
                      <a:pt x="129" y="483"/>
                    </a:lnTo>
                    <a:lnTo>
                      <a:pt x="124" y="802"/>
                    </a:lnTo>
                    <a:lnTo>
                      <a:pt x="81" y="1075"/>
                    </a:lnTo>
                    <a:lnTo>
                      <a:pt x="9" y="1411"/>
                    </a:lnTo>
                    <a:lnTo>
                      <a:pt x="90" y="1386"/>
                    </a:lnTo>
                    <a:lnTo>
                      <a:pt x="140" y="1303"/>
                    </a:lnTo>
                    <a:lnTo>
                      <a:pt x="171" y="1140"/>
                    </a:lnTo>
                    <a:lnTo>
                      <a:pt x="180" y="886"/>
                    </a:lnTo>
                    <a:lnTo>
                      <a:pt x="171" y="556"/>
                    </a:lnTo>
                    <a:lnTo>
                      <a:pt x="145" y="344"/>
                    </a:lnTo>
                    <a:lnTo>
                      <a:pt x="105" y="180"/>
                    </a:lnTo>
                    <a:lnTo>
                      <a:pt x="39" y="22"/>
                    </a:lnTo>
                    <a:lnTo>
                      <a:pt x="9" y="0"/>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9" name="Freeform 143"/>
              <p:cNvSpPr>
                <a:spLocks/>
              </p:cNvSpPr>
              <p:nvPr/>
            </p:nvSpPr>
            <p:spPr bwMode="auto">
              <a:xfrm>
                <a:off x="2552" y="1804"/>
                <a:ext cx="18" cy="18"/>
              </a:xfrm>
              <a:custGeom>
                <a:avLst/>
                <a:gdLst>
                  <a:gd name="T0" fmla="*/ 0 w 141"/>
                  <a:gd name="T1" fmla="*/ 0 h 141"/>
                  <a:gd name="T2" fmla="*/ 0 w 141"/>
                  <a:gd name="T3" fmla="*/ 0 h 141"/>
                  <a:gd name="T4" fmla="*/ 0 w 141"/>
                  <a:gd name="T5" fmla="*/ 0 h 141"/>
                  <a:gd name="T6" fmla="*/ 0 w 141"/>
                  <a:gd name="T7" fmla="*/ 0 h 141"/>
                  <a:gd name="T8" fmla="*/ 0 w 141"/>
                  <a:gd name="T9" fmla="*/ 0 h 141"/>
                  <a:gd name="T10" fmla="*/ 0 w 141"/>
                  <a:gd name="T11" fmla="*/ 0 h 141"/>
                  <a:gd name="T12" fmla="*/ 0 w 141"/>
                  <a:gd name="T13" fmla="*/ 0 h 141"/>
                  <a:gd name="T14" fmla="*/ 0 w 141"/>
                  <a:gd name="T15" fmla="*/ 0 h 141"/>
                  <a:gd name="T16" fmla="*/ 0 w 141"/>
                  <a:gd name="T17" fmla="*/ 0 h 141"/>
                  <a:gd name="T18" fmla="*/ 0 w 141"/>
                  <a:gd name="T19" fmla="*/ 0 h 141"/>
                  <a:gd name="T20" fmla="*/ 0 w 141"/>
                  <a:gd name="T21" fmla="*/ 0 h 141"/>
                  <a:gd name="T22" fmla="*/ 0 w 141"/>
                  <a:gd name="T23" fmla="*/ 0 h 141"/>
                  <a:gd name="T24" fmla="*/ 0 w 141"/>
                  <a:gd name="T25" fmla="*/ 0 h 141"/>
                  <a:gd name="T26" fmla="*/ 0 w 141"/>
                  <a:gd name="T27" fmla="*/ 0 h 141"/>
                  <a:gd name="T28" fmla="*/ 0 w 141"/>
                  <a:gd name="T29" fmla="*/ 0 h 141"/>
                  <a:gd name="T30" fmla="*/ 0 w 141"/>
                  <a:gd name="T31" fmla="*/ 0 h 14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1"/>
                  <a:gd name="T49" fmla="*/ 0 h 141"/>
                  <a:gd name="T50" fmla="*/ 141 w 141"/>
                  <a:gd name="T51" fmla="*/ 141 h 14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1" h="141">
                    <a:moveTo>
                      <a:pt x="101" y="7"/>
                    </a:moveTo>
                    <a:lnTo>
                      <a:pt x="66" y="7"/>
                    </a:lnTo>
                    <a:lnTo>
                      <a:pt x="42" y="31"/>
                    </a:lnTo>
                    <a:lnTo>
                      <a:pt x="51" y="62"/>
                    </a:lnTo>
                    <a:lnTo>
                      <a:pt x="77" y="88"/>
                    </a:lnTo>
                    <a:lnTo>
                      <a:pt x="110" y="72"/>
                    </a:lnTo>
                    <a:lnTo>
                      <a:pt x="123" y="49"/>
                    </a:lnTo>
                    <a:lnTo>
                      <a:pt x="123" y="31"/>
                    </a:lnTo>
                    <a:lnTo>
                      <a:pt x="141" y="62"/>
                    </a:lnTo>
                    <a:lnTo>
                      <a:pt x="123" y="113"/>
                    </a:lnTo>
                    <a:lnTo>
                      <a:pt x="77" y="141"/>
                    </a:lnTo>
                    <a:lnTo>
                      <a:pt x="18" y="106"/>
                    </a:lnTo>
                    <a:lnTo>
                      <a:pt x="0" y="49"/>
                    </a:lnTo>
                    <a:lnTo>
                      <a:pt x="42" y="7"/>
                    </a:lnTo>
                    <a:lnTo>
                      <a:pt x="66" y="0"/>
                    </a:lnTo>
                    <a:lnTo>
                      <a:pt x="10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0" name="Freeform 144"/>
              <p:cNvSpPr>
                <a:spLocks/>
              </p:cNvSpPr>
              <p:nvPr/>
            </p:nvSpPr>
            <p:spPr bwMode="auto">
              <a:xfrm>
                <a:off x="2705" y="1850"/>
                <a:ext cx="33" cy="63"/>
              </a:xfrm>
              <a:custGeom>
                <a:avLst/>
                <a:gdLst>
                  <a:gd name="T0" fmla="*/ 0 w 265"/>
                  <a:gd name="T1" fmla="*/ 0 h 505"/>
                  <a:gd name="T2" fmla="*/ 0 w 265"/>
                  <a:gd name="T3" fmla="*/ 0 h 505"/>
                  <a:gd name="T4" fmla="*/ 0 w 265"/>
                  <a:gd name="T5" fmla="*/ 0 h 505"/>
                  <a:gd name="T6" fmla="*/ 0 w 265"/>
                  <a:gd name="T7" fmla="*/ 0 h 505"/>
                  <a:gd name="T8" fmla="*/ 0 w 265"/>
                  <a:gd name="T9" fmla="*/ 0 h 505"/>
                  <a:gd name="T10" fmla="*/ 0 w 265"/>
                  <a:gd name="T11" fmla="*/ 0 h 505"/>
                  <a:gd name="T12" fmla="*/ 0 w 265"/>
                  <a:gd name="T13" fmla="*/ 0 h 505"/>
                  <a:gd name="T14" fmla="*/ 0 w 265"/>
                  <a:gd name="T15" fmla="*/ 0 h 505"/>
                  <a:gd name="T16" fmla="*/ 0 w 265"/>
                  <a:gd name="T17" fmla="*/ 0 h 505"/>
                  <a:gd name="T18" fmla="*/ 0 w 265"/>
                  <a:gd name="T19" fmla="*/ 0 h 505"/>
                  <a:gd name="T20" fmla="*/ 0 w 265"/>
                  <a:gd name="T21" fmla="*/ 0 h 505"/>
                  <a:gd name="T22" fmla="*/ 0 w 265"/>
                  <a:gd name="T23" fmla="*/ 0 h 505"/>
                  <a:gd name="T24" fmla="*/ 0 w 265"/>
                  <a:gd name="T25" fmla="*/ 0 h 505"/>
                  <a:gd name="T26" fmla="*/ 0 w 265"/>
                  <a:gd name="T27" fmla="*/ 0 h 5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5"/>
                  <a:gd name="T43" fmla="*/ 0 h 505"/>
                  <a:gd name="T44" fmla="*/ 265 w 265"/>
                  <a:gd name="T45" fmla="*/ 505 h 50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5" h="505">
                    <a:moveTo>
                      <a:pt x="215" y="0"/>
                    </a:moveTo>
                    <a:lnTo>
                      <a:pt x="215" y="71"/>
                    </a:lnTo>
                    <a:lnTo>
                      <a:pt x="0" y="193"/>
                    </a:lnTo>
                    <a:lnTo>
                      <a:pt x="131" y="152"/>
                    </a:lnTo>
                    <a:lnTo>
                      <a:pt x="131" y="277"/>
                    </a:lnTo>
                    <a:lnTo>
                      <a:pt x="57" y="258"/>
                    </a:lnTo>
                    <a:lnTo>
                      <a:pt x="239" y="431"/>
                    </a:lnTo>
                    <a:lnTo>
                      <a:pt x="265" y="505"/>
                    </a:lnTo>
                    <a:lnTo>
                      <a:pt x="255" y="405"/>
                    </a:lnTo>
                    <a:lnTo>
                      <a:pt x="180" y="308"/>
                    </a:lnTo>
                    <a:lnTo>
                      <a:pt x="180" y="143"/>
                    </a:lnTo>
                    <a:lnTo>
                      <a:pt x="233" y="92"/>
                    </a:lnTo>
                    <a:lnTo>
                      <a:pt x="233" y="51"/>
                    </a:lnTo>
                    <a:lnTo>
                      <a:pt x="2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1" name="Freeform 145"/>
              <p:cNvSpPr>
                <a:spLocks/>
              </p:cNvSpPr>
              <p:nvPr/>
            </p:nvSpPr>
            <p:spPr bwMode="auto">
              <a:xfrm>
                <a:off x="2667" y="1919"/>
                <a:ext cx="115" cy="67"/>
              </a:xfrm>
              <a:custGeom>
                <a:avLst/>
                <a:gdLst>
                  <a:gd name="T0" fmla="*/ 0 w 918"/>
                  <a:gd name="T1" fmla="*/ 0 h 541"/>
                  <a:gd name="T2" fmla="*/ 0 w 918"/>
                  <a:gd name="T3" fmla="*/ 0 h 541"/>
                  <a:gd name="T4" fmla="*/ 0 w 918"/>
                  <a:gd name="T5" fmla="*/ 0 h 541"/>
                  <a:gd name="T6" fmla="*/ 0 w 918"/>
                  <a:gd name="T7" fmla="*/ 0 h 541"/>
                  <a:gd name="T8" fmla="*/ 0 w 918"/>
                  <a:gd name="T9" fmla="*/ 0 h 541"/>
                  <a:gd name="T10" fmla="*/ 0 w 918"/>
                  <a:gd name="T11" fmla="*/ 0 h 541"/>
                  <a:gd name="T12" fmla="*/ 0 w 918"/>
                  <a:gd name="T13" fmla="*/ 0 h 541"/>
                  <a:gd name="T14" fmla="*/ 0 w 918"/>
                  <a:gd name="T15" fmla="*/ 0 h 541"/>
                  <a:gd name="T16" fmla="*/ 0 w 918"/>
                  <a:gd name="T17" fmla="*/ 0 h 541"/>
                  <a:gd name="T18" fmla="*/ 0 w 918"/>
                  <a:gd name="T19" fmla="*/ 0 h 541"/>
                  <a:gd name="T20" fmla="*/ 0 w 918"/>
                  <a:gd name="T21" fmla="*/ 0 h 541"/>
                  <a:gd name="T22" fmla="*/ 0 w 918"/>
                  <a:gd name="T23" fmla="*/ 0 h 541"/>
                  <a:gd name="T24" fmla="*/ 0 w 918"/>
                  <a:gd name="T25" fmla="*/ 0 h 541"/>
                  <a:gd name="T26" fmla="*/ 0 w 918"/>
                  <a:gd name="T27" fmla="*/ 0 h 541"/>
                  <a:gd name="T28" fmla="*/ 0 w 918"/>
                  <a:gd name="T29" fmla="*/ 0 h 541"/>
                  <a:gd name="T30" fmla="*/ 0 w 918"/>
                  <a:gd name="T31" fmla="*/ 0 h 541"/>
                  <a:gd name="T32" fmla="*/ 0 w 918"/>
                  <a:gd name="T33" fmla="*/ 0 h 541"/>
                  <a:gd name="T34" fmla="*/ 0 w 918"/>
                  <a:gd name="T35" fmla="*/ 0 h 541"/>
                  <a:gd name="T36" fmla="*/ 0 w 918"/>
                  <a:gd name="T37" fmla="*/ 0 h 541"/>
                  <a:gd name="T38" fmla="*/ 0 w 918"/>
                  <a:gd name="T39" fmla="*/ 0 h 541"/>
                  <a:gd name="T40" fmla="*/ 0 w 918"/>
                  <a:gd name="T41" fmla="*/ 0 h 541"/>
                  <a:gd name="T42" fmla="*/ 0 w 918"/>
                  <a:gd name="T43" fmla="*/ 0 h 54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918"/>
                  <a:gd name="T67" fmla="*/ 0 h 541"/>
                  <a:gd name="T68" fmla="*/ 918 w 918"/>
                  <a:gd name="T69" fmla="*/ 541 h 54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918" h="541">
                    <a:moveTo>
                      <a:pt x="529" y="181"/>
                    </a:moveTo>
                    <a:lnTo>
                      <a:pt x="520" y="211"/>
                    </a:lnTo>
                    <a:lnTo>
                      <a:pt x="470" y="211"/>
                    </a:lnTo>
                    <a:lnTo>
                      <a:pt x="379" y="55"/>
                    </a:lnTo>
                    <a:lnTo>
                      <a:pt x="217" y="0"/>
                    </a:lnTo>
                    <a:lnTo>
                      <a:pt x="35" y="55"/>
                    </a:lnTo>
                    <a:lnTo>
                      <a:pt x="0" y="123"/>
                    </a:lnTo>
                    <a:lnTo>
                      <a:pt x="65" y="186"/>
                    </a:lnTo>
                    <a:lnTo>
                      <a:pt x="123" y="294"/>
                    </a:lnTo>
                    <a:lnTo>
                      <a:pt x="245" y="172"/>
                    </a:lnTo>
                    <a:lnTo>
                      <a:pt x="373" y="195"/>
                    </a:lnTo>
                    <a:lnTo>
                      <a:pt x="553" y="283"/>
                    </a:lnTo>
                    <a:lnTo>
                      <a:pt x="613" y="319"/>
                    </a:lnTo>
                    <a:lnTo>
                      <a:pt x="619" y="411"/>
                    </a:lnTo>
                    <a:lnTo>
                      <a:pt x="529" y="474"/>
                    </a:lnTo>
                    <a:lnTo>
                      <a:pt x="619" y="541"/>
                    </a:lnTo>
                    <a:lnTo>
                      <a:pt x="918" y="541"/>
                    </a:lnTo>
                    <a:lnTo>
                      <a:pt x="793" y="424"/>
                    </a:lnTo>
                    <a:lnTo>
                      <a:pt x="727" y="424"/>
                    </a:lnTo>
                    <a:lnTo>
                      <a:pt x="660" y="253"/>
                    </a:lnTo>
                    <a:lnTo>
                      <a:pt x="577" y="204"/>
                    </a:lnTo>
                    <a:lnTo>
                      <a:pt x="529"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2" name="Freeform 146"/>
              <p:cNvSpPr>
                <a:spLocks/>
              </p:cNvSpPr>
              <p:nvPr/>
            </p:nvSpPr>
            <p:spPr bwMode="auto">
              <a:xfrm>
                <a:off x="2573" y="1950"/>
                <a:ext cx="163" cy="58"/>
              </a:xfrm>
              <a:custGeom>
                <a:avLst/>
                <a:gdLst>
                  <a:gd name="T0" fmla="*/ 0 w 1305"/>
                  <a:gd name="T1" fmla="*/ 0 h 464"/>
                  <a:gd name="T2" fmla="*/ 0 w 1305"/>
                  <a:gd name="T3" fmla="*/ 0 h 464"/>
                  <a:gd name="T4" fmla="*/ 0 w 1305"/>
                  <a:gd name="T5" fmla="*/ 0 h 464"/>
                  <a:gd name="T6" fmla="*/ 0 w 1305"/>
                  <a:gd name="T7" fmla="*/ 0 h 464"/>
                  <a:gd name="T8" fmla="*/ 0 w 1305"/>
                  <a:gd name="T9" fmla="*/ 0 h 464"/>
                  <a:gd name="T10" fmla="*/ 0 w 1305"/>
                  <a:gd name="T11" fmla="*/ 0 h 464"/>
                  <a:gd name="T12" fmla="*/ 0 w 1305"/>
                  <a:gd name="T13" fmla="*/ 0 h 464"/>
                  <a:gd name="T14" fmla="*/ 0 w 1305"/>
                  <a:gd name="T15" fmla="*/ 0 h 464"/>
                  <a:gd name="T16" fmla="*/ 0 w 1305"/>
                  <a:gd name="T17" fmla="*/ 0 h 464"/>
                  <a:gd name="T18" fmla="*/ 0 w 1305"/>
                  <a:gd name="T19" fmla="*/ 0 h 464"/>
                  <a:gd name="T20" fmla="*/ 0 w 1305"/>
                  <a:gd name="T21" fmla="*/ 0 h 464"/>
                  <a:gd name="T22" fmla="*/ 0 w 1305"/>
                  <a:gd name="T23" fmla="*/ 0 h 464"/>
                  <a:gd name="T24" fmla="*/ 0 w 1305"/>
                  <a:gd name="T25" fmla="*/ 0 h 464"/>
                  <a:gd name="T26" fmla="*/ 0 w 1305"/>
                  <a:gd name="T27" fmla="*/ 0 h 464"/>
                  <a:gd name="T28" fmla="*/ 0 w 1305"/>
                  <a:gd name="T29" fmla="*/ 0 h 464"/>
                  <a:gd name="T30" fmla="*/ 0 w 1305"/>
                  <a:gd name="T31" fmla="*/ 0 h 464"/>
                  <a:gd name="T32" fmla="*/ 0 w 1305"/>
                  <a:gd name="T33" fmla="*/ 0 h 464"/>
                  <a:gd name="T34" fmla="*/ 0 w 1305"/>
                  <a:gd name="T35" fmla="*/ 0 h 464"/>
                  <a:gd name="T36" fmla="*/ 0 w 1305"/>
                  <a:gd name="T37" fmla="*/ 0 h 464"/>
                  <a:gd name="T38" fmla="*/ 0 w 1305"/>
                  <a:gd name="T39" fmla="*/ 0 h 464"/>
                  <a:gd name="T40" fmla="*/ 0 w 1305"/>
                  <a:gd name="T41" fmla="*/ 0 h 464"/>
                  <a:gd name="T42" fmla="*/ 0 w 1305"/>
                  <a:gd name="T43" fmla="*/ 0 h 464"/>
                  <a:gd name="T44" fmla="*/ 0 w 1305"/>
                  <a:gd name="T45" fmla="*/ 0 h 464"/>
                  <a:gd name="T46" fmla="*/ 0 w 1305"/>
                  <a:gd name="T47" fmla="*/ 0 h 464"/>
                  <a:gd name="T48" fmla="*/ 0 w 1305"/>
                  <a:gd name="T49" fmla="*/ 0 h 464"/>
                  <a:gd name="T50" fmla="*/ 0 w 1305"/>
                  <a:gd name="T51" fmla="*/ 0 h 464"/>
                  <a:gd name="T52" fmla="*/ 0 w 1305"/>
                  <a:gd name="T53" fmla="*/ 0 h 464"/>
                  <a:gd name="T54" fmla="*/ 0 w 1305"/>
                  <a:gd name="T55" fmla="*/ 0 h 464"/>
                  <a:gd name="T56" fmla="*/ 0 w 1305"/>
                  <a:gd name="T57" fmla="*/ 0 h 464"/>
                  <a:gd name="T58" fmla="*/ 0 w 1305"/>
                  <a:gd name="T59" fmla="*/ 0 h 4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05"/>
                  <a:gd name="T91" fmla="*/ 0 h 464"/>
                  <a:gd name="T92" fmla="*/ 1305 w 1305"/>
                  <a:gd name="T93" fmla="*/ 464 h 46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05" h="464">
                    <a:moveTo>
                      <a:pt x="1248" y="185"/>
                    </a:moveTo>
                    <a:lnTo>
                      <a:pt x="1184" y="130"/>
                    </a:lnTo>
                    <a:lnTo>
                      <a:pt x="1149" y="53"/>
                    </a:lnTo>
                    <a:lnTo>
                      <a:pt x="1066" y="71"/>
                    </a:lnTo>
                    <a:lnTo>
                      <a:pt x="1033" y="242"/>
                    </a:lnTo>
                    <a:lnTo>
                      <a:pt x="1089" y="293"/>
                    </a:lnTo>
                    <a:lnTo>
                      <a:pt x="944" y="293"/>
                    </a:lnTo>
                    <a:lnTo>
                      <a:pt x="826" y="341"/>
                    </a:lnTo>
                    <a:lnTo>
                      <a:pt x="497" y="433"/>
                    </a:lnTo>
                    <a:lnTo>
                      <a:pt x="308" y="464"/>
                    </a:lnTo>
                    <a:lnTo>
                      <a:pt x="149" y="464"/>
                    </a:lnTo>
                    <a:lnTo>
                      <a:pt x="50" y="433"/>
                    </a:lnTo>
                    <a:lnTo>
                      <a:pt x="0" y="350"/>
                    </a:lnTo>
                    <a:lnTo>
                      <a:pt x="50" y="350"/>
                    </a:lnTo>
                    <a:lnTo>
                      <a:pt x="200" y="415"/>
                    </a:lnTo>
                    <a:lnTo>
                      <a:pt x="349" y="424"/>
                    </a:lnTo>
                    <a:lnTo>
                      <a:pt x="547" y="392"/>
                    </a:lnTo>
                    <a:lnTo>
                      <a:pt x="769" y="311"/>
                    </a:lnTo>
                    <a:lnTo>
                      <a:pt x="826" y="286"/>
                    </a:lnTo>
                    <a:lnTo>
                      <a:pt x="769" y="176"/>
                    </a:lnTo>
                    <a:lnTo>
                      <a:pt x="695" y="110"/>
                    </a:lnTo>
                    <a:lnTo>
                      <a:pt x="605" y="14"/>
                    </a:lnTo>
                    <a:lnTo>
                      <a:pt x="769" y="46"/>
                    </a:lnTo>
                    <a:lnTo>
                      <a:pt x="810" y="110"/>
                    </a:lnTo>
                    <a:lnTo>
                      <a:pt x="870" y="64"/>
                    </a:lnTo>
                    <a:lnTo>
                      <a:pt x="870" y="130"/>
                    </a:lnTo>
                    <a:lnTo>
                      <a:pt x="1033" y="0"/>
                    </a:lnTo>
                    <a:lnTo>
                      <a:pt x="1257" y="46"/>
                    </a:lnTo>
                    <a:lnTo>
                      <a:pt x="1305" y="145"/>
                    </a:lnTo>
                    <a:lnTo>
                      <a:pt x="1248" y="1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3" name="Line 147"/>
              <p:cNvSpPr>
                <a:spLocks noChangeShapeType="1"/>
              </p:cNvSpPr>
              <p:nvPr/>
            </p:nvSpPr>
            <p:spPr bwMode="auto">
              <a:xfrm>
                <a:off x="2684" y="1988"/>
                <a:ext cx="37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54" name="Freeform 148"/>
              <p:cNvSpPr>
                <a:spLocks/>
              </p:cNvSpPr>
              <p:nvPr/>
            </p:nvSpPr>
            <p:spPr bwMode="auto">
              <a:xfrm>
                <a:off x="2601" y="1576"/>
                <a:ext cx="7" cy="16"/>
              </a:xfrm>
              <a:custGeom>
                <a:avLst/>
                <a:gdLst>
                  <a:gd name="T0" fmla="*/ 0 w 50"/>
                  <a:gd name="T1" fmla="*/ 0 h 123"/>
                  <a:gd name="T2" fmla="*/ 0 w 50"/>
                  <a:gd name="T3" fmla="*/ 0 h 123"/>
                  <a:gd name="T4" fmla="*/ 0 w 50"/>
                  <a:gd name="T5" fmla="*/ 0 h 123"/>
                  <a:gd name="T6" fmla="*/ 0 w 50"/>
                  <a:gd name="T7" fmla="*/ 0 h 123"/>
                  <a:gd name="T8" fmla="*/ 0 w 50"/>
                  <a:gd name="T9" fmla="*/ 0 h 123"/>
                  <a:gd name="T10" fmla="*/ 0 w 50"/>
                  <a:gd name="T11" fmla="*/ 0 h 123"/>
                  <a:gd name="T12" fmla="*/ 0 w 50"/>
                  <a:gd name="T13" fmla="*/ 0 h 123"/>
                  <a:gd name="T14" fmla="*/ 0 w 50"/>
                  <a:gd name="T15" fmla="*/ 0 h 123"/>
                  <a:gd name="T16" fmla="*/ 0 w 50"/>
                  <a:gd name="T17" fmla="*/ 0 h 123"/>
                  <a:gd name="T18" fmla="*/ 0 w 50"/>
                  <a:gd name="T19" fmla="*/ 0 h 123"/>
                  <a:gd name="T20" fmla="*/ 0 w 50"/>
                  <a:gd name="T21" fmla="*/ 0 h 123"/>
                  <a:gd name="T22" fmla="*/ 0 w 50"/>
                  <a:gd name="T23" fmla="*/ 0 h 1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
                  <a:gd name="T37" fmla="*/ 0 h 123"/>
                  <a:gd name="T38" fmla="*/ 50 w 50"/>
                  <a:gd name="T39" fmla="*/ 123 h 1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 h="123">
                    <a:moveTo>
                      <a:pt x="32" y="0"/>
                    </a:moveTo>
                    <a:lnTo>
                      <a:pt x="50" y="42"/>
                    </a:lnTo>
                    <a:lnTo>
                      <a:pt x="50" y="83"/>
                    </a:lnTo>
                    <a:lnTo>
                      <a:pt x="32" y="118"/>
                    </a:lnTo>
                    <a:lnTo>
                      <a:pt x="14" y="123"/>
                    </a:lnTo>
                    <a:lnTo>
                      <a:pt x="0" y="123"/>
                    </a:lnTo>
                    <a:lnTo>
                      <a:pt x="0" y="111"/>
                    </a:lnTo>
                    <a:lnTo>
                      <a:pt x="19" y="111"/>
                    </a:lnTo>
                    <a:lnTo>
                      <a:pt x="32" y="83"/>
                    </a:lnTo>
                    <a:lnTo>
                      <a:pt x="39" y="48"/>
                    </a:lnTo>
                    <a:lnTo>
                      <a:pt x="19" y="12"/>
                    </a:lnTo>
                    <a:lnTo>
                      <a:pt x="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5" name="Freeform 149"/>
              <p:cNvSpPr>
                <a:spLocks/>
              </p:cNvSpPr>
              <p:nvPr/>
            </p:nvSpPr>
            <p:spPr bwMode="auto">
              <a:xfrm>
                <a:off x="2503" y="1537"/>
                <a:ext cx="39" cy="18"/>
              </a:xfrm>
              <a:custGeom>
                <a:avLst/>
                <a:gdLst>
                  <a:gd name="T0" fmla="*/ 0 w 311"/>
                  <a:gd name="T1" fmla="*/ 0 h 142"/>
                  <a:gd name="T2" fmla="*/ 0 w 311"/>
                  <a:gd name="T3" fmla="*/ 0 h 142"/>
                  <a:gd name="T4" fmla="*/ 0 w 311"/>
                  <a:gd name="T5" fmla="*/ 0 h 142"/>
                  <a:gd name="T6" fmla="*/ 0 w 311"/>
                  <a:gd name="T7" fmla="*/ 0 h 142"/>
                  <a:gd name="T8" fmla="*/ 0 w 311"/>
                  <a:gd name="T9" fmla="*/ 0 h 142"/>
                  <a:gd name="T10" fmla="*/ 0 w 311"/>
                  <a:gd name="T11" fmla="*/ 0 h 142"/>
                  <a:gd name="T12" fmla="*/ 0 w 311"/>
                  <a:gd name="T13" fmla="*/ 0 h 142"/>
                  <a:gd name="T14" fmla="*/ 0 w 311"/>
                  <a:gd name="T15" fmla="*/ 0 h 142"/>
                  <a:gd name="T16" fmla="*/ 0 w 311"/>
                  <a:gd name="T17" fmla="*/ 0 h 142"/>
                  <a:gd name="T18" fmla="*/ 0 w 311"/>
                  <a:gd name="T19" fmla="*/ 0 h 142"/>
                  <a:gd name="T20" fmla="*/ 0 w 311"/>
                  <a:gd name="T21" fmla="*/ 0 h 142"/>
                  <a:gd name="T22" fmla="*/ 0 w 311"/>
                  <a:gd name="T23" fmla="*/ 0 h 142"/>
                  <a:gd name="T24" fmla="*/ 0 w 311"/>
                  <a:gd name="T25" fmla="*/ 0 h 142"/>
                  <a:gd name="T26" fmla="*/ 0 w 311"/>
                  <a:gd name="T27" fmla="*/ 0 h 142"/>
                  <a:gd name="T28" fmla="*/ 0 w 311"/>
                  <a:gd name="T29" fmla="*/ 0 h 142"/>
                  <a:gd name="T30" fmla="*/ 0 w 311"/>
                  <a:gd name="T31" fmla="*/ 0 h 142"/>
                  <a:gd name="T32" fmla="*/ 0 w 311"/>
                  <a:gd name="T33" fmla="*/ 0 h 142"/>
                  <a:gd name="T34" fmla="*/ 0 w 311"/>
                  <a:gd name="T35" fmla="*/ 0 h 142"/>
                  <a:gd name="T36" fmla="*/ 0 w 311"/>
                  <a:gd name="T37" fmla="*/ 0 h 142"/>
                  <a:gd name="T38" fmla="*/ 0 w 311"/>
                  <a:gd name="T39" fmla="*/ 0 h 142"/>
                  <a:gd name="T40" fmla="*/ 0 w 311"/>
                  <a:gd name="T41" fmla="*/ 0 h 142"/>
                  <a:gd name="T42" fmla="*/ 0 w 311"/>
                  <a:gd name="T43" fmla="*/ 0 h 142"/>
                  <a:gd name="T44" fmla="*/ 0 w 311"/>
                  <a:gd name="T45" fmla="*/ 0 h 142"/>
                  <a:gd name="T46" fmla="*/ 0 w 311"/>
                  <a:gd name="T47" fmla="*/ 0 h 142"/>
                  <a:gd name="T48" fmla="*/ 0 w 311"/>
                  <a:gd name="T49" fmla="*/ 0 h 142"/>
                  <a:gd name="T50" fmla="*/ 0 w 311"/>
                  <a:gd name="T51" fmla="*/ 0 h 142"/>
                  <a:gd name="T52" fmla="*/ 0 w 311"/>
                  <a:gd name="T53" fmla="*/ 0 h 142"/>
                  <a:gd name="T54" fmla="*/ 0 w 311"/>
                  <a:gd name="T55" fmla="*/ 0 h 142"/>
                  <a:gd name="T56" fmla="*/ 0 w 311"/>
                  <a:gd name="T57" fmla="*/ 0 h 142"/>
                  <a:gd name="T58" fmla="*/ 0 w 311"/>
                  <a:gd name="T59" fmla="*/ 0 h 142"/>
                  <a:gd name="T60" fmla="*/ 0 w 311"/>
                  <a:gd name="T61" fmla="*/ 0 h 14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1"/>
                  <a:gd name="T94" fmla="*/ 0 h 142"/>
                  <a:gd name="T95" fmla="*/ 311 w 311"/>
                  <a:gd name="T96" fmla="*/ 142 h 14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1" h="142">
                    <a:moveTo>
                      <a:pt x="0" y="49"/>
                    </a:moveTo>
                    <a:lnTo>
                      <a:pt x="48" y="39"/>
                    </a:lnTo>
                    <a:lnTo>
                      <a:pt x="14" y="26"/>
                    </a:lnTo>
                    <a:lnTo>
                      <a:pt x="55" y="0"/>
                    </a:lnTo>
                    <a:lnTo>
                      <a:pt x="117" y="1"/>
                    </a:lnTo>
                    <a:lnTo>
                      <a:pt x="179" y="1"/>
                    </a:lnTo>
                    <a:lnTo>
                      <a:pt x="255" y="37"/>
                    </a:lnTo>
                    <a:lnTo>
                      <a:pt x="218" y="37"/>
                    </a:lnTo>
                    <a:lnTo>
                      <a:pt x="267" y="83"/>
                    </a:lnTo>
                    <a:lnTo>
                      <a:pt x="278" y="54"/>
                    </a:lnTo>
                    <a:lnTo>
                      <a:pt x="311" y="107"/>
                    </a:lnTo>
                    <a:lnTo>
                      <a:pt x="273" y="142"/>
                    </a:lnTo>
                    <a:lnTo>
                      <a:pt x="276" y="109"/>
                    </a:lnTo>
                    <a:lnTo>
                      <a:pt x="223" y="122"/>
                    </a:lnTo>
                    <a:lnTo>
                      <a:pt x="188" y="120"/>
                    </a:lnTo>
                    <a:lnTo>
                      <a:pt x="240" y="109"/>
                    </a:lnTo>
                    <a:lnTo>
                      <a:pt x="253" y="92"/>
                    </a:lnTo>
                    <a:lnTo>
                      <a:pt x="235" y="61"/>
                    </a:lnTo>
                    <a:lnTo>
                      <a:pt x="191" y="39"/>
                    </a:lnTo>
                    <a:lnTo>
                      <a:pt x="156" y="37"/>
                    </a:lnTo>
                    <a:lnTo>
                      <a:pt x="101" y="41"/>
                    </a:lnTo>
                    <a:lnTo>
                      <a:pt x="60" y="46"/>
                    </a:lnTo>
                    <a:lnTo>
                      <a:pt x="95" y="81"/>
                    </a:lnTo>
                    <a:lnTo>
                      <a:pt x="140" y="109"/>
                    </a:lnTo>
                    <a:lnTo>
                      <a:pt x="122" y="122"/>
                    </a:lnTo>
                    <a:lnTo>
                      <a:pt x="106" y="104"/>
                    </a:lnTo>
                    <a:lnTo>
                      <a:pt x="71" y="109"/>
                    </a:lnTo>
                    <a:lnTo>
                      <a:pt x="66" y="81"/>
                    </a:lnTo>
                    <a:lnTo>
                      <a:pt x="36" y="79"/>
                    </a:lnTo>
                    <a:lnTo>
                      <a:pt x="43" y="61"/>
                    </a:lnTo>
                    <a:lnTo>
                      <a:pt x="0"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6" name="Freeform 150"/>
              <p:cNvSpPr>
                <a:spLocks/>
              </p:cNvSpPr>
              <p:nvPr/>
            </p:nvSpPr>
            <p:spPr bwMode="auto">
              <a:xfrm>
                <a:off x="2567" y="1541"/>
                <a:ext cx="33" cy="15"/>
              </a:xfrm>
              <a:custGeom>
                <a:avLst/>
                <a:gdLst>
                  <a:gd name="T0" fmla="*/ 0 w 263"/>
                  <a:gd name="T1" fmla="*/ 0 h 121"/>
                  <a:gd name="T2" fmla="*/ 0 w 263"/>
                  <a:gd name="T3" fmla="*/ 0 h 121"/>
                  <a:gd name="T4" fmla="*/ 0 w 263"/>
                  <a:gd name="T5" fmla="*/ 0 h 121"/>
                  <a:gd name="T6" fmla="*/ 0 w 263"/>
                  <a:gd name="T7" fmla="*/ 0 h 121"/>
                  <a:gd name="T8" fmla="*/ 0 w 263"/>
                  <a:gd name="T9" fmla="*/ 0 h 121"/>
                  <a:gd name="T10" fmla="*/ 0 w 263"/>
                  <a:gd name="T11" fmla="*/ 0 h 121"/>
                  <a:gd name="T12" fmla="*/ 0 w 263"/>
                  <a:gd name="T13" fmla="*/ 0 h 121"/>
                  <a:gd name="T14" fmla="*/ 0 w 263"/>
                  <a:gd name="T15" fmla="*/ 0 h 121"/>
                  <a:gd name="T16" fmla="*/ 0 w 263"/>
                  <a:gd name="T17" fmla="*/ 0 h 121"/>
                  <a:gd name="T18" fmla="*/ 0 w 263"/>
                  <a:gd name="T19" fmla="*/ 0 h 121"/>
                  <a:gd name="T20" fmla="*/ 0 w 263"/>
                  <a:gd name="T21" fmla="*/ 0 h 121"/>
                  <a:gd name="T22" fmla="*/ 0 w 263"/>
                  <a:gd name="T23" fmla="*/ 0 h 121"/>
                  <a:gd name="T24" fmla="*/ 0 w 263"/>
                  <a:gd name="T25" fmla="*/ 0 h 121"/>
                  <a:gd name="T26" fmla="*/ 0 w 263"/>
                  <a:gd name="T27" fmla="*/ 0 h 121"/>
                  <a:gd name="T28" fmla="*/ 0 w 263"/>
                  <a:gd name="T29" fmla="*/ 0 h 121"/>
                  <a:gd name="T30" fmla="*/ 0 w 263"/>
                  <a:gd name="T31" fmla="*/ 0 h 121"/>
                  <a:gd name="T32" fmla="*/ 0 w 263"/>
                  <a:gd name="T33" fmla="*/ 0 h 121"/>
                  <a:gd name="T34" fmla="*/ 0 w 263"/>
                  <a:gd name="T35" fmla="*/ 0 h 121"/>
                  <a:gd name="T36" fmla="*/ 0 w 263"/>
                  <a:gd name="T37" fmla="*/ 0 h 121"/>
                  <a:gd name="T38" fmla="*/ 0 w 263"/>
                  <a:gd name="T39" fmla="*/ 0 h 121"/>
                  <a:gd name="T40" fmla="*/ 0 w 263"/>
                  <a:gd name="T41" fmla="*/ 0 h 121"/>
                  <a:gd name="T42" fmla="*/ 0 w 263"/>
                  <a:gd name="T43" fmla="*/ 0 h 121"/>
                  <a:gd name="T44" fmla="*/ 0 w 263"/>
                  <a:gd name="T45" fmla="*/ 0 h 121"/>
                  <a:gd name="T46" fmla="*/ 0 w 263"/>
                  <a:gd name="T47" fmla="*/ 0 h 121"/>
                  <a:gd name="T48" fmla="*/ 0 w 263"/>
                  <a:gd name="T49" fmla="*/ 0 h 121"/>
                  <a:gd name="T50" fmla="*/ 0 w 263"/>
                  <a:gd name="T51" fmla="*/ 0 h 121"/>
                  <a:gd name="T52" fmla="*/ 0 w 263"/>
                  <a:gd name="T53" fmla="*/ 0 h 12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3"/>
                  <a:gd name="T82" fmla="*/ 0 h 121"/>
                  <a:gd name="T83" fmla="*/ 263 w 263"/>
                  <a:gd name="T84" fmla="*/ 121 h 12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3" h="121">
                    <a:moveTo>
                      <a:pt x="0" y="75"/>
                    </a:moveTo>
                    <a:lnTo>
                      <a:pt x="26" y="31"/>
                    </a:lnTo>
                    <a:lnTo>
                      <a:pt x="92" y="0"/>
                    </a:lnTo>
                    <a:lnTo>
                      <a:pt x="127" y="0"/>
                    </a:lnTo>
                    <a:lnTo>
                      <a:pt x="109" y="24"/>
                    </a:lnTo>
                    <a:lnTo>
                      <a:pt x="145" y="24"/>
                    </a:lnTo>
                    <a:lnTo>
                      <a:pt x="151" y="5"/>
                    </a:lnTo>
                    <a:lnTo>
                      <a:pt x="175" y="17"/>
                    </a:lnTo>
                    <a:lnTo>
                      <a:pt x="208" y="12"/>
                    </a:lnTo>
                    <a:lnTo>
                      <a:pt x="217" y="29"/>
                    </a:lnTo>
                    <a:lnTo>
                      <a:pt x="259" y="24"/>
                    </a:lnTo>
                    <a:lnTo>
                      <a:pt x="226" y="58"/>
                    </a:lnTo>
                    <a:lnTo>
                      <a:pt x="263" y="77"/>
                    </a:lnTo>
                    <a:lnTo>
                      <a:pt x="208" y="86"/>
                    </a:lnTo>
                    <a:lnTo>
                      <a:pt x="206" y="104"/>
                    </a:lnTo>
                    <a:lnTo>
                      <a:pt x="180" y="97"/>
                    </a:lnTo>
                    <a:lnTo>
                      <a:pt x="151" y="121"/>
                    </a:lnTo>
                    <a:lnTo>
                      <a:pt x="134" y="110"/>
                    </a:lnTo>
                    <a:lnTo>
                      <a:pt x="97" y="110"/>
                    </a:lnTo>
                    <a:lnTo>
                      <a:pt x="151" y="97"/>
                    </a:lnTo>
                    <a:lnTo>
                      <a:pt x="184" y="77"/>
                    </a:lnTo>
                    <a:lnTo>
                      <a:pt x="206" y="68"/>
                    </a:lnTo>
                    <a:lnTo>
                      <a:pt x="169" y="51"/>
                    </a:lnTo>
                    <a:lnTo>
                      <a:pt x="134" y="38"/>
                    </a:lnTo>
                    <a:lnTo>
                      <a:pt x="85" y="31"/>
                    </a:lnTo>
                    <a:lnTo>
                      <a:pt x="37" y="58"/>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7" name="Freeform 151"/>
              <p:cNvSpPr>
                <a:spLocks/>
              </p:cNvSpPr>
              <p:nvPr/>
            </p:nvSpPr>
            <p:spPr bwMode="auto">
              <a:xfrm>
                <a:off x="2570" y="1552"/>
                <a:ext cx="6" cy="3"/>
              </a:xfrm>
              <a:custGeom>
                <a:avLst/>
                <a:gdLst>
                  <a:gd name="T0" fmla="*/ 0 w 51"/>
                  <a:gd name="T1" fmla="*/ 0 h 17"/>
                  <a:gd name="T2" fmla="*/ 0 w 51"/>
                  <a:gd name="T3" fmla="*/ 0 h 17"/>
                  <a:gd name="T4" fmla="*/ 0 w 51"/>
                  <a:gd name="T5" fmla="*/ 0 h 17"/>
                  <a:gd name="T6" fmla="*/ 0 w 51"/>
                  <a:gd name="T7" fmla="*/ 0 h 17"/>
                  <a:gd name="T8" fmla="*/ 0 60000 65536"/>
                  <a:gd name="T9" fmla="*/ 0 60000 65536"/>
                  <a:gd name="T10" fmla="*/ 0 60000 65536"/>
                  <a:gd name="T11" fmla="*/ 0 60000 65536"/>
                  <a:gd name="T12" fmla="*/ 0 w 51"/>
                  <a:gd name="T13" fmla="*/ 0 h 17"/>
                  <a:gd name="T14" fmla="*/ 51 w 51"/>
                  <a:gd name="T15" fmla="*/ 17 h 17"/>
                </a:gdLst>
                <a:ahLst/>
                <a:cxnLst>
                  <a:cxn ang="T8">
                    <a:pos x="T0" y="T1"/>
                  </a:cxn>
                  <a:cxn ang="T9">
                    <a:pos x="T2" y="T3"/>
                  </a:cxn>
                  <a:cxn ang="T10">
                    <a:pos x="T4" y="T5"/>
                  </a:cxn>
                  <a:cxn ang="T11">
                    <a:pos x="T6" y="T7"/>
                  </a:cxn>
                </a:cxnLst>
                <a:rect l="T12" t="T13" r="T14" b="T15"/>
                <a:pathLst>
                  <a:path w="51" h="17">
                    <a:moveTo>
                      <a:pt x="14" y="0"/>
                    </a:moveTo>
                    <a:lnTo>
                      <a:pt x="51" y="17"/>
                    </a:lnTo>
                    <a:lnTo>
                      <a:pt x="0" y="4"/>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8" name="Freeform 152"/>
              <p:cNvSpPr>
                <a:spLocks/>
              </p:cNvSpPr>
              <p:nvPr/>
            </p:nvSpPr>
            <p:spPr bwMode="auto">
              <a:xfrm>
                <a:off x="2506" y="1523"/>
                <a:ext cx="39" cy="18"/>
              </a:xfrm>
              <a:custGeom>
                <a:avLst/>
                <a:gdLst>
                  <a:gd name="T0" fmla="*/ 0 w 310"/>
                  <a:gd name="T1" fmla="*/ 0 h 140"/>
                  <a:gd name="T2" fmla="*/ 0 w 310"/>
                  <a:gd name="T3" fmla="*/ 0 h 140"/>
                  <a:gd name="T4" fmla="*/ 0 w 310"/>
                  <a:gd name="T5" fmla="*/ 0 h 140"/>
                  <a:gd name="T6" fmla="*/ 0 w 310"/>
                  <a:gd name="T7" fmla="*/ 0 h 140"/>
                  <a:gd name="T8" fmla="*/ 0 w 310"/>
                  <a:gd name="T9" fmla="*/ 0 h 140"/>
                  <a:gd name="T10" fmla="*/ 0 w 310"/>
                  <a:gd name="T11" fmla="*/ 0 h 140"/>
                  <a:gd name="T12" fmla="*/ 0 w 310"/>
                  <a:gd name="T13" fmla="*/ 0 h 140"/>
                  <a:gd name="T14" fmla="*/ 0 w 310"/>
                  <a:gd name="T15" fmla="*/ 0 h 140"/>
                  <a:gd name="T16" fmla="*/ 0 60000 65536"/>
                  <a:gd name="T17" fmla="*/ 0 60000 65536"/>
                  <a:gd name="T18" fmla="*/ 0 60000 65536"/>
                  <a:gd name="T19" fmla="*/ 0 60000 65536"/>
                  <a:gd name="T20" fmla="*/ 0 60000 65536"/>
                  <a:gd name="T21" fmla="*/ 0 60000 65536"/>
                  <a:gd name="T22" fmla="*/ 0 60000 65536"/>
                  <a:gd name="T23" fmla="*/ 0 60000 65536"/>
                  <a:gd name="T24" fmla="*/ 0 w 310"/>
                  <a:gd name="T25" fmla="*/ 0 h 140"/>
                  <a:gd name="T26" fmla="*/ 310 w 310"/>
                  <a:gd name="T27" fmla="*/ 140 h 1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0" h="140">
                    <a:moveTo>
                      <a:pt x="0" y="28"/>
                    </a:moveTo>
                    <a:lnTo>
                      <a:pt x="93" y="0"/>
                    </a:lnTo>
                    <a:lnTo>
                      <a:pt x="238" y="57"/>
                    </a:lnTo>
                    <a:lnTo>
                      <a:pt x="310" y="140"/>
                    </a:lnTo>
                    <a:lnTo>
                      <a:pt x="244" y="74"/>
                    </a:lnTo>
                    <a:lnTo>
                      <a:pt x="145" y="28"/>
                    </a:lnTo>
                    <a:lnTo>
                      <a:pt x="81" y="21"/>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9" name="Freeform 153"/>
              <p:cNvSpPr>
                <a:spLocks/>
              </p:cNvSpPr>
              <p:nvPr/>
            </p:nvSpPr>
            <p:spPr bwMode="auto">
              <a:xfrm>
                <a:off x="2570" y="1528"/>
                <a:ext cx="30" cy="8"/>
              </a:xfrm>
              <a:custGeom>
                <a:avLst/>
                <a:gdLst>
                  <a:gd name="T0" fmla="*/ 0 w 245"/>
                  <a:gd name="T1" fmla="*/ 0 h 64"/>
                  <a:gd name="T2" fmla="*/ 0 w 245"/>
                  <a:gd name="T3" fmla="*/ 0 h 64"/>
                  <a:gd name="T4" fmla="*/ 0 w 245"/>
                  <a:gd name="T5" fmla="*/ 0 h 64"/>
                  <a:gd name="T6" fmla="*/ 0 w 245"/>
                  <a:gd name="T7" fmla="*/ 0 h 64"/>
                  <a:gd name="T8" fmla="*/ 0 w 245"/>
                  <a:gd name="T9" fmla="*/ 0 h 64"/>
                  <a:gd name="T10" fmla="*/ 0 w 245"/>
                  <a:gd name="T11" fmla="*/ 0 h 64"/>
                  <a:gd name="T12" fmla="*/ 0 w 245"/>
                  <a:gd name="T13" fmla="*/ 0 h 64"/>
                  <a:gd name="T14" fmla="*/ 0 w 245"/>
                  <a:gd name="T15" fmla="*/ 0 h 64"/>
                  <a:gd name="T16" fmla="*/ 0 w 245"/>
                  <a:gd name="T17" fmla="*/ 0 h 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5"/>
                  <a:gd name="T28" fmla="*/ 0 h 64"/>
                  <a:gd name="T29" fmla="*/ 245 w 245"/>
                  <a:gd name="T30" fmla="*/ 64 h 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5" h="64">
                    <a:moveTo>
                      <a:pt x="0" y="64"/>
                    </a:moveTo>
                    <a:lnTo>
                      <a:pt x="86" y="31"/>
                    </a:lnTo>
                    <a:lnTo>
                      <a:pt x="157" y="18"/>
                    </a:lnTo>
                    <a:lnTo>
                      <a:pt x="218" y="18"/>
                    </a:lnTo>
                    <a:lnTo>
                      <a:pt x="245" y="35"/>
                    </a:lnTo>
                    <a:lnTo>
                      <a:pt x="229" y="0"/>
                    </a:lnTo>
                    <a:lnTo>
                      <a:pt x="168" y="0"/>
                    </a:lnTo>
                    <a:lnTo>
                      <a:pt x="69" y="18"/>
                    </a:lnTo>
                    <a:lnTo>
                      <a:pt x="0"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0" name="Freeform 154"/>
              <p:cNvSpPr>
                <a:spLocks/>
              </p:cNvSpPr>
              <p:nvPr/>
            </p:nvSpPr>
            <p:spPr bwMode="auto">
              <a:xfrm>
                <a:off x="2536" y="1584"/>
                <a:ext cx="25" cy="13"/>
              </a:xfrm>
              <a:custGeom>
                <a:avLst/>
                <a:gdLst>
                  <a:gd name="T0" fmla="*/ 0 w 207"/>
                  <a:gd name="T1" fmla="*/ 0 h 103"/>
                  <a:gd name="T2" fmla="*/ 0 w 207"/>
                  <a:gd name="T3" fmla="*/ 0 h 103"/>
                  <a:gd name="T4" fmla="*/ 0 w 207"/>
                  <a:gd name="T5" fmla="*/ 0 h 103"/>
                  <a:gd name="T6" fmla="*/ 0 w 207"/>
                  <a:gd name="T7" fmla="*/ 0 h 103"/>
                  <a:gd name="T8" fmla="*/ 0 w 207"/>
                  <a:gd name="T9" fmla="*/ 0 h 103"/>
                  <a:gd name="T10" fmla="*/ 0 w 207"/>
                  <a:gd name="T11" fmla="*/ 0 h 103"/>
                  <a:gd name="T12" fmla="*/ 0 w 207"/>
                  <a:gd name="T13" fmla="*/ 0 h 103"/>
                  <a:gd name="T14" fmla="*/ 0 w 207"/>
                  <a:gd name="T15" fmla="*/ 0 h 103"/>
                  <a:gd name="T16" fmla="*/ 0 w 207"/>
                  <a:gd name="T17" fmla="*/ 0 h 103"/>
                  <a:gd name="T18" fmla="*/ 0 w 207"/>
                  <a:gd name="T19" fmla="*/ 0 h 103"/>
                  <a:gd name="T20" fmla="*/ 0 w 207"/>
                  <a:gd name="T21" fmla="*/ 0 h 103"/>
                  <a:gd name="T22" fmla="*/ 0 w 207"/>
                  <a:gd name="T23" fmla="*/ 0 h 103"/>
                  <a:gd name="T24" fmla="*/ 0 w 207"/>
                  <a:gd name="T25" fmla="*/ 0 h 103"/>
                  <a:gd name="T26" fmla="*/ 0 w 207"/>
                  <a:gd name="T27" fmla="*/ 0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7"/>
                  <a:gd name="T43" fmla="*/ 0 h 103"/>
                  <a:gd name="T44" fmla="*/ 207 w 207"/>
                  <a:gd name="T45" fmla="*/ 103 h 10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7" h="103">
                    <a:moveTo>
                      <a:pt x="207" y="38"/>
                    </a:moveTo>
                    <a:lnTo>
                      <a:pt x="152" y="73"/>
                    </a:lnTo>
                    <a:lnTo>
                      <a:pt x="130" y="66"/>
                    </a:lnTo>
                    <a:lnTo>
                      <a:pt x="101" y="38"/>
                    </a:lnTo>
                    <a:lnTo>
                      <a:pt x="58" y="29"/>
                    </a:lnTo>
                    <a:lnTo>
                      <a:pt x="11" y="22"/>
                    </a:lnTo>
                    <a:lnTo>
                      <a:pt x="11" y="0"/>
                    </a:lnTo>
                    <a:lnTo>
                      <a:pt x="0" y="22"/>
                    </a:lnTo>
                    <a:lnTo>
                      <a:pt x="11" y="38"/>
                    </a:lnTo>
                    <a:lnTo>
                      <a:pt x="67" y="57"/>
                    </a:lnTo>
                    <a:lnTo>
                      <a:pt x="125" y="103"/>
                    </a:lnTo>
                    <a:lnTo>
                      <a:pt x="148" y="103"/>
                    </a:lnTo>
                    <a:lnTo>
                      <a:pt x="207" y="66"/>
                    </a:lnTo>
                    <a:lnTo>
                      <a:pt x="207"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1" name="Freeform 155"/>
              <p:cNvSpPr>
                <a:spLocks/>
              </p:cNvSpPr>
              <p:nvPr/>
            </p:nvSpPr>
            <p:spPr bwMode="auto">
              <a:xfrm>
                <a:off x="2560" y="1538"/>
                <a:ext cx="7" cy="22"/>
              </a:xfrm>
              <a:custGeom>
                <a:avLst/>
                <a:gdLst>
                  <a:gd name="T0" fmla="*/ 0 w 57"/>
                  <a:gd name="T1" fmla="*/ 0 h 172"/>
                  <a:gd name="T2" fmla="*/ 0 w 57"/>
                  <a:gd name="T3" fmla="*/ 0 h 172"/>
                  <a:gd name="T4" fmla="*/ 0 w 57"/>
                  <a:gd name="T5" fmla="*/ 0 h 172"/>
                  <a:gd name="T6" fmla="*/ 0 w 57"/>
                  <a:gd name="T7" fmla="*/ 0 h 172"/>
                  <a:gd name="T8" fmla="*/ 0 w 57"/>
                  <a:gd name="T9" fmla="*/ 0 h 172"/>
                  <a:gd name="T10" fmla="*/ 0 w 57"/>
                  <a:gd name="T11" fmla="*/ 0 h 172"/>
                  <a:gd name="T12" fmla="*/ 0 w 57"/>
                  <a:gd name="T13" fmla="*/ 0 h 172"/>
                  <a:gd name="T14" fmla="*/ 0 w 57"/>
                  <a:gd name="T15" fmla="*/ 0 h 172"/>
                  <a:gd name="T16" fmla="*/ 0 w 57"/>
                  <a:gd name="T17" fmla="*/ 0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172"/>
                  <a:gd name="T29" fmla="*/ 57 w 57"/>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172">
                    <a:moveTo>
                      <a:pt x="57" y="0"/>
                    </a:moveTo>
                    <a:lnTo>
                      <a:pt x="15" y="51"/>
                    </a:lnTo>
                    <a:lnTo>
                      <a:pt x="0" y="106"/>
                    </a:lnTo>
                    <a:lnTo>
                      <a:pt x="4" y="141"/>
                    </a:lnTo>
                    <a:lnTo>
                      <a:pt x="33" y="172"/>
                    </a:lnTo>
                    <a:lnTo>
                      <a:pt x="15" y="134"/>
                    </a:lnTo>
                    <a:lnTo>
                      <a:pt x="15" y="95"/>
                    </a:lnTo>
                    <a:lnTo>
                      <a:pt x="28" y="49"/>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2" name="Freeform 156"/>
              <p:cNvSpPr>
                <a:spLocks/>
              </p:cNvSpPr>
              <p:nvPr/>
            </p:nvSpPr>
            <p:spPr bwMode="auto">
              <a:xfrm>
                <a:off x="2518" y="1541"/>
                <a:ext cx="10" cy="9"/>
              </a:xfrm>
              <a:custGeom>
                <a:avLst/>
                <a:gdLst>
                  <a:gd name="T0" fmla="*/ 0 w 81"/>
                  <a:gd name="T1" fmla="*/ 0 h 74"/>
                  <a:gd name="T2" fmla="*/ 0 w 81"/>
                  <a:gd name="T3" fmla="*/ 0 h 74"/>
                  <a:gd name="T4" fmla="*/ 0 w 81"/>
                  <a:gd name="T5" fmla="*/ 0 h 74"/>
                  <a:gd name="T6" fmla="*/ 0 w 81"/>
                  <a:gd name="T7" fmla="*/ 0 h 74"/>
                  <a:gd name="T8" fmla="*/ 0 w 81"/>
                  <a:gd name="T9" fmla="*/ 0 h 74"/>
                  <a:gd name="T10" fmla="*/ 0 w 81"/>
                  <a:gd name="T11" fmla="*/ 0 h 74"/>
                  <a:gd name="T12" fmla="*/ 0 w 81"/>
                  <a:gd name="T13" fmla="*/ 0 h 74"/>
                  <a:gd name="T14" fmla="*/ 0 w 81"/>
                  <a:gd name="T15" fmla="*/ 0 h 74"/>
                  <a:gd name="T16" fmla="*/ 0 w 81"/>
                  <a:gd name="T17" fmla="*/ 0 h 74"/>
                  <a:gd name="T18" fmla="*/ 0 w 81"/>
                  <a:gd name="T19" fmla="*/ 0 h 74"/>
                  <a:gd name="T20" fmla="*/ 0 w 81"/>
                  <a:gd name="T21" fmla="*/ 0 h 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1"/>
                  <a:gd name="T34" fmla="*/ 0 h 74"/>
                  <a:gd name="T35" fmla="*/ 81 w 81"/>
                  <a:gd name="T36" fmla="*/ 74 h 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1" h="74">
                    <a:moveTo>
                      <a:pt x="0" y="6"/>
                    </a:moveTo>
                    <a:lnTo>
                      <a:pt x="6" y="57"/>
                    </a:lnTo>
                    <a:lnTo>
                      <a:pt x="30" y="74"/>
                    </a:lnTo>
                    <a:lnTo>
                      <a:pt x="57" y="74"/>
                    </a:lnTo>
                    <a:lnTo>
                      <a:pt x="72" y="39"/>
                    </a:lnTo>
                    <a:lnTo>
                      <a:pt x="81" y="17"/>
                    </a:lnTo>
                    <a:lnTo>
                      <a:pt x="57" y="32"/>
                    </a:lnTo>
                    <a:lnTo>
                      <a:pt x="37" y="50"/>
                    </a:lnTo>
                    <a:lnTo>
                      <a:pt x="30" y="39"/>
                    </a:lnTo>
                    <a:lnTo>
                      <a:pt x="34" y="0"/>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3" name="Freeform 157"/>
              <p:cNvSpPr>
                <a:spLocks/>
              </p:cNvSpPr>
              <p:nvPr/>
            </p:nvSpPr>
            <p:spPr bwMode="auto">
              <a:xfrm>
                <a:off x="2574" y="1545"/>
                <a:ext cx="11" cy="8"/>
              </a:xfrm>
              <a:custGeom>
                <a:avLst/>
                <a:gdLst>
                  <a:gd name="T0" fmla="*/ 0 w 92"/>
                  <a:gd name="T1" fmla="*/ 0 h 64"/>
                  <a:gd name="T2" fmla="*/ 0 w 92"/>
                  <a:gd name="T3" fmla="*/ 0 h 64"/>
                  <a:gd name="T4" fmla="*/ 0 w 92"/>
                  <a:gd name="T5" fmla="*/ 0 h 64"/>
                  <a:gd name="T6" fmla="*/ 0 w 92"/>
                  <a:gd name="T7" fmla="*/ 0 h 64"/>
                  <a:gd name="T8" fmla="*/ 0 w 92"/>
                  <a:gd name="T9" fmla="*/ 0 h 64"/>
                  <a:gd name="T10" fmla="*/ 0 w 92"/>
                  <a:gd name="T11" fmla="*/ 0 h 64"/>
                  <a:gd name="T12" fmla="*/ 0 w 92"/>
                  <a:gd name="T13" fmla="*/ 0 h 64"/>
                  <a:gd name="T14" fmla="*/ 0 w 92"/>
                  <a:gd name="T15" fmla="*/ 0 h 64"/>
                  <a:gd name="T16" fmla="*/ 0 w 92"/>
                  <a:gd name="T17" fmla="*/ 0 h 64"/>
                  <a:gd name="T18" fmla="*/ 0 w 92"/>
                  <a:gd name="T19" fmla="*/ 0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2"/>
                  <a:gd name="T31" fmla="*/ 0 h 64"/>
                  <a:gd name="T32" fmla="*/ 92 w 92"/>
                  <a:gd name="T33" fmla="*/ 64 h 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2" h="64">
                    <a:moveTo>
                      <a:pt x="0" y="12"/>
                    </a:moveTo>
                    <a:lnTo>
                      <a:pt x="5" y="64"/>
                    </a:lnTo>
                    <a:lnTo>
                      <a:pt x="64" y="64"/>
                    </a:lnTo>
                    <a:lnTo>
                      <a:pt x="89" y="35"/>
                    </a:lnTo>
                    <a:lnTo>
                      <a:pt x="92" y="0"/>
                    </a:lnTo>
                    <a:lnTo>
                      <a:pt x="55" y="0"/>
                    </a:lnTo>
                    <a:lnTo>
                      <a:pt x="64" y="31"/>
                    </a:lnTo>
                    <a:lnTo>
                      <a:pt x="41" y="42"/>
                    </a:lnTo>
                    <a:lnTo>
                      <a:pt x="27"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4" name="Freeform 158"/>
              <p:cNvSpPr>
                <a:spLocks/>
              </p:cNvSpPr>
              <p:nvPr/>
            </p:nvSpPr>
            <p:spPr bwMode="auto">
              <a:xfrm>
                <a:off x="2527" y="1605"/>
                <a:ext cx="43" cy="4"/>
              </a:xfrm>
              <a:custGeom>
                <a:avLst/>
                <a:gdLst>
                  <a:gd name="T0" fmla="*/ 0 w 350"/>
                  <a:gd name="T1" fmla="*/ 0 h 31"/>
                  <a:gd name="T2" fmla="*/ 0 w 350"/>
                  <a:gd name="T3" fmla="*/ 0 h 31"/>
                  <a:gd name="T4" fmla="*/ 0 w 350"/>
                  <a:gd name="T5" fmla="*/ 0 h 31"/>
                  <a:gd name="T6" fmla="*/ 0 w 350"/>
                  <a:gd name="T7" fmla="*/ 0 h 31"/>
                  <a:gd name="T8" fmla="*/ 0 w 350"/>
                  <a:gd name="T9" fmla="*/ 0 h 31"/>
                  <a:gd name="T10" fmla="*/ 0 w 350"/>
                  <a:gd name="T11" fmla="*/ 0 h 31"/>
                  <a:gd name="T12" fmla="*/ 0 w 350"/>
                  <a:gd name="T13" fmla="*/ 0 h 31"/>
                  <a:gd name="T14" fmla="*/ 0 w 350"/>
                  <a:gd name="T15" fmla="*/ 0 h 31"/>
                  <a:gd name="T16" fmla="*/ 0 w 350"/>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50"/>
                  <a:gd name="T28" fmla="*/ 0 h 31"/>
                  <a:gd name="T29" fmla="*/ 350 w 35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50" h="31">
                    <a:moveTo>
                      <a:pt x="0" y="5"/>
                    </a:moveTo>
                    <a:lnTo>
                      <a:pt x="111" y="0"/>
                    </a:lnTo>
                    <a:lnTo>
                      <a:pt x="198" y="14"/>
                    </a:lnTo>
                    <a:lnTo>
                      <a:pt x="251" y="5"/>
                    </a:lnTo>
                    <a:lnTo>
                      <a:pt x="350" y="14"/>
                    </a:lnTo>
                    <a:lnTo>
                      <a:pt x="276" y="24"/>
                    </a:lnTo>
                    <a:lnTo>
                      <a:pt x="198" y="31"/>
                    </a:lnTo>
                    <a:lnTo>
                      <a:pt x="46" y="18"/>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5" name="Freeform 159"/>
              <p:cNvSpPr>
                <a:spLocks/>
              </p:cNvSpPr>
              <p:nvPr/>
            </p:nvSpPr>
            <p:spPr bwMode="auto">
              <a:xfrm>
                <a:off x="2535" y="1612"/>
                <a:ext cx="29" cy="5"/>
              </a:xfrm>
              <a:custGeom>
                <a:avLst/>
                <a:gdLst>
                  <a:gd name="T0" fmla="*/ 0 w 233"/>
                  <a:gd name="T1" fmla="*/ 0 h 42"/>
                  <a:gd name="T2" fmla="*/ 0 w 233"/>
                  <a:gd name="T3" fmla="*/ 0 h 42"/>
                  <a:gd name="T4" fmla="*/ 0 w 233"/>
                  <a:gd name="T5" fmla="*/ 0 h 42"/>
                  <a:gd name="T6" fmla="*/ 0 w 233"/>
                  <a:gd name="T7" fmla="*/ 0 h 42"/>
                  <a:gd name="T8" fmla="*/ 0 w 233"/>
                  <a:gd name="T9" fmla="*/ 0 h 42"/>
                  <a:gd name="T10" fmla="*/ 0 w 233"/>
                  <a:gd name="T11" fmla="*/ 0 h 42"/>
                  <a:gd name="T12" fmla="*/ 0 w 233"/>
                  <a:gd name="T13" fmla="*/ 0 h 42"/>
                  <a:gd name="T14" fmla="*/ 0 60000 65536"/>
                  <a:gd name="T15" fmla="*/ 0 60000 65536"/>
                  <a:gd name="T16" fmla="*/ 0 60000 65536"/>
                  <a:gd name="T17" fmla="*/ 0 60000 65536"/>
                  <a:gd name="T18" fmla="*/ 0 60000 65536"/>
                  <a:gd name="T19" fmla="*/ 0 60000 65536"/>
                  <a:gd name="T20" fmla="*/ 0 60000 65536"/>
                  <a:gd name="T21" fmla="*/ 0 w 233"/>
                  <a:gd name="T22" fmla="*/ 0 h 42"/>
                  <a:gd name="T23" fmla="*/ 233 w 233"/>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 h="42">
                    <a:moveTo>
                      <a:pt x="0" y="0"/>
                    </a:moveTo>
                    <a:lnTo>
                      <a:pt x="60" y="35"/>
                    </a:lnTo>
                    <a:lnTo>
                      <a:pt x="159" y="42"/>
                    </a:lnTo>
                    <a:lnTo>
                      <a:pt x="233" y="7"/>
                    </a:lnTo>
                    <a:lnTo>
                      <a:pt x="164" y="24"/>
                    </a:lnTo>
                    <a:lnTo>
                      <a:pt x="77" y="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6" name="Freeform 160"/>
              <p:cNvSpPr>
                <a:spLocks/>
              </p:cNvSpPr>
              <p:nvPr/>
            </p:nvSpPr>
            <p:spPr bwMode="auto">
              <a:xfrm>
                <a:off x="2977" y="1628"/>
                <a:ext cx="75" cy="64"/>
              </a:xfrm>
              <a:custGeom>
                <a:avLst/>
                <a:gdLst>
                  <a:gd name="T0" fmla="*/ 0 w 595"/>
                  <a:gd name="T1" fmla="*/ 0 h 512"/>
                  <a:gd name="T2" fmla="*/ 0 w 595"/>
                  <a:gd name="T3" fmla="*/ 0 h 512"/>
                  <a:gd name="T4" fmla="*/ 0 w 595"/>
                  <a:gd name="T5" fmla="*/ 0 h 512"/>
                  <a:gd name="T6" fmla="*/ 0 w 595"/>
                  <a:gd name="T7" fmla="*/ 0 h 512"/>
                  <a:gd name="T8" fmla="*/ 0 w 595"/>
                  <a:gd name="T9" fmla="*/ 0 h 512"/>
                  <a:gd name="T10" fmla="*/ 0 w 595"/>
                  <a:gd name="T11" fmla="*/ 0 h 512"/>
                  <a:gd name="T12" fmla="*/ 0 w 595"/>
                  <a:gd name="T13" fmla="*/ 0 h 512"/>
                  <a:gd name="T14" fmla="*/ 0 w 595"/>
                  <a:gd name="T15" fmla="*/ 0 h 512"/>
                  <a:gd name="T16" fmla="*/ 0 w 595"/>
                  <a:gd name="T17" fmla="*/ 0 h 512"/>
                  <a:gd name="T18" fmla="*/ 0 w 595"/>
                  <a:gd name="T19" fmla="*/ 0 h 512"/>
                  <a:gd name="T20" fmla="*/ 0 w 595"/>
                  <a:gd name="T21" fmla="*/ 0 h 512"/>
                  <a:gd name="T22" fmla="*/ 0 w 595"/>
                  <a:gd name="T23" fmla="*/ 0 h 512"/>
                  <a:gd name="T24" fmla="*/ 0 w 595"/>
                  <a:gd name="T25" fmla="*/ 0 h 512"/>
                  <a:gd name="T26" fmla="*/ 0 w 595"/>
                  <a:gd name="T27" fmla="*/ 0 h 512"/>
                  <a:gd name="T28" fmla="*/ 0 w 595"/>
                  <a:gd name="T29" fmla="*/ 0 h 512"/>
                  <a:gd name="T30" fmla="*/ 0 w 595"/>
                  <a:gd name="T31" fmla="*/ 0 h 512"/>
                  <a:gd name="T32" fmla="*/ 0 w 595"/>
                  <a:gd name="T33" fmla="*/ 0 h 512"/>
                  <a:gd name="T34" fmla="*/ 0 w 595"/>
                  <a:gd name="T35" fmla="*/ 0 h 512"/>
                  <a:gd name="T36" fmla="*/ 0 w 595"/>
                  <a:gd name="T37" fmla="*/ 0 h 512"/>
                  <a:gd name="T38" fmla="*/ 0 w 595"/>
                  <a:gd name="T39" fmla="*/ 0 h 512"/>
                  <a:gd name="T40" fmla="*/ 0 w 595"/>
                  <a:gd name="T41" fmla="*/ 0 h 512"/>
                  <a:gd name="T42" fmla="*/ 0 w 595"/>
                  <a:gd name="T43" fmla="*/ 0 h 512"/>
                  <a:gd name="T44" fmla="*/ 0 w 595"/>
                  <a:gd name="T45" fmla="*/ 0 h 512"/>
                  <a:gd name="T46" fmla="*/ 0 w 595"/>
                  <a:gd name="T47" fmla="*/ 0 h 512"/>
                  <a:gd name="T48" fmla="*/ 0 w 595"/>
                  <a:gd name="T49" fmla="*/ 0 h 512"/>
                  <a:gd name="T50" fmla="*/ 0 w 595"/>
                  <a:gd name="T51" fmla="*/ 0 h 512"/>
                  <a:gd name="T52" fmla="*/ 0 w 595"/>
                  <a:gd name="T53" fmla="*/ 0 h 512"/>
                  <a:gd name="T54" fmla="*/ 0 w 595"/>
                  <a:gd name="T55" fmla="*/ 0 h 51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5"/>
                  <a:gd name="T85" fmla="*/ 0 h 512"/>
                  <a:gd name="T86" fmla="*/ 595 w 595"/>
                  <a:gd name="T87" fmla="*/ 512 h 51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5" h="512">
                    <a:moveTo>
                      <a:pt x="97" y="215"/>
                    </a:moveTo>
                    <a:lnTo>
                      <a:pt x="120" y="122"/>
                    </a:lnTo>
                    <a:lnTo>
                      <a:pt x="305" y="0"/>
                    </a:lnTo>
                    <a:lnTo>
                      <a:pt x="498" y="68"/>
                    </a:lnTo>
                    <a:lnTo>
                      <a:pt x="395" y="68"/>
                    </a:lnTo>
                    <a:lnTo>
                      <a:pt x="514" y="209"/>
                    </a:lnTo>
                    <a:lnTo>
                      <a:pt x="569" y="191"/>
                    </a:lnTo>
                    <a:lnTo>
                      <a:pt x="525" y="96"/>
                    </a:lnTo>
                    <a:lnTo>
                      <a:pt x="595" y="209"/>
                    </a:lnTo>
                    <a:lnTo>
                      <a:pt x="551" y="261"/>
                    </a:lnTo>
                    <a:lnTo>
                      <a:pt x="595" y="503"/>
                    </a:lnTo>
                    <a:lnTo>
                      <a:pt x="533" y="512"/>
                    </a:lnTo>
                    <a:lnTo>
                      <a:pt x="464" y="494"/>
                    </a:lnTo>
                    <a:lnTo>
                      <a:pt x="542" y="486"/>
                    </a:lnTo>
                    <a:lnTo>
                      <a:pt x="475" y="329"/>
                    </a:lnTo>
                    <a:lnTo>
                      <a:pt x="351" y="200"/>
                    </a:lnTo>
                    <a:lnTo>
                      <a:pt x="489" y="311"/>
                    </a:lnTo>
                    <a:lnTo>
                      <a:pt x="542" y="424"/>
                    </a:lnTo>
                    <a:lnTo>
                      <a:pt x="510" y="244"/>
                    </a:lnTo>
                    <a:lnTo>
                      <a:pt x="305" y="41"/>
                    </a:lnTo>
                    <a:lnTo>
                      <a:pt x="261" y="122"/>
                    </a:lnTo>
                    <a:lnTo>
                      <a:pt x="305" y="173"/>
                    </a:lnTo>
                    <a:lnTo>
                      <a:pt x="228" y="173"/>
                    </a:lnTo>
                    <a:lnTo>
                      <a:pt x="323" y="306"/>
                    </a:lnTo>
                    <a:lnTo>
                      <a:pt x="191" y="209"/>
                    </a:lnTo>
                    <a:lnTo>
                      <a:pt x="0" y="373"/>
                    </a:lnTo>
                    <a:lnTo>
                      <a:pt x="17" y="253"/>
                    </a:lnTo>
                    <a:lnTo>
                      <a:pt x="97" y="2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7" name="Freeform 161"/>
              <p:cNvSpPr>
                <a:spLocks/>
              </p:cNvSpPr>
              <p:nvPr/>
            </p:nvSpPr>
            <p:spPr bwMode="auto">
              <a:xfrm>
                <a:off x="2989" y="1670"/>
                <a:ext cx="53" cy="66"/>
              </a:xfrm>
              <a:custGeom>
                <a:avLst/>
                <a:gdLst>
                  <a:gd name="T0" fmla="*/ 0 w 417"/>
                  <a:gd name="T1" fmla="*/ 0 h 531"/>
                  <a:gd name="T2" fmla="*/ 0 w 417"/>
                  <a:gd name="T3" fmla="*/ 0 h 531"/>
                  <a:gd name="T4" fmla="*/ 0 w 417"/>
                  <a:gd name="T5" fmla="*/ 0 h 531"/>
                  <a:gd name="T6" fmla="*/ 0 w 417"/>
                  <a:gd name="T7" fmla="*/ 0 h 531"/>
                  <a:gd name="T8" fmla="*/ 0 w 417"/>
                  <a:gd name="T9" fmla="*/ 0 h 531"/>
                  <a:gd name="T10" fmla="*/ 0 w 417"/>
                  <a:gd name="T11" fmla="*/ 0 h 531"/>
                  <a:gd name="T12" fmla="*/ 0 w 417"/>
                  <a:gd name="T13" fmla="*/ 0 h 531"/>
                  <a:gd name="T14" fmla="*/ 0 w 417"/>
                  <a:gd name="T15" fmla="*/ 0 h 531"/>
                  <a:gd name="T16" fmla="*/ 0 w 417"/>
                  <a:gd name="T17" fmla="*/ 0 h 531"/>
                  <a:gd name="T18" fmla="*/ 0 w 417"/>
                  <a:gd name="T19" fmla="*/ 0 h 531"/>
                  <a:gd name="T20" fmla="*/ 0 w 417"/>
                  <a:gd name="T21" fmla="*/ 0 h 531"/>
                  <a:gd name="T22" fmla="*/ 0 w 417"/>
                  <a:gd name="T23" fmla="*/ 0 h 531"/>
                  <a:gd name="T24" fmla="*/ 0 w 417"/>
                  <a:gd name="T25" fmla="*/ 0 h 531"/>
                  <a:gd name="T26" fmla="*/ 0 w 417"/>
                  <a:gd name="T27" fmla="*/ 0 h 531"/>
                  <a:gd name="T28" fmla="*/ 0 w 417"/>
                  <a:gd name="T29" fmla="*/ 0 h 531"/>
                  <a:gd name="T30" fmla="*/ 0 w 417"/>
                  <a:gd name="T31" fmla="*/ 0 h 531"/>
                  <a:gd name="T32" fmla="*/ 0 w 417"/>
                  <a:gd name="T33" fmla="*/ 0 h 531"/>
                  <a:gd name="T34" fmla="*/ 0 w 417"/>
                  <a:gd name="T35" fmla="*/ 0 h 531"/>
                  <a:gd name="T36" fmla="*/ 0 w 417"/>
                  <a:gd name="T37" fmla="*/ 0 h 531"/>
                  <a:gd name="T38" fmla="*/ 0 w 417"/>
                  <a:gd name="T39" fmla="*/ 0 h 531"/>
                  <a:gd name="T40" fmla="*/ 0 w 417"/>
                  <a:gd name="T41" fmla="*/ 0 h 531"/>
                  <a:gd name="T42" fmla="*/ 0 w 417"/>
                  <a:gd name="T43" fmla="*/ 0 h 531"/>
                  <a:gd name="T44" fmla="*/ 0 w 417"/>
                  <a:gd name="T45" fmla="*/ 0 h 531"/>
                  <a:gd name="T46" fmla="*/ 0 w 417"/>
                  <a:gd name="T47" fmla="*/ 0 h 531"/>
                  <a:gd name="T48" fmla="*/ 0 w 417"/>
                  <a:gd name="T49" fmla="*/ 0 h 531"/>
                  <a:gd name="T50" fmla="*/ 0 w 417"/>
                  <a:gd name="T51" fmla="*/ 0 h 531"/>
                  <a:gd name="T52" fmla="*/ 0 w 417"/>
                  <a:gd name="T53" fmla="*/ 0 h 531"/>
                  <a:gd name="T54" fmla="*/ 0 w 417"/>
                  <a:gd name="T55" fmla="*/ 0 h 531"/>
                  <a:gd name="T56" fmla="*/ 0 w 417"/>
                  <a:gd name="T57" fmla="*/ 0 h 531"/>
                  <a:gd name="T58" fmla="*/ 0 w 417"/>
                  <a:gd name="T59" fmla="*/ 0 h 53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17"/>
                  <a:gd name="T91" fmla="*/ 0 h 531"/>
                  <a:gd name="T92" fmla="*/ 417 w 417"/>
                  <a:gd name="T93" fmla="*/ 531 h 53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17" h="531">
                    <a:moveTo>
                      <a:pt x="351" y="198"/>
                    </a:moveTo>
                    <a:lnTo>
                      <a:pt x="307" y="183"/>
                    </a:lnTo>
                    <a:lnTo>
                      <a:pt x="254" y="114"/>
                    </a:lnTo>
                    <a:lnTo>
                      <a:pt x="208" y="114"/>
                    </a:lnTo>
                    <a:lnTo>
                      <a:pt x="146" y="62"/>
                    </a:lnTo>
                    <a:lnTo>
                      <a:pt x="146" y="104"/>
                    </a:lnTo>
                    <a:lnTo>
                      <a:pt x="94" y="114"/>
                    </a:lnTo>
                    <a:lnTo>
                      <a:pt x="44" y="53"/>
                    </a:lnTo>
                    <a:lnTo>
                      <a:pt x="72" y="132"/>
                    </a:lnTo>
                    <a:lnTo>
                      <a:pt x="0" y="132"/>
                    </a:lnTo>
                    <a:lnTo>
                      <a:pt x="87" y="189"/>
                    </a:lnTo>
                    <a:lnTo>
                      <a:pt x="78" y="270"/>
                    </a:lnTo>
                    <a:lnTo>
                      <a:pt x="131" y="383"/>
                    </a:lnTo>
                    <a:lnTo>
                      <a:pt x="131" y="305"/>
                    </a:lnTo>
                    <a:lnTo>
                      <a:pt x="164" y="279"/>
                    </a:lnTo>
                    <a:lnTo>
                      <a:pt x="182" y="321"/>
                    </a:lnTo>
                    <a:lnTo>
                      <a:pt x="219" y="288"/>
                    </a:lnTo>
                    <a:lnTo>
                      <a:pt x="272" y="288"/>
                    </a:lnTo>
                    <a:lnTo>
                      <a:pt x="340" y="347"/>
                    </a:lnTo>
                    <a:lnTo>
                      <a:pt x="332" y="436"/>
                    </a:lnTo>
                    <a:lnTo>
                      <a:pt x="291" y="531"/>
                    </a:lnTo>
                    <a:lnTo>
                      <a:pt x="383" y="383"/>
                    </a:lnTo>
                    <a:lnTo>
                      <a:pt x="413" y="288"/>
                    </a:lnTo>
                    <a:lnTo>
                      <a:pt x="417" y="156"/>
                    </a:lnTo>
                    <a:lnTo>
                      <a:pt x="383" y="156"/>
                    </a:lnTo>
                    <a:lnTo>
                      <a:pt x="323" y="42"/>
                    </a:lnTo>
                    <a:lnTo>
                      <a:pt x="261" y="0"/>
                    </a:lnTo>
                    <a:lnTo>
                      <a:pt x="314" y="77"/>
                    </a:lnTo>
                    <a:lnTo>
                      <a:pt x="351" y="148"/>
                    </a:lnTo>
                    <a:lnTo>
                      <a:pt x="351" y="1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8" name="Freeform 162"/>
              <p:cNvSpPr>
                <a:spLocks/>
              </p:cNvSpPr>
              <p:nvPr/>
            </p:nvSpPr>
            <p:spPr bwMode="auto">
              <a:xfrm>
                <a:off x="2925" y="1679"/>
                <a:ext cx="214" cy="306"/>
              </a:xfrm>
              <a:custGeom>
                <a:avLst/>
                <a:gdLst>
                  <a:gd name="T0" fmla="*/ 0 w 1712"/>
                  <a:gd name="T1" fmla="*/ 0 h 2448"/>
                  <a:gd name="T2" fmla="*/ 0 w 1712"/>
                  <a:gd name="T3" fmla="*/ 0 h 2448"/>
                  <a:gd name="T4" fmla="*/ 0 w 1712"/>
                  <a:gd name="T5" fmla="*/ 0 h 2448"/>
                  <a:gd name="T6" fmla="*/ 0 w 1712"/>
                  <a:gd name="T7" fmla="*/ 0 h 2448"/>
                  <a:gd name="T8" fmla="*/ 0 w 1712"/>
                  <a:gd name="T9" fmla="*/ 0 h 2448"/>
                  <a:gd name="T10" fmla="*/ 0 w 1712"/>
                  <a:gd name="T11" fmla="*/ 0 h 2448"/>
                  <a:gd name="T12" fmla="*/ 0 w 1712"/>
                  <a:gd name="T13" fmla="*/ 0 h 2448"/>
                  <a:gd name="T14" fmla="*/ 0 w 1712"/>
                  <a:gd name="T15" fmla="*/ 0 h 2448"/>
                  <a:gd name="T16" fmla="*/ 0 w 1712"/>
                  <a:gd name="T17" fmla="*/ 0 h 2448"/>
                  <a:gd name="T18" fmla="*/ 0 w 1712"/>
                  <a:gd name="T19" fmla="*/ 0 h 2448"/>
                  <a:gd name="T20" fmla="*/ 0 w 1712"/>
                  <a:gd name="T21" fmla="*/ 0 h 2448"/>
                  <a:gd name="T22" fmla="*/ 0 w 1712"/>
                  <a:gd name="T23" fmla="*/ 0 h 2448"/>
                  <a:gd name="T24" fmla="*/ 0 w 1712"/>
                  <a:gd name="T25" fmla="*/ 0 h 2448"/>
                  <a:gd name="T26" fmla="*/ 0 w 1712"/>
                  <a:gd name="T27" fmla="*/ 0 h 2448"/>
                  <a:gd name="T28" fmla="*/ 0 w 1712"/>
                  <a:gd name="T29" fmla="*/ 0 h 2448"/>
                  <a:gd name="T30" fmla="*/ 0 w 1712"/>
                  <a:gd name="T31" fmla="*/ 0 h 2448"/>
                  <a:gd name="T32" fmla="*/ 0 w 1712"/>
                  <a:gd name="T33" fmla="*/ 0 h 2448"/>
                  <a:gd name="T34" fmla="*/ 0 w 1712"/>
                  <a:gd name="T35" fmla="*/ 0 h 2448"/>
                  <a:gd name="T36" fmla="*/ 0 w 1712"/>
                  <a:gd name="T37" fmla="*/ 0 h 2448"/>
                  <a:gd name="T38" fmla="*/ 0 w 1712"/>
                  <a:gd name="T39" fmla="*/ 0 h 2448"/>
                  <a:gd name="T40" fmla="*/ 0 w 1712"/>
                  <a:gd name="T41" fmla="*/ 0 h 2448"/>
                  <a:gd name="T42" fmla="*/ 0 w 1712"/>
                  <a:gd name="T43" fmla="*/ 0 h 2448"/>
                  <a:gd name="T44" fmla="*/ 0 w 1712"/>
                  <a:gd name="T45" fmla="*/ 0 h 2448"/>
                  <a:gd name="T46" fmla="*/ 0 w 1712"/>
                  <a:gd name="T47" fmla="*/ 0 h 2448"/>
                  <a:gd name="T48" fmla="*/ 0 w 1712"/>
                  <a:gd name="T49" fmla="*/ 0 h 2448"/>
                  <a:gd name="T50" fmla="*/ 0 w 1712"/>
                  <a:gd name="T51" fmla="*/ 0 h 2448"/>
                  <a:gd name="T52" fmla="*/ 0 w 1712"/>
                  <a:gd name="T53" fmla="*/ 0 h 2448"/>
                  <a:gd name="T54" fmla="*/ 0 w 1712"/>
                  <a:gd name="T55" fmla="*/ 0 h 2448"/>
                  <a:gd name="T56" fmla="*/ 0 w 1712"/>
                  <a:gd name="T57" fmla="*/ 0 h 2448"/>
                  <a:gd name="T58" fmla="*/ 0 w 1712"/>
                  <a:gd name="T59" fmla="*/ 0 h 2448"/>
                  <a:gd name="T60" fmla="*/ 0 w 1712"/>
                  <a:gd name="T61" fmla="*/ 0 h 2448"/>
                  <a:gd name="T62" fmla="*/ 0 w 1712"/>
                  <a:gd name="T63" fmla="*/ 0 h 2448"/>
                  <a:gd name="T64" fmla="*/ 0 w 1712"/>
                  <a:gd name="T65" fmla="*/ 0 h 2448"/>
                  <a:gd name="T66" fmla="*/ 0 w 1712"/>
                  <a:gd name="T67" fmla="*/ 0 h 2448"/>
                  <a:gd name="T68" fmla="*/ 0 w 1712"/>
                  <a:gd name="T69" fmla="*/ 0 h 2448"/>
                  <a:gd name="T70" fmla="*/ 0 w 1712"/>
                  <a:gd name="T71" fmla="*/ 0 h 2448"/>
                  <a:gd name="T72" fmla="*/ 0 w 1712"/>
                  <a:gd name="T73" fmla="*/ 0 h 2448"/>
                  <a:gd name="T74" fmla="*/ 0 w 1712"/>
                  <a:gd name="T75" fmla="*/ 0 h 2448"/>
                  <a:gd name="T76" fmla="*/ 0 w 1712"/>
                  <a:gd name="T77" fmla="*/ 0 h 2448"/>
                  <a:gd name="T78" fmla="*/ 0 w 1712"/>
                  <a:gd name="T79" fmla="*/ 0 h 2448"/>
                  <a:gd name="T80" fmla="*/ 0 w 1712"/>
                  <a:gd name="T81" fmla="*/ 0 h 2448"/>
                  <a:gd name="T82" fmla="*/ 0 w 1712"/>
                  <a:gd name="T83" fmla="*/ 0 h 2448"/>
                  <a:gd name="T84" fmla="*/ 0 w 1712"/>
                  <a:gd name="T85" fmla="*/ 0 h 2448"/>
                  <a:gd name="T86" fmla="*/ 0 w 1712"/>
                  <a:gd name="T87" fmla="*/ 0 h 244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12"/>
                  <a:gd name="T133" fmla="*/ 0 h 2448"/>
                  <a:gd name="T134" fmla="*/ 1712 w 1712"/>
                  <a:gd name="T135" fmla="*/ 2448 h 244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12" h="2448">
                    <a:moveTo>
                      <a:pt x="420" y="0"/>
                    </a:moveTo>
                    <a:lnTo>
                      <a:pt x="499" y="424"/>
                    </a:lnTo>
                    <a:lnTo>
                      <a:pt x="522" y="451"/>
                    </a:lnTo>
                    <a:lnTo>
                      <a:pt x="561" y="468"/>
                    </a:lnTo>
                    <a:lnTo>
                      <a:pt x="534" y="495"/>
                    </a:lnTo>
                    <a:lnTo>
                      <a:pt x="483" y="486"/>
                    </a:lnTo>
                    <a:lnTo>
                      <a:pt x="475" y="550"/>
                    </a:lnTo>
                    <a:lnTo>
                      <a:pt x="499" y="599"/>
                    </a:lnTo>
                    <a:lnTo>
                      <a:pt x="540" y="615"/>
                    </a:lnTo>
                    <a:lnTo>
                      <a:pt x="589" y="606"/>
                    </a:lnTo>
                    <a:lnTo>
                      <a:pt x="611" y="479"/>
                    </a:lnTo>
                    <a:lnTo>
                      <a:pt x="663" y="479"/>
                    </a:lnTo>
                    <a:lnTo>
                      <a:pt x="711" y="451"/>
                    </a:lnTo>
                    <a:lnTo>
                      <a:pt x="743" y="398"/>
                    </a:lnTo>
                    <a:lnTo>
                      <a:pt x="743" y="461"/>
                    </a:lnTo>
                    <a:lnTo>
                      <a:pt x="771" y="451"/>
                    </a:lnTo>
                    <a:lnTo>
                      <a:pt x="824" y="424"/>
                    </a:lnTo>
                    <a:lnTo>
                      <a:pt x="798" y="461"/>
                    </a:lnTo>
                    <a:lnTo>
                      <a:pt x="743" y="530"/>
                    </a:lnTo>
                    <a:lnTo>
                      <a:pt x="699" y="650"/>
                    </a:lnTo>
                    <a:lnTo>
                      <a:pt x="909" y="415"/>
                    </a:lnTo>
                    <a:lnTo>
                      <a:pt x="945" y="444"/>
                    </a:lnTo>
                    <a:lnTo>
                      <a:pt x="815" y="798"/>
                    </a:lnTo>
                    <a:lnTo>
                      <a:pt x="824" y="1260"/>
                    </a:lnTo>
                    <a:lnTo>
                      <a:pt x="1172" y="1295"/>
                    </a:lnTo>
                    <a:lnTo>
                      <a:pt x="1331" y="1371"/>
                    </a:lnTo>
                    <a:lnTo>
                      <a:pt x="1417" y="1371"/>
                    </a:lnTo>
                    <a:lnTo>
                      <a:pt x="1460" y="1442"/>
                    </a:lnTo>
                    <a:lnTo>
                      <a:pt x="1172" y="1332"/>
                    </a:lnTo>
                    <a:lnTo>
                      <a:pt x="953" y="1314"/>
                    </a:lnTo>
                    <a:lnTo>
                      <a:pt x="1059" y="1380"/>
                    </a:lnTo>
                    <a:lnTo>
                      <a:pt x="953" y="1380"/>
                    </a:lnTo>
                    <a:lnTo>
                      <a:pt x="798" y="1362"/>
                    </a:lnTo>
                    <a:lnTo>
                      <a:pt x="909" y="1459"/>
                    </a:lnTo>
                    <a:lnTo>
                      <a:pt x="1296" y="1523"/>
                    </a:lnTo>
                    <a:lnTo>
                      <a:pt x="971" y="1493"/>
                    </a:lnTo>
                    <a:lnTo>
                      <a:pt x="1172" y="1611"/>
                    </a:lnTo>
                    <a:lnTo>
                      <a:pt x="1147" y="1636"/>
                    </a:lnTo>
                    <a:lnTo>
                      <a:pt x="875" y="1503"/>
                    </a:lnTo>
                    <a:lnTo>
                      <a:pt x="918" y="1636"/>
                    </a:lnTo>
                    <a:lnTo>
                      <a:pt x="1349" y="1747"/>
                    </a:lnTo>
                    <a:lnTo>
                      <a:pt x="1626" y="1921"/>
                    </a:lnTo>
                    <a:lnTo>
                      <a:pt x="1349" y="1867"/>
                    </a:lnTo>
                    <a:lnTo>
                      <a:pt x="1191" y="1765"/>
                    </a:lnTo>
                    <a:lnTo>
                      <a:pt x="953" y="1701"/>
                    </a:lnTo>
                    <a:lnTo>
                      <a:pt x="1068" y="1826"/>
                    </a:lnTo>
                    <a:lnTo>
                      <a:pt x="1712" y="2049"/>
                    </a:lnTo>
                    <a:lnTo>
                      <a:pt x="1068" y="1867"/>
                    </a:lnTo>
                    <a:lnTo>
                      <a:pt x="884" y="1736"/>
                    </a:lnTo>
                    <a:lnTo>
                      <a:pt x="895" y="1809"/>
                    </a:lnTo>
                    <a:lnTo>
                      <a:pt x="1068" y="1973"/>
                    </a:lnTo>
                    <a:lnTo>
                      <a:pt x="1321" y="2024"/>
                    </a:lnTo>
                    <a:lnTo>
                      <a:pt x="1460" y="2121"/>
                    </a:lnTo>
                    <a:lnTo>
                      <a:pt x="1259" y="2097"/>
                    </a:lnTo>
                    <a:lnTo>
                      <a:pt x="1008" y="1973"/>
                    </a:lnTo>
                    <a:lnTo>
                      <a:pt x="934" y="1982"/>
                    </a:lnTo>
                    <a:lnTo>
                      <a:pt x="971" y="2112"/>
                    </a:lnTo>
                    <a:lnTo>
                      <a:pt x="1033" y="2156"/>
                    </a:lnTo>
                    <a:lnTo>
                      <a:pt x="1349" y="2171"/>
                    </a:lnTo>
                    <a:lnTo>
                      <a:pt x="1024" y="2330"/>
                    </a:lnTo>
                    <a:lnTo>
                      <a:pt x="980" y="2314"/>
                    </a:lnTo>
                    <a:lnTo>
                      <a:pt x="909" y="2084"/>
                    </a:lnTo>
                    <a:lnTo>
                      <a:pt x="831" y="2339"/>
                    </a:lnTo>
                    <a:lnTo>
                      <a:pt x="849" y="2448"/>
                    </a:lnTo>
                    <a:lnTo>
                      <a:pt x="760" y="2354"/>
                    </a:lnTo>
                    <a:lnTo>
                      <a:pt x="895" y="2013"/>
                    </a:lnTo>
                    <a:lnTo>
                      <a:pt x="884" y="1921"/>
                    </a:lnTo>
                    <a:lnTo>
                      <a:pt x="824" y="1765"/>
                    </a:lnTo>
                    <a:lnTo>
                      <a:pt x="778" y="1563"/>
                    </a:lnTo>
                    <a:lnTo>
                      <a:pt x="674" y="1304"/>
                    </a:lnTo>
                    <a:lnTo>
                      <a:pt x="554" y="1523"/>
                    </a:lnTo>
                    <a:lnTo>
                      <a:pt x="554" y="1747"/>
                    </a:lnTo>
                    <a:lnTo>
                      <a:pt x="316" y="2033"/>
                    </a:lnTo>
                    <a:lnTo>
                      <a:pt x="0" y="2148"/>
                    </a:lnTo>
                    <a:lnTo>
                      <a:pt x="37" y="1973"/>
                    </a:lnTo>
                    <a:lnTo>
                      <a:pt x="217" y="1791"/>
                    </a:lnTo>
                    <a:lnTo>
                      <a:pt x="437" y="1685"/>
                    </a:lnTo>
                    <a:lnTo>
                      <a:pt x="534" y="1436"/>
                    </a:lnTo>
                    <a:lnTo>
                      <a:pt x="522" y="1314"/>
                    </a:lnTo>
                    <a:lnTo>
                      <a:pt x="611" y="1026"/>
                    </a:lnTo>
                    <a:lnTo>
                      <a:pt x="510" y="1000"/>
                    </a:lnTo>
                    <a:lnTo>
                      <a:pt x="420" y="938"/>
                    </a:lnTo>
                    <a:lnTo>
                      <a:pt x="522" y="650"/>
                    </a:lnTo>
                    <a:lnTo>
                      <a:pt x="475" y="627"/>
                    </a:lnTo>
                    <a:lnTo>
                      <a:pt x="448" y="541"/>
                    </a:lnTo>
                    <a:lnTo>
                      <a:pt x="448" y="433"/>
                    </a:lnTo>
                    <a:lnTo>
                      <a:pt x="420" y="53"/>
                    </a:lnTo>
                    <a:lnTo>
                      <a:pt x="4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9" name="Freeform 163"/>
              <p:cNvSpPr>
                <a:spLocks/>
              </p:cNvSpPr>
              <p:nvPr/>
            </p:nvSpPr>
            <p:spPr bwMode="auto">
              <a:xfrm>
                <a:off x="2878" y="1705"/>
                <a:ext cx="86" cy="218"/>
              </a:xfrm>
              <a:custGeom>
                <a:avLst/>
                <a:gdLst>
                  <a:gd name="T0" fmla="*/ 0 w 691"/>
                  <a:gd name="T1" fmla="*/ 0 h 1748"/>
                  <a:gd name="T2" fmla="*/ 0 w 691"/>
                  <a:gd name="T3" fmla="*/ 0 h 1748"/>
                  <a:gd name="T4" fmla="*/ 0 w 691"/>
                  <a:gd name="T5" fmla="*/ 0 h 1748"/>
                  <a:gd name="T6" fmla="*/ 0 w 691"/>
                  <a:gd name="T7" fmla="*/ 0 h 1748"/>
                  <a:gd name="T8" fmla="*/ 0 w 691"/>
                  <a:gd name="T9" fmla="*/ 0 h 1748"/>
                  <a:gd name="T10" fmla="*/ 0 w 691"/>
                  <a:gd name="T11" fmla="*/ 0 h 1748"/>
                  <a:gd name="T12" fmla="*/ 0 w 691"/>
                  <a:gd name="T13" fmla="*/ 0 h 1748"/>
                  <a:gd name="T14" fmla="*/ 0 w 691"/>
                  <a:gd name="T15" fmla="*/ 0 h 1748"/>
                  <a:gd name="T16" fmla="*/ 0 w 691"/>
                  <a:gd name="T17" fmla="*/ 0 h 1748"/>
                  <a:gd name="T18" fmla="*/ 0 w 691"/>
                  <a:gd name="T19" fmla="*/ 0 h 1748"/>
                  <a:gd name="T20" fmla="*/ 0 w 691"/>
                  <a:gd name="T21" fmla="*/ 0 h 1748"/>
                  <a:gd name="T22" fmla="*/ 0 w 691"/>
                  <a:gd name="T23" fmla="*/ 0 h 1748"/>
                  <a:gd name="T24" fmla="*/ 0 w 691"/>
                  <a:gd name="T25" fmla="*/ 0 h 1748"/>
                  <a:gd name="T26" fmla="*/ 0 w 691"/>
                  <a:gd name="T27" fmla="*/ 0 h 1748"/>
                  <a:gd name="T28" fmla="*/ 0 w 691"/>
                  <a:gd name="T29" fmla="*/ 0 h 1748"/>
                  <a:gd name="T30" fmla="*/ 0 w 691"/>
                  <a:gd name="T31" fmla="*/ 0 h 1748"/>
                  <a:gd name="T32" fmla="*/ 0 w 691"/>
                  <a:gd name="T33" fmla="*/ 0 h 1748"/>
                  <a:gd name="T34" fmla="*/ 0 w 691"/>
                  <a:gd name="T35" fmla="*/ 0 h 1748"/>
                  <a:gd name="T36" fmla="*/ 0 w 691"/>
                  <a:gd name="T37" fmla="*/ 0 h 1748"/>
                  <a:gd name="T38" fmla="*/ 0 w 691"/>
                  <a:gd name="T39" fmla="*/ 0 h 1748"/>
                  <a:gd name="T40" fmla="*/ 0 w 691"/>
                  <a:gd name="T41" fmla="*/ 0 h 1748"/>
                  <a:gd name="T42" fmla="*/ 0 w 691"/>
                  <a:gd name="T43" fmla="*/ 0 h 1748"/>
                  <a:gd name="T44" fmla="*/ 0 w 691"/>
                  <a:gd name="T45" fmla="*/ 0 h 1748"/>
                  <a:gd name="T46" fmla="*/ 0 w 691"/>
                  <a:gd name="T47" fmla="*/ 0 h 1748"/>
                  <a:gd name="T48" fmla="*/ 0 w 691"/>
                  <a:gd name="T49" fmla="*/ 0 h 1748"/>
                  <a:gd name="T50" fmla="*/ 0 w 691"/>
                  <a:gd name="T51" fmla="*/ 0 h 1748"/>
                  <a:gd name="T52" fmla="*/ 0 w 691"/>
                  <a:gd name="T53" fmla="*/ 0 h 1748"/>
                  <a:gd name="T54" fmla="*/ 0 w 691"/>
                  <a:gd name="T55" fmla="*/ 0 h 1748"/>
                  <a:gd name="T56" fmla="*/ 0 w 691"/>
                  <a:gd name="T57" fmla="*/ 0 h 1748"/>
                  <a:gd name="T58" fmla="*/ 0 w 691"/>
                  <a:gd name="T59" fmla="*/ 0 h 1748"/>
                  <a:gd name="T60" fmla="*/ 0 w 691"/>
                  <a:gd name="T61" fmla="*/ 0 h 174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91"/>
                  <a:gd name="T94" fmla="*/ 0 h 1748"/>
                  <a:gd name="T95" fmla="*/ 691 w 691"/>
                  <a:gd name="T96" fmla="*/ 1748 h 174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91" h="1748">
                    <a:moveTo>
                      <a:pt x="691" y="312"/>
                    </a:moveTo>
                    <a:lnTo>
                      <a:pt x="586" y="572"/>
                    </a:lnTo>
                    <a:lnTo>
                      <a:pt x="516" y="729"/>
                    </a:lnTo>
                    <a:lnTo>
                      <a:pt x="392" y="982"/>
                    </a:lnTo>
                    <a:lnTo>
                      <a:pt x="334" y="1017"/>
                    </a:lnTo>
                    <a:lnTo>
                      <a:pt x="351" y="1243"/>
                    </a:lnTo>
                    <a:lnTo>
                      <a:pt x="412" y="1527"/>
                    </a:lnTo>
                    <a:lnTo>
                      <a:pt x="472" y="1748"/>
                    </a:lnTo>
                    <a:lnTo>
                      <a:pt x="388" y="1485"/>
                    </a:lnTo>
                    <a:lnTo>
                      <a:pt x="334" y="1233"/>
                    </a:lnTo>
                    <a:lnTo>
                      <a:pt x="243" y="1171"/>
                    </a:lnTo>
                    <a:lnTo>
                      <a:pt x="254" y="1330"/>
                    </a:lnTo>
                    <a:lnTo>
                      <a:pt x="351" y="1591"/>
                    </a:lnTo>
                    <a:lnTo>
                      <a:pt x="239" y="1345"/>
                    </a:lnTo>
                    <a:lnTo>
                      <a:pt x="193" y="1153"/>
                    </a:lnTo>
                    <a:lnTo>
                      <a:pt x="87" y="1153"/>
                    </a:lnTo>
                    <a:lnTo>
                      <a:pt x="0" y="1227"/>
                    </a:lnTo>
                    <a:lnTo>
                      <a:pt x="87" y="1139"/>
                    </a:lnTo>
                    <a:lnTo>
                      <a:pt x="157" y="1112"/>
                    </a:lnTo>
                    <a:lnTo>
                      <a:pt x="219" y="895"/>
                    </a:lnTo>
                    <a:lnTo>
                      <a:pt x="219" y="782"/>
                    </a:lnTo>
                    <a:lnTo>
                      <a:pt x="175" y="721"/>
                    </a:lnTo>
                    <a:lnTo>
                      <a:pt x="175" y="644"/>
                    </a:lnTo>
                    <a:lnTo>
                      <a:pt x="279" y="235"/>
                    </a:lnTo>
                    <a:lnTo>
                      <a:pt x="388" y="0"/>
                    </a:lnTo>
                    <a:lnTo>
                      <a:pt x="307" y="341"/>
                    </a:lnTo>
                    <a:lnTo>
                      <a:pt x="219" y="685"/>
                    </a:lnTo>
                    <a:lnTo>
                      <a:pt x="307" y="798"/>
                    </a:lnTo>
                    <a:lnTo>
                      <a:pt x="366" y="914"/>
                    </a:lnTo>
                    <a:lnTo>
                      <a:pt x="606" y="462"/>
                    </a:lnTo>
                    <a:lnTo>
                      <a:pt x="691" y="3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0" name="Freeform 164"/>
              <p:cNvSpPr>
                <a:spLocks/>
              </p:cNvSpPr>
              <p:nvPr/>
            </p:nvSpPr>
            <p:spPr bwMode="auto">
              <a:xfrm>
                <a:off x="2942" y="1815"/>
                <a:ext cx="10" cy="54"/>
              </a:xfrm>
              <a:custGeom>
                <a:avLst/>
                <a:gdLst>
                  <a:gd name="T0" fmla="*/ 0 w 83"/>
                  <a:gd name="T1" fmla="*/ 0 h 431"/>
                  <a:gd name="T2" fmla="*/ 0 w 83"/>
                  <a:gd name="T3" fmla="*/ 0 h 431"/>
                  <a:gd name="T4" fmla="*/ 0 w 83"/>
                  <a:gd name="T5" fmla="*/ 0 h 431"/>
                  <a:gd name="T6" fmla="*/ 0 w 83"/>
                  <a:gd name="T7" fmla="*/ 0 h 431"/>
                  <a:gd name="T8" fmla="*/ 0 w 83"/>
                  <a:gd name="T9" fmla="*/ 0 h 431"/>
                  <a:gd name="T10" fmla="*/ 0 w 83"/>
                  <a:gd name="T11" fmla="*/ 0 h 431"/>
                  <a:gd name="T12" fmla="*/ 0 w 83"/>
                  <a:gd name="T13" fmla="*/ 0 h 431"/>
                  <a:gd name="T14" fmla="*/ 0 60000 65536"/>
                  <a:gd name="T15" fmla="*/ 0 60000 65536"/>
                  <a:gd name="T16" fmla="*/ 0 60000 65536"/>
                  <a:gd name="T17" fmla="*/ 0 60000 65536"/>
                  <a:gd name="T18" fmla="*/ 0 60000 65536"/>
                  <a:gd name="T19" fmla="*/ 0 60000 65536"/>
                  <a:gd name="T20" fmla="*/ 0 60000 65536"/>
                  <a:gd name="T21" fmla="*/ 0 w 83"/>
                  <a:gd name="T22" fmla="*/ 0 h 431"/>
                  <a:gd name="T23" fmla="*/ 83 w 83"/>
                  <a:gd name="T24" fmla="*/ 431 h 4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431">
                    <a:moveTo>
                      <a:pt x="0" y="0"/>
                    </a:moveTo>
                    <a:lnTo>
                      <a:pt x="51" y="106"/>
                    </a:lnTo>
                    <a:lnTo>
                      <a:pt x="51" y="297"/>
                    </a:lnTo>
                    <a:lnTo>
                      <a:pt x="83" y="385"/>
                    </a:lnTo>
                    <a:lnTo>
                      <a:pt x="42" y="431"/>
                    </a:lnTo>
                    <a:lnTo>
                      <a:pt x="24" y="20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1" name="Freeform 165"/>
              <p:cNvSpPr>
                <a:spLocks/>
              </p:cNvSpPr>
              <p:nvPr/>
            </p:nvSpPr>
            <p:spPr bwMode="auto">
              <a:xfrm>
                <a:off x="2878" y="1862"/>
                <a:ext cx="53" cy="85"/>
              </a:xfrm>
              <a:custGeom>
                <a:avLst/>
                <a:gdLst>
                  <a:gd name="T0" fmla="*/ 0 w 427"/>
                  <a:gd name="T1" fmla="*/ 0 h 680"/>
                  <a:gd name="T2" fmla="*/ 0 w 427"/>
                  <a:gd name="T3" fmla="*/ 0 h 680"/>
                  <a:gd name="T4" fmla="*/ 0 w 427"/>
                  <a:gd name="T5" fmla="*/ 0 h 680"/>
                  <a:gd name="T6" fmla="*/ 0 w 427"/>
                  <a:gd name="T7" fmla="*/ 0 h 680"/>
                  <a:gd name="T8" fmla="*/ 0 w 427"/>
                  <a:gd name="T9" fmla="*/ 0 h 680"/>
                  <a:gd name="T10" fmla="*/ 0 w 427"/>
                  <a:gd name="T11" fmla="*/ 0 h 680"/>
                  <a:gd name="T12" fmla="*/ 0 w 427"/>
                  <a:gd name="T13" fmla="*/ 0 h 680"/>
                  <a:gd name="T14" fmla="*/ 0 w 427"/>
                  <a:gd name="T15" fmla="*/ 0 h 680"/>
                  <a:gd name="T16" fmla="*/ 0 60000 65536"/>
                  <a:gd name="T17" fmla="*/ 0 60000 65536"/>
                  <a:gd name="T18" fmla="*/ 0 60000 65536"/>
                  <a:gd name="T19" fmla="*/ 0 60000 65536"/>
                  <a:gd name="T20" fmla="*/ 0 60000 65536"/>
                  <a:gd name="T21" fmla="*/ 0 60000 65536"/>
                  <a:gd name="T22" fmla="*/ 0 60000 65536"/>
                  <a:gd name="T23" fmla="*/ 0 60000 65536"/>
                  <a:gd name="T24" fmla="*/ 0 w 427"/>
                  <a:gd name="T25" fmla="*/ 0 h 680"/>
                  <a:gd name="T26" fmla="*/ 427 w 427"/>
                  <a:gd name="T27" fmla="*/ 680 h 6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7" h="680">
                    <a:moveTo>
                      <a:pt x="0" y="0"/>
                    </a:moveTo>
                    <a:lnTo>
                      <a:pt x="175" y="532"/>
                    </a:lnTo>
                    <a:lnTo>
                      <a:pt x="307" y="543"/>
                    </a:lnTo>
                    <a:lnTo>
                      <a:pt x="427" y="629"/>
                    </a:lnTo>
                    <a:lnTo>
                      <a:pt x="366" y="680"/>
                    </a:lnTo>
                    <a:lnTo>
                      <a:pt x="175" y="611"/>
                    </a:lnTo>
                    <a:lnTo>
                      <a:pt x="81" y="32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2" name="Freeform 166"/>
              <p:cNvSpPr>
                <a:spLocks/>
              </p:cNvSpPr>
              <p:nvPr/>
            </p:nvSpPr>
            <p:spPr bwMode="auto">
              <a:xfrm>
                <a:off x="2887" y="1847"/>
                <a:ext cx="16" cy="41"/>
              </a:xfrm>
              <a:custGeom>
                <a:avLst/>
                <a:gdLst>
                  <a:gd name="T0" fmla="*/ 0 w 131"/>
                  <a:gd name="T1" fmla="*/ 0 h 329"/>
                  <a:gd name="T2" fmla="*/ 0 w 131"/>
                  <a:gd name="T3" fmla="*/ 0 h 329"/>
                  <a:gd name="T4" fmla="*/ 0 w 131"/>
                  <a:gd name="T5" fmla="*/ 0 h 329"/>
                  <a:gd name="T6" fmla="*/ 0 w 131"/>
                  <a:gd name="T7" fmla="*/ 0 h 329"/>
                  <a:gd name="T8" fmla="*/ 0 w 131"/>
                  <a:gd name="T9" fmla="*/ 0 h 329"/>
                  <a:gd name="T10" fmla="*/ 0 60000 65536"/>
                  <a:gd name="T11" fmla="*/ 0 60000 65536"/>
                  <a:gd name="T12" fmla="*/ 0 60000 65536"/>
                  <a:gd name="T13" fmla="*/ 0 60000 65536"/>
                  <a:gd name="T14" fmla="*/ 0 60000 65536"/>
                  <a:gd name="T15" fmla="*/ 0 w 131"/>
                  <a:gd name="T16" fmla="*/ 0 h 329"/>
                  <a:gd name="T17" fmla="*/ 131 w 131"/>
                  <a:gd name="T18" fmla="*/ 329 h 329"/>
                </a:gdLst>
                <a:ahLst/>
                <a:cxnLst>
                  <a:cxn ang="T10">
                    <a:pos x="T0" y="T1"/>
                  </a:cxn>
                  <a:cxn ang="T11">
                    <a:pos x="T2" y="T3"/>
                  </a:cxn>
                  <a:cxn ang="T12">
                    <a:pos x="T4" y="T5"/>
                  </a:cxn>
                  <a:cxn ang="T13">
                    <a:pos x="T6" y="T7"/>
                  </a:cxn>
                  <a:cxn ang="T14">
                    <a:pos x="T8" y="T9"/>
                  </a:cxn>
                </a:cxnLst>
                <a:rect l="T15" t="T16" r="T17" b="T18"/>
                <a:pathLst>
                  <a:path w="131" h="329">
                    <a:moveTo>
                      <a:pt x="131" y="14"/>
                    </a:moveTo>
                    <a:lnTo>
                      <a:pt x="43" y="329"/>
                    </a:lnTo>
                    <a:lnTo>
                      <a:pt x="0" y="226"/>
                    </a:lnTo>
                    <a:lnTo>
                      <a:pt x="112" y="0"/>
                    </a:lnTo>
                    <a:lnTo>
                      <a:pt x="1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3" name="Freeform 167"/>
              <p:cNvSpPr>
                <a:spLocks/>
              </p:cNvSpPr>
              <p:nvPr/>
            </p:nvSpPr>
            <p:spPr bwMode="auto">
              <a:xfrm>
                <a:off x="2911" y="1739"/>
                <a:ext cx="13" cy="39"/>
              </a:xfrm>
              <a:custGeom>
                <a:avLst/>
                <a:gdLst>
                  <a:gd name="T0" fmla="*/ 0 w 103"/>
                  <a:gd name="T1" fmla="*/ 0 h 319"/>
                  <a:gd name="T2" fmla="*/ 0 w 103"/>
                  <a:gd name="T3" fmla="*/ 0 h 319"/>
                  <a:gd name="T4" fmla="*/ 0 w 103"/>
                  <a:gd name="T5" fmla="*/ 0 h 319"/>
                  <a:gd name="T6" fmla="*/ 0 w 103"/>
                  <a:gd name="T7" fmla="*/ 0 h 319"/>
                  <a:gd name="T8" fmla="*/ 0 w 103"/>
                  <a:gd name="T9" fmla="*/ 0 h 319"/>
                  <a:gd name="T10" fmla="*/ 0 60000 65536"/>
                  <a:gd name="T11" fmla="*/ 0 60000 65536"/>
                  <a:gd name="T12" fmla="*/ 0 60000 65536"/>
                  <a:gd name="T13" fmla="*/ 0 60000 65536"/>
                  <a:gd name="T14" fmla="*/ 0 60000 65536"/>
                  <a:gd name="T15" fmla="*/ 0 w 103"/>
                  <a:gd name="T16" fmla="*/ 0 h 319"/>
                  <a:gd name="T17" fmla="*/ 103 w 103"/>
                  <a:gd name="T18" fmla="*/ 319 h 319"/>
                </a:gdLst>
                <a:ahLst/>
                <a:cxnLst>
                  <a:cxn ang="T10">
                    <a:pos x="T0" y="T1"/>
                  </a:cxn>
                  <a:cxn ang="T11">
                    <a:pos x="T2" y="T3"/>
                  </a:cxn>
                  <a:cxn ang="T12">
                    <a:pos x="T4" y="T5"/>
                  </a:cxn>
                  <a:cxn ang="T13">
                    <a:pos x="T6" y="T7"/>
                  </a:cxn>
                  <a:cxn ang="T14">
                    <a:pos x="T8" y="T9"/>
                  </a:cxn>
                </a:cxnLst>
                <a:rect l="T15" t="T16" r="T17" b="T18"/>
                <a:pathLst>
                  <a:path w="103" h="319">
                    <a:moveTo>
                      <a:pt x="71" y="0"/>
                    </a:moveTo>
                    <a:lnTo>
                      <a:pt x="71" y="171"/>
                    </a:lnTo>
                    <a:lnTo>
                      <a:pt x="103" y="319"/>
                    </a:lnTo>
                    <a:lnTo>
                      <a:pt x="0" y="210"/>
                    </a:lnTo>
                    <a:lnTo>
                      <a:pt x="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4" name="Freeform 168"/>
              <p:cNvSpPr>
                <a:spLocks/>
              </p:cNvSpPr>
              <p:nvPr/>
            </p:nvSpPr>
            <p:spPr bwMode="auto">
              <a:xfrm>
                <a:off x="2928" y="1648"/>
                <a:ext cx="67" cy="89"/>
              </a:xfrm>
              <a:custGeom>
                <a:avLst/>
                <a:gdLst>
                  <a:gd name="T0" fmla="*/ 0 w 533"/>
                  <a:gd name="T1" fmla="*/ 0 h 711"/>
                  <a:gd name="T2" fmla="*/ 0 w 533"/>
                  <a:gd name="T3" fmla="*/ 0 h 711"/>
                  <a:gd name="T4" fmla="*/ 0 w 533"/>
                  <a:gd name="T5" fmla="*/ 0 h 711"/>
                  <a:gd name="T6" fmla="*/ 0 w 533"/>
                  <a:gd name="T7" fmla="*/ 0 h 711"/>
                  <a:gd name="T8" fmla="*/ 0 w 533"/>
                  <a:gd name="T9" fmla="*/ 0 h 711"/>
                  <a:gd name="T10" fmla="*/ 0 w 533"/>
                  <a:gd name="T11" fmla="*/ 0 h 711"/>
                  <a:gd name="T12" fmla="*/ 0 w 533"/>
                  <a:gd name="T13" fmla="*/ 0 h 711"/>
                  <a:gd name="T14" fmla="*/ 0 w 533"/>
                  <a:gd name="T15" fmla="*/ 0 h 711"/>
                  <a:gd name="T16" fmla="*/ 0 w 533"/>
                  <a:gd name="T17" fmla="*/ 0 h 711"/>
                  <a:gd name="T18" fmla="*/ 0 w 533"/>
                  <a:gd name="T19" fmla="*/ 0 h 711"/>
                  <a:gd name="T20" fmla="*/ 0 w 533"/>
                  <a:gd name="T21" fmla="*/ 0 h 711"/>
                  <a:gd name="T22" fmla="*/ 0 w 533"/>
                  <a:gd name="T23" fmla="*/ 0 h 711"/>
                  <a:gd name="T24" fmla="*/ 0 w 533"/>
                  <a:gd name="T25" fmla="*/ 0 h 711"/>
                  <a:gd name="T26" fmla="*/ 0 w 533"/>
                  <a:gd name="T27" fmla="*/ 0 h 7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33"/>
                  <a:gd name="T43" fmla="*/ 0 h 711"/>
                  <a:gd name="T44" fmla="*/ 533 w 533"/>
                  <a:gd name="T45" fmla="*/ 711 h 7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33" h="711">
                    <a:moveTo>
                      <a:pt x="0" y="393"/>
                    </a:moveTo>
                    <a:lnTo>
                      <a:pt x="60" y="393"/>
                    </a:lnTo>
                    <a:lnTo>
                      <a:pt x="174" y="520"/>
                    </a:lnTo>
                    <a:lnTo>
                      <a:pt x="254" y="711"/>
                    </a:lnTo>
                    <a:lnTo>
                      <a:pt x="189" y="503"/>
                    </a:lnTo>
                    <a:lnTo>
                      <a:pt x="93" y="329"/>
                    </a:lnTo>
                    <a:lnTo>
                      <a:pt x="51" y="305"/>
                    </a:lnTo>
                    <a:lnTo>
                      <a:pt x="227" y="164"/>
                    </a:lnTo>
                    <a:lnTo>
                      <a:pt x="427" y="141"/>
                    </a:lnTo>
                    <a:lnTo>
                      <a:pt x="533" y="0"/>
                    </a:lnTo>
                    <a:lnTo>
                      <a:pt x="306" y="35"/>
                    </a:lnTo>
                    <a:lnTo>
                      <a:pt x="189" y="153"/>
                    </a:lnTo>
                    <a:lnTo>
                      <a:pt x="21" y="305"/>
                    </a:lnTo>
                    <a:lnTo>
                      <a:pt x="0" y="3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5" name="Freeform 169"/>
              <p:cNvSpPr>
                <a:spLocks/>
              </p:cNvSpPr>
              <p:nvPr/>
            </p:nvSpPr>
            <p:spPr bwMode="auto">
              <a:xfrm>
                <a:off x="3023" y="1613"/>
                <a:ext cx="15" cy="20"/>
              </a:xfrm>
              <a:custGeom>
                <a:avLst/>
                <a:gdLst>
                  <a:gd name="T0" fmla="*/ 0 w 118"/>
                  <a:gd name="T1" fmla="*/ 0 h 158"/>
                  <a:gd name="T2" fmla="*/ 0 w 118"/>
                  <a:gd name="T3" fmla="*/ 0 h 158"/>
                  <a:gd name="T4" fmla="*/ 0 w 118"/>
                  <a:gd name="T5" fmla="*/ 0 h 158"/>
                  <a:gd name="T6" fmla="*/ 0 w 118"/>
                  <a:gd name="T7" fmla="*/ 0 h 158"/>
                  <a:gd name="T8" fmla="*/ 0 w 118"/>
                  <a:gd name="T9" fmla="*/ 0 h 158"/>
                  <a:gd name="T10" fmla="*/ 0 60000 65536"/>
                  <a:gd name="T11" fmla="*/ 0 60000 65536"/>
                  <a:gd name="T12" fmla="*/ 0 60000 65536"/>
                  <a:gd name="T13" fmla="*/ 0 60000 65536"/>
                  <a:gd name="T14" fmla="*/ 0 60000 65536"/>
                  <a:gd name="T15" fmla="*/ 0 w 118"/>
                  <a:gd name="T16" fmla="*/ 0 h 158"/>
                  <a:gd name="T17" fmla="*/ 118 w 118"/>
                  <a:gd name="T18" fmla="*/ 158 h 158"/>
                </a:gdLst>
                <a:ahLst/>
                <a:cxnLst>
                  <a:cxn ang="T10">
                    <a:pos x="T0" y="T1"/>
                  </a:cxn>
                  <a:cxn ang="T11">
                    <a:pos x="T2" y="T3"/>
                  </a:cxn>
                  <a:cxn ang="T12">
                    <a:pos x="T4" y="T5"/>
                  </a:cxn>
                  <a:cxn ang="T13">
                    <a:pos x="T6" y="T7"/>
                  </a:cxn>
                  <a:cxn ang="T14">
                    <a:pos x="T8" y="T9"/>
                  </a:cxn>
                </a:cxnLst>
                <a:rect l="T15" t="T16" r="T17" b="T18"/>
                <a:pathLst>
                  <a:path w="118" h="158">
                    <a:moveTo>
                      <a:pt x="63" y="0"/>
                    </a:moveTo>
                    <a:lnTo>
                      <a:pt x="0" y="158"/>
                    </a:lnTo>
                    <a:lnTo>
                      <a:pt x="26" y="158"/>
                    </a:lnTo>
                    <a:lnTo>
                      <a:pt x="118" y="38"/>
                    </a:lnTo>
                    <a:lnTo>
                      <a:pt x="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6" name="Freeform 170"/>
              <p:cNvSpPr>
                <a:spLocks/>
              </p:cNvSpPr>
              <p:nvPr/>
            </p:nvSpPr>
            <p:spPr bwMode="auto">
              <a:xfrm>
                <a:off x="3042" y="1668"/>
                <a:ext cx="123" cy="76"/>
              </a:xfrm>
              <a:custGeom>
                <a:avLst/>
                <a:gdLst>
                  <a:gd name="T0" fmla="*/ 0 w 985"/>
                  <a:gd name="T1" fmla="*/ 0 h 611"/>
                  <a:gd name="T2" fmla="*/ 0 w 985"/>
                  <a:gd name="T3" fmla="*/ 0 h 611"/>
                  <a:gd name="T4" fmla="*/ 0 w 985"/>
                  <a:gd name="T5" fmla="*/ 0 h 611"/>
                  <a:gd name="T6" fmla="*/ 0 w 985"/>
                  <a:gd name="T7" fmla="*/ 0 h 611"/>
                  <a:gd name="T8" fmla="*/ 0 w 985"/>
                  <a:gd name="T9" fmla="*/ 0 h 611"/>
                  <a:gd name="T10" fmla="*/ 0 w 985"/>
                  <a:gd name="T11" fmla="*/ 0 h 611"/>
                  <a:gd name="T12" fmla="*/ 0 w 985"/>
                  <a:gd name="T13" fmla="*/ 0 h 611"/>
                  <a:gd name="T14" fmla="*/ 0 w 985"/>
                  <a:gd name="T15" fmla="*/ 0 h 611"/>
                  <a:gd name="T16" fmla="*/ 0 w 985"/>
                  <a:gd name="T17" fmla="*/ 0 h 611"/>
                  <a:gd name="T18" fmla="*/ 0 w 985"/>
                  <a:gd name="T19" fmla="*/ 0 h 611"/>
                  <a:gd name="T20" fmla="*/ 0 w 985"/>
                  <a:gd name="T21" fmla="*/ 0 h 611"/>
                  <a:gd name="T22" fmla="*/ 0 w 985"/>
                  <a:gd name="T23" fmla="*/ 0 h 611"/>
                  <a:gd name="T24" fmla="*/ 0 w 985"/>
                  <a:gd name="T25" fmla="*/ 0 h 611"/>
                  <a:gd name="T26" fmla="*/ 0 w 985"/>
                  <a:gd name="T27" fmla="*/ 0 h 611"/>
                  <a:gd name="T28" fmla="*/ 0 w 985"/>
                  <a:gd name="T29" fmla="*/ 0 h 611"/>
                  <a:gd name="T30" fmla="*/ 0 w 985"/>
                  <a:gd name="T31" fmla="*/ 0 h 611"/>
                  <a:gd name="T32" fmla="*/ 0 w 985"/>
                  <a:gd name="T33" fmla="*/ 0 h 611"/>
                  <a:gd name="T34" fmla="*/ 0 w 985"/>
                  <a:gd name="T35" fmla="*/ 0 h 611"/>
                  <a:gd name="T36" fmla="*/ 0 w 985"/>
                  <a:gd name="T37" fmla="*/ 0 h 611"/>
                  <a:gd name="T38" fmla="*/ 0 w 985"/>
                  <a:gd name="T39" fmla="*/ 0 h 611"/>
                  <a:gd name="T40" fmla="*/ 0 w 985"/>
                  <a:gd name="T41" fmla="*/ 0 h 611"/>
                  <a:gd name="T42" fmla="*/ 0 w 985"/>
                  <a:gd name="T43" fmla="*/ 0 h 611"/>
                  <a:gd name="T44" fmla="*/ 0 w 985"/>
                  <a:gd name="T45" fmla="*/ 0 h 611"/>
                  <a:gd name="T46" fmla="*/ 0 w 985"/>
                  <a:gd name="T47" fmla="*/ 0 h 611"/>
                  <a:gd name="T48" fmla="*/ 0 w 985"/>
                  <a:gd name="T49" fmla="*/ 0 h 611"/>
                  <a:gd name="T50" fmla="*/ 0 w 985"/>
                  <a:gd name="T51" fmla="*/ 0 h 611"/>
                  <a:gd name="T52" fmla="*/ 0 w 985"/>
                  <a:gd name="T53" fmla="*/ 0 h 611"/>
                  <a:gd name="T54" fmla="*/ 0 w 985"/>
                  <a:gd name="T55" fmla="*/ 0 h 611"/>
                  <a:gd name="T56" fmla="*/ 0 w 985"/>
                  <a:gd name="T57" fmla="*/ 0 h 611"/>
                  <a:gd name="T58" fmla="*/ 0 w 985"/>
                  <a:gd name="T59" fmla="*/ 0 h 611"/>
                  <a:gd name="T60" fmla="*/ 0 w 985"/>
                  <a:gd name="T61" fmla="*/ 0 h 611"/>
                  <a:gd name="T62" fmla="*/ 0 w 985"/>
                  <a:gd name="T63" fmla="*/ 0 h 611"/>
                  <a:gd name="T64" fmla="*/ 0 w 985"/>
                  <a:gd name="T65" fmla="*/ 0 h 611"/>
                  <a:gd name="T66" fmla="*/ 0 w 985"/>
                  <a:gd name="T67" fmla="*/ 0 h 611"/>
                  <a:gd name="T68" fmla="*/ 0 w 985"/>
                  <a:gd name="T69" fmla="*/ 0 h 61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85"/>
                  <a:gd name="T106" fmla="*/ 0 h 611"/>
                  <a:gd name="T107" fmla="*/ 985 w 985"/>
                  <a:gd name="T108" fmla="*/ 611 h 61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85" h="611">
                    <a:moveTo>
                      <a:pt x="55" y="194"/>
                    </a:moveTo>
                    <a:lnTo>
                      <a:pt x="107" y="264"/>
                    </a:lnTo>
                    <a:lnTo>
                      <a:pt x="182" y="334"/>
                    </a:lnTo>
                    <a:lnTo>
                      <a:pt x="199" y="354"/>
                    </a:lnTo>
                    <a:lnTo>
                      <a:pt x="257" y="334"/>
                    </a:lnTo>
                    <a:lnTo>
                      <a:pt x="254" y="387"/>
                    </a:lnTo>
                    <a:lnTo>
                      <a:pt x="301" y="424"/>
                    </a:lnTo>
                    <a:lnTo>
                      <a:pt x="413" y="470"/>
                    </a:lnTo>
                    <a:lnTo>
                      <a:pt x="479" y="502"/>
                    </a:lnTo>
                    <a:lnTo>
                      <a:pt x="538" y="543"/>
                    </a:lnTo>
                    <a:lnTo>
                      <a:pt x="580" y="585"/>
                    </a:lnTo>
                    <a:lnTo>
                      <a:pt x="901" y="20"/>
                    </a:lnTo>
                    <a:lnTo>
                      <a:pt x="938" y="0"/>
                    </a:lnTo>
                    <a:lnTo>
                      <a:pt x="976" y="0"/>
                    </a:lnTo>
                    <a:lnTo>
                      <a:pt x="985" y="20"/>
                    </a:lnTo>
                    <a:lnTo>
                      <a:pt x="967" y="29"/>
                    </a:lnTo>
                    <a:lnTo>
                      <a:pt x="936" y="29"/>
                    </a:lnTo>
                    <a:lnTo>
                      <a:pt x="899" y="48"/>
                    </a:lnTo>
                    <a:lnTo>
                      <a:pt x="865" y="90"/>
                    </a:lnTo>
                    <a:lnTo>
                      <a:pt x="580" y="611"/>
                    </a:lnTo>
                    <a:lnTo>
                      <a:pt x="459" y="565"/>
                    </a:lnTo>
                    <a:lnTo>
                      <a:pt x="538" y="578"/>
                    </a:lnTo>
                    <a:lnTo>
                      <a:pt x="485" y="532"/>
                    </a:lnTo>
                    <a:lnTo>
                      <a:pt x="404" y="486"/>
                    </a:lnTo>
                    <a:lnTo>
                      <a:pt x="325" y="458"/>
                    </a:lnTo>
                    <a:lnTo>
                      <a:pt x="296" y="453"/>
                    </a:lnTo>
                    <a:lnTo>
                      <a:pt x="362" y="519"/>
                    </a:lnTo>
                    <a:lnTo>
                      <a:pt x="301" y="475"/>
                    </a:lnTo>
                    <a:lnTo>
                      <a:pt x="257" y="440"/>
                    </a:lnTo>
                    <a:lnTo>
                      <a:pt x="204" y="383"/>
                    </a:lnTo>
                    <a:lnTo>
                      <a:pt x="136" y="315"/>
                    </a:lnTo>
                    <a:lnTo>
                      <a:pt x="74" y="269"/>
                    </a:lnTo>
                    <a:lnTo>
                      <a:pt x="24" y="224"/>
                    </a:lnTo>
                    <a:lnTo>
                      <a:pt x="0" y="185"/>
                    </a:lnTo>
                    <a:lnTo>
                      <a:pt x="55"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7" name="Freeform 171"/>
              <p:cNvSpPr>
                <a:spLocks/>
              </p:cNvSpPr>
              <p:nvPr/>
            </p:nvSpPr>
            <p:spPr bwMode="auto">
              <a:xfrm>
                <a:off x="3042" y="1595"/>
                <a:ext cx="36" cy="44"/>
              </a:xfrm>
              <a:custGeom>
                <a:avLst/>
                <a:gdLst>
                  <a:gd name="T0" fmla="*/ 0 w 281"/>
                  <a:gd name="T1" fmla="*/ 0 h 354"/>
                  <a:gd name="T2" fmla="*/ 0 w 281"/>
                  <a:gd name="T3" fmla="*/ 0 h 354"/>
                  <a:gd name="T4" fmla="*/ 0 w 281"/>
                  <a:gd name="T5" fmla="*/ 0 h 354"/>
                  <a:gd name="T6" fmla="*/ 0 w 281"/>
                  <a:gd name="T7" fmla="*/ 0 h 354"/>
                  <a:gd name="T8" fmla="*/ 0 w 281"/>
                  <a:gd name="T9" fmla="*/ 0 h 354"/>
                  <a:gd name="T10" fmla="*/ 0 w 281"/>
                  <a:gd name="T11" fmla="*/ 0 h 354"/>
                  <a:gd name="T12" fmla="*/ 0 w 281"/>
                  <a:gd name="T13" fmla="*/ 0 h 354"/>
                  <a:gd name="T14" fmla="*/ 0 w 281"/>
                  <a:gd name="T15" fmla="*/ 0 h 354"/>
                  <a:gd name="T16" fmla="*/ 0 w 281"/>
                  <a:gd name="T17" fmla="*/ 0 h 3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1"/>
                  <a:gd name="T28" fmla="*/ 0 h 354"/>
                  <a:gd name="T29" fmla="*/ 281 w 281"/>
                  <a:gd name="T30" fmla="*/ 354 h 3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1" h="354">
                    <a:moveTo>
                      <a:pt x="0" y="338"/>
                    </a:moveTo>
                    <a:lnTo>
                      <a:pt x="199" y="42"/>
                    </a:lnTo>
                    <a:lnTo>
                      <a:pt x="228" y="17"/>
                    </a:lnTo>
                    <a:lnTo>
                      <a:pt x="254" y="0"/>
                    </a:lnTo>
                    <a:lnTo>
                      <a:pt x="281" y="6"/>
                    </a:lnTo>
                    <a:lnTo>
                      <a:pt x="241" y="22"/>
                    </a:lnTo>
                    <a:lnTo>
                      <a:pt x="206" y="54"/>
                    </a:lnTo>
                    <a:lnTo>
                      <a:pt x="4" y="354"/>
                    </a:lnTo>
                    <a:lnTo>
                      <a:pt x="0" y="3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8" name="Freeform 172"/>
              <p:cNvSpPr>
                <a:spLocks/>
              </p:cNvSpPr>
              <p:nvPr/>
            </p:nvSpPr>
            <p:spPr bwMode="auto">
              <a:xfrm>
                <a:off x="3046" y="1640"/>
                <a:ext cx="87" cy="30"/>
              </a:xfrm>
              <a:custGeom>
                <a:avLst/>
                <a:gdLst>
                  <a:gd name="T0" fmla="*/ 0 w 696"/>
                  <a:gd name="T1" fmla="*/ 0 h 242"/>
                  <a:gd name="T2" fmla="*/ 0 w 696"/>
                  <a:gd name="T3" fmla="*/ 0 h 242"/>
                  <a:gd name="T4" fmla="*/ 0 w 696"/>
                  <a:gd name="T5" fmla="*/ 0 h 242"/>
                  <a:gd name="T6" fmla="*/ 0 w 696"/>
                  <a:gd name="T7" fmla="*/ 0 h 242"/>
                  <a:gd name="T8" fmla="*/ 0 w 696"/>
                  <a:gd name="T9" fmla="*/ 0 h 242"/>
                  <a:gd name="T10" fmla="*/ 0 w 696"/>
                  <a:gd name="T11" fmla="*/ 0 h 242"/>
                  <a:gd name="T12" fmla="*/ 0 w 696"/>
                  <a:gd name="T13" fmla="*/ 0 h 242"/>
                  <a:gd name="T14" fmla="*/ 0 w 696"/>
                  <a:gd name="T15" fmla="*/ 0 h 242"/>
                  <a:gd name="T16" fmla="*/ 0 w 696"/>
                  <a:gd name="T17" fmla="*/ 0 h 242"/>
                  <a:gd name="T18" fmla="*/ 0 w 696"/>
                  <a:gd name="T19" fmla="*/ 0 h 242"/>
                  <a:gd name="T20" fmla="*/ 0 w 696"/>
                  <a:gd name="T21" fmla="*/ 0 h 242"/>
                  <a:gd name="T22" fmla="*/ 0 w 696"/>
                  <a:gd name="T23" fmla="*/ 0 h 242"/>
                  <a:gd name="T24" fmla="*/ 0 w 696"/>
                  <a:gd name="T25" fmla="*/ 0 h 242"/>
                  <a:gd name="T26" fmla="*/ 0 w 696"/>
                  <a:gd name="T27" fmla="*/ 0 h 242"/>
                  <a:gd name="T28" fmla="*/ 0 w 696"/>
                  <a:gd name="T29" fmla="*/ 0 h 242"/>
                  <a:gd name="T30" fmla="*/ 0 w 696"/>
                  <a:gd name="T31" fmla="*/ 0 h 242"/>
                  <a:gd name="T32" fmla="*/ 0 w 696"/>
                  <a:gd name="T33" fmla="*/ 0 h 242"/>
                  <a:gd name="T34" fmla="*/ 0 w 696"/>
                  <a:gd name="T35" fmla="*/ 0 h 242"/>
                  <a:gd name="T36" fmla="*/ 0 w 696"/>
                  <a:gd name="T37" fmla="*/ 0 h 242"/>
                  <a:gd name="T38" fmla="*/ 0 w 696"/>
                  <a:gd name="T39" fmla="*/ 0 h 242"/>
                  <a:gd name="T40" fmla="*/ 0 w 696"/>
                  <a:gd name="T41" fmla="*/ 0 h 242"/>
                  <a:gd name="T42" fmla="*/ 0 w 696"/>
                  <a:gd name="T43" fmla="*/ 0 h 242"/>
                  <a:gd name="T44" fmla="*/ 0 w 696"/>
                  <a:gd name="T45" fmla="*/ 0 h 242"/>
                  <a:gd name="T46" fmla="*/ 0 w 696"/>
                  <a:gd name="T47" fmla="*/ 0 h 242"/>
                  <a:gd name="T48" fmla="*/ 0 w 696"/>
                  <a:gd name="T49" fmla="*/ 0 h 242"/>
                  <a:gd name="T50" fmla="*/ 0 w 696"/>
                  <a:gd name="T51" fmla="*/ 0 h 242"/>
                  <a:gd name="T52" fmla="*/ 0 w 696"/>
                  <a:gd name="T53" fmla="*/ 0 h 242"/>
                  <a:gd name="T54" fmla="*/ 0 w 696"/>
                  <a:gd name="T55" fmla="*/ 0 h 242"/>
                  <a:gd name="T56" fmla="*/ 0 w 696"/>
                  <a:gd name="T57" fmla="*/ 0 h 242"/>
                  <a:gd name="T58" fmla="*/ 0 w 696"/>
                  <a:gd name="T59" fmla="*/ 0 h 242"/>
                  <a:gd name="T60" fmla="*/ 0 w 696"/>
                  <a:gd name="T61" fmla="*/ 0 h 242"/>
                  <a:gd name="T62" fmla="*/ 0 w 696"/>
                  <a:gd name="T63" fmla="*/ 0 h 242"/>
                  <a:gd name="T64" fmla="*/ 0 w 696"/>
                  <a:gd name="T65" fmla="*/ 0 h 242"/>
                  <a:gd name="T66" fmla="*/ 0 w 696"/>
                  <a:gd name="T67" fmla="*/ 0 h 242"/>
                  <a:gd name="T68" fmla="*/ 0 w 696"/>
                  <a:gd name="T69" fmla="*/ 0 h 242"/>
                  <a:gd name="T70" fmla="*/ 0 w 696"/>
                  <a:gd name="T71" fmla="*/ 0 h 242"/>
                  <a:gd name="T72" fmla="*/ 0 w 696"/>
                  <a:gd name="T73" fmla="*/ 0 h 2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96"/>
                  <a:gd name="T112" fmla="*/ 0 h 242"/>
                  <a:gd name="T113" fmla="*/ 696 w 696"/>
                  <a:gd name="T114" fmla="*/ 242 h 24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96" h="242">
                    <a:moveTo>
                      <a:pt x="0" y="242"/>
                    </a:moveTo>
                    <a:lnTo>
                      <a:pt x="39" y="215"/>
                    </a:lnTo>
                    <a:lnTo>
                      <a:pt x="81" y="180"/>
                    </a:lnTo>
                    <a:lnTo>
                      <a:pt x="131" y="111"/>
                    </a:lnTo>
                    <a:lnTo>
                      <a:pt x="156" y="69"/>
                    </a:lnTo>
                    <a:lnTo>
                      <a:pt x="180" y="49"/>
                    </a:lnTo>
                    <a:lnTo>
                      <a:pt x="208" y="31"/>
                    </a:lnTo>
                    <a:lnTo>
                      <a:pt x="248" y="21"/>
                    </a:lnTo>
                    <a:lnTo>
                      <a:pt x="369" y="0"/>
                    </a:lnTo>
                    <a:lnTo>
                      <a:pt x="439" y="3"/>
                    </a:lnTo>
                    <a:lnTo>
                      <a:pt x="527" y="40"/>
                    </a:lnTo>
                    <a:lnTo>
                      <a:pt x="592" y="88"/>
                    </a:lnTo>
                    <a:lnTo>
                      <a:pt x="696" y="137"/>
                    </a:lnTo>
                    <a:lnTo>
                      <a:pt x="617" y="125"/>
                    </a:lnTo>
                    <a:lnTo>
                      <a:pt x="564" y="106"/>
                    </a:lnTo>
                    <a:lnTo>
                      <a:pt x="527" y="86"/>
                    </a:lnTo>
                    <a:lnTo>
                      <a:pt x="483" y="75"/>
                    </a:lnTo>
                    <a:lnTo>
                      <a:pt x="459" y="79"/>
                    </a:lnTo>
                    <a:lnTo>
                      <a:pt x="435" y="150"/>
                    </a:lnTo>
                    <a:lnTo>
                      <a:pt x="384" y="211"/>
                    </a:lnTo>
                    <a:lnTo>
                      <a:pt x="421" y="152"/>
                    </a:lnTo>
                    <a:lnTo>
                      <a:pt x="447" y="69"/>
                    </a:lnTo>
                    <a:lnTo>
                      <a:pt x="447" y="49"/>
                    </a:lnTo>
                    <a:lnTo>
                      <a:pt x="430" y="28"/>
                    </a:lnTo>
                    <a:lnTo>
                      <a:pt x="384" y="16"/>
                    </a:lnTo>
                    <a:lnTo>
                      <a:pt x="329" y="21"/>
                    </a:lnTo>
                    <a:lnTo>
                      <a:pt x="313" y="44"/>
                    </a:lnTo>
                    <a:lnTo>
                      <a:pt x="343" y="222"/>
                    </a:lnTo>
                    <a:lnTo>
                      <a:pt x="325" y="222"/>
                    </a:lnTo>
                    <a:lnTo>
                      <a:pt x="256" y="198"/>
                    </a:lnTo>
                    <a:lnTo>
                      <a:pt x="195" y="174"/>
                    </a:lnTo>
                    <a:lnTo>
                      <a:pt x="164" y="150"/>
                    </a:lnTo>
                    <a:lnTo>
                      <a:pt x="145" y="137"/>
                    </a:lnTo>
                    <a:lnTo>
                      <a:pt x="108" y="174"/>
                    </a:lnTo>
                    <a:lnTo>
                      <a:pt x="67" y="210"/>
                    </a:lnTo>
                    <a:lnTo>
                      <a:pt x="25" y="231"/>
                    </a:lnTo>
                    <a:lnTo>
                      <a:pt x="0" y="2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9" name="Freeform 173"/>
              <p:cNvSpPr>
                <a:spLocks/>
              </p:cNvSpPr>
              <p:nvPr/>
            </p:nvSpPr>
            <p:spPr bwMode="auto">
              <a:xfrm>
                <a:off x="3129" y="1594"/>
                <a:ext cx="49" cy="55"/>
              </a:xfrm>
              <a:custGeom>
                <a:avLst/>
                <a:gdLst>
                  <a:gd name="T0" fmla="*/ 0 w 385"/>
                  <a:gd name="T1" fmla="*/ 0 h 439"/>
                  <a:gd name="T2" fmla="*/ 0 w 385"/>
                  <a:gd name="T3" fmla="*/ 0 h 439"/>
                  <a:gd name="T4" fmla="*/ 0 w 385"/>
                  <a:gd name="T5" fmla="*/ 0 h 439"/>
                  <a:gd name="T6" fmla="*/ 0 w 385"/>
                  <a:gd name="T7" fmla="*/ 0 h 439"/>
                  <a:gd name="T8" fmla="*/ 0 w 385"/>
                  <a:gd name="T9" fmla="*/ 0 h 439"/>
                  <a:gd name="T10" fmla="*/ 0 w 385"/>
                  <a:gd name="T11" fmla="*/ 0 h 439"/>
                  <a:gd name="T12" fmla="*/ 0 w 385"/>
                  <a:gd name="T13" fmla="*/ 0 h 439"/>
                  <a:gd name="T14" fmla="*/ 0 w 385"/>
                  <a:gd name="T15" fmla="*/ 0 h 439"/>
                  <a:gd name="T16" fmla="*/ 0 w 385"/>
                  <a:gd name="T17" fmla="*/ 0 h 439"/>
                  <a:gd name="T18" fmla="*/ 0 w 385"/>
                  <a:gd name="T19" fmla="*/ 0 h 439"/>
                  <a:gd name="T20" fmla="*/ 0 w 385"/>
                  <a:gd name="T21" fmla="*/ 0 h 439"/>
                  <a:gd name="T22" fmla="*/ 0 w 385"/>
                  <a:gd name="T23" fmla="*/ 0 h 439"/>
                  <a:gd name="T24" fmla="*/ 0 w 385"/>
                  <a:gd name="T25" fmla="*/ 0 h 439"/>
                  <a:gd name="T26" fmla="*/ 0 w 385"/>
                  <a:gd name="T27" fmla="*/ 0 h 439"/>
                  <a:gd name="T28" fmla="*/ 0 w 385"/>
                  <a:gd name="T29" fmla="*/ 0 h 439"/>
                  <a:gd name="T30" fmla="*/ 0 w 385"/>
                  <a:gd name="T31" fmla="*/ 0 h 439"/>
                  <a:gd name="T32" fmla="*/ 0 w 385"/>
                  <a:gd name="T33" fmla="*/ 0 h 439"/>
                  <a:gd name="T34" fmla="*/ 0 w 385"/>
                  <a:gd name="T35" fmla="*/ 0 h 439"/>
                  <a:gd name="T36" fmla="*/ 0 w 385"/>
                  <a:gd name="T37" fmla="*/ 0 h 4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5"/>
                  <a:gd name="T58" fmla="*/ 0 h 439"/>
                  <a:gd name="T59" fmla="*/ 385 w 385"/>
                  <a:gd name="T60" fmla="*/ 439 h 43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5" h="439">
                    <a:moveTo>
                      <a:pt x="0" y="0"/>
                    </a:moveTo>
                    <a:lnTo>
                      <a:pt x="40" y="55"/>
                    </a:lnTo>
                    <a:lnTo>
                      <a:pt x="63" y="111"/>
                    </a:lnTo>
                    <a:lnTo>
                      <a:pt x="86" y="256"/>
                    </a:lnTo>
                    <a:lnTo>
                      <a:pt x="75" y="439"/>
                    </a:lnTo>
                    <a:lnTo>
                      <a:pt x="114" y="274"/>
                    </a:lnTo>
                    <a:lnTo>
                      <a:pt x="148" y="189"/>
                    </a:lnTo>
                    <a:lnTo>
                      <a:pt x="204" y="107"/>
                    </a:lnTo>
                    <a:lnTo>
                      <a:pt x="235" y="111"/>
                    </a:lnTo>
                    <a:lnTo>
                      <a:pt x="211" y="256"/>
                    </a:lnTo>
                    <a:lnTo>
                      <a:pt x="215" y="292"/>
                    </a:lnTo>
                    <a:lnTo>
                      <a:pt x="385" y="74"/>
                    </a:lnTo>
                    <a:lnTo>
                      <a:pt x="310" y="26"/>
                    </a:lnTo>
                    <a:lnTo>
                      <a:pt x="252" y="67"/>
                    </a:lnTo>
                    <a:lnTo>
                      <a:pt x="204" y="58"/>
                    </a:lnTo>
                    <a:lnTo>
                      <a:pt x="112" y="81"/>
                    </a:lnTo>
                    <a:lnTo>
                      <a:pt x="81" y="81"/>
                    </a:lnTo>
                    <a:lnTo>
                      <a:pt x="37"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0" name="Freeform 174"/>
              <p:cNvSpPr>
                <a:spLocks/>
              </p:cNvSpPr>
              <p:nvPr/>
            </p:nvSpPr>
            <p:spPr bwMode="auto">
              <a:xfrm>
                <a:off x="3082" y="1664"/>
                <a:ext cx="103" cy="290"/>
              </a:xfrm>
              <a:custGeom>
                <a:avLst/>
                <a:gdLst>
                  <a:gd name="T0" fmla="*/ 0 w 819"/>
                  <a:gd name="T1" fmla="*/ 0 h 2318"/>
                  <a:gd name="T2" fmla="*/ 0 w 819"/>
                  <a:gd name="T3" fmla="*/ 0 h 2318"/>
                  <a:gd name="T4" fmla="*/ 0 w 819"/>
                  <a:gd name="T5" fmla="*/ 0 h 2318"/>
                  <a:gd name="T6" fmla="*/ 0 w 819"/>
                  <a:gd name="T7" fmla="*/ 0 h 2318"/>
                  <a:gd name="T8" fmla="*/ 0 w 819"/>
                  <a:gd name="T9" fmla="*/ 0 h 2318"/>
                  <a:gd name="T10" fmla="*/ 0 w 819"/>
                  <a:gd name="T11" fmla="*/ 0 h 2318"/>
                  <a:gd name="T12" fmla="*/ 0 w 819"/>
                  <a:gd name="T13" fmla="*/ 0 h 2318"/>
                  <a:gd name="T14" fmla="*/ 0 w 819"/>
                  <a:gd name="T15" fmla="*/ 0 h 2318"/>
                  <a:gd name="T16" fmla="*/ 0 w 819"/>
                  <a:gd name="T17" fmla="*/ 0 h 2318"/>
                  <a:gd name="T18" fmla="*/ 0 w 819"/>
                  <a:gd name="T19" fmla="*/ 0 h 2318"/>
                  <a:gd name="T20" fmla="*/ 0 w 819"/>
                  <a:gd name="T21" fmla="*/ 0 h 2318"/>
                  <a:gd name="T22" fmla="*/ 0 w 819"/>
                  <a:gd name="T23" fmla="*/ 0 h 2318"/>
                  <a:gd name="T24" fmla="*/ 0 w 819"/>
                  <a:gd name="T25" fmla="*/ 0 h 2318"/>
                  <a:gd name="T26" fmla="*/ 0 w 819"/>
                  <a:gd name="T27" fmla="*/ 0 h 2318"/>
                  <a:gd name="T28" fmla="*/ 0 w 819"/>
                  <a:gd name="T29" fmla="*/ 0 h 2318"/>
                  <a:gd name="T30" fmla="*/ 0 w 819"/>
                  <a:gd name="T31" fmla="*/ 0 h 2318"/>
                  <a:gd name="T32" fmla="*/ 0 w 819"/>
                  <a:gd name="T33" fmla="*/ 0 h 2318"/>
                  <a:gd name="T34" fmla="*/ 0 w 819"/>
                  <a:gd name="T35" fmla="*/ 0 h 2318"/>
                  <a:gd name="T36" fmla="*/ 0 w 819"/>
                  <a:gd name="T37" fmla="*/ 0 h 2318"/>
                  <a:gd name="T38" fmla="*/ 0 w 819"/>
                  <a:gd name="T39" fmla="*/ 0 h 2318"/>
                  <a:gd name="T40" fmla="*/ 0 w 819"/>
                  <a:gd name="T41" fmla="*/ 0 h 2318"/>
                  <a:gd name="T42" fmla="*/ 0 w 819"/>
                  <a:gd name="T43" fmla="*/ 0 h 2318"/>
                  <a:gd name="T44" fmla="*/ 0 w 819"/>
                  <a:gd name="T45" fmla="*/ 0 h 2318"/>
                  <a:gd name="T46" fmla="*/ 0 w 819"/>
                  <a:gd name="T47" fmla="*/ 0 h 2318"/>
                  <a:gd name="T48" fmla="*/ 0 w 819"/>
                  <a:gd name="T49" fmla="*/ 0 h 2318"/>
                  <a:gd name="T50" fmla="*/ 0 w 819"/>
                  <a:gd name="T51" fmla="*/ 0 h 2318"/>
                  <a:gd name="T52" fmla="*/ 0 w 819"/>
                  <a:gd name="T53" fmla="*/ 0 h 2318"/>
                  <a:gd name="T54" fmla="*/ 0 w 819"/>
                  <a:gd name="T55" fmla="*/ 0 h 2318"/>
                  <a:gd name="T56" fmla="*/ 0 w 819"/>
                  <a:gd name="T57" fmla="*/ 0 h 2318"/>
                  <a:gd name="T58" fmla="*/ 0 w 819"/>
                  <a:gd name="T59" fmla="*/ 0 h 2318"/>
                  <a:gd name="T60" fmla="*/ 0 w 819"/>
                  <a:gd name="T61" fmla="*/ 0 h 2318"/>
                  <a:gd name="T62" fmla="*/ 0 w 819"/>
                  <a:gd name="T63" fmla="*/ 0 h 2318"/>
                  <a:gd name="T64" fmla="*/ 0 w 819"/>
                  <a:gd name="T65" fmla="*/ 0 h 2318"/>
                  <a:gd name="T66" fmla="*/ 0 w 819"/>
                  <a:gd name="T67" fmla="*/ 0 h 23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19"/>
                  <a:gd name="T103" fmla="*/ 0 h 2318"/>
                  <a:gd name="T104" fmla="*/ 819 w 819"/>
                  <a:gd name="T105" fmla="*/ 2318 h 23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19" h="2318">
                    <a:moveTo>
                      <a:pt x="102" y="23"/>
                    </a:moveTo>
                    <a:lnTo>
                      <a:pt x="196" y="140"/>
                    </a:lnTo>
                    <a:lnTo>
                      <a:pt x="275" y="327"/>
                    </a:lnTo>
                    <a:lnTo>
                      <a:pt x="424" y="714"/>
                    </a:lnTo>
                    <a:lnTo>
                      <a:pt x="579" y="1265"/>
                    </a:lnTo>
                    <a:lnTo>
                      <a:pt x="712" y="1680"/>
                    </a:lnTo>
                    <a:lnTo>
                      <a:pt x="819" y="1925"/>
                    </a:lnTo>
                    <a:lnTo>
                      <a:pt x="660" y="2318"/>
                    </a:lnTo>
                    <a:lnTo>
                      <a:pt x="526" y="2190"/>
                    </a:lnTo>
                    <a:lnTo>
                      <a:pt x="252" y="1992"/>
                    </a:lnTo>
                    <a:lnTo>
                      <a:pt x="35" y="546"/>
                    </a:lnTo>
                    <a:lnTo>
                      <a:pt x="0" y="274"/>
                    </a:lnTo>
                    <a:lnTo>
                      <a:pt x="17" y="103"/>
                    </a:lnTo>
                    <a:lnTo>
                      <a:pt x="35" y="41"/>
                    </a:lnTo>
                    <a:lnTo>
                      <a:pt x="35" y="0"/>
                    </a:lnTo>
                    <a:lnTo>
                      <a:pt x="60" y="41"/>
                    </a:lnTo>
                    <a:lnTo>
                      <a:pt x="53" y="134"/>
                    </a:lnTo>
                    <a:lnTo>
                      <a:pt x="60" y="292"/>
                    </a:lnTo>
                    <a:lnTo>
                      <a:pt x="77" y="465"/>
                    </a:lnTo>
                    <a:lnTo>
                      <a:pt x="116" y="707"/>
                    </a:lnTo>
                    <a:lnTo>
                      <a:pt x="284" y="1487"/>
                    </a:lnTo>
                    <a:lnTo>
                      <a:pt x="343" y="1953"/>
                    </a:lnTo>
                    <a:lnTo>
                      <a:pt x="360" y="2010"/>
                    </a:lnTo>
                    <a:lnTo>
                      <a:pt x="512" y="2142"/>
                    </a:lnTo>
                    <a:lnTo>
                      <a:pt x="642" y="2252"/>
                    </a:lnTo>
                    <a:lnTo>
                      <a:pt x="734" y="2019"/>
                    </a:lnTo>
                    <a:lnTo>
                      <a:pt x="778" y="1925"/>
                    </a:lnTo>
                    <a:lnTo>
                      <a:pt x="651" y="1604"/>
                    </a:lnTo>
                    <a:lnTo>
                      <a:pt x="561" y="1296"/>
                    </a:lnTo>
                    <a:lnTo>
                      <a:pt x="433" y="863"/>
                    </a:lnTo>
                    <a:lnTo>
                      <a:pt x="351" y="555"/>
                    </a:lnTo>
                    <a:lnTo>
                      <a:pt x="235" y="239"/>
                    </a:lnTo>
                    <a:lnTo>
                      <a:pt x="162" y="116"/>
                    </a:lnTo>
                    <a:lnTo>
                      <a:pt x="102"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1" name="Freeform 175"/>
              <p:cNvSpPr>
                <a:spLocks/>
              </p:cNvSpPr>
              <p:nvPr/>
            </p:nvSpPr>
            <p:spPr bwMode="auto">
              <a:xfrm>
                <a:off x="3053" y="1755"/>
                <a:ext cx="283" cy="233"/>
              </a:xfrm>
              <a:custGeom>
                <a:avLst/>
                <a:gdLst>
                  <a:gd name="T0" fmla="*/ 0 w 2266"/>
                  <a:gd name="T1" fmla="*/ 0 h 1862"/>
                  <a:gd name="T2" fmla="*/ 0 w 2266"/>
                  <a:gd name="T3" fmla="*/ 0 h 1862"/>
                  <a:gd name="T4" fmla="*/ 0 w 2266"/>
                  <a:gd name="T5" fmla="*/ 0 h 1862"/>
                  <a:gd name="T6" fmla="*/ 0 w 2266"/>
                  <a:gd name="T7" fmla="*/ 0 h 1862"/>
                  <a:gd name="T8" fmla="*/ 0 w 2266"/>
                  <a:gd name="T9" fmla="*/ 0 h 1862"/>
                  <a:gd name="T10" fmla="*/ 0 w 2266"/>
                  <a:gd name="T11" fmla="*/ 0 h 1862"/>
                  <a:gd name="T12" fmla="*/ 0 w 2266"/>
                  <a:gd name="T13" fmla="*/ 0 h 1862"/>
                  <a:gd name="T14" fmla="*/ 0 w 2266"/>
                  <a:gd name="T15" fmla="*/ 0 h 1862"/>
                  <a:gd name="T16" fmla="*/ 0 w 2266"/>
                  <a:gd name="T17" fmla="*/ 0 h 1862"/>
                  <a:gd name="T18" fmla="*/ 0 w 2266"/>
                  <a:gd name="T19" fmla="*/ 0 h 1862"/>
                  <a:gd name="T20" fmla="*/ 0 w 2266"/>
                  <a:gd name="T21" fmla="*/ 0 h 1862"/>
                  <a:gd name="T22" fmla="*/ 0 w 2266"/>
                  <a:gd name="T23" fmla="*/ 0 h 1862"/>
                  <a:gd name="T24" fmla="*/ 0 w 2266"/>
                  <a:gd name="T25" fmla="*/ 0 h 1862"/>
                  <a:gd name="T26" fmla="*/ 0 w 2266"/>
                  <a:gd name="T27" fmla="*/ 0 h 1862"/>
                  <a:gd name="T28" fmla="*/ 0 w 2266"/>
                  <a:gd name="T29" fmla="*/ 0 h 1862"/>
                  <a:gd name="T30" fmla="*/ 0 w 2266"/>
                  <a:gd name="T31" fmla="*/ 0 h 1862"/>
                  <a:gd name="T32" fmla="*/ 0 w 2266"/>
                  <a:gd name="T33" fmla="*/ 0 h 1862"/>
                  <a:gd name="T34" fmla="*/ 0 w 2266"/>
                  <a:gd name="T35" fmla="*/ 0 h 1862"/>
                  <a:gd name="T36" fmla="*/ 0 w 2266"/>
                  <a:gd name="T37" fmla="*/ 0 h 1862"/>
                  <a:gd name="T38" fmla="*/ 0 w 2266"/>
                  <a:gd name="T39" fmla="*/ 0 h 1862"/>
                  <a:gd name="T40" fmla="*/ 0 w 2266"/>
                  <a:gd name="T41" fmla="*/ 0 h 1862"/>
                  <a:gd name="T42" fmla="*/ 0 w 2266"/>
                  <a:gd name="T43" fmla="*/ 0 h 1862"/>
                  <a:gd name="T44" fmla="*/ 0 w 2266"/>
                  <a:gd name="T45" fmla="*/ 0 h 1862"/>
                  <a:gd name="T46" fmla="*/ 0 w 2266"/>
                  <a:gd name="T47" fmla="*/ 0 h 1862"/>
                  <a:gd name="T48" fmla="*/ 0 w 2266"/>
                  <a:gd name="T49" fmla="*/ 0 h 1862"/>
                  <a:gd name="T50" fmla="*/ 0 w 2266"/>
                  <a:gd name="T51" fmla="*/ 0 h 1862"/>
                  <a:gd name="T52" fmla="*/ 0 w 2266"/>
                  <a:gd name="T53" fmla="*/ 0 h 1862"/>
                  <a:gd name="T54" fmla="*/ 0 w 2266"/>
                  <a:gd name="T55" fmla="*/ 0 h 1862"/>
                  <a:gd name="T56" fmla="*/ 0 w 2266"/>
                  <a:gd name="T57" fmla="*/ 0 h 1862"/>
                  <a:gd name="T58" fmla="*/ 0 w 2266"/>
                  <a:gd name="T59" fmla="*/ 0 h 1862"/>
                  <a:gd name="T60" fmla="*/ 0 w 2266"/>
                  <a:gd name="T61" fmla="*/ 0 h 1862"/>
                  <a:gd name="T62" fmla="*/ 0 w 2266"/>
                  <a:gd name="T63" fmla="*/ 0 h 1862"/>
                  <a:gd name="T64" fmla="*/ 0 w 2266"/>
                  <a:gd name="T65" fmla="*/ 0 h 1862"/>
                  <a:gd name="T66" fmla="*/ 0 w 2266"/>
                  <a:gd name="T67" fmla="*/ 0 h 1862"/>
                  <a:gd name="T68" fmla="*/ 0 w 2266"/>
                  <a:gd name="T69" fmla="*/ 0 h 1862"/>
                  <a:gd name="T70" fmla="*/ 0 w 2266"/>
                  <a:gd name="T71" fmla="*/ 0 h 1862"/>
                  <a:gd name="T72" fmla="*/ 0 w 2266"/>
                  <a:gd name="T73" fmla="*/ 0 h 186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266"/>
                  <a:gd name="T112" fmla="*/ 0 h 1862"/>
                  <a:gd name="T113" fmla="*/ 2266 w 2266"/>
                  <a:gd name="T114" fmla="*/ 1862 h 186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266" h="1862">
                    <a:moveTo>
                      <a:pt x="947" y="954"/>
                    </a:moveTo>
                    <a:lnTo>
                      <a:pt x="1211" y="1046"/>
                    </a:lnTo>
                    <a:lnTo>
                      <a:pt x="1455" y="1180"/>
                    </a:lnTo>
                    <a:lnTo>
                      <a:pt x="1630" y="1244"/>
                    </a:lnTo>
                    <a:lnTo>
                      <a:pt x="1747" y="1362"/>
                    </a:lnTo>
                    <a:lnTo>
                      <a:pt x="1925" y="1436"/>
                    </a:lnTo>
                    <a:lnTo>
                      <a:pt x="1914" y="1348"/>
                    </a:lnTo>
                    <a:lnTo>
                      <a:pt x="1764" y="1189"/>
                    </a:lnTo>
                    <a:lnTo>
                      <a:pt x="1582" y="1055"/>
                    </a:lnTo>
                    <a:lnTo>
                      <a:pt x="1854" y="1194"/>
                    </a:lnTo>
                    <a:lnTo>
                      <a:pt x="1905" y="908"/>
                    </a:lnTo>
                    <a:lnTo>
                      <a:pt x="1815" y="921"/>
                    </a:lnTo>
                    <a:lnTo>
                      <a:pt x="1747" y="908"/>
                    </a:lnTo>
                    <a:lnTo>
                      <a:pt x="1663" y="855"/>
                    </a:lnTo>
                    <a:lnTo>
                      <a:pt x="1738" y="839"/>
                    </a:lnTo>
                    <a:lnTo>
                      <a:pt x="1815" y="765"/>
                    </a:lnTo>
                    <a:lnTo>
                      <a:pt x="1863" y="682"/>
                    </a:lnTo>
                    <a:lnTo>
                      <a:pt x="1905" y="506"/>
                    </a:lnTo>
                    <a:lnTo>
                      <a:pt x="1914" y="273"/>
                    </a:lnTo>
                    <a:lnTo>
                      <a:pt x="1872" y="0"/>
                    </a:lnTo>
                    <a:lnTo>
                      <a:pt x="2048" y="168"/>
                    </a:lnTo>
                    <a:lnTo>
                      <a:pt x="2131" y="308"/>
                    </a:lnTo>
                    <a:lnTo>
                      <a:pt x="2110" y="325"/>
                    </a:lnTo>
                    <a:lnTo>
                      <a:pt x="1988" y="242"/>
                    </a:lnTo>
                    <a:lnTo>
                      <a:pt x="2013" y="541"/>
                    </a:lnTo>
                    <a:lnTo>
                      <a:pt x="2165" y="839"/>
                    </a:lnTo>
                    <a:lnTo>
                      <a:pt x="2206" y="1014"/>
                    </a:lnTo>
                    <a:lnTo>
                      <a:pt x="2149" y="1079"/>
                    </a:lnTo>
                    <a:lnTo>
                      <a:pt x="2156" y="1180"/>
                    </a:lnTo>
                    <a:lnTo>
                      <a:pt x="2266" y="1348"/>
                    </a:lnTo>
                    <a:lnTo>
                      <a:pt x="2266" y="1398"/>
                    </a:lnTo>
                    <a:lnTo>
                      <a:pt x="2215" y="1459"/>
                    </a:lnTo>
                    <a:lnTo>
                      <a:pt x="2013" y="1593"/>
                    </a:lnTo>
                    <a:lnTo>
                      <a:pt x="1896" y="1680"/>
                    </a:lnTo>
                    <a:lnTo>
                      <a:pt x="1738" y="1862"/>
                    </a:lnTo>
                    <a:lnTo>
                      <a:pt x="1496" y="1862"/>
                    </a:lnTo>
                    <a:lnTo>
                      <a:pt x="1444" y="1833"/>
                    </a:lnTo>
                    <a:lnTo>
                      <a:pt x="1356" y="1824"/>
                    </a:lnTo>
                    <a:lnTo>
                      <a:pt x="1305" y="1862"/>
                    </a:lnTo>
                    <a:lnTo>
                      <a:pt x="0" y="1862"/>
                    </a:lnTo>
                    <a:lnTo>
                      <a:pt x="169" y="1752"/>
                    </a:lnTo>
                    <a:lnTo>
                      <a:pt x="344" y="1662"/>
                    </a:lnTo>
                    <a:lnTo>
                      <a:pt x="542" y="1578"/>
                    </a:lnTo>
                    <a:lnTo>
                      <a:pt x="747" y="1512"/>
                    </a:lnTo>
                    <a:lnTo>
                      <a:pt x="830" y="1496"/>
                    </a:lnTo>
                    <a:lnTo>
                      <a:pt x="865" y="1545"/>
                    </a:lnTo>
                    <a:lnTo>
                      <a:pt x="837" y="1668"/>
                    </a:lnTo>
                    <a:lnTo>
                      <a:pt x="877" y="1721"/>
                    </a:lnTo>
                    <a:lnTo>
                      <a:pt x="1178" y="1680"/>
                    </a:lnTo>
                    <a:lnTo>
                      <a:pt x="1187" y="1653"/>
                    </a:lnTo>
                    <a:lnTo>
                      <a:pt x="1174" y="1629"/>
                    </a:lnTo>
                    <a:lnTo>
                      <a:pt x="947" y="1653"/>
                    </a:lnTo>
                    <a:lnTo>
                      <a:pt x="911" y="1635"/>
                    </a:lnTo>
                    <a:lnTo>
                      <a:pt x="906" y="1545"/>
                    </a:lnTo>
                    <a:lnTo>
                      <a:pt x="964" y="1503"/>
                    </a:lnTo>
                    <a:lnTo>
                      <a:pt x="994" y="1539"/>
                    </a:lnTo>
                    <a:lnTo>
                      <a:pt x="1037" y="1593"/>
                    </a:lnTo>
                    <a:lnTo>
                      <a:pt x="1103" y="1593"/>
                    </a:lnTo>
                    <a:lnTo>
                      <a:pt x="1139" y="1521"/>
                    </a:lnTo>
                    <a:lnTo>
                      <a:pt x="1019" y="1479"/>
                    </a:lnTo>
                    <a:lnTo>
                      <a:pt x="969" y="1470"/>
                    </a:lnTo>
                    <a:lnTo>
                      <a:pt x="1156" y="1459"/>
                    </a:lnTo>
                    <a:lnTo>
                      <a:pt x="1428" y="1452"/>
                    </a:lnTo>
                    <a:lnTo>
                      <a:pt x="1571" y="1459"/>
                    </a:lnTo>
                    <a:lnTo>
                      <a:pt x="1413" y="1398"/>
                    </a:lnTo>
                    <a:lnTo>
                      <a:pt x="1331" y="1319"/>
                    </a:lnTo>
                    <a:lnTo>
                      <a:pt x="1437" y="1353"/>
                    </a:lnTo>
                    <a:lnTo>
                      <a:pt x="1707" y="1459"/>
                    </a:lnTo>
                    <a:lnTo>
                      <a:pt x="1848" y="1479"/>
                    </a:lnTo>
                    <a:lnTo>
                      <a:pt x="1531" y="1256"/>
                    </a:lnTo>
                    <a:lnTo>
                      <a:pt x="1266" y="1106"/>
                    </a:lnTo>
                    <a:lnTo>
                      <a:pt x="1095" y="1064"/>
                    </a:lnTo>
                    <a:lnTo>
                      <a:pt x="1037" y="1002"/>
                    </a:lnTo>
                    <a:lnTo>
                      <a:pt x="947" y="9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2" name="Freeform 176"/>
              <p:cNvSpPr>
                <a:spLocks/>
              </p:cNvSpPr>
              <p:nvPr/>
            </p:nvSpPr>
            <p:spPr bwMode="auto">
              <a:xfrm>
                <a:off x="3190" y="1595"/>
                <a:ext cx="55" cy="25"/>
              </a:xfrm>
              <a:custGeom>
                <a:avLst/>
                <a:gdLst>
                  <a:gd name="T0" fmla="*/ 0 w 443"/>
                  <a:gd name="T1" fmla="*/ 0 h 201"/>
                  <a:gd name="T2" fmla="*/ 0 w 443"/>
                  <a:gd name="T3" fmla="*/ 0 h 201"/>
                  <a:gd name="T4" fmla="*/ 0 w 443"/>
                  <a:gd name="T5" fmla="*/ 0 h 201"/>
                  <a:gd name="T6" fmla="*/ 0 w 443"/>
                  <a:gd name="T7" fmla="*/ 0 h 201"/>
                  <a:gd name="T8" fmla="*/ 0 w 443"/>
                  <a:gd name="T9" fmla="*/ 0 h 201"/>
                  <a:gd name="T10" fmla="*/ 0 w 443"/>
                  <a:gd name="T11" fmla="*/ 0 h 201"/>
                  <a:gd name="T12" fmla="*/ 0 w 443"/>
                  <a:gd name="T13" fmla="*/ 0 h 201"/>
                  <a:gd name="T14" fmla="*/ 0 w 443"/>
                  <a:gd name="T15" fmla="*/ 0 h 201"/>
                  <a:gd name="T16" fmla="*/ 0 w 443"/>
                  <a:gd name="T17" fmla="*/ 0 h 201"/>
                  <a:gd name="T18" fmla="*/ 0 w 443"/>
                  <a:gd name="T19" fmla="*/ 0 h 201"/>
                  <a:gd name="T20" fmla="*/ 0 w 443"/>
                  <a:gd name="T21" fmla="*/ 0 h 2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3"/>
                  <a:gd name="T34" fmla="*/ 0 h 201"/>
                  <a:gd name="T35" fmla="*/ 443 w 443"/>
                  <a:gd name="T36" fmla="*/ 201 h 20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3" h="201">
                    <a:moveTo>
                      <a:pt x="0" y="69"/>
                    </a:moveTo>
                    <a:lnTo>
                      <a:pt x="0" y="201"/>
                    </a:lnTo>
                    <a:lnTo>
                      <a:pt x="236" y="46"/>
                    </a:lnTo>
                    <a:lnTo>
                      <a:pt x="261" y="69"/>
                    </a:lnTo>
                    <a:lnTo>
                      <a:pt x="351" y="78"/>
                    </a:lnTo>
                    <a:lnTo>
                      <a:pt x="443" y="19"/>
                    </a:lnTo>
                    <a:lnTo>
                      <a:pt x="342" y="51"/>
                    </a:lnTo>
                    <a:lnTo>
                      <a:pt x="287" y="46"/>
                    </a:lnTo>
                    <a:lnTo>
                      <a:pt x="236" y="0"/>
                    </a:lnTo>
                    <a:lnTo>
                      <a:pt x="134" y="69"/>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3" name="Freeform 177"/>
              <p:cNvSpPr>
                <a:spLocks/>
              </p:cNvSpPr>
              <p:nvPr/>
            </p:nvSpPr>
            <p:spPr bwMode="auto">
              <a:xfrm>
                <a:off x="3262" y="1604"/>
                <a:ext cx="87" cy="135"/>
              </a:xfrm>
              <a:custGeom>
                <a:avLst/>
                <a:gdLst>
                  <a:gd name="T0" fmla="*/ 0 w 701"/>
                  <a:gd name="T1" fmla="*/ 0 h 1079"/>
                  <a:gd name="T2" fmla="*/ 0 w 701"/>
                  <a:gd name="T3" fmla="*/ 0 h 1079"/>
                  <a:gd name="T4" fmla="*/ 0 w 701"/>
                  <a:gd name="T5" fmla="*/ 0 h 1079"/>
                  <a:gd name="T6" fmla="*/ 0 w 701"/>
                  <a:gd name="T7" fmla="*/ 0 h 1079"/>
                  <a:gd name="T8" fmla="*/ 0 w 701"/>
                  <a:gd name="T9" fmla="*/ 0 h 1079"/>
                  <a:gd name="T10" fmla="*/ 0 w 701"/>
                  <a:gd name="T11" fmla="*/ 0 h 1079"/>
                  <a:gd name="T12" fmla="*/ 0 w 701"/>
                  <a:gd name="T13" fmla="*/ 0 h 1079"/>
                  <a:gd name="T14" fmla="*/ 0 w 701"/>
                  <a:gd name="T15" fmla="*/ 0 h 1079"/>
                  <a:gd name="T16" fmla="*/ 0 w 701"/>
                  <a:gd name="T17" fmla="*/ 0 h 1079"/>
                  <a:gd name="T18" fmla="*/ 0 w 701"/>
                  <a:gd name="T19" fmla="*/ 0 h 1079"/>
                  <a:gd name="T20" fmla="*/ 0 w 701"/>
                  <a:gd name="T21" fmla="*/ 0 h 1079"/>
                  <a:gd name="T22" fmla="*/ 0 w 701"/>
                  <a:gd name="T23" fmla="*/ 0 h 1079"/>
                  <a:gd name="T24" fmla="*/ 0 w 701"/>
                  <a:gd name="T25" fmla="*/ 0 h 1079"/>
                  <a:gd name="T26" fmla="*/ 0 w 701"/>
                  <a:gd name="T27" fmla="*/ 0 h 1079"/>
                  <a:gd name="T28" fmla="*/ 0 w 701"/>
                  <a:gd name="T29" fmla="*/ 0 h 10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01"/>
                  <a:gd name="T46" fmla="*/ 0 h 1079"/>
                  <a:gd name="T47" fmla="*/ 701 w 701"/>
                  <a:gd name="T48" fmla="*/ 1079 h 10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01" h="1079">
                    <a:moveTo>
                      <a:pt x="0" y="0"/>
                    </a:moveTo>
                    <a:lnTo>
                      <a:pt x="281" y="374"/>
                    </a:lnTo>
                    <a:lnTo>
                      <a:pt x="424" y="438"/>
                    </a:lnTo>
                    <a:lnTo>
                      <a:pt x="438" y="688"/>
                    </a:lnTo>
                    <a:lnTo>
                      <a:pt x="519" y="823"/>
                    </a:lnTo>
                    <a:lnTo>
                      <a:pt x="519" y="1079"/>
                    </a:lnTo>
                    <a:lnTo>
                      <a:pt x="551" y="1035"/>
                    </a:lnTo>
                    <a:lnTo>
                      <a:pt x="551" y="680"/>
                    </a:lnTo>
                    <a:lnTo>
                      <a:pt x="659" y="747"/>
                    </a:lnTo>
                    <a:lnTo>
                      <a:pt x="684" y="862"/>
                    </a:lnTo>
                    <a:lnTo>
                      <a:pt x="701" y="754"/>
                    </a:lnTo>
                    <a:lnTo>
                      <a:pt x="627" y="583"/>
                    </a:lnTo>
                    <a:lnTo>
                      <a:pt x="361" y="316"/>
                    </a:lnTo>
                    <a:lnTo>
                      <a:pt x="253" y="2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 name="Freeform 178"/>
              <p:cNvSpPr>
                <a:spLocks/>
              </p:cNvSpPr>
              <p:nvPr/>
            </p:nvSpPr>
            <p:spPr bwMode="auto">
              <a:xfrm>
                <a:off x="3217" y="1660"/>
                <a:ext cx="47" cy="66"/>
              </a:xfrm>
              <a:custGeom>
                <a:avLst/>
                <a:gdLst>
                  <a:gd name="T0" fmla="*/ 0 w 378"/>
                  <a:gd name="T1" fmla="*/ 0 h 533"/>
                  <a:gd name="T2" fmla="*/ 0 w 378"/>
                  <a:gd name="T3" fmla="*/ 0 h 533"/>
                  <a:gd name="T4" fmla="*/ 0 w 378"/>
                  <a:gd name="T5" fmla="*/ 0 h 533"/>
                  <a:gd name="T6" fmla="*/ 0 w 378"/>
                  <a:gd name="T7" fmla="*/ 0 h 533"/>
                  <a:gd name="T8" fmla="*/ 0 w 378"/>
                  <a:gd name="T9" fmla="*/ 0 h 533"/>
                  <a:gd name="T10" fmla="*/ 0 w 378"/>
                  <a:gd name="T11" fmla="*/ 0 h 533"/>
                  <a:gd name="T12" fmla="*/ 0 w 378"/>
                  <a:gd name="T13" fmla="*/ 0 h 533"/>
                  <a:gd name="T14" fmla="*/ 0 w 378"/>
                  <a:gd name="T15" fmla="*/ 0 h 533"/>
                  <a:gd name="T16" fmla="*/ 0 w 378"/>
                  <a:gd name="T17" fmla="*/ 0 h 533"/>
                  <a:gd name="T18" fmla="*/ 0 w 378"/>
                  <a:gd name="T19" fmla="*/ 0 h 5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8"/>
                  <a:gd name="T31" fmla="*/ 0 h 533"/>
                  <a:gd name="T32" fmla="*/ 378 w 378"/>
                  <a:gd name="T33" fmla="*/ 533 h 5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8" h="533">
                    <a:moveTo>
                      <a:pt x="0" y="257"/>
                    </a:moveTo>
                    <a:lnTo>
                      <a:pt x="70" y="107"/>
                    </a:lnTo>
                    <a:lnTo>
                      <a:pt x="143" y="98"/>
                    </a:lnTo>
                    <a:lnTo>
                      <a:pt x="235" y="118"/>
                    </a:lnTo>
                    <a:lnTo>
                      <a:pt x="253" y="0"/>
                    </a:lnTo>
                    <a:lnTo>
                      <a:pt x="378" y="533"/>
                    </a:lnTo>
                    <a:lnTo>
                      <a:pt x="235" y="272"/>
                    </a:lnTo>
                    <a:lnTo>
                      <a:pt x="166" y="233"/>
                    </a:lnTo>
                    <a:lnTo>
                      <a:pt x="83" y="222"/>
                    </a:lnTo>
                    <a:lnTo>
                      <a:pt x="0" y="2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5" name="Freeform 179"/>
              <p:cNvSpPr>
                <a:spLocks/>
              </p:cNvSpPr>
              <p:nvPr/>
            </p:nvSpPr>
            <p:spPr bwMode="auto">
              <a:xfrm>
                <a:off x="3324" y="1707"/>
                <a:ext cx="90" cy="145"/>
              </a:xfrm>
              <a:custGeom>
                <a:avLst/>
                <a:gdLst>
                  <a:gd name="T0" fmla="*/ 0 w 717"/>
                  <a:gd name="T1" fmla="*/ 0 h 1161"/>
                  <a:gd name="T2" fmla="*/ 0 w 717"/>
                  <a:gd name="T3" fmla="*/ 0 h 1161"/>
                  <a:gd name="T4" fmla="*/ 0 w 717"/>
                  <a:gd name="T5" fmla="*/ 0 h 1161"/>
                  <a:gd name="T6" fmla="*/ 0 w 717"/>
                  <a:gd name="T7" fmla="*/ 0 h 1161"/>
                  <a:gd name="T8" fmla="*/ 0 w 717"/>
                  <a:gd name="T9" fmla="*/ 0 h 1161"/>
                  <a:gd name="T10" fmla="*/ 0 w 717"/>
                  <a:gd name="T11" fmla="*/ 0 h 1161"/>
                  <a:gd name="T12" fmla="*/ 0 w 717"/>
                  <a:gd name="T13" fmla="*/ 0 h 1161"/>
                  <a:gd name="T14" fmla="*/ 0 w 717"/>
                  <a:gd name="T15" fmla="*/ 0 h 1161"/>
                  <a:gd name="T16" fmla="*/ 0 w 717"/>
                  <a:gd name="T17" fmla="*/ 0 h 1161"/>
                  <a:gd name="T18" fmla="*/ 0 w 717"/>
                  <a:gd name="T19" fmla="*/ 0 h 1161"/>
                  <a:gd name="T20" fmla="*/ 0 w 717"/>
                  <a:gd name="T21" fmla="*/ 0 h 1161"/>
                  <a:gd name="T22" fmla="*/ 0 w 717"/>
                  <a:gd name="T23" fmla="*/ 0 h 1161"/>
                  <a:gd name="T24" fmla="*/ 0 w 717"/>
                  <a:gd name="T25" fmla="*/ 0 h 1161"/>
                  <a:gd name="T26" fmla="*/ 0 w 717"/>
                  <a:gd name="T27" fmla="*/ 0 h 1161"/>
                  <a:gd name="T28" fmla="*/ 0 w 717"/>
                  <a:gd name="T29" fmla="*/ 0 h 1161"/>
                  <a:gd name="T30" fmla="*/ 0 w 717"/>
                  <a:gd name="T31" fmla="*/ 0 h 1161"/>
                  <a:gd name="T32" fmla="*/ 0 w 717"/>
                  <a:gd name="T33" fmla="*/ 0 h 1161"/>
                  <a:gd name="T34" fmla="*/ 0 w 717"/>
                  <a:gd name="T35" fmla="*/ 0 h 1161"/>
                  <a:gd name="T36" fmla="*/ 0 w 717"/>
                  <a:gd name="T37" fmla="*/ 0 h 1161"/>
                  <a:gd name="T38" fmla="*/ 0 w 717"/>
                  <a:gd name="T39" fmla="*/ 0 h 1161"/>
                  <a:gd name="T40" fmla="*/ 0 w 717"/>
                  <a:gd name="T41" fmla="*/ 0 h 1161"/>
                  <a:gd name="T42" fmla="*/ 0 w 717"/>
                  <a:gd name="T43" fmla="*/ 0 h 1161"/>
                  <a:gd name="T44" fmla="*/ 0 w 717"/>
                  <a:gd name="T45" fmla="*/ 0 h 1161"/>
                  <a:gd name="T46" fmla="*/ 0 w 717"/>
                  <a:gd name="T47" fmla="*/ 0 h 1161"/>
                  <a:gd name="T48" fmla="*/ 0 w 717"/>
                  <a:gd name="T49" fmla="*/ 0 h 1161"/>
                  <a:gd name="T50" fmla="*/ 0 w 717"/>
                  <a:gd name="T51" fmla="*/ 0 h 1161"/>
                  <a:gd name="T52" fmla="*/ 0 w 717"/>
                  <a:gd name="T53" fmla="*/ 0 h 1161"/>
                  <a:gd name="T54" fmla="*/ 0 w 717"/>
                  <a:gd name="T55" fmla="*/ 0 h 1161"/>
                  <a:gd name="T56" fmla="*/ 0 w 717"/>
                  <a:gd name="T57" fmla="*/ 0 h 1161"/>
                  <a:gd name="T58" fmla="*/ 0 w 717"/>
                  <a:gd name="T59" fmla="*/ 0 h 1161"/>
                  <a:gd name="T60" fmla="*/ 0 w 717"/>
                  <a:gd name="T61" fmla="*/ 0 h 1161"/>
                  <a:gd name="T62" fmla="*/ 0 w 717"/>
                  <a:gd name="T63" fmla="*/ 0 h 1161"/>
                  <a:gd name="T64" fmla="*/ 0 w 717"/>
                  <a:gd name="T65" fmla="*/ 0 h 11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7"/>
                  <a:gd name="T100" fmla="*/ 0 h 1161"/>
                  <a:gd name="T101" fmla="*/ 717 w 717"/>
                  <a:gd name="T102" fmla="*/ 1161 h 116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7" h="1161">
                    <a:moveTo>
                      <a:pt x="261" y="0"/>
                    </a:moveTo>
                    <a:lnTo>
                      <a:pt x="252" y="99"/>
                    </a:lnTo>
                    <a:lnTo>
                      <a:pt x="177" y="240"/>
                    </a:lnTo>
                    <a:lnTo>
                      <a:pt x="76" y="390"/>
                    </a:lnTo>
                    <a:lnTo>
                      <a:pt x="34" y="509"/>
                    </a:lnTo>
                    <a:lnTo>
                      <a:pt x="34" y="572"/>
                    </a:lnTo>
                    <a:lnTo>
                      <a:pt x="67" y="656"/>
                    </a:lnTo>
                    <a:lnTo>
                      <a:pt x="94" y="724"/>
                    </a:lnTo>
                    <a:lnTo>
                      <a:pt x="0" y="724"/>
                    </a:lnTo>
                    <a:lnTo>
                      <a:pt x="127" y="763"/>
                    </a:lnTo>
                    <a:lnTo>
                      <a:pt x="177" y="889"/>
                    </a:lnTo>
                    <a:lnTo>
                      <a:pt x="325" y="889"/>
                    </a:lnTo>
                    <a:lnTo>
                      <a:pt x="496" y="1161"/>
                    </a:lnTo>
                    <a:lnTo>
                      <a:pt x="535" y="1091"/>
                    </a:lnTo>
                    <a:lnTo>
                      <a:pt x="535" y="970"/>
                    </a:lnTo>
                    <a:lnTo>
                      <a:pt x="643" y="774"/>
                    </a:lnTo>
                    <a:lnTo>
                      <a:pt x="717" y="473"/>
                    </a:lnTo>
                    <a:lnTo>
                      <a:pt x="616" y="756"/>
                    </a:lnTo>
                    <a:lnTo>
                      <a:pt x="560" y="733"/>
                    </a:lnTo>
                    <a:lnTo>
                      <a:pt x="595" y="673"/>
                    </a:lnTo>
                    <a:lnTo>
                      <a:pt x="217" y="839"/>
                    </a:lnTo>
                    <a:lnTo>
                      <a:pt x="210" y="763"/>
                    </a:lnTo>
                    <a:lnTo>
                      <a:pt x="127" y="708"/>
                    </a:lnTo>
                    <a:lnTo>
                      <a:pt x="337" y="524"/>
                    </a:lnTo>
                    <a:lnTo>
                      <a:pt x="184" y="608"/>
                    </a:lnTo>
                    <a:lnTo>
                      <a:pt x="153" y="524"/>
                    </a:lnTo>
                    <a:lnTo>
                      <a:pt x="159" y="422"/>
                    </a:lnTo>
                    <a:lnTo>
                      <a:pt x="201" y="341"/>
                    </a:lnTo>
                    <a:lnTo>
                      <a:pt x="344" y="168"/>
                    </a:lnTo>
                    <a:lnTo>
                      <a:pt x="360" y="99"/>
                    </a:lnTo>
                    <a:lnTo>
                      <a:pt x="344" y="58"/>
                    </a:lnTo>
                    <a:lnTo>
                      <a:pt x="293" y="58"/>
                    </a:lnTo>
                    <a:lnTo>
                      <a:pt x="26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6" name="Freeform 180"/>
              <p:cNvSpPr>
                <a:spLocks/>
              </p:cNvSpPr>
              <p:nvPr/>
            </p:nvSpPr>
            <p:spPr bwMode="auto">
              <a:xfrm>
                <a:off x="3341" y="1858"/>
                <a:ext cx="97" cy="63"/>
              </a:xfrm>
              <a:custGeom>
                <a:avLst/>
                <a:gdLst>
                  <a:gd name="T0" fmla="*/ 0 w 775"/>
                  <a:gd name="T1" fmla="*/ 0 h 510"/>
                  <a:gd name="T2" fmla="*/ 0 w 775"/>
                  <a:gd name="T3" fmla="*/ 0 h 510"/>
                  <a:gd name="T4" fmla="*/ 0 w 775"/>
                  <a:gd name="T5" fmla="*/ 0 h 510"/>
                  <a:gd name="T6" fmla="*/ 0 w 775"/>
                  <a:gd name="T7" fmla="*/ 0 h 510"/>
                  <a:gd name="T8" fmla="*/ 0 w 775"/>
                  <a:gd name="T9" fmla="*/ 0 h 510"/>
                  <a:gd name="T10" fmla="*/ 0 w 775"/>
                  <a:gd name="T11" fmla="*/ 0 h 510"/>
                  <a:gd name="T12" fmla="*/ 0 w 775"/>
                  <a:gd name="T13" fmla="*/ 0 h 510"/>
                  <a:gd name="T14" fmla="*/ 0 w 775"/>
                  <a:gd name="T15" fmla="*/ 0 h 510"/>
                  <a:gd name="T16" fmla="*/ 0 w 775"/>
                  <a:gd name="T17" fmla="*/ 0 h 510"/>
                  <a:gd name="T18" fmla="*/ 0 w 775"/>
                  <a:gd name="T19" fmla="*/ 0 h 510"/>
                  <a:gd name="T20" fmla="*/ 0 w 775"/>
                  <a:gd name="T21" fmla="*/ 0 h 510"/>
                  <a:gd name="T22" fmla="*/ 0 w 775"/>
                  <a:gd name="T23" fmla="*/ 0 h 510"/>
                  <a:gd name="T24" fmla="*/ 0 w 775"/>
                  <a:gd name="T25" fmla="*/ 0 h 510"/>
                  <a:gd name="T26" fmla="*/ 0 w 775"/>
                  <a:gd name="T27" fmla="*/ 0 h 510"/>
                  <a:gd name="T28" fmla="*/ 0 w 775"/>
                  <a:gd name="T29" fmla="*/ 0 h 5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5"/>
                  <a:gd name="T46" fmla="*/ 0 h 510"/>
                  <a:gd name="T47" fmla="*/ 775 w 775"/>
                  <a:gd name="T48" fmla="*/ 510 h 5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5" h="510">
                    <a:moveTo>
                      <a:pt x="0" y="510"/>
                    </a:moveTo>
                    <a:lnTo>
                      <a:pt x="92" y="353"/>
                    </a:lnTo>
                    <a:lnTo>
                      <a:pt x="472" y="182"/>
                    </a:lnTo>
                    <a:lnTo>
                      <a:pt x="672" y="182"/>
                    </a:lnTo>
                    <a:lnTo>
                      <a:pt x="775" y="118"/>
                    </a:lnTo>
                    <a:lnTo>
                      <a:pt x="540" y="118"/>
                    </a:lnTo>
                    <a:lnTo>
                      <a:pt x="393" y="171"/>
                    </a:lnTo>
                    <a:lnTo>
                      <a:pt x="327" y="143"/>
                    </a:lnTo>
                    <a:lnTo>
                      <a:pt x="342" y="0"/>
                    </a:lnTo>
                    <a:lnTo>
                      <a:pt x="261" y="14"/>
                    </a:lnTo>
                    <a:lnTo>
                      <a:pt x="261" y="171"/>
                    </a:lnTo>
                    <a:lnTo>
                      <a:pt x="197" y="251"/>
                    </a:lnTo>
                    <a:lnTo>
                      <a:pt x="105" y="261"/>
                    </a:lnTo>
                    <a:lnTo>
                      <a:pt x="12" y="393"/>
                    </a:lnTo>
                    <a:lnTo>
                      <a:pt x="0" y="5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7" name="Freeform 181"/>
              <p:cNvSpPr>
                <a:spLocks/>
              </p:cNvSpPr>
              <p:nvPr/>
            </p:nvSpPr>
            <p:spPr bwMode="auto">
              <a:xfrm>
                <a:off x="3349" y="2036"/>
                <a:ext cx="149" cy="56"/>
              </a:xfrm>
              <a:custGeom>
                <a:avLst/>
                <a:gdLst>
                  <a:gd name="T0" fmla="*/ 0 w 1191"/>
                  <a:gd name="T1" fmla="*/ 0 h 446"/>
                  <a:gd name="T2" fmla="*/ 0 w 1191"/>
                  <a:gd name="T3" fmla="*/ 0 h 446"/>
                  <a:gd name="T4" fmla="*/ 0 w 1191"/>
                  <a:gd name="T5" fmla="*/ 0 h 446"/>
                  <a:gd name="T6" fmla="*/ 0 w 1191"/>
                  <a:gd name="T7" fmla="*/ 0 h 446"/>
                  <a:gd name="T8" fmla="*/ 0 w 1191"/>
                  <a:gd name="T9" fmla="*/ 0 h 446"/>
                  <a:gd name="T10" fmla="*/ 0 w 1191"/>
                  <a:gd name="T11" fmla="*/ 0 h 446"/>
                  <a:gd name="T12" fmla="*/ 0 w 1191"/>
                  <a:gd name="T13" fmla="*/ 0 h 446"/>
                  <a:gd name="T14" fmla="*/ 0 w 1191"/>
                  <a:gd name="T15" fmla="*/ 0 h 446"/>
                  <a:gd name="T16" fmla="*/ 0 w 1191"/>
                  <a:gd name="T17" fmla="*/ 0 h 446"/>
                  <a:gd name="T18" fmla="*/ 0 w 1191"/>
                  <a:gd name="T19" fmla="*/ 0 h 446"/>
                  <a:gd name="T20" fmla="*/ 0 w 1191"/>
                  <a:gd name="T21" fmla="*/ 0 h 446"/>
                  <a:gd name="T22" fmla="*/ 0 w 1191"/>
                  <a:gd name="T23" fmla="*/ 0 h 446"/>
                  <a:gd name="T24" fmla="*/ 0 w 1191"/>
                  <a:gd name="T25" fmla="*/ 0 h 446"/>
                  <a:gd name="T26" fmla="*/ 0 w 1191"/>
                  <a:gd name="T27" fmla="*/ 0 h 446"/>
                  <a:gd name="T28" fmla="*/ 0 w 1191"/>
                  <a:gd name="T29" fmla="*/ 0 h 446"/>
                  <a:gd name="T30" fmla="*/ 0 w 1191"/>
                  <a:gd name="T31" fmla="*/ 0 h 446"/>
                  <a:gd name="T32" fmla="*/ 0 w 1191"/>
                  <a:gd name="T33" fmla="*/ 0 h 446"/>
                  <a:gd name="T34" fmla="*/ 0 w 1191"/>
                  <a:gd name="T35" fmla="*/ 0 h 446"/>
                  <a:gd name="T36" fmla="*/ 0 w 1191"/>
                  <a:gd name="T37" fmla="*/ 0 h 446"/>
                  <a:gd name="T38" fmla="*/ 0 w 1191"/>
                  <a:gd name="T39" fmla="*/ 0 h 446"/>
                  <a:gd name="T40" fmla="*/ 0 w 1191"/>
                  <a:gd name="T41" fmla="*/ 0 h 446"/>
                  <a:gd name="T42" fmla="*/ 0 w 1191"/>
                  <a:gd name="T43" fmla="*/ 0 h 44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91"/>
                  <a:gd name="T67" fmla="*/ 0 h 446"/>
                  <a:gd name="T68" fmla="*/ 1191 w 1191"/>
                  <a:gd name="T69" fmla="*/ 446 h 44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91" h="446">
                    <a:moveTo>
                      <a:pt x="1191" y="174"/>
                    </a:moveTo>
                    <a:lnTo>
                      <a:pt x="841" y="283"/>
                    </a:lnTo>
                    <a:lnTo>
                      <a:pt x="622" y="446"/>
                    </a:lnTo>
                    <a:lnTo>
                      <a:pt x="609" y="374"/>
                    </a:lnTo>
                    <a:lnTo>
                      <a:pt x="912" y="176"/>
                    </a:lnTo>
                    <a:lnTo>
                      <a:pt x="877" y="137"/>
                    </a:lnTo>
                    <a:lnTo>
                      <a:pt x="708" y="149"/>
                    </a:lnTo>
                    <a:lnTo>
                      <a:pt x="490" y="213"/>
                    </a:lnTo>
                    <a:lnTo>
                      <a:pt x="512" y="108"/>
                    </a:lnTo>
                    <a:lnTo>
                      <a:pt x="313" y="96"/>
                    </a:lnTo>
                    <a:lnTo>
                      <a:pt x="205" y="55"/>
                    </a:lnTo>
                    <a:lnTo>
                      <a:pt x="69" y="24"/>
                    </a:lnTo>
                    <a:lnTo>
                      <a:pt x="0" y="61"/>
                    </a:lnTo>
                    <a:lnTo>
                      <a:pt x="80" y="0"/>
                    </a:lnTo>
                    <a:lnTo>
                      <a:pt x="246" y="47"/>
                    </a:lnTo>
                    <a:lnTo>
                      <a:pt x="409" y="77"/>
                    </a:lnTo>
                    <a:lnTo>
                      <a:pt x="537" y="73"/>
                    </a:lnTo>
                    <a:lnTo>
                      <a:pt x="652" y="55"/>
                    </a:lnTo>
                    <a:lnTo>
                      <a:pt x="749" y="112"/>
                    </a:lnTo>
                    <a:lnTo>
                      <a:pt x="1028" y="96"/>
                    </a:lnTo>
                    <a:lnTo>
                      <a:pt x="1164" y="154"/>
                    </a:lnTo>
                    <a:lnTo>
                      <a:pt x="1191" y="1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8" name="Freeform 182"/>
              <p:cNvSpPr>
                <a:spLocks/>
              </p:cNvSpPr>
              <p:nvPr/>
            </p:nvSpPr>
            <p:spPr bwMode="auto">
              <a:xfrm>
                <a:off x="3172" y="1981"/>
                <a:ext cx="219" cy="153"/>
              </a:xfrm>
              <a:custGeom>
                <a:avLst/>
                <a:gdLst>
                  <a:gd name="T0" fmla="*/ 0 w 1754"/>
                  <a:gd name="T1" fmla="*/ 0 h 1222"/>
                  <a:gd name="T2" fmla="*/ 0 w 1754"/>
                  <a:gd name="T3" fmla="*/ 0 h 1222"/>
                  <a:gd name="T4" fmla="*/ 0 w 1754"/>
                  <a:gd name="T5" fmla="*/ 0 h 1222"/>
                  <a:gd name="T6" fmla="*/ 0 w 1754"/>
                  <a:gd name="T7" fmla="*/ 0 h 1222"/>
                  <a:gd name="T8" fmla="*/ 0 w 1754"/>
                  <a:gd name="T9" fmla="*/ 0 h 1222"/>
                  <a:gd name="T10" fmla="*/ 0 w 1754"/>
                  <a:gd name="T11" fmla="*/ 0 h 1222"/>
                  <a:gd name="T12" fmla="*/ 0 w 1754"/>
                  <a:gd name="T13" fmla="*/ 0 h 1222"/>
                  <a:gd name="T14" fmla="*/ 0 w 1754"/>
                  <a:gd name="T15" fmla="*/ 0 h 1222"/>
                  <a:gd name="T16" fmla="*/ 0 w 1754"/>
                  <a:gd name="T17" fmla="*/ 0 h 1222"/>
                  <a:gd name="T18" fmla="*/ 0 w 1754"/>
                  <a:gd name="T19" fmla="*/ 0 h 1222"/>
                  <a:gd name="T20" fmla="*/ 0 w 1754"/>
                  <a:gd name="T21" fmla="*/ 0 h 1222"/>
                  <a:gd name="T22" fmla="*/ 0 w 1754"/>
                  <a:gd name="T23" fmla="*/ 0 h 1222"/>
                  <a:gd name="T24" fmla="*/ 0 w 1754"/>
                  <a:gd name="T25" fmla="*/ 0 h 1222"/>
                  <a:gd name="T26" fmla="*/ 0 w 1754"/>
                  <a:gd name="T27" fmla="*/ 0 h 1222"/>
                  <a:gd name="T28" fmla="*/ 0 w 1754"/>
                  <a:gd name="T29" fmla="*/ 0 h 1222"/>
                  <a:gd name="T30" fmla="*/ 0 w 1754"/>
                  <a:gd name="T31" fmla="*/ 0 h 1222"/>
                  <a:gd name="T32" fmla="*/ 0 w 1754"/>
                  <a:gd name="T33" fmla="*/ 0 h 1222"/>
                  <a:gd name="T34" fmla="*/ 0 w 1754"/>
                  <a:gd name="T35" fmla="*/ 0 h 1222"/>
                  <a:gd name="T36" fmla="*/ 0 w 1754"/>
                  <a:gd name="T37" fmla="*/ 0 h 1222"/>
                  <a:gd name="T38" fmla="*/ 0 w 1754"/>
                  <a:gd name="T39" fmla="*/ 0 h 1222"/>
                  <a:gd name="T40" fmla="*/ 0 w 1754"/>
                  <a:gd name="T41" fmla="*/ 0 h 1222"/>
                  <a:gd name="T42" fmla="*/ 0 w 1754"/>
                  <a:gd name="T43" fmla="*/ 0 h 1222"/>
                  <a:gd name="T44" fmla="*/ 0 w 1754"/>
                  <a:gd name="T45" fmla="*/ 0 h 1222"/>
                  <a:gd name="T46" fmla="*/ 0 w 1754"/>
                  <a:gd name="T47" fmla="*/ 0 h 1222"/>
                  <a:gd name="T48" fmla="*/ 0 w 1754"/>
                  <a:gd name="T49" fmla="*/ 0 h 1222"/>
                  <a:gd name="T50" fmla="*/ 0 w 1754"/>
                  <a:gd name="T51" fmla="*/ 0 h 1222"/>
                  <a:gd name="T52" fmla="*/ 0 w 1754"/>
                  <a:gd name="T53" fmla="*/ 0 h 1222"/>
                  <a:gd name="T54" fmla="*/ 0 w 1754"/>
                  <a:gd name="T55" fmla="*/ 0 h 1222"/>
                  <a:gd name="T56" fmla="*/ 0 w 1754"/>
                  <a:gd name="T57" fmla="*/ 0 h 1222"/>
                  <a:gd name="T58" fmla="*/ 0 w 1754"/>
                  <a:gd name="T59" fmla="*/ 0 h 1222"/>
                  <a:gd name="T60" fmla="*/ 0 w 1754"/>
                  <a:gd name="T61" fmla="*/ 0 h 1222"/>
                  <a:gd name="T62" fmla="*/ 0 w 1754"/>
                  <a:gd name="T63" fmla="*/ 0 h 1222"/>
                  <a:gd name="T64" fmla="*/ 0 w 1754"/>
                  <a:gd name="T65" fmla="*/ 0 h 1222"/>
                  <a:gd name="T66" fmla="*/ 0 w 1754"/>
                  <a:gd name="T67" fmla="*/ 0 h 122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754"/>
                  <a:gd name="T103" fmla="*/ 0 h 1222"/>
                  <a:gd name="T104" fmla="*/ 1754 w 1754"/>
                  <a:gd name="T105" fmla="*/ 1222 h 122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754" h="1222">
                    <a:moveTo>
                      <a:pt x="1289" y="666"/>
                    </a:moveTo>
                    <a:lnTo>
                      <a:pt x="1258" y="826"/>
                    </a:lnTo>
                    <a:lnTo>
                      <a:pt x="1258" y="945"/>
                    </a:lnTo>
                    <a:lnTo>
                      <a:pt x="1289" y="1042"/>
                    </a:lnTo>
                    <a:lnTo>
                      <a:pt x="1311" y="1098"/>
                    </a:lnTo>
                    <a:lnTo>
                      <a:pt x="1754" y="1222"/>
                    </a:lnTo>
                    <a:lnTo>
                      <a:pt x="1293" y="1160"/>
                    </a:lnTo>
                    <a:lnTo>
                      <a:pt x="1251" y="1098"/>
                    </a:lnTo>
                    <a:lnTo>
                      <a:pt x="876" y="1092"/>
                    </a:lnTo>
                    <a:lnTo>
                      <a:pt x="576" y="1035"/>
                    </a:lnTo>
                    <a:lnTo>
                      <a:pt x="311" y="955"/>
                    </a:lnTo>
                    <a:lnTo>
                      <a:pt x="93" y="860"/>
                    </a:lnTo>
                    <a:lnTo>
                      <a:pt x="69" y="826"/>
                    </a:lnTo>
                    <a:lnTo>
                      <a:pt x="51" y="749"/>
                    </a:lnTo>
                    <a:lnTo>
                      <a:pt x="0" y="652"/>
                    </a:lnTo>
                    <a:lnTo>
                      <a:pt x="12" y="615"/>
                    </a:lnTo>
                    <a:lnTo>
                      <a:pt x="32" y="588"/>
                    </a:lnTo>
                    <a:lnTo>
                      <a:pt x="32" y="452"/>
                    </a:lnTo>
                    <a:lnTo>
                      <a:pt x="51" y="406"/>
                    </a:lnTo>
                    <a:lnTo>
                      <a:pt x="80" y="382"/>
                    </a:lnTo>
                    <a:lnTo>
                      <a:pt x="58" y="433"/>
                    </a:lnTo>
                    <a:lnTo>
                      <a:pt x="51" y="547"/>
                    </a:lnTo>
                    <a:lnTo>
                      <a:pt x="58" y="613"/>
                    </a:lnTo>
                    <a:lnTo>
                      <a:pt x="230" y="756"/>
                    </a:lnTo>
                    <a:lnTo>
                      <a:pt x="258" y="749"/>
                    </a:lnTo>
                    <a:lnTo>
                      <a:pt x="278" y="670"/>
                    </a:lnTo>
                    <a:lnTo>
                      <a:pt x="170" y="494"/>
                    </a:lnTo>
                    <a:lnTo>
                      <a:pt x="140" y="344"/>
                    </a:lnTo>
                    <a:lnTo>
                      <a:pt x="201" y="202"/>
                    </a:lnTo>
                    <a:lnTo>
                      <a:pt x="201" y="426"/>
                    </a:lnTo>
                    <a:lnTo>
                      <a:pt x="361" y="786"/>
                    </a:lnTo>
                    <a:lnTo>
                      <a:pt x="438" y="802"/>
                    </a:lnTo>
                    <a:lnTo>
                      <a:pt x="489" y="770"/>
                    </a:lnTo>
                    <a:lnTo>
                      <a:pt x="480" y="685"/>
                    </a:lnTo>
                    <a:lnTo>
                      <a:pt x="320" y="286"/>
                    </a:lnTo>
                    <a:lnTo>
                      <a:pt x="320" y="166"/>
                    </a:lnTo>
                    <a:lnTo>
                      <a:pt x="320" y="72"/>
                    </a:lnTo>
                    <a:lnTo>
                      <a:pt x="361" y="0"/>
                    </a:lnTo>
                    <a:lnTo>
                      <a:pt x="343" y="136"/>
                    </a:lnTo>
                    <a:lnTo>
                      <a:pt x="350" y="272"/>
                    </a:lnTo>
                    <a:lnTo>
                      <a:pt x="451" y="540"/>
                    </a:lnTo>
                    <a:lnTo>
                      <a:pt x="493" y="560"/>
                    </a:lnTo>
                    <a:lnTo>
                      <a:pt x="535" y="516"/>
                    </a:lnTo>
                    <a:lnTo>
                      <a:pt x="553" y="468"/>
                    </a:lnTo>
                    <a:lnTo>
                      <a:pt x="546" y="362"/>
                    </a:lnTo>
                    <a:lnTo>
                      <a:pt x="528" y="219"/>
                    </a:lnTo>
                    <a:lnTo>
                      <a:pt x="553" y="215"/>
                    </a:lnTo>
                    <a:lnTo>
                      <a:pt x="581" y="459"/>
                    </a:lnTo>
                    <a:lnTo>
                      <a:pt x="570" y="523"/>
                    </a:lnTo>
                    <a:lnTo>
                      <a:pt x="541" y="569"/>
                    </a:lnTo>
                    <a:lnTo>
                      <a:pt x="498" y="613"/>
                    </a:lnTo>
                    <a:lnTo>
                      <a:pt x="511" y="740"/>
                    </a:lnTo>
                    <a:lnTo>
                      <a:pt x="504" y="826"/>
                    </a:lnTo>
                    <a:lnTo>
                      <a:pt x="456" y="844"/>
                    </a:lnTo>
                    <a:lnTo>
                      <a:pt x="392" y="839"/>
                    </a:lnTo>
                    <a:lnTo>
                      <a:pt x="311" y="795"/>
                    </a:lnTo>
                    <a:lnTo>
                      <a:pt x="265" y="802"/>
                    </a:lnTo>
                    <a:lnTo>
                      <a:pt x="93" y="724"/>
                    </a:lnTo>
                    <a:lnTo>
                      <a:pt x="87" y="806"/>
                    </a:lnTo>
                    <a:lnTo>
                      <a:pt x="152" y="867"/>
                    </a:lnTo>
                    <a:lnTo>
                      <a:pt x="504" y="986"/>
                    </a:lnTo>
                    <a:lnTo>
                      <a:pt x="792" y="1048"/>
                    </a:lnTo>
                    <a:lnTo>
                      <a:pt x="1042" y="1058"/>
                    </a:lnTo>
                    <a:lnTo>
                      <a:pt x="1238" y="1058"/>
                    </a:lnTo>
                    <a:lnTo>
                      <a:pt x="1229" y="955"/>
                    </a:lnTo>
                    <a:lnTo>
                      <a:pt x="1238" y="826"/>
                    </a:lnTo>
                    <a:lnTo>
                      <a:pt x="1263" y="722"/>
                    </a:lnTo>
                    <a:lnTo>
                      <a:pt x="1289" y="6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9" name="Freeform 183"/>
              <p:cNvSpPr>
                <a:spLocks/>
              </p:cNvSpPr>
              <p:nvPr/>
            </p:nvSpPr>
            <p:spPr bwMode="auto">
              <a:xfrm>
                <a:off x="3237" y="1981"/>
                <a:ext cx="105" cy="68"/>
              </a:xfrm>
              <a:custGeom>
                <a:avLst/>
                <a:gdLst>
                  <a:gd name="T0" fmla="*/ 0 w 846"/>
                  <a:gd name="T1" fmla="*/ 0 h 547"/>
                  <a:gd name="T2" fmla="*/ 0 w 846"/>
                  <a:gd name="T3" fmla="*/ 0 h 547"/>
                  <a:gd name="T4" fmla="*/ 0 w 846"/>
                  <a:gd name="T5" fmla="*/ 0 h 547"/>
                  <a:gd name="T6" fmla="*/ 0 w 846"/>
                  <a:gd name="T7" fmla="*/ 0 h 547"/>
                  <a:gd name="T8" fmla="*/ 0 w 846"/>
                  <a:gd name="T9" fmla="*/ 0 h 547"/>
                  <a:gd name="T10" fmla="*/ 0 w 846"/>
                  <a:gd name="T11" fmla="*/ 0 h 547"/>
                  <a:gd name="T12" fmla="*/ 0 w 846"/>
                  <a:gd name="T13" fmla="*/ 0 h 547"/>
                  <a:gd name="T14" fmla="*/ 0 w 846"/>
                  <a:gd name="T15" fmla="*/ 0 h 547"/>
                  <a:gd name="T16" fmla="*/ 0 w 846"/>
                  <a:gd name="T17" fmla="*/ 0 h 547"/>
                  <a:gd name="T18" fmla="*/ 0 w 846"/>
                  <a:gd name="T19" fmla="*/ 0 h 547"/>
                  <a:gd name="T20" fmla="*/ 0 w 846"/>
                  <a:gd name="T21" fmla="*/ 0 h 547"/>
                  <a:gd name="T22" fmla="*/ 0 w 846"/>
                  <a:gd name="T23" fmla="*/ 0 h 547"/>
                  <a:gd name="T24" fmla="*/ 0 w 846"/>
                  <a:gd name="T25" fmla="*/ 0 h 547"/>
                  <a:gd name="T26" fmla="*/ 0 w 846"/>
                  <a:gd name="T27" fmla="*/ 0 h 547"/>
                  <a:gd name="T28" fmla="*/ 0 w 846"/>
                  <a:gd name="T29" fmla="*/ 0 h 547"/>
                  <a:gd name="T30" fmla="*/ 0 w 846"/>
                  <a:gd name="T31" fmla="*/ 0 h 547"/>
                  <a:gd name="T32" fmla="*/ 0 w 846"/>
                  <a:gd name="T33" fmla="*/ 0 h 547"/>
                  <a:gd name="T34" fmla="*/ 0 w 846"/>
                  <a:gd name="T35" fmla="*/ 0 h 547"/>
                  <a:gd name="T36" fmla="*/ 0 w 846"/>
                  <a:gd name="T37" fmla="*/ 0 h 547"/>
                  <a:gd name="T38" fmla="*/ 0 w 846"/>
                  <a:gd name="T39" fmla="*/ 0 h 547"/>
                  <a:gd name="T40" fmla="*/ 0 w 846"/>
                  <a:gd name="T41" fmla="*/ 0 h 547"/>
                  <a:gd name="T42" fmla="*/ 0 w 846"/>
                  <a:gd name="T43" fmla="*/ 0 h 547"/>
                  <a:gd name="T44" fmla="*/ 0 w 846"/>
                  <a:gd name="T45" fmla="*/ 0 h 547"/>
                  <a:gd name="T46" fmla="*/ 0 w 846"/>
                  <a:gd name="T47" fmla="*/ 0 h 547"/>
                  <a:gd name="T48" fmla="*/ 0 w 846"/>
                  <a:gd name="T49" fmla="*/ 0 h 547"/>
                  <a:gd name="T50" fmla="*/ 0 w 846"/>
                  <a:gd name="T51" fmla="*/ 0 h 547"/>
                  <a:gd name="T52" fmla="*/ 0 w 846"/>
                  <a:gd name="T53" fmla="*/ 0 h 547"/>
                  <a:gd name="T54" fmla="*/ 0 w 846"/>
                  <a:gd name="T55" fmla="*/ 0 h 547"/>
                  <a:gd name="T56" fmla="*/ 0 w 846"/>
                  <a:gd name="T57" fmla="*/ 0 h 54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6"/>
                  <a:gd name="T88" fmla="*/ 0 h 547"/>
                  <a:gd name="T89" fmla="*/ 846 w 846"/>
                  <a:gd name="T90" fmla="*/ 547 h 54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6" h="547">
                    <a:moveTo>
                      <a:pt x="0" y="30"/>
                    </a:moveTo>
                    <a:lnTo>
                      <a:pt x="45" y="94"/>
                    </a:lnTo>
                    <a:lnTo>
                      <a:pt x="101" y="210"/>
                    </a:lnTo>
                    <a:lnTo>
                      <a:pt x="36" y="219"/>
                    </a:lnTo>
                    <a:lnTo>
                      <a:pt x="36" y="237"/>
                    </a:lnTo>
                    <a:lnTo>
                      <a:pt x="174" y="246"/>
                    </a:lnTo>
                    <a:lnTo>
                      <a:pt x="322" y="254"/>
                    </a:lnTo>
                    <a:lnTo>
                      <a:pt x="248" y="233"/>
                    </a:lnTo>
                    <a:lnTo>
                      <a:pt x="394" y="178"/>
                    </a:lnTo>
                    <a:lnTo>
                      <a:pt x="472" y="189"/>
                    </a:lnTo>
                    <a:lnTo>
                      <a:pt x="598" y="297"/>
                    </a:lnTo>
                    <a:lnTo>
                      <a:pt x="675" y="422"/>
                    </a:lnTo>
                    <a:lnTo>
                      <a:pt x="767" y="512"/>
                    </a:lnTo>
                    <a:lnTo>
                      <a:pt x="820" y="547"/>
                    </a:lnTo>
                    <a:lnTo>
                      <a:pt x="846" y="523"/>
                    </a:lnTo>
                    <a:lnTo>
                      <a:pt x="758" y="468"/>
                    </a:lnTo>
                    <a:lnTo>
                      <a:pt x="679" y="392"/>
                    </a:lnTo>
                    <a:lnTo>
                      <a:pt x="611" y="286"/>
                    </a:lnTo>
                    <a:lnTo>
                      <a:pt x="534" y="184"/>
                    </a:lnTo>
                    <a:lnTo>
                      <a:pt x="394" y="136"/>
                    </a:lnTo>
                    <a:lnTo>
                      <a:pt x="317" y="154"/>
                    </a:lnTo>
                    <a:lnTo>
                      <a:pt x="223" y="189"/>
                    </a:lnTo>
                    <a:lnTo>
                      <a:pt x="161" y="184"/>
                    </a:lnTo>
                    <a:lnTo>
                      <a:pt x="244" y="90"/>
                    </a:lnTo>
                    <a:lnTo>
                      <a:pt x="283" y="30"/>
                    </a:lnTo>
                    <a:lnTo>
                      <a:pt x="275" y="0"/>
                    </a:lnTo>
                    <a:lnTo>
                      <a:pt x="223" y="79"/>
                    </a:lnTo>
                    <a:lnTo>
                      <a:pt x="119" y="15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0" name="Freeform 184"/>
              <p:cNvSpPr>
                <a:spLocks/>
              </p:cNvSpPr>
              <p:nvPr/>
            </p:nvSpPr>
            <p:spPr bwMode="auto">
              <a:xfrm>
                <a:off x="2981" y="1422"/>
                <a:ext cx="165" cy="154"/>
              </a:xfrm>
              <a:custGeom>
                <a:avLst/>
                <a:gdLst>
                  <a:gd name="T0" fmla="*/ 0 w 1323"/>
                  <a:gd name="T1" fmla="*/ 0 h 1233"/>
                  <a:gd name="T2" fmla="*/ 0 w 1323"/>
                  <a:gd name="T3" fmla="*/ 0 h 1233"/>
                  <a:gd name="T4" fmla="*/ 0 w 1323"/>
                  <a:gd name="T5" fmla="*/ 0 h 1233"/>
                  <a:gd name="T6" fmla="*/ 0 w 1323"/>
                  <a:gd name="T7" fmla="*/ 0 h 1233"/>
                  <a:gd name="T8" fmla="*/ 0 w 1323"/>
                  <a:gd name="T9" fmla="*/ 0 h 1233"/>
                  <a:gd name="T10" fmla="*/ 0 w 1323"/>
                  <a:gd name="T11" fmla="*/ 0 h 1233"/>
                  <a:gd name="T12" fmla="*/ 0 w 1323"/>
                  <a:gd name="T13" fmla="*/ 0 h 1233"/>
                  <a:gd name="T14" fmla="*/ 0 w 1323"/>
                  <a:gd name="T15" fmla="*/ 0 h 1233"/>
                  <a:gd name="T16" fmla="*/ 0 w 1323"/>
                  <a:gd name="T17" fmla="*/ 0 h 1233"/>
                  <a:gd name="T18" fmla="*/ 0 w 1323"/>
                  <a:gd name="T19" fmla="*/ 0 h 1233"/>
                  <a:gd name="T20" fmla="*/ 0 w 1323"/>
                  <a:gd name="T21" fmla="*/ 0 h 1233"/>
                  <a:gd name="T22" fmla="*/ 0 w 1323"/>
                  <a:gd name="T23" fmla="*/ 0 h 1233"/>
                  <a:gd name="T24" fmla="*/ 0 w 1323"/>
                  <a:gd name="T25" fmla="*/ 0 h 1233"/>
                  <a:gd name="T26" fmla="*/ 0 w 1323"/>
                  <a:gd name="T27" fmla="*/ 0 h 1233"/>
                  <a:gd name="T28" fmla="*/ 0 w 1323"/>
                  <a:gd name="T29" fmla="*/ 0 h 1233"/>
                  <a:gd name="T30" fmla="*/ 0 w 1323"/>
                  <a:gd name="T31" fmla="*/ 0 h 1233"/>
                  <a:gd name="T32" fmla="*/ 0 w 1323"/>
                  <a:gd name="T33" fmla="*/ 0 h 1233"/>
                  <a:gd name="T34" fmla="*/ 0 w 1323"/>
                  <a:gd name="T35" fmla="*/ 0 h 1233"/>
                  <a:gd name="T36" fmla="*/ 0 w 1323"/>
                  <a:gd name="T37" fmla="*/ 0 h 1233"/>
                  <a:gd name="T38" fmla="*/ 0 w 1323"/>
                  <a:gd name="T39" fmla="*/ 0 h 1233"/>
                  <a:gd name="T40" fmla="*/ 0 w 1323"/>
                  <a:gd name="T41" fmla="*/ 0 h 1233"/>
                  <a:gd name="T42" fmla="*/ 0 w 1323"/>
                  <a:gd name="T43" fmla="*/ 0 h 1233"/>
                  <a:gd name="T44" fmla="*/ 0 w 1323"/>
                  <a:gd name="T45" fmla="*/ 0 h 1233"/>
                  <a:gd name="T46" fmla="*/ 0 w 1323"/>
                  <a:gd name="T47" fmla="*/ 0 h 1233"/>
                  <a:gd name="T48" fmla="*/ 0 w 1323"/>
                  <a:gd name="T49" fmla="*/ 0 h 1233"/>
                  <a:gd name="T50" fmla="*/ 0 w 1323"/>
                  <a:gd name="T51" fmla="*/ 0 h 1233"/>
                  <a:gd name="T52" fmla="*/ 0 w 1323"/>
                  <a:gd name="T53" fmla="*/ 0 h 1233"/>
                  <a:gd name="T54" fmla="*/ 0 w 1323"/>
                  <a:gd name="T55" fmla="*/ 0 h 1233"/>
                  <a:gd name="T56" fmla="*/ 0 w 1323"/>
                  <a:gd name="T57" fmla="*/ 0 h 1233"/>
                  <a:gd name="T58" fmla="*/ 0 w 1323"/>
                  <a:gd name="T59" fmla="*/ 0 h 1233"/>
                  <a:gd name="T60" fmla="*/ 0 w 1323"/>
                  <a:gd name="T61" fmla="*/ 0 h 1233"/>
                  <a:gd name="T62" fmla="*/ 0 w 1323"/>
                  <a:gd name="T63" fmla="*/ 0 h 1233"/>
                  <a:gd name="T64" fmla="*/ 0 w 1323"/>
                  <a:gd name="T65" fmla="*/ 0 h 1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23"/>
                  <a:gd name="T100" fmla="*/ 0 h 1233"/>
                  <a:gd name="T101" fmla="*/ 1323 w 1323"/>
                  <a:gd name="T102" fmla="*/ 1233 h 1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23" h="1233">
                    <a:moveTo>
                      <a:pt x="680" y="329"/>
                    </a:moveTo>
                    <a:lnTo>
                      <a:pt x="759" y="233"/>
                    </a:lnTo>
                    <a:lnTo>
                      <a:pt x="833" y="191"/>
                    </a:lnTo>
                    <a:lnTo>
                      <a:pt x="918" y="186"/>
                    </a:lnTo>
                    <a:lnTo>
                      <a:pt x="1026" y="239"/>
                    </a:lnTo>
                    <a:lnTo>
                      <a:pt x="1086" y="329"/>
                    </a:lnTo>
                    <a:lnTo>
                      <a:pt x="1116" y="433"/>
                    </a:lnTo>
                    <a:lnTo>
                      <a:pt x="1128" y="539"/>
                    </a:lnTo>
                    <a:lnTo>
                      <a:pt x="1123" y="648"/>
                    </a:lnTo>
                    <a:lnTo>
                      <a:pt x="1112" y="753"/>
                    </a:lnTo>
                    <a:lnTo>
                      <a:pt x="1141" y="857"/>
                    </a:lnTo>
                    <a:lnTo>
                      <a:pt x="1165" y="744"/>
                    </a:lnTo>
                    <a:lnTo>
                      <a:pt x="1242" y="689"/>
                    </a:lnTo>
                    <a:lnTo>
                      <a:pt x="1291" y="728"/>
                    </a:lnTo>
                    <a:lnTo>
                      <a:pt x="1305" y="857"/>
                    </a:lnTo>
                    <a:lnTo>
                      <a:pt x="1296" y="960"/>
                    </a:lnTo>
                    <a:lnTo>
                      <a:pt x="1238" y="1046"/>
                    </a:lnTo>
                    <a:lnTo>
                      <a:pt x="1209" y="1083"/>
                    </a:lnTo>
                    <a:lnTo>
                      <a:pt x="1152" y="1127"/>
                    </a:lnTo>
                    <a:lnTo>
                      <a:pt x="1222" y="1101"/>
                    </a:lnTo>
                    <a:lnTo>
                      <a:pt x="1310" y="966"/>
                    </a:lnTo>
                    <a:lnTo>
                      <a:pt x="1323" y="834"/>
                    </a:lnTo>
                    <a:lnTo>
                      <a:pt x="1296" y="696"/>
                    </a:lnTo>
                    <a:lnTo>
                      <a:pt x="1242" y="666"/>
                    </a:lnTo>
                    <a:lnTo>
                      <a:pt x="1242" y="585"/>
                    </a:lnTo>
                    <a:lnTo>
                      <a:pt x="1183" y="323"/>
                    </a:lnTo>
                    <a:lnTo>
                      <a:pt x="1086" y="175"/>
                    </a:lnTo>
                    <a:lnTo>
                      <a:pt x="971" y="74"/>
                    </a:lnTo>
                    <a:lnTo>
                      <a:pt x="840" y="32"/>
                    </a:lnTo>
                    <a:lnTo>
                      <a:pt x="629" y="0"/>
                    </a:lnTo>
                    <a:lnTo>
                      <a:pt x="392" y="32"/>
                    </a:lnTo>
                    <a:lnTo>
                      <a:pt x="213" y="131"/>
                    </a:lnTo>
                    <a:lnTo>
                      <a:pt x="97" y="255"/>
                    </a:lnTo>
                    <a:lnTo>
                      <a:pt x="26" y="404"/>
                    </a:lnTo>
                    <a:lnTo>
                      <a:pt x="12" y="562"/>
                    </a:lnTo>
                    <a:lnTo>
                      <a:pt x="26" y="786"/>
                    </a:lnTo>
                    <a:lnTo>
                      <a:pt x="0" y="857"/>
                    </a:lnTo>
                    <a:lnTo>
                      <a:pt x="23" y="995"/>
                    </a:lnTo>
                    <a:lnTo>
                      <a:pt x="97" y="1113"/>
                    </a:lnTo>
                    <a:lnTo>
                      <a:pt x="198" y="1196"/>
                    </a:lnTo>
                    <a:lnTo>
                      <a:pt x="249" y="1201"/>
                    </a:lnTo>
                    <a:lnTo>
                      <a:pt x="279" y="1233"/>
                    </a:lnTo>
                    <a:lnTo>
                      <a:pt x="264" y="1152"/>
                    </a:lnTo>
                    <a:lnTo>
                      <a:pt x="213" y="1187"/>
                    </a:lnTo>
                    <a:lnTo>
                      <a:pt x="104" y="1106"/>
                    </a:lnTo>
                    <a:lnTo>
                      <a:pt x="33" y="973"/>
                    </a:lnTo>
                    <a:lnTo>
                      <a:pt x="26" y="868"/>
                    </a:lnTo>
                    <a:lnTo>
                      <a:pt x="49" y="843"/>
                    </a:lnTo>
                    <a:lnTo>
                      <a:pt x="121" y="857"/>
                    </a:lnTo>
                    <a:lnTo>
                      <a:pt x="213" y="936"/>
                    </a:lnTo>
                    <a:lnTo>
                      <a:pt x="194" y="830"/>
                    </a:lnTo>
                    <a:lnTo>
                      <a:pt x="167" y="771"/>
                    </a:lnTo>
                    <a:lnTo>
                      <a:pt x="130" y="668"/>
                    </a:lnTo>
                    <a:lnTo>
                      <a:pt x="108" y="551"/>
                    </a:lnTo>
                    <a:lnTo>
                      <a:pt x="108" y="459"/>
                    </a:lnTo>
                    <a:lnTo>
                      <a:pt x="130" y="382"/>
                    </a:lnTo>
                    <a:lnTo>
                      <a:pt x="171" y="323"/>
                    </a:lnTo>
                    <a:lnTo>
                      <a:pt x="227" y="281"/>
                    </a:lnTo>
                    <a:lnTo>
                      <a:pt x="286" y="265"/>
                    </a:lnTo>
                    <a:lnTo>
                      <a:pt x="354" y="281"/>
                    </a:lnTo>
                    <a:lnTo>
                      <a:pt x="420" y="318"/>
                    </a:lnTo>
                    <a:lnTo>
                      <a:pt x="466" y="355"/>
                    </a:lnTo>
                    <a:lnTo>
                      <a:pt x="521" y="369"/>
                    </a:lnTo>
                    <a:lnTo>
                      <a:pt x="607" y="362"/>
                    </a:lnTo>
                    <a:lnTo>
                      <a:pt x="655" y="345"/>
                    </a:lnTo>
                    <a:lnTo>
                      <a:pt x="680" y="3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1" name="Freeform 185"/>
              <p:cNvSpPr>
                <a:spLocks/>
              </p:cNvSpPr>
              <p:nvPr/>
            </p:nvSpPr>
            <p:spPr bwMode="auto">
              <a:xfrm>
                <a:off x="3017" y="1531"/>
                <a:ext cx="53" cy="10"/>
              </a:xfrm>
              <a:custGeom>
                <a:avLst/>
                <a:gdLst>
                  <a:gd name="T0" fmla="*/ 0 w 424"/>
                  <a:gd name="T1" fmla="*/ 0 h 83"/>
                  <a:gd name="T2" fmla="*/ 0 w 424"/>
                  <a:gd name="T3" fmla="*/ 0 h 83"/>
                  <a:gd name="T4" fmla="*/ 0 w 424"/>
                  <a:gd name="T5" fmla="*/ 0 h 83"/>
                  <a:gd name="T6" fmla="*/ 0 w 424"/>
                  <a:gd name="T7" fmla="*/ 0 h 83"/>
                  <a:gd name="T8" fmla="*/ 0 w 424"/>
                  <a:gd name="T9" fmla="*/ 0 h 83"/>
                  <a:gd name="T10" fmla="*/ 0 w 424"/>
                  <a:gd name="T11" fmla="*/ 0 h 83"/>
                  <a:gd name="T12" fmla="*/ 0 w 424"/>
                  <a:gd name="T13" fmla="*/ 0 h 83"/>
                  <a:gd name="T14" fmla="*/ 0 w 424"/>
                  <a:gd name="T15" fmla="*/ 0 h 83"/>
                  <a:gd name="T16" fmla="*/ 0 w 424"/>
                  <a:gd name="T17" fmla="*/ 0 h 83"/>
                  <a:gd name="T18" fmla="*/ 0 w 424"/>
                  <a:gd name="T19" fmla="*/ 0 h 83"/>
                  <a:gd name="T20" fmla="*/ 0 w 424"/>
                  <a:gd name="T21" fmla="*/ 0 h 83"/>
                  <a:gd name="T22" fmla="*/ 0 w 424"/>
                  <a:gd name="T23" fmla="*/ 0 h 83"/>
                  <a:gd name="T24" fmla="*/ 0 w 424"/>
                  <a:gd name="T25" fmla="*/ 0 h 83"/>
                  <a:gd name="T26" fmla="*/ 0 w 424"/>
                  <a:gd name="T27" fmla="*/ 0 h 83"/>
                  <a:gd name="T28" fmla="*/ 0 w 424"/>
                  <a:gd name="T29" fmla="*/ 0 h 83"/>
                  <a:gd name="T30" fmla="*/ 0 w 424"/>
                  <a:gd name="T31" fmla="*/ 0 h 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4"/>
                  <a:gd name="T49" fmla="*/ 0 h 83"/>
                  <a:gd name="T50" fmla="*/ 424 w 424"/>
                  <a:gd name="T51" fmla="*/ 83 h 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4" h="83">
                    <a:moveTo>
                      <a:pt x="0" y="42"/>
                    </a:moveTo>
                    <a:lnTo>
                      <a:pt x="74" y="22"/>
                    </a:lnTo>
                    <a:lnTo>
                      <a:pt x="157" y="15"/>
                    </a:lnTo>
                    <a:lnTo>
                      <a:pt x="274" y="15"/>
                    </a:lnTo>
                    <a:lnTo>
                      <a:pt x="338" y="8"/>
                    </a:lnTo>
                    <a:lnTo>
                      <a:pt x="424" y="0"/>
                    </a:lnTo>
                    <a:lnTo>
                      <a:pt x="389" y="46"/>
                    </a:lnTo>
                    <a:lnTo>
                      <a:pt x="300" y="52"/>
                    </a:lnTo>
                    <a:lnTo>
                      <a:pt x="305" y="83"/>
                    </a:lnTo>
                    <a:lnTo>
                      <a:pt x="263" y="52"/>
                    </a:lnTo>
                    <a:lnTo>
                      <a:pt x="204" y="46"/>
                    </a:lnTo>
                    <a:lnTo>
                      <a:pt x="129" y="56"/>
                    </a:lnTo>
                    <a:lnTo>
                      <a:pt x="210" y="28"/>
                    </a:lnTo>
                    <a:lnTo>
                      <a:pt x="134" y="28"/>
                    </a:lnTo>
                    <a:lnTo>
                      <a:pt x="63" y="42"/>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2" name="Freeform 186"/>
              <p:cNvSpPr>
                <a:spLocks/>
              </p:cNvSpPr>
              <p:nvPr/>
            </p:nvSpPr>
            <p:spPr bwMode="auto">
              <a:xfrm>
                <a:off x="3015" y="1533"/>
                <a:ext cx="40" cy="21"/>
              </a:xfrm>
              <a:custGeom>
                <a:avLst/>
                <a:gdLst>
                  <a:gd name="T0" fmla="*/ 0 w 318"/>
                  <a:gd name="T1" fmla="*/ 0 h 161"/>
                  <a:gd name="T2" fmla="*/ 0 w 318"/>
                  <a:gd name="T3" fmla="*/ 0 h 161"/>
                  <a:gd name="T4" fmla="*/ 0 w 318"/>
                  <a:gd name="T5" fmla="*/ 0 h 161"/>
                  <a:gd name="T6" fmla="*/ 0 w 318"/>
                  <a:gd name="T7" fmla="*/ 0 h 161"/>
                  <a:gd name="T8" fmla="*/ 0 w 318"/>
                  <a:gd name="T9" fmla="*/ 0 h 161"/>
                  <a:gd name="T10" fmla="*/ 0 w 318"/>
                  <a:gd name="T11" fmla="*/ 0 h 161"/>
                  <a:gd name="T12" fmla="*/ 0 w 318"/>
                  <a:gd name="T13" fmla="*/ 0 h 161"/>
                  <a:gd name="T14" fmla="*/ 0 w 318"/>
                  <a:gd name="T15" fmla="*/ 0 h 161"/>
                  <a:gd name="T16" fmla="*/ 0 w 318"/>
                  <a:gd name="T17" fmla="*/ 0 h 161"/>
                  <a:gd name="T18" fmla="*/ 0 w 318"/>
                  <a:gd name="T19" fmla="*/ 0 h 161"/>
                  <a:gd name="T20" fmla="*/ 0 w 318"/>
                  <a:gd name="T21" fmla="*/ 0 h 161"/>
                  <a:gd name="T22" fmla="*/ 0 w 318"/>
                  <a:gd name="T23" fmla="*/ 0 h 161"/>
                  <a:gd name="T24" fmla="*/ 0 w 318"/>
                  <a:gd name="T25" fmla="*/ 0 h 161"/>
                  <a:gd name="T26" fmla="*/ 0 w 318"/>
                  <a:gd name="T27" fmla="*/ 0 h 161"/>
                  <a:gd name="T28" fmla="*/ 0 w 318"/>
                  <a:gd name="T29" fmla="*/ 0 h 161"/>
                  <a:gd name="T30" fmla="*/ 0 w 318"/>
                  <a:gd name="T31" fmla="*/ 0 h 161"/>
                  <a:gd name="T32" fmla="*/ 0 w 318"/>
                  <a:gd name="T33" fmla="*/ 0 h 161"/>
                  <a:gd name="T34" fmla="*/ 0 w 318"/>
                  <a:gd name="T35" fmla="*/ 0 h 161"/>
                  <a:gd name="T36" fmla="*/ 0 w 318"/>
                  <a:gd name="T37" fmla="*/ 0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8"/>
                  <a:gd name="T58" fmla="*/ 0 h 161"/>
                  <a:gd name="T59" fmla="*/ 318 w 318"/>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8" h="161">
                    <a:moveTo>
                      <a:pt x="0" y="22"/>
                    </a:moveTo>
                    <a:lnTo>
                      <a:pt x="24" y="50"/>
                    </a:lnTo>
                    <a:lnTo>
                      <a:pt x="92" y="74"/>
                    </a:lnTo>
                    <a:lnTo>
                      <a:pt x="138" y="108"/>
                    </a:lnTo>
                    <a:lnTo>
                      <a:pt x="119" y="127"/>
                    </a:lnTo>
                    <a:lnTo>
                      <a:pt x="175" y="161"/>
                    </a:lnTo>
                    <a:lnTo>
                      <a:pt x="237" y="145"/>
                    </a:lnTo>
                    <a:lnTo>
                      <a:pt x="281" y="117"/>
                    </a:lnTo>
                    <a:lnTo>
                      <a:pt x="228" y="108"/>
                    </a:lnTo>
                    <a:lnTo>
                      <a:pt x="318" y="59"/>
                    </a:lnTo>
                    <a:lnTo>
                      <a:pt x="310" y="44"/>
                    </a:lnTo>
                    <a:lnTo>
                      <a:pt x="222" y="97"/>
                    </a:lnTo>
                    <a:lnTo>
                      <a:pt x="175" y="103"/>
                    </a:lnTo>
                    <a:lnTo>
                      <a:pt x="119" y="81"/>
                    </a:lnTo>
                    <a:lnTo>
                      <a:pt x="99" y="53"/>
                    </a:lnTo>
                    <a:lnTo>
                      <a:pt x="156" y="32"/>
                    </a:lnTo>
                    <a:lnTo>
                      <a:pt x="99" y="39"/>
                    </a:lnTo>
                    <a:lnTo>
                      <a:pt x="77" y="0"/>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3" name="Freeform 187"/>
              <p:cNvSpPr>
                <a:spLocks/>
              </p:cNvSpPr>
              <p:nvPr/>
            </p:nvSpPr>
            <p:spPr bwMode="auto">
              <a:xfrm>
                <a:off x="3074" y="1519"/>
                <a:ext cx="41" cy="10"/>
              </a:xfrm>
              <a:custGeom>
                <a:avLst/>
                <a:gdLst>
                  <a:gd name="T0" fmla="*/ 0 w 327"/>
                  <a:gd name="T1" fmla="*/ 0 h 85"/>
                  <a:gd name="T2" fmla="*/ 0 w 327"/>
                  <a:gd name="T3" fmla="*/ 0 h 85"/>
                  <a:gd name="T4" fmla="*/ 0 w 327"/>
                  <a:gd name="T5" fmla="*/ 0 h 85"/>
                  <a:gd name="T6" fmla="*/ 0 w 327"/>
                  <a:gd name="T7" fmla="*/ 0 h 85"/>
                  <a:gd name="T8" fmla="*/ 0 w 327"/>
                  <a:gd name="T9" fmla="*/ 0 h 85"/>
                  <a:gd name="T10" fmla="*/ 0 w 327"/>
                  <a:gd name="T11" fmla="*/ 0 h 85"/>
                  <a:gd name="T12" fmla="*/ 0 w 327"/>
                  <a:gd name="T13" fmla="*/ 0 h 85"/>
                  <a:gd name="T14" fmla="*/ 0 w 327"/>
                  <a:gd name="T15" fmla="*/ 0 h 85"/>
                  <a:gd name="T16" fmla="*/ 0 60000 65536"/>
                  <a:gd name="T17" fmla="*/ 0 60000 65536"/>
                  <a:gd name="T18" fmla="*/ 0 60000 65536"/>
                  <a:gd name="T19" fmla="*/ 0 60000 65536"/>
                  <a:gd name="T20" fmla="*/ 0 60000 65536"/>
                  <a:gd name="T21" fmla="*/ 0 60000 65536"/>
                  <a:gd name="T22" fmla="*/ 0 60000 65536"/>
                  <a:gd name="T23" fmla="*/ 0 60000 65536"/>
                  <a:gd name="T24" fmla="*/ 0 w 327"/>
                  <a:gd name="T25" fmla="*/ 0 h 85"/>
                  <a:gd name="T26" fmla="*/ 327 w 327"/>
                  <a:gd name="T27" fmla="*/ 85 h 8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7" h="85">
                    <a:moveTo>
                      <a:pt x="0" y="85"/>
                    </a:moveTo>
                    <a:lnTo>
                      <a:pt x="211" y="0"/>
                    </a:lnTo>
                    <a:lnTo>
                      <a:pt x="269" y="12"/>
                    </a:lnTo>
                    <a:lnTo>
                      <a:pt x="327" y="35"/>
                    </a:lnTo>
                    <a:lnTo>
                      <a:pt x="253" y="28"/>
                    </a:lnTo>
                    <a:lnTo>
                      <a:pt x="200" y="28"/>
                    </a:lnTo>
                    <a:lnTo>
                      <a:pt x="130" y="48"/>
                    </a:lnTo>
                    <a:lnTo>
                      <a:pt x="0"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4" name="Freeform 188"/>
              <p:cNvSpPr>
                <a:spLocks/>
              </p:cNvSpPr>
              <p:nvPr/>
            </p:nvSpPr>
            <p:spPr bwMode="auto">
              <a:xfrm>
                <a:off x="3077" y="1529"/>
                <a:ext cx="33" cy="12"/>
              </a:xfrm>
              <a:custGeom>
                <a:avLst/>
                <a:gdLst>
                  <a:gd name="T0" fmla="*/ 0 w 261"/>
                  <a:gd name="T1" fmla="*/ 0 h 99"/>
                  <a:gd name="T2" fmla="*/ 0 w 261"/>
                  <a:gd name="T3" fmla="*/ 0 h 99"/>
                  <a:gd name="T4" fmla="*/ 0 w 261"/>
                  <a:gd name="T5" fmla="*/ 0 h 99"/>
                  <a:gd name="T6" fmla="*/ 0 w 261"/>
                  <a:gd name="T7" fmla="*/ 0 h 99"/>
                  <a:gd name="T8" fmla="*/ 0 w 261"/>
                  <a:gd name="T9" fmla="*/ 0 h 99"/>
                  <a:gd name="T10" fmla="*/ 0 w 261"/>
                  <a:gd name="T11" fmla="*/ 0 h 99"/>
                  <a:gd name="T12" fmla="*/ 0 w 261"/>
                  <a:gd name="T13" fmla="*/ 0 h 99"/>
                  <a:gd name="T14" fmla="*/ 0 w 261"/>
                  <a:gd name="T15" fmla="*/ 0 h 99"/>
                  <a:gd name="T16" fmla="*/ 0 w 261"/>
                  <a:gd name="T17" fmla="*/ 0 h 99"/>
                  <a:gd name="T18" fmla="*/ 0 w 261"/>
                  <a:gd name="T19" fmla="*/ 0 h 99"/>
                  <a:gd name="T20" fmla="*/ 0 w 261"/>
                  <a:gd name="T21" fmla="*/ 0 h 99"/>
                  <a:gd name="T22" fmla="*/ 0 w 261"/>
                  <a:gd name="T23" fmla="*/ 0 h 99"/>
                  <a:gd name="T24" fmla="*/ 0 w 261"/>
                  <a:gd name="T25" fmla="*/ 0 h 99"/>
                  <a:gd name="T26" fmla="*/ 0 w 261"/>
                  <a:gd name="T27" fmla="*/ 0 h 99"/>
                  <a:gd name="T28" fmla="*/ 0 w 261"/>
                  <a:gd name="T29" fmla="*/ 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1"/>
                  <a:gd name="T46" fmla="*/ 0 h 99"/>
                  <a:gd name="T47" fmla="*/ 261 w 261"/>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1" h="99">
                    <a:moveTo>
                      <a:pt x="0" y="53"/>
                    </a:moveTo>
                    <a:lnTo>
                      <a:pt x="70" y="2"/>
                    </a:lnTo>
                    <a:lnTo>
                      <a:pt x="166" y="0"/>
                    </a:lnTo>
                    <a:lnTo>
                      <a:pt x="261" y="11"/>
                    </a:lnTo>
                    <a:lnTo>
                      <a:pt x="224" y="57"/>
                    </a:lnTo>
                    <a:lnTo>
                      <a:pt x="166" y="85"/>
                    </a:lnTo>
                    <a:lnTo>
                      <a:pt x="116" y="99"/>
                    </a:lnTo>
                    <a:lnTo>
                      <a:pt x="42" y="88"/>
                    </a:lnTo>
                    <a:lnTo>
                      <a:pt x="116" y="88"/>
                    </a:lnTo>
                    <a:lnTo>
                      <a:pt x="193" y="57"/>
                    </a:lnTo>
                    <a:lnTo>
                      <a:pt x="240" y="15"/>
                    </a:lnTo>
                    <a:lnTo>
                      <a:pt x="153" y="11"/>
                    </a:lnTo>
                    <a:lnTo>
                      <a:pt x="83" y="15"/>
                    </a:lnTo>
                    <a:lnTo>
                      <a:pt x="30" y="53"/>
                    </a:lnTo>
                    <a:lnTo>
                      <a:pt x="0"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5" name="Freeform 189"/>
              <p:cNvSpPr>
                <a:spLocks/>
              </p:cNvSpPr>
              <p:nvPr/>
            </p:nvSpPr>
            <p:spPr bwMode="auto">
              <a:xfrm>
                <a:off x="3069" y="1523"/>
                <a:ext cx="31" cy="35"/>
              </a:xfrm>
              <a:custGeom>
                <a:avLst/>
                <a:gdLst>
                  <a:gd name="T0" fmla="*/ 0 w 248"/>
                  <a:gd name="T1" fmla="*/ 0 h 281"/>
                  <a:gd name="T2" fmla="*/ 0 w 248"/>
                  <a:gd name="T3" fmla="*/ 0 h 281"/>
                  <a:gd name="T4" fmla="*/ 0 w 248"/>
                  <a:gd name="T5" fmla="*/ 0 h 281"/>
                  <a:gd name="T6" fmla="*/ 0 w 248"/>
                  <a:gd name="T7" fmla="*/ 0 h 281"/>
                  <a:gd name="T8" fmla="*/ 0 w 248"/>
                  <a:gd name="T9" fmla="*/ 0 h 281"/>
                  <a:gd name="T10" fmla="*/ 0 w 248"/>
                  <a:gd name="T11" fmla="*/ 0 h 281"/>
                  <a:gd name="T12" fmla="*/ 0 w 248"/>
                  <a:gd name="T13" fmla="*/ 0 h 281"/>
                  <a:gd name="T14" fmla="*/ 0 w 248"/>
                  <a:gd name="T15" fmla="*/ 0 h 281"/>
                  <a:gd name="T16" fmla="*/ 0 w 248"/>
                  <a:gd name="T17" fmla="*/ 0 h 281"/>
                  <a:gd name="T18" fmla="*/ 0 w 248"/>
                  <a:gd name="T19" fmla="*/ 0 h 281"/>
                  <a:gd name="T20" fmla="*/ 0 w 248"/>
                  <a:gd name="T21" fmla="*/ 0 h 281"/>
                  <a:gd name="T22" fmla="*/ 0 w 248"/>
                  <a:gd name="T23" fmla="*/ 0 h 281"/>
                  <a:gd name="T24" fmla="*/ 0 w 248"/>
                  <a:gd name="T25" fmla="*/ 0 h 281"/>
                  <a:gd name="T26" fmla="*/ 0 w 248"/>
                  <a:gd name="T27" fmla="*/ 0 h 281"/>
                  <a:gd name="T28" fmla="*/ 0 w 248"/>
                  <a:gd name="T29" fmla="*/ 0 h 28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8"/>
                  <a:gd name="T46" fmla="*/ 0 h 281"/>
                  <a:gd name="T47" fmla="*/ 248 w 248"/>
                  <a:gd name="T48" fmla="*/ 281 h 28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8" h="281">
                    <a:moveTo>
                      <a:pt x="173" y="11"/>
                    </a:moveTo>
                    <a:lnTo>
                      <a:pt x="248" y="25"/>
                    </a:lnTo>
                    <a:lnTo>
                      <a:pt x="158" y="25"/>
                    </a:lnTo>
                    <a:lnTo>
                      <a:pt x="122" y="63"/>
                    </a:lnTo>
                    <a:lnTo>
                      <a:pt x="74" y="94"/>
                    </a:lnTo>
                    <a:lnTo>
                      <a:pt x="55" y="133"/>
                    </a:lnTo>
                    <a:lnTo>
                      <a:pt x="55" y="186"/>
                    </a:lnTo>
                    <a:lnTo>
                      <a:pt x="74" y="281"/>
                    </a:lnTo>
                    <a:lnTo>
                      <a:pt x="43" y="191"/>
                    </a:lnTo>
                    <a:lnTo>
                      <a:pt x="37" y="142"/>
                    </a:lnTo>
                    <a:lnTo>
                      <a:pt x="34" y="105"/>
                    </a:lnTo>
                    <a:lnTo>
                      <a:pt x="0" y="63"/>
                    </a:lnTo>
                    <a:lnTo>
                      <a:pt x="140" y="21"/>
                    </a:lnTo>
                    <a:lnTo>
                      <a:pt x="204" y="0"/>
                    </a:lnTo>
                    <a:lnTo>
                      <a:pt x="173"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6" name="Freeform 190"/>
              <p:cNvSpPr>
                <a:spLocks/>
              </p:cNvSpPr>
              <p:nvPr/>
            </p:nvSpPr>
            <p:spPr bwMode="auto">
              <a:xfrm>
                <a:off x="3057" y="1536"/>
                <a:ext cx="6" cy="29"/>
              </a:xfrm>
              <a:custGeom>
                <a:avLst/>
                <a:gdLst>
                  <a:gd name="T0" fmla="*/ 0 w 48"/>
                  <a:gd name="T1" fmla="*/ 0 h 233"/>
                  <a:gd name="T2" fmla="*/ 0 w 48"/>
                  <a:gd name="T3" fmla="*/ 0 h 233"/>
                  <a:gd name="T4" fmla="*/ 0 w 48"/>
                  <a:gd name="T5" fmla="*/ 0 h 233"/>
                  <a:gd name="T6" fmla="*/ 0 w 48"/>
                  <a:gd name="T7" fmla="*/ 0 h 233"/>
                  <a:gd name="T8" fmla="*/ 0 w 48"/>
                  <a:gd name="T9" fmla="*/ 0 h 233"/>
                  <a:gd name="T10" fmla="*/ 0 w 48"/>
                  <a:gd name="T11" fmla="*/ 0 h 233"/>
                  <a:gd name="T12" fmla="*/ 0 w 48"/>
                  <a:gd name="T13" fmla="*/ 0 h 233"/>
                  <a:gd name="T14" fmla="*/ 0 w 48"/>
                  <a:gd name="T15" fmla="*/ 0 h 233"/>
                  <a:gd name="T16" fmla="*/ 0 w 48"/>
                  <a:gd name="T17" fmla="*/ 0 h 2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233"/>
                  <a:gd name="T29" fmla="*/ 48 w 48"/>
                  <a:gd name="T30" fmla="*/ 233 h 2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233">
                    <a:moveTo>
                      <a:pt x="0" y="10"/>
                    </a:moveTo>
                    <a:lnTo>
                      <a:pt x="22" y="90"/>
                    </a:lnTo>
                    <a:lnTo>
                      <a:pt x="27" y="153"/>
                    </a:lnTo>
                    <a:lnTo>
                      <a:pt x="39" y="233"/>
                    </a:lnTo>
                    <a:lnTo>
                      <a:pt x="48" y="149"/>
                    </a:lnTo>
                    <a:lnTo>
                      <a:pt x="41" y="85"/>
                    </a:lnTo>
                    <a:lnTo>
                      <a:pt x="35" y="32"/>
                    </a:lnTo>
                    <a:lnTo>
                      <a:pt x="27" y="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7" name="Freeform 191"/>
              <p:cNvSpPr>
                <a:spLocks/>
              </p:cNvSpPr>
              <p:nvPr/>
            </p:nvSpPr>
            <p:spPr bwMode="auto">
              <a:xfrm>
                <a:off x="3082" y="1540"/>
                <a:ext cx="22" cy="7"/>
              </a:xfrm>
              <a:custGeom>
                <a:avLst/>
                <a:gdLst>
                  <a:gd name="T0" fmla="*/ 0 w 171"/>
                  <a:gd name="T1" fmla="*/ 0 h 55"/>
                  <a:gd name="T2" fmla="*/ 0 w 171"/>
                  <a:gd name="T3" fmla="*/ 0 h 55"/>
                  <a:gd name="T4" fmla="*/ 0 w 171"/>
                  <a:gd name="T5" fmla="*/ 0 h 55"/>
                  <a:gd name="T6" fmla="*/ 0 w 171"/>
                  <a:gd name="T7" fmla="*/ 0 h 55"/>
                  <a:gd name="T8" fmla="*/ 0 w 171"/>
                  <a:gd name="T9" fmla="*/ 0 h 55"/>
                  <a:gd name="T10" fmla="*/ 0 w 171"/>
                  <a:gd name="T11" fmla="*/ 0 h 55"/>
                  <a:gd name="T12" fmla="*/ 0 w 171"/>
                  <a:gd name="T13" fmla="*/ 0 h 55"/>
                  <a:gd name="T14" fmla="*/ 0 w 171"/>
                  <a:gd name="T15" fmla="*/ 0 h 55"/>
                  <a:gd name="T16" fmla="*/ 0 60000 65536"/>
                  <a:gd name="T17" fmla="*/ 0 60000 65536"/>
                  <a:gd name="T18" fmla="*/ 0 60000 65536"/>
                  <a:gd name="T19" fmla="*/ 0 60000 65536"/>
                  <a:gd name="T20" fmla="*/ 0 60000 65536"/>
                  <a:gd name="T21" fmla="*/ 0 60000 65536"/>
                  <a:gd name="T22" fmla="*/ 0 60000 65536"/>
                  <a:gd name="T23" fmla="*/ 0 60000 65536"/>
                  <a:gd name="T24" fmla="*/ 0 w 171"/>
                  <a:gd name="T25" fmla="*/ 0 h 55"/>
                  <a:gd name="T26" fmla="*/ 171 w 171"/>
                  <a:gd name="T27" fmla="*/ 55 h 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1" h="55">
                    <a:moveTo>
                      <a:pt x="32" y="11"/>
                    </a:moveTo>
                    <a:lnTo>
                      <a:pt x="0" y="44"/>
                    </a:lnTo>
                    <a:lnTo>
                      <a:pt x="65" y="55"/>
                    </a:lnTo>
                    <a:lnTo>
                      <a:pt x="106" y="44"/>
                    </a:lnTo>
                    <a:lnTo>
                      <a:pt x="171" y="11"/>
                    </a:lnTo>
                    <a:lnTo>
                      <a:pt x="124" y="11"/>
                    </a:lnTo>
                    <a:lnTo>
                      <a:pt x="81" y="0"/>
                    </a:lnTo>
                    <a:lnTo>
                      <a:pt x="32"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8" name="Freeform 192"/>
              <p:cNvSpPr>
                <a:spLocks/>
              </p:cNvSpPr>
              <p:nvPr/>
            </p:nvSpPr>
            <p:spPr bwMode="auto">
              <a:xfrm>
                <a:off x="2988" y="1539"/>
                <a:ext cx="21" cy="21"/>
              </a:xfrm>
              <a:custGeom>
                <a:avLst/>
                <a:gdLst>
                  <a:gd name="T0" fmla="*/ 0 w 174"/>
                  <a:gd name="T1" fmla="*/ 0 h 170"/>
                  <a:gd name="T2" fmla="*/ 0 w 174"/>
                  <a:gd name="T3" fmla="*/ 0 h 170"/>
                  <a:gd name="T4" fmla="*/ 0 w 174"/>
                  <a:gd name="T5" fmla="*/ 0 h 170"/>
                  <a:gd name="T6" fmla="*/ 0 w 174"/>
                  <a:gd name="T7" fmla="*/ 0 h 170"/>
                  <a:gd name="T8" fmla="*/ 0 w 174"/>
                  <a:gd name="T9" fmla="*/ 0 h 170"/>
                  <a:gd name="T10" fmla="*/ 0 w 174"/>
                  <a:gd name="T11" fmla="*/ 0 h 170"/>
                  <a:gd name="T12" fmla="*/ 0 w 174"/>
                  <a:gd name="T13" fmla="*/ 0 h 170"/>
                  <a:gd name="T14" fmla="*/ 0 w 174"/>
                  <a:gd name="T15" fmla="*/ 0 h 170"/>
                  <a:gd name="T16" fmla="*/ 0 w 174"/>
                  <a:gd name="T17" fmla="*/ 0 h 170"/>
                  <a:gd name="T18" fmla="*/ 0 w 174"/>
                  <a:gd name="T19" fmla="*/ 0 h 170"/>
                  <a:gd name="T20" fmla="*/ 0 w 174"/>
                  <a:gd name="T21" fmla="*/ 0 h 170"/>
                  <a:gd name="T22" fmla="*/ 0 w 174"/>
                  <a:gd name="T23" fmla="*/ 0 h 170"/>
                  <a:gd name="T24" fmla="*/ 0 w 174"/>
                  <a:gd name="T25" fmla="*/ 0 h 170"/>
                  <a:gd name="T26" fmla="*/ 0 w 174"/>
                  <a:gd name="T27" fmla="*/ 0 h 170"/>
                  <a:gd name="T28" fmla="*/ 0 w 174"/>
                  <a:gd name="T29" fmla="*/ 0 h 170"/>
                  <a:gd name="T30" fmla="*/ 0 w 174"/>
                  <a:gd name="T31" fmla="*/ 0 h 170"/>
                  <a:gd name="T32" fmla="*/ 0 w 174"/>
                  <a:gd name="T33" fmla="*/ 0 h 17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4"/>
                  <a:gd name="T52" fmla="*/ 0 h 170"/>
                  <a:gd name="T53" fmla="*/ 174 w 174"/>
                  <a:gd name="T54" fmla="*/ 170 h 17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4" h="170">
                    <a:moveTo>
                      <a:pt x="157" y="30"/>
                    </a:moveTo>
                    <a:lnTo>
                      <a:pt x="88" y="6"/>
                    </a:lnTo>
                    <a:lnTo>
                      <a:pt x="0" y="0"/>
                    </a:lnTo>
                    <a:lnTo>
                      <a:pt x="33" y="20"/>
                    </a:lnTo>
                    <a:lnTo>
                      <a:pt x="51" y="90"/>
                    </a:lnTo>
                    <a:lnTo>
                      <a:pt x="77" y="129"/>
                    </a:lnTo>
                    <a:lnTo>
                      <a:pt x="60" y="78"/>
                    </a:lnTo>
                    <a:lnTo>
                      <a:pt x="70" y="37"/>
                    </a:lnTo>
                    <a:lnTo>
                      <a:pt x="104" y="44"/>
                    </a:lnTo>
                    <a:lnTo>
                      <a:pt x="97" y="78"/>
                    </a:lnTo>
                    <a:lnTo>
                      <a:pt x="108" y="123"/>
                    </a:lnTo>
                    <a:lnTo>
                      <a:pt x="136" y="136"/>
                    </a:lnTo>
                    <a:lnTo>
                      <a:pt x="174" y="170"/>
                    </a:lnTo>
                    <a:lnTo>
                      <a:pt x="157" y="123"/>
                    </a:lnTo>
                    <a:lnTo>
                      <a:pt x="167" y="83"/>
                    </a:lnTo>
                    <a:lnTo>
                      <a:pt x="160" y="59"/>
                    </a:lnTo>
                    <a:lnTo>
                      <a:pt x="157"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9" name="Freeform 193"/>
              <p:cNvSpPr>
                <a:spLocks/>
              </p:cNvSpPr>
              <p:nvPr/>
            </p:nvSpPr>
            <p:spPr bwMode="auto">
              <a:xfrm>
                <a:off x="3124" y="1518"/>
                <a:ext cx="16" cy="36"/>
              </a:xfrm>
              <a:custGeom>
                <a:avLst/>
                <a:gdLst>
                  <a:gd name="T0" fmla="*/ 0 w 129"/>
                  <a:gd name="T1" fmla="*/ 0 h 292"/>
                  <a:gd name="T2" fmla="*/ 0 w 129"/>
                  <a:gd name="T3" fmla="*/ 0 h 292"/>
                  <a:gd name="T4" fmla="*/ 0 w 129"/>
                  <a:gd name="T5" fmla="*/ 0 h 292"/>
                  <a:gd name="T6" fmla="*/ 0 w 129"/>
                  <a:gd name="T7" fmla="*/ 0 h 292"/>
                  <a:gd name="T8" fmla="*/ 0 w 129"/>
                  <a:gd name="T9" fmla="*/ 0 h 292"/>
                  <a:gd name="T10" fmla="*/ 0 w 129"/>
                  <a:gd name="T11" fmla="*/ 0 h 292"/>
                  <a:gd name="T12" fmla="*/ 0 w 129"/>
                  <a:gd name="T13" fmla="*/ 0 h 292"/>
                  <a:gd name="T14" fmla="*/ 0 w 129"/>
                  <a:gd name="T15" fmla="*/ 0 h 292"/>
                  <a:gd name="T16" fmla="*/ 0 w 129"/>
                  <a:gd name="T17" fmla="*/ 0 h 292"/>
                  <a:gd name="T18" fmla="*/ 0 w 129"/>
                  <a:gd name="T19" fmla="*/ 0 h 292"/>
                  <a:gd name="T20" fmla="*/ 0 w 129"/>
                  <a:gd name="T21" fmla="*/ 0 h 292"/>
                  <a:gd name="T22" fmla="*/ 0 w 129"/>
                  <a:gd name="T23" fmla="*/ 0 h 292"/>
                  <a:gd name="T24" fmla="*/ 0 w 129"/>
                  <a:gd name="T25" fmla="*/ 0 h 292"/>
                  <a:gd name="T26" fmla="*/ 0 w 129"/>
                  <a:gd name="T27" fmla="*/ 0 h 292"/>
                  <a:gd name="T28" fmla="*/ 0 w 129"/>
                  <a:gd name="T29" fmla="*/ 0 h 292"/>
                  <a:gd name="T30" fmla="*/ 0 w 129"/>
                  <a:gd name="T31" fmla="*/ 0 h 292"/>
                  <a:gd name="T32" fmla="*/ 0 w 129"/>
                  <a:gd name="T33" fmla="*/ 0 h 292"/>
                  <a:gd name="T34" fmla="*/ 0 w 129"/>
                  <a:gd name="T35" fmla="*/ 0 h 292"/>
                  <a:gd name="T36" fmla="*/ 0 w 129"/>
                  <a:gd name="T37" fmla="*/ 0 h 292"/>
                  <a:gd name="T38" fmla="*/ 0 w 129"/>
                  <a:gd name="T39" fmla="*/ 0 h 292"/>
                  <a:gd name="T40" fmla="*/ 0 w 129"/>
                  <a:gd name="T41" fmla="*/ 0 h 292"/>
                  <a:gd name="T42" fmla="*/ 0 w 129"/>
                  <a:gd name="T43" fmla="*/ 0 h 2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9"/>
                  <a:gd name="T67" fmla="*/ 0 h 292"/>
                  <a:gd name="T68" fmla="*/ 129 w 129"/>
                  <a:gd name="T69" fmla="*/ 292 h 2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9" h="292">
                    <a:moveTo>
                      <a:pt x="0" y="116"/>
                    </a:moveTo>
                    <a:lnTo>
                      <a:pt x="23" y="109"/>
                    </a:lnTo>
                    <a:lnTo>
                      <a:pt x="63" y="55"/>
                    </a:lnTo>
                    <a:lnTo>
                      <a:pt x="116" y="0"/>
                    </a:lnTo>
                    <a:lnTo>
                      <a:pt x="104" y="46"/>
                    </a:lnTo>
                    <a:lnTo>
                      <a:pt x="129" y="90"/>
                    </a:lnTo>
                    <a:lnTo>
                      <a:pt x="129" y="147"/>
                    </a:lnTo>
                    <a:lnTo>
                      <a:pt x="104" y="199"/>
                    </a:lnTo>
                    <a:lnTo>
                      <a:pt x="116" y="136"/>
                    </a:lnTo>
                    <a:lnTo>
                      <a:pt x="113" y="105"/>
                    </a:lnTo>
                    <a:lnTo>
                      <a:pt x="83" y="76"/>
                    </a:lnTo>
                    <a:lnTo>
                      <a:pt x="69" y="109"/>
                    </a:lnTo>
                    <a:lnTo>
                      <a:pt x="92" y="147"/>
                    </a:lnTo>
                    <a:lnTo>
                      <a:pt x="83" y="184"/>
                    </a:lnTo>
                    <a:lnTo>
                      <a:pt x="54" y="199"/>
                    </a:lnTo>
                    <a:lnTo>
                      <a:pt x="37" y="228"/>
                    </a:lnTo>
                    <a:lnTo>
                      <a:pt x="19" y="292"/>
                    </a:lnTo>
                    <a:lnTo>
                      <a:pt x="17" y="237"/>
                    </a:lnTo>
                    <a:lnTo>
                      <a:pt x="30" y="184"/>
                    </a:lnTo>
                    <a:lnTo>
                      <a:pt x="19" y="164"/>
                    </a:lnTo>
                    <a:lnTo>
                      <a:pt x="0" y="143"/>
                    </a:lnTo>
                    <a:lnTo>
                      <a:pt x="0"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0" name="Freeform 194"/>
              <p:cNvSpPr>
                <a:spLocks/>
              </p:cNvSpPr>
              <p:nvPr/>
            </p:nvSpPr>
            <p:spPr bwMode="auto">
              <a:xfrm>
                <a:off x="3034" y="1536"/>
                <a:ext cx="12" cy="8"/>
              </a:xfrm>
              <a:custGeom>
                <a:avLst/>
                <a:gdLst>
                  <a:gd name="T0" fmla="*/ 0 w 99"/>
                  <a:gd name="T1" fmla="*/ 0 h 63"/>
                  <a:gd name="T2" fmla="*/ 0 w 99"/>
                  <a:gd name="T3" fmla="*/ 0 h 63"/>
                  <a:gd name="T4" fmla="*/ 0 w 99"/>
                  <a:gd name="T5" fmla="*/ 0 h 63"/>
                  <a:gd name="T6" fmla="*/ 0 w 99"/>
                  <a:gd name="T7" fmla="*/ 0 h 63"/>
                  <a:gd name="T8" fmla="*/ 0 w 99"/>
                  <a:gd name="T9" fmla="*/ 0 h 63"/>
                  <a:gd name="T10" fmla="*/ 0 w 99"/>
                  <a:gd name="T11" fmla="*/ 0 h 63"/>
                  <a:gd name="T12" fmla="*/ 0 w 99"/>
                  <a:gd name="T13" fmla="*/ 0 h 63"/>
                  <a:gd name="T14" fmla="*/ 0 w 99"/>
                  <a:gd name="T15" fmla="*/ 0 h 63"/>
                  <a:gd name="T16" fmla="*/ 0 w 99"/>
                  <a:gd name="T17" fmla="*/ 0 h 63"/>
                  <a:gd name="T18" fmla="*/ 0 w 99"/>
                  <a:gd name="T19" fmla="*/ 0 h 63"/>
                  <a:gd name="T20" fmla="*/ 0 w 99"/>
                  <a:gd name="T21" fmla="*/ 0 h 63"/>
                  <a:gd name="T22" fmla="*/ 0 w 99"/>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9"/>
                  <a:gd name="T37" fmla="*/ 0 h 63"/>
                  <a:gd name="T38" fmla="*/ 99 w 99"/>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9" h="63">
                    <a:moveTo>
                      <a:pt x="0" y="14"/>
                    </a:moveTo>
                    <a:lnTo>
                      <a:pt x="16" y="46"/>
                    </a:lnTo>
                    <a:lnTo>
                      <a:pt x="42" y="63"/>
                    </a:lnTo>
                    <a:lnTo>
                      <a:pt x="81" y="50"/>
                    </a:lnTo>
                    <a:lnTo>
                      <a:pt x="99" y="32"/>
                    </a:lnTo>
                    <a:lnTo>
                      <a:pt x="99" y="0"/>
                    </a:lnTo>
                    <a:lnTo>
                      <a:pt x="64" y="4"/>
                    </a:lnTo>
                    <a:lnTo>
                      <a:pt x="69" y="21"/>
                    </a:lnTo>
                    <a:lnTo>
                      <a:pt x="53" y="35"/>
                    </a:lnTo>
                    <a:lnTo>
                      <a:pt x="42" y="26"/>
                    </a:lnTo>
                    <a:lnTo>
                      <a:pt x="37" y="4"/>
                    </a:lnTo>
                    <a:lnTo>
                      <a:pt x="0"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1" name="Freeform 195"/>
              <p:cNvSpPr>
                <a:spLocks/>
              </p:cNvSpPr>
              <p:nvPr/>
            </p:nvSpPr>
            <p:spPr bwMode="auto">
              <a:xfrm>
                <a:off x="3087" y="1529"/>
                <a:ext cx="11" cy="8"/>
              </a:xfrm>
              <a:custGeom>
                <a:avLst/>
                <a:gdLst>
                  <a:gd name="T0" fmla="*/ 0 w 92"/>
                  <a:gd name="T1" fmla="*/ 0 h 61"/>
                  <a:gd name="T2" fmla="*/ 0 w 92"/>
                  <a:gd name="T3" fmla="*/ 0 h 61"/>
                  <a:gd name="T4" fmla="*/ 0 w 92"/>
                  <a:gd name="T5" fmla="*/ 0 h 61"/>
                  <a:gd name="T6" fmla="*/ 0 w 92"/>
                  <a:gd name="T7" fmla="*/ 0 h 61"/>
                  <a:gd name="T8" fmla="*/ 0 w 92"/>
                  <a:gd name="T9" fmla="*/ 0 h 61"/>
                  <a:gd name="T10" fmla="*/ 0 w 92"/>
                  <a:gd name="T11" fmla="*/ 0 h 61"/>
                  <a:gd name="T12" fmla="*/ 0 w 92"/>
                  <a:gd name="T13" fmla="*/ 0 h 61"/>
                  <a:gd name="T14" fmla="*/ 0 w 92"/>
                  <a:gd name="T15" fmla="*/ 0 h 61"/>
                  <a:gd name="T16" fmla="*/ 0 w 92"/>
                  <a:gd name="T17" fmla="*/ 0 h 61"/>
                  <a:gd name="T18" fmla="*/ 0 w 92"/>
                  <a:gd name="T19" fmla="*/ 0 h 61"/>
                  <a:gd name="T20" fmla="*/ 0 w 92"/>
                  <a:gd name="T21" fmla="*/ 0 h 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2"/>
                  <a:gd name="T34" fmla="*/ 0 h 61"/>
                  <a:gd name="T35" fmla="*/ 92 w 92"/>
                  <a:gd name="T36" fmla="*/ 61 h 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2" h="61">
                    <a:moveTo>
                      <a:pt x="0" y="17"/>
                    </a:moveTo>
                    <a:lnTo>
                      <a:pt x="9" y="55"/>
                    </a:lnTo>
                    <a:lnTo>
                      <a:pt x="42" y="61"/>
                    </a:lnTo>
                    <a:lnTo>
                      <a:pt x="74" y="51"/>
                    </a:lnTo>
                    <a:lnTo>
                      <a:pt x="92" y="31"/>
                    </a:lnTo>
                    <a:lnTo>
                      <a:pt x="86" y="0"/>
                    </a:lnTo>
                    <a:lnTo>
                      <a:pt x="64" y="0"/>
                    </a:lnTo>
                    <a:lnTo>
                      <a:pt x="60" y="33"/>
                    </a:lnTo>
                    <a:lnTo>
                      <a:pt x="37" y="33"/>
                    </a:lnTo>
                    <a:lnTo>
                      <a:pt x="27" y="13"/>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2" name="Freeform 196"/>
              <p:cNvSpPr>
                <a:spLocks/>
              </p:cNvSpPr>
              <p:nvPr/>
            </p:nvSpPr>
            <p:spPr bwMode="auto">
              <a:xfrm>
                <a:off x="3048" y="1563"/>
                <a:ext cx="47" cy="25"/>
              </a:xfrm>
              <a:custGeom>
                <a:avLst/>
                <a:gdLst>
                  <a:gd name="T0" fmla="*/ 0 w 374"/>
                  <a:gd name="T1" fmla="*/ 0 h 198"/>
                  <a:gd name="T2" fmla="*/ 0 w 374"/>
                  <a:gd name="T3" fmla="*/ 0 h 198"/>
                  <a:gd name="T4" fmla="*/ 0 w 374"/>
                  <a:gd name="T5" fmla="*/ 0 h 198"/>
                  <a:gd name="T6" fmla="*/ 0 w 374"/>
                  <a:gd name="T7" fmla="*/ 0 h 198"/>
                  <a:gd name="T8" fmla="*/ 0 w 374"/>
                  <a:gd name="T9" fmla="*/ 0 h 198"/>
                  <a:gd name="T10" fmla="*/ 0 w 374"/>
                  <a:gd name="T11" fmla="*/ 0 h 198"/>
                  <a:gd name="T12" fmla="*/ 0 w 374"/>
                  <a:gd name="T13" fmla="*/ 0 h 198"/>
                  <a:gd name="T14" fmla="*/ 0 w 374"/>
                  <a:gd name="T15" fmla="*/ 0 h 198"/>
                  <a:gd name="T16" fmla="*/ 0 w 374"/>
                  <a:gd name="T17" fmla="*/ 0 h 198"/>
                  <a:gd name="T18" fmla="*/ 0 w 374"/>
                  <a:gd name="T19" fmla="*/ 0 h 198"/>
                  <a:gd name="T20" fmla="*/ 0 w 374"/>
                  <a:gd name="T21" fmla="*/ 0 h 198"/>
                  <a:gd name="T22" fmla="*/ 0 w 374"/>
                  <a:gd name="T23" fmla="*/ 0 h 198"/>
                  <a:gd name="T24" fmla="*/ 0 w 374"/>
                  <a:gd name="T25" fmla="*/ 0 h 198"/>
                  <a:gd name="T26" fmla="*/ 0 w 374"/>
                  <a:gd name="T27" fmla="*/ 0 h 198"/>
                  <a:gd name="T28" fmla="*/ 0 w 374"/>
                  <a:gd name="T29" fmla="*/ 0 h 198"/>
                  <a:gd name="T30" fmla="*/ 0 w 374"/>
                  <a:gd name="T31" fmla="*/ 0 h 198"/>
                  <a:gd name="T32" fmla="*/ 0 w 374"/>
                  <a:gd name="T33" fmla="*/ 0 h 198"/>
                  <a:gd name="T34" fmla="*/ 0 w 374"/>
                  <a:gd name="T35" fmla="*/ 0 h 198"/>
                  <a:gd name="T36" fmla="*/ 0 w 374"/>
                  <a:gd name="T37" fmla="*/ 0 h 198"/>
                  <a:gd name="T38" fmla="*/ 0 w 374"/>
                  <a:gd name="T39" fmla="*/ 0 h 198"/>
                  <a:gd name="T40" fmla="*/ 0 w 374"/>
                  <a:gd name="T41" fmla="*/ 0 h 198"/>
                  <a:gd name="T42" fmla="*/ 0 w 374"/>
                  <a:gd name="T43" fmla="*/ 0 h 198"/>
                  <a:gd name="T44" fmla="*/ 0 w 374"/>
                  <a:gd name="T45" fmla="*/ 0 h 198"/>
                  <a:gd name="T46" fmla="*/ 0 w 374"/>
                  <a:gd name="T47" fmla="*/ 0 h 198"/>
                  <a:gd name="T48" fmla="*/ 0 w 374"/>
                  <a:gd name="T49" fmla="*/ 0 h 198"/>
                  <a:gd name="T50" fmla="*/ 0 w 374"/>
                  <a:gd name="T51" fmla="*/ 0 h 198"/>
                  <a:gd name="T52" fmla="*/ 0 w 374"/>
                  <a:gd name="T53" fmla="*/ 0 h 1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74"/>
                  <a:gd name="T82" fmla="*/ 0 h 198"/>
                  <a:gd name="T83" fmla="*/ 374 w 374"/>
                  <a:gd name="T84" fmla="*/ 198 h 19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74" h="198">
                    <a:moveTo>
                      <a:pt x="31" y="0"/>
                    </a:moveTo>
                    <a:lnTo>
                      <a:pt x="0" y="37"/>
                    </a:lnTo>
                    <a:lnTo>
                      <a:pt x="0" y="79"/>
                    </a:lnTo>
                    <a:lnTo>
                      <a:pt x="26" y="90"/>
                    </a:lnTo>
                    <a:lnTo>
                      <a:pt x="46" y="132"/>
                    </a:lnTo>
                    <a:lnTo>
                      <a:pt x="127" y="163"/>
                    </a:lnTo>
                    <a:lnTo>
                      <a:pt x="199" y="198"/>
                    </a:lnTo>
                    <a:lnTo>
                      <a:pt x="235" y="198"/>
                    </a:lnTo>
                    <a:lnTo>
                      <a:pt x="305" y="120"/>
                    </a:lnTo>
                    <a:lnTo>
                      <a:pt x="360" y="90"/>
                    </a:lnTo>
                    <a:lnTo>
                      <a:pt x="374" y="37"/>
                    </a:lnTo>
                    <a:lnTo>
                      <a:pt x="365" y="22"/>
                    </a:lnTo>
                    <a:lnTo>
                      <a:pt x="342" y="0"/>
                    </a:lnTo>
                    <a:lnTo>
                      <a:pt x="354" y="25"/>
                    </a:lnTo>
                    <a:lnTo>
                      <a:pt x="347" y="46"/>
                    </a:lnTo>
                    <a:lnTo>
                      <a:pt x="325" y="46"/>
                    </a:lnTo>
                    <a:lnTo>
                      <a:pt x="285" y="69"/>
                    </a:lnTo>
                    <a:lnTo>
                      <a:pt x="261" y="97"/>
                    </a:lnTo>
                    <a:lnTo>
                      <a:pt x="235" y="120"/>
                    </a:lnTo>
                    <a:lnTo>
                      <a:pt x="187" y="127"/>
                    </a:lnTo>
                    <a:lnTo>
                      <a:pt x="141" y="117"/>
                    </a:lnTo>
                    <a:lnTo>
                      <a:pt x="107" y="97"/>
                    </a:lnTo>
                    <a:lnTo>
                      <a:pt x="63" y="79"/>
                    </a:lnTo>
                    <a:lnTo>
                      <a:pt x="26" y="79"/>
                    </a:lnTo>
                    <a:lnTo>
                      <a:pt x="8" y="60"/>
                    </a:lnTo>
                    <a:lnTo>
                      <a:pt x="15" y="37"/>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3" name="Freeform 197"/>
              <p:cNvSpPr>
                <a:spLocks/>
              </p:cNvSpPr>
              <p:nvPr/>
            </p:nvSpPr>
            <p:spPr bwMode="auto">
              <a:xfrm>
                <a:off x="3044" y="1587"/>
                <a:ext cx="65" cy="11"/>
              </a:xfrm>
              <a:custGeom>
                <a:avLst/>
                <a:gdLst>
                  <a:gd name="T0" fmla="*/ 0 w 520"/>
                  <a:gd name="T1" fmla="*/ 0 h 90"/>
                  <a:gd name="T2" fmla="*/ 0 w 520"/>
                  <a:gd name="T3" fmla="*/ 0 h 90"/>
                  <a:gd name="T4" fmla="*/ 0 w 520"/>
                  <a:gd name="T5" fmla="*/ 0 h 90"/>
                  <a:gd name="T6" fmla="*/ 0 w 520"/>
                  <a:gd name="T7" fmla="*/ 0 h 90"/>
                  <a:gd name="T8" fmla="*/ 0 w 520"/>
                  <a:gd name="T9" fmla="*/ 0 h 90"/>
                  <a:gd name="T10" fmla="*/ 0 w 520"/>
                  <a:gd name="T11" fmla="*/ 0 h 90"/>
                  <a:gd name="T12" fmla="*/ 0 w 520"/>
                  <a:gd name="T13" fmla="*/ 0 h 90"/>
                  <a:gd name="T14" fmla="*/ 0 w 520"/>
                  <a:gd name="T15" fmla="*/ 0 h 90"/>
                  <a:gd name="T16" fmla="*/ 0 w 520"/>
                  <a:gd name="T17" fmla="*/ 0 h 90"/>
                  <a:gd name="T18" fmla="*/ 0 w 520"/>
                  <a:gd name="T19" fmla="*/ 0 h 90"/>
                  <a:gd name="T20" fmla="*/ 0 w 520"/>
                  <a:gd name="T21" fmla="*/ 0 h 90"/>
                  <a:gd name="T22" fmla="*/ 0 w 520"/>
                  <a:gd name="T23" fmla="*/ 0 h 90"/>
                  <a:gd name="T24" fmla="*/ 0 w 520"/>
                  <a:gd name="T25" fmla="*/ 0 h 90"/>
                  <a:gd name="T26" fmla="*/ 0 w 520"/>
                  <a:gd name="T27" fmla="*/ 0 h 90"/>
                  <a:gd name="T28" fmla="*/ 0 w 520"/>
                  <a:gd name="T29" fmla="*/ 0 h 90"/>
                  <a:gd name="T30" fmla="*/ 0 w 520"/>
                  <a:gd name="T31" fmla="*/ 0 h 90"/>
                  <a:gd name="T32" fmla="*/ 0 w 520"/>
                  <a:gd name="T33" fmla="*/ 0 h 90"/>
                  <a:gd name="T34" fmla="*/ 0 w 520"/>
                  <a:gd name="T35" fmla="*/ 0 h 90"/>
                  <a:gd name="T36" fmla="*/ 0 w 520"/>
                  <a:gd name="T37" fmla="*/ 0 h 90"/>
                  <a:gd name="T38" fmla="*/ 0 w 520"/>
                  <a:gd name="T39" fmla="*/ 0 h 9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90"/>
                  <a:gd name="T62" fmla="*/ 520 w 520"/>
                  <a:gd name="T63" fmla="*/ 90 h 9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90">
                    <a:moveTo>
                      <a:pt x="48" y="60"/>
                    </a:moveTo>
                    <a:lnTo>
                      <a:pt x="101" y="40"/>
                    </a:lnTo>
                    <a:lnTo>
                      <a:pt x="174" y="23"/>
                    </a:lnTo>
                    <a:lnTo>
                      <a:pt x="259" y="24"/>
                    </a:lnTo>
                    <a:lnTo>
                      <a:pt x="343" y="7"/>
                    </a:lnTo>
                    <a:lnTo>
                      <a:pt x="488" y="23"/>
                    </a:lnTo>
                    <a:lnTo>
                      <a:pt x="511" y="0"/>
                    </a:lnTo>
                    <a:lnTo>
                      <a:pt x="520" y="31"/>
                    </a:lnTo>
                    <a:lnTo>
                      <a:pt x="501" y="46"/>
                    </a:lnTo>
                    <a:lnTo>
                      <a:pt x="477" y="31"/>
                    </a:lnTo>
                    <a:lnTo>
                      <a:pt x="417" y="24"/>
                    </a:lnTo>
                    <a:lnTo>
                      <a:pt x="327" y="46"/>
                    </a:lnTo>
                    <a:lnTo>
                      <a:pt x="253" y="64"/>
                    </a:lnTo>
                    <a:lnTo>
                      <a:pt x="128" y="60"/>
                    </a:lnTo>
                    <a:lnTo>
                      <a:pt x="41" y="70"/>
                    </a:lnTo>
                    <a:lnTo>
                      <a:pt x="20" y="90"/>
                    </a:lnTo>
                    <a:lnTo>
                      <a:pt x="0" y="79"/>
                    </a:lnTo>
                    <a:lnTo>
                      <a:pt x="4" y="53"/>
                    </a:lnTo>
                    <a:lnTo>
                      <a:pt x="27" y="46"/>
                    </a:lnTo>
                    <a:lnTo>
                      <a:pt x="48"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4" name="Freeform 198"/>
              <p:cNvSpPr>
                <a:spLocks/>
              </p:cNvSpPr>
              <p:nvPr/>
            </p:nvSpPr>
            <p:spPr bwMode="auto">
              <a:xfrm>
                <a:off x="3058" y="1601"/>
                <a:ext cx="36" cy="12"/>
              </a:xfrm>
              <a:custGeom>
                <a:avLst/>
                <a:gdLst>
                  <a:gd name="T0" fmla="*/ 0 w 286"/>
                  <a:gd name="T1" fmla="*/ 0 h 94"/>
                  <a:gd name="T2" fmla="*/ 0 w 286"/>
                  <a:gd name="T3" fmla="*/ 0 h 94"/>
                  <a:gd name="T4" fmla="*/ 0 w 286"/>
                  <a:gd name="T5" fmla="*/ 0 h 94"/>
                  <a:gd name="T6" fmla="*/ 0 w 286"/>
                  <a:gd name="T7" fmla="*/ 0 h 94"/>
                  <a:gd name="T8" fmla="*/ 0 w 286"/>
                  <a:gd name="T9" fmla="*/ 0 h 94"/>
                  <a:gd name="T10" fmla="*/ 0 w 286"/>
                  <a:gd name="T11" fmla="*/ 0 h 94"/>
                  <a:gd name="T12" fmla="*/ 0 w 286"/>
                  <a:gd name="T13" fmla="*/ 0 h 94"/>
                  <a:gd name="T14" fmla="*/ 0 w 286"/>
                  <a:gd name="T15" fmla="*/ 0 h 94"/>
                  <a:gd name="T16" fmla="*/ 0 w 286"/>
                  <a:gd name="T17" fmla="*/ 0 h 94"/>
                  <a:gd name="T18" fmla="*/ 0 w 286"/>
                  <a:gd name="T19" fmla="*/ 0 h 94"/>
                  <a:gd name="T20" fmla="*/ 0 w 286"/>
                  <a:gd name="T21" fmla="*/ 0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6"/>
                  <a:gd name="T34" fmla="*/ 0 h 94"/>
                  <a:gd name="T35" fmla="*/ 286 w 286"/>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6" h="94">
                    <a:moveTo>
                      <a:pt x="0" y="22"/>
                    </a:moveTo>
                    <a:lnTo>
                      <a:pt x="64" y="31"/>
                    </a:lnTo>
                    <a:lnTo>
                      <a:pt x="123" y="31"/>
                    </a:lnTo>
                    <a:lnTo>
                      <a:pt x="194" y="26"/>
                    </a:lnTo>
                    <a:lnTo>
                      <a:pt x="286" y="0"/>
                    </a:lnTo>
                    <a:lnTo>
                      <a:pt x="231" y="46"/>
                    </a:lnTo>
                    <a:lnTo>
                      <a:pt x="244" y="83"/>
                    </a:lnTo>
                    <a:lnTo>
                      <a:pt x="171" y="83"/>
                    </a:lnTo>
                    <a:lnTo>
                      <a:pt x="64" y="94"/>
                    </a:lnTo>
                    <a:lnTo>
                      <a:pt x="70" y="63"/>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5" name="Freeform 199"/>
              <p:cNvSpPr>
                <a:spLocks/>
              </p:cNvSpPr>
              <p:nvPr/>
            </p:nvSpPr>
            <p:spPr bwMode="auto">
              <a:xfrm>
                <a:off x="3013" y="1561"/>
                <a:ext cx="114" cy="76"/>
              </a:xfrm>
              <a:custGeom>
                <a:avLst/>
                <a:gdLst>
                  <a:gd name="T0" fmla="*/ 0 w 911"/>
                  <a:gd name="T1" fmla="*/ 0 h 609"/>
                  <a:gd name="T2" fmla="*/ 0 w 911"/>
                  <a:gd name="T3" fmla="*/ 0 h 609"/>
                  <a:gd name="T4" fmla="*/ 0 w 911"/>
                  <a:gd name="T5" fmla="*/ 0 h 609"/>
                  <a:gd name="T6" fmla="*/ 0 w 911"/>
                  <a:gd name="T7" fmla="*/ 0 h 609"/>
                  <a:gd name="T8" fmla="*/ 0 w 911"/>
                  <a:gd name="T9" fmla="*/ 0 h 609"/>
                  <a:gd name="T10" fmla="*/ 0 w 911"/>
                  <a:gd name="T11" fmla="*/ 0 h 609"/>
                  <a:gd name="T12" fmla="*/ 0 w 911"/>
                  <a:gd name="T13" fmla="*/ 0 h 609"/>
                  <a:gd name="T14" fmla="*/ 0 w 911"/>
                  <a:gd name="T15" fmla="*/ 0 h 609"/>
                  <a:gd name="T16" fmla="*/ 0 w 911"/>
                  <a:gd name="T17" fmla="*/ 0 h 609"/>
                  <a:gd name="T18" fmla="*/ 0 w 911"/>
                  <a:gd name="T19" fmla="*/ 0 h 609"/>
                  <a:gd name="T20" fmla="*/ 0 w 911"/>
                  <a:gd name="T21" fmla="*/ 0 h 609"/>
                  <a:gd name="T22" fmla="*/ 0 w 911"/>
                  <a:gd name="T23" fmla="*/ 0 h 609"/>
                  <a:gd name="T24" fmla="*/ 0 w 911"/>
                  <a:gd name="T25" fmla="*/ 0 h 609"/>
                  <a:gd name="T26" fmla="*/ 0 w 911"/>
                  <a:gd name="T27" fmla="*/ 0 h 609"/>
                  <a:gd name="T28" fmla="*/ 0 w 911"/>
                  <a:gd name="T29" fmla="*/ 0 h 609"/>
                  <a:gd name="T30" fmla="*/ 0 w 911"/>
                  <a:gd name="T31" fmla="*/ 0 h 609"/>
                  <a:gd name="T32" fmla="*/ 0 w 911"/>
                  <a:gd name="T33" fmla="*/ 0 h 609"/>
                  <a:gd name="T34" fmla="*/ 0 w 911"/>
                  <a:gd name="T35" fmla="*/ 0 h 609"/>
                  <a:gd name="T36" fmla="*/ 0 w 911"/>
                  <a:gd name="T37" fmla="*/ 0 h 609"/>
                  <a:gd name="T38" fmla="*/ 0 w 911"/>
                  <a:gd name="T39" fmla="*/ 0 h 609"/>
                  <a:gd name="T40" fmla="*/ 0 w 911"/>
                  <a:gd name="T41" fmla="*/ 0 h 609"/>
                  <a:gd name="T42" fmla="*/ 0 w 911"/>
                  <a:gd name="T43" fmla="*/ 0 h 609"/>
                  <a:gd name="T44" fmla="*/ 0 w 911"/>
                  <a:gd name="T45" fmla="*/ 0 h 609"/>
                  <a:gd name="T46" fmla="*/ 0 w 911"/>
                  <a:gd name="T47" fmla="*/ 0 h 609"/>
                  <a:gd name="T48" fmla="*/ 0 w 911"/>
                  <a:gd name="T49" fmla="*/ 0 h 609"/>
                  <a:gd name="T50" fmla="*/ 0 w 911"/>
                  <a:gd name="T51" fmla="*/ 0 h 609"/>
                  <a:gd name="T52" fmla="*/ 0 w 911"/>
                  <a:gd name="T53" fmla="*/ 0 h 609"/>
                  <a:gd name="T54" fmla="*/ 0 w 911"/>
                  <a:gd name="T55" fmla="*/ 0 h 609"/>
                  <a:gd name="T56" fmla="*/ 0 w 911"/>
                  <a:gd name="T57" fmla="*/ 0 h 609"/>
                  <a:gd name="T58" fmla="*/ 0 w 911"/>
                  <a:gd name="T59" fmla="*/ 0 h 609"/>
                  <a:gd name="T60" fmla="*/ 0 w 911"/>
                  <a:gd name="T61" fmla="*/ 0 h 609"/>
                  <a:gd name="T62" fmla="*/ 0 w 911"/>
                  <a:gd name="T63" fmla="*/ 0 h 609"/>
                  <a:gd name="T64" fmla="*/ 0 w 911"/>
                  <a:gd name="T65" fmla="*/ 0 h 60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1"/>
                  <a:gd name="T100" fmla="*/ 0 h 609"/>
                  <a:gd name="T101" fmla="*/ 911 w 911"/>
                  <a:gd name="T102" fmla="*/ 609 h 60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1" h="609">
                    <a:moveTo>
                      <a:pt x="0" y="83"/>
                    </a:moveTo>
                    <a:lnTo>
                      <a:pt x="96" y="339"/>
                    </a:lnTo>
                    <a:lnTo>
                      <a:pt x="157" y="438"/>
                    </a:lnTo>
                    <a:lnTo>
                      <a:pt x="226" y="498"/>
                    </a:lnTo>
                    <a:lnTo>
                      <a:pt x="304" y="546"/>
                    </a:lnTo>
                    <a:lnTo>
                      <a:pt x="394" y="576"/>
                    </a:lnTo>
                    <a:lnTo>
                      <a:pt x="487" y="609"/>
                    </a:lnTo>
                    <a:lnTo>
                      <a:pt x="570" y="609"/>
                    </a:lnTo>
                    <a:lnTo>
                      <a:pt x="669" y="581"/>
                    </a:lnTo>
                    <a:lnTo>
                      <a:pt x="735" y="535"/>
                    </a:lnTo>
                    <a:lnTo>
                      <a:pt x="793" y="464"/>
                    </a:lnTo>
                    <a:lnTo>
                      <a:pt x="848" y="374"/>
                    </a:lnTo>
                    <a:lnTo>
                      <a:pt x="883" y="288"/>
                    </a:lnTo>
                    <a:lnTo>
                      <a:pt x="898" y="183"/>
                    </a:lnTo>
                    <a:lnTo>
                      <a:pt x="911" y="0"/>
                    </a:lnTo>
                    <a:lnTo>
                      <a:pt x="892" y="14"/>
                    </a:lnTo>
                    <a:lnTo>
                      <a:pt x="869" y="265"/>
                    </a:lnTo>
                    <a:lnTo>
                      <a:pt x="839" y="353"/>
                    </a:lnTo>
                    <a:lnTo>
                      <a:pt x="793" y="434"/>
                    </a:lnTo>
                    <a:lnTo>
                      <a:pt x="724" y="517"/>
                    </a:lnTo>
                    <a:lnTo>
                      <a:pt x="659" y="558"/>
                    </a:lnTo>
                    <a:lnTo>
                      <a:pt x="659" y="528"/>
                    </a:lnTo>
                    <a:lnTo>
                      <a:pt x="595" y="551"/>
                    </a:lnTo>
                    <a:lnTo>
                      <a:pt x="511" y="557"/>
                    </a:lnTo>
                    <a:lnTo>
                      <a:pt x="450" y="551"/>
                    </a:lnTo>
                    <a:lnTo>
                      <a:pt x="392" y="528"/>
                    </a:lnTo>
                    <a:lnTo>
                      <a:pt x="408" y="558"/>
                    </a:lnTo>
                    <a:lnTo>
                      <a:pt x="293" y="524"/>
                    </a:lnTo>
                    <a:lnTo>
                      <a:pt x="203" y="445"/>
                    </a:lnTo>
                    <a:lnTo>
                      <a:pt x="138" y="368"/>
                    </a:lnTo>
                    <a:lnTo>
                      <a:pt x="90" y="279"/>
                    </a:lnTo>
                    <a:lnTo>
                      <a:pt x="10" y="74"/>
                    </a:lnTo>
                    <a:lnTo>
                      <a:pt x="0"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6" name="Freeform 200"/>
              <p:cNvSpPr>
                <a:spLocks/>
              </p:cNvSpPr>
              <p:nvPr/>
            </p:nvSpPr>
            <p:spPr bwMode="auto">
              <a:xfrm>
                <a:off x="3023" y="1572"/>
                <a:ext cx="23" cy="35"/>
              </a:xfrm>
              <a:custGeom>
                <a:avLst/>
                <a:gdLst>
                  <a:gd name="T0" fmla="*/ 0 w 187"/>
                  <a:gd name="T1" fmla="*/ 0 h 278"/>
                  <a:gd name="T2" fmla="*/ 0 w 187"/>
                  <a:gd name="T3" fmla="*/ 0 h 278"/>
                  <a:gd name="T4" fmla="*/ 0 w 187"/>
                  <a:gd name="T5" fmla="*/ 0 h 278"/>
                  <a:gd name="T6" fmla="*/ 0 w 187"/>
                  <a:gd name="T7" fmla="*/ 0 h 278"/>
                  <a:gd name="T8" fmla="*/ 0 w 187"/>
                  <a:gd name="T9" fmla="*/ 0 h 278"/>
                  <a:gd name="T10" fmla="*/ 0 w 187"/>
                  <a:gd name="T11" fmla="*/ 0 h 278"/>
                  <a:gd name="T12" fmla="*/ 0 w 187"/>
                  <a:gd name="T13" fmla="*/ 0 h 278"/>
                  <a:gd name="T14" fmla="*/ 0 w 187"/>
                  <a:gd name="T15" fmla="*/ 0 h 278"/>
                  <a:gd name="T16" fmla="*/ 0 w 187"/>
                  <a:gd name="T17" fmla="*/ 0 h 278"/>
                  <a:gd name="T18" fmla="*/ 0 w 187"/>
                  <a:gd name="T19" fmla="*/ 0 h 278"/>
                  <a:gd name="T20" fmla="*/ 0 w 187"/>
                  <a:gd name="T21" fmla="*/ 0 h 278"/>
                  <a:gd name="T22" fmla="*/ 0 w 187"/>
                  <a:gd name="T23" fmla="*/ 0 h 278"/>
                  <a:gd name="T24" fmla="*/ 0 w 187"/>
                  <a:gd name="T25" fmla="*/ 0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7"/>
                  <a:gd name="T40" fmla="*/ 0 h 278"/>
                  <a:gd name="T41" fmla="*/ 187 w 187"/>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7" h="278">
                    <a:moveTo>
                      <a:pt x="22" y="58"/>
                    </a:moveTo>
                    <a:lnTo>
                      <a:pt x="97" y="53"/>
                    </a:lnTo>
                    <a:lnTo>
                      <a:pt x="134" y="36"/>
                    </a:lnTo>
                    <a:lnTo>
                      <a:pt x="187" y="0"/>
                    </a:lnTo>
                    <a:lnTo>
                      <a:pt x="157" y="58"/>
                    </a:lnTo>
                    <a:lnTo>
                      <a:pt x="111" y="117"/>
                    </a:lnTo>
                    <a:lnTo>
                      <a:pt x="118" y="181"/>
                    </a:lnTo>
                    <a:lnTo>
                      <a:pt x="163" y="278"/>
                    </a:lnTo>
                    <a:lnTo>
                      <a:pt x="111" y="207"/>
                    </a:lnTo>
                    <a:lnTo>
                      <a:pt x="77" y="133"/>
                    </a:lnTo>
                    <a:lnTo>
                      <a:pt x="40" y="117"/>
                    </a:lnTo>
                    <a:lnTo>
                      <a:pt x="0" y="64"/>
                    </a:lnTo>
                    <a:lnTo>
                      <a:pt x="22"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7" name="Freeform 201"/>
              <p:cNvSpPr>
                <a:spLocks/>
              </p:cNvSpPr>
              <p:nvPr/>
            </p:nvSpPr>
            <p:spPr bwMode="auto">
              <a:xfrm>
                <a:off x="3097" y="1567"/>
                <a:ext cx="20" cy="28"/>
              </a:xfrm>
              <a:custGeom>
                <a:avLst/>
                <a:gdLst>
                  <a:gd name="T0" fmla="*/ 0 w 156"/>
                  <a:gd name="T1" fmla="*/ 0 h 222"/>
                  <a:gd name="T2" fmla="*/ 0 w 156"/>
                  <a:gd name="T3" fmla="*/ 0 h 222"/>
                  <a:gd name="T4" fmla="*/ 0 w 156"/>
                  <a:gd name="T5" fmla="*/ 0 h 222"/>
                  <a:gd name="T6" fmla="*/ 0 w 156"/>
                  <a:gd name="T7" fmla="*/ 0 h 222"/>
                  <a:gd name="T8" fmla="*/ 0 w 156"/>
                  <a:gd name="T9" fmla="*/ 0 h 222"/>
                  <a:gd name="T10" fmla="*/ 0 w 156"/>
                  <a:gd name="T11" fmla="*/ 0 h 222"/>
                  <a:gd name="T12" fmla="*/ 0 w 156"/>
                  <a:gd name="T13" fmla="*/ 0 h 222"/>
                  <a:gd name="T14" fmla="*/ 0 w 156"/>
                  <a:gd name="T15" fmla="*/ 0 h 222"/>
                  <a:gd name="T16" fmla="*/ 0 w 156"/>
                  <a:gd name="T17" fmla="*/ 0 h 222"/>
                  <a:gd name="T18" fmla="*/ 0 w 156"/>
                  <a:gd name="T19" fmla="*/ 0 h 222"/>
                  <a:gd name="T20" fmla="*/ 0 w 156"/>
                  <a:gd name="T21" fmla="*/ 0 h 222"/>
                  <a:gd name="T22" fmla="*/ 0 w 156"/>
                  <a:gd name="T23" fmla="*/ 0 h 2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22"/>
                  <a:gd name="T38" fmla="*/ 156 w 156"/>
                  <a:gd name="T39" fmla="*/ 222 h 2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22">
                    <a:moveTo>
                      <a:pt x="0" y="0"/>
                    </a:moveTo>
                    <a:lnTo>
                      <a:pt x="31" y="29"/>
                    </a:lnTo>
                    <a:lnTo>
                      <a:pt x="94" y="68"/>
                    </a:lnTo>
                    <a:lnTo>
                      <a:pt x="112" y="94"/>
                    </a:lnTo>
                    <a:lnTo>
                      <a:pt x="124" y="140"/>
                    </a:lnTo>
                    <a:lnTo>
                      <a:pt x="117" y="222"/>
                    </a:lnTo>
                    <a:lnTo>
                      <a:pt x="134" y="136"/>
                    </a:lnTo>
                    <a:lnTo>
                      <a:pt x="156" y="46"/>
                    </a:lnTo>
                    <a:lnTo>
                      <a:pt x="156" y="9"/>
                    </a:lnTo>
                    <a:lnTo>
                      <a:pt x="88" y="13"/>
                    </a:lnTo>
                    <a:lnTo>
                      <a:pt x="37"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8" name="Freeform 202"/>
              <p:cNvSpPr>
                <a:spLocks/>
              </p:cNvSpPr>
              <p:nvPr/>
            </p:nvSpPr>
            <p:spPr bwMode="auto">
              <a:xfrm>
                <a:off x="3369" y="1720"/>
                <a:ext cx="82" cy="36"/>
              </a:xfrm>
              <a:custGeom>
                <a:avLst/>
                <a:gdLst>
                  <a:gd name="T0" fmla="*/ 0 w 652"/>
                  <a:gd name="T1" fmla="*/ 0 h 291"/>
                  <a:gd name="T2" fmla="*/ 0 w 652"/>
                  <a:gd name="T3" fmla="*/ 0 h 291"/>
                  <a:gd name="T4" fmla="*/ 0 w 652"/>
                  <a:gd name="T5" fmla="*/ 0 h 291"/>
                  <a:gd name="T6" fmla="*/ 0 w 652"/>
                  <a:gd name="T7" fmla="*/ 0 h 291"/>
                  <a:gd name="T8" fmla="*/ 0 w 652"/>
                  <a:gd name="T9" fmla="*/ 0 h 291"/>
                  <a:gd name="T10" fmla="*/ 0 w 652"/>
                  <a:gd name="T11" fmla="*/ 0 h 291"/>
                  <a:gd name="T12" fmla="*/ 0 w 652"/>
                  <a:gd name="T13" fmla="*/ 0 h 291"/>
                  <a:gd name="T14" fmla="*/ 0 w 652"/>
                  <a:gd name="T15" fmla="*/ 0 h 291"/>
                  <a:gd name="T16" fmla="*/ 0 w 652"/>
                  <a:gd name="T17" fmla="*/ 0 h 291"/>
                  <a:gd name="T18" fmla="*/ 0 w 652"/>
                  <a:gd name="T19" fmla="*/ 0 h 291"/>
                  <a:gd name="T20" fmla="*/ 0 w 652"/>
                  <a:gd name="T21" fmla="*/ 0 h 291"/>
                  <a:gd name="T22" fmla="*/ 0 w 652"/>
                  <a:gd name="T23" fmla="*/ 0 h 291"/>
                  <a:gd name="T24" fmla="*/ 0 w 652"/>
                  <a:gd name="T25" fmla="*/ 0 h 291"/>
                  <a:gd name="T26" fmla="*/ 0 w 652"/>
                  <a:gd name="T27" fmla="*/ 0 h 291"/>
                  <a:gd name="T28" fmla="*/ 0 w 652"/>
                  <a:gd name="T29" fmla="*/ 0 h 291"/>
                  <a:gd name="T30" fmla="*/ 0 w 652"/>
                  <a:gd name="T31" fmla="*/ 0 h 291"/>
                  <a:gd name="T32" fmla="*/ 0 w 652"/>
                  <a:gd name="T33" fmla="*/ 0 h 29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52"/>
                  <a:gd name="T52" fmla="*/ 0 h 291"/>
                  <a:gd name="T53" fmla="*/ 652 w 652"/>
                  <a:gd name="T54" fmla="*/ 291 h 29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52" h="291">
                    <a:moveTo>
                      <a:pt x="50" y="0"/>
                    </a:moveTo>
                    <a:lnTo>
                      <a:pt x="59" y="44"/>
                    </a:lnTo>
                    <a:lnTo>
                      <a:pt x="59" y="85"/>
                    </a:lnTo>
                    <a:lnTo>
                      <a:pt x="34" y="126"/>
                    </a:lnTo>
                    <a:lnTo>
                      <a:pt x="0" y="152"/>
                    </a:lnTo>
                    <a:lnTo>
                      <a:pt x="136" y="291"/>
                    </a:lnTo>
                    <a:lnTo>
                      <a:pt x="294" y="192"/>
                    </a:lnTo>
                    <a:lnTo>
                      <a:pt x="384" y="291"/>
                    </a:lnTo>
                    <a:lnTo>
                      <a:pt x="452" y="233"/>
                    </a:lnTo>
                    <a:lnTo>
                      <a:pt x="583" y="152"/>
                    </a:lnTo>
                    <a:lnTo>
                      <a:pt x="652" y="69"/>
                    </a:lnTo>
                    <a:lnTo>
                      <a:pt x="553" y="152"/>
                    </a:lnTo>
                    <a:lnTo>
                      <a:pt x="410" y="210"/>
                    </a:lnTo>
                    <a:lnTo>
                      <a:pt x="343" y="159"/>
                    </a:lnTo>
                    <a:lnTo>
                      <a:pt x="184" y="159"/>
                    </a:lnTo>
                    <a:lnTo>
                      <a:pt x="94" y="9"/>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9" name="Freeform 203"/>
              <p:cNvSpPr>
                <a:spLocks/>
              </p:cNvSpPr>
              <p:nvPr/>
            </p:nvSpPr>
            <p:spPr bwMode="auto">
              <a:xfrm>
                <a:off x="3402" y="1574"/>
                <a:ext cx="53" cy="55"/>
              </a:xfrm>
              <a:custGeom>
                <a:avLst/>
                <a:gdLst>
                  <a:gd name="T0" fmla="*/ 0 w 419"/>
                  <a:gd name="T1" fmla="*/ 0 h 442"/>
                  <a:gd name="T2" fmla="*/ 0 w 419"/>
                  <a:gd name="T3" fmla="*/ 0 h 442"/>
                  <a:gd name="T4" fmla="*/ 0 w 419"/>
                  <a:gd name="T5" fmla="*/ 0 h 442"/>
                  <a:gd name="T6" fmla="*/ 0 w 419"/>
                  <a:gd name="T7" fmla="*/ 0 h 442"/>
                  <a:gd name="T8" fmla="*/ 0 w 419"/>
                  <a:gd name="T9" fmla="*/ 0 h 442"/>
                  <a:gd name="T10" fmla="*/ 0 w 419"/>
                  <a:gd name="T11" fmla="*/ 0 h 442"/>
                  <a:gd name="T12" fmla="*/ 0 w 419"/>
                  <a:gd name="T13" fmla="*/ 0 h 442"/>
                  <a:gd name="T14" fmla="*/ 0 w 419"/>
                  <a:gd name="T15" fmla="*/ 0 h 442"/>
                  <a:gd name="T16" fmla="*/ 0 w 419"/>
                  <a:gd name="T17" fmla="*/ 0 h 442"/>
                  <a:gd name="T18" fmla="*/ 0 w 419"/>
                  <a:gd name="T19" fmla="*/ 0 h 442"/>
                  <a:gd name="T20" fmla="*/ 0 w 419"/>
                  <a:gd name="T21" fmla="*/ 0 h 442"/>
                  <a:gd name="T22" fmla="*/ 0 w 419"/>
                  <a:gd name="T23" fmla="*/ 0 h 442"/>
                  <a:gd name="T24" fmla="*/ 0 w 419"/>
                  <a:gd name="T25" fmla="*/ 0 h 442"/>
                  <a:gd name="T26" fmla="*/ 0 w 419"/>
                  <a:gd name="T27" fmla="*/ 0 h 442"/>
                  <a:gd name="T28" fmla="*/ 0 w 419"/>
                  <a:gd name="T29" fmla="*/ 0 h 442"/>
                  <a:gd name="T30" fmla="*/ 0 w 419"/>
                  <a:gd name="T31" fmla="*/ 0 h 442"/>
                  <a:gd name="T32" fmla="*/ 0 w 419"/>
                  <a:gd name="T33" fmla="*/ 0 h 442"/>
                  <a:gd name="T34" fmla="*/ 0 w 419"/>
                  <a:gd name="T35" fmla="*/ 0 h 442"/>
                  <a:gd name="T36" fmla="*/ 0 w 419"/>
                  <a:gd name="T37" fmla="*/ 0 h 442"/>
                  <a:gd name="T38" fmla="*/ 0 w 419"/>
                  <a:gd name="T39" fmla="*/ 0 h 442"/>
                  <a:gd name="T40" fmla="*/ 0 w 419"/>
                  <a:gd name="T41" fmla="*/ 0 h 442"/>
                  <a:gd name="T42" fmla="*/ 0 w 419"/>
                  <a:gd name="T43" fmla="*/ 0 h 442"/>
                  <a:gd name="T44" fmla="*/ 0 w 419"/>
                  <a:gd name="T45" fmla="*/ 0 h 442"/>
                  <a:gd name="T46" fmla="*/ 0 w 419"/>
                  <a:gd name="T47" fmla="*/ 0 h 442"/>
                  <a:gd name="T48" fmla="*/ 0 w 419"/>
                  <a:gd name="T49" fmla="*/ 0 h 442"/>
                  <a:gd name="T50" fmla="*/ 0 w 419"/>
                  <a:gd name="T51" fmla="*/ 0 h 442"/>
                  <a:gd name="T52" fmla="*/ 0 w 419"/>
                  <a:gd name="T53" fmla="*/ 0 h 442"/>
                  <a:gd name="T54" fmla="*/ 0 w 419"/>
                  <a:gd name="T55" fmla="*/ 0 h 442"/>
                  <a:gd name="T56" fmla="*/ 0 w 419"/>
                  <a:gd name="T57" fmla="*/ 0 h 442"/>
                  <a:gd name="T58" fmla="*/ 0 w 419"/>
                  <a:gd name="T59" fmla="*/ 0 h 442"/>
                  <a:gd name="T60" fmla="*/ 0 w 419"/>
                  <a:gd name="T61" fmla="*/ 0 h 442"/>
                  <a:gd name="T62" fmla="*/ 0 w 419"/>
                  <a:gd name="T63" fmla="*/ 0 h 4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9"/>
                  <a:gd name="T97" fmla="*/ 0 h 442"/>
                  <a:gd name="T98" fmla="*/ 419 w 419"/>
                  <a:gd name="T99" fmla="*/ 442 h 4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9" h="442">
                    <a:moveTo>
                      <a:pt x="36" y="0"/>
                    </a:moveTo>
                    <a:lnTo>
                      <a:pt x="134" y="35"/>
                    </a:lnTo>
                    <a:lnTo>
                      <a:pt x="260" y="13"/>
                    </a:lnTo>
                    <a:lnTo>
                      <a:pt x="382" y="42"/>
                    </a:lnTo>
                    <a:lnTo>
                      <a:pt x="396" y="0"/>
                    </a:lnTo>
                    <a:lnTo>
                      <a:pt x="419" y="92"/>
                    </a:lnTo>
                    <a:lnTo>
                      <a:pt x="419" y="189"/>
                    </a:lnTo>
                    <a:lnTo>
                      <a:pt x="403" y="334"/>
                    </a:lnTo>
                    <a:lnTo>
                      <a:pt x="373" y="442"/>
                    </a:lnTo>
                    <a:lnTo>
                      <a:pt x="396" y="316"/>
                    </a:lnTo>
                    <a:lnTo>
                      <a:pt x="396" y="260"/>
                    </a:lnTo>
                    <a:lnTo>
                      <a:pt x="290" y="327"/>
                    </a:lnTo>
                    <a:lnTo>
                      <a:pt x="269" y="327"/>
                    </a:lnTo>
                    <a:lnTo>
                      <a:pt x="260" y="308"/>
                    </a:lnTo>
                    <a:lnTo>
                      <a:pt x="359" y="202"/>
                    </a:lnTo>
                    <a:lnTo>
                      <a:pt x="352" y="145"/>
                    </a:lnTo>
                    <a:lnTo>
                      <a:pt x="246" y="214"/>
                    </a:lnTo>
                    <a:lnTo>
                      <a:pt x="274" y="165"/>
                    </a:lnTo>
                    <a:lnTo>
                      <a:pt x="260" y="154"/>
                    </a:lnTo>
                    <a:lnTo>
                      <a:pt x="253" y="110"/>
                    </a:lnTo>
                    <a:lnTo>
                      <a:pt x="218" y="110"/>
                    </a:lnTo>
                    <a:lnTo>
                      <a:pt x="154" y="175"/>
                    </a:lnTo>
                    <a:lnTo>
                      <a:pt x="134" y="175"/>
                    </a:lnTo>
                    <a:lnTo>
                      <a:pt x="134" y="141"/>
                    </a:lnTo>
                    <a:lnTo>
                      <a:pt x="163" y="103"/>
                    </a:lnTo>
                    <a:lnTo>
                      <a:pt x="62" y="79"/>
                    </a:lnTo>
                    <a:lnTo>
                      <a:pt x="62" y="117"/>
                    </a:lnTo>
                    <a:lnTo>
                      <a:pt x="90" y="161"/>
                    </a:lnTo>
                    <a:lnTo>
                      <a:pt x="29" y="117"/>
                    </a:lnTo>
                    <a:lnTo>
                      <a:pt x="0" y="55"/>
                    </a:lnTo>
                    <a:lnTo>
                      <a:pt x="7" y="13"/>
                    </a:lnTo>
                    <a:lnTo>
                      <a:pt x="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0" name="Freeform 204"/>
              <p:cNvSpPr>
                <a:spLocks/>
              </p:cNvSpPr>
              <p:nvPr/>
            </p:nvSpPr>
            <p:spPr bwMode="auto">
              <a:xfrm>
                <a:off x="3416" y="1598"/>
                <a:ext cx="13" cy="7"/>
              </a:xfrm>
              <a:custGeom>
                <a:avLst/>
                <a:gdLst>
                  <a:gd name="T0" fmla="*/ 0 w 96"/>
                  <a:gd name="T1" fmla="*/ 0 h 60"/>
                  <a:gd name="T2" fmla="*/ 0 w 96"/>
                  <a:gd name="T3" fmla="*/ 0 h 60"/>
                  <a:gd name="T4" fmla="*/ 0 w 96"/>
                  <a:gd name="T5" fmla="*/ 0 h 60"/>
                  <a:gd name="T6" fmla="*/ 0 w 96"/>
                  <a:gd name="T7" fmla="*/ 0 h 60"/>
                  <a:gd name="T8" fmla="*/ 0 w 96"/>
                  <a:gd name="T9" fmla="*/ 0 h 60"/>
                  <a:gd name="T10" fmla="*/ 0 w 96"/>
                  <a:gd name="T11" fmla="*/ 0 h 60"/>
                  <a:gd name="T12" fmla="*/ 0 w 96"/>
                  <a:gd name="T13" fmla="*/ 0 h 60"/>
                  <a:gd name="T14" fmla="*/ 0 60000 65536"/>
                  <a:gd name="T15" fmla="*/ 0 60000 65536"/>
                  <a:gd name="T16" fmla="*/ 0 60000 65536"/>
                  <a:gd name="T17" fmla="*/ 0 60000 65536"/>
                  <a:gd name="T18" fmla="*/ 0 60000 65536"/>
                  <a:gd name="T19" fmla="*/ 0 60000 65536"/>
                  <a:gd name="T20" fmla="*/ 0 60000 65536"/>
                  <a:gd name="T21" fmla="*/ 0 w 96"/>
                  <a:gd name="T22" fmla="*/ 0 h 60"/>
                  <a:gd name="T23" fmla="*/ 96 w 96"/>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 h="60">
                    <a:moveTo>
                      <a:pt x="13" y="0"/>
                    </a:moveTo>
                    <a:lnTo>
                      <a:pt x="96" y="35"/>
                    </a:lnTo>
                    <a:lnTo>
                      <a:pt x="96" y="57"/>
                    </a:lnTo>
                    <a:lnTo>
                      <a:pt x="72" y="60"/>
                    </a:lnTo>
                    <a:lnTo>
                      <a:pt x="4" y="29"/>
                    </a:lnTo>
                    <a:lnTo>
                      <a:pt x="0" y="7"/>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1" name="Freeform 205"/>
              <p:cNvSpPr>
                <a:spLocks/>
              </p:cNvSpPr>
              <p:nvPr/>
            </p:nvSpPr>
            <p:spPr bwMode="auto">
              <a:xfrm>
                <a:off x="3456" y="1542"/>
                <a:ext cx="82" cy="60"/>
              </a:xfrm>
              <a:custGeom>
                <a:avLst/>
                <a:gdLst>
                  <a:gd name="T0" fmla="*/ 0 w 655"/>
                  <a:gd name="T1" fmla="*/ 0 h 483"/>
                  <a:gd name="T2" fmla="*/ 0 w 655"/>
                  <a:gd name="T3" fmla="*/ 0 h 483"/>
                  <a:gd name="T4" fmla="*/ 0 w 655"/>
                  <a:gd name="T5" fmla="*/ 0 h 483"/>
                  <a:gd name="T6" fmla="*/ 0 w 655"/>
                  <a:gd name="T7" fmla="*/ 0 h 483"/>
                  <a:gd name="T8" fmla="*/ 0 w 655"/>
                  <a:gd name="T9" fmla="*/ 0 h 483"/>
                  <a:gd name="T10" fmla="*/ 0 w 655"/>
                  <a:gd name="T11" fmla="*/ 0 h 483"/>
                  <a:gd name="T12" fmla="*/ 0 w 655"/>
                  <a:gd name="T13" fmla="*/ 0 h 483"/>
                  <a:gd name="T14" fmla="*/ 0 w 655"/>
                  <a:gd name="T15" fmla="*/ 0 h 483"/>
                  <a:gd name="T16" fmla="*/ 0 w 655"/>
                  <a:gd name="T17" fmla="*/ 0 h 483"/>
                  <a:gd name="T18" fmla="*/ 0 w 655"/>
                  <a:gd name="T19" fmla="*/ 0 h 483"/>
                  <a:gd name="T20" fmla="*/ 0 w 655"/>
                  <a:gd name="T21" fmla="*/ 0 h 483"/>
                  <a:gd name="T22" fmla="*/ 0 w 655"/>
                  <a:gd name="T23" fmla="*/ 0 h 483"/>
                  <a:gd name="T24" fmla="*/ 0 w 655"/>
                  <a:gd name="T25" fmla="*/ 0 h 483"/>
                  <a:gd name="T26" fmla="*/ 0 w 655"/>
                  <a:gd name="T27" fmla="*/ 0 h 483"/>
                  <a:gd name="T28" fmla="*/ 0 w 655"/>
                  <a:gd name="T29" fmla="*/ 0 h 483"/>
                  <a:gd name="T30" fmla="*/ 0 w 655"/>
                  <a:gd name="T31" fmla="*/ 0 h 483"/>
                  <a:gd name="T32" fmla="*/ 0 w 655"/>
                  <a:gd name="T33" fmla="*/ 0 h 483"/>
                  <a:gd name="T34" fmla="*/ 0 w 655"/>
                  <a:gd name="T35" fmla="*/ 0 h 483"/>
                  <a:gd name="T36" fmla="*/ 0 w 655"/>
                  <a:gd name="T37" fmla="*/ 0 h 483"/>
                  <a:gd name="T38" fmla="*/ 0 w 655"/>
                  <a:gd name="T39" fmla="*/ 0 h 483"/>
                  <a:gd name="T40" fmla="*/ 0 w 655"/>
                  <a:gd name="T41" fmla="*/ 0 h 483"/>
                  <a:gd name="T42" fmla="*/ 0 w 655"/>
                  <a:gd name="T43" fmla="*/ 0 h 483"/>
                  <a:gd name="T44" fmla="*/ 0 w 655"/>
                  <a:gd name="T45" fmla="*/ 0 h 483"/>
                  <a:gd name="T46" fmla="*/ 0 w 655"/>
                  <a:gd name="T47" fmla="*/ 0 h 483"/>
                  <a:gd name="T48" fmla="*/ 0 w 655"/>
                  <a:gd name="T49" fmla="*/ 0 h 483"/>
                  <a:gd name="T50" fmla="*/ 0 w 655"/>
                  <a:gd name="T51" fmla="*/ 0 h 483"/>
                  <a:gd name="T52" fmla="*/ 0 w 655"/>
                  <a:gd name="T53" fmla="*/ 0 h 48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55"/>
                  <a:gd name="T82" fmla="*/ 0 h 483"/>
                  <a:gd name="T83" fmla="*/ 655 w 655"/>
                  <a:gd name="T84" fmla="*/ 483 h 48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55" h="483">
                    <a:moveTo>
                      <a:pt x="0" y="132"/>
                    </a:moveTo>
                    <a:lnTo>
                      <a:pt x="41" y="279"/>
                    </a:lnTo>
                    <a:lnTo>
                      <a:pt x="103" y="351"/>
                    </a:lnTo>
                    <a:lnTo>
                      <a:pt x="103" y="473"/>
                    </a:lnTo>
                    <a:lnTo>
                      <a:pt x="161" y="362"/>
                    </a:lnTo>
                    <a:lnTo>
                      <a:pt x="364" y="483"/>
                    </a:lnTo>
                    <a:lnTo>
                      <a:pt x="521" y="376"/>
                    </a:lnTo>
                    <a:lnTo>
                      <a:pt x="352" y="376"/>
                    </a:lnTo>
                    <a:lnTo>
                      <a:pt x="297" y="356"/>
                    </a:lnTo>
                    <a:lnTo>
                      <a:pt x="224" y="356"/>
                    </a:lnTo>
                    <a:lnTo>
                      <a:pt x="217" y="332"/>
                    </a:lnTo>
                    <a:lnTo>
                      <a:pt x="329" y="314"/>
                    </a:lnTo>
                    <a:lnTo>
                      <a:pt x="329" y="259"/>
                    </a:lnTo>
                    <a:lnTo>
                      <a:pt x="391" y="224"/>
                    </a:lnTo>
                    <a:lnTo>
                      <a:pt x="323" y="224"/>
                    </a:lnTo>
                    <a:lnTo>
                      <a:pt x="308" y="208"/>
                    </a:lnTo>
                    <a:lnTo>
                      <a:pt x="426" y="160"/>
                    </a:lnTo>
                    <a:lnTo>
                      <a:pt x="479" y="107"/>
                    </a:lnTo>
                    <a:lnTo>
                      <a:pt x="631" y="169"/>
                    </a:lnTo>
                    <a:lnTo>
                      <a:pt x="655" y="160"/>
                    </a:lnTo>
                    <a:lnTo>
                      <a:pt x="527" y="0"/>
                    </a:lnTo>
                    <a:lnTo>
                      <a:pt x="479" y="0"/>
                    </a:lnTo>
                    <a:lnTo>
                      <a:pt x="290" y="99"/>
                    </a:lnTo>
                    <a:lnTo>
                      <a:pt x="140" y="187"/>
                    </a:lnTo>
                    <a:lnTo>
                      <a:pt x="134" y="238"/>
                    </a:lnTo>
                    <a:lnTo>
                      <a:pt x="90" y="245"/>
                    </a:lnTo>
                    <a:lnTo>
                      <a:pt x="0" y="1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2" name="Freeform 206"/>
              <p:cNvSpPr>
                <a:spLocks/>
              </p:cNvSpPr>
              <p:nvPr/>
            </p:nvSpPr>
            <p:spPr bwMode="auto">
              <a:xfrm>
                <a:off x="3502" y="1570"/>
                <a:ext cx="24" cy="10"/>
              </a:xfrm>
              <a:custGeom>
                <a:avLst/>
                <a:gdLst>
                  <a:gd name="T0" fmla="*/ 0 w 191"/>
                  <a:gd name="T1" fmla="*/ 0 h 81"/>
                  <a:gd name="T2" fmla="*/ 0 w 191"/>
                  <a:gd name="T3" fmla="*/ 0 h 81"/>
                  <a:gd name="T4" fmla="*/ 0 w 191"/>
                  <a:gd name="T5" fmla="*/ 0 h 81"/>
                  <a:gd name="T6" fmla="*/ 0 w 191"/>
                  <a:gd name="T7" fmla="*/ 0 h 81"/>
                  <a:gd name="T8" fmla="*/ 0 w 191"/>
                  <a:gd name="T9" fmla="*/ 0 h 81"/>
                  <a:gd name="T10" fmla="*/ 0 w 191"/>
                  <a:gd name="T11" fmla="*/ 0 h 81"/>
                  <a:gd name="T12" fmla="*/ 0 w 191"/>
                  <a:gd name="T13" fmla="*/ 0 h 81"/>
                  <a:gd name="T14" fmla="*/ 0 w 191"/>
                  <a:gd name="T15" fmla="*/ 0 h 81"/>
                  <a:gd name="T16" fmla="*/ 0 60000 65536"/>
                  <a:gd name="T17" fmla="*/ 0 60000 65536"/>
                  <a:gd name="T18" fmla="*/ 0 60000 65536"/>
                  <a:gd name="T19" fmla="*/ 0 60000 65536"/>
                  <a:gd name="T20" fmla="*/ 0 60000 65536"/>
                  <a:gd name="T21" fmla="*/ 0 60000 65536"/>
                  <a:gd name="T22" fmla="*/ 0 60000 65536"/>
                  <a:gd name="T23" fmla="*/ 0 60000 65536"/>
                  <a:gd name="T24" fmla="*/ 0 w 191"/>
                  <a:gd name="T25" fmla="*/ 0 h 81"/>
                  <a:gd name="T26" fmla="*/ 191 w 191"/>
                  <a:gd name="T27" fmla="*/ 81 h 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1" h="81">
                    <a:moveTo>
                      <a:pt x="0" y="0"/>
                    </a:moveTo>
                    <a:lnTo>
                      <a:pt x="34" y="65"/>
                    </a:lnTo>
                    <a:lnTo>
                      <a:pt x="20" y="81"/>
                    </a:lnTo>
                    <a:lnTo>
                      <a:pt x="176" y="72"/>
                    </a:lnTo>
                    <a:lnTo>
                      <a:pt x="191" y="50"/>
                    </a:lnTo>
                    <a:lnTo>
                      <a:pt x="101" y="0"/>
                    </a:lnTo>
                    <a:lnTo>
                      <a:pt x="29"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3" name="Freeform 207"/>
              <p:cNvSpPr>
                <a:spLocks/>
              </p:cNvSpPr>
              <p:nvPr/>
            </p:nvSpPr>
            <p:spPr bwMode="auto">
              <a:xfrm>
                <a:off x="3449" y="1630"/>
                <a:ext cx="49" cy="29"/>
              </a:xfrm>
              <a:custGeom>
                <a:avLst/>
                <a:gdLst>
                  <a:gd name="T0" fmla="*/ 0 w 396"/>
                  <a:gd name="T1" fmla="*/ 0 h 226"/>
                  <a:gd name="T2" fmla="*/ 0 w 396"/>
                  <a:gd name="T3" fmla="*/ 0 h 226"/>
                  <a:gd name="T4" fmla="*/ 0 w 396"/>
                  <a:gd name="T5" fmla="*/ 0 h 226"/>
                  <a:gd name="T6" fmla="*/ 0 w 396"/>
                  <a:gd name="T7" fmla="*/ 0 h 226"/>
                  <a:gd name="T8" fmla="*/ 0 w 396"/>
                  <a:gd name="T9" fmla="*/ 0 h 226"/>
                  <a:gd name="T10" fmla="*/ 0 w 396"/>
                  <a:gd name="T11" fmla="*/ 0 h 226"/>
                  <a:gd name="T12" fmla="*/ 0 w 396"/>
                  <a:gd name="T13" fmla="*/ 0 h 226"/>
                  <a:gd name="T14" fmla="*/ 0 w 396"/>
                  <a:gd name="T15" fmla="*/ 0 h 226"/>
                  <a:gd name="T16" fmla="*/ 0 w 396"/>
                  <a:gd name="T17" fmla="*/ 0 h 226"/>
                  <a:gd name="T18" fmla="*/ 0 w 396"/>
                  <a:gd name="T19" fmla="*/ 0 h 226"/>
                  <a:gd name="T20" fmla="*/ 0 w 396"/>
                  <a:gd name="T21" fmla="*/ 0 h 226"/>
                  <a:gd name="T22" fmla="*/ 0 w 396"/>
                  <a:gd name="T23" fmla="*/ 0 h 226"/>
                  <a:gd name="T24" fmla="*/ 0 w 396"/>
                  <a:gd name="T25" fmla="*/ 0 h 226"/>
                  <a:gd name="T26" fmla="*/ 0 w 396"/>
                  <a:gd name="T27" fmla="*/ 0 h 226"/>
                  <a:gd name="T28" fmla="*/ 0 w 396"/>
                  <a:gd name="T29" fmla="*/ 0 h 226"/>
                  <a:gd name="T30" fmla="*/ 0 w 396"/>
                  <a:gd name="T31" fmla="*/ 0 h 2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226"/>
                  <a:gd name="T50" fmla="*/ 396 w 396"/>
                  <a:gd name="T51" fmla="*/ 226 h 2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226">
                    <a:moveTo>
                      <a:pt x="0" y="41"/>
                    </a:moveTo>
                    <a:lnTo>
                      <a:pt x="69" y="83"/>
                    </a:lnTo>
                    <a:lnTo>
                      <a:pt x="136" y="83"/>
                    </a:lnTo>
                    <a:lnTo>
                      <a:pt x="228" y="14"/>
                    </a:lnTo>
                    <a:lnTo>
                      <a:pt x="297" y="0"/>
                    </a:lnTo>
                    <a:lnTo>
                      <a:pt x="302" y="14"/>
                    </a:lnTo>
                    <a:lnTo>
                      <a:pt x="339" y="26"/>
                    </a:lnTo>
                    <a:lnTo>
                      <a:pt x="396" y="14"/>
                    </a:lnTo>
                    <a:lnTo>
                      <a:pt x="359" y="63"/>
                    </a:lnTo>
                    <a:lnTo>
                      <a:pt x="219" y="109"/>
                    </a:lnTo>
                    <a:lnTo>
                      <a:pt x="214" y="180"/>
                    </a:lnTo>
                    <a:lnTo>
                      <a:pt x="168" y="226"/>
                    </a:lnTo>
                    <a:lnTo>
                      <a:pt x="99" y="118"/>
                    </a:lnTo>
                    <a:lnTo>
                      <a:pt x="46" y="104"/>
                    </a:lnTo>
                    <a:lnTo>
                      <a:pt x="0" y="63"/>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4" name="Freeform 208"/>
              <p:cNvSpPr>
                <a:spLocks/>
              </p:cNvSpPr>
              <p:nvPr/>
            </p:nvSpPr>
            <p:spPr bwMode="auto">
              <a:xfrm>
                <a:off x="3476" y="1615"/>
                <a:ext cx="19" cy="7"/>
              </a:xfrm>
              <a:custGeom>
                <a:avLst/>
                <a:gdLst>
                  <a:gd name="T0" fmla="*/ 0 w 155"/>
                  <a:gd name="T1" fmla="*/ 0 h 58"/>
                  <a:gd name="T2" fmla="*/ 0 w 155"/>
                  <a:gd name="T3" fmla="*/ 0 h 58"/>
                  <a:gd name="T4" fmla="*/ 0 w 155"/>
                  <a:gd name="T5" fmla="*/ 0 h 58"/>
                  <a:gd name="T6" fmla="*/ 0 w 155"/>
                  <a:gd name="T7" fmla="*/ 0 h 58"/>
                  <a:gd name="T8" fmla="*/ 0 w 155"/>
                  <a:gd name="T9" fmla="*/ 0 h 58"/>
                  <a:gd name="T10" fmla="*/ 0 w 155"/>
                  <a:gd name="T11" fmla="*/ 0 h 58"/>
                  <a:gd name="T12" fmla="*/ 0 60000 65536"/>
                  <a:gd name="T13" fmla="*/ 0 60000 65536"/>
                  <a:gd name="T14" fmla="*/ 0 60000 65536"/>
                  <a:gd name="T15" fmla="*/ 0 60000 65536"/>
                  <a:gd name="T16" fmla="*/ 0 60000 65536"/>
                  <a:gd name="T17" fmla="*/ 0 60000 65536"/>
                  <a:gd name="T18" fmla="*/ 0 w 155"/>
                  <a:gd name="T19" fmla="*/ 0 h 58"/>
                  <a:gd name="T20" fmla="*/ 155 w 155"/>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55" h="58">
                    <a:moveTo>
                      <a:pt x="0" y="58"/>
                    </a:moveTo>
                    <a:lnTo>
                      <a:pt x="106" y="32"/>
                    </a:lnTo>
                    <a:lnTo>
                      <a:pt x="155" y="44"/>
                    </a:lnTo>
                    <a:lnTo>
                      <a:pt x="106" y="0"/>
                    </a:lnTo>
                    <a:lnTo>
                      <a:pt x="41" y="0"/>
                    </a:lnTo>
                    <a:lnTo>
                      <a:pt x="0"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 name="Freeform 209"/>
              <p:cNvSpPr>
                <a:spLocks/>
              </p:cNvSpPr>
              <p:nvPr/>
            </p:nvSpPr>
            <p:spPr bwMode="auto">
              <a:xfrm>
                <a:off x="3498" y="1624"/>
                <a:ext cx="41" cy="57"/>
              </a:xfrm>
              <a:custGeom>
                <a:avLst/>
                <a:gdLst>
                  <a:gd name="T0" fmla="*/ 0 w 323"/>
                  <a:gd name="T1" fmla="*/ 0 h 453"/>
                  <a:gd name="T2" fmla="*/ 0 w 323"/>
                  <a:gd name="T3" fmla="*/ 0 h 453"/>
                  <a:gd name="T4" fmla="*/ 0 w 323"/>
                  <a:gd name="T5" fmla="*/ 0 h 453"/>
                  <a:gd name="T6" fmla="*/ 0 w 323"/>
                  <a:gd name="T7" fmla="*/ 0 h 453"/>
                  <a:gd name="T8" fmla="*/ 0 w 323"/>
                  <a:gd name="T9" fmla="*/ 0 h 453"/>
                  <a:gd name="T10" fmla="*/ 0 w 323"/>
                  <a:gd name="T11" fmla="*/ 0 h 453"/>
                  <a:gd name="T12" fmla="*/ 0 w 323"/>
                  <a:gd name="T13" fmla="*/ 0 h 453"/>
                  <a:gd name="T14" fmla="*/ 0 w 323"/>
                  <a:gd name="T15" fmla="*/ 0 h 453"/>
                  <a:gd name="T16" fmla="*/ 0 w 323"/>
                  <a:gd name="T17" fmla="*/ 0 h 453"/>
                  <a:gd name="T18" fmla="*/ 0 w 323"/>
                  <a:gd name="T19" fmla="*/ 0 h 453"/>
                  <a:gd name="T20" fmla="*/ 0 w 323"/>
                  <a:gd name="T21" fmla="*/ 0 h 453"/>
                  <a:gd name="T22" fmla="*/ 0 w 323"/>
                  <a:gd name="T23" fmla="*/ 0 h 453"/>
                  <a:gd name="T24" fmla="*/ 0 w 323"/>
                  <a:gd name="T25" fmla="*/ 0 h 4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3"/>
                  <a:gd name="T40" fmla="*/ 0 h 453"/>
                  <a:gd name="T41" fmla="*/ 323 w 323"/>
                  <a:gd name="T42" fmla="*/ 453 h 4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3" h="453">
                    <a:moveTo>
                      <a:pt x="0" y="0"/>
                    </a:moveTo>
                    <a:lnTo>
                      <a:pt x="7" y="54"/>
                    </a:lnTo>
                    <a:lnTo>
                      <a:pt x="84" y="119"/>
                    </a:lnTo>
                    <a:lnTo>
                      <a:pt x="169" y="229"/>
                    </a:lnTo>
                    <a:lnTo>
                      <a:pt x="99" y="275"/>
                    </a:lnTo>
                    <a:lnTo>
                      <a:pt x="209" y="453"/>
                    </a:lnTo>
                    <a:lnTo>
                      <a:pt x="282" y="453"/>
                    </a:lnTo>
                    <a:lnTo>
                      <a:pt x="323" y="299"/>
                    </a:lnTo>
                    <a:lnTo>
                      <a:pt x="308" y="250"/>
                    </a:lnTo>
                    <a:lnTo>
                      <a:pt x="224" y="222"/>
                    </a:lnTo>
                    <a:lnTo>
                      <a:pt x="205" y="119"/>
                    </a:lnTo>
                    <a:lnTo>
                      <a:pt x="104" y="4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6" name="Freeform 210"/>
              <p:cNvSpPr>
                <a:spLocks/>
              </p:cNvSpPr>
              <p:nvPr/>
            </p:nvSpPr>
            <p:spPr bwMode="auto">
              <a:xfrm>
                <a:off x="3412" y="1603"/>
                <a:ext cx="51" cy="104"/>
              </a:xfrm>
              <a:custGeom>
                <a:avLst/>
                <a:gdLst>
                  <a:gd name="T0" fmla="*/ 0 w 411"/>
                  <a:gd name="T1" fmla="*/ 0 h 827"/>
                  <a:gd name="T2" fmla="*/ 0 w 411"/>
                  <a:gd name="T3" fmla="*/ 0 h 827"/>
                  <a:gd name="T4" fmla="*/ 0 w 411"/>
                  <a:gd name="T5" fmla="*/ 0 h 827"/>
                  <a:gd name="T6" fmla="*/ 0 w 411"/>
                  <a:gd name="T7" fmla="*/ 0 h 827"/>
                  <a:gd name="T8" fmla="*/ 0 w 411"/>
                  <a:gd name="T9" fmla="*/ 0 h 827"/>
                  <a:gd name="T10" fmla="*/ 0 w 411"/>
                  <a:gd name="T11" fmla="*/ 0 h 827"/>
                  <a:gd name="T12" fmla="*/ 0 w 411"/>
                  <a:gd name="T13" fmla="*/ 0 h 827"/>
                  <a:gd name="T14" fmla="*/ 0 w 411"/>
                  <a:gd name="T15" fmla="*/ 0 h 827"/>
                  <a:gd name="T16" fmla="*/ 0 w 411"/>
                  <a:gd name="T17" fmla="*/ 0 h 827"/>
                  <a:gd name="T18" fmla="*/ 0 w 411"/>
                  <a:gd name="T19" fmla="*/ 0 h 827"/>
                  <a:gd name="T20" fmla="*/ 0 w 411"/>
                  <a:gd name="T21" fmla="*/ 0 h 827"/>
                  <a:gd name="T22" fmla="*/ 0 w 411"/>
                  <a:gd name="T23" fmla="*/ 0 h 827"/>
                  <a:gd name="T24" fmla="*/ 0 w 411"/>
                  <a:gd name="T25" fmla="*/ 0 h 827"/>
                  <a:gd name="T26" fmla="*/ 0 w 411"/>
                  <a:gd name="T27" fmla="*/ 0 h 827"/>
                  <a:gd name="T28" fmla="*/ 0 w 411"/>
                  <a:gd name="T29" fmla="*/ 0 h 827"/>
                  <a:gd name="T30" fmla="*/ 0 w 411"/>
                  <a:gd name="T31" fmla="*/ 0 h 827"/>
                  <a:gd name="T32" fmla="*/ 0 w 411"/>
                  <a:gd name="T33" fmla="*/ 0 h 827"/>
                  <a:gd name="T34" fmla="*/ 0 w 411"/>
                  <a:gd name="T35" fmla="*/ 0 h 827"/>
                  <a:gd name="T36" fmla="*/ 0 w 411"/>
                  <a:gd name="T37" fmla="*/ 0 h 827"/>
                  <a:gd name="T38" fmla="*/ 0 w 411"/>
                  <a:gd name="T39" fmla="*/ 0 h 82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11"/>
                  <a:gd name="T61" fmla="*/ 0 h 827"/>
                  <a:gd name="T62" fmla="*/ 411 w 411"/>
                  <a:gd name="T63" fmla="*/ 827 h 82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11" h="827">
                    <a:moveTo>
                      <a:pt x="290" y="272"/>
                    </a:moveTo>
                    <a:lnTo>
                      <a:pt x="197" y="272"/>
                    </a:lnTo>
                    <a:lnTo>
                      <a:pt x="121" y="230"/>
                    </a:lnTo>
                    <a:lnTo>
                      <a:pt x="51" y="167"/>
                    </a:lnTo>
                    <a:lnTo>
                      <a:pt x="0" y="0"/>
                    </a:lnTo>
                    <a:lnTo>
                      <a:pt x="29" y="193"/>
                    </a:lnTo>
                    <a:lnTo>
                      <a:pt x="160" y="378"/>
                    </a:lnTo>
                    <a:lnTo>
                      <a:pt x="282" y="629"/>
                    </a:lnTo>
                    <a:lnTo>
                      <a:pt x="342" y="708"/>
                    </a:lnTo>
                    <a:lnTo>
                      <a:pt x="395" y="827"/>
                    </a:lnTo>
                    <a:lnTo>
                      <a:pt x="354" y="636"/>
                    </a:lnTo>
                    <a:lnTo>
                      <a:pt x="411" y="609"/>
                    </a:lnTo>
                    <a:lnTo>
                      <a:pt x="354" y="565"/>
                    </a:lnTo>
                    <a:lnTo>
                      <a:pt x="354" y="530"/>
                    </a:lnTo>
                    <a:lnTo>
                      <a:pt x="386" y="507"/>
                    </a:lnTo>
                    <a:lnTo>
                      <a:pt x="319" y="523"/>
                    </a:lnTo>
                    <a:lnTo>
                      <a:pt x="282" y="507"/>
                    </a:lnTo>
                    <a:lnTo>
                      <a:pt x="268" y="466"/>
                    </a:lnTo>
                    <a:lnTo>
                      <a:pt x="268" y="356"/>
                    </a:lnTo>
                    <a:lnTo>
                      <a:pt x="290"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7" name="Freeform 211"/>
              <p:cNvSpPr>
                <a:spLocks/>
              </p:cNvSpPr>
              <p:nvPr/>
            </p:nvSpPr>
            <p:spPr bwMode="auto">
              <a:xfrm>
                <a:off x="3466" y="1657"/>
                <a:ext cx="47" cy="9"/>
              </a:xfrm>
              <a:custGeom>
                <a:avLst/>
                <a:gdLst>
                  <a:gd name="T0" fmla="*/ 0 w 381"/>
                  <a:gd name="T1" fmla="*/ 0 h 76"/>
                  <a:gd name="T2" fmla="*/ 0 w 381"/>
                  <a:gd name="T3" fmla="*/ 0 h 76"/>
                  <a:gd name="T4" fmla="*/ 0 w 381"/>
                  <a:gd name="T5" fmla="*/ 0 h 76"/>
                  <a:gd name="T6" fmla="*/ 0 w 381"/>
                  <a:gd name="T7" fmla="*/ 0 h 76"/>
                  <a:gd name="T8" fmla="*/ 0 w 381"/>
                  <a:gd name="T9" fmla="*/ 0 h 76"/>
                  <a:gd name="T10" fmla="*/ 0 60000 65536"/>
                  <a:gd name="T11" fmla="*/ 0 60000 65536"/>
                  <a:gd name="T12" fmla="*/ 0 60000 65536"/>
                  <a:gd name="T13" fmla="*/ 0 60000 65536"/>
                  <a:gd name="T14" fmla="*/ 0 60000 65536"/>
                  <a:gd name="T15" fmla="*/ 0 w 381"/>
                  <a:gd name="T16" fmla="*/ 0 h 76"/>
                  <a:gd name="T17" fmla="*/ 381 w 381"/>
                  <a:gd name="T18" fmla="*/ 76 h 76"/>
                </a:gdLst>
                <a:ahLst/>
                <a:cxnLst>
                  <a:cxn ang="T10">
                    <a:pos x="T0" y="T1"/>
                  </a:cxn>
                  <a:cxn ang="T11">
                    <a:pos x="T2" y="T3"/>
                  </a:cxn>
                  <a:cxn ang="T12">
                    <a:pos x="T4" y="T5"/>
                  </a:cxn>
                  <a:cxn ang="T13">
                    <a:pos x="T6" y="T7"/>
                  </a:cxn>
                  <a:cxn ang="T14">
                    <a:pos x="T8" y="T9"/>
                  </a:cxn>
                </a:cxnLst>
                <a:rect l="T15" t="T16" r="T17" b="T18"/>
                <a:pathLst>
                  <a:path w="381" h="76">
                    <a:moveTo>
                      <a:pt x="0" y="76"/>
                    </a:moveTo>
                    <a:lnTo>
                      <a:pt x="175" y="40"/>
                    </a:lnTo>
                    <a:lnTo>
                      <a:pt x="260" y="0"/>
                    </a:lnTo>
                    <a:lnTo>
                      <a:pt x="313" y="0"/>
                    </a:lnTo>
                    <a:lnTo>
                      <a:pt x="381" y="2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18" name="Freeform 212"/>
              <p:cNvSpPr>
                <a:spLocks/>
              </p:cNvSpPr>
              <p:nvPr/>
            </p:nvSpPr>
            <p:spPr bwMode="auto">
              <a:xfrm>
                <a:off x="3470" y="1669"/>
                <a:ext cx="39" cy="24"/>
              </a:xfrm>
              <a:custGeom>
                <a:avLst/>
                <a:gdLst>
                  <a:gd name="T0" fmla="*/ 0 w 316"/>
                  <a:gd name="T1" fmla="*/ 0 h 191"/>
                  <a:gd name="T2" fmla="*/ 0 w 316"/>
                  <a:gd name="T3" fmla="*/ 0 h 191"/>
                  <a:gd name="T4" fmla="*/ 0 w 316"/>
                  <a:gd name="T5" fmla="*/ 0 h 191"/>
                  <a:gd name="T6" fmla="*/ 0 w 316"/>
                  <a:gd name="T7" fmla="*/ 0 h 191"/>
                  <a:gd name="T8" fmla="*/ 0 w 316"/>
                  <a:gd name="T9" fmla="*/ 0 h 191"/>
                  <a:gd name="T10" fmla="*/ 0 w 316"/>
                  <a:gd name="T11" fmla="*/ 0 h 191"/>
                  <a:gd name="T12" fmla="*/ 0 w 316"/>
                  <a:gd name="T13" fmla="*/ 0 h 191"/>
                  <a:gd name="T14" fmla="*/ 0 w 316"/>
                  <a:gd name="T15" fmla="*/ 0 h 191"/>
                  <a:gd name="T16" fmla="*/ 0 w 316"/>
                  <a:gd name="T17" fmla="*/ 0 h 191"/>
                  <a:gd name="T18" fmla="*/ 0 w 316"/>
                  <a:gd name="T19" fmla="*/ 0 h 191"/>
                  <a:gd name="T20" fmla="*/ 0 w 316"/>
                  <a:gd name="T21" fmla="*/ 0 h 191"/>
                  <a:gd name="T22" fmla="*/ 0 w 316"/>
                  <a:gd name="T23" fmla="*/ 0 h 191"/>
                  <a:gd name="T24" fmla="*/ 0 w 316"/>
                  <a:gd name="T25" fmla="*/ 0 h 191"/>
                  <a:gd name="T26" fmla="*/ 0 w 316"/>
                  <a:gd name="T27" fmla="*/ 0 h 1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16"/>
                  <a:gd name="T43" fmla="*/ 0 h 191"/>
                  <a:gd name="T44" fmla="*/ 316 w 316"/>
                  <a:gd name="T45" fmla="*/ 191 h 1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16" h="191">
                    <a:moveTo>
                      <a:pt x="0" y="79"/>
                    </a:moveTo>
                    <a:lnTo>
                      <a:pt x="242" y="26"/>
                    </a:lnTo>
                    <a:lnTo>
                      <a:pt x="295" y="0"/>
                    </a:lnTo>
                    <a:lnTo>
                      <a:pt x="303" y="19"/>
                    </a:lnTo>
                    <a:lnTo>
                      <a:pt x="219" y="64"/>
                    </a:lnTo>
                    <a:lnTo>
                      <a:pt x="235" y="112"/>
                    </a:lnTo>
                    <a:lnTo>
                      <a:pt x="316" y="191"/>
                    </a:lnTo>
                    <a:lnTo>
                      <a:pt x="228" y="162"/>
                    </a:lnTo>
                    <a:lnTo>
                      <a:pt x="150" y="162"/>
                    </a:lnTo>
                    <a:lnTo>
                      <a:pt x="72" y="182"/>
                    </a:lnTo>
                    <a:lnTo>
                      <a:pt x="46" y="191"/>
                    </a:lnTo>
                    <a:lnTo>
                      <a:pt x="60" y="156"/>
                    </a:lnTo>
                    <a:lnTo>
                      <a:pt x="24" y="99"/>
                    </a:lnTo>
                    <a:lnTo>
                      <a:pt x="0" y="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9" name="Freeform 213"/>
              <p:cNvSpPr>
                <a:spLocks/>
              </p:cNvSpPr>
              <p:nvPr/>
            </p:nvSpPr>
            <p:spPr bwMode="auto">
              <a:xfrm>
                <a:off x="3371" y="1448"/>
                <a:ext cx="214" cy="129"/>
              </a:xfrm>
              <a:custGeom>
                <a:avLst/>
                <a:gdLst>
                  <a:gd name="T0" fmla="*/ 0 w 1704"/>
                  <a:gd name="T1" fmla="*/ 0 h 1028"/>
                  <a:gd name="T2" fmla="*/ 0 w 1704"/>
                  <a:gd name="T3" fmla="*/ 0 h 1028"/>
                  <a:gd name="T4" fmla="*/ 0 w 1704"/>
                  <a:gd name="T5" fmla="*/ 0 h 1028"/>
                  <a:gd name="T6" fmla="*/ 0 w 1704"/>
                  <a:gd name="T7" fmla="*/ 0 h 1028"/>
                  <a:gd name="T8" fmla="*/ 0 w 1704"/>
                  <a:gd name="T9" fmla="*/ 0 h 1028"/>
                  <a:gd name="T10" fmla="*/ 0 w 1704"/>
                  <a:gd name="T11" fmla="*/ 0 h 1028"/>
                  <a:gd name="T12" fmla="*/ 0 w 1704"/>
                  <a:gd name="T13" fmla="*/ 0 h 1028"/>
                  <a:gd name="T14" fmla="*/ 0 w 1704"/>
                  <a:gd name="T15" fmla="*/ 0 h 1028"/>
                  <a:gd name="T16" fmla="*/ 0 w 1704"/>
                  <a:gd name="T17" fmla="*/ 0 h 1028"/>
                  <a:gd name="T18" fmla="*/ 0 w 1704"/>
                  <a:gd name="T19" fmla="*/ 0 h 1028"/>
                  <a:gd name="T20" fmla="*/ 0 w 1704"/>
                  <a:gd name="T21" fmla="*/ 0 h 1028"/>
                  <a:gd name="T22" fmla="*/ 0 w 1704"/>
                  <a:gd name="T23" fmla="*/ 0 h 1028"/>
                  <a:gd name="T24" fmla="*/ 0 w 1704"/>
                  <a:gd name="T25" fmla="*/ 0 h 1028"/>
                  <a:gd name="T26" fmla="*/ 0 w 1704"/>
                  <a:gd name="T27" fmla="*/ 0 h 1028"/>
                  <a:gd name="T28" fmla="*/ 0 w 1704"/>
                  <a:gd name="T29" fmla="*/ 0 h 1028"/>
                  <a:gd name="T30" fmla="*/ 0 w 1704"/>
                  <a:gd name="T31" fmla="*/ 0 h 1028"/>
                  <a:gd name="T32" fmla="*/ 0 w 1704"/>
                  <a:gd name="T33" fmla="*/ 0 h 1028"/>
                  <a:gd name="T34" fmla="*/ 0 w 1704"/>
                  <a:gd name="T35" fmla="*/ 0 h 1028"/>
                  <a:gd name="T36" fmla="*/ 0 w 1704"/>
                  <a:gd name="T37" fmla="*/ 0 h 1028"/>
                  <a:gd name="T38" fmla="*/ 0 w 1704"/>
                  <a:gd name="T39" fmla="*/ 0 h 1028"/>
                  <a:gd name="T40" fmla="*/ 0 w 1704"/>
                  <a:gd name="T41" fmla="*/ 0 h 1028"/>
                  <a:gd name="T42" fmla="*/ 0 w 1704"/>
                  <a:gd name="T43" fmla="*/ 0 h 1028"/>
                  <a:gd name="T44" fmla="*/ 0 w 1704"/>
                  <a:gd name="T45" fmla="*/ 0 h 1028"/>
                  <a:gd name="T46" fmla="*/ 0 w 1704"/>
                  <a:gd name="T47" fmla="*/ 0 h 1028"/>
                  <a:gd name="T48" fmla="*/ 0 w 1704"/>
                  <a:gd name="T49" fmla="*/ 0 h 1028"/>
                  <a:gd name="T50" fmla="*/ 0 w 1704"/>
                  <a:gd name="T51" fmla="*/ 0 h 1028"/>
                  <a:gd name="T52" fmla="*/ 0 w 1704"/>
                  <a:gd name="T53" fmla="*/ 0 h 1028"/>
                  <a:gd name="T54" fmla="*/ 0 w 1704"/>
                  <a:gd name="T55" fmla="*/ 0 h 1028"/>
                  <a:gd name="T56" fmla="*/ 0 w 1704"/>
                  <a:gd name="T57" fmla="*/ 0 h 1028"/>
                  <a:gd name="T58" fmla="*/ 0 w 1704"/>
                  <a:gd name="T59" fmla="*/ 0 h 1028"/>
                  <a:gd name="T60" fmla="*/ 0 w 1704"/>
                  <a:gd name="T61" fmla="*/ 0 h 1028"/>
                  <a:gd name="T62" fmla="*/ 0 w 1704"/>
                  <a:gd name="T63" fmla="*/ 0 h 1028"/>
                  <a:gd name="T64" fmla="*/ 0 w 1704"/>
                  <a:gd name="T65" fmla="*/ 0 h 1028"/>
                  <a:gd name="T66" fmla="*/ 0 w 1704"/>
                  <a:gd name="T67" fmla="*/ 0 h 1028"/>
                  <a:gd name="T68" fmla="*/ 0 w 1704"/>
                  <a:gd name="T69" fmla="*/ 0 h 1028"/>
                  <a:gd name="T70" fmla="*/ 0 w 1704"/>
                  <a:gd name="T71" fmla="*/ 0 h 1028"/>
                  <a:gd name="T72" fmla="*/ 0 w 1704"/>
                  <a:gd name="T73" fmla="*/ 0 h 1028"/>
                  <a:gd name="T74" fmla="*/ 0 w 1704"/>
                  <a:gd name="T75" fmla="*/ 0 h 1028"/>
                  <a:gd name="T76" fmla="*/ 0 w 1704"/>
                  <a:gd name="T77" fmla="*/ 0 h 1028"/>
                  <a:gd name="T78" fmla="*/ 0 w 1704"/>
                  <a:gd name="T79" fmla="*/ 0 h 1028"/>
                  <a:gd name="T80" fmla="*/ 0 w 1704"/>
                  <a:gd name="T81" fmla="*/ 0 h 1028"/>
                  <a:gd name="T82" fmla="*/ 0 w 1704"/>
                  <a:gd name="T83" fmla="*/ 0 h 1028"/>
                  <a:gd name="T84" fmla="*/ 0 w 1704"/>
                  <a:gd name="T85" fmla="*/ 0 h 1028"/>
                  <a:gd name="T86" fmla="*/ 0 w 1704"/>
                  <a:gd name="T87" fmla="*/ 0 h 1028"/>
                  <a:gd name="T88" fmla="*/ 0 w 1704"/>
                  <a:gd name="T89" fmla="*/ 0 h 1028"/>
                  <a:gd name="T90" fmla="*/ 0 w 1704"/>
                  <a:gd name="T91" fmla="*/ 0 h 1028"/>
                  <a:gd name="T92" fmla="*/ 0 w 1704"/>
                  <a:gd name="T93" fmla="*/ 0 h 1028"/>
                  <a:gd name="T94" fmla="*/ 0 w 1704"/>
                  <a:gd name="T95" fmla="*/ 0 h 1028"/>
                  <a:gd name="T96" fmla="*/ 0 w 1704"/>
                  <a:gd name="T97" fmla="*/ 0 h 1028"/>
                  <a:gd name="T98" fmla="*/ 0 w 1704"/>
                  <a:gd name="T99" fmla="*/ 0 h 1028"/>
                  <a:gd name="T100" fmla="*/ 0 w 1704"/>
                  <a:gd name="T101" fmla="*/ 0 h 1028"/>
                  <a:gd name="T102" fmla="*/ 0 w 1704"/>
                  <a:gd name="T103" fmla="*/ 0 h 1028"/>
                  <a:gd name="T104" fmla="*/ 0 w 1704"/>
                  <a:gd name="T105" fmla="*/ 0 h 1028"/>
                  <a:gd name="T106" fmla="*/ 0 w 1704"/>
                  <a:gd name="T107" fmla="*/ 0 h 102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04"/>
                  <a:gd name="T163" fmla="*/ 0 h 1028"/>
                  <a:gd name="T164" fmla="*/ 1704 w 1704"/>
                  <a:gd name="T165" fmla="*/ 1028 h 102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04" h="1028">
                    <a:moveTo>
                      <a:pt x="159" y="340"/>
                    </a:moveTo>
                    <a:lnTo>
                      <a:pt x="122" y="404"/>
                    </a:lnTo>
                    <a:lnTo>
                      <a:pt x="0" y="551"/>
                    </a:lnTo>
                    <a:lnTo>
                      <a:pt x="0" y="609"/>
                    </a:lnTo>
                    <a:lnTo>
                      <a:pt x="76" y="749"/>
                    </a:lnTo>
                    <a:lnTo>
                      <a:pt x="48" y="874"/>
                    </a:lnTo>
                    <a:lnTo>
                      <a:pt x="111" y="978"/>
                    </a:lnTo>
                    <a:lnTo>
                      <a:pt x="245" y="987"/>
                    </a:lnTo>
                    <a:lnTo>
                      <a:pt x="286" y="1028"/>
                    </a:lnTo>
                    <a:lnTo>
                      <a:pt x="252" y="692"/>
                    </a:lnTo>
                    <a:lnTo>
                      <a:pt x="252" y="588"/>
                    </a:lnTo>
                    <a:lnTo>
                      <a:pt x="265" y="507"/>
                    </a:lnTo>
                    <a:lnTo>
                      <a:pt x="286" y="457"/>
                    </a:lnTo>
                    <a:lnTo>
                      <a:pt x="408" y="507"/>
                    </a:lnTo>
                    <a:lnTo>
                      <a:pt x="555" y="529"/>
                    </a:lnTo>
                    <a:lnTo>
                      <a:pt x="738" y="529"/>
                    </a:lnTo>
                    <a:lnTo>
                      <a:pt x="966" y="507"/>
                    </a:lnTo>
                    <a:lnTo>
                      <a:pt x="851" y="503"/>
                    </a:lnTo>
                    <a:lnTo>
                      <a:pt x="708" y="434"/>
                    </a:lnTo>
                    <a:lnTo>
                      <a:pt x="865" y="441"/>
                    </a:lnTo>
                    <a:lnTo>
                      <a:pt x="992" y="434"/>
                    </a:lnTo>
                    <a:lnTo>
                      <a:pt x="1162" y="397"/>
                    </a:lnTo>
                    <a:lnTo>
                      <a:pt x="1280" y="349"/>
                    </a:lnTo>
                    <a:lnTo>
                      <a:pt x="1441" y="334"/>
                    </a:lnTo>
                    <a:lnTo>
                      <a:pt x="1513" y="362"/>
                    </a:lnTo>
                    <a:lnTo>
                      <a:pt x="1586" y="397"/>
                    </a:lnTo>
                    <a:lnTo>
                      <a:pt x="1644" y="397"/>
                    </a:lnTo>
                    <a:lnTo>
                      <a:pt x="1704" y="362"/>
                    </a:lnTo>
                    <a:lnTo>
                      <a:pt x="1634" y="272"/>
                    </a:lnTo>
                    <a:lnTo>
                      <a:pt x="1526" y="286"/>
                    </a:lnTo>
                    <a:lnTo>
                      <a:pt x="1441" y="259"/>
                    </a:lnTo>
                    <a:lnTo>
                      <a:pt x="1358" y="250"/>
                    </a:lnTo>
                    <a:lnTo>
                      <a:pt x="1280" y="279"/>
                    </a:lnTo>
                    <a:lnTo>
                      <a:pt x="1139" y="340"/>
                    </a:lnTo>
                    <a:lnTo>
                      <a:pt x="1014" y="371"/>
                    </a:lnTo>
                    <a:lnTo>
                      <a:pt x="878" y="378"/>
                    </a:lnTo>
                    <a:lnTo>
                      <a:pt x="766" y="384"/>
                    </a:lnTo>
                    <a:lnTo>
                      <a:pt x="590" y="362"/>
                    </a:lnTo>
                    <a:lnTo>
                      <a:pt x="696" y="334"/>
                    </a:lnTo>
                    <a:lnTo>
                      <a:pt x="570" y="318"/>
                    </a:lnTo>
                    <a:lnTo>
                      <a:pt x="443" y="291"/>
                    </a:lnTo>
                    <a:lnTo>
                      <a:pt x="379" y="265"/>
                    </a:lnTo>
                    <a:lnTo>
                      <a:pt x="482" y="226"/>
                    </a:lnTo>
                    <a:lnTo>
                      <a:pt x="300" y="201"/>
                    </a:lnTo>
                    <a:lnTo>
                      <a:pt x="265" y="173"/>
                    </a:lnTo>
                    <a:lnTo>
                      <a:pt x="258" y="145"/>
                    </a:lnTo>
                    <a:lnTo>
                      <a:pt x="265" y="102"/>
                    </a:lnTo>
                    <a:lnTo>
                      <a:pt x="295" y="54"/>
                    </a:lnTo>
                    <a:lnTo>
                      <a:pt x="373" y="0"/>
                    </a:lnTo>
                    <a:lnTo>
                      <a:pt x="217" y="67"/>
                    </a:lnTo>
                    <a:lnTo>
                      <a:pt x="60" y="164"/>
                    </a:lnTo>
                    <a:lnTo>
                      <a:pt x="69" y="189"/>
                    </a:lnTo>
                    <a:lnTo>
                      <a:pt x="118" y="286"/>
                    </a:lnTo>
                    <a:lnTo>
                      <a:pt x="159"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0" name="Freeform 214"/>
              <p:cNvSpPr>
                <a:spLocks/>
              </p:cNvSpPr>
              <p:nvPr/>
            </p:nvSpPr>
            <p:spPr bwMode="auto">
              <a:xfrm>
                <a:off x="3429" y="1420"/>
                <a:ext cx="207" cy="329"/>
              </a:xfrm>
              <a:custGeom>
                <a:avLst/>
                <a:gdLst>
                  <a:gd name="T0" fmla="*/ 0 w 1658"/>
                  <a:gd name="T1" fmla="*/ 0 h 2635"/>
                  <a:gd name="T2" fmla="*/ 0 w 1658"/>
                  <a:gd name="T3" fmla="*/ 0 h 2635"/>
                  <a:gd name="T4" fmla="*/ 0 w 1658"/>
                  <a:gd name="T5" fmla="*/ 0 h 2635"/>
                  <a:gd name="T6" fmla="*/ 0 w 1658"/>
                  <a:gd name="T7" fmla="*/ 0 h 2635"/>
                  <a:gd name="T8" fmla="*/ 0 w 1658"/>
                  <a:gd name="T9" fmla="*/ 0 h 2635"/>
                  <a:gd name="T10" fmla="*/ 0 w 1658"/>
                  <a:gd name="T11" fmla="*/ 0 h 2635"/>
                  <a:gd name="T12" fmla="*/ 0 w 1658"/>
                  <a:gd name="T13" fmla="*/ 0 h 2635"/>
                  <a:gd name="T14" fmla="*/ 0 w 1658"/>
                  <a:gd name="T15" fmla="*/ 0 h 2635"/>
                  <a:gd name="T16" fmla="*/ 0 w 1658"/>
                  <a:gd name="T17" fmla="*/ 0 h 2635"/>
                  <a:gd name="T18" fmla="*/ 0 w 1658"/>
                  <a:gd name="T19" fmla="*/ 0 h 2635"/>
                  <a:gd name="T20" fmla="*/ 0 w 1658"/>
                  <a:gd name="T21" fmla="*/ 0 h 2635"/>
                  <a:gd name="T22" fmla="*/ 0 w 1658"/>
                  <a:gd name="T23" fmla="*/ 0 h 2635"/>
                  <a:gd name="T24" fmla="*/ 0 w 1658"/>
                  <a:gd name="T25" fmla="*/ 0 h 2635"/>
                  <a:gd name="T26" fmla="*/ 0 w 1658"/>
                  <a:gd name="T27" fmla="*/ 0 h 2635"/>
                  <a:gd name="T28" fmla="*/ 0 w 1658"/>
                  <a:gd name="T29" fmla="*/ 0 h 2635"/>
                  <a:gd name="T30" fmla="*/ 0 w 1658"/>
                  <a:gd name="T31" fmla="*/ 0 h 2635"/>
                  <a:gd name="T32" fmla="*/ 0 w 1658"/>
                  <a:gd name="T33" fmla="*/ 0 h 2635"/>
                  <a:gd name="T34" fmla="*/ 0 w 1658"/>
                  <a:gd name="T35" fmla="*/ 0 h 2635"/>
                  <a:gd name="T36" fmla="*/ 0 w 1658"/>
                  <a:gd name="T37" fmla="*/ 0 h 2635"/>
                  <a:gd name="T38" fmla="*/ 0 w 1658"/>
                  <a:gd name="T39" fmla="*/ 0 h 2635"/>
                  <a:gd name="T40" fmla="*/ 0 w 1658"/>
                  <a:gd name="T41" fmla="*/ 0 h 2635"/>
                  <a:gd name="T42" fmla="*/ 0 w 1658"/>
                  <a:gd name="T43" fmla="*/ 0 h 2635"/>
                  <a:gd name="T44" fmla="*/ 0 w 1658"/>
                  <a:gd name="T45" fmla="*/ 0 h 2635"/>
                  <a:gd name="T46" fmla="*/ 0 w 1658"/>
                  <a:gd name="T47" fmla="*/ 0 h 2635"/>
                  <a:gd name="T48" fmla="*/ 0 w 1658"/>
                  <a:gd name="T49" fmla="*/ 0 h 2635"/>
                  <a:gd name="T50" fmla="*/ 0 w 1658"/>
                  <a:gd name="T51" fmla="*/ 0 h 2635"/>
                  <a:gd name="T52" fmla="*/ 0 w 1658"/>
                  <a:gd name="T53" fmla="*/ 0 h 2635"/>
                  <a:gd name="T54" fmla="*/ 0 w 1658"/>
                  <a:gd name="T55" fmla="*/ 0 h 2635"/>
                  <a:gd name="T56" fmla="*/ 0 w 1658"/>
                  <a:gd name="T57" fmla="*/ 0 h 2635"/>
                  <a:gd name="T58" fmla="*/ 0 w 1658"/>
                  <a:gd name="T59" fmla="*/ 0 h 2635"/>
                  <a:gd name="T60" fmla="*/ 0 w 1658"/>
                  <a:gd name="T61" fmla="*/ 0 h 2635"/>
                  <a:gd name="T62" fmla="*/ 0 w 1658"/>
                  <a:gd name="T63" fmla="*/ 0 h 2635"/>
                  <a:gd name="T64" fmla="*/ 0 w 1658"/>
                  <a:gd name="T65" fmla="*/ 0 h 2635"/>
                  <a:gd name="T66" fmla="*/ 0 w 1658"/>
                  <a:gd name="T67" fmla="*/ 0 h 2635"/>
                  <a:gd name="T68" fmla="*/ 0 w 1658"/>
                  <a:gd name="T69" fmla="*/ 0 h 2635"/>
                  <a:gd name="T70" fmla="*/ 0 w 1658"/>
                  <a:gd name="T71" fmla="*/ 0 h 2635"/>
                  <a:gd name="T72" fmla="*/ 0 w 1658"/>
                  <a:gd name="T73" fmla="*/ 0 h 2635"/>
                  <a:gd name="T74" fmla="*/ 0 w 1658"/>
                  <a:gd name="T75" fmla="*/ 0 h 2635"/>
                  <a:gd name="T76" fmla="*/ 0 w 1658"/>
                  <a:gd name="T77" fmla="*/ 0 h 2635"/>
                  <a:gd name="T78" fmla="*/ 0 w 1658"/>
                  <a:gd name="T79" fmla="*/ 0 h 2635"/>
                  <a:gd name="T80" fmla="*/ 0 w 1658"/>
                  <a:gd name="T81" fmla="*/ 0 h 2635"/>
                  <a:gd name="T82" fmla="*/ 0 w 1658"/>
                  <a:gd name="T83" fmla="*/ 0 h 2635"/>
                  <a:gd name="T84" fmla="*/ 0 w 1658"/>
                  <a:gd name="T85" fmla="*/ 0 h 2635"/>
                  <a:gd name="T86" fmla="*/ 0 w 1658"/>
                  <a:gd name="T87" fmla="*/ 0 h 2635"/>
                  <a:gd name="T88" fmla="*/ 0 w 1658"/>
                  <a:gd name="T89" fmla="*/ 0 h 2635"/>
                  <a:gd name="T90" fmla="*/ 0 w 1658"/>
                  <a:gd name="T91" fmla="*/ 0 h 2635"/>
                  <a:gd name="T92" fmla="*/ 0 w 1658"/>
                  <a:gd name="T93" fmla="*/ 0 h 2635"/>
                  <a:gd name="T94" fmla="*/ 0 w 1658"/>
                  <a:gd name="T95" fmla="*/ 0 h 2635"/>
                  <a:gd name="T96" fmla="*/ 0 w 1658"/>
                  <a:gd name="T97" fmla="*/ 0 h 2635"/>
                  <a:gd name="T98" fmla="*/ 0 w 1658"/>
                  <a:gd name="T99" fmla="*/ 0 h 2635"/>
                  <a:gd name="T100" fmla="*/ 0 w 1658"/>
                  <a:gd name="T101" fmla="*/ 0 h 2635"/>
                  <a:gd name="T102" fmla="*/ 0 w 1658"/>
                  <a:gd name="T103" fmla="*/ 0 h 2635"/>
                  <a:gd name="T104" fmla="*/ 0 w 1658"/>
                  <a:gd name="T105" fmla="*/ 0 h 2635"/>
                  <a:gd name="T106" fmla="*/ 0 w 1658"/>
                  <a:gd name="T107" fmla="*/ 0 h 2635"/>
                  <a:gd name="T108" fmla="*/ 0 w 1658"/>
                  <a:gd name="T109" fmla="*/ 0 h 2635"/>
                  <a:gd name="T110" fmla="*/ 0 w 1658"/>
                  <a:gd name="T111" fmla="*/ 0 h 2635"/>
                  <a:gd name="T112" fmla="*/ 0 w 1658"/>
                  <a:gd name="T113" fmla="*/ 0 h 2635"/>
                  <a:gd name="T114" fmla="*/ 0 w 1658"/>
                  <a:gd name="T115" fmla="*/ 0 h 2635"/>
                  <a:gd name="T116" fmla="*/ 0 w 1658"/>
                  <a:gd name="T117" fmla="*/ 0 h 2635"/>
                  <a:gd name="T118" fmla="*/ 0 w 1658"/>
                  <a:gd name="T119" fmla="*/ 0 h 2635"/>
                  <a:gd name="T120" fmla="*/ 0 w 1658"/>
                  <a:gd name="T121" fmla="*/ 0 h 263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658"/>
                  <a:gd name="T184" fmla="*/ 0 h 2635"/>
                  <a:gd name="T185" fmla="*/ 1658 w 1658"/>
                  <a:gd name="T186" fmla="*/ 2635 h 263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658" h="2635">
                    <a:moveTo>
                      <a:pt x="7" y="196"/>
                    </a:moveTo>
                    <a:lnTo>
                      <a:pt x="0" y="216"/>
                    </a:lnTo>
                    <a:lnTo>
                      <a:pt x="14" y="231"/>
                    </a:lnTo>
                    <a:lnTo>
                      <a:pt x="58" y="251"/>
                    </a:lnTo>
                    <a:lnTo>
                      <a:pt x="106" y="260"/>
                    </a:lnTo>
                    <a:lnTo>
                      <a:pt x="185" y="260"/>
                    </a:lnTo>
                    <a:lnTo>
                      <a:pt x="291" y="244"/>
                    </a:lnTo>
                    <a:lnTo>
                      <a:pt x="208" y="279"/>
                    </a:lnTo>
                    <a:lnTo>
                      <a:pt x="114" y="292"/>
                    </a:lnTo>
                    <a:lnTo>
                      <a:pt x="35" y="292"/>
                    </a:lnTo>
                    <a:lnTo>
                      <a:pt x="35" y="315"/>
                    </a:lnTo>
                    <a:lnTo>
                      <a:pt x="58" y="341"/>
                    </a:lnTo>
                    <a:lnTo>
                      <a:pt x="114" y="366"/>
                    </a:lnTo>
                    <a:lnTo>
                      <a:pt x="185" y="354"/>
                    </a:lnTo>
                    <a:lnTo>
                      <a:pt x="231" y="385"/>
                    </a:lnTo>
                    <a:lnTo>
                      <a:pt x="226" y="398"/>
                    </a:lnTo>
                    <a:lnTo>
                      <a:pt x="185" y="420"/>
                    </a:lnTo>
                    <a:lnTo>
                      <a:pt x="141" y="426"/>
                    </a:lnTo>
                    <a:lnTo>
                      <a:pt x="220" y="435"/>
                    </a:lnTo>
                    <a:lnTo>
                      <a:pt x="354" y="435"/>
                    </a:lnTo>
                    <a:lnTo>
                      <a:pt x="510" y="414"/>
                    </a:lnTo>
                    <a:lnTo>
                      <a:pt x="611" y="385"/>
                    </a:lnTo>
                    <a:lnTo>
                      <a:pt x="487" y="426"/>
                    </a:lnTo>
                    <a:lnTo>
                      <a:pt x="345" y="456"/>
                    </a:lnTo>
                    <a:lnTo>
                      <a:pt x="244" y="475"/>
                    </a:lnTo>
                    <a:lnTo>
                      <a:pt x="305" y="504"/>
                    </a:lnTo>
                    <a:lnTo>
                      <a:pt x="437" y="523"/>
                    </a:lnTo>
                    <a:lnTo>
                      <a:pt x="543" y="532"/>
                    </a:lnTo>
                    <a:lnTo>
                      <a:pt x="662" y="532"/>
                    </a:lnTo>
                    <a:lnTo>
                      <a:pt x="741" y="511"/>
                    </a:lnTo>
                    <a:lnTo>
                      <a:pt x="625" y="475"/>
                    </a:lnTo>
                    <a:lnTo>
                      <a:pt x="824" y="398"/>
                    </a:lnTo>
                    <a:lnTo>
                      <a:pt x="763" y="370"/>
                    </a:lnTo>
                    <a:lnTo>
                      <a:pt x="875" y="378"/>
                    </a:lnTo>
                    <a:lnTo>
                      <a:pt x="945" y="414"/>
                    </a:lnTo>
                    <a:lnTo>
                      <a:pt x="1029" y="470"/>
                    </a:lnTo>
                    <a:lnTo>
                      <a:pt x="1095" y="511"/>
                    </a:lnTo>
                    <a:lnTo>
                      <a:pt x="1142" y="622"/>
                    </a:lnTo>
                    <a:lnTo>
                      <a:pt x="1204" y="622"/>
                    </a:lnTo>
                    <a:lnTo>
                      <a:pt x="1257" y="609"/>
                    </a:lnTo>
                    <a:lnTo>
                      <a:pt x="1296" y="580"/>
                    </a:lnTo>
                    <a:lnTo>
                      <a:pt x="1331" y="537"/>
                    </a:lnTo>
                    <a:lnTo>
                      <a:pt x="1354" y="511"/>
                    </a:lnTo>
                    <a:lnTo>
                      <a:pt x="1361" y="559"/>
                    </a:lnTo>
                    <a:lnTo>
                      <a:pt x="1347" y="609"/>
                    </a:lnTo>
                    <a:lnTo>
                      <a:pt x="1310" y="651"/>
                    </a:lnTo>
                    <a:lnTo>
                      <a:pt x="1382" y="651"/>
                    </a:lnTo>
                    <a:lnTo>
                      <a:pt x="1446" y="638"/>
                    </a:lnTo>
                    <a:lnTo>
                      <a:pt x="1485" y="651"/>
                    </a:lnTo>
                    <a:lnTo>
                      <a:pt x="1508" y="684"/>
                    </a:lnTo>
                    <a:lnTo>
                      <a:pt x="1523" y="765"/>
                    </a:lnTo>
                    <a:lnTo>
                      <a:pt x="1517" y="936"/>
                    </a:lnTo>
                    <a:lnTo>
                      <a:pt x="1543" y="996"/>
                    </a:lnTo>
                    <a:lnTo>
                      <a:pt x="1580" y="1030"/>
                    </a:lnTo>
                    <a:lnTo>
                      <a:pt x="1591" y="1073"/>
                    </a:lnTo>
                    <a:lnTo>
                      <a:pt x="1559" y="1073"/>
                    </a:lnTo>
                    <a:lnTo>
                      <a:pt x="1469" y="1014"/>
                    </a:lnTo>
                    <a:lnTo>
                      <a:pt x="1354" y="1009"/>
                    </a:lnTo>
                    <a:lnTo>
                      <a:pt x="1287" y="1095"/>
                    </a:lnTo>
                    <a:lnTo>
                      <a:pt x="1268" y="1226"/>
                    </a:lnTo>
                    <a:lnTo>
                      <a:pt x="1340" y="1284"/>
                    </a:lnTo>
                    <a:lnTo>
                      <a:pt x="1319" y="1457"/>
                    </a:lnTo>
                    <a:lnTo>
                      <a:pt x="1361" y="1374"/>
                    </a:lnTo>
                    <a:lnTo>
                      <a:pt x="1460" y="1330"/>
                    </a:lnTo>
                    <a:lnTo>
                      <a:pt x="1422" y="1240"/>
                    </a:lnTo>
                    <a:lnTo>
                      <a:pt x="1340" y="1219"/>
                    </a:lnTo>
                    <a:lnTo>
                      <a:pt x="1409" y="1143"/>
                    </a:lnTo>
                    <a:lnTo>
                      <a:pt x="1508" y="1212"/>
                    </a:lnTo>
                    <a:lnTo>
                      <a:pt x="1479" y="1106"/>
                    </a:lnTo>
                    <a:lnTo>
                      <a:pt x="1517" y="1095"/>
                    </a:lnTo>
                    <a:lnTo>
                      <a:pt x="1422" y="1099"/>
                    </a:lnTo>
                    <a:lnTo>
                      <a:pt x="1303" y="1189"/>
                    </a:lnTo>
                    <a:lnTo>
                      <a:pt x="1319" y="1099"/>
                    </a:lnTo>
                    <a:lnTo>
                      <a:pt x="1367" y="1035"/>
                    </a:lnTo>
                    <a:lnTo>
                      <a:pt x="1460" y="1035"/>
                    </a:lnTo>
                    <a:lnTo>
                      <a:pt x="1559" y="1095"/>
                    </a:lnTo>
                    <a:lnTo>
                      <a:pt x="1564" y="1198"/>
                    </a:lnTo>
                    <a:lnTo>
                      <a:pt x="1543" y="1316"/>
                    </a:lnTo>
                    <a:lnTo>
                      <a:pt x="1469" y="1435"/>
                    </a:lnTo>
                    <a:lnTo>
                      <a:pt x="1446" y="1519"/>
                    </a:lnTo>
                    <a:lnTo>
                      <a:pt x="1361" y="1560"/>
                    </a:lnTo>
                    <a:lnTo>
                      <a:pt x="1296" y="1493"/>
                    </a:lnTo>
                    <a:lnTo>
                      <a:pt x="1220" y="1968"/>
                    </a:lnTo>
                    <a:lnTo>
                      <a:pt x="1163" y="2261"/>
                    </a:lnTo>
                    <a:lnTo>
                      <a:pt x="939" y="2501"/>
                    </a:lnTo>
                    <a:lnTo>
                      <a:pt x="851" y="2635"/>
                    </a:lnTo>
                    <a:lnTo>
                      <a:pt x="958" y="2492"/>
                    </a:lnTo>
                    <a:lnTo>
                      <a:pt x="1257" y="2174"/>
                    </a:lnTo>
                    <a:lnTo>
                      <a:pt x="1446" y="1827"/>
                    </a:lnTo>
                    <a:lnTo>
                      <a:pt x="1430" y="1807"/>
                    </a:lnTo>
                    <a:lnTo>
                      <a:pt x="1382" y="1811"/>
                    </a:lnTo>
                    <a:lnTo>
                      <a:pt x="1384" y="1730"/>
                    </a:lnTo>
                    <a:lnTo>
                      <a:pt x="1494" y="1701"/>
                    </a:lnTo>
                    <a:lnTo>
                      <a:pt x="1494" y="1624"/>
                    </a:lnTo>
                    <a:lnTo>
                      <a:pt x="1591" y="1592"/>
                    </a:lnTo>
                    <a:lnTo>
                      <a:pt x="1619" y="1457"/>
                    </a:lnTo>
                    <a:lnTo>
                      <a:pt x="1658" y="1394"/>
                    </a:lnTo>
                    <a:lnTo>
                      <a:pt x="1580" y="1350"/>
                    </a:lnTo>
                    <a:lnTo>
                      <a:pt x="1573" y="1306"/>
                    </a:lnTo>
                    <a:lnTo>
                      <a:pt x="1591" y="1240"/>
                    </a:lnTo>
                    <a:lnTo>
                      <a:pt x="1591" y="1154"/>
                    </a:lnTo>
                    <a:lnTo>
                      <a:pt x="1580" y="1122"/>
                    </a:lnTo>
                    <a:lnTo>
                      <a:pt x="1642" y="1143"/>
                    </a:lnTo>
                    <a:lnTo>
                      <a:pt x="1619" y="1057"/>
                    </a:lnTo>
                    <a:lnTo>
                      <a:pt x="1564" y="967"/>
                    </a:lnTo>
                    <a:lnTo>
                      <a:pt x="1550" y="897"/>
                    </a:lnTo>
                    <a:lnTo>
                      <a:pt x="1550" y="813"/>
                    </a:lnTo>
                    <a:lnTo>
                      <a:pt x="1543" y="741"/>
                    </a:lnTo>
                    <a:lnTo>
                      <a:pt x="1550" y="700"/>
                    </a:lnTo>
                    <a:lnTo>
                      <a:pt x="1501" y="580"/>
                    </a:lnTo>
                    <a:lnTo>
                      <a:pt x="1418" y="462"/>
                    </a:lnTo>
                    <a:lnTo>
                      <a:pt x="1326" y="389"/>
                    </a:lnTo>
                    <a:lnTo>
                      <a:pt x="1257" y="341"/>
                    </a:lnTo>
                    <a:lnTo>
                      <a:pt x="1227" y="225"/>
                    </a:lnTo>
                    <a:lnTo>
                      <a:pt x="1137" y="147"/>
                    </a:lnTo>
                    <a:lnTo>
                      <a:pt x="1044" y="119"/>
                    </a:lnTo>
                    <a:lnTo>
                      <a:pt x="909" y="40"/>
                    </a:lnTo>
                    <a:lnTo>
                      <a:pt x="747" y="0"/>
                    </a:lnTo>
                    <a:lnTo>
                      <a:pt x="584" y="4"/>
                    </a:lnTo>
                    <a:lnTo>
                      <a:pt x="427" y="36"/>
                    </a:lnTo>
                    <a:lnTo>
                      <a:pt x="298" y="97"/>
                    </a:lnTo>
                    <a:lnTo>
                      <a:pt x="127" y="161"/>
                    </a:lnTo>
                    <a:lnTo>
                      <a:pt x="7" y="1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1" name="Freeform 215"/>
              <p:cNvSpPr>
                <a:spLocks/>
              </p:cNvSpPr>
              <p:nvPr/>
            </p:nvSpPr>
            <p:spPr bwMode="auto">
              <a:xfrm>
                <a:off x="3526" y="1487"/>
                <a:ext cx="56" cy="44"/>
              </a:xfrm>
              <a:custGeom>
                <a:avLst/>
                <a:gdLst>
                  <a:gd name="T0" fmla="*/ 0 w 445"/>
                  <a:gd name="T1" fmla="*/ 0 h 358"/>
                  <a:gd name="T2" fmla="*/ 0 w 445"/>
                  <a:gd name="T3" fmla="*/ 0 h 358"/>
                  <a:gd name="T4" fmla="*/ 0 w 445"/>
                  <a:gd name="T5" fmla="*/ 0 h 358"/>
                  <a:gd name="T6" fmla="*/ 0 w 445"/>
                  <a:gd name="T7" fmla="*/ 0 h 358"/>
                  <a:gd name="T8" fmla="*/ 0 w 445"/>
                  <a:gd name="T9" fmla="*/ 0 h 358"/>
                  <a:gd name="T10" fmla="*/ 0 w 445"/>
                  <a:gd name="T11" fmla="*/ 0 h 358"/>
                  <a:gd name="T12" fmla="*/ 0 w 445"/>
                  <a:gd name="T13" fmla="*/ 0 h 358"/>
                  <a:gd name="T14" fmla="*/ 0 w 445"/>
                  <a:gd name="T15" fmla="*/ 0 h 358"/>
                  <a:gd name="T16" fmla="*/ 0 w 445"/>
                  <a:gd name="T17" fmla="*/ 0 h 358"/>
                  <a:gd name="T18" fmla="*/ 0 w 445"/>
                  <a:gd name="T19" fmla="*/ 0 h 358"/>
                  <a:gd name="T20" fmla="*/ 0 w 445"/>
                  <a:gd name="T21" fmla="*/ 0 h 358"/>
                  <a:gd name="T22" fmla="*/ 0 w 445"/>
                  <a:gd name="T23" fmla="*/ 0 h 358"/>
                  <a:gd name="T24" fmla="*/ 0 w 445"/>
                  <a:gd name="T25" fmla="*/ 0 h 358"/>
                  <a:gd name="T26" fmla="*/ 0 w 445"/>
                  <a:gd name="T27" fmla="*/ 0 h 358"/>
                  <a:gd name="T28" fmla="*/ 0 w 445"/>
                  <a:gd name="T29" fmla="*/ 0 h 358"/>
                  <a:gd name="T30" fmla="*/ 0 w 445"/>
                  <a:gd name="T31" fmla="*/ 0 h 358"/>
                  <a:gd name="T32" fmla="*/ 0 w 445"/>
                  <a:gd name="T33" fmla="*/ 0 h 358"/>
                  <a:gd name="T34" fmla="*/ 0 w 445"/>
                  <a:gd name="T35" fmla="*/ 0 h 358"/>
                  <a:gd name="T36" fmla="*/ 0 w 445"/>
                  <a:gd name="T37" fmla="*/ 0 h 358"/>
                  <a:gd name="T38" fmla="*/ 0 w 445"/>
                  <a:gd name="T39" fmla="*/ 0 h 358"/>
                  <a:gd name="T40" fmla="*/ 0 w 445"/>
                  <a:gd name="T41" fmla="*/ 0 h 358"/>
                  <a:gd name="T42" fmla="*/ 0 w 445"/>
                  <a:gd name="T43" fmla="*/ 0 h 358"/>
                  <a:gd name="T44" fmla="*/ 0 w 445"/>
                  <a:gd name="T45" fmla="*/ 0 h 358"/>
                  <a:gd name="T46" fmla="*/ 0 w 445"/>
                  <a:gd name="T47" fmla="*/ 0 h 358"/>
                  <a:gd name="T48" fmla="*/ 0 w 445"/>
                  <a:gd name="T49" fmla="*/ 0 h 358"/>
                  <a:gd name="T50" fmla="*/ 0 w 445"/>
                  <a:gd name="T51" fmla="*/ 0 h 358"/>
                  <a:gd name="T52" fmla="*/ 0 w 445"/>
                  <a:gd name="T53" fmla="*/ 0 h 35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45"/>
                  <a:gd name="T82" fmla="*/ 0 h 358"/>
                  <a:gd name="T83" fmla="*/ 445 w 445"/>
                  <a:gd name="T84" fmla="*/ 358 h 35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45" h="358">
                    <a:moveTo>
                      <a:pt x="141" y="27"/>
                    </a:moveTo>
                    <a:lnTo>
                      <a:pt x="69" y="48"/>
                    </a:lnTo>
                    <a:lnTo>
                      <a:pt x="0" y="113"/>
                    </a:lnTo>
                    <a:lnTo>
                      <a:pt x="84" y="113"/>
                    </a:lnTo>
                    <a:lnTo>
                      <a:pt x="42" y="209"/>
                    </a:lnTo>
                    <a:lnTo>
                      <a:pt x="93" y="233"/>
                    </a:lnTo>
                    <a:lnTo>
                      <a:pt x="127" y="358"/>
                    </a:lnTo>
                    <a:lnTo>
                      <a:pt x="115" y="222"/>
                    </a:lnTo>
                    <a:lnTo>
                      <a:pt x="163" y="180"/>
                    </a:lnTo>
                    <a:lnTo>
                      <a:pt x="240" y="161"/>
                    </a:lnTo>
                    <a:lnTo>
                      <a:pt x="316" y="161"/>
                    </a:lnTo>
                    <a:lnTo>
                      <a:pt x="385" y="173"/>
                    </a:lnTo>
                    <a:lnTo>
                      <a:pt x="445" y="209"/>
                    </a:lnTo>
                    <a:lnTo>
                      <a:pt x="374" y="161"/>
                    </a:lnTo>
                    <a:lnTo>
                      <a:pt x="268" y="134"/>
                    </a:lnTo>
                    <a:lnTo>
                      <a:pt x="189" y="134"/>
                    </a:lnTo>
                    <a:lnTo>
                      <a:pt x="99" y="161"/>
                    </a:lnTo>
                    <a:lnTo>
                      <a:pt x="106" y="119"/>
                    </a:lnTo>
                    <a:lnTo>
                      <a:pt x="150" y="90"/>
                    </a:lnTo>
                    <a:lnTo>
                      <a:pt x="62" y="90"/>
                    </a:lnTo>
                    <a:lnTo>
                      <a:pt x="99" y="64"/>
                    </a:lnTo>
                    <a:lnTo>
                      <a:pt x="163" y="33"/>
                    </a:lnTo>
                    <a:lnTo>
                      <a:pt x="219" y="42"/>
                    </a:lnTo>
                    <a:lnTo>
                      <a:pt x="316" y="64"/>
                    </a:lnTo>
                    <a:lnTo>
                      <a:pt x="247" y="20"/>
                    </a:lnTo>
                    <a:lnTo>
                      <a:pt x="163" y="0"/>
                    </a:lnTo>
                    <a:lnTo>
                      <a:pt x="1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2" name="Freeform 216"/>
              <p:cNvSpPr>
                <a:spLocks/>
              </p:cNvSpPr>
              <p:nvPr/>
            </p:nvSpPr>
            <p:spPr bwMode="auto">
              <a:xfrm>
                <a:off x="3544" y="1538"/>
                <a:ext cx="48" cy="38"/>
              </a:xfrm>
              <a:custGeom>
                <a:avLst/>
                <a:gdLst>
                  <a:gd name="T0" fmla="*/ 0 w 387"/>
                  <a:gd name="T1" fmla="*/ 0 h 303"/>
                  <a:gd name="T2" fmla="*/ 0 w 387"/>
                  <a:gd name="T3" fmla="*/ 0 h 303"/>
                  <a:gd name="T4" fmla="*/ 0 w 387"/>
                  <a:gd name="T5" fmla="*/ 0 h 303"/>
                  <a:gd name="T6" fmla="*/ 0 w 387"/>
                  <a:gd name="T7" fmla="*/ 0 h 303"/>
                  <a:gd name="T8" fmla="*/ 0 w 387"/>
                  <a:gd name="T9" fmla="*/ 0 h 303"/>
                  <a:gd name="T10" fmla="*/ 0 w 387"/>
                  <a:gd name="T11" fmla="*/ 0 h 303"/>
                  <a:gd name="T12" fmla="*/ 0 w 387"/>
                  <a:gd name="T13" fmla="*/ 0 h 303"/>
                  <a:gd name="T14" fmla="*/ 0 w 387"/>
                  <a:gd name="T15" fmla="*/ 0 h 303"/>
                  <a:gd name="T16" fmla="*/ 0 w 387"/>
                  <a:gd name="T17" fmla="*/ 0 h 303"/>
                  <a:gd name="T18" fmla="*/ 0 w 387"/>
                  <a:gd name="T19" fmla="*/ 0 h 303"/>
                  <a:gd name="T20" fmla="*/ 0 w 387"/>
                  <a:gd name="T21" fmla="*/ 0 h 303"/>
                  <a:gd name="T22" fmla="*/ 0 w 387"/>
                  <a:gd name="T23" fmla="*/ 0 h 303"/>
                  <a:gd name="T24" fmla="*/ 0 w 387"/>
                  <a:gd name="T25" fmla="*/ 0 h 303"/>
                  <a:gd name="T26" fmla="*/ 0 w 387"/>
                  <a:gd name="T27" fmla="*/ 0 h 303"/>
                  <a:gd name="T28" fmla="*/ 0 w 387"/>
                  <a:gd name="T29" fmla="*/ 0 h 303"/>
                  <a:gd name="T30" fmla="*/ 0 w 387"/>
                  <a:gd name="T31" fmla="*/ 0 h 303"/>
                  <a:gd name="T32" fmla="*/ 0 w 387"/>
                  <a:gd name="T33" fmla="*/ 0 h 303"/>
                  <a:gd name="T34" fmla="*/ 0 w 387"/>
                  <a:gd name="T35" fmla="*/ 0 h 303"/>
                  <a:gd name="T36" fmla="*/ 0 w 387"/>
                  <a:gd name="T37" fmla="*/ 0 h 303"/>
                  <a:gd name="T38" fmla="*/ 0 w 387"/>
                  <a:gd name="T39" fmla="*/ 0 h 303"/>
                  <a:gd name="T40" fmla="*/ 0 w 387"/>
                  <a:gd name="T41" fmla="*/ 0 h 303"/>
                  <a:gd name="T42" fmla="*/ 0 w 387"/>
                  <a:gd name="T43" fmla="*/ 0 h 303"/>
                  <a:gd name="T44" fmla="*/ 0 w 387"/>
                  <a:gd name="T45" fmla="*/ 0 h 303"/>
                  <a:gd name="T46" fmla="*/ 0 w 387"/>
                  <a:gd name="T47" fmla="*/ 0 h 3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7"/>
                  <a:gd name="T73" fmla="*/ 0 h 303"/>
                  <a:gd name="T74" fmla="*/ 387 w 387"/>
                  <a:gd name="T75" fmla="*/ 303 h 3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7" h="303">
                    <a:moveTo>
                      <a:pt x="22" y="18"/>
                    </a:moveTo>
                    <a:lnTo>
                      <a:pt x="115" y="0"/>
                    </a:lnTo>
                    <a:lnTo>
                      <a:pt x="191" y="18"/>
                    </a:lnTo>
                    <a:lnTo>
                      <a:pt x="244" y="53"/>
                    </a:lnTo>
                    <a:lnTo>
                      <a:pt x="281" y="92"/>
                    </a:lnTo>
                    <a:lnTo>
                      <a:pt x="288" y="138"/>
                    </a:lnTo>
                    <a:lnTo>
                      <a:pt x="281" y="156"/>
                    </a:lnTo>
                    <a:lnTo>
                      <a:pt x="255" y="152"/>
                    </a:lnTo>
                    <a:lnTo>
                      <a:pt x="219" y="130"/>
                    </a:lnTo>
                    <a:lnTo>
                      <a:pt x="175" y="92"/>
                    </a:lnTo>
                    <a:lnTo>
                      <a:pt x="127" y="87"/>
                    </a:lnTo>
                    <a:lnTo>
                      <a:pt x="172" y="152"/>
                    </a:lnTo>
                    <a:lnTo>
                      <a:pt x="191" y="207"/>
                    </a:lnTo>
                    <a:lnTo>
                      <a:pt x="182" y="260"/>
                    </a:lnTo>
                    <a:lnTo>
                      <a:pt x="360" y="290"/>
                    </a:lnTo>
                    <a:lnTo>
                      <a:pt x="387" y="303"/>
                    </a:lnTo>
                    <a:lnTo>
                      <a:pt x="147" y="276"/>
                    </a:lnTo>
                    <a:lnTo>
                      <a:pt x="163" y="239"/>
                    </a:lnTo>
                    <a:lnTo>
                      <a:pt x="156" y="191"/>
                    </a:lnTo>
                    <a:lnTo>
                      <a:pt x="121" y="130"/>
                    </a:lnTo>
                    <a:lnTo>
                      <a:pt x="83" y="87"/>
                    </a:lnTo>
                    <a:lnTo>
                      <a:pt x="16" y="53"/>
                    </a:lnTo>
                    <a:lnTo>
                      <a:pt x="0" y="9"/>
                    </a:lnTo>
                    <a:lnTo>
                      <a:pt x="2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3" name="Freeform 217"/>
              <p:cNvSpPr>
                <a:spLocks/>
              </p:cNvSpPr>
              <p:nvPr/>
            </p:nvSpPr>
            <p:spPr bwMode="auto">
              <a:xfrm>
                <a:off x="3554" y="1572"/>
                <a:ext cx="27" cy="40"/>
              </a:xfrm>
              <a:custGeom>
                <a:avLst/>
                <a:gdLst>
                  <a:gd name="T0" fmla="*/ 0 w 214"/>
                  <a:gd name="T1" fmla="*/ 0 h 313"/>
                  <a:gd name="T2" fmla="*/ 0 w 214"/>
                  <a:gd name="T3" fmla="*/ 0 h 313"/>
                  <a:gd name="T4" fmla="*/ 0 w 214"/>
                  <a:gd name="T5" fmla="*/ 0 h 313"/>
                  <a:gd name="T6" fmla="*/ 0 w 214"/>
                  <a:gd name="T7" fmla="*/ 0 h 313"/>
                  <a:gd name="T8" fmla="*/ 0 w 214"/>
                  <a:gd name="T9" fmla="*/ 0 h 313"/>
                  <a:gd name="T10" fmla="*/ 0 w 214"/>
                  <a:gd name="T11" fmla="*/ 0 h 313"/>
                  <a:gd name="T12" fmla="*/ 0 60000 65536"/>
                  <a:gd name="T13" fmla="*/ 0 60000 65536"/>
                  <a:gd name="T14" fmla="*/ 0 60000 65536"/>
                  <a:gd name="T15" fmla="*/ 0 60000 65536"/>
                  <a:gd name="T16" fmla="*/ 0 60000 65536"/>
                  <a:gd name="T17" fmla="*/ 0 60000 65536"/>
                  <a:gd name="T18" fmla="*/ 0 w 214"/>
                  <a:gd name="T19" fmla="*/ 0 h 313"/>
                  <a:gd name="T20" fmla="*/ 214 w 214"/>
                  <a:gd name="T21" fmla="*/ 313 h 313"/>
                </a:gdLst>
                <a:ahLst/>
                <a:cxnLst>
                  <a:cxn ang="T12">
                    <a:pos x="T0" y="T1"/>
                  </a:cxn>
                  <a:cxn ang="T13">
                    <a:pos x="T2" y="T3"/>
                  </a:cxn>
                  <a:cxn ang="T14">
                    <a:pos x="T4" y="T5"/>
                  </a:cxn>
                  <a:cxn ang="T15">
                    <a:pos x="T6" y="T7"/>
                  </a:cxn>
                  <a:cxn ang="T16">
                    <a:pos x="T8" y="T9"/>
                  </a:cxn>
                  <a:cxn ang="T17">
                    <a:pos x="T10" y="T11"/>
                  </a:cxn>
                </a:cxnLst>
                <a:rect l="T18" t="T19" r="T20" b="T21"/>
                <a:pathLst>
                  <a:path w="214" h="313">
                    <a:moveTo>
                      <a:pt x="89" y="0"/>
                    </a:moveTo>
                    <a:lnTo>
                      <a:pt x="0" y="179"/>
                    </a:lnTo>
                    <a:lnTo>
                      <a:pt x="9" y="313"/>
                    </a:lnTo>
                    <a:lnTo>
                      <a:pt x="214" y="65"/>
                    </a:lnTo>
                    <a:lnTo>
                      <a:pt x="214" y="14"/>
                    </a:lnTo>
                    <a:lnTo>
                      <a:pt x="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4" name="Freeform 218"/>
              <p:cNvSpPr>
                <a:spLocks/>
              </p:cNvSpPr>
              <p:nvPr/>
            </p:nvSpPr>
            <p:spPr bwMode="auto">
              <a:xfrm>
                <a:off x="3464" y="1673"/>
                <a:ext cx="107" cy="80"/>
              </a:xfrm>
              <a:custGeom>
                <a:avLst/>
                <a:gdLst>
                  <a:gd name="T0" fmla="*/ 0 w 857"/>
                  <a:gd name="T1" fmla="*/ 0 h 640"/>
                  <a:gd name="T2" fmla="*/ 0 w 857"/>
                  <a:gd name="T3" fmla="*/ 0 h 640"/>
                  <a:gd name="T4" fmla="*/ 0 w 857"/>
                  <a:gd name="T5" fmla="*/ 0 h 640"/>
                  <a:gd name="T6" fmla="*/ 0 w 857"/>
                  <a:gd name="T7" fmla="*/ 0 h 640"/>
                  <a:gd name="T8" fmla="*/ 0 w 857"/>
                  <a:gd name="T9" fmla="*/ 0 h 640"/>
                  <a:gd name="T10" fmla="*/ 0 w 857"/>
                  <a:gd name="T11" fmla="*/ 0 h 640"/>
                  <a:gd name="T12" fmla="*/ 0 w 857"/>
                  <a:gd name="T13" fmla="*/ 0 h 640"/>
                  <a:gd name="T14" fmla="*/ 0 w 857"/>
                  <a:gd name="T15" fmla="*/ 0 h 640"/>
                  <a:gd name="T16" fmla="*/ 0 w 857"/>
                  <a:gd name="T17" fmla="*/ 0 h 640"/>
                  <a:gd name="T18" fmla="*/ 0 w 857"/>
                  <a:gd name="T19" fmla="*/ 0 h 640"/>
                  <a:gd name="T20" fmla="*/ 0 w 857"/>
                  <a:gd name="T21" fmla="*/ 0 h 640"/>
                  <a:gd name="T22" fmla="*/ 0 w 857"/>
                  <a:gd name="T23" fmla="*/ 0 h 640"/>
                  <a:gd name="T24" fmla="*/ 0 w 857"/>
                  <a:gd name="T25" fmla="*/ 0 h 640"/>
                  <a:gd name="T26" fmla="*/ 0 w 857"/>
                  <a:gd name="T27" fmla="*/ 0 h 640"/>
                  <a:gd name="T28" fmla="*/ 0 w 857"/>
                  <a:gd name="T29" fmla="*/ 0 h 640"/>
                  <a:gd name="T30" fmla="*/ 0 w 857"/>
                  <a:gd name="T31" fmla="*/ 0 h 640"/>
                  <a:gd name="T32" fmla="*/ 0 w 857"/>
                  <a:gd name="T33" fmla="*/ 0 h 640"/>
                  <a:gd name="T34" fmla="*/ 0 w 857"/>
                  <a:gd name="T35" fmla="*/ 0 h 640"/>
                  <a:gd name="T36" fmla="*/ 0 w 857"/>
                  <a:gd name="T37" fmla="*/ 0 h 640"/>
                  <a:gd name="T38" fmla="*/ 0 w 857"/>
                  <a:gd name="T39" fmla="*/ 0 h 640"/>
                  <a:gd name="T40" fmla="*/ 0 w 857"/>
                  <a:gd name="T41" fmla="*/ 0 h 640"/>
                  <a:gd name="T42" fmla="*/ 0 w 857"/>
                  <a:gd name="T43" fmla="*/ 0 h 640"/>
                  <a:gd name="T44" fmla="*/ 0 w 857"/>
                  <a:gd name="T45" fmla="*/ 0 h 640"/>
                  <a:gd name="T46" fmla="*/ 0 w 857"/>
                  <a:gd name="T47" fmla="*/ 0 h 640"/>
                  <a:gd name="T48" fmla="*/ 0 w 857"/>
                  <a:gd name="T49" fmla="*/ 0 h 640"/>
                  <a:gd name="T50" fmla="*/ 0 w 857"/>
                  <a:gd name="T51" fmla="*/ 0 h 640"/>
                  <a:gd name="T52" fmla="*/ 0 w 857"/>
                  <a:gd name="T53" fmla="*/ 0 h 640"/>
                  <a:gd name="T54" fmla="*/ 0 w 857"/>
                  <a:gd name="T55" fmla="*/ 0 h 6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57"/>
                  <a:gd name="T85" fmla="*/ 0 h 640"/>
                  <a:gd name="T86" fmla="*/ 857 w 857"/>
                  <a:gd name="T87" fmla="*/ 640 h 6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57" h="640">
                    <a:moveTo>
                      <a:pt x="857" y="0"/>
                    </a:moveTo>
                    <a:lnTo>
                      <a:pt x="749" y="53"/>
                    </a:lnTo>
                    <a:lnTo>
                      <a:pt x="648" y="198"/>
                    </a:lnTo>
                    <a:lnTo>
                      <a:pt x="514" y="187"/>
                    </a:lnTo>
                    <a:lnTo>
                      <a:pt x="470" y="260"/>
                    </a:lnTo>
                    <a:lnTo>
                      <a:pt x="415" y="297"/>
                    </a:lnTo>
                    <a:lnTo>
                      <a:pt x="276" y="288"/>
                    </a:lnTo>
                    <a:lnTo>
                      <a:pt x="186" y="321"/>
                    </a:lnTo>
                    <a:lnTo>
                      <a:pt x="118" y="345"/>
                    </a:lnTo>
                    <a:lnTo>
                      <a:pt x="48" y="345"/>
                    </a:lnTo>
                    <a:lnTo>
                      <a:pt x="0" y="317"/>
                    </a:lnTo>
                    <a:lnTo>
                      <a:pt x="48" y="359"/>
                    </a:lnTo>
                    <a:lnTo>
                      <a:pt x="105" y="366"/>
                    </a:lnTo>
                    <a:lnTo>
                      <a:pt x="223" y="366"/>
                    </a:lnTo>
                    <a:lnTo>
                      <a:pt x="294" y="391"/>
                    </a:lnTo>
                    <a:lnTo>
                      <a:pt x="382" y="514"/>
                    </a:lnTo>
                    <a:lnTo>
                      <a:pt x="507" y="611"/>
                    </a:lnTo>
                    <a:lnTo>
                      <a:pt x="527" y="640"/>
                    </a:lnTo>
                    <a:lnTo>
                      <a:pt x="564" y="615"/>
                    </a:lnTo>
                    <a:lnTo>
                      <a:pt x="555" y="550"/>
                    </a:lnTo>
                    <a:lnTo>
                      <a:pt x="544" y="461"/>
                    </a:lnTo>
                    <a:lnTo>
                      <a:pt x="555" y="380"/>
                    </a:lnTo>
                    <a:lnTo>
                      <a:pt x="569" y="327"/>
                    </a:lnTo>
                    <a:lnTo>
                      <a:pt x="630" y="267"/>
                    </a:lnTo>
                    <a:lnTo>
                      <a:pt x="685" y="226"/>
                    </a:lnTo>
                    <a:lnTo>
                      <a:pt x="738" y="132"/>
                    </a:lnTo>
                    <a:lnTo>
                      <a:pt x="800" y="57"/>
                    </a:lnTo>
                    <a:lnTo>
                      <a:pt x="8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5" name="Freeform 219"/>
              <p:cNvSpPr>
                <a:spLocks/>
              </p:cNvSpPr>
              <p:nvPr/>
            </p:nvSpPr>
            <p:spPr bwMode="auto">
              <a:xfrm>
                <a:off x="3547" y="1625"/>
                <a:ext cx="9" cy="43"/>
              </a:xfrm>
              <a:custGeom>
                <a:avLst/>
                <a:gdLst>
                  <a:gd name="T0" fmla="*/ 0 w 72"/>
                  <a:gd name="T1" fmla="*/ 0 h 339"/>
                  <a:gd name="T2" fmla="*/ 0 w 72"/>
                  <a:gd name="T3" fmla="*/ 0 h 339"/>
                  <a:gd name="T4" fmla="*/ 0 w 72"/>
                  <a:gd name="T5" fmla="*/ 0 h 339"/>
                  <a:gd name="T6" fmla="*/ 0 w 72"/>
                  <a:gd name="T7" fmla="*/ 0 h 339"/>
                  <a:gd name="T8" fmla="*/ 0 60000 65536"/>
                  <a:gd name="T9" fmla="*/ 0 60000 65536"/>
                  <a:gd name="T10" fmla="*/ 0 60000 65536"/>
                  <a:gd name="T11" fmla="*/ 0 60000 65536"/>
                  <a:gd name="T12" fmla="*/ 0 w 72"/>
                  <a:gd name="T13" fmla="*/ 0 h 339"/>
                  <a:gd name="T14" fmla="*/ 72 w 72"/>
                  <a:gd name="T15" fmla="*/ 339 h 339"/>
                </a:gdLst>
                <a:ahLst/>
                <a:cxnLst>
                  <a:cxn ang="T8">
                    <a:pos x="T0" y="T1"/>
                  </a:cxn>
                  <a:cxn ang="T9">
                    <a:pos x="T2" y="T3"/>
                  </a:cxn>
                  <a:cxn ang="T10">
                    <a:pos x="T4" y="T5"/>
                  </a:cxn>
                  <a:cxn ang="T11">
                    <a:pos x="T6" y="T7"/>
                  </a:cxn>
                </a:cxnLst>
                <a:rect l="T12" t="T13" r="T14" b="T15"/>
                <a:pathLst>
                  <a:path w="72" h="339">
                    <a:moveTo>
                      <a:pt x="56" y="0"/>
                    </a:moveTo>
                    <a:lnTo>
                      <a:pt x="0" y="339"/>
                    </a:lnTo>
                    <a:lnTo>
                      <a:pt x="72" y="117"/>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6" name="Freeform 220"/>
              <p:cNvSpPr>
                <a:spLocks/>
              </p:cNvSpPr>
              <p:nvPr/>
            </p:nvSpPr>
            <p:spPr bwMode="auto">
              <a:xfrm>
                <a:off x="3437" y="1527"/>
                <a:ext cx="94" cy="23"/>
              </a:xfrm>
              <a:custGeom>
                <a:avLst/>
                <a:gdLst>
                  <a:gd name="T0" fmla="*/ 0 w 747"/>
                  <a:gd name="T1" fmla="*/ 0 h 189"/>
                  <a:gd name="T2" fmla="*/ 0 w 747"/>
                  <a:gd name="T3" fmla="*/ 0 h 189"/>
                  <a:gd name="T4" fmla="*/ 0 w 747"/>
                  <a:gd name="T5" fmla="*/ 0 h 189"/>
                  <a:gd name="T6" fmla="*/ 0 w 747"/>
                  <a:gd name="T7" fmla="*/ 0 h 189"/>
                  <a:gd name="T8" fmla="*/ 0 w 747"/>
                  <a:gd name="T9" fmla="*/ 0 h 189"/>
                  <a:gd name="T10" fmla="*/ 0 w 747"/>
                  <a:gd name="T11" fmla="*/ 0 h 189"/>
                  <a:gd name="T12" fmla="*/ 0 w 747"/>
                  <a:gd name="T13" fmla="*/ 0 h 189"/>
                  <a:gd name="T14" fmla="*/ 0 w 747"/>
                  <a:gd name="T15" fmla="*/ 0 h 189"/>
                  <a:gd name="T16" fmla="*/ 0 w 747"/>
                  <a:gd name="T17" fmla="*/ 0 h 189"/>
                  <a:gd name="T18" fmla="*/ 0 w 747"/>
                  <a:gd name="T19" fmla="*/ 0 h 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89"/>
                  <a:gd name="T32" fmla="*/ 747 w 747"/>
                  <a:gd name="T33" fmla="*/ 189 h 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89">
                    <a:moveTo>
                      <a:pt x="0" y="189"/>
                    </a:moveTo>
                    <a:lnTo>
                      <a:pt x="38" y="145"/>
                    </a:lnTo>
                    <a:lnTo>
                      <a:pt x="95" y="117"/>
                    </a:lnTo>
                    <a:lnTo>
                      <a:pt x="189" y="97"/>
                    </a:lnTo>
                    <a:lnTo>
                      <a:pt x="341" y="78"/>
                    </a:lnTo>
                    <a:lnTo>
                      <a:pt x="460" y="39"/>
                    </a:lnTo>
                    <a:lnTo>
                      <a:pt x="581" y="0"/>
                    </a:lnTo>
                    <a:lnTo>
                      <a:pt x="664" y="0"/>
                    </a:lnTo>
                    <a:lnTo>
                      <a:pt x="715" y="29"/>
                    </a:lnTo>
                    <a:lnTo>
                      <a:pt x="747" y="4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27" name="Freeform 221"/>
              <p:cNvSpPr>
                <a:spLocks/>
              </p:cNvSpPr>
              <p:nvPr/>
            </p:nvSpPr>
            <p:spPr bwMode="auto">
              <a:xfrm>
                <a:off x="3458" y="1519"/>
                <a:ext cx="70" cy="14"/>
              </a:xfrm>
              <a:custGeom>
                <a:avLst/>
                <a:gdLst>
                  <a:gd name="T0" fmla="*/ 0 w 563"/>
                  <a:gd name="T1" fmla="*/ 0 h 118"/>
                  <a:gd name="T2" fmla="*/ 0 w 563"/>
                  <a:gd name="T3" fmla="*/ 0 h 118"/>
                  <a:gd name="T4" fmla="*/ 0 w 563"/>
                  <a:gd name="T5" fmla="*/ 0 h 118"/>
                  <a:gd name="T6" fmla="*/ 0 w 563"/>
                  <a:gd name="T7" fmla="*/ 0 h 118"/>
                  <a:gd name="T8" fmla="*/ 0 w 563"/>
                  <a:gd name="T9" fmla="*/ 0 h 118"/>
                  <a:gd name="T10" fmla="*/ 0 w 563"/>
                  <a:gd name="T11" fmla="*/ 0 h 118"/>
                  <a:gd name="T12" fmla="*/ 0 w 563"/>
                  <a:gd name="T13" fmla="*/ 0 h 118"/>
                  <a:gd name="T14" fmla="*/ 0 60000 65536"/>
                  <a:gd name="T15" fmla="*/ 0 60000 65536"/>
                  <a:gd name="T16" fmla="*/ 0 60000 65536"/>
                  <a:gd name="T17" fmla="*/ 0 60000 65536"/>
                  <a:gd name="T18" fmla="*/ 0 60000 65536"/>
                  <a:gd name="T19" fmla="*/ 0 60000 65536"/>
                  <a:gd name="T20" fmla="*/ 0 60000 65536"/>
                  <a:gd name="T21" fmla="*/ 0 w 563"/>
                  <a:gd name="T22" fmla="*/ 0 h 118"/>
                  <a:gd name="T23" fmla="*/ 563 w 563"/>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3" h="118">
                    <a:moveTo>
                      <a:pt x="0" y="118"/>
                    </a:moveTo>
                    <a:lnTo>
                      <a:pt x="134" y="94"/>
                    </a:lnTo>
                    <a:lnTo>
                      <a:pt x="266" y="41"/>
                    </a:lnTo>
                    <a:lnTo>
                      <a:pt x="362" y="4"/>
                    </a:lnTo>
                    <a:lnTo>
                      <a:pt x="436" y="0"/>
                    </a:lnTo>
                    <a:lnTo>
                      <a:pt x="496" y="17"/>
                    </a:lnTo>
                    <a:lnTo>
                      <a:pt x="563" y="48"/>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28" name="Freeform 222"/>
              <p:cNvSpPr>
                <a:spLocks/>
              </p:cNvSpPr>
              <p:nvPr/>
            </p:nvSpPr>
            <p:spPr bwMode="auto">
              <a:xfrm>
                <a:off x="3484" y="1512"/>
                <a:ext cx="35" cy="7"/>
              </a:xfrm>
              <a:custGeom>
                <a:avLst/>
                <a:gdLst>
                  <a:gd name="T0" fmla="*/ 0 w 279"/>
                  <a:gd name="T1" fmla="*/ 0 h 62"/>
                  <a:gd name="T2" fmla="*/ 0 w 279"/>
                  <a:gd name="T3" fmla="*/ 0 h 62"/>
                  <a:gd name="T4" fmla="*/ 0 w 279"/>
                  <a:gd name="T5" fmla="*/ 0 h 62"/>
                  <a:gd name="T6" fmla="*/ 0 w 279"/>
                  <a:gd name="T7" fmla="*/ 0 h 62"/>
                  <a:gd name="T8" fmla="*/ 0 60000 65536"/>
                  <a:gd name="T9" fmla="*/ 0 60000 65536"/>
                  <a:gd name="T10" fmla="*/ 0 60000 65536"/>
                  <a:gd name="T11" fmla="*/ 0 60000 65536"/>
                  <a:gd name="T12" fmla="*/ 0 w 279"/>
                  <a:gd name="T13" fmla="*/ 0 h 62"/>
                  <a:gd name="T14" fmla="*/ 279 w 279"/>
                  <a:gd name="T15" fmla="*/ 62 h 62"/>
                </a:gdLst>
                <a:ahLst/>
                <a:cxnLst>
                  <a:cxn ang="T8">
                    <a:pos x="T0" y="T1"/>
                  </a:cxn>
                  <a:cxn ang="T9">
                    <a:pos x="T2" y="T3"/>
                  </a:cxn>
                  <a:cxn ang="T10">
                    <a:pos x="T4" y="T5"/>
                  </a:cxn>
                  <a:cxn ang="T11">
                    <a:pos x="T6" y="T7"/>
                  </a:cxn>
                </a:cxnLst>
                <a:rect l="T12" t="T13" r="T14" b="T15"/>
                <a:pathLst>
                  <a:path w="279" h="62">
                    <a:moveTo>
                      <a:pt x="0" y="62"/>
                    </a:moveTo>
                    <a:lnTo>
                      <a:pt x="161" y="7"/>
                    </a:lnTo>
                    <a:lnTo>
                      <a:pt x="223" y="0"/>
                    </a:lnTo>
                    <a:lnTo>
                      <a:pt x="279" y="1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29" name="Freeform 223"/>
              <p:cNvSpPr>
                <a:spLocks/>
              </p:cNvSpPr>
              <p:nvPr/>
            </p:nvSpPr>
            <p:spPr bwMode="auto">
              <a:xfrm>
                <a:off x="3524" y="1556"/>
                <a:ext cx="13" cy="16"/>
              </a:xfrm>
              <a:custGeom>
                <a:avLst/>
                <a:gdLst>
                  <a:gd name="T0" fmla="*/ 0 w 105"/>
                  <a:gd name="T1" fmla="*/ 0 h 128"/>
                  <a:gd name="T2" fmla="*/ 0 w 105"/>
                  <a:gd name="T3" fmla="*/ 0 h 128"/>
                  <a:gd name="T4" fmla="*/ 0 w 105"/>
                  <a:gd name="T5" fmla="*/ 0 h 128"/>
                  <a:gd name="T6" fmla="*/ 0 w 105"/>
                  <a:gd name="T7" fmla="*/ 0 h 128"/>
                  <a:gd name="T8" fmla="*/ 0 w 105"/>
                  <a:gd name="T9" fmla="*/ 0 h 128"/>
                  <a:gd name="T10" fmla="*/ 0 60000 65536"/>
                  <a:gd name="T11" fmla="*/ 0 60000 65536"/>
                  <a:gd name="T12" fmla="*/ 0 60000 65536"/>
                  <a:gd name="T13" fmla="*/ 0 60000 65536"/>
                  <a:gd name="T14" fmla="*/ 0 60000 65536"/>
                  <a:gd name="T15" fmla="*/ 0 w 105"/>
                  <a:gd name="T16" fmla="*/ 0 h 128"/>
                  <a:gd name="T17" fmla="*/ 105 w 105"/>
                  <a:gd name="T18" fmla="*/ 128 h 128"/>
                </a:gdLst>
                <a:ahLst/>
                <a:cxnLst>
                  <a:cxn ang="T10">
                    <a:pos x="T0" y="T1"/>
                  </a:cxn>
                  <a:cxn ang="T11">
                    <a:pos x="T2" y="T3"/>
                  </a:cxn>
                  <a:cxn ang="T12">
                    <a:pos x="T4" y="T5"/>
                  </a:cxn>
                  <a:cxn ang="T13">
                    <a:pos x="T6" y="T7"/>
                  </a:cxn>
                  <a:cxn ang="T14">
                    <a:pos x="T8" y="T9"/>
                  </a:cxn>
                </a:cxnLst>
                <a:rect l="T15" t="T16" r="T17" b="T18"/>
                <a:pathLst>
                  <a:path w="105" h="128">
                    <a:moveTo>
                      <a:pt x="0" y="0"/>
                    </a:moveTo>
                    <a:lnTo>
                      <a:pt x="0" y="101"/>
                    </a:lnTo>
                    <a:lnTo>
                      <a:pt x="52" y="128"/>
                    </a:lnTo>
                    <a:lnTo>
                      <a:pt x="105" y="3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0" name="Freeform 224"/>
              <p:cNvSpPr>
                <a:spLocks/>
              </p:cNvSpPr>
              <p:nvPr/>
            </p:nvSpPr>
            <p:spPr bwMode="auto">
              <a:xfrm>
                <a:off x="3653" y="1758"/>
                <a:ext cx="266" cy="472"/>
              </a:xfrm>
              <a:custGeom>
                <a:avLst/>
                <a:gdLst>
                  <a:gd name="T0" fmla="*/ 0 w 2124"/>
                  <a:gd name="T1" fmla="*/ 0 h 3774"/>
                  <a:gd name="T2" fmla="*/ 0 w 2124"/>
                  <a:gd name="T3" fmla="*/ 0 h 3774"/>
                  <a:gd name="T4" fmla="*/ 0 w 2124"/>
                  <a:gd name="T5" fmla="*/ 0 h 3774"/>
                  <a:gd name="T6" fmla="*/ 0 w 2124"/>
                  <a:gd name="T7" fmla="*/ 0 h 3774"/>
                  <a:gd name="T8" fmla="*/ 0 w 2124"/>
                  <a:gd name="T9" fmla="*/ 0 h 3774"/>
                  <a:gd name="T10" fmla="*/ 0 w 2124"/>
                  <a:gd name="T11" fmla="*/ 0 h 3774"/>
                  <a:gd name="T12" fmla="*/ 0 w 2124"/>
                  <a:gd name="T13" fmla="*/ 0 h 3774"/>
                  <a:gd name="T14" fmla="*/ 0 w 2124"/>
                  <a:gd name="T15" fmla="*/ 0 h 3774"/>
                  <a:gd name="T16" fmla="*/ 0 w 2124"/>
                  <a:gd name="T17" fmla="*/ 0 h 3774"/>
                  <a:gd name="T18" fmla="*/ 0 w 2124"/>
                  <a:gd name="T19" fmla="*/ 0 h 3774"/>
                  <a:gd name="T20" fmla="*/ 0 w 2124"/>
                  <a:gd name="T21" fmla="*/ 0 h 3774"/>
                  <a:gd name="T22" fmla="*/ 0 w 2124"/>
                  <a:gd name="T23" fmla="*/ 0 h 3774"/>
                  <a:gd name="T24" fmla="*/ 0 w 2124"/>
                  <a:gd name="T25" fmla="*/ 0 h 3774"/>
                  <a:gd name="T26" fmla="*/ 0 w 2124"/>
                  <a:gd name="T27" fmla="*/ 0 h 3774"/>
                  <a:gd name="T28" fmla="*/ 0 w 2124"/>
                  <a:gd name="T29" fmla="*/ 0 h 3774"/>
                  <a:gd name="T30" fmla="*/ 0 w 2124"/>
                  <a:gd name="T31" fmla="*/ 0 h 3774"/>
                  <a:gd name="T32" fmla="*/ 0 w 2124"/>
                  <a:gd name="T33" fmla="*/ 0 h 3774"/>
                  <a:gd name="T34" fmla="*/ 0 w 2124"/>
                  <a:gd name="T35" fmla="*/ 0 h 3774"/>
                  <a:gd name="T36" fmla="*/ 0 w 2124"/>
                  <a:gd name="T37" fmla="*/ 0 h 3774"/>
                  <a:gd name="T38" fmla="*/ 0 w 2124"/>
                  <a:gd name="T39" fmla="*/ 0 h 3774"/>
                  <a:gd name="T40" fmla="*/ 0 w 2124"/>
                  <a:gd name="T41" fmla="*/ 0 h 3774"/>
                  <a:gd name="T42" fmla="*/ 0 w 2124"/>
                  <a:gd name="T43" fmla="*/ 0 h 3774"/>
                  <a:gd name="T44" fmla="*/ 0 w 2124"/>
                  <a:gd name="T45" fmla="*/ 0 h 3774"/>
                  <a:gd name="T46" fmla="*/ 0 w 2124"/>
                  <a:gd name="T47" fmla="*/ 0 h 3774"/>
                  <a:gd name="T48" fmla="*/ 0 w 2124"/>
                  <a:gd name="T49" fmla="*/ 0 h 3774"/>
                  <a:gd name="T50" fmla="*/ 0 w 2124"/>
                  <a:gd name="T51" fmla="*/ 0 h 3774"/>
                  <a:gd name="T52" fmla="*/ 0 w 2124"/>
                  <a:gd name="T53" fmla="*/ 0 h 3774"/>
                  <a:gd name="T54" fmla="*/ 0 w 2124"/>
                  <a:gd name="T55" fmla="*/ 0 h 3774"/>
                  <a:gd name="T56" fmla="*/ 0 w 2124"/>
                  <a:gd name="T57" fmla="*/ 0 h 3774"/>
                  <a:gd name="T58" fmla="*/ 0 w 2124"/>
                  <a:gd name="T59" fmla="*/ 0 h 377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124"/>
                  <a:gd name="T91" fmla="*/ 0 h 3774"/>
                  <a:gd name="T92" fmla="*/ 2124 w 2124"/>
                  <a:gd name="T93" fmla="*/ 3774 h 377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124" h="3774">
                    <a:moveTo>
                      <a:pt x="1483" y="509"/>
                    </a:moveTo>
                    <a:lnTo>
                      <a:pt x="1612" y="966"/>
                    </a:lnTo>
                    <a:lnTo>
                      <a:pt x="1929" y="1474"/>
                    </a:lnTo>
                    <a:lnTo>
                      <a:pt x="1810" y="2116"/>
                    </a:lnTo>
                    <a:lnTo>
                      <a:pt x="2124" y="3119"/>
                    </a:lnTo>
                    <a:lnTo>
                      <a:pt x="2124" y="3774"/>
                    </a:lnTo>
                    <a:lnTo>
                      <a:pt x="916" y="3766"/>
                    </a:lnTo>
                    <a:lnTo>
                      <a:pt x="0" y="3302"/>
                    </a:lnTo>
                    <a:lnTo>
                      <a:pt x="499" y="2990"/>
                    </a:lnTo>
                    <a:lnTo>
                      <a:pt x="510" y="2782"/>
                    </a:lnTo>
                    <a:lnTo>
                      <a:pt x="589" y="2443"/>
                    </a:lnTo>
                    <a:lnTo>
                      <a:pt x="589" y="2755"/>
                    </a:lnTo>
                    <a:lnTo>
                      <a:pt x="932" y="2375"/>
                    </a:lnTo>
                    <a:lnTo>
                      <a:pt x="995" y="2285"/>
                    </a:lnTo>
                    <a:lnTo>
                      <a:pt x="1024" y="2116"/>
                    </a:lnTo>
                    <a:lnTo>
                      <a:pt x="1063" y="1931"/>
                    </a:lnTo>
                    <a:lnTo>
                      <a:pt x="1301" y="1946"/>
                    </a:lnTo>
                    <a:lnTo>
                      <a:pt x="1377" y="1812"/>
                    </a:lnTo>
                    <a:lnTo>
                      <a:pt x="1206" y="1501"/>
                    </a:lnTo>
                    <a:lnTo>
                      <a:pt x="1377" y="1501"/>
                    </a:lnTo>
                    <a:lnTo>
                      <a:pt x="1377" y="1434"/>
                    </a:lnTo>
                    <a:lnTo>
                      <a:pt x="1232" y="1265"/>
                    </a:lnTo>
                    <a:lnTo>
                      <a:pt x="1246" y="1148"/>
                    </a:lnTo>
                    <a:lnTo>
                      <a:pt x="1457" y="966"/>
                    </a:lnTo>
                    <a:lnTo>
                      <a:pt x="1470" y="717"/>
                    </a:lnTo>
                    <a:lnTo>
                      <a:pt x="1351" y="496"/>
                    </a:lnTo>
                    <a:lnTo>
                      <a:pt x="1324" y="258"/>
                    </a:lnTo>
                    <a:lnTo>
                      <a:pt x="1206" y="0"/>
                    </a:lnTo>
                    <a:lnTo>
                      <a:pt x="1419" y="351"/>
                    </a:lnTo>
                    <a:lnTo>
                      <a:pt x="1483" y="5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1" name="Freeform 225"/>
              <p:cNvSpPr>
                <a:spLocks/>
              </p:cNvSpPr>
              <p:nvPr/>
            </p:nvSpPr>
            <p:spPr bwMode="auto">
              <a:xfrm>
                <a:off x="3612" y="1641"/>
                <a:ext cx="92" cy="109"/>
              </a:xfrm>
              <a:custGeom>
                <a:avLst/>
                <a:gdLst>
                  <a:gd name="T0" fmla="*/ 0 w 734"/>
                  <a:gd name="T1" fmla="*/ 0 h 874"/>
                  <a:gd name="T2" fmla="*/ 0 w 734"/>
                  <a:gd name="T3" fmla="*/ 0 h 874"/>
                  <a:gd name="T4" fmla="*/ 0 w 734"/>
                  <a:gd name="T5" fmla="*/ 0 h 874"/>
                  <a:gd name="T6" fmla="*/ 0 w 734"/>
                  <a:gd name="T7" fmla="*/ 0 h 874"/>
                  <a:gd name="T8" fmla="*/ 0 w 734"/>
                  <a:gd name="T9" fmla="*/ 0 h 874"/>
                  <a:gd name="T10" fmla="*/ 0 w 734"/>
                  <a:gd name="T11" fmla="*/ 0 h 874"/>
                  <a:gd name="T12" fmla="*/ 0 w 734"/>
                  <a:gd name="T13" fmla="*/ 0 h 874"/>
                  <a:gd name="T14" fmla="*/ 0 w 734"/>
                  <a:gd name="T15" fmla="*/ 0 h 874"/>
                  <a:gd name="T16" fmla="*/ 0 w 734"/>
                  <a:gd name="T17" fmla="*/ 0 h 874"/>
                  <a:gd name="T18" fmla="*/ 0 w 734"/>
                  <a:gd name="T19" fmla="*/ 0 h 874"/>
                  <a:gd name="T20" fmla="*/ 0 w 734"/>
                  <a:gd name="T21" fmla="*/ 0 h 874"/>
                  <a:gd name="T22" fmla="*/ 0 w 734"/>
                  <a:gd name="T23" fmla="*/ 0 h 874"/>
                  <a:gd name="T24" fmla="*/ 0 w 734"/>
                  <a:gd name="T25" fmla="*/ 0 h 874"/>
                  <a:gd name="T26" fmla="*/ 0 w 734"/>
                  <a:gd name="T27" fmla="*/ 0 h 874"/>
                  <a:gd name="T28" fmla="*/ 0 w 734"/>
                  <a:gd name="T29" fmla="*/ 0 h 874"/>
                  <a:gd name="T30" fmla="*/ 0 w 734"/>
                  <a:gd name="T31" fmla="*/ 0 h 874"/>
                  <a:gd name="T32" fmla="*/ 0 w 734"/>
                  <a:gd name="T33" fmla="*/ 0 h 874"/>
                  <a:gd name="T34" fmla="*/ 0 w 734"/>
                  <a:gd name="T35" fmla="*/ 0 h 874"/>
                  <a:gd name="T36" fmla="*/ 0 w 734"/>
                  <a:gd name="T37" fmla="*/ 0 h 874"/>
                  <a:gd name="T38" fmla="*/ 0 w 734"/>
                  <a:gd name="T39" fmla="*/ 0 h 874"/>
                  <a:gd name="T40" fmla="*/ 0 w 734"/>
                  <a:gd name="T41" fmla="*/ 0 h 874"/>
                  <a:gd name="T42" fmla="*/ 0 w 734"/>
                  <a:gd name="T43" fmla="*/ 0 h 874"/>
                  <a:gd name="T44" fmla="*/ 0 w 734"/>
                  <a:gd name="T45" fmla="*/ 0 h 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4"/>
                  <a:gd name="T70" fmla="*/ 0 h 874"/>
                  <a:gd name="T71" fmla="*/ 734 w 734"/>
                  <a:gd name="T72" fmla="*/ 874 h 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4" h="874">
                    <a:moveTo>
                      <a:pt x="38" y="65"/>
                    </a:moveTo>
                    <a:lnTo>
                      <a:pt x="156" y="301"/>
                    </a:lnTo>
                    <a:lnTo>
                      <a:pt x="0" y="874"/>
                    </a:lnTo>
                    <a:lnTo>
                      <a:pt x="220" y="222"/>
                    </a:lnTo>
                    <a:lnTo>
                      <a:pt x="220" y="158"/>
                    </a:lnTo>
                    <a:lnTo>
                      <a:pt x="195" y="106"/>
                    </a:lnTo>
                    <a:lnTo>
                      <a:pt x="328" y="158"/>
                    </a:lnTo>
                    <a:lnTo>
                      <a:pt x="420" y="250"/>
                    </a:lnTo>
                    <a:lnTo>
                      <a:pt x="446" y="367"/>
                    </a:lnTo>
                    <a:lnTo>
                      <a:pt x="378" y="547"/>
                    </a:lnTo>
                    <a:lnTo>
                      <a:pt x="486" y="404"/>
                    </a:lnTo>
                    <a:lnTo>
                      <a:pt x="576" y="433"/>
                    </a:lnTo>
                    <a:lnTo>
                      <a:pt x="290" y="874"/>
                    </a:lnTo>
                    <a:lnTo>
                      <a:pt x="734" y="378"/>
                    </a:lnTo>
                    <a:lnTo>
                      <a:pt x="681" y="325"/>
                    </a:lnTo>
                    <a:lnTo>
                      <a:pt x="617" y="367"/>
                    </a:lnTo>
                    <a:lnTo>
                      <a:pt x="499" y="339"/>
                    </a:lnTo>
                    <a:lnTo>
                      <a:pt x="472" y="235"/>
                    </a:lnTo>
                    <a:lnTo>
                      <a:pt x="393" y="158"/>
                    </a:lnTo>
                    <a:lnTo>
                      <a:pt x="248" y="79"/>
                    </a:lnTo>
                    <a:lnTo>
                      <a:pt x="156" y="79"/>
                    </a:lnTo>
                    <a:lnTo>
                      <a:pt x="0" y="0"/>
                    </a:lnTo>
                    <a:lnTo>
                      <a:pt x="38"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2" name="Freeform 226"/>
              <p:cNvSpPr>
                <a:spLocks/>
              </p:cNvSpPr>
              <p:nvPr/>
            </p:nvSpPr>
            <p:spPr bwMode="auto">
              <a:xfrm>
                <a:off x="3719" y="1693"/>
                <a:ext cx="80" cy="62"/>
              </a:xfrm>
              <a:custGeom>
                <a:avLst/>
                <a:gdLst>
                  <a:gd name="T0" fmla="*/ 0 w 643"/>
                  <a:gd name="T1" fmla="*/ 0 h 496"/>
                  <a:gd name="T2" fmla="*/ 0 w 643"/>
                  <a:gd name="T3" fmla="*/ 0 h 496"/>
                  <a:gd name="T4" fmla="*/ 0 w 643"/>
                  <a:gd name="T5" fmla="*/ 0 h 496"/>
                  <a:gd name="T6" fmla="*/ 0 w 643"/>
                  <a:gd name="T7" fmla="*/ 0 h 496"/>
                  <a:gd name="T8" fmla="*/ 0 w 643"/>
                  <a:gd name="T9" fmla="*/ 0 h 496"/>
                  <a:gd name="T10" fmla="*/ 0 w 643"/>
                  <a:gd name="T11" fmla="*/ 0 h 496"/>
                  <a:gd name="T12" fmla="*/ 0 w 643"/>
                  <a:gd name="T13" fmla="*/ 0 h 496"/>
                  <a:gd name="T14" fmla="*/ 0 60000 65536"/>
                  <a:gd name="T15" fmla="*/ 0 60000 65536"/>
                  <a:gd name="T16" fmla="*/ 0 60000 65536"/>
                  <a:gd name="T17" fmla="*/ 0 60000 65536"/>
                  <a:gd name="T18" fmla="*/ 0 60000 65536"/>
                  <a:gd name="T19" fmla="*/ 0 60000 65536"/>
                  <a:gd name="T20" fmla="*/ 0 60000 65536"/>
                  <a:gd name="T21" fmla="*/ 0 w 643"/>
                  <a:gd name="T22" fmla="*/ 0 h 496"/>
                  <a:gd name="T23" fmla="*/ 643 w 643"/>
                  <a:gd name="T24" fmla="*/ 496 h 4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3" h="496">
                    <a:moveTo>
                      <a:pt x="0" y="0"/>
                    </a:moveTo>
                    <a:lnTo>
                      <a:pt x="198" y="94"/>
                    </a:lnTo>
                    <a:lnTo>
                      <a:pt x="420" y="168"/>
                    </a:lnTo>
                    <a:lnTo>
                      <a:pt x="643" y="496"/>
                    </a:lnTo>
                    <a:lnTo>
                      <a:pt x="500" y="442"/>
                    </a:lnTo>
                    <a:lnTo>
                      <a:pt x="408" y="22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3" name="Freeform 227"/>
              <p:cNvSpPr>
                <a:spLocks/>
              </p:cNvSpPr>
              <p:nvPr/>
            </p:nvSpPr>
            <p:spPr bwMode="auto">
              <a:xfrm>
                <a:off x="3506" y="1757"/>
                <a:ext cx="83" cy="305"/>
              </a:xfrm>
              <a:custGeom>
                <a:avLst/>
                <a:gdLst>
                  <a:gd name="T0" fmla="*/ 0 w 667"/>
                  <a:gd name="T1" fmla="*/ 0 h 2442"/>
                  <a:gd name="T2" fmla="*/ 0 w 667"/>
                  <a:gd name="T3" fmla="*/ 0 h 2442"/>
                  <a:gd name="T4" fmla="*/ 0 w 667"/>
                  <a:gd name="T5" fmla="*/ 0 h 2442"/>
                  <a:gd name="T6" fmla="*/ 0 w 667"/>
                  <a:gd name="T7" fmla="*/ 0 h 2442"/>
                  <a:gd name="T8" fmla="*/ 0 w 667"/>
                  <a:gd name="T9" fmla="*/ 0 h 2442"/>
                  <a:gd name="T10" fmla="*/ 0 w 667"/>
                  <a:gd name="T11" fmla="*/ 0 h 2442"/>
                  <a:gd name="T12" fmla="*/ 0 w 667"/>
                  <a:gd name="T13" fmla="*/ 0 h 2442"/>
                  <a:gd name="T14" fmla="*/ 0 w 667"/>
                  <a:gd name="T15" fmla="*/ 0 h 2442"/>
                  <a:gd name="T16" fmla="*/ 0 w 667"/>
                  <a:gd name="T17" fmla="*/ 0 h 2442"/>
                  <a:gd name="T18" fmla="*/ 0 w 667"/>
                  <a:gd name="T19" fmla="*/ 0 h 2442"/>
                  <a:gd name="T20" fmla="*/ 0 w 667"/>
                  <a:gd name="T21" fmla="*/ 0 h 2442"/>
                  <a:gd name="T22" fmla="*/ 0 w 667"/>
                  <a:gd name="T23" fmla="*/ 0 h 2442"/>
                  <a:gd name="T24" fmla="*/ 0 w 667"/>
                  <a:gd name="T25" fmla="*/ 0 h 2442"/>
                  <a:gd name="T26" fmla="*/ 0 w 667"/>
                  <a:gd name="T27" fmla="*/ 0 h 2442"/>
                  <a:gd name="T28" fmla="*/ 0 w 667"/>
                  <a:gd name="T29" fmla="*/ 0 h 2442"/>
                  <a:gd name="T30" fmla="*/ 0 w 667"/>
                  <a:gd name="T31" fmla="*/ 0 h 2442"/>
                  <a:gd name="T32" fmla="*/ 0 w 667"/>
                  <a:gd name="T33" fmla="*/ 0 h 2442"/>
                  <a:gd name="T34" fmla="*/ 0 w 667"/>
                  <a:gd name="T35" fmla="*/ 0 h 2442"/>
                  <a:gd name="T36" fmla="*/ 0 w 667"/>
                  <a:gd name="T37" fmla="*/ 0 h 2442"/>
                  <a:gd name="T38" fmla="*/ 0 w 667"/>
                  <a:gd name="T39" fmla="*/ 0 h 2442"/>
                  <a:gd name="T40" fmla="*/ 0 w 667"/>
                  <a:gd name="T41" fmla="*/ 0 h 2442"/>
                  <a:gd name="T42" fmla="*/ 0 w 667"/>
                  <a:gd name="T43" fmla="*/ 0 h 2442"/>
                  <a:gd name="T44" fmla="*/ 0 w 667"/>
                  <a:gd name="T45" fmla="*/ 0 h 2442"/>
                  <a:gd name="T46" fmla="*/ 0 w 667"/>
                  <a:gd name="T47" fmla="*/ 0 h 2442"/>
                  <a:gd name="T48" fmla="*/ 0 w 667"/>
                  <a:gd name="T49" fmla="*/ 0 h 2442"/>
                  <a:gd name="T50" fmla="*/ 0 w 667"/>
                  <a:gd name="T51" fmla="*/ 0 h 2442"/>
                  <a:gd name="T52" fmla="*/ 0 w 667"/>
                  <a:gd name="T53" fmla="*/ 0 h 2442"/>
                  <a:gd name="T54" fmla="*/ 0 w 667"/>
                  <a:gd name="T55" fmla="*/ 0 h 2442"/>
                  <a:gd name="T56" fmla="*/ 0 w 667"/>
                  <a:gd name="T57" fmla="*/ 0 h 2442"/>
                  <a:gd name="T58" fmla="*/ 0 w 667"/>
                  <a:gd name="T59" fmla="*/ 0 h 244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67"/>
                  <a:gd name="T91" fmla="*/ 0 h 2442"/>
                  <a:gd name="T92" fmla="*/ 667 w 667"/>
                  <a:gd name="T93" fmla="*/ 2442 h 244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67" h="2442">
                    <a:moveTo>
                      <a:pt x="208" y="0"/>
                    </a:moveTo>
                    <a:lnTo>
                      <a:pt x="208" y="88"/>
                    </a:lnTo>
                    <a:lnTo>
                      <a:pt x="618" y="326"/>
                    </a:lnTo>
                    <a:lnTo>
                      <a:pt x="272" y="194"/>
                    </a:lnTo>
                    <a:lnTo>
                      <a:pt x="208" y="440"/>
                    </a:lnTo>
                    <a:lnTo>
                      <a:pt x="272" y="625"/>
                    </a:lnTo>
                    <a:lnTo>
                      <a:pt x="272" y="794"/>
                    </a:lnTo>
                    <a:lnTo>
                      <a:pt x="208" y="1190"/>
                    </a:lnTo>
                    <a:lnTo>
                      <a:pt x="153" y="1543"/>
                    </a:lnTo>
                    <a:lnTo>
                      <a:pt x="185" y="1734"/>
                    </a:lnTo>
                    <a:lnTo>
                      <a:pt x="314" y="1996"/>
                    </a:lnTo>
                    <a:lnTo>
                      <a:pt x="512" y="2218"/>
                    </a:lnTo>
                    <a:lnTo>
                      <a:pt x="667" y="2257"/>
                    </a:lnTo>
                    <a:lnTo>
                      <a:pt x="470" y="2242"/>
                    </a:lnTo>
                    <a:lnTo>
                      <a:pt x="404" y="2273"/>
                    </a:lnTo>
                    <a:lnTo>
                      <a:pt x="404" y="2442"/>
                    </a:lnTo>
                    <a:lnTo>
                      <a:pt x="272" y="2321"/>
                    </a:lnTo>
                    <a:lnTo>
                      <a:pt x="0" y="2400"/>
                    </a:lnTo>
                    <a:lnTo>
                      <a:pt x="245" y="2297"/>
                    </a:lnTo>
                    <a:lnTo>
                      <a:pt x="185" y="2089"/>
                    </a:lnTo>
                    <a:lnTo>
                      <a:pt x="129" y="1801"/>
                    </a:lnTo>
                    <a:lnTo>
                      <a:pt x="116" y="1501"/>
                    </a:lnTo>
                    <a:lnTo>
                      <a:pt x="143" y="1200"/>
                    </a:lnTo>
                    <a:lnTo>
                      <a:pt x="208" y="911"/>
                    </a:lnTo>
                    <a:lnTo>
                      <a:pt x="233" y="756"/>
                    </a:lnTo>
                    <a:lnTo>
                      <a:pt x="233" y="598"/>
                    </a:lnTo>
                    <a:lnTo>
                      <a:pt x="185" y="494"/>
                    </a:lnTo>
                    <a:lnTo>
                      <a:pt x="51" y="440"/>
                    </a:lnTo>
                    <a:lnTo>
                      <a:pt x="185" y="130"/>
                    </a:lnTo>
                    <a:lnTo>
                      <a:pt x="20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28" name="Freeform 228"/>
            <p:cNvSpPr>
              <a:spLocks/>
            </p:cNvSpPr>
            <p:nvPr/>
          </p:nvSpPr>
          <p:spPr bwMode="auto">
            <a:xfrm>
              <a:off x="3384" y="1753"/>
              <a:ext cx="136" cy="305"/>
            </a:xfrm>
            <a:custGeom>
              <a:avLst/>
              <a:gdLst>
                <a:gd name="T0" fmla="*/ 0 w 1088"/>
                <a:gd name="T1" fmla="*/ 0 h 2442"/>
                <a:gd name="T2" fmla="*/ 0 w 1088"/>
                <a:gd name="T3" fmla="*/ 0 h 2442"/>
                <a:gd name="T4" fmla="*/ 0 w 1088"/>
                <a:gd name="T5" fmla="*/ 0 h 2442"/>
                <a:gd name="T6" fmla="*/ 0 w 1088"/>
                <a:gd name="T7" fmla="*/ 0 h 2442"/>
                <a:gd name="T8" fmla="*/ 0 w 1088"/>
                <a:gd name="T9" fmla="*/ 0 h 2442"/>
                <a:gd name="T10" fmla="*/ 0 w 1088"/>
                <a:gd name="T11" fmla="*/ 0 h 2442"/>
                <a:gd name="T12" fmla="*/ 0 w 1088"/>
                <a:gd name="T13" fmla="*/ 0 h 2442"/>
                <a:gd name="T14" fmla="*/ 0 w 1088"/>
                <a:gd name="T15" fmla="*/ 0 h 2442"/>
                <a:gd name="T16" fmla="*/ 0 w 1088"/>
                <a:gd name="T17" fmla="*/ 0 h 2442"/>
                <a:gd name="T18" fmla="*/ 0 w 1088"/>
                <a:gd name="T19" fmla="*/ 0 h 2442"/>
                <a:gd name="T20" fmla="*/ 0 w 1088"/>
                <a:gd name="T21" fmla="*/ 0 h 2442"/>
                <a:gd name="T22" fmla="*/ 0 w 1088"/>
                <a:gd name="T23" fmla="*/ 0 h 2442"/>
                <a:gd name="T24" fmla="*/ 0 w 1088"/>
                <a:gd name="T25" fmla="*/ 0 h 2442"/>
                <a:gd name="T26" fmla="*/ 0 w 1088"/>
                <a:gd name="T27" fmla="*/ 0 h 2442"/>
                <a:gd name="T28" fmla="*/ 0 w 1088"/>
                <a:gd name="T29" fmla="*/ 0 h 2442"/>
                <a:gd name="T30" fmla="*/ 0 w 1088"/>
                <a:gd name="T31" fmla="*/ 0 h 2442"/>
                <a:gd name="T32" fmla="*/ 0 w 1088"/>
                <a:gd name="T33" fmla="*/ 0 h 2442"/>
                <a:gd name="T34" fmla="*/ 0 w 1088"/>
                <a:gd name="T35" fmla="*/ 0 h 2442"/>
                <a:gd name="T36" fmla="*/ 0 w 1088"/>
                <a:gd name="T37" fmla="*/ 0 h 2442"/>
                <a:gd name="T38" fmla="*/ 0 w 1088"/>
                <a:gd name="T39" fmla="*/ 0 h 2442"/>
                <a:gd name="T40" fmla="*/ 0 w 1088"/>
                <a:gd name="T41" fmla="*/ 0 h 2442"/>
                <a:gd name="T42" fmla="*/ 0 w 1088"/>
                <a:gd name="T43" fmla="*/ 0 h 2442"/>
                <a:gd name="T44" fmla="*/ 0 w 1088"/>
                <a:gd name="T45" fmla="*/ 0 h 2442"/>
                <a:gd name="T46" fmla="*/ 0 w 1088"/>
                <a:gd name="T47" fmla="*/ 0 h 2442"/>
                <a:gd name="T48" fmla="*/ 0 w 1088"/>
                <a:gd name="T49" fmla="*/ 0 h 2442"/>
                <a:gd name="T50" fmla="*/ 0 w 1088"/>
                <a:gd name="T51" fmla="*/ 0 h 2442"/>
                <a:gd name="T52" fmla="*/ 0 w 1088"/>
                <a:gd name="T53" fmla="*/ 0 h 2442"/>
                <a:gd name="T54" fmla="*/ 0 w 1088"/>
                <a:gd name="T55" fmla="*/ 0 h 2442"/>
                <a:gd name="T56" fmla="*/ 0 w 1088"/>
                <a:gd name="T57" fmla="*/ 0 h 2442"/>
                <a:gd name="T58" fmla="*/ 0 w 1088"/>
                <a:gd name="T59" fmla="*/ 0 h 2442"/>
                <a:gd name="T60" fmla="*/ 0 w 1088"/>
                <a:gd name="T61" fmla="*/ 0 h 2442"/>
                <a:gd name="T62" fmla="*/ 0 w 1088"/>
                <a:gd name="T63" fmla="*/ 0 h 2442"/>
                <a:gd name="T64" fmla="*/ 0 w 1088"/>
                <a:gd name="T65" fmla="*/ 0 h 24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88"/>
                <a:gd name="T100" fmla="*/ 0 h 2442"/>
                <a:gd name="T101" fmla="*/ 1088 w 1088"/>
                <a:gd name="T102" fmla="*/ 2442 h 24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88" h="2442">
                  <a:moveTo>
                    <a:pt x="1035" y="0"/>
                  </a:moveTo>
                  <a:lnTo>
                    <a:pt x="958" y="116"/>
                  </a:lnTo>
                  <a:lnTo>
                    <a:pt x="943" y="238"/>
                  </a:lnTo>
                  <a:lnTo>
                    <a:pt x="943" y="455"/>
                  </a:lnTo>
                  <a:lnTo>
                    <a:pt x="931" y="784"/>
                  </a:lnTo>
                  <a:lnTo>
                    <a:pt x="866" y="1292"/>
                  </a:lnTo>
                  <a:lnTo>
                    <a:pt x="838" y="1672"/>
                  </a:lnTo>
                  <a:lnTo>
                    <a:pt x="853" y="1894"/>
                  </a:lnTo>
                  <a:lnTo>
                    <a:pt x="890" y="2074"/>
                  </a:lnTo>
                  <a:lnTo>
                    <a:pt x="943" y="2207"/>
                  </a:lnTo>
                  <a:lnTo>
                    <a:pt x="1023" y="2338"/>
                  </a:lnTo>
                  <a:lnTo>
                    <a:pt x="1088" y="2378"/>
                  </a:lnTo>
                  <a:lnTo>
                    <a:pt x="980" y="2442"/>
                  </a:lnTo>
                  <a:lnTo>
                    <a:pt x="866" y="2442"/>
                  </a:lnTo>
                  <a:lnTo>
                    <a:pt x="866" y="2232"/>
                  </a:lnTo>
                  <a:lnTo>
                    <a:pt x="798" y="2052"/>
                  </a:lnTo>
                  <a:lnTo>
                    <a:pt x="576" y="1424"/>
                  </a:lnTo>
                  <a:lnTo>
                    <a:pt x="156" y="1488"/>
                  </a:lnTo>
                  <a:lnTo>
                    <a:pt x="75" y="1474"/>
                  </a:lnTo>
                  <a:lnTo>
                    <a:pt x="391" y="1345"/>
                  </a:lnTo>
                  <a:lnTo>
                    <a:pt x="341" y="1228"/>
                  </a:lnTo>
                  <a:lnTo>
                    <a:pt x="0" y="1228"/>
                  </a:lnTo>
                  <a:lnTo>
                    <a:pt x="260" y="1110"/>
                  </a:lnTo>
                  <a:lnTo>
                    <a:pt x="456" y="1096"/>
                  </a:lnTo>
                  <a:lnTo>
                    <a:pt x="417" y="849"/>
                  </a:lnTo>
                  <a:lnTo>
                    <a:pt x="798" y="1905"/>
                  </a:lnTo>
                  <a:lnTo>
                    <a:pt x="798" y="1608"/>
                  </a:lnTo>
                  <a:lnTo>
                    <a:pt x="838" y="1257"/>
                  </a:lnTo>
                  <a:lnTo>
                    <a:pt x="890" y="863"/>
                  </a:lnTo>
                  <a:lnTo>
                    <a:pt x="919" y="575"/>
                  </a:lnTo>
                  <a:lnTo>
                    <a:pt x="919" y="169"/>
                  </a:lnTo>
                  <a:lnTo>
                    <a:pt x="972" y="53"/>
                  </a:lnTo>
                  <a:lnTo>
                    <a:pt x="103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 name="Freeform 229"/>
            <p:cNvSpPr>
              <a:spLocks/>
            </p:cNvSpPr>
            <p:nvPr/>
          </p:nvSpPr>
          <p:spPr bwMode="auto">
            <a:xfrm>
              <a:off x="3566" y="1797"/>
              <a:ext cx="181" cy="263"/>
            </a:xfrm>
            <a:custGeom>
              <a:avLst/>
              <a:gdLst>
                <a:gd name="T0" fmla="*/ 0 w 1444"/>
                <a:gd name="T1" fmla="*/ 0 h 2100"/>
                <a:gd name="T2" fmla="*/ 0 w 1444"/>
                <a:gd name="T3" fmla="*/ 0 h 2100"/>
                <a:gd name="T4" fmla="*/ 0 w 1444"/>
                <a:gd name="T5" fmla="*/ 0 h 2100"/>
                <a:gd name="T6" fmla="*/ 0 w 1444"/>
                <a:gd name="T7" fmla="*/ 0 h 2100"/>
                <a:gd name="T8" fmla="*/ 0 w 1444"/>
                <a:gd name="T9" fmla="*/ 0 h 2100"/>
                <a:gd name="T10" fmla="*/ 0 w 1444"/>
                <a:gd name="T11" fmla="*/ 0 h 2100"/>
                <a:gd name="T12" fmla="*/ 0 w 1444"/>
                <a:gd name="T13" fmla="*/ 0 h 2100"/>
                <a:gd name="T14" fmla="*/ 0 w 1444"/>
                <a:gd name="T15" fmla="*/ 0 h 2100"/>
                <a:gd name="T16" fmla="*/ 0 w 1444"/>
                <a:gd name="T17" fmla="*/ 0 h 2100"/>
                <a:gd name="T18" fmla="*/ 0 w 1444"/>
                <a:gd name="T19" fmla="*/ 0 h 2100"/>
                <a:gd name="T20" fmla="*/ 0 w 1444"/>
                <a:gd name="T21" fmla="*/ 0 h 2100"/>
                <a:gd name="T22" fmla="*/ 0 w 1444"/>
                <a:gd name="T23" fmla="*/ 0 h 2100"/>
                <a:gd name="T24" fmla="*/ 0 w 1444"/>
                <a:gd name="T25" fmla="*/ 0 h 2100"/>
                <a:gd name="T26" fmla="*/ 0 w 1444"/>
                <a:gd name="T27" fmla="*/ 0 h 2100"/>
                <a:gd name="T28" fmla="*/ 0 w 1444"/>
                <a:gd name="T29" fmla="*/ 0 h 2100"/>
                <a:gd name="T30" fmla="*/ 0 w 1444"/>
                <a:gd name="T31" fmla="*/ 0 h 2100"/>
                <a:gd name="T32" fmla="*/ 0 w 1444"/>
                <a:gd name="T33" fmla="*/ 0 h 2100"/>
                <a:gd name="T34" fmla="*/ 0 w 1444"/>
                <a:gd name="T35" fmla="*/ 0 h 2100"/>
                <a:gd name="T36" fmla="*/ 0 w 1444"/>
                <a:gd name="T37" fmla="*/ 0 h 2100"/>
                <a:gd name="T38" fmla="*/ 0 w 1444"/>
                <a:gd name="T39" fmla="*/ 0 h 2100"/>
                <a:gd name="T40" fmla="*/ 0 w 1444"/>
                <a:gd name="T41" fmla="*/ 0 h 2100"/>
                <a:gd name="T42" fmla="*/ 0 w 1444"/>
                <a:gd name="T43" fmla="*/ 0 h 2100"/>
                <a:gd name="T44" fmla="*/ 0 w 1444"/>
                <a:gd name="T45" fmla="*/ 0 h 2100"/>
                <a:gd name="T46" fmla="*/ 0 w 1444"/>
                <a:gd name="T47" fmla="*/ 0 h 2100"/>
                <a:gd name="T48" fmla="*/ 0 w 1444"/>
                <a:gd name="T49" fmla="*/ 0 h 2100"/>
                <a:gd name="T50" fmla="*/ 0 w 1444"/>
                <a:gd name="T51" fmla="*/ 0 h 2100"/>
                <a:gd name="T52" fmla="*/ 0 w 1444"/>
                <a:gd name="T53" fmla="*/ 0 h 2100"/>
                <a:gd name="T54" fmla="*/ 0 w 1444"/>
                <a:gd name="T55" fmla="*/ 0 h 2100"/>
                <a:gd name="T56" fmla="*/ 0 w 1444"/>
                <a:gd name="T57" fmla="*/ 0 h 2100"/>
                <a:gd name="T58" fmla="*/ 0 w 1444"/>
                <a:gd name="T59" fmla="*/ 0 h 2100"/>
                <a:gd name="T60" fmla="*/ 0 w 1444"/>
                <a:gd name="T61" fmla="*/ 0 h 210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444"/>
                <a:gd name="T94" fmla="*/ 0 h 2100"/>
                <a:gd name="T95" fmla="*/ 1444 w 1444"/>
                <a:gd name="T96" fmla="*/ 2100 h 210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444" h="2100">
                  <a:moveTo>
                    <a:pt x="198" y="1931"/>
                  </a:moveTo>
                  <a:lnTo>
                    <a:pt x="407" y="1995"/>
                  </a:lnTo>
                  <a:lnTo>
                    <a:pt x="589" y="2100"/>
                  </a:lnTo>
                  <a:lnTo>
                    <a:pt x="446" y="1931"/>
                  </a:lnTo>
                  <a:lnTo>
                    <a:pt x="343" y="1841"/>
                  </a:lnTo>
                  <a:lnTo>
                    <a:pt x="248" y="1826"/>
                  </a:lnTo>
                  <a:lnTo>
                    <a:pt x="211" y="1812"/>
                  </a:lnTo>
                  <a:lnTo>
                    <a:pt x="211" y="1632"/>
                  </a:lnTo>
                  <a:lnTo>
                    <a:pt x="264" y="1593"/>
                  </a:lnTo>
                  <a:lnTo>
                    <a:pt x="499" y="1498"/>
                  </a:lnTo>
                  <a:lnTo>
                    <a:pt x="776" y="1318"/>
                  </a:lnTo>
                  <a:lnTo>
                    <a:pt x="1025" y="1070"/>
                  </a:lnTo>
                  <a:lnTo>
                    <a:pt x="1444" y="495"/>
                  </a:lnTo>
                  <a:lnTo>
                    <a:pt x="1444" y="403"/>
                  </a:lnTo>
                  <a:lnTo>
                    <a:pt x="1092" y="834"/>
                  </a:lnTo>
                  <a:lnTo>
                    <a:pt x="710" y="1217"/>
                  </a:lnTo>
                  <a:lnTo>
                    <a:pt x="369" y="1448"/>
                  </a:lnTo>
                  <a:lnTo>
                    <a:pt x="578" y="1081"/>
                  </a:lnTo>
                  <a:lnTo>
                    <a:pt x="684" y="732"/>
                  </a:lnTo>
                  <a:lnTo>
                    <a:pt x="710" y="495"/>
                  </a:lnTo>
                  <a:lnTo>
                    <a:pt x="879" y="140"/>
                  </a:lnTo>
                  <a:lnTo>
                    <a:pt x="1117" y="0"/>
                  </a:lnTo>
                  <a:lnTo>
                    <a:pt x="855" y="127"/>
                  </a:lnTo>
                  <a:lnTo>
                    <a:pt x="644" y="442"/>
                  </a:lnTo>
                  <a:lnTo>
                    <a:pt x="644" y="769"/>
                  </a:lnTo>
                  <a:lnTo>
                    <a:pt x="525" y="1081"/>
                  </a:lnTo>
                  <a:lnTo>
                    <a:pt x="356" y="1371"/>
                  </a:lnTo>
                  <a:lnTo>
                    <a:pt x="184" y="1604"/>
                  </a:lnTo>
                  <a:lnTo>
                    <a:pt x="184" y="1826"/>
                  </a:lnTo>
                  <a:lnTo>
                    <a:pt x="0" y="1905"/>
                  </a:lnTo>
                  <a:lnTo>
                    <a:pt x="198" y="19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 name="Freeform 230"/>
            <p:cNvSpPr>
              <a:spLocks/>
            </p:cNvSpPr>
            <p:nvPr/>
          </p:nvSpPr>
          <p:spPr bwMode="auto">
            <a:xfrm>
              <a:off x="3561" y="2070"/>
              <a:ext cx="102" cy="96"/>
            </a:xfrm>
            <a:custGeom>
              <a:avLst/>
              <a:gdLst>
                <a:gd name="T0" fmla="*/ 0 w 818"/>
                <a:gd name="T1" fmla="*/ 0 h 773"/>
                <a:gd name="T2" fmla="*/ 0 w 818"/>
                <a:gd name="T3" fmla="*/ 0 h 773"/>
                <a:gd name="T4" fmla="*/ 0 w 818"/>
                <a:gd name="T5" fmla="*/ 0 h 773"/>
                <a:gd name="T6" fmla="*/ 0 w 818"/>
                <a:gd name="T7" fmla="*/ 0 h 773"/>
                <a:gd name="T8" fmla="*/ 0 w 818"/>
                <a:gd name="T9" fmla="*/ 0 h 773"/>
                <a:gd name="T10" fmla="*/ 0 w 818"/>
                <a:gd name="T11" fmla="*/ 0 h 773"/>
                <a:gd name="T12" fmla="*/ 0 w 818"/>
                <a:gd name="T13" fmla="*/ 0 h 773"/>
                <a:gd name="T14" fmla="*/ 0 w 818"/>
                <a:gd name="T15" fmla="*/ 0 h 773"/>
                <a:gd name="T16" fmla="*/ 0 w 818"/>
                <a:gd name="T17" fmla="*/ 0 h 773"/>
                <a:gd name="T18" fmla="*/ 0 w 818"/>
                <a:gd name="T19" fmla="*/ 0 h 773"/>
                <a:gd name="T20" fmla="*/ 0 w 818"/>
                <a:gd name="T21" fmla="*/ 0 h 773"/>
                <a:gd name="T22" fmla="*/ 0 w 818"/>
                <a:gd name="T23" fmla="*/ 0 h 773"/>
                <a:gd name="T24" fmla="*/ 0 w 818"/>
                <a:gd name="T25" fmla="*/ 0 h 773"/>
                <a:gd name="T26" fmla="*/ 0 w 818"/>
                <a:gd name="T27" fmla="*/ 0 h 773"/>
                <a:gd name="T28" fmla="*/ 0 w 818"/>
                <a:gd name="T29" fmla="*/ 0 h 773"/>
                <a:gd name="T30" fmla="*/ 0 w 818"/>
                <a:gd name="T31" fmla="*/ 0 h 773"/>
                <a:gd name="T32" fmla="*/ 0 w 818"/>
                <a:gd name="T33" fmla="*/ 0 h 773"/>
                <a:gd name="T34" fmla="*/ 0 w 818"/>
                <a:gd name="T35" fmla="*/ 0 h 773"/>
                <a:gd name="T36" fmla="*/ 0 w 818"/>
                <a:gd name="T37" fmla="*/ 0 h 77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8"/>
                <a:gd name="T58" fmla="*/ 0 h 773"/>
                <a:gd name="T59" fmla="*/ 818 w 818"/>
                <a:gd name="T60" fmla="*/ 773 h 77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8" h="773">
                  <a:moveTo>
                    <a:pt x="671" y="0"/>
                  </a:moveTo>
                  <a:lnTo>
                    <a:pt x="776" y="184"/>
                  </a:lnTo>
                  <a:lnTo>
                    <a:pt x="818" y="419"/>
                  </a:lnTo>
                  <a:lnTo>
                    <a:pt x="818" y="564"/>
                  </a:lnTo>
                  <a:lnTo>
                    <a:pt x="739" y="758"/>
                  </a:lnTo>
                  <a:lnTo>
                    <a:pt x="606" y="773"/>
                  </a:lnTo>
                  <a:lnTo>
                    <a:pt x="369" y="654"/>
                  </a:lnTo>
                  <a:lnTo>
                    <a:pt x="226" y="498"/>
                  </a:lnTo>
                  <a:lnTo>
                    <a:pt x="0" y="14"/>
                  </a:lnTo>
                  <a:lnTo>
                    <a:pt x="161" y="290"/>
                  </a:lnTo>
                  <a:lnTo>
                    <a:pt x="435" y="512"/>
                  </a:lnTo>
                  <a:lnTo>
                    <a:pt x="739" y="588"/>
                  </a:lnTo>
                  <a:lnTo>
                    <a:pt x="752" y="474"/>
                  </a:lnTo>
                  <a:lnTo>
                    <a:pt x="712" y="327"/>
                  </a:lnTo>
                  <a:lnTo>
                    <a:pt x="620" y="235"/>
                  </a:lnTo>
                  <a:lnTo>
                    <a:pt x="477" y="184"/>
                  </a:lnTo>
                  <a:lnTo>
                    <a:pt x="620" y="147"/>
                  </a:lnTo>
                  <a:lnTo>
                    <a:pt x="671" y="65"/>
                  </a:lnTo>
                  <a:lnTo>
                    <a:pt x="6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 name="Freeform 231"/>
            <p:cNvSpPr>
              <a:spLocks/>
            </p:cNvSpPr>
            <p:nvPr/>
          </p:nvSpPr>
          <p:spPr bwMode="auto">
            <a:xfrm>
              <a:off x="3351" y="2093"/>
              <a:ext cx="264" cy="76"/>
            </a:xfrm>
            <a:custGeom>
              <a:avLst/>
              <a:gdLst>
                <a:gd name="T0" fmla="*/ 0 w 2111"/>
                <a:gd name="T1" fmla="*/ 0 h 613"/>
                <a:gd name="T2" fmla="*/ 0 w 2111"/>
                <a:gd name="T3" fmla="*/ 0 h 613"/>
                <a:gd name="T4" fmla="*/ 0 w 2111"/>
                <a:gd name="T5" fmla="*/ 0 h 613"/>
                <a:gd name="T6" fmla="*/ 0 w 2111"/>
                <a:gd name="T7" fmla="*/ 0 h 613"/>
                <a:gd name="T8" fmla="*/ 0 w 2111"/>
                <a:gd name="T9" fmla="*/ 0 h 613"/>
                <a:gd name="T10" fmla="*/ 0 w 2111"/>
                <a:gd name="T11" fmla="*/ 0 h 613"/>
                <a:gd name="T12" fmla="*/ 0 w 2111"/>
                <a:gd name="T13" fmla="*/ 0 h 613"/>
                <a:gd name="T14" fmla="*/ 0 w 2111"/>
                <a:gd name="T15" fmla="*/ 0 h 613"/>
                <a:gd name="T16" fmla="*/ 0 w 2111"/>
                <a:gd name="T17" fmla="*/ 0 h 613"/>
                <a:gd name="T18" fmla="*/ 0 w 2111"/>
                <a:gd name="T19" fmla="*/ 0 h 613"/>
                <a:gd name="T20" fmla="*/ 0 w 2111"/>
                <a:gd name="T21" fmla="*/ 0 h 613"/>
                <a:gd name="T22" fmla="*/ 0 w 2111"/>
                <a:gd name="T23" fmla="*/ 0 h 613"/>
                <a:gd name="T24" fmla="*/ 0 w 2111"/>
                <a:gd name="T25" fmla="*/ 0 h 613"/>
                <a:gd name="T26" fmla="*/ 0 w 2111"/>
                <a:gd name="T27" fmla="*/ 0 h 613"/>
                <a:gd name="T28" fmla="*/ 0 w 2111"/>
                <a:gd name="T29" fmla="*/ 0 h 613"/>
                <a:gd name="T30" fmla="*/ 0 w 2111"/>
                <a:gd name="T31" fmla="*/ 0 h 613"/>
                <a:gd name="T32" fmla="*/ 0 w 2111"/>
                <a:gd name="T33" fmla="*/ 0 h 613"/>
                <a:gd name="T34" fmla="*/ 0 w 2111"/>
                <a:gd name="T35" fmla="*/ 0 h 613"/>
                <a:gd name="T36" fmla="*/ 0 w 2111"/>
                <a:gd name="T37" fmla="*/ 0 h 613"/>
                <a:gd name="T38" fmla="*/ 0 w 2111"/>
                <a:gd name="T39" fmla="*/ 0 h 613"/>
                <a:gd name="T40" fmla="*/ 0 w 2111"/>
                <a:gd name="T41" fmla="*/ 0 h 613"/>
                <a:gd name="T42" fmla="*/ 0 w 2111"/>
                <a:gd name="T43" fmla="*/ 0 h 613"/>
                <a:gd name="T44" fmla="*/ 0 w 2111"/>
                <a:gd name="T45" fmla="*/ 0 h 613"/>
                <a:gd name="T46" fmla="*/ 0 w 2111"/>
                <a:gd name="T47" fmla="*/ 0 h 613"/>
                <a:gd name="T48" fmla="*/ 0 w 2111"/>
                <a:gd name="T49" fmla="*/ 0 h 613"/>
                <a:gd name="T50" fmla="*/ 0 w 2111"/>
                <a:gd name="T51" fmla="*/ 0 h 61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11"/>
                <a:gd name="T79" fmla="*/ 0 h 613"/>
                <a:gd name="T80" fmla="*/ 2111 w 2111"/>
                <a:gd name="T81" fmla="*/ 613 h 61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11" h="613">
                  <a:moveTo>
                    <a:pt x="2111" y="613"/>
                  </a:moveTo>
                  <a:lnTo>
                    <a:pt x="1718" y="602"/>
                  </a:lnTo>
                  <a:lnTo>
                    <a:pt x="1194" y="549"/>
                  </a:lnTo>
                  <a:lnTo>
                    <a:pt x="593" y="380"/>
                  </a:lnTo>
                  <a:lnTo>
                    <a:pt x="103" y="301"/>
                  </a:lnTo>
                  <a:lnTo>
                    <a:pt x="26" y="235"/>
                  </a:lnTo>
                  <a:lnTo>
                    <a:pt x="0" y="90"/>
                  </a:lnTo>
                  <a:lnTo>
                    <a:pt x="353" y="143"/>
                  </a:lnTo>
                  <a:lnTo>
                    <a:pt x="364" y="0"/>
                  </a:lnTo>
                  <a:lnTo>
                    <a:pt x="406" y="143"/>
                  </a:lnTo>
                  <a:lnTo>
                    <a:pt x="643" y="143"/>
                  </a:lnTo>
                  <a:lnTo>
                    <a:pt x="419" y="249"/>
                  </a:lnTo>
                  <a:lnTo>
                    <a:pt x="445" y="328"/>
                  </a:lnTo>
                  <a:lnTo>
                    <a:pt x="929" y="290"/>
                  </a:lnTo>
                  <a:lnTo>
                    <a:pt x="1243" y="301"/>
                  </a:lnTo>
                  <a:lnTo>
                    <a:pt x="1586" y="362"/>
                  </a:lnTo>
                  <a:lnTo>
                    <a:pt x="1773" y="433"/>
                  </a:lnTo>
                  <a:lnTo>
                    <a:pt x="1625" y="249"/>
                  </a:lnTo>
                  <a:lnTo>
                    <a:pt x="1494" y="169"/>
                  </a:lnTo>
                  <a:lnTo>
                    <a:pt x="1221" y="106"/>
                  </a:lnTo>
                  <a:lnTo>
                    <a:pt x="1549" y="106"/>
                  </a:lnTo>
                  <a:lnTo>
                    <a:pt x="1747" y="235"/>
                  </a:lnTo>
                  <a:lnTo>
                    <a:pt x="1821" y="393"/>
                  </a:lnTo>
                  <a:lnTo>
                    <a:pt x="1929" y="496"/>
                  </a:lnTo>
                  <a:lnTo>
                    <a:pt x="2019" y="574"/>
                  </a:lnTo>
                  <a:lnTo>
                    <a:pt x="2111" y="6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2" name="Freeform 232"/>
            <p:cNvSpPr>
              <a:spLocks/>
            </p:cNvSpPr>
            <p:nvPr/>
          </p:nvSpPr>
          <p:spPr bwMode="auto">
            <a:xfrm>
              <a:off x="3351" y="1948"/>
              <a:ext cx="114" cy="91"/>
            </a:xfrm>
            <a:custGeom>
              <a:avLst/>
              <a:gdLst>
                <a:gd name="T0" fmla="*/ 0 w 905"/>
                <a:gd name="T1" fmla="*/ 0 h 731"/>
                <a:gd name="T2" fmla="*/ 0 w 905"/>
                <a:gd name="T3" fmla="*/ 0 h 731"/>
                <a:gd name="T4" fmla="*/ 0 w 905"/>
                <a:gd name="T5" fmla="*/ 0 h 731"/>
                <a:gd name="T6" fmla="*/ 0 w 905"/>
                <a:gd name="T7" fmla="*/ 0 h 731"/>
                <a:gd name="T8" fmla="*/ 0 w 905"/>
                <a:gd name="T9" fmla="*/ 0 h 731"/>
                <a:gd name="T10" fmla="*/ 0 w 905"/>
                <a:gd name="T11" fmla="*/ 0 h 731"/>
                <a:gd name="T12" fmla="*/ 0 w 905"/>
                <a:gd name="T13" fmla="*/ 0 h 731"/>
                <a:gd name="T14" fmla="*/ 0 w 905"/>
                <a:gd name="T15" fmla="*/ 0 h 731"/>
                <a:gd name="T16" fmla="*/ 0 w 905"/>
                <a:gd name="T17" fmla="*/ 0 h 731"/>
                <a:gd name="T18" fmla="*/ 0 w 905"/>
                <a:gd name="T19" fmla="*/ 0 h 731"/>
                <a:gd name="T20" fmla="*/ 0 w 905"/>
                <a:gd name="T21" fmla="*/ 0 h 731"/>
                <a:gd name="T22" fmla="*/ 0 w 905"/>
                <a:gd name="T23" fmla="*/ 0 h 731"/>
                <a:gd name="T24" fmla="*/ 0 w 905"/>
                <a:gd name="T25" fmla="*/ 0 h 731"/>
                <a:gd name="T26" fmla="*/ 0 w 905"/>
                <a:gd name="T27" fmla="*/ 0 h 731"/>
                <a:gd name="T28" fmla="*/ 0 w 905"/>
                <a:gd name="T29" fmla="*/ 0 h 731"/>
                <a:gd name="T30" fmla="*/ 0 w 905"/>
                <a:gd name="T31" fmla="*/ 0 h 731"/>
                <a:gd name="T32" fmla="*/ 0 w 905"/>
                <a:gd name="T33" fmla="*/ 0 h 731"/>
                <a:gd name="T34" fmla="*/ 0 w 905"/>
                <a:gd name="T35" fmla="*/ 0 h 731"/>
                <a:gd name="T36" fmla="*/ 0 w 905"/>
                <a:gd name="T37" fmla="*/ 0 h 731"/>
                <a:gd name="T38" fmla="*/ 0 w 905"/>
                <a:gd name="T39" fmla="*/ 0 h 731"/>
                <a:gd name="T40" fmla="*/ 0 w 905"/>
                <a:gd name="T41" fmla="*/ 0 h 731"/>
                <a:gd name="T42" fmla="*/ 0 w 905"/>
                <a:gd name="T43" fmla="*/ 0 h 731"/>
                <a:gd name="T44" fmla="*/ 0 w 905"/>
                <a:gd name="T45" fmla="*/ 0 h 731"/>
                <a:gd name="T46" fmla="*/ 0 w 905"/>
                <a:gd name="T47" fmla="*/ 0 h 731"/>
                <a:gd name="T48" fmla="*/ 0 w 905"/>
                <a:gd name="T49" fmla="*/ 0 h 731"/>
                <a:gd name="T50" fmla="*/ 0 w 905"/>
                <a:gd name="T51" fmla="*/ 0 h 731"/>
                <a:gd name="T52" fmla="*/ 0 w 905"/>
                <a:gd name="T53" fmla="*/ 0 h 731"/>
                <a:gd name="T54" fmla="*/ 0 w 905"/>
                <a:gd name="T55" fmla="*/ 0 h 731"/>
                <a:gd name="T56" fmla="*/ 0 w 905"/>
                <a:gd name="T57" fmla="*/ 0 h 731"/>
                <a:gd name="T58" fmla="*/ 0 w 905"/>
                <a:gd name="T59" fmla="*/ 0 h 731"/>
                <a:gd name="T60" fmla="*/ 0 w 905"/>
                <a:gd name="T61" fmla="*/ 0 h 731"/>
                <a:gd name="T62" fmla="*/ 0 w 905"/>
                <a:gd name="T63" fmla="*/ 0 h 731"/>
                <a:gd name="T64" fmla="*/ 0 w 905"/>
                <a:gd name="T65" fmla="*/ 0 h 7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5"/>
                <a:gd name="T100" fmla="*/ 0 h 731"/>
                <a:gd name="T101" fmla="*/ 905 w 905"/>
                <a:gd name="T102" fmla="*/ 731 h 7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5" h="731">
                  <a:moveTo>
                    <a:pt x="168" y="731"/>
                  </a:moveTo>
                  <a:lnTo>
                    <a:pt x="301" y="612"/>
                  </a:lnTo>
                  <a:lnTo>
                    <a:pt x="301" y="563"/>
                  </a:lnTo>
                  <a:lnTo>
                    <a:pt x="263" y="512"/>
                  </a:lnTo>
                  <a:lnTo>
                    <a:pt x="143" y="457"/>
                  </a:lnTo>
                  <a:lnTo>
                    <a:pt x="26" y="417"/>
                  </a:lnTo>
                  <a:lnTo>
                    <a:pt x="0" y="393"/>
                  </a:lnTo>
                  <a:lnTo>
                    <a:pt x="0" y="340"/>
                  </a:lnTo>
                  <a:lnTo>
                    <a:pt x="26" y="312"/>
                  </a:lnTo>
                  <a:lnTo>
                    <a:pt x="103" y="275"/>
                  </a:lnTo>
                  <a:lnTo>
                    <a:pt x="118" y="312"/>
                  </a:lnTo>
                  <a:lnTo>
                    <a:pt x="158" y="351"/>
                  </a:lnTo>
                  <a:lnTo>
                    <a:pt x="301" y="379"/>
                  </a:lnTo>
                  <a:lnTo>
                    <a:pt x="285" y="287"/>
                  </a:lnTo>
                  <a:lnTo>
                    <a:pt x="221" y="208"/>
                  </a:lnTo>
                  <a:lnTo>
                    <a:pt x="143" y="129"/>
                  </a:lnTo>
                  <a:lnTo>
                    <a:pt x="13" y="54"/>
                  </a:lnTo>
                  <a:lnTo>
                    <a:pt x="90" y="39"/>
                  </a:lnTo>
                  <a:lnTo>
                    <a:pt x="237" y="79"/>
                  </a:lnTo>
                  <a:lnTo>
                    <a:pt x="364" y="158"/>
                  </a:lnTo>
                  <a:lnTo>
                    <a:pt x="472" y="298"/>
                  </a:lnTo>
                  <a:lnTo>
                    <a:pt x="617" y="235"/>
                  </a:lnTo>
                  <a:lnTo>
                    <a:pt x="461" y="158"/>
                  </a:lnTo>
                  <a:lnTo>
                    <a:pt x="433" y="118"/>
                  </a:lnTo>
                  <a:lnTo>
                    <a:pt x="461" y="79"/>
                  </a:lnTo>
                  <a:lnTo>
                    <a:pt x="562" y="39"/>
                  </a:lnTo>
                  <a:lnTo>
                    <a:pt x="747" y="0"/>
                  </a:lnTo>
                  <a:lnTo>
                    <a:pt x="905" y="0"/>
                  </a:lnTo>
                  <a:lnTo>
                    <a:pt x="823" y="158"/>
                  </a:lnTo>
                  <a:lnTo>
                    <a:pt x="643" y="362"/>
                  </a:lnTo>
                  <a:lnTo>
                    <a:pt x="445" y="549"/>
                  </a:lnTo>
                  <a:lnTo>
                    <a:pt x="301" y="667"/>
                  </a:lnTo>
                  <a:lnTo>
                    <a:pt x="168" y="7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 name="Freeform 233"/>
            <p:cNvSpPr>
              <a:spLocks/>
            </p:cNvSpPr>
            <p:nvPr/>
          </p:nvSpPr>
          <p:spPr bwMode="auto">
            <a:xfrm>
              <a:off x="3410" y="1753"/>
              <a:ext cx="20" cy="97"/>
            </a:xfrm>
            <a:custGeom>
              <a:avLst/>
              <a:gdLst>
                <a:gd name="T0" fmla="*/ 0 w 157"/>
                <a:gd name="T1" fmla="*/ 0 h 771"/>
                <a:gd name="T2" fmla="*/ 0 w 157"/>
                <a:gd name="T3" fmla="*/ 0 h 771"/>
                <a:gd name="T4" fmla="*/ 0 w 157"/>
                <a:gd name="T5" fmla="*/ 0 h 771"/>
                <a:gd name="T6" fmla="*/ 0 w 157"/>
                <a:gd name="T7" fmla="*/ 0 h 771"/>
                <a:gd name="T8" fmla="*/ 0 w 157"/>
                <a:gd name="T9" fmla="*/ 0 h 771"/>
                <a:gd name="T10" fmla="*/ 0 w 157"/>
                <a:gd name="T11" fmla="*/ 0 h 771"/>
                <a:gd name="T12" fmla="*/ 0 w 157"/>
                <a:gd name="T13" fmla="*/ 0 h 771"/>
                <a:gd name="T14" fmla="*/ 0 w 157"/>
                <a:gd name="T15" fmla="*/ 0 h 771"/>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771"/>
                <a:gd name="T26" fmla="*/ 157 w 157"/>
                <a:gd name="T27" fmla="*/ 771 h 77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771">
                  <a:moveTo>
                    <a:pt x="65" y="116"/>
                  </a:moveTo>
                  <a:lnTo>
                    <a:pt x="90" y="378"/>
                  </a:lnTo>
                  <a:lnTo>
                    <a:pt x="132" y="626"/>
                  </a:lnTo>
                  <a:lnTo>
                    <a:pt x="157" y="771"/>
                  </a:lnTo>
                  <a:lnTo>
                    <a:pt x="24" y="354"/>
                  </a:lnTo>
                  <a:lnTo>
                    <a:pt x="0" y="222"/>
                  </a:lnTo>
                  <a:lnTo>
                    <a:pt x="51" y="0"/>
                  </a:lnTo>
                  <a:lnTo>
                    <a:pt x="65"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234" name="Text Box 234"/>
          <p:cNvSpPr txBox="1">
            <a:spLocks noChangeArrowheads="1"/>
          </p:cNvSpPr>
          <p:nvPr/>
        </p:nvSpPr>
        <p:spPr bwMode="auto">
          <a:xfrm>
            <a:off x="5095797" y="5829082"/>
            <a:ext cx="1857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a:solidFill>
                  <a:srgbClr val="000000"/>
                </a:solidFill>
              </a:rPr>
              <a:t>time de</a:t>
            </a:r>
          </a:p>
          <a:p>
            <a:pPr eaLnBrk="1" hangingPunct="1"/>
            <a:r>
              <a:rPr lang="pt-BR" altLang="pt-BR" sz="1800">
                <a:solidFill>
                  <a:srgbClr val="000000"/>
                </a:solidFill>
              </a:rPr>
              <a:t>desenvolvimento</a:t>
            </a:r>
          </a:p>
        </p:txBody>
      </p:sp>
      <p:sp>
        <p:nvSpPr>
          <p:cNvPr id="235" name="Line 235"/>
          <p:cNvSpPr>
            <a:spLocks noChangeShapeType="1"/>
          </p:cNvSpPr>
          <p:nvPr/>
        </p:nvSpPr>
        <p:spPr bwMode="auto">
          <a:xfrm>
            <a:off x="7659609" y="4651157"/>
            <a:ext cx="0" cy="188753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pic>
        <p:nvPicPr>
          <p:cNvPr id="236" name="Picture 236" descr="BS00877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5284" y="5278220"/>
            <a:ext cx="65881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 name="Text Box 237"/>
          <p:cNvSpPr txBox="1">
            <a:spLocks noChangeArrowheads="1"/>
          </p:cNvSpPr>
          <p:nvPr/>
        </p:nvSpPr>
        <p:spPr bwMode="auto">
          <a:xfrm>
            <a:off x="7178597" y="4960720"/>
            <a:ext cx="968375" cy="274637"/>
          </a:xfrm>
          <a:prstGeom prst="rect">
            <a:avLst/>
          </a:prstGeom>
          <a:solidFill>
            <a:schemeClr val="bg1"/>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a:solidFill>
                  <a:srgbClr val="000000"/>
                </a:solidFill>
              </a:rPr>
              <a:t>relatório</a:t>
            </a:r>
          </a:p>
        </p:txBody>
      </p:sp>
      <p:grpSp>
        <p:nvGrpSpPr>
          <p:cNvPr id="238" name="Group 238"/>
          <p:cNvGrpSpPr>
            <a:grpSpLocks/>
          </p:cNvGrpSpPr>
          <p:nvPr/>
        </p:nvGrpSpPr>
        <p:grpSpPr bwMode="auto">
          <a:xfrm>
            <a:off x="8516859" y="5749707"/>
            <a:ext cx="1274763" cy="720725"/>
            <a:chOff x="1837" y="1409"/>
            <a:chExt cx="2086" cy="1349"/>
          </a:xfrm>
        </p:grpSpPr>
        <p:sp>
          <p:nvSpPr>
            <p:cNvPr id="239" name="Freeform 239"/>
            <p:cNvSpPr>
              <a:spLocks/>
            </p:cNvSpPr>
            <p:nvPr/>
          </p:nvSpPr>
          <p:spPr bwMode="auto">
            <a:xfrm>
              <a:off x="2396" y="2330"/>
              <a:ext cx="928" cy="250"/>
            </a:xfrm>
            <a:custGeom>
              <a:avLst/>
              <a:gdLst>
                <a:gd name="T0" fmla="*/ 0 w 7426"/>
                <a:gd name="T1" fmla="*/ 0 h 2003"/>
                <a:gd name="T2" fmla="*/ 0 w 7426"/>
                <a:gd name="T3" fmla="*/ 0 h 2003"/>
                <a:gd name="T4" fmla="*/ 0 w 7426"/>
                <a:gd name="T5" fmla="*/ 0 h 2003"/>
                <a:gd name="T6" fmla="*/ 0 w 7426"/>
                <a:gd name="T7" fmla="*/ 0 h 2003"/>
                <a:gd name="T8" fmla="*/ 0 w 7426"/>
                <a:gd name="T9" fmla="*/ 0 h 2003"/>
                <a:gd name="T10" fmla="*/ 0 60000 65536"/>
                <a:gd name="T11" fmla="*/ 0 60000 65536"/>
                <a:gd name="T12" fmla="*/ 0 60000 65536"/>
                <a:gd name="T13" fmla="*/ 0 60000 65536"/>
                <a:gd name="T14" fmla="*/ 0 60000 65536"/>
                <a:gd name="T15" fmla="*/ 0 w 7426"/>
                <a:gd name="T16" fmla="*/ 0 h 2003"/>
                <a:gd name="T17" fmla="*/ 7426 w 7426"/>
                <a:gd name="T18" fmla="*/ 2003 h 2003"/>
              </a:gdLst>
              <a:ahLst/>
              <a:cxnLst>
                <a:cxn ang="T10">
                  <a:pos x="T0" y="T1"/>
                </a:cxn>
                <a:cxn ang="T11">
                  <a:pos x="T2" y="T3"/>
                </a:cxn>
                <a:cxn ang="T12">
                  <a:pos x="T4" y="T5"/>
                </a:cxn>
                <a:cxn ang="T13">
                  <a:pos x="T6" y="T7"/>
                </a:cxn>
                <a:cxn ang="T14">
                  <a:pos x="T8" y="T9"/>
                </a:cxn>
              </a:cxnLst>
              <a:rect l="T15" t="T16" r="T17" b="T18"/>
              <a:pathLst>
                <a:path w="7426" h="2003">
                  <a:moveTo>
                    <a:pt x="0" y="0"/>
                  </a:moveTo>
                  <a:lnTo>
                    <a:pt x="7426" y="0"/>
                  </a:lnTo>
                  <a:lnTo>
                    <a:pt x="6050" y="2003"/>
                  </a:lnTo>
                  <a:lnTo>
                    <a:pt x="0" y="2003"/>
                  </a:lnTo>
                  <a:lnTo>
                    <a:pt x="0"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0" name="Freeform 240"/>
            <p:cNvSpPr>
              <a:spLocks/>
            </p:cNvSpPr>
            <p:nvPr/>
          </p:nvSpPr>
          <p:spPr bwMode="auto">
            <a:xfrm>
              <a:off x="2763" y="2343"/>
              <a:ext cx="566" cy="77"/>
            </a:xfrm>
            <a:custGeom>
              <a:avLst/>
              <a:gdLst>
                <a:gd name="T0" fmla="*/ 0 w 4520"/>
                <a:gd name="T1" fmla="*/ 0 h 620"/>
                <a:gd name="T2" fmla="*/ 0 w 4520"/>
                <a:gd name="T3" fmla="*/ 0 h 620"/>
                <a:gd name="T4" fmla="*/ 0 w 4520"/>
                <a:gd name="T5" fmla="*/ 0 h 620"/>
                <a:gd name="T6" fmla="*/ 0 w 4520"/>
                <a:gd name="T7" fmla="*/ 0 h 620"/>
                <a:gd name="T8" fmla="*/ 0 w 4520"/>
                <a:gd name="T9" fmla="*/ 0 h 620"/>
                <a:gd name="T10" fmla="*/ 0 w 4520"/>
                <a:gd name="T11" fmla="*/ 0 h 620"/>
                <a:gd name="T12" fmla="*/ 0 60000 65536"/>
                <a:gd name="T13" fmla="*/ 0 60000 65536"/>
                <a:gd name="T14" fmla="*/ 0 60000 65536"/>
                <a:gd name="T15" fmla="*/ 0 60000 65536"/>
                <a:gd name="T16" fmla="*/ 0 60000 65536"/>
                <a:gd name="T17" fmla="*/ 0 60000 65536"/>
                <a:gd name="T18" fmla="*/ 0 w 4520"/>
                <a:gd name="T19" fmla="*/ 0 h 620"/>
                <a:gd name="T20" fmla="*/ 4520 w 4520"/>
                <a:gd name="T21" fmla="*/ 620 h 620"/>
              </a:gdLst>
              <a:ahLst/>
              <a:cxnLst>
                <a:cxn ang="T12">
                  <a:pos x="T0" y="T1"/>
                </a:cxn>
                <a:cxn ang="T13">
                  <a:pos x="T2" y="T3"/>
                </a:cxn>
                <a:cxn ang="T14">
                  <a:pos x="T4" y="T5"/>
                </a:cxn>
                <a:cxn ang="T15">
                  <a:pos x="T6" y="T7"/>
                </a:cxn>
                <a:cxn ang="T16">
                  <a:pos x="T8" y="T9"/>
                </a:cxn>
                <a:cxn ang="T17">
                  <a:pos x="T10" y="T11"/>
                </a:cxn>
              </a:cxnLst>
              <a:rect l="T18" t="T19" r="T20" b="T21"/>
              <a:pathLst>
                <a:path w="4520" h="620">
                  <a:moveTo>
                    <a:pt x="541" y="620"/>
                  </a:moveTo>
                  <a:lnTo>
                    <a:pt x="0" y="0"/>
                  </a:lnTo>
                  <a:lnTo>
                    <a:pt x="3269" y="0"/>
                  </a:lnTo>
                  <a:lnTo>
                    <a:pt x="4520" y="362"/>
                  </a:lnTo>
                  <a:lnTo>
                    <a:pt x="4520" y="620"/>
                  </a:lnTo>
                  <a:lnTo>
                    <a:pt x="541" y="6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1" name="Freeform 241"/>
            <p:cNvSpPr>
              <a:spLocks/>
            </p:cNvSpPr>
            <p:nvPr/>
          </p:nvSpPr>
          <p:spPr bwMode="auto">
            <a:xfrm>
              <a:off x="1839" y="1789"/>
              <a:ext cx="826" cy="966"/>
            </a:xfrm>
            <a:custGeom>
              <a:avLst/>
              <a:gdLst>
                <a:gd name="T0" fmla="*/ 0 w 6609"/>
                <a:gd name="T1" fmla="*/ 0 h 7730"/>
                <a:gd name="T2" fmla="*/ 0 w 6609"/>
                <a:gd name="T3" fmla="*/ 0 h 7730"/>
                <a:gd name="T4" fmla="*/ 0 w 6609"/>
                <a:gd name="T5" fmla="*/ 0 h 7730"/>
                <a:gd name="T6" fmla="*/ 0 w 6609"/>
                <a:gd name="T7" fmla="*/ 0 h 7730"/>
                <a:gd name="T8" fmla="*/ 0 w 6609"/>
                <a:gd name="T9" fmla="*/ 0 h 7730"/>
                <a:gd name="T10" fmla="*/ 0 w 6609"/>
                <a:gd name="T11" fmla="*/ 0 h 7730"/>
                <a:gd name="T12" fmla="*/ 0 w 6609"/>
                <a:gd name="T13" fmla="*/ 0 h 7730"/>
                <a:gd name="T14" fmla="*/ 0 w 6609"/>
                <a:gd name="T15" fmla="*/ 0 h 7730"/>
                <a:gd name="T16" fmla="*/ 0 w 6609"/>
                <a:gd name="T17" fmla="*/ 0 h 7730"/>
                <a:gd name="T18" fmla="*/ 0 w 6609"/>
                <a:gd name="T19" fmla="*/ 0 h 7730"/>
                <a:gd name="T20" fmla="*/ 0 w 6609"/>
                <a:gd name="T21" fmla="*/ 0 h 7730"/>
                <a:gd name="T22" fmla="*/ 0 w 6609"/>
                <a:gd name="T23" fmla="*/ 0 h 7730"/>
                <a:gd name="T24" fmla="*/ 0 w 6609"/>
                <a:gd name="T25" fmla="*/ 0 h 7730"/>
                <a:gd name="T26" fmla="*/ 0 w 6609"/>
                <a:gd name="T27" fmla="*/ 0 h 7730"/>
                <a:gd name="T28" fmla="*/ 0 w 6609"/>
                <a:gd name="T29" fmla="*/ 0 h 7730"/>
                <a:gd name="T30" fmla="*/ 0 w 6609"/>
                <a:gd name="T31" fmla="*/ 0 h 7730"/>
                <a:gd name="T32" fmla="*/ 0 w 6609"/>
                <a:gd name="T33" fmla="*/ 0 h 7730"/>
                <a:gd name="T34" fmla="*/ 0 w 6609"/>
                <a:gd name="T35" fmla="*/ 0 h 7730"/>
                <a:gd name="T36" fmla="*/ 0 w 6609"/>
                <a:gd name="T37" fmla="*/ 0 h 7730"/>
                <a:gd name="T38" fmla="*/ 0 w 6609"/>
                <a:gd name="T39" fmla="*/ 0 h 7730"/>
                <a:gd name="T40" fmla="*/ 0 w 6609"/>
                <a:gd name="T41" fmla="*/ 0 h 7730"/>
                <a:gd name="T42" fmla="*/ 0 w 6609"/>
                <a:gd name="T43" fmla="*/ 0 h 7730"/>
                <a:gd name="T44" fmla="*/ 0 w 6609"/>
                <a:gd name="T45" fmla="*/ 0 h 7730"/>
                <a:gd name="T46" fmla="*/ 0 w 6609"/>
                <a:gd name="T47" fmla="*/ 0 h 7730"/>
                <a:gd name="T48" fmla="*/ 0 w 6609"/>
                <a:gd name="T49" fmla="*/ 0 h 7730"/>
                <a:gd name="T50" fmla="*/ 0 w 6609"/>
                <a:gd name="T51" fmla="*/ 0 h 7730"/>
                <a:gd name="T52" fmla="*/ 0 w 6609"/>
                <a:gd name="T53" fmla="*/ 0 h 7730"/>
                <a:gd name="T54" fmla="*/ 0 w 6609"/>
                <a:gd name="T55" fmla="*/ 0 h 7730"/>
                <a:gd name="T56" fmla="*/ 0 w 6609"/>
                <a:gd name="T57" fmla="*/ 0 h 7730"/>
                <a:gd name="T58" fmla="*/ 0 w 6609"/>
                <a:gd name="T59" fmla="*/ 0 h 7730"/>
                <a:gd name="T60" fmla="*/ 0 w 6609"/>
                <a:gd name="T61" fmla="*/ 0 h 7730"/>
                <a:gd name="T62" fmla="*/ 0 w 6609"/>
                <a:gd name="T63" fmla="*/ 0 h 7730"/>
                <a:gd name="T64" fmla="*/ 0 w 6609"/>
                <a:gd name="T65" fmla="*/ 0 h 77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09"/>
                <a:gd name="T100" fmla="*/ 0 h 7730"/>
                <a:gd name="T101" fmla="*/ 6609 w 6609"/>
                <a:gd name="T102" fmla="*/ 7730 h 77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09" h="7730">
                  <a:moveTo>
                    <a:pt x="0" y="1307"/>
                  </a:moveTo>
                  <a:lnTo>
                    <a:pt x="0" y="4054"/>
                  </a:lnTo>
                  <a:lnTo>
                    <a:pt x="524" y="4182"/>
                  </a:lnTo>
                  <a:lnTo>
                    <a:pt x="1012" y="4509"/>
                  </a:lnTo>
                  <a:lnTo>
                    <a:pt x="1421" y="4893"/>
                  </a:lnTo>
                  <a:lnTo>
                    <a:pt x="1881" y="5439"/>
                  </a:lnTo>
                  <a:lnTo>
                    <a:pt x="2204" y="6144"/>
                  </a:lnTo>
                  <a:lnTo>
                    <a:pt x="2513" y="7020"/>
                  </a:lnTo>
                  <a:lnTo>
                    <a:pt x="2737" y="7730"/>
                  </a:lnTo>
                  <a:lnTo>
                    <a:pt x="5123" y="7730"/>
                  </a:lnTo>
                  <a:lnTo>
                    <a:pt x="6609" y="6091"/>
                  </a:lnTo>
                  <a:lnTo>
                    <a:pt x="6609" y="5746"/>
                  </a:lnTo>
                  <a:lnTo>
                    <a:pt x="6480" y="5508"/>
                  </a:lnTo>
                  <a:lnTo>
                    <a:pt x="6185" y="5344"/>
                  </a:lnTo>
                  <a:lnTo>
                    <a:pt x="5416" y="5031"/>
                  </a:lnTo>
                  <a:lnTo>
                    <a:pt x="5365" y="4985"/>
                  </a:lnTo>
                  <a:lnTo>
                    <a:pt x="4911" y="4906"/>
                  </a:lnTo>
                  <a:lnTo>
                    <a:pt x="4746" y="4856"/>
                  </a:lnTo>
                  <a:lnTo>
                    <a:pt x="4581" y="3272"/>
                  </a:lnTo>
                  <a:lnTo>
                    <a:pt x="4468" y="2742"/>
                  </a:lnTo>
                  <a:lnTo>
                    <a:pt x="4434" y="2490"/>
                  </a:lnTo>
                  <a:lnTo>
                    <a:pt x="4212" y="2017"/>
                  </a:lnTo>
                  <a:lnTo>
                    <a:pt x="4117" y="1909"/>
                  </a:lnTo>
                  <a:lnTo>
                    <a:pt x="3959" y="1760"/>
                  </a:lnTo>
                  <a:lnTo>
                    <a:pt x="3610" y="1580"/>
                  </a:lnTo>
                  <a:lnTo>
                    <a:pt x="3115" y="1199"/>
                  </a:lnTo>
                  <a:lnTo>
                    <a:pt x="2333" y="417"/>
                  </a:lnTo>
                  <a:lnTo>
                    <a:pt x="1748" y="125"/>
                  </a:lnTo>
                  <a:lnTo>
                    <a:pt x="1222" y="0"/>
                  </a:lnTo>
                  <a:lnTo>
                    <a:pt x="894" y="399"/>
                  </a:lnTo>
                  <a:lnTo>
                    <a:pt x="599" y="582"/>
                  </a:lnTo>
                  <a:lnTo>
                    <a:pt x="146" y="1142"/>
                  </a:lnTo>
                  <a:lnTo>
                    <a:pt x="0" y="1307"/>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2" name="Freeform 242"/>
            <p:cNvSpPr>
              <a:spLocks/>
            </p:cNvSpPr>
            <p:nvPr/>
          </p:nvSpPr>
          <p:spPr bwMode="auto">
            <a:xfrm>
              <a:off x="2849" y="1850"/>
              <a:ext cx="1062" cy="904"/>
            </a:xfrm>
            <a:custGeom>
              <a:avLst/>
              <a:gdLst>
                <a:gd name="T0" fmla="*/ 0 w 8500"/>
                <a:gd name="T1" fmla="*/ 0 h 7234"/>
                <a:gd name="T2" fmla="*/ 0 w 8500"/>
                <a:gd name="T3" fmla="*/ 0 h 7234"/>
                <a:gd name="T4" fmla="*/ 0 w 8500"/>
                <a:gd name="T5" fmla="*/ 0 h 7234"/>
                <a:gd name="T6" fmla="*/ 0 w 8500"/>
                <a:gd name="T7" fmla="*/ 0 h 7234"/>
                <a:gd name="T8" fmla="*/ 0 w 8500"/>
                <a:gd name="T9" fmla="*/ 0 h 7234"/>
                <a:gd name="T10" fmla="*/ 0 w 8500"/>
                <a:gd name="T11" fmla="*/ 0 h 7234"/>
                <a:gd name="T12" fmla="*/ 0 w 8500"/>
                <a:gd name="T13" fmla="*/ 0 h 7234"/>
                <a:gd name="T14" fmla="*/ 0 w 8500"/>
                <a:gd name="T15" fmla="*/ 0 h 7234"/>
                <a:gd name="T16" fmla="*/ 0 w 8500"/>
                <a:gd name="T17" fmla="*/ 0 h 7234"/>
                <a:gd name="T18" fmla="*/ 0 w 8500"/>
                <a:gd name="T19" fmla="*/ 0 h 7234"/>
                <a:gd name="T20" fmla="*/ 0 w 8500"/>
                <a:gd name="T21" fmla="*/ 0 h 7234"/>
                <a:gd name="T22" fmla="*/ 0 w 8500"/>
                <a:gd name="T23" fmla="*/ 0 h 7234"/>
                <a:gd name="T24" fmla="*/ 0 w 8500"/>
                <a:gd name="T25" fmla="*/ 0 h 7234"/>
                <a:gd name="T26" fmla="*/ 0 w 8500"/>
                <a:gd name="T27" fmla="*/ 0 h 7234"/>
                <a:gd name="T28" fmla="*/ 0 w 8500"/>
                <a:gd name="T29" fmla="*/ 0 h 7234"/>
                <a:gd name="T30" fmla="*/ 0 w 8500"/>
                <a:gd name="T31" fmla="*/ 0 h 7234"/>
                <a:gd name="T32" fmla="*/ 0 w 8500"/>
                <a:gd name="T33" fmla="*/ 0 h 7234"/>
                <a:gd name="T34" fmla="*/ 0 w 8500"/>
                <a:gd name="T35" fmla="*/ 0 h 7234"/>
                <a:gd name="T36" fmla="*/ 0 w 8500"/>
                <a:gd name="T37" fmla="*/ 0 h 7234"/>
                <a:gd name="T38" fmla="*/ 0 w 8500"/>
                <a:gd name="T39" fmla="*/ 0 h 7234"/>
                <a:gd name="T40" fmla="*/ 0 w 8500"/>
                <a:gd name="T41" fmla="*/ 0 h 7234"/>
                <a:gd name="T42" fmla="*/ 0 w 8500"/>
                <a:gd name="T43" fmla="*/ 0 h 7234"/>
                <a:gd name="T44" fmla="*/ 0 w 8500"/>
                <a:gd name="T45" fmla="*/ 0 h 7234"/>
                <a:gd name="T46" fmla="*/ 0 w 8500"/>
                <a:gd name="T47" fmla="*/ 0 h 7234"/>
                <a:gd name="T48" fmla="*/ 0 w 8500"/>
                <a:gd name="T49" fmla="*/ 0 h 7234"/>
                <a:gd name="T50" fmla="*/ 0 w 8500"/>
                <a:gd name="T51" fmla="*/ 0 h 7234"/>
                <a:gd name="T52" fmla="*/ 0 w 8500"/>
                <a:gd name="T53" fmla="*/ 0 h 7234"/>
                <a:gd name="T54" fmla="*/ 0 w 8500"/>
                <a:gd name="T55" fmla="*/ 0 h 7234"/>
                <a:gd name="T56" fmla="*/ 0 w 8500"/>
                <a:gd name="T57" fmla="*/ 0 h 7234"/>
                <a:gd name="T58" fmla="*/ 0 w 8500"/>
                <a:gd name="T59" fmla="*/ 0 h 7234"/>
                <a:gd name="T60" fmla="*/ 0 w 8500"/>
                <a:gd name="T61" fmla="*/ 0 h 7234"/>
                <a:gd name="T62" fmla="*/ 0 w 8500"/>
                <a:gd name="T63" fmla="*/ 0 h 7234"/>
                <a:gd name="T64" fmla="*/ 0 w 8500"/>
                <a:gd name="T65" fmla="*/ 0 h 7234"/>
                <a:gd name="T66" fmla="*/ 0 w 8500"/>
                <a:gd name="T67" fmla="*/ 0 h 7234"/>
                <a:gd name="T68" fmla="*/ 0 w 8500"/>
                <a:gd name="T69" fmla="*/ 0 h 7234"/>
                <a:gd name="T70" fmla="*/ 0 w 8500"/>
                <a:gd name="T71" fmla="*/ 0 h 72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00"/>
                <a:gd name="T109" fmla="*/ 0 h 7234"/>
                <a:gd name="T110" fmla="*/ 8500 w 8500"/>
                <a:gd name="T111" fmla="*/ 7234 h 72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00" h="7234">
                  <a:moveTo>
                    <a:pt x="1999" y="4964"/>
                  </a:moveTo>
                  <a:lnTo>
                    <a:pt x="2075" y="4850"/>
                  </a:lnTo>
                  <a:lnTo>
                    <a:pt x="2430" y="4721"/>
                  </a:lnTo>
                  <a:lnTo>
                    <a:pt x="2665" y="4593"/>
                  </a:lnTo>
                  <a:lnTo>
                    <a:pt x="2915" y="4406"/>
                  </a:lnTo>
                  <a:lnTo>
                    <a:pt x="3339" y="4350"/>
                  </a:lnTo>
                  <a:lnTo>
                    <a:pt x="3412" y="3980"/>
                  </a:lnTo>
                  <a:lnTo>
                    <a:pt x="3507" y="3739"/>
                  </a:lnTo>
                  <a:lnTo>
                    <a:pt x="3658" y="2910"/>
                  </a:lnTo>
                  <a:lnTo>
                    <a:pt x="3788" y="2312"/>
                  </a:lnTo>
                  <a:lnTo>
                    <a:pt x="3954" y="1906"/>
                  </a:lnTo>
                  <a:lnTo>
                    <a:pt x="4137" y="1651"/>
                  </a:lnTo>
                  <a:lnTo>
                    <a:pt x="4454" y="1540"/>
                  </a:lnTo>
                  <a:lnTo>
                    <a:pt x="4641" y="1356"/>
                  </a:lnTo>
                  <a:lnTo>
                    <a:pt x="4710" y="1277"/>
                  </a:lnTo>
                  <a:lnTo>
                    <a:pt x="4710" y="1116"/>
                  </a:lnTo>
                  <a:lnTo>
                    <a:pt x="4803" y="876"/>
                  </a:lnTo>
                  <a:lnTo>
                    <a:pt x="5123" y="449"/>
                  </a:lnTo>
                  <a:lnTo>
                    <a:pt x="5717" y="76"/>
                  </a:lnTo>
                  <a:lnTo>
                    <a:pt x="6158" y="0"/>
                  </a:lnTo>
                  <a:lnTo>
                    <a:pt x="6737" y="466"/>
                  </a:lnTo>
                  <a:lnTo>
                    <a:pt x="6999" y="648"/>
                  </a:lnTo>
                  <a:lnTo>
                    <a:pt x="7329" y="1042"/>
                  </a:lnTo>
                  <a:lnTo>
                    <a:pt x="7679" y="1589"/>
                  </a:lnTo>
                  <a:lnTo>
                    <a:pt x="8016" y="2312"/>
                  </a:lnTo>
                  <a:lnTo>
                    <a:pt x="8389" y="3147"/>
                  </a:lnTo>
                  <a:lnTo>
                    <a:pt x="8500" y="3499"/>
                  </a:lnTo>
                  <a:lnTo>
                    <a:pt x="7772" y="3776"/>
                  </a:lnTo>
                  <a:lnTo>
                    <a:pt x="7128" y="4350"/>
                  </a:lnTo>
                  <a:lnTo>
                    <a:pt x="6807" y="4795"/>
                  </a:lnTo>
                  <a:lnTo>
                    <a:pt x="6495" y="5330"/>
                  </a:lnTo>
                  <a:lnTo>
                    <a:pt x="6289" y="5980"/>
                  </a:lnTo>
                  <a:lnTo>
                    <a:pt x="6091" y="7234"/>
                  </a:lnTo>
                  <a:lnTo>
                    <a:pt x="0" y="7234"/>
                  </a:lnTo>
                  <a:lnTo>
                    <a:pt x="1355" y="5533"/>
                  </a:lnTo>
                  <a:lnTo>
                    <a:pt x="1999" y="496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3" name="Freeform 243"/>
            <p:cNvSpPr>
              <a:spLocks/>
            </p:cNvSpPr>
            <p:nvPr/>
          </p:nvSpPr>
          <p:spPr bwMode="auto">
            <a:xfrm>
              <a:off x="3150" y="2394"/>
              <a:ext cx="116" cy="185"/>
            </a:xfrm>
            <a:custGeom>
              <a:avLst/>
              <a:gdLst>
                <a:gd name="T0" fmla="*/ 0 w 927"/>
                <a:gd name="T1" fmla="*/ 0 h 1480"/>
                <a:gd name="T2" fmla="*/ 0 w 927"/>
                <a:gd name="T3" fmla="*/ 0 h 1480"/>
                <a:gd name="T4" fmla="*/ 0 w 927"/>
                <a:gd name="T5" fmla="*/ 0 h 1480"/>
                <a:gd name="T6" fmla="*/ 0 w 927"/>
                <a:gd name="T7" fmla="*/ 0 h 1480"/>
                <a:gd name="T8" fmla="*/ 0 w 927"/>
                <a:gd name="T9" fmla="*/ 0 h 1480"/>
                <a:gd name="T10" fmla="*/ 0 w 927"/>
                <a:gd name="T11" fmla="*/ 0 h 1480"/>
                <a:gd name="T12" fmla="*/ 0 w 927"/>
                <a:gd name="T13" fmla="*/ 0 h 1480"/>
                <a:gd name="T14" fmla="*/ 0 w 927"/>
                <a:gd name="T15" fmla="*/ 0 h 1480"/>
                <a:gd name="T16" fmla="*/ 0 w 927"/>
                <a:gd name="T17" fmla="*/ 0 h 1480"/>
                <a:gd name="T18" fmla="*/ 0 w 927"/>
                <a:gd name="T19" fmla="*/ 0 h 1480"/>
                <a:gd name="T20" fmla="*/ 0 w 927"/>
                <a:gd name="T21" fmla="*/ 0 h 14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27"/>
                <a:gd name="T34" fmla="*/ 0 h 1480"/>
                <a:gd name="T35" fmla="*/ 927 w 927"/>
                <a:gd name="T36" fmla="*/ 1480 h 148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27" h="1480">
                  <a:moveTo>
                    <a:pt x="394" y="113"/>
                  </a:moveTo>
                  <a:lnTo>
                    <a:pt x="670" y="386"/>
                  </a:lnTo>
                  <a:lnTo>
                    <a:pt x="670" y="540"/>
                  </a:lnTo>
                  <a:lnTo>
                    <a:pt x="0" y="851"/>
                  </a:lnTo>
                  <a:lnTo>
                    <a:pt x="112" y="1480"/>
                  </a:lnTo>
                  <a:lnTo>
                    <a:pt x="670" y="1245"/>
                  </a:lnTo>
                  <a:lnTo>
                    <a:pt x="778" y="962"/>
                  </a:lnTo>
                  <a:lnTo>
                    <a:pt x="855" y="243"/>
                  </a:lnTo>
                  <a:lnTo>
                    <a:pt x="927" y="0"/>
                  </a:lnTo>
                  <a:lnTo>
                    <a:pt x="479" y="56"/>
                  </a:lnTo>
                  <a:lnTo>
                    <a:pt x="394" y="11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4" name="Freeform 244"/>
            <p:cNvSpPr>
              <a:spLocks/>
            </p:cNvSpPr>
            <p:nvPr/>
          </p:nvSpPr>
          <p:spPr bwMode="auto">
            <a:xfrm>
              <a:off x="3104" y="1927"/>
              <a:ext cx="819" cy="827"/>
            </a:xfrm>
            <a:custGeom>
              <a:avLst/>
              <a:gdLst>
                <a:gd name="T0" fmla="*/ 0 w 6551"/>
                <a:gd name="T1" fmla="*/ 0 h 6616"/>
                <a:gd name="T2" fmla="*/ 0 w 6551"/>
                <a:gd name="T3" fmla="*/ 0 h 6616"/>
                <a:gd name="T4" fmla="*/ 0 w 6551"/>
                <a:gd name="T5" fmla="*/ 0 h 6616"/>
                <a:gd name="T6" fmla="*/ 0 w 6551"/>
                <a:gd name="T7" fmla="*/ 0 h 6616"/>
                <a:gd name="T8" fmla="*/ 0 w 6551"/>
                <a:gd name="T9" fmla="*/ 0 h 6616"/>
                <a:gd name="T10" fmla="*/ 0 w 6551"/>
                <a:gd name="T11" fmla="*/ 0 h 6616"/>
                <a:gd name="T12" fmla="*/ 0 w 6551"/>
                <a:gd name="T13" fmla="*/ 0 h 6616"/>
                <a:gd name="T14" fmla="*/ 0 w 6551"/>
                <a:gd name="T15" fmla="*/ 0 h 6616"/>
                <a:gd name="T16" fmla="*/ 0 w 6551"/>
                <a:gd name="T17" fmla="*/ 0 h 6616"/>
                <a:gd name="T18" fmla="*/ 0 w 6551"/>
                <a:gd name="T19" fmla="*/ 0 h 6616"/>
                <a:gd name="T20" fmla="*/ 0 w 6551"/>
                <a:gd name="T21" fmla="*/ 0 h 6616"/>
                <a:gd name="T22" fmla="*/ 0 w 6551"/>
                <a:gd name="T23" fmla="*/ 0 h 6616"/>
                <a:gd name="T24" fmla="*/ 0 w 6551"/>
                <a:gd name="T25" fmla="*/ 0 h 6616"/>
                <a:gd name="T26" fmla="*/ 0 w 6551"/>
                <a:gd name="T27" fmla="*/ 0 h 6616"/>
                <a:gd name="T28" fmla="*/ 0 w 6551"/>
                <a:gd name="T29" fmla="*/ 0 h 6616"/>
                <a:gd name="T30" fmla="*/ 0 w 6551"/>
                <a:gd name="T31" fmla="*/ 0 h 6616"/>
                <a:gd name="T32" fmla="*/ 0 w 6551"/>
                <a:gd name="T33" fmla="*/ 0 h 6616"/>
                <a:gd name="T34" fmla="*/ 0 w 6551"/>
                <a:gd name="T35" fmla="*/ 0 h 6616"/>
                <a:gd name="T36" fmla="*/ 0 w 6551"/>
                <a:gd name="T37" fmla="*/ 0 h 6616"/>
                <a:gd name="T38" fmla="*/ 0 w 6551"/>
                <a:gd name="T39" fmla="*/ 0 h 6616"/>
                <a:gd name="T40" fmla="*/ 0 w 6551"/>
                <a:gd name="T41" fmla="*/ 0 h 6616"/>
                <a:gd name="T42" fmla="*/ 0 w 6551"/>
                <a:gd name="T43" fmla="*/ 0 h 6616"/>
                <a:gd name="T44" fmla="*/ 0 w 6551"/>
                <a:gd name="T45" fmla="*/ 0 h 6616"/>
                <a:gd name="T46" fmla="*/ 0 w 6551"/>
                <a:gd name="T47" fmla="*/ 0 h 6616"/>
                <a:gd name="T48" fmla="*/ 0 w 6551"/>
                <a:gd name="T49" fmla="*/ 0 h 6616"/>
                <a:gd name="T50" fmla="*/ 0 w 6551"/>
                <a:gd name="T51" fmla="*/ 0 h 6616"/>
                <a:gd name="T52" fmla="*/ 0 w 6551"/>
                <a:gd name="T53" fmla="*/ 0 h 6616"/>
                <a:gd name="T54" fmla="*/ 0 w 6551"/>
                <a:gd name="T55" fmla="*/ 0 h 6616"/>
                <a:gd name="T56" fmla="*/ 0 w 6551"/>
                <a:gd name="T57" fmla="*/ 0 h 6616"/>
                <a:gd name="T58" fmla="*/ 0 w 6551"/>
                <a:gd name="T59" fmla="*/ 0 h 6616"/>
                <a:gd name="T60" fmla="*/ 0 w 6551"/>
                <a:gd name="T61" fmla="*/ 0 h 6616"/>
                <a:gd name="T62" fmla="*/ 0 w 6551"/>
                <a:gd name="T63" fmla="*/ 0 h 6616"/>
                <a:gd name="T64" fmla="*/ 0 w 6551"/>
                <a:gd name="T65" fmla="*/ 0 h 6616"/>
                <a:gd name="T66" fmla="*/ 0 w 6551"/>
                <a:gd name="T67" fmla="*/ 0 h 6616"/>
                <a:gd name="T68" fmla="*/ 0 w 6551"/>
                <a:gd name="T69" fmla="*/ 0 h 6616"/>
                <a:gd name="T70" fmla="*/ 0 w 6551"/>
                <a:gd name="T71" fmla="*/ 0 h 6616"/>
                <a:gd name="T72" fmla="*/ 0 w 6551"/>
                <a:gd name="T73" fmla="*/ 0 h 6616"/>
                <a:gd name="T74" fmla="*/ 0 w 6551"/>
                <a:gd name="T75" fmla="*/ 0 h 6616"/>
                <a:gd name="T76" fmla="*/ 0 w 6551"/>
                <a:gd name="T77" fmla="*/ 0 h 6616"/>
                <a:gd name="T78" fmla="*/ 0 w 6551"/>
                <a:gd name="T79" fmla="*/ 0 h 6616"/>
                <a:gd name="T80" fmla="*/ 0 w 6551"/>
                <a:gd name="T81" fmla="*/ 0 h 6616"/>
                <a:gd name="T82" fmla="*/ 0 w 6551"/>
                <a:gd name="T83" fmla="*/ 0 h 6616"/>
                <a:gd name="T84" fmla="*/ 0 w 6551"/>
                <a:gd name="T85" fmla="*/ 0 h 6616"/>
                <a:gd name="T86" fmla="*/ 0 w 6551"/>
                <a:gd name="T87" fmla="*/ 0 h 66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51"/>
                <a:gd name="T133" fmla="*/ 0 h 6616"/>
                <a:gd name="T134" fmla="*/ 6551 w 6551"/>
                <a:gd name="T135" fmla="*/ 6616 h 66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51" h="6616">
                  <a:moveTo>
                    <a:pt x="6551" y="2921"/>
                  </a:moveTo>
                  <a:lnTo>
                    <a:pt x="6133" y="3048"/>
                  </a:lnTo>
                  <a:lnTo>
                    <a:pt x="5692" y="3252"/>
                  </a:lnTo>
                  <a:lnTo>
                    <a:pt x="5378" y="3432"/>
                  </a:lnTo>
                  <a:lnTo>
                    <a:pt x="5048" y="3801"/>
                  </a:lnTo>
                  <a:lnTo>
                    <a:pt x="4712" y="4252"/>
                  </a:lnTo>
                  <a:lnTo>
                    <a:pt x="4470" y="4694"/>
                  </a:lnTo>
                  <a:lnTo>
                    <a:pt x="3396" y="6547"/>
                  </a:lnTo>
                  <a:lnTo>
                    <a:pt x="2278" y="6616"/>
                  </a:lnTo>
                  <a:lnTo>
                    <a:pt x="0" y="6616"/>
                  </a:lnTo>
                  <a:lnTo>
                    <a:pt x="108" y="6197"/>
                  </a:lnTo>
                  <a:lnTo>
                    <a:pt x="367" y="6485"/>
                  </a:lnTo>
                  <a:lnTo>
                    <a:pt x="606" y="6524"/>
                  </a:lnTo>
                  <a:lnTo>
                    <a:pt x="457" y="6322"/>
                  </a:lnTo>
                  <a:lnTo>
                    <a:pt x="457" y="5971"/>
                  </a:lnTo>
                  <a:lnTo>
                    <a:pt x="870" y="5599"/>
                  </a:lnTo>
                  <a:lnTo>
                    <a:pt x="1145" y="6227"/>
                  </a:lnTo>
                  <a:lnTo>
                    <a:pt x="1332" y="6524"/>
                  </a:lnTo>
                  <a:lnTo>
                    <a:pt x="1909" y="6098"/>
                  </a:lnTo>
                  <a:lnTo>
                    <a:pt x="2466" y="5252"/>
                  </a:lnTo>
                  <a:lnTo>
                    <a:pt x="1481" y="5671"/>
                  </a:lnTo>
                  <a:lnTo>
                    <a:pt x="2134" y="4837"/>
                  </a:lnTo>
                  <a:lnTo>
                    <a:pt x="1462" y="4936"/>
                  </a:lnTo>
                  <a:lnTo>
                    <a:pt x="1446" y="4751"/>
                  </a:lnTo>
                  <a:lnTo>
                    <a:pt x="2206" y="4103"/>
                  </a:lnTo>
                  <a:lnTo>
                    <a:pt x="2241" y="4435"/>
                  </a:lnTo>
                  <a:lnTo>
                    <a:pt x="2448" y="4498"/>
                  </a:lnTo>
                  <a:lnTo>
                    <a:pt x="3188" y="3956"/>
                  </a:lnTo>
                  <a:lnTo>
                    <a:pt x="3465" y="3342"/>
                  </a:lnTo>
                  <a:lnTo>
                    <a:pt x="3558" y="2377"/>
                  </a:lnTo>
                  <a:lnTo>
                    <a:pt x="3211" y="1477"/>
                  </a:lnTo>
                  <a:lnTo>
                    <a:pt x="4212" y="2342"/>
                  </a:lnTo>
                  <a:lnTo>
                    <a:pt x="5378" y="2694"/>
                  </a:lnTo>
                  <a:lnTo>
                    <a:pt x="5766" y="2960"/>
                  </a:lnTo>
                  <a:lnTo>
                    <a:pt x="6254" y="2881"/>
                  </a:lnTo>
                  <a:lnTo>
                    <a:pt x="6087" y="2248"/>
                  </a:lnTo>
                  <a:lnTo>
                    <a:pt x="5582" y="971"/>
                  </a:lnTo>
                  <a:lnTo>
                    <a:pt x="5140" y="258"/>
                  </a:lnTo>
                  <a:lnTo>
                    <a:pt x="4894" y="0"/>
                  </a:lnTo>
                  <a:lnTo>
                    <a:pt x="5250" y="327"/>
                  </a:lnTo>
                  <a:lnTo>
                    <a:pt x="5634" y="940"/>
                  </a:lnTo>
                  <a:lnTo>
                    <a:pt x="6030" y="1810"/>
                  </a:lnTo>
                  <a:lnTo>
                    <a:pt x="6344" y="2513"/>
                  </a:lnTo>
                  <a:lnTo>
                    <a:pt x="6551" y="292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5" name="Freeform 245"/>
            <p:cNvSpPr>
              <a:spLocks/>
            </p:cNvSpPr>
            <p:nvPr/>
          </p:nvSpPr>
          <p:spPr bwMode="auto">
            <a:xfrm>
              <a:off x="3536" y="1853"/>
              <a:ext cx="99" cy="108"/>
            </a:xfrm>
            <a:custGeom>
              <a:avLst/>
              <a:gdLst>
                <a:gd name="T0" fmla="*/ 0 w 791"/>
                <a:gd name="T1" fmla="*/ 0 h 867"/>
                <a:gd name="T2" fmla="*/ 0 w 791"/>
                <a:gd name="T3" fmla="*/ 0 h 867"/>
                <a:gd name="T4" fmla="*/ 0 w 791"/>
                <a:gd name="T5" fmla="*/ 0 h 867"/>
                <a:gd name="T6" fmla="*/ 0 w 791"/>
                <a:gd name="T7" fmla="*/ 0 h 867"/>
                <a:gd name="T8" fmla="*/ 0 w 791"/>
                <a:gd name="T9" fmla="*/ 0 h 867"/>
                <a:gd name="T10" fmla="*/ 0 w 791"/>
                <a:gd name="T11" fmla="*/ 0 h 867"/>
                <a:gd name="T12" fmla="*/ 0 w 791"/>
                <a:gd name="T13" fmla="*/ 0 h 867"/>
                <a:gd name="T14" fmla="*/ 0 w 791"/>
                <a:gd name="T15" fmla="*/ 0 h 867"/>
                <a:gd name="T16" fmla="*/ 0 w 791"/>
                <a:gd name="T17" fmla="*/ 0 h 867"/>
                <a:gd name="T18" fmla="*/ 0 w 791"/>
                <a:gd name="T19" fmla="*/ 0 h 8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91"/>
                <a:gd name="T31" fmla="*/ 0 h 867"/>
                <a:gd name="T32" fmla="*/ 791 w 791"/>
                <a:gd name="T33" fmla="*/ 867 h 8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91" h="867">
                  <a:moveTo>
                    <a:pt x="197" y="120"/>
                  </a:moveTo>
                  <a:lnTo>
                    <a:pt x="307" y="199"/>
                  </a:lnTo>
                  <a:lnTo>
                    <a:pt x="386" y="512"/>
                  </a:lnTo>
                  <a:lnTo>
                    <a:pt x="346" y="625"/>
                  </a:lnTo>
                  <a:lnTo>
                    <a:pt x="0" y="867"/>
                  </a:lnTo>
                  <a:lnTo>
                    <a:pt x="791" y="535"/>
                  </a:lnTo>
                  <a:lnTo>
                    <a:pt x="791" y="298"/>
                  </a:lnTo>
                  <a:lnTo>
                    <a:pt x="573" y="0"/>
                  </a:lnTo>
                  <a:lnTo>
                    <a:pt x="346" y="39"/>
                  </a:lnTo>
                  <a:lnTo>
                    <a:pt x="197" y="12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6" name="Freeform 246"/>
            <p:cNvSpPr>
              <a:spLocks/>
            </p:cNvSpPr>
            <p:nvPr/>
          </p:nvSpPr>
          <p:spPr bwMode="auto">
            <a:xfrm>
              <a:off x="2434" y="1708"/>
              <a:ext cx="870" cy="661"/>
            </a:xfrm>
            <a:custGeom>
              <a:avLst/>
              <a:gdLst>
                <a:gd name="T0" fmla="*/ 0 w 6960"/>
                <a:gd name="T1" fmla="*/ 0 h 5288"/>
                <a:gd name="T2" fmla="*/ 0 w 6960"/>
                <a:gd name="T3" fmla="*/ 0 h 5288"/>
                <a:gd name="T4" fmla="*/ 0 w 6960"/>
                <a:gd name="T5" fmla="*/ 0 h 5288"/>
                <a:gd name="T6" fmla="*/ 0 w 6960"/>
                <a:gd name="T7" fmla="*/ 0 h 5288"/>
                <a:gd name="T8" fmla="*/ 0 w 6960"/>
                <a:gd name="T9" fmla="*/ 0 h 5288"/>
                <a:gd name="T10" fmla="*/ 0 w 6960"/>
                <a:gd name="T11" fmla="*/ 0 h 5288"/>
                <a:gd name="T12" fmla="*/ 0 w 6960"/>
                <a:gd name="T13" fmla="*/ 0 h 5288"/>
                <a:gd name="T14" fmla="*/ 0 w 6960"/>
                <a:gd name="T15" fmla="*/ 0 h 5288"/>
                <a:gd name="T16" fmla="*/ 0 w 6960"/>
                <a:gd name="T17" fmla="*/ 0 h 5288"/>
                <a:gd name="T18" fmla="*/ 0 w 6960"/>
                <a:gd name="T19" fmla="*/ 0 h 5288"/>
                <a:gd name="T20" fmla="*/ 0 w 6960"/>
                <a:gd name="T21" fmla="*/ 0 h 5288"/>
                <a:gd name="T22" fmla="*/ 0 w 6960"/>
                <a:gd name="T23" fmla="*/ 0 h 5288"/>
                <a:gd name="T24" fmla="*/ 0 w 6960"/>
                <a:gd name="T25" fmla="*/ 0 h 5288"/>
                <a:gd name="T26" fmla="*/ 0 w 6960"/>
                <a:gd name="T27" fmla="*/ 0 h 5288"/>
                <a:gd name="T28" fmla="*/ 0 w 6960"/>
                <a:gd name="T29" fmla="*/ 0 h 5288"/>
                <a:gd name="T30" fmla="*/ 0 w 6960"/>
                <a:gd name="T31" fmla="*/ 0 h 5288"/>
                <a:gd name="T32" fmla="*/ 0 w 6960"/>
                <a:gd name="T33" fmla="*/ 0 h 5288"/>
                <a:gd name="T34" fmla="*/ 0 w 6960"/>
                <a:gd name="T35" fmla="*/ 0 h 5288"/>
                <a:gd name="T36" fmla="*/ 0 w 6960"/>
                <a:gd name="T37" fmla="*/ 0 h 5288"/>
                <a:gd name="T38" fmla="*/ 0 w 6960"/>
                <a:gd name="T39" fmla="*/ 0 h 5288"/>
                <a:gd name="T40" fmla="*/ 0 w 6960"/>
                <a:gd name="T41" fmla="*/ 0 h 5288"/>
                <a:gd name="T42" fmla="*/ 0 w 6960"/>
                <a:gd name="T43" fmla="*/ 0 h 5288"/>
                <a:gd name="T44" fmla="*/ 0 w 6960"/>
                <a:gd name="T45" fmla="*/ 0 h 5288"/>
                <a:gd name="T46" fmla="*/ 0 w 6960"/>
                <a:gd name="T47" fmla="*/ 0 h 5288"/>
                <a:gd name="T48" fmla="*/ 0 w 6960"/>
                <a:gd name="T49" fmla="*/ 0 h 5288"/>
                <a:gd name="T50" fmla="*/ 0 w 6960"/>
                <a:gd name="T51" fmla="*/ 0 h 5288"/>
                <a:gd name="T52" fmla="*/ 0 w 6960"/>
                <a:gd name="T53" fmla="*/ 0 h 5288"/>
                <a:gd name="T54" fmla="*/ 0 w 6960"/>
                <a:gd name="T55" fmla="*/ 0 h 5288"/>
                <a:gd name="T56" fmla="*/ 0 w 6960"/>
                <a:gd name="T57" fmla="*/ 0 h 5288"/>
                <a:gd name="T58" fmla="*/ 0 w 6960"/>
                <a:gd name="T59" fmla="*/ 0 h 5288"/>
                <a:gd name="T60" fmla="*/ 0 w 6960"/>
                <a:gd name="T61" fmla="*/ 0 h 5288"/>
                <a:gd name="T62" fmla="*/ 0 w 6960"/>
                <a:gd name="T63" fmla="*/ 0 h 5288"/>
                <a:gd name="T64" fmla="*/ 0 w 6960"/>
                <a:gd name="T65" fmla="*/ 0 h 5288"/>
                <a:gd name="T66" fmla="*/ 0 w 6960"/>
                <a:gd name="T67" fmla="*/ 0 h 5288"/>
                <a:gd name="T68" fmla="*/ 0 w 6960"/>
                <a:gd name="T69" fmla="*/ 0 h 5288"/>
                <a:gd name="T70" fmla="*/ 0 w 6960"/>
                <a:gd name="T71" fmla="*/ 0 h 5288"/>
                <a:gd name="T72" fmla="*/ 0 w 6960"/>
                <a:gd name="T73" fmla="*/ 0 h 5288"/>
                <a:gd name="T74" fmla="*/ 0 w 6960"/>
                <a:gd name="T75" fmla="*/ 0 h 5288"/>
                <a:gd name="T76" fmla="*/ 0 w 6960"/>
                <a:gd name="T77" fmla="*/ 0 h 5288"/>
                <a:gd name="T78" fmla="*/ 0 w 6960"/>
                <a:gd name="T79" fmla="*/ 0 h 5288"/>
                <a:gd name="T80" fmla="*/ 0 w 6960"/>
                <a:gd name="T81" fmla="*/ 0 h 5288"/>
                <a:gd name="T82" fmla="*/ 0 w 6960"/>
                <a:gd name="T83" fmla="*/ 0 h 5288"/>
                <a:gd name="T84" fmla="*/ 0 w 6960"/>
                <a:gd name="T85" fmla="*/ 0 h 5288"/>
                <a:gd name="T86" fmla="*/ 0 w 6960"/>
                <a:gd name="T87" fmla="*/ 0 h 5288"/>
                <a:gd name="T88" fmla="*/ 0 w 6960"/>
                <a:gd name="T89" fmla="*/ 0 h 5288"/>
                <a:gd name="T90" fmla="*/ 0 w 6960"/>
                <a:gd name="T91" fmla="*/ 0 h 5288"/>
                <a:gd name="T92" fmla="*/ 0 w 6960"/>
                <a:gd name="T93" fmla="*/ 0 h 5288"/>
                <a:gd name="T94" fmla="*/ 0 w 6960"/>
                <a:gd name="T95" fmla="*/ 0 h 5288"/>
                <a:gd name="T96" fmla="*/ 0 w 6960"/>
                <a:gd name="T97" fmla="*/ 0 h 5288"/>
                <a:gd name="T98" fmla="*/ 0 w 6960"/>
                <a:gd name="T99" fmla="*/ 0 h 528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960"/>
                <a:gd name="T151" fmla="*/ 0 h 5288"/>
                <a:gd name="T152" fmla="*/ 6960 w 6960"/>
                <a:gd name="T153" fmla="*/ 5288 h 528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960" h="5288">
                  <a:moveTo>
                    <a:pt x="2583" y="0"/>
                  </a:moveTo>
                  <a:lnTo>
                    <a:pt x="2425" y="32"/>
                  </a:lnTo>
                  <a:lnTo>
                    <a:pt x="2146" y="173"/>
                  </a:lnTo>
                  <a:lnTo>
                    <a:pt x="1372" y="233"/>
                  </a:lnTo>
                  <a:lnTo>
                    <a:pt x="592" y="498"/>
                  </a:lnTo>
                  <a:lnTo>
                    <a:pt x="229" y="706"/>
                  </a:lnTo>
                  <a:lnTo>
                    <a:pt x="141" y="876"/>
                  </a:lnTo>
                  <a:lnTo>
                    <a:pt x="93" y="1047"/>
                  </a:lnTo>
                  <a:lnTo>
                    <a:pt x="141" y="1374"/>
                  </a:lnTo>
                  <a:lnTo>
                    <a:pt x="229" y="1625"/>
                  </a:lnTo>
                  <a:lnTo>
                    <a:pt x="141" y="2183"/>
                  </a:lnTo>
                  <a:lnTo>
                    <a:pt x="102" y="2308"/>
                  </a:lnTo>
                  <a:lnTo>
                    <a:pt x="32" y="2356"/>
                  </a:lnTo>
                  <a:lnTo>
                    <a:pt x="0" y="2444"/>
                  </a:lnTo>
                  <a:lnTo>
                    <a:pt x="12" y="2620"/>
                  </a:lnTo>
                  <a:lnTo>
                    <a:pt x="155" y="3086"/>
                  </a:lnTo>
                  <a:lnTo>
                    <a:pt x="155" y="3277"/>
                  </a:lnTo>
                  <a:lnTo>
                    <a:pt x="141" y="3525"/>
                  </a:lnTo>
                  <a:lnTo>
                    <a:pt x="126" y="3655"/>
                  </a:lnTo>
                  <a:lnTo>
                    <a:pt x="32" y="3928"/>
                  </a:lnTo>
                  <a:lnTo>
                    <a:pt x="44" y="4198"/>
                  </a:lnTo>
                  <a:lnTo>
                    <a:pt x="556" y="4862"/>
                  </a:lnTo>
                  <a:lnTo>
                    <a:pt x="888" y="4980"/>
                  </a:lnTo>
                  <a:lnTo>
                    <a:pt x="1003" y="5053"/>
                  </a:lnTo>
                  <a:lnTo>
                    <a:pt x="1361" y="5022"/>
                  </a:lnTo>
                  <a:lnTo>
                    <a:pt x="1671" y="5148"/>
                  </a:lnTo>
                  <a:lnTo>
                    <a:pt x="2062" y="5288"/>
                  </a:lnTo>
                  <a:lnTo>
                    <a:pt x="2704" y="4862"/>
                  </a:lnTo>
                  <a:lnTo>
                    <a:pt x="6835" y="4837"/>
                  </a:lnTo>
                  <a:lnTo>
                    <a:pt x="6960" y="4152"/>
                  </a:lnTo>
                  <a:lnTo>
                    <a:pt x="6621" y="4119"/>
                  </a:lnTo>
                  <a:lnTo>
                    <a:pt x="6446" y="3917"/>
                  </a:lnTo>
                  <a:lnTo>
                    <a:pt x="6333" y="3853"/>
                  </a:lnTo>
                  <a:lnTo>
                    <a:pt x="6151" y="3536"/>
                  </a:lnTo>
                  <a:lnTo>
                    <a:pt x="6022" y="3011"/>
                  </a:lnTo>
                  <a:lnTo>
                    <a:pt x="5955" y="2780"/>
                  </a:lnTo>
                  <a:lnTo>
                    <a:pt x="5912" y="2483"/>
                  </a:lnTo>
                  <a:lnTo>
                    <a:pt x="5773" y="2420"/>
                  </a:lnTo>
                  <a:lnTo>
                    <a:pt x="5745" y="2229"/>
                  </a:lnTo>
                  <a:lnTo>
                    <a:pt x="5773" y="1812"/>
                  </a:lnTo>
                  <a:lnTo>
                    <a:pt x="5745" y="1515"/>
                  </a:lnTo>
                  <a:lnTo>
                    <a:pt x="5710" y="1314"/>
                  </a:lnTo>
                  <a:lnTo>
                    <a:pt x="5660" y="1097"/>
                  </a:lnTo>
                  <a:lnTo>
                    <a:pt x="5584" y="998"/>
                  </a:lnTo>
                  <a:lnTo>
                    <a:pt x="5521" y="966"/>
                  </a:lnTo>
                  <a:lnTo>
                    <a:pt x="5424" y="936"/>
                  </a:lnTo>
                  <a:lnTo>
                    <a:pt x="4848" y="717"/>
                  </a:lnTo>
                  <a:lnTo>
                    <a:pt x="4240" y="438"/>
                  </a:lnTo>
                  <a:lnTo>
                    <a:pt x="3850" y="267"/>
                  </a:lnTo>
                  <a:lnTo>
                    <a:pt x="2583" y="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7" name="Freeform 247"/>
            <p:cNvSpPr>
              <a:spLocks/>
            </p:cNvSpPr>
            <p:nvPr/>
          </p:nvSpPr>
          <p:spPr bwMode="auto">
            <a:xfrm>
              <a:off x="2683" y="2251"/>
              <a:ext cx="113" cy="116"/>
            </a:xfrm>
            <a:custGeom>
              <a:avLst/>
              <a:gdLst>
                <a:gd name="T0" fmla="*/ 0 w 904"/>
                <a:gd name="T1" fmla="*/ 0 h 929"/>
                <a:gd name="T2" fmla="*/ 0 w 904"/>
                <a:gd name="T3" fmla="*/ 0 h 929"/>
                <a:gd name="T4" fmla="*/ 0 w 904"/>
                <a:gd name="T5" fmla="*/ 0 h 929"/>
                <a:gd name="T6" fmla="*/ 0 w 904"/>
                <a:gd name="T7" fmla="*/ 0 h 929"/>
                <a:gd name="T8" fmla="*/ 0 w 904"/>
                <a:gd name="T9" fmla="*/ 0 h 929"/>
                <a:gd name="T10" fmla="*/ 0 w 904"/>
                <a:gd name="T11" fmla="*/ 0 h 929"/>
                <a:gd name="T12" fmla="*/ 0 w 904"/>
                <a:gd name="T13" fmla="*/ 0 h 929"/>
                <a:gd name="T14" fmla="*/ 0 w 904"/>
                <a:gd name="T15" fmla="*/ 0 h 929"/>
                <a:gd name="T16" fmla="*/ 0 w 904"/>
                <a:gd name="T17" fmla="*/ 0 h 929"/>
                <a:gd name="T18" fmla="*/ 0 w 904"/>
                <a:gd name="T19" fmla="*/ 0 h 929"/>
                <a:gd name="T20" fmla="*/ 0 w 904"/>
                <a:gd name="T21" fmla="*/ 0 h 9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04"/>
                <a:gd name="T34" fmla="*/ 0 h 929"/>
                <a:gd name="T35" fmla="*/ 904 w 904"/>
                <a:gd name="T36" fmla="*/ 929 h 9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04" h="929">
                  <a:moveTo>
                    <a:pt x="626" y="0"/>
                  </a:moveTo>
                  <a:lnTo>
                    <a:pt x="904" y="74"/>
                  </a:lnTo>
                  <a:lnTo>
                    <a:pt x="720" y="221"/>
                  </a:lnTo>
                  <a:lnTo>
                    <a:pt x="477" y="584"/>
                  </a:lnTo>
                  <a:lnTo>
                    <a:pt x="293" y="929"/>
                  </a:lnTo>
                  <a:lnTo>
                    <a:pt x="0" y="843"/>
                  </a:lnTo>
                  <a:lnTo>
                    <a:pt x="26" y="558"/>
                  </a:lnTo>
                  <a:lnTo>
                    <a:pt x="132" y="378"/>
                  </a:lnTo>
                  <a:lnTo>
                    <a:pt x="277" y="228"/>
                  </a:lnTo>
                  <a:lnTo>
                    <a:pt x="487" y="74"/>
                  </a:lnTo>
                  <a:lnTo>
                    <a:pt x="62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8" name="Freeform 248"/>
            <p:cNvSpPr>
              <a:spLocks/>
            </p:cNvSpPr>
            <p:nvPr/>
          </p:nvSpPr>
          <p:spPr bwMode="auto">
            <a:xfrm>
              <a:off x="2682" y="2272"/>
              <a:ext cx="65" cy="95"/>
            </a:xfrm>
            <a:custGeom>
              <a:avLst/>
              <a:gdLst>
                <a:gd name="T0" fmla="*/ 0 w 521"/>
                <a:gd name="T1" fmla="*/ 0 h 763"/>
                <a:gd name="T2" fmla="*/ 0 w 521"/>
                <a:gd name="T3" fmla="*/ 0 h 763"/>
                <a:gd name="T4" fmla="*/ 0 w 521"/>
                <a:gd name="T5" fmla="*/ 0 h 763"/>
                <a:gd name="T6" fmla="*/ 0 w 521"/>
                <a:gd name="T7" fmla="*/ 0 h 763"/>
                <a:gd name="T8" fmla="*/ 0 w 521"/>
                <a:gd name="T9" fmla="*/ 0 h 763"/>
                <a:gd name="T10" fmla="*/ 0 w 521"/>
                <a:gd name="T11" fmla="*/ 0 h 763"/>
                <a:gd name="T12" fmla="*/ 0 w 521"/>
                <a:gd name="T13" fmla="*/ 0 h 763"/>
                <a:gd name="T14" fmla="*/ 0 w 521"/>
                <a:gd name="T15" fmla="*/ 0 h 763"/>
                <a:gd name="T16" fmla="*/ 0 w 521"/>
                <a:gd name="T17" fmla="*/ 0 h 763"/>
                <a:gd name="T18" fmla="*/ 0 w 521"/>
                <a:gd name="T19" fmla="*/ 0 h 763"/>
                <a:gd name="T20" fmla="*/ 0 w 521"/>
                <a:gd name="T21" fmla="*/ 0 h 763"/>
                <a:gd name="T22" fmla="*/ 0 w 521"/>
                <a:gd name="T23" fmla="*/ 0 h 7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21"/>
                <a:gd name="T37" fmla="*/ 0 h 763"/>
                <a:gd name="T38" fmla="*/ 521 w 521"/>
                <a:gd name="T39" fmla="*/ 763 h 7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21" h="763">
                  <a:moveTo>
                    <a:pt x="402" y="0"/>
                  </a:moveTo>
                  <a:lnTo>
                    <a:pt x="249" y="172"/>
                  </a:lnTo>
                  <a:lnTo>
                    <a:pt x="152" y="366"/>
                  </a:lnTo>
                  <a:lnTo>
                    <a:pt x="327" y="378"/>
                  </a:lnTo>
                  <a:lnTo>
                    <a:pt x="521" y="212"/>
                  </a:lnTo>
                  <a:lnTo>
                    <a:pt x="378" y="535"/>
                  </a:lnTo>
                  <a:lnTo>
                    <a:pt x="327" y="763"/>
                  </a:lnTo>
                  <a:lnTo>
                    <a:pt x="0" y="763"/>
                  </a:lnTo>
                  <a:lnTo>
                    <a:pt x="11" y="574"/>
                  </a:lnTo>
                  <a:lnTo>
                    <a:pt x="77" y="322"/>
                  </a:lnTo>
                  <a:lnTo>
                    <a:pt x="207" y="172"/>
                  </a:lnTo>
                  <a:lnTo>
                    <a:pt x="402"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9" name="Freeform 249"/>
            <p:cNvSpPr>
              <a:spLocks/>
            </p:cNvSpPr>
            <p:nvPr/>
          </p:nvSpPr>
          <p:spPr bwMode="auto">
            <a:xfrm>
              <a:off x="2738" y="1713"/>
              <a:ext cx="188" cy="486"/>
            </a:xfrm>
            <a:custGeom>
              <a:avLst/>
              <a:gdLst>
                <a:gd name="T0" fmla="*/ 0 w 1500"/>
                <a:gd name="T1" fmla="*/ 0 h 3892"/>
                <a:gd name="T2" fmla="*/ 0 w 1500"/>
                <a:gd name="T3" fmla="*/ 0 h 3892"/>
                <a:gd name="T4" fmla="*/ 0 w 1500"/>
                <a:gd name="T5" fmla="*/ 0 h 3892"/>
                <a:gd name="T6" fmla="*/ 0 w 1500"/>
                <a:gd name="T7" fmla="*/ 0 h 3892"/>
                <a:gd name="T8" fmla="*/ 0 w 1500"/>
                <a:gd name="T9" fmla="*/ 0 h 3892"/>
                <a:gd name="T10" fmla="*/ 0 w 1500"/>
                <a:gd name="T11" fmla="*/ 0 h 3892"/>
                <a:gd name="T12" fmla="*/ 0 w 1500"/>
                <a:gd name="T13" fmla="*/ 0 h 3892"/>
                <a:gd name="T14" fmla="*/ 0 w 1500"/>
                <a:gd name="T15" fmla="*/ 0 h 3892"/>
                <a:gd name="T16" fmla="*/ 0 w 1500"/>
                <a:gd name="T17" fmla="*/ 0 h 3892"/>
                <a:gd name="T18" fmla="*/ 0 w 1500"/>
                <a:gd name="T19" fmla="*/ 0 h 3892"/>
                <a:gd name="T20" fmla="*/ 0 w 1500"/>
                <a:gd name="T21" fmla="*/ 0 h 3892"/>
                <a:gd name="T22" fmla="*/ 0 w 1500"/>
                <a:gd name="T23" fmla="*/ 0 h 3892"/>
                <a:gd name="T24" fmla="*/ 0 w 1500"/>
                <a:gd name="T25" fmla="*/ 0 h 3892"/>
                <a:gd name="T26" fmla="*/ 0 w 1500"/>
                <a:gd name="T27" fmla="*/ 0 h 3892"/>
                <a:gd name="T28" fmla="*/ 0 w 1500"/>
                <a:gd name="T29" fmla="*/ 0 h 3892"/>
                <a:gd name="T30" fmla="*/ 0 w 1500"/>
                <a:gd name="T31" fmla="*/ 0 h 3892"/>
                <a:gd name="T32" fmla="*/ 0 w 1500"/>
                <a:gd name="T33" fmla="*/ 0 h 3892"/>
                <a:gd name="T34" fmla="*/ 0 w 1500"/>
                <a:gd name="T35" fmla="*/ 0 h 3892"/>
                <a:gd name="T36" fmla="*/ 0 w 1500"/>
                <a:gd name="T37" fmla="*/ 0 h 389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00"/>
                <a:gd name="T58" fmla="*/ 0 h 3892"/>
                <a:gd name="T59" fmla="*/ 1500 w 1500"/>
                <a:gd name="T60" fmla="*/ 3892 h 389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00" h="3892">
                  <a:moveTo>
                    <a:pt x="143" y="0"/>
                  </a:moveTo>
                  <a:lnTo>
                    <a:pt x="1500" y="561"/>
                  </a:lnTo>
                  <a:lnTo>
                    <a:pt x="1500" y="1046"/>
                  </a:lnTo>
                  <a:lnTo>
                    <a:pt x="1426" y="1553"/>
                  </a:lnTo>
                  <a:lnTo>
                    <a:pt x="1336" y="2078"/>
                  </a:lnTo>
                  <a:lnTo>
                    <a:pt x="1193" y="2760"/>
                  </a:lnTo>
                  <a:lnTo>
                    <a:pt x="1053" y="3259"/>
                  </a:lnTo>
                  <a:lnTo>
                    <a:pt x="815" y="3892"/>
                  </a:lnTo>
                  <a:lnTo>
                    <a:pt x="774" y="3293"/>
                  </a:lnTo>
                  <a:lnTo>
                    <a:pt x="642" y="2523"/>
                  </a:lnTo>
                  <a:lnTo>
                    <a:pt x="560" y="2041"/>
                  </a:lnTo>
                  <a:lnTo>
                    <a:pt x="488" y="1659"/>
                  </a:lnTo>
                  <a:lnTo>
                    <a:pt x="338" y="1336"/>
                  </a:lnTo>
                  <a:lnTo>
                    <a:pt x="172" y="995"/>
                  </a:lnTo>
                  <a:lnTo>
                    <a:pt x="43" y="705"/>
                  </a:lnTo>
                  <a:lnTo>
                    <a:pt x="0" y="497"/>
                  </a:lnTo>
                  <a:lnTo>
                    <a:pt x="0" y="301"/>
                  </a:lnTo>
                  <a:lnTo>
                    <a:pt x="66" y="121"/>
                  </a:lnTo>
                  <a:lnTo>
                    <a:pt x="14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0" name="Freeform 250"/>
            <p:cNvSpPr>
              <a:spLocks/>
            </p:cNvSpPr>
            <p:nvPr/>
          </p:nvSpPr>
          <p:spPr bwMode="auto">
            <a:xfrm>
              <a:off x="2804" y="1842"/>
              <a:ext cx="61" cy="360"/>
            </a:xfrm>
            <a:custGeom>
              <a:avLst/>
              <a:gdLst>
                <a:gd name="T0" fmla="*/ 0 w 486"/>
                <a:gd name="T1" fmla="*/ 0 h 2874"/>
                <a:gd name="T2" fmla="*/ 0 w 486"/>
                <a:gd name="T3" fmla="*/ 0 h 2874"/>
                <a:gd name="T4" fmla="*/ 0 w 486"/>
                <a:gd name="T5" fmla="*/ 0 h 2874"/>
                <a:gd name="T6" fmla="*/ 0 w 486"/>
                <a:gd name="T7" fmla="*/ 0 h 2874"/>
                <a:gd name="T8" fmla="*/ 0 w 486"/>
                <a:gd name="T9" fmla="*/ 0 h 2874"/>
                <a:gd name="T10" fmla="*/ 0 w 486"/>
                <a:gd name="T11" fmla="*/ 0 h 2874"/>
                <a:gd name="T12" fmla="*/ 0 w 486"/>
                <a:gd name="T13" fmla="*/ 0 h 2874"/>
                <a:gd name="T14" fmla="*/ 0 w 486"/>
                <a:gd name="T15" fmla="*/ 0 h 2874"/>
                <a:gd name="T16" fmla="*/ 0 w 486"/>
                <a:gd name="T17" fmla="*/ 0 h 2874"/>
                <a:gd name="T18" fmla="*/ 0 w 486"/>
                <a:gd name="T19" fmla="*/ 0 h 2874"/>
                <a:gd name="T20" fmla="*/ 0 w 486"/>
                <a:gd name="T21" fmla="*/ 0 h 2874"/>
                <a:gd name="T22" fmla="*/ 0 w 486"/>
                <a:gd name="T23" fmla="*/ 0 h 2874"/>
                <a:gd name="T24" fmla="*/ 0 w 486"/>
                <a:gd name="T25" fmla="*/ 0 h 2874"/>
                <a:gd name="T26" fmla="*/ 0 w 486"/>
                <a:gd name="T27" fmla="*/ 0 h 2874"/>
                <a:gd name="T28" fmla="*/ 0 w 486"/>
                <a:gd name="T29" fmla="*/ 0 h 2874"/>
                <a:gd name="T30" fmla="*/ 0 w 486"/>
                <a:gd name="T31" fmla="*/ 0 h 2874"/>
                <a:gd name="T32" fmla="*/ 0 w 486"/>
                <a:gd name="T33" fmla="*/ 0 h 287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86"/>
                <a:gd name="T52" fmla="*/ 0 h 2874"/>
                <a:gd name="T53" fmla="*/ 486 w 486"/>
                <a:gd name="T54" fmla="*/ 2874 h 287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86" h="2874">
                  <a:moveTo>
                    <a:pt x="194" y="0"/>
                  </a:moveTo>
                  <a:lnTo>
                    <a:pt x="51" y="126"/>
                  </a:lnTo>
                  <a:lnTo>
                    <a:pt x="139" y="455"/>
                  </a:lnTo>
                  <a:lnTo>
                    <a:pt x="0" y="806"/>
                  </a:lnTo>
                  <a:lnTo>
                    <a:pt x="81" y="1235"/>
                  </a:lnTo>
                  <a:lnTo>
                    <a:pt x="178" y="1853"/>
                  </a:lnTo>
                  <a:lnTo>
                    <a:pt x="265" y="2463"/>
                  </a:lnTo>
                  <a:lnTo>
                    <a:pt x="328" y="2874"/>
                  </a:lnTo>
                  <a:lnTo>
                    <a:pt x="486" y="2371"/>
                  </a:lnTo>
                  <a:lnTo>
                    <a:pt x="459" y="1973"/>
                  </a:lnTo>
                  <a:lnTo>
                    <a:pt x="440" y="1265"/>
                  </a:lnTo>
                  <a:lnTo>
                    <a:pt x="436" y="857"/>
                  </a:lnTo>
                  <a:lnTo>
                    <a:pt x="401" y="622"/>
                  </a:lnTo>
                  <a:lnTo>
                    <a:pt x="365" y="477"/>
                  </a:lnTo>
                  <a:lnTo>
                    <a:pt x="440" y="248"/>
                  </a:lnTo>
                  <a:lnTo>
                    <a:pt x="355" y="24"/>
                  </a:lnTo>
                  <a:lnTo>
                    <a:pt x="194"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1" name="Freeform 251"/>
            <p:cNvSpPr>
              <a:spLocks/>
            </p:cNvSpPr>
            <p:nvPr/>
          </p:nvSpPr>
          <p:spPr bwMode="auto">
            <a:xfrm>
              <a:off x="2804" y="1844"/>
              <a:ext cx="58" cy="295"/>
            </a:xfrm>
            <a:custGeom>
              <a:avLst/>
              <a:gdLst>
                <a:gd name="T0" fmla="*/ 0 w 459"/>
                <a:gd name="T1" fmla="*/ 0 h 2362"/>
                <a:gd name="T2" fmla="*/ 0 w 459"/>
                <a:gd name="T3" fmla="*/ 0 h 2362"/>
                <a:gd name="T4" fmla="*/ 0 w 459"/>
                <a:gd name="T5" fmla="*/ 0 h 2362"/>
                <a:gd name="T6" fmla="*/ 0 w 459"/>
                <a:gd name="T7" fmla="*/ 0 h 2362"/>
                <a:gd name="T8" fmla="*/ 0 w 459"/>
                <a:gd name="T9" fmla="*/ 0 h 2362"/>
                <a:gd name="T10" fmla="*/ 0 w 459"/>
                <a:gd name="T11" fmla="*/ 0 h 2362"/>
                <a:gd name="T12" fmla="*/ 0 w 459"/>
                <a:gd name="T13" fmla="*/ 0 h 2362"/>
                <a:gd name="T14" fmla="*/ 0 w 459"/>
                <a:gd name="T15" fmla="*/ 0 h 2362"/>
                <a:gd name="T16" fmla="*/ 0 w 459"/>
                <a:gd name="T17" fmla="*/ 0 h 2362"/>
                <a:gd name="T18" fmla="*/ 0 w 459"/>
                <a:gd name="T19" fmla="*/ 0 h 2362"/>
                <a:gd name="T20" fmla="*/ 0 w 459"/>
                <a:gd name="T21" fmla="*/ 0 h 2362"/>
                <a:gd name="T22" fmla="*/ 0 w 459"/>
                <a:gd name="T23" fmla="*/ 0 h 2362"/>
                <a:gd name="T24" fmla="*/ 0 w 459"/>
                <a:gd name="T25" fmla="*/ 0 h 2362"/>
                <a:gd name="T26" fmla="*/ 0 w 459"/>
                <a:gd name="T27" fmla="*/ 0 h 2362"/>
                <a:gd name="T28" fmla="*/ 0 w 459"/>
                <a:gd name="T29" fmla="*/ 0 h 2362"/>
                <a:gd name="T30" fmla="*/ 0 w 459"/>
                <a:gd name="T31" fmla="*/ 0 h 2362"/>
                <a:gd name="T32" fmla="*/ 0 w 459"/>
                <a:gd name="T33" fmla="*/ 0 h 2362"/>
                <a:gd name="T34" fmla="*/ 0 w 459"/>
                <a:gd name="T35" fmla="*/ 0 h 2362"/>
                <a:gd name="T36" fmla="*/ 0 w 459"/>
                <a:gd name="T37" fmla="*/ 0 h 2362"/>
                <a:gd name="T38" fmla="*/ 0 w 459"/>
                <a:gd name="T39" fmla="*/ 0 h 2362"/>
                <a:gd name="T40" fmla="*/ 0 w 459"/>
                <a:gd name="T41" fmla="*/ 0 h 2362"/>
                <a:gd name="T42" fmla="*/ 0 w 459"/>
                <a:gd name="T43" fmla="*/ 0 h 2362"/>
                <a:gd name="T44" fmla="*/ 0 w 459"/>
                <a:gd name="T45" fmla="*/ 0 h 2362"/>
                <a:gd name="T46" fmla="*/ 0 w 459"/>
                <a:gd name="T47" fmla="*/ 0 h 2362"/>
                <a:gd name="T48" fmla="*/ 0 w 459"/>
                <a:gd name="T49" fmla="*/ 0 h 2362"/>
                <a:gd name="T50" fmla="*/ 0 w 459"/>
                <a:gd name="T51" fmla="*/ 0 h 2362"/>
                <a:gd name="T52" fmla="*/ 0 w 459"/>
                <a:gd name="T53" fmla="*/ 0 h 236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59"/>
                <a:gd name="T82" fmla="*/ 0 h 2362"/>
                <a:gd name="T83" fmla="*/ 459 w 459"/>
                <a:gd name="T84" fmla="*/ 2362 h 236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59" h="2362">
                  <a:moveTo>
                    <a:pt x="365" y="94"/>
                  </a:moveTo>
                  <a:lnTo>
                    <a:pt x="288" y="79"/>
                  </a:lnTo>
                  <a:lnTo>
                    <a:pt x="207" y="169"/>
                  </a:lnTo>
                  <a:lnTo>
                    <a:pt x="247" y="433"/>
                  </a:lnTo>
                  <a:lnTo>
                    <a:pt x="288" y="433"/>
                  </a:lnTo>
                  <a:lnTo>
                    <a:pt x="385" y="272"/>
                  </a:lnTo>
                  <a:lnTo>
                    <a:pt x="355" y="523"/>
                  </a:lnTo>
                  <a:lnTo>
                    <a:pt x="440" y="875"/>
                  </a:lnTo>
                  <a:lnTo>
                    <a:pt x="436" y="1701"/>
                  </a:lnTo>
                  <a:lnTo>
                    <a:pt x="459" y="2362"/>
                  </a:lnTo>
                  <a:lnTo>
                    <a:pt x="401" y="2000"/>
                  </a:lnTo>
                  <a:lnTo>
                    <a:pt x="365" y="1542"/>
                  </a:lnTo>
                  <a:lnTo>
                    <a:pt x="355" y="1097"/>
                  </a:lnTo>
                  <a:lnTo>
                    <a:pt x="339" y="848"/>
                  </a:lnTo>
                  <a:lnTo>
                    <a:pt x="265" y="613"/>
                  </a:lnTo>
                  <a:lnTo>
                    <a:pt x="247" y="940"/>
                  </a:lnTo>
                  <a:lnTo>
                    <a:pt x="178" y="1009"/>
                  </a:lnTo>
                  <a:lnTo>
                    <a:pt x="139" y="940"/>
                  </a:lnTo>
                  <a:lnTo>
                    <a:pt x="207" y="606"/>
                  </a:lnTo>
                  <a:lnTo>
                    <a:pt x="104" y="769"/>
                  </a:lnTo>
                  <a:lnTo>
                    <a:pt x="51" y="1085"/>
                  </a:lnTo>
                  <a:lnTo>
                    <a:pt x="0" y="797"/>
                  </a:lnTo>
                  <a:lnTo>
                    <a:pt x="139" y="446"/>
                  </a:lnTo>
                  <a:lnTo>
                    <a:pt x="69" y="117"/>
                  </a:lnTo>
                  <a:lnTo>
                    <a:pt x="171" y="0"/>
                  </a:lnTo>
                  <a:lnTo>
                    <a:pt x="339" y="15"/>
                  </a:lnTo>
                  <a:lnTo>
                    <a:pt x="365" y="94"/>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2" name="Freeform 252"/>
            <p:cNvSpPr>
              <a:spLocks/>
            </p:cNvSpPr>
            <p:nvPr/>
          </p:nvSpPr>
          <p:spPr bwMode="auto">
            <a:xfrm>
              <a:off x="2850" y="1788"/>
              <a:ext cx="77" cy="342"/>
            </a:xfrm>
            <a:custGeom>
              <a:avLst/>
              <a:gdLst>
                <a:gd name="T0" fmla="*/ 0 w 620"/>
                <a:gd name="T1" fmla="*/ 0 h 2734"/>
                <a:gd name="T2" fmla="*/ 0 w 620"/>
                <a:gd name="T3" fmla="*/ 0 h 2734"/>
                <a:gd name="T4" fmla="*/ 0 w 620"/>
                <a:gd name="T5" fmla="*/ 0 h 2734"/>
                <a:gd name="T6" fmla="*/ 0 w 620"/>
                <a:gd name="T7" fmla="*/ 0 h 2734"/>
                <a:gd name="T8" fmla="*/ 0 w 620"/>
                <a:gd name="T9" fmla="*/ 0 h 2734"/>
                <a:gd name="T10" fmla="*/ 0 w 620"/>
                <a:gd name="T11" fmla="*/ 0 h 2734"/>
                <a:gd name="T12" fmla="*/ 0 w 620"/>
                <a:gd name="T13" fmla="*/ 0 h 2734"/>
                <a:gd name="T14" fmla="*/ 0 w 620"/>
                <a:gd name="T15" fmla="*/ 0 h 2734"/>
                <a:gd name="T16" fmla="*/ 0 w 620"/>
                <a:gd name="T17" fmla="*/ 0 h 2734"/>
                <a:gd name="T18" fmla="*/ 0 w 620"/>
                <a:gd name="T19" fmla="*/ 0 h 2734"/>
                <a:gd name="T20" fmla="*/ 0 w 620"/>
                <a:gd name="T21" fmla="*/ 0 h 2734"/>
                <a:gd name="T22" fmla="*/ 0 w 620"/>
                <a:gd name="T23" fmla="*/ 0 h 2734"/>
                <a:gd name="T24" fmla="*/ 0 w 620"/>
                <a:gd name="T25" fmla="*/ 0 h 2734"/>
                <a:gd name="T26" fmla="*/ 0 w 620"/>
                <a:gd name="T27" fmla="*/ 0 h 2734"/>
                <a:gd name="T28" fmla="*/ 0 w 620"/>
                <a:gd name="T29" fmla="*/ 0 h 2734"/>
                <a:gd name="T30" fmla="*/ 0 w 620"/>
                <a:gd name="T31" fmla="*/ 0 h 2734"/>
                <a:gd name="T32" fmla="*/ 0 w 620"/>
                <a:gd name="T33" fmla="*/ 0 h 2734"/>
                <a:gd name="T34" fmla="*/ 0 w 620"/>
                <a:gd name="T35" fmla="*/ 0 h 2734"/>
                <a:gd name="T36" fmla="*/ 0 w 620"/>
                <a:gd name="T37" fmla="*/ 0 h 2734"/>
                <a:gd name="T38" fmla="*/ 0 w 620"/>
                <a:gd name="T39" fmla="*/ 0 h 273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20"/>
                <a:gd name="T61" fmla="*/ 0 h 2734"/>
                <a:gd name="T62" fmla="*/ 620 w 620"/>
                <a:gd name="T63" fmla="*/ 2734 h 273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20" h="2734">
                  <a:moveTo>
                    <a:pt x="94" y="1255"/>
                  </a:moveTo>
                  <a:lnTo>
                    <a:pt x="266" y="953"/>
                  </a:lnTo>
                  <a:lnTo>
                    <a:pt x="394" y="758"/>
                  </a:lnTo>
                  <a:lnTo>
                    <a:pt x="354" y="1204"/>
                  </a:lnTo>
                  <a:lnTo>
                    <a:pt x="266" y="1709"/>
                  </a:lnTo>
                  <a:lnTo>
                    <a:pt x="106" y="2410"/>
                  </a:lnTo>
                  <a:lnTo>
                    <a:pt x="130" y="2734"/>
                  </a:lnTo>
                  <a:lnTo>
                    <a:pt x="369" y="1831"/>
                  </a:lnTo>
                  <a:lnTo>
                    <a:pt x="525" y="1125"/>
                  </a:lnTo>
                  <a:lnTo>
                    <a:pt x="589" y="703"/>
                  </a:lnTo>
                  <a:lnTo>
                    <a:pt x="620" y="224"/>
                  </a:lnTo>
                  <a:lnTo>
                    <a:pt x="608" y="0"/>
                  </a:lnTo>
                  <a:lnTo>
                    <a:pt x="477" y="105"/>
                  </a:lnTo>
                  <a:lnTo>
                    <a:pt x="477" y="277"/>
                  </a:lnTo>
                  <a:lnTo>
                    <a:pt x="428" y="540"/>
                  </a:lnTo>
                  <a:lnTo>
                    <a:pt x="233" y="899"/>
                  </a:lnTo>
                  <a:lnTo>
                    <a:pt x="75" y="639"/>
                  </a:lnTo>
                  <a:lnTo>
                    <a:pt x="0" y="945"/>
                  </a:lnTo>
                  <a:lnTo>
                    <a:pt x="71" y="1140"/>
                  </a:lnTo>
                  <a:lnTo>
                    <a:pt x="94" y="125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3" name="Freeform 253"/>
            <p:cNvSpPr>
              <a:spLocks/>
            </p:cNvSpPr>
            <p:nvPr/>
          </p:nvSpPr>
          <p:spPr bwMode="auto">
            <a:xfrm>
              <a:off x="2788" y="1858"/>
              <a:ext cx="34" cy="79"/>
            </a:xfrm>
            <a:custGeom>
              <a:avLst/>
              <a:gdLst>
                <a:gd name="T0" fmla="*/ 0 w 268"/>
                <a:gd name="T1" fmla="*/ 0 h 627"/>
                <a:gd name="T2" fmla="*/ 0 w 268"/>
                <a:gd name="T3" fmla="*/ 0 h 627"/>
                <a:gd name="T4" fmla="*/ 0 w 268"/>
                <a:gd name="T5" fmla="*/ 0 h 627"/>
                <a:gd name="T6" fmla="*/ 0 w 268"/>
                <a:gd name="T7" fmla="*/ 0 h 627"/>
                <a:gd name="T8" fmla="*/ 0 w 268"/>
                <a:gd name="T9" fmla="*/ 0 h 627"/>
                <a:gd name="T10" fmla="*/ 0 w 268"/>
                <a:gd name="T11" fmla="*/ 0 h 627"/>
                <a:gd name="T12" fmla="*/ 0 60000 65536"/>
                <a:gd name="T13" fmla="*/ 0 60000 65536"/>
                <a:gd name="T14" fmla="*/ 0 60000 65536"/>
                <a:gd name="T15" fmla="*/ 0 60000 65536"/>
                <a:gd name="T16" fmla="*/ 0 60000 65536"/>
                <a:gd name="T17" fmla="*/ 0 60000 65536"/>
                <a:gd name="T18" fmla="*/ 0 w 268"/>
                <a:gd name="T19" fmla="*/ 0 h 627"/>
                <a:gd name="T20" fmla="*/ 268 w 268"/>
                <a:gd name="T21" fmla="*/ 627 h 627"/>
              </a:gdLst>
              <a:ahLst/>
              <a:cxnLst>
                <a:cxn ang="T12">
                  <a:pos x="T0" y="T1"/>
                </a:cxn>
                <a:cxn ang="T13">
                  <a:pos x="T2" y="T3"/>
                </a:cxn>
                <a:cxn ang="T14">
                  <a:pos x="T4" y="T5"/>
                </a:cxn>
                <a:cxn ang="T15">
                  <a:pos x="T6" y="T7"/>
                </a:cxn>
                <a:cxn ang="T16">
                  <a:pos x="T8" y="T9"/>
                </a:cxn>
                <a:cxn ang="T17">
                  <a:pos x="T10" y="T11"/>
                </a:cxn>
              </a:cxnLst>
              <a:rect l="T18" t="T19" r="T20" b="T21"/>
              <a:pathLst>
                <a:path w="268" h="627">
                  <a:moveTo>
                    <a:pt x="108" y="627"/>
                  </a:moveTo>
                  <a:lnTo>
                    <a:pt x="0" y="249"/>
                  </a:lnTo>
                  <a:lnTo>
                    <a:pt x="159" y="0"/>
                  </a:lnTo>
                  <a:lnTo>
                    <a:pt x="268" y="329"/>
                  </a:lnTo>
                  <a:lnTo>
                    <a:pt x="198" y="512"/>
                  </a:lnTo>
                  <a:lnTo>
                    <a:pt x="108" y="627"/>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4" name="Freeform 254"/>
            <p:cNvSpPr>
              <a:spLocks/>
            </p:cNvSpPr>
            <p:nvPr/>
          </p:nvSpPr>
          <p:spPr bwMode="auto">
            <a:xfrm>
              <a:off x="2738" y="1713"/>
              <a:ext cx="27" cy="112"/>
            </a:xfrm>
            <a:custGeom>
              <a:avLst/>
              <a:gdLst>
                <a:gd name="T0" fmla="*/ 0 w 211"/>
                <a:gd name="T1" fmla="*/ 0 h 900"/>
                <a:gd name="T2" fmla="*/ 0 w 211"/>
                <a:gd name="T3" fmla="*/ 0 h 900"/>
                <a:gd name="T4" fmla="*/ 0 w 211"/>
                <a:gd name="T5" fmla="*/ 0 h 900"/>
                <a:gd name="T6" fmla="*/ 0 w 211"/>
                <a:gd name="T7" fmla="*/ 0 h 900"/>
                <a:gd name="T8" fmla="*/ 0 w 211"/>
                <a:gd name="T9" fmla="*/ 0 h 900"/>
                <a:gd name="T10" fmla="*/ 0 w 211"/>
                <a:gd name="T11" fmla="*/ 0 h 900"/>
                <a:gd name="T12" fmla="*/ 0 w 211"/>
                <a:gd name="T13" fmla="*/ 0 h 900"/>
                <a:gd name="T14" fmla="*/ 0 w 211"/>
                <a:gd name="T15" fmla="*/ 0 h 900"/>
                <a:gd name="T16" fmla="*/ 0 w 211"/>
                <a:gd name="T17" fmla="*/ 0 h 900"/>
                <a:gd name="T18" fmla="*/ 0 w 211"/>
                <a:gd name="T19" fmla="*/ 0 h 900"/>
                <a:gd name="T20" fmla="*/ 0 w 211"/>
                <a:gd name="T21" fmla="*/ 0 h 900"/>
                <a:gd name="T22" fmla="*/ 0 w 211"/>
                <a:gd name="T23" fmla="*/ 0 h 9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1"/>
                <a:gd name="T37" fmla="*/ 0 h 900"/>
                <a:gd name="T38" fmla="*/ 211 w 211"/>
                <a:gd name="T39" fmla="*/ 900 h 9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1" h="900">
                  <a:moveTo>
                    <a:pt x="211" y="549"/>
                  </a:moveTo>
                  <a:lnTo>
                    <a:pt x="161" y="681"/>
                  </a:lnTo>
                  <a:lnTo>
                    <a:pt x="132" y="780"/>
                  </a:lnTo>
                  <a:lnTo>
                    <a:pt x="119" y="900"/>
                  </a:lnTo>
                  <a:lnTo>
                    <a:pt x="50" y="705"/>
                  </a:lnTo>
                  <a:lnTo>
                    <a:pt x="0" y="561"/>
                  </a:lnTo>
                  <a:lnTo>
                    <a:pt x="0" y="354"/>
                  </a:lnTo>
                  <a:lnTo>
                    <a:pt x="43" y="209"/>
                  </a:lnTo>
                  <a:lnTo>
                    <a:pt x="96" y="66"/>
                  </a:lnTo>
                  <a:lnTo>
                    <a:pt x="143" y="0"/>
                  </a:lnTo>
                  <a:lnTo>
                    <a:pt x="182" y="323"/>
                  </a:lnTo>
                  <a:lnTo>
                    <a:pt x="211" y="549"/>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5" name="Freeform 255"/>
            <p:cNvSpPr>
              <a:spLocks/>
            </p:cNvSpPr>
            <p:nvPr/>
          </p:nvSpPr>
          <p:spPr bwMode="auto">
            <a:xfrm>
              <a:off x="2729" y="2472"/>
              <a:ext cx="425" cy="240"/>
            </a:xfrm>
            <a:custGeom>
              <a:avLst/>
              <a:gdLst>
                <a:gd name="T0" fmla="*/ 0 w 3405"/>
                <a:gd name="T1" fmla="*/ 0 h 1922"/>
                <a:gd name="T2" fmla="*/ 0 w 3405"/>
                <a:gd name="T3" fmla="*/ 0 h 1922"/>
                <a:gd name="T4" fmla="*/ 0 w 3405"/>
                <a:gd name="T5" fmla="*/ 0 h 1922"/>
                <a:gd name="T6" fmla="*/ 0 w 3405"/>
                <a:gd name="T7" fmla="*/ 0 h 1922"/>
                <a:gd name="T8" fmla="*/ 0 w 3405"/>
                <a:gd name="T9" fmla="*/ 0 h 1922"/>
                <a:gd name="T10" fmla="*/ 0 w 3405"/>
                <a:gd name="T11" fmla="*/ 0 h 1922"/>
                <a:gd name="T12" fmla="*/ 0 w 3405"/>
                <a:gd name="T13" fmla="*/ 0 h 1922"/>
                <a:gd name="T14" fmla="*/ 0 w 3405"/>
                <a:gd name="T15" fmla="*/ 0 h 1922"/>
                <a:gd name="T16" fmla="*/ 0 w 3405"/>
                <a:gd name="T17" fmla="*/ 0 h 1922"/>
                <a:gd name="T18" fmla="*/ 0 w 3405"/>
                <a:gd name="T19" fmla="*/ 0 h 1922"/>
                <a:gd name="T20" fmla="*/ 0 w 3405"/>
                <a:gd name="T21" fmla="*/ 0 h 1922"/>
                <a:gd name="T22" fmla="*/ 0 w 3405"/>
                <a:gd name="T23" fmla="*/ 0 h 1922"/>
                <a:gd name="T24" fmla="*/ 0 w 3405"/>
                <a:gd name="T25" fmla="*/ 0 h 1922"/>
                <a:gd name="T26" fmla="*/ 0 w 3405"/>
                <a:gd name="T27" fmla="*/ 0 h 1922"/>
                <a:gd name="T28" fmla="*/ 0 w 3405"/>
                <a:gd name="T29" fmla="*/ 0 h 19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405"/>
                <a:gd name="T46" fmla="*/ 0 h 1922"/>
                <a:gd name="T47" fmla="*/ 3405 w 3405"/>
                <a:gd name="T48" fmla="*/ 1922 h 19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405" h="1922">
                  <a:moveTo>
                    <a:pt x="2938" y="0"/>
                  </a:moveTo>
                  <a:lnTo>
                    <a:pt x="2852" y="59"/>
                  </a:lnTo>
                  <a:lnTo>
                    <a:pt x="2017" y="375"/>
                  </a:lnTo>
                  <a:lnTo>
                    <a:pt x="1040" y="587"/>
                  </a:lnTo>
                  <a:lnTo>
                    <a:pt x="581" y="949"/>
                  </a:lnTo>
                  <a:lnTo>
                    <a:pt x="565" y="1028"/>
                  </a:lnTo>
                  <a:lnTo>
                    <a:pt x="191" y="1074"/>
                  </a:lnTo>
                  <a:lnTo>
                    <a:pt x="0" y="1173"/>
                  </a:lnTo>
                  <a:lnTo>
                    <a:pt x="0" y="1274"/>
                  </a:lnTo>
                  <a:lnTo>
                    <a:pt x="1980" y="1922"/>
                  </a:lnTo>
                  <a:lnTo>
                    <a:pt x="2246" y="1371"/>
                  </a:lnTo>
                  <a:lnTo>
                    <a:pt x="3405" y="501"/>
                  </a:lnTo>
                  <a:lnTo>
                    <a:pt x="3331" y="241"/>
                  </a:lnTo>
                  <a:lnTo>
                    <a:pt x="3094" y="0"/>
                  </a:lnTo>
                  <a:lnTo>
                    <a:pt x="2938"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6" name="Freeform 256"/>
            <p:cNvSpPr>
              <a:spLocks/>
            </p:cNvSpPr>
            <p:nvPr/>
          </p:nvSpPr>
          <p:spPr bwMode="auto">
            <a:xfrm>
              <a:off x="2804" y="2602"/>
              <a:ext cx="38" cy="21"/>
            </a:xfrm>
            <a:custGeom>
              <a:avLst/>
              <a:gdLst>
                <a:gd name="T0" fmla="*/ 0 w 308"/>
                <a:gd name="T1" fmla="*/ 0 h 163"/>
                <a:gd name="T2" fmla="*/ 0 w 308"/>
                <a:gd name="T3" fmla="*/ 0 h 163"/>
                <a:gd name="T4" fmla="*/ 0 w 308"/>
                <a:gd name="T5" fmla="*/ 0 h 163"/>
                <a:gd name="T6" fmla="*/ 0 w 308"/>
                <a:gd name="T7" fmla="*/ 0 h 163"/>
                <a:gd name="T8" fmla="*/ 0 w 308"/>
                <a:gd name="T9" fmla="*/ 0 h 163"/>
                <a:gd name="T10" fmla="*/ 0 w 308"/>
                <a:gd name="T11" fmla="*/ 0 h 163"/>
                <a:gd name="T12" fmla="*/ 0 w 308"/>
                <a:gd name="T13" fmla="*/ 0 h 163"/>
                <a:gd name="T14" fmla="*/ 0 w 308"/>
                <a:gd name="T15" fmla="*/ 0 h 163"/>
                <a:gd name="T16" fmla="*/ 0 w 308"/>
                <a:gd name="T17" fmla="*/ 0 h 163"/>
                <a:gd name="T18" fmla="*/ 0 w 308"/>
                <a:gd name="T19" fmla="*/ 0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8"/>
                <a:gd name="T31" fmla="*/ 0 h 163"/>
                <a:gd name="T32" fmla="*/ 308 w 308"/>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8" h="163">
                  <a:moveTo>
                    <a:pt x="34" y="51"/>
                  </a:moveTo>
                  <a:lnTo>
                    <a:pt x="0" y="81"/>
                  </a:lnTo>
                  <a:lnTo>
                    <a:pt x="4" y="123"/>
                  </a:lnTo>
                  <a:lnTo>
                    <a:pt x="31" y="143"/>
                  </a:lnTo>
                  <a:lnTo>
                    <a:pt x="244" y="163"/>
                  </a:lnTo>
                  <a:lnTo>
                    <a:pt x="297" y="132"/>
                  </a:lnTo>
                  <a:lnTo>
                    <a:pt x="308" y="77"/>
                  </a:lnTo>
                  <a:lnTo>
                    <a:pt x="279" y="18"/>
                  </a:lnTo>
                  <a:lnTo>
                    <a:pt x="226" y="0"/>
                  </a:lnTo>
                  <a:lnTo>
                    <a:pt x="34" y="5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7" name="Freeform 257"/>
            <p:cNvSpPr>
              <a:spLocks/>
            </p:cNvSpPr>
            <p:nvPr/>
          </p:nvSpPr>
          <p:spPr bwMode="auto">
            <a:xfrm>
              <a:off x="2730" y="2615"/>
              <a:ext cx="40" cy="18"/>
            </a:xfrm>
            <a:custGeom>
              <a:avLst/>
              <a:gdLst>
                <a:gd name="T0" fmla="*/ 0 w 319"/>
                <a:gd name="T1" fmla="*/ 0 h 145"/>
                <a:gd name="T2" fmla="*/ 0 w 319"/>
                <a:gd name="T3" fmla="*/ 0 h 145"/>
                <a:gd name="T4" fmla="*/ 0 w 319"/>
                <a:gd name="T5" fmla="*/ 0 h 145"/>
                <a:gd name="T6" fmla="*/ 0 w 319"/>
                <a:gd name="T7" fmla="*/ 0 h 145"/>
                <a:gd name="T8" fmla="*/ 0 w 319"/>
                <a:gd name="T9" fmla="*/ 0 h 145"/>
                <a:gd name="T10" fmla="*/ 0 w 319"/>
                <a:gd name="T11" fmla="*/ 0 h 145"/>
                <a:gd name="T12" fmla="*/ 0 w 319"/>
                <a:gd name="T13" fmla="*/ 0 h 145"/>
                <a:gd name="T14" fmla="*/ 0 w 319"/>
                <a:gd name="T15" fmla="*/ 0 h 145"/>
                <a:gd name="T16" fmla="*/ 0 w 319"/>
                <a:gd name="T17" fmla="*/ 0 h 1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9"/>
                <a:gd name="T28" fmla="*/ 0 h 145"/>
                <a:gd name="T29" fmla="*/ 319 w 319"/>
                <a:gd name="T30" fmla="*/ 145 h 1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9" h="145">
                  <a:moveTo>
                    <a:pt x="0" y="111"/>
                  </a:moveTo>
                  <a:lnTo>
                    <a:pt x="13" y="40"/>
                  </a:lnTo>
                  <a:lnTo>
                    <a:pt x="109" y="0"/>
                  </a:lnTo>
                  <a:lnTo>
                    <a:pt x="209" y="0"/>
                  </a:lnTo>
                  <a:lnTo>
                    <a:pt x="294" y="33"/>
                  </a:lnTo>
                  <a:lnTo>
                    <a:pt x="319" y="99"/>
                  </a:lnTo>
                  <a:lnTo>
                    <a:pt x="308" y="134"/>
                  </a:lnTo>
                  <a:lnTo>
                    <a:pt x="282" y="145"/>
                  </a:lnTo>
                  <a:lnTo>
                    <a:pt x="0" y="11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8" name="Freeform 258"/>
            <p:cNvSpPr>
              <a:spLocks/>
            </p:cNvSpPr>
            <p:nvPr/>
          </p:nvSpPr>
          <p:spPr bwMode="auto">
            <a:xfrm>
              <a:off x="2573" y="2348"/>
              <a:ext cx="221" cy="149"/>
            </a:xfrm>
            <a:custGeom>
              <a:avLst/>
              <a:gdLst>
                <a:gd name="T0" fmla="*/ 0 w 1763"/>
                <a:gd name="T1" fmla="*/ 0 h 1187"/>
                <a:gd name="T2" fmla="*/ 0 w 1763"/>
                <a:gd name="T3" fmla="*/ 0 h 1187"/>
                <a:gd name="T4" fmla="*/ 0 w 1763"/>
                <a:gd name="T5" fmla="*/ 0 h 1187"/>
                <a:gd name="T6" fmla="*/ 0 w 1763"/>
                <a:gd name="T7" fmla="*/ 0 h 1187"/>
                <a:gd name="T8" fmla="*/ 0 w 1763"/>
                <a:gd name="T9" fmla="*/ 0 h 1187"/>
                <a:gd name="T10" fmla="*/ 0 w 1763"/>
                <a:gd name="T11" fmla="*/ 0 h 1187"/>
                <a:gd name="T12" fmla="*/ 0 w 1763"/>
                <a:gd name="T13" fmla="*/ 0 h 1187"/>
                <a:gd name="T14" fmla="*/ 0 w 1763"/>
                <a:gd name="T15" fmla="*/ 0 h 1187"/>
                <a:gd name="T16" fmla="*/ 0 w 1763"/>
                <a:gd name="T17" fmla="*/ 0 h 1187"/>
                <a:gd name="T18" fmla="*/ 0 w 1763"/>
                <a:gd name="T19" fmla="*/ 0 h 1187"/>
                <a:gd name="T20" fmla="*/ 0 w 1763"/>
                <a:gd name="T21" fmla="*/ 0 h 1187"/>
                <a:gd name="T22" fmla="*/ 0 w 1763"/>
                <a:gd name="T23" fmla="*/ 0 h 1187"/>
                <a:gd name="T24" fmla="*/ 0 w 1763"/>
                <a:gd name="T25" fmla="*/ 0 h 1187"/>
                <a:gd name="T26" fmla="*/ 0 w 1763"/>
                <a:gd name="T27" fmla="*/ 0 h 1187"/>
                <a:gd name="T28" fmla="*/ 0 w 1763"/>
                <a:gd name="T29" fmla="*/ 0 h 1187"/>
                <a:gd name="T30" fmla="*/ 0 w 1763"/>
                <a:gd name="T31" fmla="*/ 0 h 1187"/>
                <a:gd name="T32" fmla="*/ 0 w 1763"/>
                <a:gd name="T33" fmla="*/ 0 h 1187"/>
                <a:gd name="T34" fmla="*/ 0 w 1763"/>
                <a:gd name="T35" fmla="*/ 0 h 1187"/>
                <a:gd name="T36" fmla="*/ 0 w 1763"/>
                <a:gd name="T37" fmla="*/ 0 h 11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63"/>
                <a:gd name="T58" fmla="*/ 0 h 1187"/>
                <a:gd name="T59" fmla="*/ 1763 w 1763"/>
                <a:gd name="T60" fmla="*/ 1187 h 118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63" h="1187">
                  <a:moveTo>
                    <a:pt x="0" y="653"/>
                  </a:moveTo>
                  <a:lnTo>
                    <a:pt x="115" y="226"/>
                  </a:lnTo>
                  <a:lnTo>
                    <a:pt x="569" y="0"/>
                  </a:lnTo>
                  <a:lnTo>
                    <a:pt x="827" y="131"/>
                  </a:lnTo>
                  <a:lnTo>
                    <a:pt x="1193" y="157"/>
                  </a:lnTo>
                  <a:lnTo>
                    <a:pt x="1268" y="226"/>
                  </a:lnTo>
                  <a:lnTo>
                    <a:pt x="1290" y="291"/>
                  </a:lnTo>
                  <a:lnTo>
                    <a:pt x="1464" y="376"/>
                  </a:lnTo>
                  <a:lnTo>
                    <a:pt x="1572" y="458"/>
                  </a:lnTo>
                  <a:lnTo>
                    <a:pt x="1624" y="466"/>
                  </a:lnTo>
                  <a:lnTo>
                    <a:pt x="1763" y="553"/>
                  </a:lnTo>
                  <a:lnTo>
                    <a:pt x="1756" y="629"/>
                  </a:lnTo>
                  <a:lnTo>
                    <a:pt x="1585" y="783"/>
                  </a:lnTo>
                  <a:lnTo>
                    <a:pt x="1597" y="911"/>
                  </a:lnTo>
                  <a:lnTo>
                    <a:pt x="1657" y="917"/>
                  </a:lnTo>
                  <a:lnTo>
                    <a:pt x="1659" y="1035"/>
                  </a:lnTo>
                  <a:lnTo>
                    <a:pt x="1488" y="1176"/>
                  </a:lnTo>
                  <a:lnTo>
                    <a:pt x="1027" y="1187"/>
                  </a:lnTo>
                  <a:lnTo>
                    <a:pt x="0" y="653"/>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9" name="Freeform 259"/>
            <p:cNvSpPr>
              <a:spLocks/>
            </p:cNvSpPr>
            <p:nvPr/>
          </p:nvSpPr>
          <p:spPr bwMode="auto">
            <a:xfrm>
              <a:off x="2510" y="2417"/>
              <a:ext cx="169" cy="122"/>
            </a:xfrm>
            <a:custGeom>
              <a:avLst/>
              <a:gdLst>
                <a:gd name="T0" fmla="*/ 0 w 1351"/>
                <a:gd name="T1" fmla="*/ 0 h 980"/>
                <a:gd name="T2" fmla="*/ 0 w 1351"/>
                <a:gd name="T3" fmla="*/ 0 h 980"/>
                <a:gd name="T4" fmla="*/ 0 w 1351"/>
                <a:gd name="T5" fmla="*/ 0 h 980"/>
                <a:gd name="T6" fmla="*/ 0 w 1351"/>
                <a:gd name="T7" fmla="*/ 0 h 980"/>
                <a:gd name="T8" fmla="*/ 0 w 1351"/>
                <a:gd name="T9" fmla="*/ 0 h 980"/>
                <a:gd name="T10" fmla="*/ 0 w 1351"/>
                <a:gd name="T11" fmla="*/ 0 h 980"/>
                <a:gd name="T12" fmla="*/ 0 w 1351"/>
                <a:gd name="T13" fmla="*/ 0 h 980"/>
                <a:gd name="T14" fmla="*/ 0 w 1351"/>
                <a:gd name="T15" fmla="*/ 0 h 980"/>
                <a:gd name="T16" fmla="*/ 0 w 1351"/>
                <a:gd name="T17" fmla="*/ 0 h 980"/>
                <a:gd name="T18" fmla="*/ 0 w 1351"/>
                <a:gd name="T19" fmla="*/ 0 h 980"/>
                <a:gd name="T20" fmla="*/ 0 w 1351"/>
                <a:gd name="T21" fmla="*/ 0 h 980"/>
                <a:gd name="T22" fmla="*/ 0 w 1351"/>
                <a:gd name="T23" fmla="*/ 0 h 980"/>
                <a:gd name="T24" fmla="*/ 0 w 1351"/>
                <a:gd name="T25" fmla="*/ 0 h 980"/>
                <a:gd name="T26" fmla="*/ 0 w 1351"/>
                <a:gd name="T27" fmla="*/ 0 h 980"/>
                <a:gd name="T28" fmla="*/ 0 w 1351"/>
                <a:gd name="T29" fmla="*/ 0 h 980"/>
                <a:gd name="T30" fmla="*/ 0 w 1351"/>
                <a:gd name="T31" fmla="*/ 0 h 980"/>
                <a:gd name="T32" fmla="*/ 0 w 1351"/>
                <a:gd name="T33" fmla="*/ 0 h 980"/>
                <a:gd name="T34" fmla="*/ 0 w 1351"/>
                <a:gd name="T35" fmla="*/ 0 h 980"/>
                <a:gd name="T36" fmla="*/ 0 w 1351"/>
                <a:gd name="T37" fmla="*/ 0 h 980"/>
                <a:gd name="T38" fmla="*/ 0 w 1351"/>
                <a:gd name="T39" fmla="*/ 0 h 980"/>
                <a:gd name="T40" fmla="*/ 0 w 1351"/>
                <a:gd name="T41" fmla="*/ 0 h 980"/>
                <a:gd name="T42" fmla="*/ 0 w 1351"/>
                <a:gd name="T43" fmla="*/ 0 h 980"/>
                <a:gd name="T44" fmla="*/ 0 w 1351"/>
                <a:gd name="T45" fmla="*/ 0 h 9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51"/>
                <a:gd name="T70" fmla="*/ 0 h 980"/>
                <a:gd name="T71" fmla="*/ 1351 w 1351"/>
                <a:gd name="T72" fmla="*/ 980 h 9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51" h="980">
                  <a:moveTo>
                    <a:pt x="0" y="393"/>
                  </a:moveTo>
                  <a:lnTo>
                    <a:pt x="4" y="296"/>
                  </a:lnTo>
                  <a:lnTo>
                    <a:pt x="16" y="176"/>
                  </a:lnTo>
                  <a:lnTo>
                    <a:pt x="66" y="17"/>
                  </a:lnTo>
                  <a:lnTo>
                    <a:pt x="389" y="5"/>
                  </a:lnTo>
                  <a:lnTo>
                    <a:pt x="514" y="0"/>
                  </a:lnTo>
                  <a:lnTo>
                    <a:pt x="837" y="31"/>
                  </a:lnTo>
                  <a:lnTo>
                    <a:pt x="998" y="81"/>
                  </a:lnTo>
                  <a:lnTo>
                    <a:pt x="1095" y="145"/>
                  </a:lnTo>
                  <a:lnTo>
                    <a:pt x="1249" y="259"/>
                  </a:lnTo>
                  <a:lnTo>
                    <a:pt x="1330" y="409"/>
                  </a:lnTo>
                  <a:lnTo>
                    <a:pt x="1351" y="563"/>
                  </a:lnTo>
                  <a:lnTo>
                    <a:pt x="1351" y="708"/>
                  </a:lnTo>
                  <a:lnTo>
                    <a:pt x="1330" y="846"/>
                  </a:lnTo>
                  <a:lnTo>
                    <a:pt x="1270" y="980"/>
                  </a:lnTo>
                  <a:lnTo>
                    <a:pt x="1240" y="773"/>
                  </a:lnTo>
                  <a:lnTo>
                    <a:pt x="1185" y="628"/>
                  </a:lnTo>
                  <a:lnTo>
                    <a:pt x="1072" y="487"/>
                  </a:lnTo>
                  <a:lnTo>
                    <a:pt x="945" y="369"/>
                  </a:lnTo>
                  <a:lnTo>
                    <a:pt x="756" y="316"/>
                  </a:lnTo>
                  <a:lnTo>
                    <a:pt x="589" y="294"/>
                  </a:lnTo>
                  <a:lnTo>
                    <a:pt x="362" y="296"/>
                  </a:lnTo>
                  <a:lnTo>
                    <a:pt x="0" y="39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0" name="Freeform 260"/>
            <p:cNvSpPr>
              <a:spLocks/>
            </p:cNvSpPr>
            <p:nvPr/>
          </p:nvSpPr>
          <p:spPr bwMode="auto">
            <a:xfrm>
              <a:off x="3201" y="1418"/>
              <a:ext cx="489" cy="404"/>
            </a:xfrm>
            <a:custGeom>
              <a:avLst/>
              <a:gdLst>
                <a:gd name="T0" fmla="*/ 0 w 3911"/>
                <a:gd name="T1" fmla="*/ 0 h 3232"/>
                <a:gd name="T2" fmla="*/ 0 w 3911"/>
                <a:gd name="T3" fmla="*/ 0 h 3232"/>
                <a:gd name="T4" fmla="*/ 0 w 3911"/>
                <a:gd name="T5" fmla="*/ 0 h 3232"/>
                <a:gd name="T6" fmla="*/ 0 w 3911"/>
                <a:gd name="T7" fmla="*/ 0 h 3232"/>
                <a:gd name="T8" fmla="*/ 0 w 3911"/>
                <a:gd name="T9" fmla="*/ 0 h 3232"/>
                <a:gd name="T10" fmla="*/ 0 w 3911"/>
                <a:gd name="T11" fmla="*/ 0 h 3232"/>
                <a:gd name="T12" fmla="*/ 0 w 3911"/>
                <a:gd name="T13" fmla="*/ 0 h 3232"/>
                <a:gd name="T14" fmla="*/ 0 w 3911"/>
                <a:gd name="T15" fmla="*/ 0 h 3232"/>
                <a:gd name="T16" fmla="*/ 0 w 3911"/>
                <a:gd name="T17" fmla="*/ 0 h 3232"/>
                <a:gd name="T18" fmla="*/ 0 w 3911"/>
                <a:gd name="T19" fmla="*/ 0 h 3232"/>
                <a:gd name="T20" fmla="*/ 0 w 3911"/>
                <a:gd name="T21" fmla="*/ 0 h 3232"/>
                <a:gd name="T22" fmla="*/ 0 w 3911"/>
                <a:gd name="T23" fmla="*/ 0 h 3232"/>
                <a:gd name="T24" fmla="*/ 0 w 3911"/>
                <a:gd name="T25" fmla="*/ 0 h 3232"/>
                <a:gd name="T26" fmla="*/ 0 w 3911"/>
                <a:gd name="T27" fmla="*/ 0 h 3232"/>
                <a:gd name="T28" fmla="*/ 0 w 3911"/>
                <a:gd name="T29" fmla="*/ 0 h 3232"/>
                <a:gd name="T30" fmla="*/ 0 w 3911"/>
                <a:gd name="T31" fmla="*/ 0 h 3232"/>
                <a:gd name="T32" fmla="*/ 0 w 3911"/>
                <a:gd name="T33" fmla="*/ 0 h 3232"/>
                <a:gd name="T34" fmla="*/ 0 w 3911"/>
                <a:gd name="T35" fmla="*/ 0 h 3232"/>
                <a:gd name="T36" fmla="*/ 0 w 3911"/>
                <a:gd name="T37" fmla="*/ 0 h 3232"/>
                <a:gd name="T38" fmla="*/ 0 w 3911"/>
                <a:gd name="T39" fmla="*/ 0 h 3232"/>
                <a:gd name="T40" fmla="*/ 0 w 3911"/>
                <a:gd name="T41" fmla="*/ 0 h 3232"/>
                <a:gd name="T42" fmla="*/ 0 w 3911"/>
                <a:gd name="T43" fmla="*/ 0 h 3232"/>
                <a:gd name="T44" fmla="*/ 0 w 3911"/>
                <a:gd name="T45" fmla="*/ 0 h 3232"/>
                <a:gd name="T46" fmla="*/ 0 w 3911"/>
                <a:gd name="T47" fmla="*/ 0 h 3232"/>
                <a:gd name="T48" fmla="*/ 0 w 3911"/>
                <a:gd name="T49" fmla="*/ 0 h 3232"/>
                <a:gd name="T50" fmla="*/ 0 w 3911"/>
                <a:gd name="T51" fmla="*/ 0 h 3232"/>
                <a:gd name="T52" fmla="*/ 0 w 3911"/>
                <a:gd name="T53" fmla="*/ 0 h 3232"/>
                <a:gd name="T54" fmla="*/ 0 w 3911"/>
                <a:gd name="T55" fmla="*/ 0 h 3232"/>
                <a:gd name="T56" fmla="*/ 0 w 3911"/>
                <a:gd name="T57" fmla="*/ 0 h 3232"/>
                <a:gd name="T58" fmla="*/ 0 w 3911"/>
                <a:gd name="T59" fmla="*/ 0 h 3232"/>
                <a:gd name="T60" fmla="*/ 0 w 3911"/>
                <a:gd name="T61" fmla="*/ 0 h 3232"/>
                <a:gd name="T62" fmla="*/ 0 w 3911"/>
                <a:gd name="T63" fmla="*/ 0 h 3232"/>
                <a:gd name="T64" fmla="*/ 0 w 3911"/>
                <a:gd name="T65" fmla="*/ 0 h 3232"/>
                <a:gd name="T66" fmla="*/ 0 w 3911"/>
                <a:gd name="T67" fmla="*/ 0 h 3232"/>
                <a:gd name="T68" fmla="*/ 0 w 3911"/>
                <a:gd name="T69" fmla="*/ 0 h 3232"/>
                <a:gd name="T70" fmla="*/ 0 w 3911"/>
                <a:gd name="T71" fmla="*/ 0 h 323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911"/>
                <a:gd name="T109" fmla="*/ 0 h 3232"/>
                <a:gd name="T110" fmla="*/ 3911 w 3911"/>
                <a:gd name="T111" fmla="*/ 3232 h 323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911" h="3232">
                  <a:moveTo>
                    <a:pt x="426" y="1795"/>
                  </a:moveTo>
                  <a:lnTo>
                    <a:pt x="180" y="1718"/>
                  </a:lnTo>
                  <a:lnTo>
                    <a:pt x="37" y="1609"/>
                  </a:lnTo>
                  <a:lnTo>
                    <a:pt x="0" y="1478"/>
                  </a:lnTo>
                  <a:lnTo>
                    <a:pt x="26" y="1333"/>
                  </a:lnTo>
                  <a:lnTo>
                    <a:pt x="37" y="1160"/>
                  </a:lnTo>
                  <a:lnTo>
                    <a:pt x="120" y="995"/>
                  </a:lnTo>
                  <a:lnTo>
                    <a:pt x="237" y="905"/>
                  </a:lnTo>
                  <a:lnTo>
                    <a:pt x="346" y="850"/>
                  </a:lnTo>
                  <a:lnTo>
                    <a:pt x="386" y="749"/>
                  </a:lnTo>
                  <a:lnTo>
                    <a:pt x="459" y="689"/>
                  </a:lnTo>
                  <a:lnTo>
                    <a:pt x="614" y="659"/>
                  </a:lnTo>
                  <a:lnTo>
                    <a:pt x="777" y="433"/>
                  </a:lnTo>
                  <a:lnTo>
                    <a:pt x="1035" y="292"/>
                  </a:lnTo>
                  <a:lnTo>
                    <a:pt x="1300" y="268"/>
                  </a:lnTo>
                  <a:lnTo>
                    <a:pt x="1515" y="90"/>
                  </a:lnTo>
                  <a:lnTo>
                    <a:pt x="1707" y="57"/>
                  </a:lnTo>
                  <a:lnTo>
                    <a:pt x="1914" y="65"/>
                  </a:lnTo>
                  <a:lnTo>
                    <a:pt x="2221" y="0"/>
                  </a:lnTo>
                  <a:lnTo>
                    <a:pt x="2474" y="39"/>
                  </a:lnTo>
                  <a:lnTo>
                    <a:pt x="2624" y="79"/>
                  </a:lnTo>
                  <a:lnTo>
                    <a:pt x="2795" y="90"/>
                  </a:lnTo>
                  <a:lnTo>
                    <a:pt x="2933" y="178"/>
                  </a:lnTo>
                  <a:lnTo>
                    <a:pt x="3048" y="281"/>
                  </a:lnTo>
                  <a:lnTo>
                    <a:pt x="3254" y="332"/>
                  </a:lnTo>
                  <a:lnTo>
                    <a:pt x="3440" y="468"/>
                  </a:lnTo>
                  <a:lnTo>
                    <a:pt x="3659" y="714"/>
                  </a:lnTo>
                  <a:lnTo>
                    <a:pt x="3788" y="943"/>
                  </a:lnTo>
                  <a:lnTo>
                    <a:pt x="3880" y="1259"/>
                  </a:lnTo>
                  <a:lnTo>
                    <a:pt x="3911" y="1609"/>
                  </a:lnTo>
                  <a:lnTo>
                    <a:pt x="3850" y="1936"/>
                  </a:lnTo>
                  <a:lnTo>
                    <a:pt x="3647" y="2254"/>
                  </a:lnTo>
                  <a:lnTo>
                    <a:pt x="3331" y="2704"/>
                  </a:lnTo>
                  <a:lnTo>
                    <a:pt x="2819" y="3232"/>
                  </a:lnTo>
                  <a:lnTo>
                    <a:pt x="1349" y="2428"/>
                  </a:lnTo>
                  <a:lnTo>
                    <a:pt x="426" y="1795"/>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1" name="Freeform 261"/>
            <p:cNvSpPr>
              <a:spLocks/>
            </p:cNvSpPr>
            <p:nvPr/>
          </p:nvSpPr>
          <p:spPr bwMode="auto">
            <a:xfrm>
              <a:off x="3230" y="1619"/>
              <a:ext cx="314" cy="355"/>
            </a:xfrm>
            <a:custGeom>
              <a:avLst/>
              <a:gdLst>
                <a:gd name="T0" fmla="*/ 0 w 2514"/>
                <a:gd name="T1" fmla="*/ 0 h 2843"/>
                <a:gd name="T2" fmla="*/ 0 w 2514"/>
                <a:gd name="T3" fmla="*/ 0 h 2843"/>
                <a:gd name="T4" fmla="*/ 0 w 2514"/>
                <a:gd name="T5" fmla="*/ 0 h 2843"/>
                <a:gd name="T6" fmla="*/ 0 w 2514"/>
                <a:gd name="T7" fmla="*/ 0 h 2843"/>
                <a:gd name="T8" fmla="*/ 0 w 2514"/>
                <a:gd name="T9" fmla="*/ 0 h 2843"/>
                <a:gd name="T10" fmla="*/ 0 w 2514"/>
                <a:gd name="T11" fmla="*/ 0 h 2843"/>
                <a:gd name="T12" fmla="*/ 0 w 2514"/>
                <a:gd name="T13" fmla="*/ 0 h 2843"/>
                <a:gd name="T14" fmla="*/ 0 w 2514"/>
                <a:gd name="T15" fmla="*/ 0 h 2843"/>
                <a:gd name="T16" fmla="*/ 0 w 2514"/>
                <a:gd name="T17" fmla="*/ 0 h 2843"/>
                <a:gd name="T18" fmla="*/ 0 w 2514"/>
                <a:gd name="T19" fmla="*/ 0 h 2843"/>
                <a:gd name="T20" fmla="*/ 0 w 2514"/>
                <a:gd name="T21" fmla="*/ 0 h 2843"/>
                <a:gd name="T22" fmla="*/ 0 w 2514"/>
                <a:gd name="T23" fmla="*/ 0 h 2843"/>
                <a:gd name="T24" fmla="*/ 0 w 2514"/>
                <a:gd name="T25" fmla="*/ 0 h 2843"/>
                <a:gd name="T26" fmla="*/ 0 w 2514"/>
                <a:gd name="T27" fmla="*/ 0 h 2843"/>
                <a:gd name="T28" fmla="*/ 0 w 2514"/>
                <a:gd name="T29" fmla="*/ 0 h 2843"/>
                <a:gd name="T30" fmla="*/ 0 w 2514"/>
                <a:gd name="T31" fmla="*/ 0 h 2843"/>
                <a:gd name="T32" fmla="*/ 0 w 2514"/>
                <a:gd name="T33" fmla="*/ 0 h 2843"/>
                <a:gd name="T34" fmla="*/ 0 w 2514"/>
                <a:gd name="T35" fmla="*/ 0 h 2843"/>
                <a:gd name="T36" fmla="*/ 0 w 2514"/>
                <a:gd name="T37" fmla="*/ 0 h 2843"/>
                <a:gd name="T38" fmla="*/ 0 w 2514"/>
                <a:gd name="T39" fmla="*/ 0 h 2843"/>
                <a:gd name="T40" fmla="*/ 0 w 2514"/>
                <a:gd name="T41" fmla="*/ 0 h 2843"/>
                <a:gd name="T42" fmla="*/ 0 w 2514"/>
                <a:gd name="T43" fmla="*/ 0 h 2843"/>
                <a:gd name="T44" fmla="*/ 0 w 2514"/>
                <a:gd name="T45" fmla="*/ 0 h 2843"/>
                <a:gd name="T46" fmla="*/ 0 w 2514"/>
                <a:gd name="T47" fmla="*/ 0 h 2843"/>
                <a:gd name="T48" fmla="*/ 0 w 2514"/>
                <a:gd name="T49" fmla="*/ 0 h 2843"/>
                <a:gd name="T50" fmla="*/ 0 w 2514"/>
                <a:gd name="T51" fmla="*/ 0 h 2843"/>
                <a:gd name="T52" fmla="*/ 0 w 2514"/>
                <a:gd name="T53" fmla="*/ 0 h 2843"/>
                <a:gd name="T54" fmla="*/ 0 w 2514"/>
                <a:gd name="T55" fmla="*/ 0 h 2843"/>
                <a:gd name="T56" fmla="*/ 0 w 2514"/>
                <a:gd name="T57" fmla="*/ 0 h 2843"/>
                <a:gd name="T58" fmla="*/ 0 w 2514"/>
                <a:gd name="T59" fmla="*/ 0 h 2843"/>
                <a:gd name="T60" fmla="*/ 0 w 2514"/>
                <a:gd name="T61" fmla="*/ 0 h 2843"/>
                <a:gd name="T62" fmla="*/ 0 w 2514"/>
                <a:gd name="T63" fmla="*/ 0 h 2843"/>
                <a:gd name="T64" fmla="*/ 0 w 2514"/>
                <a:gd name="T65" fmla="*/ 0 h 2843"/>
                <a:gd name="T66" fmla="*/ 0 w 2514"/>
                <a:gd name="T67" fmla="*/ 0 h 2843"/>
                <a:gd name="T68" fmla="*/ 0 w 2514"/>
                <a:gd name="T69" fmla="*/ 0 h 2843"/>
                <a:gd name="T70" fmla="*/ 0 w 2514"/>
                <a:gd name="T71" fmla="*/ 0 h 2843"/>
                <a:gd name="T72" fmla="*/ 0 w 2514"/>
                <a:gd name="T73" fmla="*/ 0 h 2843"/>
                <a:gd name="T74" fmla="*/ 0 w 2514"/>
                <a:gd name="T75" fmla="*/ 0 h 2843"/>
                <a:gd name="T76" fmla="*/ 0 w 2514"/>
                <a:gd name="T77" fmla="*/ 0 h 284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514"/>
                <a:gd name="T118" fmla="*/ 0 h 2843"/>
                <a:gd name="T119" fmla="*/ 2514 w 2514"/>
                <a:gd name="T120" fmla="*/ 2843 h 284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514" h="2843">
                  <a:moveTo>
                    <a:pt x="1734" y="570"/>
                  </a:moveTo>
                  <a:lnTo>
                    <a:pt x="1644" y="621"/>
                  </a:lnTo>
                  <a:lnTo>
                    <a:pt x="1556" y="744"/>
                  </a:lnTo>
                  <a:lnTo>
                    <a:pt x="1262" y="645"/>
                  </a:lnTo>
                  <a:lnTo>
                    <a:pt x="840" y="232"/>
                  </a:lnTo>
                  <a:lnTo>
                    <a:pt x="524" y="146"/>
                  </a:lnTo>
                  <a:lnTo>
                    <a:pt x="409" y="0"/>
                  </a:lnTo>
                  <a:lnTo>
                    <a:pt x="330" y="41"/>
                  </a:lnTo>
                  <a:lnTo>
                    <a:pt x="242" y="159"/>
                  </a:lnTo>
                  <a:lnTo>
                    <a:pt x="156" y="645"/>
                  </a:lnTo>
                  <a:lnTo>
                    <a:pt x="178" y="744"/>
                  </a:lnTo>
                  <a:lnTo>
                    <a:pt x="242" y="854"/>
                  </a:lnTo>
                  <a:lnTo>
                    <a:pt x="264" y="984"/>
                  </a:lnTo>
                  <a:lnTo>
                    <a:pt x="264" y="1125"/>
                  </a:lnTo>
                  <a:lnTo>
                    <a:pt x="229" y="1252"/>
                  </a:lnTo>
                  <a:lnTo>
                    <a:pt x="0" y="1713"/>
                  </a:lnTo>
                  <a:lnTo>
                    <a:pt x="24" y="1790"/>
                  </a:lnTo>
                  <a:lnTo>
                    <a:pt x="303" y="1773"/>
                  </a:lnTo>
                  <a:lnTo>
                    <a:pt x="384" y="1979"/>
                  </a:lnTo>
                  <a:lnTo>
                    <a:pt x="460" y="2003"/>
                  </a:lnTo>
                  <a:lnTo>
                    <a:pt x="547" y="2170"/>
                  </a:lnTo>
                  <a:lnTo>
                    <a:pt x="483" y="2267"/>
                  </a:lnTo>
                  <a:lnTo>
                    <a:pt x="483" y="2298"/>
                  </a:lnTo>
                  <a:lnTo>
                    <a:pt x="596" y="2419"/>
                  </a:lnTo>
                  <a:lnTo>
                    <a:pt x="596" y="2504"/>
                  </a:lnTo>
                  <a:lnTo>
                    <a:pt x="561" y="2579"/>
                  </a:lnTo>
                  <a:lnTo>
                    <a:pt x="572" y="2698"/>
                  </a:lnTo>
                  <a:lnTo>
                    <a:pt x="622" y="2735"/>
                  </a:lnTo>
                  <a:lnTo>
                    <a:pt x="723" y="2764"/>
                  </a:lnTo>
                  <a:lnTo>
                    <a:pt x="1402" y="2698"/>
                  </a:lnTo>
                  <a:lnTo>
                    <a:pt x="1684" y="2843"/>
                  </a:lnTo>
                  <a:lnTo>
                    <a:pt x="1824" y="2612"/>
                  </a:lnTo>
                  <a:lnTo>
                    <a:pt x="1963" y="2483"/>
                  </a:lnTo>
                  <a:lnTo>
                    <a:pt x="2209" y="2232"/>
                  </a:lnTo>
                  <a:lnTo>
                    <a:pt x="2514" y="1979"/>
                  </a:lnTo>
                  <a:lnTo>
                    <a:pt x="2260" y="1162"/>
                  </a:lnTo>
                  <a:lnTo>
                    <a:pt x="2165" y="667"/>
                  </a:lnTo>
                  <a:lnTo>
                    <a:pt x="1951" y="524"/>
                  </a:lnTo>
                  <a:lnTo>
                    <a:pt x="1734" y="57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2" name="Freeform 262"/>
            <p:cNvSpPr>
              <a:spLocks/>
            </p:cNvSpPr>
            <p:nvPr/>
          </p:nvSpPr>
          <p:spPr bwMode="auto">
            <a:xfrm>
              <a:off x="3418" y="1793"/>
              <a:ext cx="41" cy="41"/>
            </a:xfrm>
            <a:custGeom>
              <a:avLst/>
              <a:gdLst>
                <a:gd name="T0" fmla="*/ 0 w 334"/>
                <a:gd name="T1" fmla="*/ 0 h 330"/>
                <a:gd name="T2" fmla="*/ 0 w 334"/>
                <a:gd name="T3" fmla="*/ 0 h 330"/>
                <a:gd name="T4" fmla="*/ 0 w 334"/>
                <a:gd name="T5" fmla="*/ 0 h 330"/>
                <a:gd name="T6" fmla="*/ 0 w 334"/>
                <a:gd name="T7" fmla="*/ 0 h 330"/>
                <a:gd name="T8" fmla="*/ 0 w 334"/>
                <a:gd name="T9" fmla="*/ 0 h 330"/>
                <a:gd name="T10" fmla="*/ 0 w 334"/>
                <a:gd name="T11" fmla="*/ 0 h 330"/>
                <a:gd name="T12" fmla="*/ 0 w 334"/>
                <a:gd name="T13" fmla="*/ 0 h 330"/>
                <a:gd name="T14" fmla="*/ 0 w 334"/>
                <a:gd name="T15" fmla="*/ 0 h 330"/>
                <a:gd name="T16" fmla="*/ 0 w 334"/>
                <a:gd name="T17" fmla="*/ 0 h 330"/>
                <a:gd name="T18" fmla="*/ 0 w 334"/>
                <a:gd name="T19" fmla="*/ 0 h 330"/>
                <a:gd name="T20" fmla="*/ 0 w 334"/>
                <a:gd name="T21" fmla="*/ 0 h 330"/>
                <a:gd name="T22" fmla="*/ 0 w 334"/>
                <a:gd name="T23" fmla="*/ 0 h 3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4"/>
                <a:gd name="T37" fmla="*/ 0 h 330"/>
                <a:gd name="T38" fmla="*/ 334 w 334"/>
                <a:gd name="T39" fmla="*/ 330 h 3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4" h="330">
                  <a:moveTo>
                    <a:pt x="230" y="0"/>
                  </a:moveTo>
                  <a:lnTo>
                    <a:pt x="155" y="20"/>
                  </a:lnTo>
                  <a:lnTo>
                    <a:pt x="65" y="47"/>
                  </a:lnTo>
                  <a:lnTo>
                    <a:pt x="0" y="130"/>
                  </a:lnTo>
                  <a:lnTo>
                    <a:pt x="0" y="231"/>
                  </a:lnTo>
                  <a:lnTo>
                    <a:pt x="52" y="321"/>
                  </a:lnTo>
                  <a:lnTo>
                    <a:pt x="155" y="330"/>
                  </a:lnTo>
                  <a:lnTo>
                    <a:pt x="281" y="291"/>
                  </a:lnTo>
                  <a:lnTo>
                    <a:pt x="334" y="215"/>
                  </a:lnTo>
                  <a:lnTo>
                    <a:pt x="334" y="104"/>
                  </a:lnTo>
                  <a:lnTo>
                    <a:pt x="291" y="47"/>
                  </a:lnTo>
                  <a:lnTo>
                    <a:pt x="230"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3" name="Freeform 263"/>
            <p:cNvSpPr>
              <a:spLocks/>
            </p:cNvSpPr>
            <p:nvPr/>
          </p:nvSpPr>
          <p:spPr bwMode="auto">
            <a:xfrm>
              <a:off x="3290" y="1874"/>
              <a:ext cx="22" cy="28"/>
            </a:xfrm>
            <a:custGeom>
              <a:avLst/>
              <a:gdLst>
                <a:gd name="T0" fmla="*/ 0 w 179"/>
                <a:gd name="T1" fmla="*/ 0 h 227"/>
                <a:gd name="T2" fmla="*/ 0 w 179"/>
                <a:gd name="T3" fmla="*/ 0 h 227"/>
                <a:gd name="T4" fmla="*/ 0 w 179"/>
                <a:gd name="T5" fmla="*/ 0 h 227"/>
                <a:gd name="T6" fmla="*/ 0 w 179"/>
                <a:gd name="T7" fmla="*/ 0 h 227"/>
                <a:gd name="T8" fmla="*/ 0 w 179"/>
                <a:gd name="T9" fmla="*/ 0 h 227"/>
                <a:gd name="T10" fmla="*/ 0 w 179"/>
                <a:gd name="T11" fmla="*/ 0 h 227"/>
                <a:gd name="T12" fmla="*/ 0 60000 65536"/>
                <a:gd name="T13" fmla="*/ 0 60000 65536"/>
                <a:gd name="T14" fmla="*/ 0 60000 65536"/>
                <a:gd name="T15" fmla="*/ 0 60000 65536"/>
                <a:gd name="T16" fmla="*/ 0 60000 65536"/>
                <a:gd name="T17" fmla="*/ 0 60000 65536"/>
                <a:gd name="T18" fmla="*/ 0 w 179"/>
                <a:gd name="T19" fmla="*/ 0 h 227"/>
                <a:gd name="T20" fmla="*/ 179 w 179"/>
                <a:gd name="T21" fmla="*/ 227 h 227"/>
              </a:gdLst>
              <a:ahLst/>
              <a:cxnLst>
                <a:cxn ang="T12">
                  <a:pos x="T0" y="T1"/>
                </a:cxn>
                <a:cxn ang="T13">
                  <a:pos x="T2" y="T3"/>
                </a:cxn>
                <a:cxn ang="T14">
                  <a:pos x="T4" y="T5"/>
                </a:cxn>
                <a:cxn ang="T15">
                  <a:pos x="T6" y="T7"/>
                </a:cxn>
                <a:cxn ang="T16">
                  <a:pos x="T8" y="T9"/>
                </a:cxn>
                <a:cxn ang="T17">
                  <a:pos x="T10" y="T11"/>
                </a:cxn>
              </a:cxnLst>
              <a:rect l="T18" t="T19" r="T20" b="T21"/>
              <a:pathLst>
                <a:path w="179" h="227">
                  <a:moveTo>
                    <a:pt x="0" y="137"/>
                  </a:moveTo>
                  <a:lnTo>
                    <a:pt x="0" y="227"/>
                  </a:lnTo>
                  <a:lnTo>
                    <a:pt x="168" y="130"/>
                  </a:lnTo>
                  <a:lnTo>
                    <a:pt x="179" y="0"/>
                  </a:lnTo>
                  <a:lnTo>
                    <a:pt x="51" y="84"/>
                  </a:lnTo>
                  <a:lnTo>
                    <a:pt x="0" y="13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4" name="Freeform 264"/>
            <p:cNvSpPr>
              <a:spLocks/>
            </p:cNvSpPr>
            <p:nvPr/>
          </p:nvSpPr>
          <p:spPr bwMode="auto">
            <a:xfrm>
              <a:off x="3286" y="1864"/>
              <a:ext cx="30" cy="27"/>
            </a:xfrm>
            <a:custGeom>
              <a:avLst/>
              <a:gdLst>
                <a:gd name="T0" fmla="*/ 0 w 242"/>
                <a:gd name="T1" fmla="*/ 0 h 213"/>
                <a:gd name="T2" fmla="*/ 0 w 242"/>
                <a:gd name="T3" fmla="*/ 0 h 213"/>
                <a:gd name="T4" fmla="*/ 0 w 242"/>
                <a:gd name="T5" fmla="*/ 0 h 213"/>
                <a:gd name="T6" fmla="*/ 0 w 242"/>
                <a:gd name="T7" fmla="*/ 0 h 213"/>
                <a:gd name="T8" fmla="*/ 0 w 242"/>
                <a:gd name="T9" fmla="*/ 0 h 213"/>
                <a:gd name="T10" fmla="*/ 0 w 242"/>
                <a:gd name="T11" fmla="*/ 0 h 213"/>
                <a:gd name="T12" fmla="*/ 0 60000 65536"/>
                <a:gd name="T13" fmla="*/ 0 60000 65536"/>
                <a:gd name="T14" fmla="*/ 0 60000 65536"/>
                <a:gd name="T15" fmla="*/ 0 60000 65536"/>
                <a:gd name="T16" fmla="*/ 0 60000 65536"/>
                <a:gd name="T17" fmla="*/ 0 60000 65536"/>
                <a:gd name="T18" fmla="*/ 0 w 242"/>
                <a:gd name="T19" fmla="*/ 0 h 213"/>
                <a:gd name="T20" fmla="*/ 242 w 242"/>
                <a:gd name="T21" fmla="*/ 213 h 213"/>
              </a:gdLst>
              <a:ahLst/>
              <a:cxnLst>
                <a:cxn ang="T12">
                  <a:pos x="T0" y="T1"/>
                </a:cxn>
                <a:cxn ang="T13">
                  <a:pos x="T2" y="T3"/>
                </a:cxn>
                <a:cxn ang="T14">
                  <a:pos x="T4" y="T5"/>
                </a:cxn>
                <a:cxn ang="T15">
                  <a:pos x="T6" y="T7"/>
                </a:cxn>
                <a:cxn ang="T16">
                  <a:pos x="T8" y="T9"/>
                </a:cxn>
                <a:cxn ang="T17">
                  <a:pos x="T10" y="T11"/>
                </a:cxn>
              </a:cxnLst>
              <a:rect l="T18" t="T19" r="T20" b="T21"/>
              <a:pathLst>
                <a:path w="242" h="213">
                  <a:moveTo>
                    <a:pt x="0" y="51"/>
                  </a:moveTo>
                  <a:lnTo>
                    <a:pt x="64" y="213"/>
                  </a:lnTo>
                  <a:lnTo>
                    <a:pt x="203" y="152"/>
                  </a:lnTo>
                  <a:lnTo>
                    <a:pt x="242" y="39"/>
                  </a:lnTo>
                  <a:lnTo>
                    <a:pt x="124" y="0"/>
                  </a:lnTo>
                  <a:lnTo>
                    <a:pt x="0" y="5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5" name="Freeform 265"/>
            <p:cNvSpPr>
              <a:spLocks/>
            </p:cNvSpPr>
            <p:nvPr/>
          </p:nvSpPr>
          <p:spPr bwMode="auto">
            <a:xfrm>
              <a:off x="3258" y="1716"/>
              <a:ext cx="34" cy="30"/>
            </a:xfrm>
            <a:custGeom>
              <a:avLst/>
              <a:gdLst>
                <a:gd name="T0" fmla="*/ 0 w 270"/>
                <a:gd name="T1" fmla="*/ 0 h 242"/>
                <a:gd name="T2" fmla="*/ 0 w 270"/>
                <a:gd name="T3" fmla="*/ 0 h 242"/>
                <a:gd name="T4" fmla="*/ 0 w 270"/>
                <a:gd name="T5" fmla="*/ 0 h 242"/>
                <a:gd name="T6" fmla="*/ 0 w 270"/>
                <a:gd name="T7" fmla="*/ 0 h 242"/>
                <a:gd name="T8" fmla="*/ 0 w 270"/>
                <a:gd name="T9" fmla="*/ 0 h 242"/>
                <a:gd name="T10" fmla="*/ 0 w 270"/>
                <a:gd name="T11" fmla="*/ 0 h 242"/>
                <a:gd name="T12" fmla="*/ 0 60000 65536"/>
                <a:gd name="T13" fmla="*/ 0 60000 65536"/>
                <a:gd name="T14" fmla="*/ 0 60000 65536"/>
                <a:gd name="T15" fmla="*/ 0 60000 65536"/>
                <a:gd name="T16" fmla="*/ 0 60000 65536"/>
                <a:gd name="T17" fmla="*/ 0 60000 65536"/>
                <a:gd name="T18" fmla="*/ 0 w 270"/>
                <a:gd name="T19" fmla="*/ 0 h 242"/>
                <a:gd name="T20" fmla="*/ 270 w 270"/>
                <a:gd name="T21" fmla="*/ 242 h 242"/>
              </a:gdLst>
              <a:ahLst/>
              <a:cxnLst>
                <a:cxn ang="T12">
                  <a:pos x="T0" y="T1"/>
                </a:cxn>
                <a:cxn ang="T13">
                  <a:pos x="T2" y="T3"/>
                </a:cxn>
                <a:cxn ang="T14">
                  <a:pos x="T4" y="T5"/>
                </a:cxn>
                <a:cxn ang="T15">
                  <a:pos x="T6" y="T7"/>
                </a:cxn>
                <a:cxn ang="T16">
                  <a:pos x="T8" y="T9"/>
                </a:cxn>
                <a:cxn ang="T17">
                  <a:pos x="T10" y="T11"/>
                </a:cxn>
              </a:cxnLst>
              <a:rect l="T18" t="T19" r="T20" b="T21"/>
              <a:pathLst>
                <a:path w="270" h="242">
                  <a:moveTo>
                    <a:pt x="136" y="40"/>
                  </a:moveTo>
                  <a:lnTo>
                    <a:pt x="270" y="242"/>
                  </a:lnTo>
                  <a:lnTo>
                    <a:pt x="28" y="102"/>
                  </a:lnTo>
                  <a:lnTo>
                    <a:pt x="0" y="28"/>
                  </a:lnTo>
                  <a:lnTo>
                    <a:pt x="55" y="0"/>
                  </a:lnTo>
                  <a:lnTo>
                    <a:pt x="136" y="40"/>
                  </a:lnTo>
                  <a:close/>
                </a:path>
              </a:pathLst>
            </a:custGeom>
            <a:solidFill>
              <a:srgbClr val="0CC1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6" name="Freeform 266"/>
            <p:cNvSpPr>
              <a:spLocks/>
            </p:cNvSpPr>
            <p:nvPr/>
          </p:nvSpPr>
          <p:spPr bwMode="auto">
            <a:xfrm>
              <a:off x="2021" y="1465"/>
              <a:ext cx="409" cy="280"/>
            </a:xfrm>
            <a:custGeom>
              <a:avLst/>
              <a:gdLst>
                <a:gd name="T0" fmla="*/ 0 w 3274"/>
                <a:gd name="T1" fmla="*/ 0 h 2237"/>
                <a:gd name="T2" fmla="*/ 0 w 3274"/>
                <a:gd name="T3" fmla="*/ 0 h 2237"/>
                <a:gd name="T4" fmla="*/ 0 w 3274"/>
                <a:gd name="T5" fmla="*/ 0 h 2237"/>
                <a:gd name="T6" fmla="*/ 0 w 3274"/>
                <a:gd name="T7" fmla="*/ 0 h 2237"/>
                <a:gd name="T8" fmla="*/ 0 w 3274"/>
                <a:gd name="T9" fmla="*/ 0 h 2237"/>
                <a:gd name="T10" fmla="*/ 0 w 3274"/>
                <a:gd name="T11" fmla="*/ 0 h 2237"/>
                <a:gd name="T12" fmla="*/ 0 w 3274"/>
                <a:gd name="T13" fmla="*/ 0 h 2237"/>
                <a:gd name="T14" fmla="*/ 0 w 3274"/>
                <a:gd name="T15" fmla="*/ 0 h 2237"/>
                <a:gd name="T16" fmla="*/ 0 w 3274"/>
                <a:gd name="T17" fmla="*/ 0 h 2237"/>
                <a:gd name="T18" fmla="*/ 0 w 3274"/>
                <a:gd name="T19" fmla="*/ 0 h 2237"/>
                <a:gd name="T20" fmla="*/ 0 w 3274"/>
                <a:gd name="T21" fmla="*/ 0 h 2237"/>
                <a:gd name="T22" fmla="*/ 0 w 3274"/>
                <a:gd name="T23" fmla="*/ 0 h 2237"/>
                <a:gd name="T24" fmla="*/ 0 w 3274"/>
                <a:gd name="T25" fmla="*/ 0 h 2237"/>
                <a:gd name="T26" fmla="*/ 0 w 3274"/>
                <a:gd name="T27" fmla="*/ 0 h 2237"/>
                <a:gd name="T28" fmla="*/ 0 w 3274"/>
                <a:gd name="T29" fmla="*/ 0 h 2237"/>
                <a:gd name="T30" fmla="*/ 0 w 3274"/>
                <a:gd name="T31" fmla="*/ 0 h 2237"/>
                <a:gd name="T32" fmla="*/ 0 w 3274"/>
                <a:gd name="T33" fmla="*/ 0 h 2237"/>
                <a:gd name="T34" fmla="*/ 0 w 3274"/>
                <a:gd name="T35" fmla="*/ 0 h 2237"/>
                <a:gd name="T36" fmla="*/ 0 w 3274"/>
                <a:gd name="T37" fmla="*/ 0 h 2237"/>
                <a:gd name="T38" fmla="*/ 0 w 3274"/>
                <a:gd name="T39" fmla="*/ 0 h 22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274"/>
                <a:gd name="T61" fmla="*/ 0 h 2237"/>
                <a:gd name="T62" fmla="*/ 3274 w 3274"/>
                <a:gd name="T63" fmla="*/ 2237 h 22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274" h="2237">
                  <a:moveTo>
                    <a:pt x="19" y="2140"/>
                  </a:moveTo>
                  <a:lnTo>
                    <a:pt x="35" y="1930"/>
                  </a:lnTo>
                  <a:lnTo>
                    <a:pt x="0" y="1342"/>
                  </a:lnTo>
                  <a:lnTo>
                    <a:pt x="61" y="1035"/>
                  </a:lnTo>
                  <a:lnTo>
                    <a:pt x="229" y="760"/>
                  </a:lnTo>
                  <a:lnTo>
                    <a:pt x="397" y="468"/>
                  </a:lnTo>
                  <a:lnTo>
                    <a:pt x="740" y="226"/>
                  </a:lnTo>
                  <a:lnTo>
                    <a:pt x="1169" y="77"/>
                  </a:lnTo>
                  <a:lnTo>
                    <a:pt x="1511" y="7"/>
                  </a:lnTo>
                  <a:lnTo>
                    <a:pt x="1894" y="0"/>
                  </a:lnTo>
                  <a:lnTo>
                    <a:pt x="2338" y="127"/>
                  </a:lnTo>
                  <a:lnTo>
                    <a:pt x="2654" y="296"/>
                  </a:lnTo>
                  <a:lnTo>
                    <a:pt x="2922" y="487"/>
                  </a:lnTo>
                  <a:lnTo>
                    <a:pt x="3103" y="549"/>
                  </a:lnTo>
                  <a:lnTo>
                    <a:pt x="3252" y="694"/>
                  </a:lnTo>
                  <a:lnTo>
                    <a:pt x="3274" y="844"/>
                  </a:lnTo>
                  <a:lnTo>
                    <a:pt x="3223" y="945"/>
                  </a:lnTo>
                  <a:lnTo>
                    <a:pt x="3078" y="973"/>
                  </a:lnTo>
                  <a:lnTo>
                    <a:pt x="136" y="2237"/>
                  </a:lnTo>
                  <a:lnTo>
                    <a:pt x="19" y="214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7" name="Freeform 267"/>
            <p:cNvSpPr>
              <a:spLocks/>
            </p:cNvSpPr>
            <p:nvPr/>
          </p:nvSpPr>
          <p:spPr bwMode="auto">
            <a:xfrm>
              <a:off x="2007" y="1558"/>
              <a:ext cx="438" cy="387"/>
            </a:xfrm>
            <a:custGeom>
              <a:avLst/>
              <a:gdLst>
                <a:gd name="T0" fmla="*/ 0 w 3504"/>
                <a:gd name="T1" fmla="*/ 0 h 3096"/>
                <a:gd name="T2" fmla="*/ 0 w 3504"/>
                <a:gd name="T3" fmla="*/ 0 h 3096"/>
                <a:gd name="T4" fmla="*/ 0 w 3504"/>
                <a:gd name="T5" fmla="*/ 0 h 3096"/>
                <a:gd name="T6" fmla="*/ 0 w 3504"/>
                <a:gd name="T7" fmla="*/ 0 h 3096"/>
                <a:gd name="T8" fmla="*/ 0 w 3504"/>
                <a:gd name="T9" fmla="*/ 0 h 3096"/>
                <a:gd name="T10" fmla="*/ 0 w 3504"/>
                <a:gd name="T11" fmla="*/ 0 h 3096"/>
                <a:gd name="T12" fmla="*/ 0 w 3504"/>
                <a:gd name="T13" fmla="*/ 0 h 3096"/>
                <a:gd name="T14" fmla="*/ 0 w 3504"/>
                <a:gd name="T15" fmla="*/ 0 h 3096"/>
                <a:gd name="T16" fmla="*/ 0 w 3504"/>
                <a:gd name="T17" fmla="*/ 0 h 3096"/>
                <a:gd name="T18" fmla="*/ 0 w 3504"/>
                <a:gd name="T19" fmla="*/ 0 h 3096"/>
                <a:gd name="T20" fmla="*/ 0 w 3504"/>
                <a:gd name="T21" fmla="*/ 0 h 3096"/>
                <a:gd name="T22" fmla="*/ 0 w 3504"/>
                <a:gd name="T23" fmla="*/ 0 h 3096"/>
                <a:gd name="T24" fmla="*/ 0 w 3504"/>
                <a:gd name="T25" fmla="*/ 0 h 3096"/>
                <a:gd name="T26" fmla="*/ 0 w 3504"/>
                <a:gd name="T27" fmla="*/ 0 h 3096"/>
                <a:gd name="T28" fmla="*/ 0 w 3504"/>
                <a:gd name="T29" fmla="*/ 0 h 3096"/>
                <a:gd name="T30" fmla="*/ 0 w 3504"/>
                <a:gd name="T31" fmla="*/ 0 h 3096"/>
                <a:gd name="T32" fmla="*/ 0 w 3504"/>
                <a:gd name="T33" fmla="*/ 0 h 3096"/>
                <a:gd name="T34" fmla="*/ 0 w 3504"/>
                <a:gd name="T35" fmla="*/ 0 h 3096"/>
                <a:gd name="T36" fmla="*/ 0 w 3504"/>
                <a:gd name="T37" fmla="*/ 0 h 3096"/>
                <a:gd name="T38" fmla="*/ 0 w 3504"/>
                <a:gd name="T39" fmla="*/ 0 h 3096"/>
                <a:gd name="T40" fmla="*/ 0 w 3504"/>
                <a:gd name="T41" fmla="*/ 0 h 3096"/>
                <a:gd name="T42" fmla="*/ 0 w 3504"/>
                <a:gd name="T43" fmla="*/ 0 h 3096"/>
                <a:gd name="T44" fmla="*/ 0 w 3504"/>
                <a:gd name="T45" fmla="*/ 0 h 3096"/>
                <a:gd name="T46" fmla="*/ 0 w 3504"/>
                <a:gd name="T47" fmla="*/ 0 h 3096"/>
                <a:gd name="T48" fmla="*/ 0 w 3504"/>
                <a:gd name="T49" fmla="*/ 0 h 3096"/>
                <a:gd name="T50" fmla="*/ 0 w 3504"/>
                <a:gd name="T51" fmla="*/ 0 h 3096"/>
                <a:gd name="T52" fmla="*/ 0 w 3504"/>
                <a:gd name="T53" fmla="*/ 0 h 3096"/>
                <a:gd name="T54" fmla="*/ 0 w 3504"/>
                <a:gd name="T55" fmla="*/ 0 h 3096"/>
                <a:gd name="T56" fmla="*/ 0 w 3504"/>
                <a:gd name="T57" fmla="*/ 0 h 309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504"/>
                <a:gd name="T88" fmla="*/ 0 h 3096"/>
                <a:gd name="T89" fmla="*/ 3504 w 3504"/>
                <a:gd name="T90" fmla="*/ 3096 h 309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504" h="3096">
                  <a:moveTo>
                    <a:pt x="0" y="1865"/>
                  </a:moveTo>
                  <a:lnTo>
                    <a:pt x="345" y="1955"/>
                  </a:lnTo>
                  <a:lnTo>
                    <a:pt x="710" y="2087"/>
                  </a:lnTo>
                  <a:lnTo>
                    <a:pt x="1097" y="2344"/>
                  </a:lnTo>
                  <a:lnTo>
                    <a:pt x="1365" y="2591"/>
                  </a:lnTo>
                  <a:lnTo>
                    <a:pt x="1696" y="2953"/>
                  </a:lnTo>
                  <a:lnTo>
                    <a:pt x="2865" y="3096"/>
                  </a:lnTo>
                  <a:lnTo>
                    <a:pt x="2921" y="3023"/>
                  </a:lnTo>
                  <a:lnTo>
                    <a:pt x="2921" y="2889"/>
                  </a:lnTo>
                  <a:lnTo>
                    <a:pt x="2949" y="2817"/>
                  </a:lnTo>
                  <a:lnTo>
                    <a:pt x="3024" y="2740"/>
                  </a:lnTo>
                  <a:lnTo>
                    <a:pt x="3017" y="2600"/>
                  </a:lnTo>
                  <a:lnTo>
                    <a:pt x="2826" y="2469"/>
                  </a:lnTo>
                  <a:lnTo>
                    <a:pt x="3032" y="2419"/>
                  </a:lnTo>
                  <a:lnTo>
                    <a:pt x="3098" y="2213"/>
                  </a:lnTo>
                  <a:lnTo>
                    <a:pt x="3173" y="2167"/>
                  </a:lnTo>
                  <a:lnTo>
                    <a:pt x="3362" y="2177"/>
                  </a:lnTo>
                  <a:lnTo>
                    <a:pt x="3472" y="2158"/>
                  </a:lnTo>
                  <a:lnTo>
                    <a:pt x="3504" y="2118"/>
                  </a:lnTo>
                  <a:lnTo>
                    <a:pt x="3494" y="2068"/>
                  </a:lnTo>
                  <a:lnTo>
                    <a:pt x="3223" y="1378"/>
                  </a:lnTo>
                  <a:lnTo>
                    <a:pt x="3248" y="1303"/>
                  </a:lnTo>
                  <a:lnTo>
                    <a:pt x="3310" y="1222"/>
                  </a:lnTo>
                  <a:lnTo>
                    <a:pt x="3278" y="826"/>
                  </a:lnTo>
                  <a:lnTo>
                    <a:pt x="3239" y="538"/>
                  </a:lnTo>
                  <a:lnTo>
                    <a:pt x="3149" y="242"/>
                  </a:lnTo>
                  <a:lnTo>
                    <a:pt x="2296" y="0"/>
                  </a:lnTo>
                  <a:lnTo>
                    <a:pt x="83" y="1630"/>
                  </a:lnTo>
                  <a:lnTo>
                    <a:pt x="0" y="186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8" name="Freeform 268"/>
            <p:cNvSpPr>
              <a:spLocks/>
            </p:cNvSpPr>
            <p:nvPr/>
          </p:nvSpPr>
          <p:spPr bwMode="auto">
            <a:xfrm>
              <a:off x="2381" y="1745"/>
              <a:ext cx="16" cy="16"/>
            </a:xfrm>
            <a:custGeom>
              <a:avLst/>
              <a:gdLst>
                <a:gd name="T0" fmla="*/ 0 w 122"/>
                <a:gd name="T1" fmla="*/ 0 h 129"/>
                <a:gd name="T2" fmla="*/ 0 w 122"/>
                <a:gd name="T3" fmla="*/ 0 h 129"/>
                <a:gd name="T4" fmla="*/ 0 w 122"/>
                <a:gd name="T5" fmla="*/ 0 h 129"/>
                <a:gd name="T6" fmla="*/ 0 w 122"/>
                <a:gd name="T7" fmla="*/ 0 h 129"/>
                <a:gd name="T8" fmla="*/ 0 60000 65536"/>
                <a:gd name="T9" fmla="*/ 0 60000 65536"/>
                <a:gd name="T10" fmla="*/ 0 60000 65536"/>
                <a:gd name="T11" fmla="*/ 0 60000 65536"/>
                <a:gd name="T12" fmla="*/ 0 w 122"/>
                <a:gd name="T13" fmla="*/ 0 h 129"/>
                <a:gd name="T14" fmla="*/ 122 w 122"/>
                <a:gd name="T15" fmla="*/ 129 h 129"/>
              </a:gdLst>
              <a:ahLst/>
              <a:cxnLst>
                <a:cxn ang="T8">
                  <a:pos x="T0" y="T1"/>
                </a:cxn>
                <a:cxn ang="T9">
                  <a:pos x="T2" y="T3"/>
                </a:cxn>
                <a:cxn ang="T10">
                  <a:pos x="T4" y="T5"/>
                </a:cxn>
                <a:cxn ang="T11">
                  <a:pos x="T6" y="T7"/>
                </a:cxn>
              </a:cxnLst>
              <a:rect l="T12" t="T13" r="T14" b="T15"/>
              <a:pathLst>
                <a:path w="122" h="129">
                  <a:moveTo>
                    <a:pt x="122" y="0"/>
                  </a:moveTo>
                  <a:lnTo>
                    <a:pt x="71" y="129"/>
                  </a:lnTo>
                  <a:lnTo>
                    <a:pt x="0" y="26"/>
                  </a:lnTo>
                  <a:lnTo>
                    <a:pt x="1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9" name="Freeform 269"/>
            <p:cNvSpPr>
              <a:spLocks/>
            </p:cNvSpPr>
            <p:nvPr/>
          </p:nvSpPr>
          <p:spPr bwMode="auto">
            <a:xfrm>
              <a:off x="2847" y="2219"/>
              <a:ext cx="213" cy="93"/>
            </a:xfrm>
            <a:custGeom>
              <a:avLst/>
              <a:gdLst>
                <a:gd name="T0" fmla="*/ 0 w 1699"/>
                <a:gd name="T1" fmla="*/ 0 h 744"/>
                <a:gd name="T2" fmla="*/ 0 w 1699"/>
                <a:gd name="T3" fmla="*/ 0 h 744"/>
                <a:gd name="T4" fmla="*/ 0 w 1699"/>
                <a:gd name="T5" fmla="*/ 0 h 744"/>
                <a:gd name="T6" fmla="*/ 0 w 1699"/>
                <a:gd name="T7" fmla="*/ 0 h 744"/>
                <a:gd name="T8" fmla="*/ 0 w 1699"/>
                <a:gd name="T9" fmla="*/ 0 h 744"/>
                <a:gd name="T10" fmla="*/ 0 w 1699"/>
                <a:gd name="T11" fmla="*/ 0 h 744"/>
                <a:gd name="T12" fmla="*/ 0 w 1699"/>
                <a:gd name="T13" fmla="*/ 0 h 744"/>
                <a:gd name="T14" fmla="*/ 0 w 1699"/>
                <a:gd name="T15" fmla="*/ 0 h 744"/>
                <a:gd name="T16" fmla="*/ 0 60000 65536"/>
                <a:gd name="T17" fmla="*/ 0 60000 65536"/>
                <a:gd name="T18" fmla="*/ 0 60000 65536"/>
                <a:gd name="T19" fmla="*/ 0 60000 65536"/>
                <a:gd name="T20" fmla="*/ 0 60000 65536"/>
                <a:gd name="T21" fmla="*/ 0 60000 65536"/>
                <a:gd name="T22" fmla="*/ 0 60000 65536"/>
                <a:gd name="T23" fmla="*/ 0 60000 65536"/>
                <a:gd name="T24" fmla="*/ 0 w 1699"/>
                <a:gd name="T25" fmla="*/ 0 h 744"/>
                <a:gd name="T26" fmla="*/ 1699 w 1699"/>
                <a:gd name="T27" fmla="*/ 744 h 7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99" h="744">
                  <a:moveTo>
                    <a:pt x="0" y="80"/>
                  </a:moveTo>
                  <a:lnTo>
                    <a:pt x="42" y="0"/>
                  </a:lnTo>
                  <a:lnTo>
                    <a:pt x="814" y="300"/>
                  </a:lnTo>
                  <a:lnTo>
                    <a:pt x="1517" y="616"/>
                  </a:lnTo>
                  <a:lnTo>
                    <a:pt x="1699" y="744"/>
                  </a:lnTo>
                  <a:lnTo>
                    <a:pt x="1460" y="708"/>
                  </a:lnTo>
                  <a:lnTo>
                    <a:pt x="206" y="157"/>
                  </a:lnTo>
                  <a:lnTo>
                    <a:pt x="0" y="8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0" name="Freeform 270"/>
            <p:cNvSpPr>
              <a:spLocks/>
            </p:cNvSpPr>
            <p:nvPr/>
          </p:nvSpPr>
          <p:spPr bwMode="auto">
            <a:xfrm>
              <a:off x="2767" y="2236"/>
              <a:ext cx="250" cy="154"/>
            </a:xfrm>
            <a:custGeom>
              <a:avLst/>
              <a:gdLst>
                <a:gd name="T0" fmla="*/ 0 w 2003"/>
                <a:gd name="T1" fmla="*/ 0 h 1230"/>
                <a:gd name="T2" fmla="*/ 0 w 2003"/>
                <a:gd name="T3" fmla="*/ 0 h 1230"/>
                <a:gd name="T4" fmla="*/ 0 w 2003"/>
                <a:gd name="T5" fmla="*/ 0 h 1230"/>
                <a:gd name="T6" fmla="*/ 0 w 2003"/>
                <a:gd name="T7" fmla="*/ 0 h 1230"/>
                <a:gd name="T8" fmla="*/ 0 w 2003"/>
                <a:gd name="T9" fmla="*/ 0 h 1230"/>
                <a:gd name="T10" fmla="*/ 0 w 2003"/>
                <a:gd name="T11" fmla="*/ 0 h 1230"/>
                <a:gd name="T12" fmla="*/ 0 w 2003"/>
                <a:gd name="T13" fmla="*/ 0 h 1230"/>
                <a:gd name="T14" fmla="*/ 0 w 2003"/>
                <a:gd name="T15" fmla="*/ 0 h 1230"/>
                <a:gd name="T16" fmla="*/ 0 w 2003"/>
                <a:gd name="T17" fmla="*/ 0 h 1230"/>
                <a:gd name="T18" fmla="*/ 0 w 2003"/>
                <a:gd name="T19" fmla="*/ 0 h 1230"/>
                <a:gd name="T20" fmla="*/ 0 w 2003"/>
                <a:gd name="T21" fmla="*/ 0 h 1230"/>
                <a:gd name="T22" fmla="*/ 0 w 2003"/>
                <a:gd name="T23" fmla="*/ 0 h 1230"/>
                <a:gd name="T24" fmla="*/ 0 w 2003"/>
                <a:gd name="T25" fmla="*/ 0 h 1230"/>
                <a:gd name="T26" fmla="*/ 0 w 2003"/>
                <a:gd name="T27" fmla="*/ 0 h 1230"/>
                <a:gd name="T28" fmla="*/ 0 w 2003"/>
                <a:gd name="T29" fmla="*/ 0 h 1230"/>
                <a:gd name="T30" fmla="*/ 0 w 2003"/>
                <a:gd name="T31" fmla="*/ 0 h 1230"/>
                <a:gd name="T32" fmla="*/ 0 w 2003"/>
                <a:gd name="T33" fmla="*/ 0 h 1230"/>
                <a:gd name="T34" fmla="*/ 0 w 2003"/>
                <a:gd name="T35" fmla="*/ 0 h 1230"/>
                <a:gd name="T36" fmla="*/ 0 w 2003"/>
                <a:gd name="T37" fmla="*/ 0 h 1230"/>
                <a:gd name="T38" fmla="*/ 0 w 2003"/>
                <a:gd name="T39" fmla="*/ 0 h 1230"/>
                <a:gd name="T40" fmla="*/ 0 w 2003"/>
                <a:gd name="T41" fmla="*/ 0 h 12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03"/>
                <a:gd name="T64" fmla="*/ 0 h 1230"/>
                <a:gd name="T65" fmla="*/ 2003 w 2003"/>
                <a:gd name="T66" fmla="*/ 1230 h 12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03" h="1230">
                  <a:moveTo>
                    <a:pt x="80" y="253"/>
                  </a:moveTo>
                  <a:lnTo>
                    <a:pt x="278" y="218"/>
                  </a:lnTo>
                  <a:lnTo>
                    <a:pt x="477" y="195"/>
                  </a:lnTo>
                  <a:lnTo>
                    <a:pt x="945" y="11"/>
                  </a:lnTo>
                  <a:lnTo>
                    <a:pt x="1262" y="11"/>
                  </a:lnTo>
                  <a:lnTo>
                    <a:pt x="1646" y="0"/>
                  </a:lnTo>
                  <a:lnTo>
                    <a:pt x="2003" y="345"/>
                  </a:lnTo>
                  <a:lnTo>
                    <a:pt x="1973" y="393"/>
                  </a:lnTo>
                  <a:lnTo>
                    <a:pt x="1941" y="380"/>
                  </a:lnTo>
                  <a:lnTo>
                    <a:pt x="1927" y="472"/>
                  </a:lnTo>
                  <a:lnTo>
                    <a:pt x="1869" y="534"/>
                  </a:lnTo>
                  <a:lnTo>
                    <a:pt x="1578" y="725"/>
                  </a:lnTo>
                  <a:lnTo>
                    <a:pt x="1491" y="861"/>
                  </a:lnTo>
                  <a:lnTo>
                    <a:pt x="1297" y="991"/>
                  </a:lnTo>
                  <a:lnTo>
                    <a:pt x="1229" y="1112"/>
                  </a:lnTo>
                  <a:lnTo>
                    <a:pt x="926" y="1221"/>
                  </a:lnTo>
                  <a:lnTo>
                    <a:pt x="848" y="1230"/>
                  </a:lnTo>
                  <a:lnTo>
                    <a:pt x="539" y="1158"/>
                  </a:lnTo>
                  <a:lnTo>
                    <a:pt x="34" y="855"/>
                  </a:lnTo>
                  <a:lnTo>
                    <a:pt x="0" y="419"/>
                  </a:lnTo>
                  <a:lnTo>
                    <a:pt x="80" y="253"/>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1" name="Freeform 271"/>
            <p:cNvSpPr>
              <a:spLocks/>
            </p:cNvSpPr>
            <p:nvPr/>
          </p:nvSpPr>
          <p:spPr bwMode="auto">
            <a:xfrm>
              <a:off x="2738" y="1507"/>
              <a:ext cx="285" cy="337"/>
            </a:xfrm>
            <a:custGeom>
              <a:avLst/>
              <a:gdLst>
                <a:gd name="T0" fmla="*/ 0 w 2284"/>
                <a:gd name="T1" fmla="*/ 0 h 2689"/>
                <a:gd name="T2" fmla="*/ 0 w 2284"/>
                <a:gd name="T3" fmla="*/ 0 h 2689"/>
                <a:gd name="T4" fmla="*/ 0 w 2284"/>
                <a:gd name="T5" fmla="*/ 0 h 2689"/>
                <a:gd name="T6" fmla="*/ 0 w 2284"/>
                <a:gd name="T7" fmla="*/ 0 h 2689"/>
                <a:gd name="T8" fmla="*/ 0 w 2284"/>
                <a:gd name="T9" fmla="*/ 0 h 2689"/>
                <a:gd name="T10" fmla="*/ 0 w 2284"/>
                <a:gd name="T11" fmla="*/ 0 h 2689"/>
                <a:gd name="T12" fmla="*/ 0 w 2284"/>
                <a:gd name="T13" fmla="*/ 0 h 2689"/>
                <a:gd name="T14" fmla="*/ 0 w 2284"/>
                <a:gd name="T15" fmla="*/ 0 h 2689"/>
                <a:gd name="T16" fmla="*/ 0 w 2284"/>
                <a:gd name="T17" fmla="*/ 0 h 2689"/>
                <a:gd name="T18" fmla="*/ 0 w 2284"/>
                <a:gd name="T19" fmla="*/ 0 h 2689"/>
                <a:gd name="T20" fmla="*/ 0 w 2284"/>
                <a:gd name="T21" fmla="*/ 0 h 2689"/>
                <a:gd name="T22" fmla="*/ 0 w 2284"/>
                <a:gd name="T23" fmla="*/ 0 h 2689"/>
                <a:gd name="T24" fmla="*/ 0 w 2284"/>
                <a:gd name="T25" fmla="*/ 0 h 2689"/>
                <a:gd name="T26" fmla="*/ 0 w 2284"/>
                <a:gd name="T27" fmla="*/ 0 h 2689"/>
                <a:gd name="T28" fmla="*/ 0 w 2284"/>
                <a:gd name="T29" fmla="*/ 0 h 2689"/>
                <a:gd name="T30" fmla="*/ 0 w 2284"/>
                <a:gd name="T31" fmla="*/ 0 h 2689"/>
                <a:gd name="T32" fmla="*/ 0 w 2284"/>
                <a:gd name="T33" fmla="*/ 0 h 2689"/>
                <a:gd name="T34" fmla="*/ 0 w 2284"/>
                <a:gd name="T35" fmla="*/ 0 h 2689"/>
                <a:gd name="T36" fmla="*/ 0 w 2284"/>
                <a:gd name="T37" fmla="*/ 0 h 2689"/>
                <a:gd name="T38" fmla="*/ 0 w 2284"/>
                <a:gd name="T39" fmla="*/ 0 h 2689"/>
                <a:gd name="T40" fmla="*/ 0 w 2284"/>
                <a:gd name="T41" fmla="*/ 0 h 2689"/>
                <a:gd name="T42" fmla="*/ 0 w 2284"/>
                <a:gd name="T43" fmla="*/ 0 h 2689"/>
                <a:gd name="T44" fmla="*/ 0 w 2284"/>
                <a:gd name="T45" fmla="*/ 0 h 2689"/>
                <a:gd name="T46" fmla="*/ 0 w 2284"/>
                <a:gd name="T47" fmla="*/ 0 h 2689"/>
                <a:gd name="T48" fmla="*/ 0 w 2284"/>
                <a:gd name="T49" fmla="*/ 0 h 2689"/>
                <a:gd name="T50" fmla="*/ 0 w 2284"/>
                <a:gd name="T51" fmla="*/ 0 h 2689"/>
                <a:gd name="T52" fmla="*/ 0 w 2284"/>
                <a:gd name="T53" fmla="*/ 0 h 2689"/>
                <a:gd name="T54" fmla="*/ 0 w 2284"/>
                <a:gd name="T55" fmla="*/ 0 h 268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84"/>
                <a:gd name="T85" fmla="*/ 0 h 2689"/>
                <a:gd name="T86" fmla="*/ 2284 w 2284"/>
                <a:gd name="T87" fmla="*/ 2689 h 268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84" h="2689">
                  <a:moveTo>
                    <a:pt x="166" y="357"/>
                  </a:moveTo>
                  <a:lnTo>
                    <a:pt x="55" y="468"/>
                  </a:lnTo>
                  <a:lnTo>
                    <a:pt x="0" y="597"/>
                  </a:lnTo>
                  <a:lnTo>
                    <a:pt x="0" y="740"/>
                  </a:lnTo>
                  <a:lnTo>
                    <a:pt x="14" y="869"/>
                  </a:lnTo>
                  <a:lnTo>
                    <a:pt x="75" y="1095"/>
                  </a:lnTo>
                  <a:lnTo>
                    <a:pt x="187" y="1190"/>
                  </a:lnTo>
                  <a:lnTo>
                    <a:pt x="148" y="1552"/>
                  </a:lnTo>
                  <a:lnTo>
                    <a:pt x="172" y="1731"/>
                  </a:lnTo>
                  <a:lnTo>
                    <a:pt x="247" y="2225"/>
                  </a:lnTo>
                  <a:lnTo>
                    <a:pt x="326" y="2329"/>
                  </a:lnTo>
                  <a:lnTo>
                    <a:pt x="479" y="2513"/>
                  </a:lnTo>
                  <a:lnTo>
                    <a:pt x="715" y="2689"/>
                  </a:lnTo>
                  <a:lnTo>
                    <a:pt x="1117" y="2548"/>
                  </a:lnTo>
                  <a:lnTo>
                    <a:pt x="1238" y="2467"/>
                  </a:lnTo>
                  <a:lnTo>
                    <a:pt x="1399" y="2357"/>
                  </a:lnTo>
                  <a:lnTo>
                    <a:pt x="1473" y="2252"/>
                  </a:lnTo>
                  <a:lnTo>
                    <a:pt x="1567" y="2201"/>
                  </a:lnTo>
                  <a:lnTo>
                    <a:pt x="1858" y="1681"/>
                  </a:lnTo>
                  <a:lnTo>
                    <a:pt x="1971" y="1690"/>
                  </a:lnTo>
                  <a:lnTo>
                    <a:pt x="2040" y="1607"/>
                  </a:lnTo>
                  <a:lnTo>
                    <a:pt x="2157" y="1439"/>
                  </a:lnTo>
                  <a:lnTo>
                    <a:pt x="2199" y="1298"/>
                  </a:lnTo>
                  <a:lnTo>
                    <a:pt x="2199" y="1190"/>
                  </a:lnTo>
                  <a:lnTo>
                    <a:pt x="2284" y="423"/>
                  </a:lnTo>
                  <a:lnTo>
                    <a:pt x="987" y="0"/>
                  </a:lnTo>
                  <a:lnTo>
                    <a:pt x="341" y="263"/>
                  </a:lnTo>
                  <a:lnTo>
                    <a:pt x="166" y="35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2" name="Freeform 272"/>
            <p:cNvSpPr>
              <a:spLocks/>
            </p:cNvSpPr>
            <p:nvPr/>
          </p:nvSpPr>
          <p:spPr bwMode="auto">
            <a:xfrm>
              <a:off x="2817" y="1602"/>
              <a:ext cx="65" cy="74"/>
            </a:xfrm>
            <a:custGeom>
              <a:avLst/>
              <a:gdLst>
                <a:gd name="T0" fmla="*/ 0 w 516"/>
                <a:gd name="T1" fmla="*/ 0 h 592"/>
                <a:gd name="T2" fmla="*/ 0 w 516"/>
                <a:gd name="T3" fmla="*/ 0 h 592"/>
                <a:gd name="T4" fmla="*/ 0 w 516"/>
                <a:gd name="T5" fmla="*/ 0 h 592"/>
                <a:gd name="T6" fmla="*/ 0 w 516"/>
                <a:gd name="T7" fmla="*/ 0 h 592"/>
                <a:gd name="T8" fmla="*/ 0 w 516"/>
                <a:gd name="T9" fmla="*/ 0 h 592"/>
                <a:gd name="T10" fmla="*/ 0 w 516"/>
                <a:gd name="T11" fmla="*/ 0 h 592"/>
                <a:gd name="T12" fmla="*/ 0 w 516"/>
                <a:gd name="T13" fmla="*/ 0 h 592"/>
                <a:gd name="T14" fmla="*/ 0 w 516"/>
                <a:gd name="T15" fmla="*/ 0 h 592"/>
                <a:gd name="T16" fmla="*/ 0 w 516"/>
                <a:gd name="T17" fmla="*/ 0 h 592"/>
                <a:gd name="T18" fmla="*/ 0 w 516"/>
                <a:gd name="T19" fmla="*/ 0 h 5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6"/>
                <a:gd name="T31" fmla="*/ 0 h 592"/>
                <a:gd name="T32" fmla="*/ 516 w 516"/>
                <a:gd name="T33" fmla="*/ 592 h 5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6" h="592">
                  <a:moveTo>
                    <a:pt x="0" y="0"/>
                  </a:moveTo>
                  <a:lnTo>
                    <a:pt x="230" y="592"/>
                  </a:lnTo>
                  <a:lnTo>
                    <a:pt x="351" y="521"/>
                  </a:lnTo>
                  <a:lnTo>
                    <a:pt x="424" y="449"/>
                  </a:lnTo>
                  <a:lnTo>
                    <a:pt x="481" y="357"/>
                  </a:lnTo>
                  <a:lnTo>
                    <a:pt x="516" y="246"/>
                  </a:lnTo>
                  <a:lnTo>
                    <a:pt x="445" y="145"/>
                  </a:lnTo>
                  <a:lnTo>
                    <a:pt x="288" y="46"/>
                  </a:lnTo>
                  <a:lnTo>
                    <a:pt x="131" y="9"/>
                  </a:lnTo>
                  <a:lnTo>
                    <a:pt x="0" y="0"/>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3" name="Freeform 273"/>
            <p:cNvSpPr>
              <a:spLocks/>
            </p:cNvSpPr>
            <p:nvPr/>
          </p:nvSpPr>
          <p:spPr bwMode="auto">
            <a:xfrm>
              <a:off x="2931" y="1643"/>
              <a:ext cx="50" cy="59"/>
            </a:xfrm>
            <a:custGeom>
              <a:avLst/>
              <a:gdLst>
                <a:gd name="T0" fmla="*/ 0 w 404"/>
                <a:gd name="T1" fmla="*/ 0 h 473"/>
                <a:gd name="T2" fmla="*/ 0 w 404"/>
                <a:gd name="T3" fmla="*/ 0 h 473"/>
                <a:gd name="T4" fmla="*/ 0 w 404"/>
                <a:gd name="T5" fmla="*/ 0 h 473"/>
                <a:gd name="T6" fmla="*/ 0 w 404"/>
                <a:gd name="T7" fmla="*/ 0 h 473"/>
                <a:gd name="T8" fmla="*/ 0 w 404"/>
                <a:gd name="T9" fmla="*/ 0 h 473"/>
                <a:gd name="T10" fmla="*/ 0 w 404"/>
                <a:gd name="T11" fmla="*/ 0 h 473"/>
                <a:gd name="T12" fmla="*/ 0 w 404"/>
                <a:gd name="T13" fmla="*/ 0 h 473"/>
                <a:gd name="T14" fmla="*/ 0 60000 65536"/>
                <a:gd name="T15" fmla="*/ 0 60000 65536"/>
                <a:gd name="T16" fmla="*/ 0 60000 65536"/>
                <a:gd name="T17" fmla="*/ 0 60000 65536"/>
                <a:gd name="T18" fmla="*/ 0 60000 65536"/>
                <a:gd name="T19" fmla="*/ 0 60000 65536"/>
                <a:gd name="T20" fmla="*/ 0 60000 65536"/>
                <a:gd name="T21" fmla="*/ 0 w 404"/>
                <a:gd name="T22" fmla="*/ 0 h 473"/>
                <a:gd name="T23" fmla="*/ 404 w 404"/>
                <a:gd name="T24" fmla="*/ 473 h 4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4" h="473">
                  <a:moveTo>
                    <a:pt x="0" y="0"/>
                  </a:moveTo>
                  <a:lnTo>
                    <a:pt x="231" y="473"/>
                  </a:lnTo>
                  <a:lnTo>
                    <a:pt x="303" y="376"/>
                  </a:lnTo>
                  <a:lnTo>
                    <a:pt x="393" y="242"/>
                  </a:lnTo>
                  <a:lnTo>
                    <a:pt x="404" y="146"/>
                  </a:lnTo>
                  <a:lnTo>
                    <a:pt x="171" y="34"/>
                  </a:lnTo>
                  <a:lnTo>
                    <a:pt x="0" y="0"/>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4" name="Freeform 274"/>
            <p:cNvSpPr>
              <a:spLocks/>
            </p:cNvSpPr>
            <p:nvPr/>
          </p:nvSpPr>
          <p:spPr bwMode="auto">
            <a:xfrm>
              <a:off x="2784" y="1616"/>
              <a:ext cx="26" cy="55"/>
            </a:xfrm>
            <a:custGeom>
              <a:avLst/>
              <a:gdLst>
                <a:gd name="T0" fmla="*/ 0 w 210"/>
                <a:gd name="T1" fmla="*/ 0 h 443"/>
                <a:gd name="T2" fmla="*/ 0 w 210"/>
                <a:gd name="T3" fmla="*/ 0 h 443"/>
                <a:gd name="T4" fmla="*/ 0 w 210"/>
                <a:gd name="T5" fmla="*/ 0 h 443"/>
                <a:gd name="T6" fmla="*/ 0 w 210"/>
                <a:gd name="T7" fmla="*/ 0 h 443"/>
                <a:gd name="T8" fmla="*/ 0 w 210"/>
                <a:gd name="T9" fmla="*/ 0 h 443"/>
                <a:gd name="T10" fmla="*/ 0 w 210"/>
                <a:gd name="T11" fmla="*/ 0 h 443"/>
                <a:gd name="T12" fmla="*/ 0 w 210"/>
                <a:gd name="T13" fmla="*/ 0 h 443"/>
                <a:gd name="T14" fmla="*/ 0 60000 65536"/>
                <a:gd name="T15" fmla="*/ 0 60000 65536"/>
                <a:gd name="T16" fmla="*/ 0 60000 65536"/>
                <a:gd name="T17" fmla="*/ 0 60000 65536"/>
                <a:gd name="T18" fmla="*/ 0 60000 65536"/>
                <a:gd name="T19" fmla="*/ 0 60000 65536"/>
                <a:gd name="T20" fmla="*/ 0 60000 65536"/>
                <a:gd name="T21" fmla="*/ 0 w 210"/>
                <a:gd name="T22" fmla="*/ 0 h 443"/>
                <a:gd name="T23" fmla="*/ 210 w 210"/>
                <a:gd name="T24" fmla="*/ 443 h 4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0" h="443">
                  <a:moveTo>
                    <a:pt x="39" y="0"/>
                  </a:moveTo>
                  <a:lnTo>
                    <a:pt x="210" y="443"/>
                  </a:lnTo>
                  <a:lnTo>
                    <a:pt x="97" y="374"/>
                  </a:lnTo>
                  <a:lnTo>
                    <a:pt x="39" y="302"/>
                  </a:lnTo>
                  <a:lnTo>
                    <a:pt x="10" y="226"/>
                  </a:lnTo>
                  <a:lnTo>
                    <a:pt x="0" y="97"/>
                  </a:lnTo>
                  <a:lnTo>
                    <a:pt x="39" y="0"/>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5" name="Freeform 275"/>
            <p:cNvSpPr>
              <a:spLocks/>
            </p:cNvSpPr>
            <p:nvPr/>
          </p:nvSpPr>
          <p:spPr bwMode="auto">
            <a:xfrm>
              <a:off x="2899" y="1648"/>
              <a:ext cx="37" cy="60"/>
            </a:xfrm>
            <a:custGeom>
              <a:avLst/>
              <a:gdLst>
                <a:gd name="T0" fmla="*/ 0 w 292"/>
                <a:gd name="T1" fmla="*/ 0 h 480"/>
                <a:gd name="T2" fmla="*/ 0 w 292"/>
                <a:gd name="T3" fmla="*/ 0 h 480"/>
                <a:gd name="T4" fmla="*/ 0 w 292"/>
                <a:gd name="T5" fmla="*/ 0 h 480"/>
                <a:gd name="T6" fmla="*/ 0 w 292"/>
                <a:gd name="T7" fmla="*/ 0 h 480"/>
                <a:gd name="T8" fmla="*/ 0 w 292"/>
                <a:gd name="T9" fmla="*/ 0 h 480"/>
                <a:gd name="T10" fmla="*/ 0 w 292"/>
                <a:gd name="T11" fmla="*/ 0 h 480"/>
                <a:gd name="T12" fmla="*/ 0 60000 65536"/>
                <a:gd name="T13" fmla="*/ 0 60000 65536"/>
                <a:gd name="T14" fmla="*/ 0 60000 65536"/>
                <a:gd name="T15" fmla="*/ 0 60000 65536"/>
                <a:gd name="T16" fmla="*/ 0 60000 65536"/>
                <a:gd name="T17" fmla="*/ 0 60000 65536"/>
                <a:gd name="T18" fmla="*/ 0 w 292"/>
                <a:gd name="T19" fmla="*/ 0 h 480"/>
                <a:gd name="T20" fmla="*/ 292 w 292"/>
                <a:gd name="T21" fmla="*/ 480 h 480"/>
              </a:gdLst>
              <a:ahLst/>
              <a:cxnLst>
                <a:cxn ang="T12">
                  <a:pos x="T0" y="T1"/>
                </a:cxn>
                <a:cxn ang="T13">
                  <a:pos x="T2" y="T3"/>
                </a:cxn>
                <a:cxn ang="T14">
                  <a:pos x="T4" y="T5"/>
                </a:cxn>
                <a:cxn ang="T15">
                  <a:pos x="T6" y="T7"/>
                </a:cxn>
                <a:cxn ang="T16">
                  <a:pos x="T8" y="T9"/>
                </a:cxn>
                <a:cxn ang="T17">
                  <a:pos x="T10" y="T11"/>
                </a:cxn>
              </a:cxnLst>
              <a:rect l="T18" t="T19" r="T20" b="T21"/>
              <a:pathLst>
                <a:path w="292" h="480">
                  <a:moveTo>
                    <a:pt x="32" y="0"/>
                  </a:moveTo>
                  <a:lnTo>
                    <a:pt x="292" y="480"/>
                  </a:lnTo>
                  <a:lnTo>
                    <a:pt x="131" y="432"/>
                  </a:lnTo>
                  <a:lnTo>
                    <a:pt x="32" y="386"/>
                  </a:lnTo>
                  <a:lnTo>
                    <a:pt x="0" y="224"/>
                  </a:lnTo>
                  <a:lnTo>
                    <a:pt x="32" y="0"/>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6" name="Freeform 276"/>
            <p:cNvSpPr>
              <a:spLocks/>
            </p:cNvSpPr>
            <p:nvPr/>
          </p:nvSpPr>
          <p:spPr bwMode="auto">
            <a:xfrm>
              <a:off x="2789" y="1608"/>
              <a:ext cx="28" cy="66"/>
            </a:xfrm>
            <a:custGeom>
              <a:avLst/>
              <a:gdLst>
                <a:gd name="T0" fmla="*/ 0 w 222"/>
                <a:gd name="T1" fmla="*/ 0 h 523"/>
                <a:gd name="T2" fmla="*/ 0 w 222"/>
                <a:gd name="T3" fmla="*/ 0 h 523"/>
                <a:gd name="T4" fmla="*/ 0 w 222"/>
                <a:gd name="T5" fmla="*/ 0 h 523"/>
                <a:gd name="T6" fmla="*/ 0 w 222"/>
                <a:gd name="T7" fmla="*/ 0 h 523"/>
                <a:gd name="T8" fmla="*/ 0 w 222"/>
                <a:gd name="T9" fmla="*/ 0 h 523"/>
                <a:gd name="T10" fmla="*/ 0 60000 65536"/>
                <a:gd name="T11" fmla="*/ 0 60000 65536"/>
                <a:gd name="T12" fmla="*/ 0 60000 65536"/>
                <a:gd name="T13" fmla="*/ 0 60000 65536"/>
                <a:gd name="T14" fmla="*/ 0 60000 65536"/>
                <a:gd name="T15" fmla="*/ 0 w 222"/>
                <a:gd name="T16" fmla="*/ 0 h 523"/>
                <a:gd name="T17" fmla="*/ 222 w 222"/>
                <a:gd name="T18" fmla="*/ 523 h 523"/>
              </a:gdLst>
              <a:ahLst/>
              <a:cxnLst>
                <a:cxn ang="T10">
                  <a:pos x="T0" y="T1"/>
                </a:cxn>
                <a:cxn ang="T11">
                  <a:pos x="T2" y="T3"/>
                </a:cxn>
                <a:cxn ang="T12">
                  <a:pos x="T4" y="T5"/>
                </a:cxn>
                <a:cxn ang="T13">
                  <a:pos x="T6" y="T7"/>
                </a:cxn>
                <a:cxn ang="T14">
                  <a:pos x="T8" y="T9"/>
                </a:cxn>
              </a:cxnLst>
              <a:rect l="T15" t="T16" r="T17" b="T18"/>
              <a:pathLst>
                <a:path w="222" h="523">
                  <a:moveTo>
                    <a:pt x="0" y="119"/>
                  </a:moveTo>
                  <a:lnTo>
                    <a:pt x="150" y="493"/>
                  </a:lnTo>
                  <a:lnTo>
                    <a:pt x="222" y="523"/>
                  </a:lnTo>
                  <a:lnTo>
                    <a:pt x="17" y="0"/>
                  </a:lnTo>
                  <a:lnTo>
                    <a:pt x="0" y="1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7" name="Freeform 277"/>
            <p:cNvSpPr>
              <a:spLocks/>
            </p:cNvSpPr>
            <p:nvPr/>
          </p:nvSpPr>
          <p:spPr bwMode="auto">
            <a:xfrm>
              <a:off x="2903" y="1647"/>
              <a:ext cx="36" cy="62"/>
            </a:xfrm>
            <a:custGeom>
              <a:avLst/>
              <a:gdLst>
                <a:gd name="T0" fmla="*/ 0 w 288"/>
                <a:gd name="T1" fmla="*/ 0 h 498"/>
                <a:gd name="T2" fmla="*/ 0 w 288"/>
                <a:gd name="T3" fmla="*/ 0 h 498"/>
                <a:gd name="T4" fmla="*/ 0 w 288"/>
                <a:gd name="T5" fmla="*/ 0 h 498"/>
                <a:gd name="T6" fmla="*/ 0 w 288"/>
                <a:gd name="T7" fmla="*/ 0 h 498"/>
                <a:gd name="T8" fmla="*/ 0 w 288"/>
                <a:gd name="T9" fmla="*/ 0 h 498"/>
                <a:gd name="T10" fmla="*/ 0 60000 65536"/>
                <a:gd name="T11" fmla="*/ 0 60000 65536"/>
                <a:gd name="T12" fmla="*/ 0 60000 65536"/>
                <a:gd name="T13" fmla="*/ 0 60000 65536"/>
                <a:gd name="T14" fmla="*/ 0 60000 65536"/>
                <a:gd name="T15" fmla="*/ 0 w 288"/>
                <a:gd name="T16" fmla="*/ 0 h 498"/>
                <a:gd name="T17" fmla="*/ 288 w 288"/>
                <a:gd name="T18" fmla="*/ 498 h 498"/>
              </a:gdLst>
              <a:ahLst/>
              <a:cxnLst>
                <a:cxn ang="T10">
                  <a:pos x="T0" y="T1"/>
                </a:cxn>
                <a:cxn ang="T11">
                  <a:pos x="T2" y="T3"/>
                </a:cxn>
                <a:cxn ang="T12">
                  <a:pos x="T4" y="T5"/>
                </a:cxn>
                <a:cxn ang="T13">
                  <a:pos x="T6" y="T7"/>
                </a:cxn>
                <a:cxn ang="T14">
                  <a:pos x="T8" y="T9"/>
                </a:cxn>
              </a:cxnLst>
              <a:rect l="T15" t="T16" r="T17" b="T18"/>
              <a:pathLst>
                <a:path w="288" h="498">
                  <a:moveTo>
                    <a:pt x="0" y="35"/>
                  </a:moveTo>
                  <a:lnTo>
                    <a:pt x="224" y="498"/>
                  </a:lnTo>
                  <a:lnTo>
                    <a:pt x="288" y="477"/>
                  </a:lnTo>
                  <a:lnTo>
                    <a:pt x="36" y="0"/>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8" name="Freeform 278"/>
            <p:cNvSpPr>
              <a:spLocks/>
            </p:cNvSpPr>
            <p:nvPr/>
          </p:nvSpPr>
          <p:spPr bwMode="auto">
            <a:xfrm>
              <a:off x="2761" y="1427"/>
              <a:ext cx="306" cy="232"/>
            </a:xfrm>
            <a:custGeom>
              <a:avLst/>
              <a:gdLst>
                <a:gd name="T0" fmla="*/ 0 w 2454"/>
                <a:gd name="T1" fmla="*/ 0 h 1848"/>
                <a:gd name="T2" fmla="*/ 0 w 2454"/>
                <a:gd name="T3" fmla="*/ 0 h 1848"/>
                <a:gd name="T4" fmla="*/ 0 w 2454"/>
                <a:gd name="T5" fmla="*/ 0 h 1848"/>
                <a:gd name="T6" fmla="*/ 0 w 2454"/>
                <a:gd name="T7" fmla="*/ 0 h 1848"/>
                <a:gd name="T8" fmla="*/ 0 w 2454"/>
                <a:gd name="T9" fmla="*/ 0 h 1848"/>
                <a:gd name="T10" fmla="*/ 0 w 2454"/>
                <a:gd name="T11" fmla="*/ 0 h 1848"/>
                <a:gd name="T12" fmla="*/ 0 w 2454"/>
                <a:gd name="T13" fmla="*/ 0 h 1848"/>
                <a:gd name="T14" fmla="*/ 0 w 2454"/>
                <a:gd name="T15" fmla="*/ 0 h 1848"/>
                <a:gd name="T16" fmla="*/ 0 w 2454"/>
                <a:gd name="T17" fmla="*/ 0 h 1848"/>
                <a:gd name="T18" fmla="*/ 0 w 2454"/>
                <a:gd name="T19" fmla="*/ 0 h 1848"/>
                <a:gd name="T20" fmla="*/ 0 w 2454"/>
                <a:gd name="T21" fmla="*/ 0 h 1848"/>
                <a:gd name="T22" fmla="*/ 0 w 2454"/>
                <a:gd name="T23" fmla="*/ 0 h 1848"/>
                <a:gd name="T24" fmla="*/ 0 w 2454"/>
                <a:gd name="T25" fmla="*/ 0 h 1848"/>
                <a:gd name="T26" fmla="*/ 0 w 2454"/>
                <a:gd name="T27" fmla="*/ 0 h 1848"/>
                <a:gd name="T28" fmla="*/ 0 w 2454"/>
                <a:gd name="T29" fmla="*/ 0 h 1848"/>
                <a:gd name="T30" fmla="*/ 0 w 2454"/>
                <a:gd name="T31" fmla="*/ 0 h 1848"/>
                <a:gd name="T32" fmla="*/ 0 w 2454"/>
                <a:gd name="T33" fmla="*/ 0 h 1848"/>
                <a:gd name="T34" fmla="*/ 0 w 2454"/>
                <a:gd name="T35" fmla="*/ 0 h 1848"/>
                <a:gd name="T36" fmla="*/ 0 w 2454"/>
                <a:gd name="T37" fmla="*/ 0 h 1848"/>
                <a:gd name="T38" fmla="*/ 0 w 2454"/>
                <a:gd name="T39" fmla="*/ 0 h 1848"/>
                <a:gd name="T40" fmla="*/ 0 w 2454"/>
                <a:gd name="T41" fmla="*/ 0 h 1848"/>
                <a:gd name="T42" fmla="*/ 0 w 2454"/>
                <a:gd name="T43" fmla="*/ 0 h 1848"/>
                <a:gd name="T44" fmla="*/ 0 w 2454"/>
                <a:gd name="T45" fmla="*/ 0 h 1848"/>
                <a:gd name="T46" fmla="*/ 0 w 2454"/>
                <a:gd name="T47" fmla="*/ 0 h 1848"/>
                <a:gd name="T48" fmla="*/ 0 w 2454"/>
                <a:gd name="T49" fmla="*/ 0 h 1848"/>
                <a:gd name="T50" fmla="*/ 0 w 2454"/>
                <a:gd name="T51" fmla="*/ 0 h 1848"/>
                <a:gd name="T52" fmla="*/ 0 w 2454"/>
                <a:gd name="T53" fmla="*/ 0 h 184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454"/>
                <a:gd name="T82" fmla="*/ 0 h 1848"/>
                <a:gd name="T83" fmla="*/ 2454 w 2454"/>
                <a:gd name="T84" fmla="*/ 1848 h 184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454" h="1848">
                  <a:moveTo>
                    <a:pt x="226" y="1063"/>
                  </a:moveTo>
                  <a:lnTo>
                    <a:pt x="323" y="1046"/>
                  </a:lnTo>
                  <a:lnTo>
                    <a:pt x="672" y="790"/>
                  </a:lnTo>
                  <a:lnTo>
                    <a:pt x="943" y="817"/>
                  </a:lnTo>
                  <a:lnTo>
                    <a:pt x="1804" y="960"/>
                  </a:lnTo>
                  <a:lnTo>
                    <a:pt x="2092" y="1063"/>
                  </a:lnTo>
                  <a:lnTo>
                    <a:pt x="1965" y="1735"/>
                  </a:lnTo>
                  <a:lnTo>
                    <a:pt x="2037" y="1848"/>
                  </a:lnTo>
                  <a:lnTo>
                    <a:pt x="2297" y="1666"/>
                  </a:lnTo>
                  <a:lnTo>
                    <a:pt x="2357" y="1544"/>
                  </a:lnTo>
                  <a:lnTo>
                    <a:pt x="2419" y="1364"/>
                  </a:lnTo>
                  <a:lnTo>
                    <a:pt x="2454" y="1248"/>
                  </a:lnTo>
                  <a:lnTo>
                    <a:pt x="2444" y="1122"/>
                  </a:lnTo>
                  <a:lnTo>
                    <a:pt x="2403" y="1059"/>
                  </a:lnTo>
                  <a:lnTo>
                    <a:pt x="2223" y="1009"/>
                  </a:lnTo>
                  <a:lnTo>
                    <a:pt x="2025" y="380"/>
                  </a:lnTo>
                  <a:lnTo>
                    <a:pt x="1848" y="173"/>
                  </a:lnTo>
                  <a:lnTo>
                    <a:pt x="1472" y="11"/>
                  </a:lnTo>
                  <a:lnTo>
                    <a:pt x="1264" y="0"/>
                  </a:lnTo>
                  <a:lnTo>
                    <a:pt x="1004" y="27"/>
                  </a:lnTo>
                  <a:lnTo>
                    <a:pt x="760" y="76"/>
                  </a:lnTo>
                  <a:lnTo>
                    <a:pt x="554" y="207"/>
                  </a:lnTo>
                  <a:lnTo>
                    <a:pt x="202" y="633"/>
                  </a:lnTo>
                  <a:lnTo>
                    <a:pt x="0" y="982"/>
                  </a:lnTo>
                  <a:lnTo>
                    <a:pt x="88" y="1035"/>
                  </a:lnTo>
                  <a:lnTo>
                    <a:pt x="127" y="1162"/>
                  </a:lnTo>
                  <a:lnTo>
                    <a:pt x="226" y="106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9" name="Freeform 279"/>
            <p:cNvSpPr>
              <a:spLocks/>
            </p:cNvSpPr>
            <p:nvPr/>
          </p:nvSpPr>
          <p:spPr bwMode="auto">
            <a:xfrm>
              <a:off x="2918" y="1648"/>
              <a:ext cx="22" cy="16"/>
            </a:xfrm>
            <a:custGeom>
              <a:avLst/>
              <a:gdLst>
                <a:gd name="T0" fmla="*/ 0 w 171"/>
                <a:gd name="T1" fmla="*/ 0 h 132"/>
                <a:gd name="T2" fmla="*/ 0 w 171"/>
                <a:gd name="T3" fmla="*/ 0 h 132"/>
                <a:gd name="T4" fmla="*/ 0 w 171"/>
                <a:gd name="T5" fmla="*/ 0 h 132"/>
                <a:gd name="T6" fmla="*/ 0 w 171"/>
                <a:gd name="T7" fmla="*/ 0 h 132"/>
                <a:gd name="T8" fmla="*/ 0 w 171"/>
                <a:gd name="T9" fmla="*/ 0 h 132"/>
                <a:gd name="T10" fmla="*/ 0 w 171"/>
                <a:gd name="T11" fmla="*/ 0 h 132"/>
                <a:gd name="T12" fmla="*/ 0 60000 65536"/>
                <a:gd name="T13" fmla="*/ 0 60000 65536"/>
                <a:gd name="T14" fmla="*/ 0 60000 65536"/>
                <a:gd name="T15" fmla="*/ 0 60000 65536"/>
                <a:gd name="T16" fmla="*/ 0 60000 65536"/>
                <a:gd name="T17" fmla="*/ 0 60000 65536"/>
                <a:gd name="T18" fmla="*/ 0 w 171"/>
                <a:gd name="T19" fmla="*/ 0 h 132"/>
                <a:gd name="T20" fmla="*/ 171 w 171"/>
                <a:gd name="T21" fmla="*/ 132 h 132"/>
              </a:gdLst>
              <a:ahLst/>
              <a:cxnLst>
                <a:cxn ang="T12">
                  <a:pos x="T0" y="T1"/>
                </a:cxn>
                <a:cxn ang="T13">
                  <a:pos x="T2" y="T3"/>
                </a:cxn>
                <a:cxn ang="T14">
                  <a:pos x="T4" y="T5"/>
                </a:cxn>
                <a:cxn ang="T15">
                  <a:pos x="T6" y="T7"/>
                </a:cxn>
                <a:cxn ang="T16">
                  <a:pos x="T8" y="T9"/>
                </a:cxn>
                <a:cxn ang="T17">
                  <a:pos x="T10" y="T11"/>
                </a:cxn>
              </a:cxnLst>
              <a:rect l="T18" t="T19" r="T20" b="T21"/>
              <a:pathLst>
                <a:path w="171" h="132">
                  <a:moveTo>
                    <a:pt x="0" y="51"/>
                  </a:moveTo>
                  <a:lnTo>
                    <a:pt x="72" y="132"/>
                  </a:lnTo>
                  <a:lnTo>
                    <a:pt x="171" y="40"/>
                  </a:lnTo>
                  <a:lnTo>
                    <a:pt x="102" y="0"/>
                  </a:lnTo>
                  <a:lnTo>
                    <a:pt x="17" y="0"/>
                  </a:lnTo>
                  <a:lnTo>
                    <a:pt x="0" y="5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0" name="Freeform 280"/>
            <p:cNvSpPr>
              <a:spLocks/>
            </p:cNvSpPr>
            <p:nvPr/>
          </p:nvSpPr>
          <p:spPr bwMode="auto">
            <a:xfrm>
              <a:off x="2822" y="1617"/>
              <a:ext cx="31" cy="19"/>
            </a:xfrm>
            <a:custGeom>
              <a:avLst/>
              <a:gdLst>
                <a:gd name="T0" fmla="*/ 0 w 251"/>
                <a:gd name="T1" fmla="*/ 0 h 148"/>
                <a:gd name="T2" fmla="*/ 0 w 251"/>
                <a:gd name="T3" fmla="*/ 0 h 148"/>
                <a:gd name="T4" fmla="*/ 0 w 251"/>
                <a:gd name="T5" fmla="*/ 0 h 148"/>
                <a:gd name="T6" fmla="*/ 0 w 251"/>
                <a:gd name="T7" fmla="*/ 0 h 148"/>
                <a:gd name="T8" fmla="*/ 0 w 251"/>
                <a:gd name="T9" fmla="*/ 0 h 148"/>
                <a:gd name="T10" fmla="*/ 0 w 251"/>
                <a:gd name="T11" fmla="*/ 0 h 148"/>
                <a:gd name="T12" fmla="*/ 0 w 251"/>
                <a:gd name="T13" fmla="*/ 0 h 148"/>
                <a:gd name="T14" fmla="*/ 0 60000 65536"/>
                <a:gd name="T15" fmla="*/ 0 60000 65536"/>
                <a:gd name="T16" fmla="*/ 0 60000 65536"/>
                <a:gd name="T17" fmla="*/ 0 60000 65536"/>
                <a:gd name="T18" fmla="*/ 0 60000 65536"/>
                <a:gd name="T19" fmla="*/ 0 60000 65536"/>
                <a:gd name="T20" fmla="*/ 0 60000 65536"/>
                <a:gd name="T21" fmla="*/ 0 w 251"/>
                <a:gd name="T22" fmla="*/ 0 h 148"/>
                <a:gd name="T23" fmla="*/ 251 w 251"/>
                <a:gd name="T24" fmla="*/ 148 h 1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1" h="148">
                  <a:moveTo>
                    <a:pt x="0" y="46"/>
                  </a:moveTo>
                  <a:lnTo>
                    <a:pt x="83" y="127"/>
                  </a:lnTo>
                  <a:lnTo>
                    <a:pt x="182" y="148"/>
                  </a:lnTo>
                  <a:lnTo>
                    <a:pt x="251" y="35"/>
                  </a:lnTo>
                  <a:lnTo>
                    <a:pt x="140" y="0"/>
                  </a:lnTo>
                  <a:lnTo>
                    <a:pt x="24" y="12"/>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1" name="Freeform 281"/>
            <p:cNvSpPr>
              <a:spLocks/>
            </p:cNvSpPr>
            <p:nvPr/>
          </p:nvSpPr>
          <p:spPr bwMode="auto">
            <a:xfrm>
              <a:off x="3202" y="1627"/>
              <a:ext cx="73" cy="117"/>
            </a:xfrm>
            <a:custGeom>
              <a:avLst/>
              <a:gdLst>
                <a:gd name="T0" fmla="*/ 0 w 585"/>
                <a:gd name="T1" fmla="*/ 0 h 936"/>
                <a:gd name="T2" fmla="*/ 0 w 585"/>
                <a:gd name="T3" fmla="*/ 0 h 936"/>
                <a:gd name="T4" fmla="*/ 0 w 585"/>
                <a:gd name="T5" fmla="*/ 0 h 936"/>
                <a:gd name="T6" fmla="*/ 0 w 585"/>
                <a:gd name="T7" fmla="*/ 0 h 936"/>
                <a:gd name="T8" fmla="*/ 0 w 585"/>
                <a:gd name="T9" fmla="*/ 0 h 936"/>
                <a:gd name="T10" fmla="*/ 0 w 585"/>
                <a:gd name="T11" fmla="*/ 0 h 936"/>
                <a:gd name="T12" fmla="*/ 0 w 585"/>
                <a:gd name="T13" fmla="*/ 0 h 936"/>
                <a:gd name="T14" fmla="*/ 0 w 585"/>
                <a:gd name="T15" fmla="*/ 0 h 936"/>
                <a:gd name="T16" fmla="*/ 0 w 585"/>
                <a:gd name="T17" fmla="*/ 0 h 936"/>
                <a:gd name="T18" fmla="*/ 0 w 585"/>
                <a:gd name="T19" fmla="*/ 0 h 936"/>
                <a:gd name="T20" fmla="*/ 0 w 585"/>
                <a:gd name="T21" fmla="*/ 0 h 936"/>
                <a:gd name="T22" fmla="*/ 0 w 585"/>
                <a:gd name="T23" fmla="*/ 0 h 936"/>
                <a:gd name="T24" fmla="*/ 0 w 585"/>
                <a:gd name="T25" fmla="*/ 0 h 936"/>
                <a:gd name="T26" fmla="*/ 0 w 585"/>
                <a:gd name="T27" fmla="*/ 0 h 936"/>
                <a:gd name="T28" fmla="*/ 0 w 585"/>
                <a:gd name="T29" fmla="*/ 0 h 936"/>
                <a:gd name="T30" fmla="*/ 0 w 585"/>
                <a:gd name="T31" fmla="*/ 0 h 936"/>
                <a:gd name="T32" fmla="*/ 0 w 585"/>
                <a:gd name="T33" fmla="*/ 0 h 936"/>
                <a:gd name="T34" fmla="*/ 0 w 585"/>
                <a:gd name="T35" fmla="*/ 0 h 936"/>
                <a:gd name="T36" fmla="*/ 0 w 585"/>
                <a:gd name="T37" fmla="*/ 0 h 936"/>
                <a:gd name="T38" fmla="*/ 0 w 585"/>
                <a:gd name="T39" fmla="*/ 0 h 936"/>
                <a:gd name="T40" fmla="*/ 0 w 585"/>
                <a:gd name="T41" fmla="*/ 0 h 936"/>
                <a:gd name="T42" fmla="*/ 0 w 585"/>
                <a:gd name="T43" fmla="*/ 0 h 936"/>
                <a:gd name="T44" fmla="*/ 0 w 585"/>
                <a:gd name="T45" fmla="*/ 0 h 936"/>
                <a:gd name="T46" fmla="*/ 0 w 585"/>
                <a:gd name="T47" fmla="*/ 0 h 936"/>
                <a:gd name="T48" fmla="*/ 0 w 585"/>
                <a:gd name="T49" fmla="*/ 0 h 936"/>
                <a:gd name="T50" fmla="*/ 0 w 585"/>
                <a:gd name="T51" fmla="*/ 0 h 936"/>
                <a:gd name="T52" fmla="*/ 0 w 585"/>
                <a:gd name="T53" fmla="*/ 0 h 936"/>
                <a:gd name="T54" fmla="*/ 0 w 585"/>
                <a:gd name="T55" fmla="*/ 0 h 936"/>
                <a:gd name="T56" fmla="*/ 0 w 585"/>
                <a:gd name="T57" fmla="*/ 0 h 936"/>
                <a:gd name="T58" fmla="*/ 0 w 585"/>
                <a:gd name="T59" fmla="*/ 0 h 936"/>
                <a:gd name="T60" fmla="*/ 0 w 585"/>
                <a:gd name="T61" fmla="*/ 0 h 936"/>
                <a:gd name="T62" fmla="*/ 0 w 585"/>
                <a:gd name="T63" fmla="*/ 0 h 936"/>
                <a:gd name="T64" fmla="*/ 0 w 585"/>
                <a:gd name="T65" fmla="*/ 0 h 936"/>
                <a:gd name="T66" fmla="*/ 0 w 585"/>
                <a:gd name="T67" fmla="*/ 0 h 9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85"/>
                <a:gd name="T103" fmla="*/ 0 h 936"/>
                <a:gd name="T104" fmla="*/ 585 w 585"/>
                <a:gd name="T105" fmla="*/ 936 h 9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85" h="936">
                  <a:moveTo>
                    <a:pt x="532" y="0"/>
                  </a:moveTo>
                  <a:lnTo>
                    <a:pt x="464" y="79"/>
                  </a:lnTo>
                  <a:lnTo>
                    <a:pt x="407" y="22"/>
                  </a:lnTo>
                  <a:lnTo>
                    <a:pt x="315" y="22"/>
                  </a:lnTo>
                  <a:lnTo>
                    <a:pt x="137" y="129"/>
                  </a:lnTo>
                  <a:lnTo>
                    <a:pt x="18" y="277"/>
                  </a:lnTo>
                  <a:lnTo>
                    <a:pt x="0" y="398"/>
                  </a:lnTo>
                  <a:lnTo>
                    <a:pt x="18" y="532"/>
                  </a:lnTo>
                  <a:lnTo>
                    <a:pt x="62" y="592"/>
                  </a:lnTo>
                  <a:lnTo>
                    <a:pt x="112" y="620"/>
                  </a:lnTo>
                  <a:lnTo>
                    <a:pt x="62" y="562"/>
                  </a:lnTo>
                  <a:lnTo>
                    <a:pt x="53" y="484"/>
                  </a:lnTo>
                  <a:lnTo>
                    <a:pt x="77" y="407"/>
                  </a:lnTo>
                  <a:lnTo>
                    <a:pt x="143" y="301"/>
                  </a:lnTo>
                  <a:lnTo>
                    <a:pt x="222" y="262"/>
                  </a:lnTo>
                  <a:lnTo>
                    <a:pt x="264" y="235"/>
                  </a:lnTo>
                  <a:lnTo>
                    <a:pt x="222" y="301"/>
                  </a:lnTo>
                  <a:lnTo>
                    <a:pt x="200" y="407"/>
                  </a:lnTo>
                  <a:lnTo>
                    <a:pt x="213" y="484"/>
                  </a:lnTo>
                  <a:lnTo>
                    <a:pt x="235" y="558"/>
                  </a:lnTo>
                  <a:lnTo>
                    <a:pt x="283" y="613"/>
                  </a:lnTo>
                  <a:lnTo>
                    <a:pt x="350" y="659"/>
                  </a:lnTo>
                  <a:lnTo>
                    <a:pt x="350" y="688"/>
                  </a:lnTo>
                  <a:lnTo>
                    <a:pt x="378" y="735"/>
                  </a:lnTo>
                  <a:lnTo>
                    <a:pt x="435" y="776"/>
                  </a:lnTo>
                  <a:lnTo>
                    <a:pt x="486" y="936"/>
                  </a:lnTo>
                  <a:lnTo>
                    <a:pt x="479" y="754"/>
                  </a:lnTo>
                  <a:lnTo>
                    <a:pt x="506" y="730"/>
                  </a:lnTo>
                  <a:lnTo>
                    <a:pt x="585" y="747"/>
                  </a:lnTo>
                  <a:lnTo>
                    <a:pt x="474" y="688"/>
                  </a:lnTo>
                  <a:lnTo>
                    <a:pt x="382" y="652"/>
                  </a:lnTo>
                  <a:lnTo>
                    <a:pt x="389" y="507"/>
                  </a:lnTo>
                  <a:lnTo>
                    <a:pt x="455" y="228"/>
                  </a:lnTo>
                  <a:lnTo>
                    <a:pt x="5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2" name="Freeform 282"/>
            <p:cNvSpPr>
              <a:spLocks/>
            </p:cNvSpPr>
            <p:nvPr/>
          </p:nvSpPr>
          <p:spPr bwMode="auto">
            <a:xfrm>
              <a:off x="3255" y="1722"/>
              <a:ext cx="39" cy="52"/>
            </a:xfrm>
            <a:custGeom>
              <a:avLst/>
              <a:gdLst>
                <a:gd name="T0" fmla="*/ 0 w 310"/>
                <a:gd name="T1" fmla="*/ 0 h 417"/>
                <a:gd name="T2" fmla="*/ 0 w 310"/>
                <a:gd name="T3" fmla="*/ 0 h 417"/>
                <a:gd name="T4" fmla="*/ 0 w 310"/>
                <a:gd name="T5" fmla="*/ 0 h 417"/>
                <a:gd name="T6" fmla="*/ 0 w 310"/>
                <a:gd name="T7" fmla="*/ 0 h 417"/>
                <a:gd name="T8" fmla="*/ 0 w 310"/>
                <a:gd name="T9" fmla="*/ 0 h 417"/>
                <a:gd name="T10" fmla="*/ 0 w 310"/>
                <a:gd name="T11" fmla="*/ 0 h 417"/>
                <a:gd name="T12" fmla="*/ 0 w 310"/>
                <a:gd name="T13" fmla="*/ 0 h 417"/>
                <a:gd name="T14" fmla="*/ 0 w 310"/>
                <a:gd name="T15" fmla="*/ 0 h 417"/>
                <a:gd name="T16" fmla="*/ 0 w 310"/>
                <a:gd name="T17" fmla="*/ 0 h 417"/>
                <a:gd name="T18" fmla="*/ 0 w 310"/>
                <a:gd name="T19" fmla="*/ 0 h 417"/>
                <a:gd name="T20" fmla="*/ 0 w 310"/>
                <a:gd name="T21" fmla="*/ 0 h 417"/>
                <a:gd name="T22" fmla="*/ 0 w 310"/>
                <a:gd name="T23" fmla="*/ 0 h 417"/>
                <a:gd name="T24" fmla="*/ 0 w 310"/>
                <a:gd name="T25" fmla="*/ 0 h 417"/>
                <a:gd name="T26" fmla="*/ 0 w 310"/>
                <a:gd name="T27" fmla="*/ 0 h 4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10"/>
                <a:gd name="T43" fmla="*/ 0 h 417"/>
                <a:gd name="T44" fmla="*/ 310 w 310"/>
                <a:gd name="T45" fmla="*/ 417 h 4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10" h="417">
                  <a:moveTo>
                    <a:pt x="0" y="0"/>
                  </a:moveTo>
                  <a:lnTo>
                    <a:pt x="126" y="96"/>
                  </a:lnTo>
                  <a:lnTo>
                    <a:pt x="310" y="202"/>
                  </a:lnTo>
                  <a:lnTo>
                    <a:pt x="297" y="237"/>
                  </a:lnTo>
                  <a:lnTo>
                    <a:pt x="310" y="248"/>
                  </a:lnTo>
                  <a:lnTo>
                    <a:pt x="126" y="417"/>
                  </a:lnTo>
                  <a:lnTo>
                    <a:pt x="115" y="387"/>
                  </a:lnTo>
                  <a:lnTo>
                    <a:pt x="163" y="302"/>
                  </a:lnTo>
                  <a:lnTo>
                    <a:pt x="143" y="242"/>
                  </a:lnTo>
                  <a:lnTo>
                    <a:pt x="27" y="248"/>
                  </a:lnTo>
                  <a:lnTo>
                    <a:pt x="80" y="202"/>
                  </a:lnTo>
                  <a:lnTo>
                    <a:pt x="108" y="173"/>
                  </a:lnTo>
                  <a:lnTo>
                    <a:pt x="55" y="9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3" name="Freeform 283"/>
            <p:cNvSpPr>
              <a:spLocks/>
            </p:cNvSpPr>
            <p:nvPr/>
          </p:nvSpPr>
          <p:spPr bwMode="auto">
            <a:xfrm>
              <a:off x="3230" y="1757"/>
              <a:ext cx="51" cy="106"/>
            </a:xfrm>
            <a:custGeom>
              <a:avLst/>
              <a:gdLst>
                <a:gd name="T0" fmla="*/ 0 w 409"/>
                <a:gd name="T1" fmla="*/ 0 h 848"/>
                <a:gd name="T2" fmla="*/ 0 w 409"/>
                <a:gd name="T3" fmla="*/ 0 h 848"/>
                <a:gd name="T4" fmla="*/ 0 w 409"/>
                <a:gd name="T5" fmla="*/ 0 h 848"/>
                <a:gd name="T6" fmla="*/ 0 w 409"/>
                <a:gd name="T7" fmla="*/ 0 h 848"/>
                <a:gd name="T8" fmla="*/ 0 w 409"/>
                <a:gd name="T9" fmla="*/ 0 h 848"/>
                <a:gd name="T10" fmla="*/ 0 w 409"/>
                <a:gd name="T11" fmla="*/ 0 h 848"/>
                <a:gd name="T12" fmla="*/ 0 w 409"/>
                <a:gd name="T13" fmla="*/ 0 h 848"/>
                <a:gd name="T14" fmla="*/ 0 w 409"/>
                <a:gd name="T15" fmla="*/ 0 h 848"/>
                <a:gd name="T16" fmla="*/ 0 w 409"/>
                <a:gd name="T17" fmla="*/ 0 h 848"/>
                <a:gd name="T18" fmla="*/ 0 w 409"/>
                <a:gd name="T19" fmla="*/ 0 h 848"/>
                <a:gd name="T20" fmla="*/ 0 w 409"/>
                <a:gd name="T21" fmla="*/ 0 h 848"/>
                <a:gd name="T22" fmla="*/ 0 w 409"/>
                <a:gd name="T23" fmla="*/ 0 h 848"/>
                <a:gd name="T24" fmla="*/ 0 w 409"/>
                <a:gd name="T25" fmla="*/ 0 h 848"/>
                <a:gd name="T26" fmla="*/ 0 w 409"/>
                <a:gd name="T27" fmla="*/ 0 h 848"/>
                <a:gd name="T28" fmla="*/ 0 w 409"/>
                <a:gd name="T29" fmla="*/ 0 h 848"/>
                <a:gd name="T30" fmla="*/ 0 w 409"/>
                <a:gd name="T31" fmla="*/ 0 h 848"/>
                <a:gd name="T32" fmla="*/ 0 w 409"/>
                <a:gd name="T33" fmla="*/ 0 h 848"/>
                <a:gd name="T34" fmla="*/ 0 w 409"/>
                <a:gd name="T35" fmla="*/ 0 h 848"/>
                <a:gd name="T36" fmla="*/ 0 w 409"/>
                <a:gd name="T37" fmla="*/ 0 h 848"/>
                <a:gd name="T38" fmla="*/ 0 w 409"/>
                <a:gd name="T39" fmla="*/ 0 h 848"/>
                <a:gd name="T40" fmla="*/ 0 w 409"/>
                <a:gd name="T41" fmla="*/ 0 h 848"/>
                <a:gd name="T42" fmla="*/ 0 w 409"/>
                <a:gd name="T43" fmla="*/ 0 h 848"/>
                <a:gd name="T44" fmla="*/ 0 w 409"/>
                <a:gd name="T45" fmla="*/ 0 h 848"/>
                <a:gd name="T46" fmla="*/ 0 w 409"/>
                <a:gd name="T47" fmla="*/ 0 h 848"/>
                <a:gd name="T48" fmla="*/ 0 w 409"/>
                <a:gd name="T49" fmla="*/ 0 h 848"/>
                <a:gd name="T50" fmla="*/ 0 w 409"/>
                <a:gd name="T51" fmla="*/ 0 h 84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09"/>
                <a:gd name="T79" fmla="*/ 0 h 848"/>
                <a:gd name="T80" fmla="*/ 409 w 409"/>
                <a:gd name="T81" fmla="*/ 848 h 84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09" h="848">
                  <a:moveTo>
                    <a:pt x="264" y="0"/>
                  </a:moveTo>
                  <a:lnTo>
                    <a:pt x="252" y="55"/>
                  </a:lnTo>
                  <a:lnTo>
                    <a:pt x="202" y="200"/>
                  </a:lnTo>
                  <a:lnTo>
                    <a:pt x="97" y="401"/>
                  </a:lnTo>
                  <a:lnTo>
                    <a:pt x="0" y="606"/>
                  </a:lnTo>
                  <a:lnTo>
                    <a:pt x="0" y="661"/>
                  </a:lnTo>
                  <a:lnTo>
                    <a:pt x="61" y="696"/>
                  </a:lnTo>
                  <a:lnTo>
                    <a:pt x="220" y="719"/>
                  </a:lnTo>
                  <a:lnTo>
                    <a:pt x="317" y="740"/>
                  </a:lnTo>
                  <a:lnTo>
                    <a:pt x="338" y="753"/>
                  </a:lnTo>
                  <a:lnTo>
                    <a:pt x="354" y="809"/>
                  </a:lnTo>
                  <a:lnTo>
                    <a:pt x="365" y="848"/>
                  </a:lnTo>
                  <a:lnTo>
                    <a:pt x="354" y="740"/>
                  </a:lnTo>
                  <a:lnTo>
                    <a:pt x="328" y="696"/>
                  </a:lnTo>
                  <a:lnTo>
                    <a:pt x="354" y="666"/>
                  </a:lnTo>
                  <a:lnTo>
                    <a:pt x="409" y="633"/>
                  </a:lnTo>
                  <a:lnTo>
                    <a:pt x="391" y="615"/>
                  </a:lnTo>
                  <a:lnTo>
                    <a:pt x="338" y="615"/>
                  </a:lnTo>
                  <a:lnTo>
                    <a:pt x="202" y="641"/>
                  </a:lnTo>
                  <a:lnTo>
                    <a:pt x="97" y="666"/>
                  </a:lnTo>
                  <a:lnTo>
                    <a:pt x="35" y="661"/>
                  </a:lnTo>
                  <a:lnTo>
                    <a:pt x="13" y="626"/>
                  </a:lnTo>
                  <a:lnTo>
                    <a:pt x="13" y="590"/>
                  </a:lnTo>
                  <a:lnTo>
                    <a:pt x="218" y="200"/>
                  </a:lnTo>
                  <a:lnTo>
                    <a:pt x="233" y="120"/>
                  </a:lnTo>
                  <a:lnTo>
                    <a:pt x="2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4" name="Freeform 284"/>
            <p:cNvSpPr>
              <a:spLocks/>
            </p:cNvSpPr>
            <p:nvPr/>
          </p:nvSpPr>
          <p:spPr bwMode="auto">
            <a:xfrm>
              <a:off x="3275" y="1809"/>
              <a:ext cx="57" cy="85"/>
            </a:xfrm>
            <a:custGeom>
              <a:avLst/>
              <a:gdLst>
                <a:gd name="T0" fmla="*/ 0 w 452"/>
                <a:gd name="T1" fmla="*/ 0 h 679"/>
                <a:gd name="T2" fmla="*/ 0 w 452"/>
                <a:gd name="T3" fmla="*/ 0 h 679"/>
                <a:gd name="T4" fmla="*/ 0 w 452"/>
                <a:gd name="T5" fmla="*/ 0 h 679"/>
                <a:gd name="T6" fmla="*/ 0 w 452"/>
                <a:gd name="T7" fmla="*/ 0 h 679"/>
                <a:gd name="T8" fmla="*/ 0 w 452"/>
                <a:gd name="T9" fmla="*/ 0 h 679"/>
                <a:gd name="T10" fmla="*/ 0 w 452"/>
                <a:gd name="T11" fmla="*/ 0 h 679"/>
                <a:gd name="T12" fmla="*/ 0 w 452"/>
                <a:gd name="T13" fmla="*/ 0 h 679"/>
                <a:gd name="T14" fmla="*/ 0 w 452"/>
                <a:gd name="T15" fmla="*/ 0 h 679"/>
                <a:gd name="T16" fmla="*/ 0 w 452"/>
                <a:gd name="T17" fmla="*/ 0 h 679"/>
                <a:gd name="T18" fmla="*/ 0 w 452"/>
                <a:gd name="T19" fmla="*/ 0 h 679"/>
                <a:gd name="T20" fmla="*/ 0 w 452"/>
                <a:gd name="T21" fmla="*/ 0 h 679"/>
                <a:gd name="T22" fmla="*/ 0 w 452"/>
                <a:gd name="T23" fmla="*/ 0 h 679"/>
                <a:gd name="T24" fmla="*/ 0 w 452"/>
                <a:gd name="T25" fmla="*/ 0 h 679"/>
                <a:gd name="T26" fmla="*/ 0 w 452"/>
                <a:gd name="T27" fmla="*/ 0 h 679"/>
                <a:gd name="T28" fmla="*/ 0 w 452"/>
                <a:gd name="T29" fmla="*/ 0 h 679"/>
                <a:gd name="T30" fmla="*/ 0 w 452"/>
                <a:gd name="T31" fmla="*/ 0 h 679"/>
                <a:gd name="T32" fmla="*/ 0 w 452"/>
                <a:gd name="T33" fmla="*/ 0 h 679"/>
                <a:gd name="T34" fmla="*/ 0 w 452"/>
                <a:gd name="T35" fmla="*/ 0 h 679"/>
                <a:gd name="T36" fmla="*/ 0 w 452"/>
                <a:gd name="T37" fmla="*/ 0 h 67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52"/>
                <a:gd name="T58" fmla="*/ 0 h 679"/>
                <a:gd name="T59" fmla="*/ 452 w 452"/>
                <a:gd name="T60" fmla="*/ 679 h 67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52" h="679">
                  <a:moveTo>
                    <a:pt x="0" y="0"/>
                  </a:moveTo>
                  <a:lnTo>
                    <a:pt x="28" y="101"/>
                  </a:lnTo>
                  <a:lnTo>
                    <a:pt x="72" y="180"/>
                  </a:lnTo>
                  <a:lnTo>
                    <a:pt x="154" y="277"/>
                  </a:lnTo>
                  <a:lnTo>
                    <a:pt x="283" y="338"/>
                  </a:lnTo>
                  <a:lnTo>
                    <a:pt x="404" y="433"/>
                  </a:lnTo>
                  <a:lnTo>
                    <a:pt x="424" y="484"/>
                  </a:lnTo>
                  <a:lnTo>
                    <a:pt x="452" y="679"/>
                  </a:lnTo>
                  <a:lnTo>
                    <a:pt x="404" y="574"/>
                  </a:lnTo>
                  <a:lnTo>
                    <a:pt x="283" y="463"/>
                  </a:lnTo>
                  <a:lnTo>
                    <a:pt x="184" y="457"/>
                  </a:lnTo>
                  <a:lnTo>
                    <a:pt x="53" y="495"/>
                  </a:lnTo>
                  <a:lnTo>
                    <a:pt x="0" y="457"/>
                  </a:lnTo>
                  <a:lnTo>
                    <a:pt x="72" y="413"/>
                  </a:lnTo>
                  <a:lnTo>
                    <a:pt x="166" y="403"/>
                  </a:lnTo>
                  <a:lnTo>
                    <a:pt x="256" y="394"/>
                  </a:lnTo>
                  <a:lnTo>
                    <a:pt x="120" y="281"/>
                  </a:lnTo>
                  <a:lnTo>
                    <a:pt x="53" y="17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5" name="Freeform 285"/>
            <p:cNvSpPr>
              <a:spLocks/>
            </p:cNvSpPr>
            <p:nvPr/>
          </p:nvSpPr>
          <p:spPr bwMode="auto">
            <a:xfrm>
              <a:off x="3292" y="1873"/>
              <a:ext cx="23" cy="21"/>
            </a:xfrm>
            <a:custGeom>
              <a:avLst/>
              <a:gdLst>
                <a:gd name="T0" fmla="*/ 0 w 182"/>
                <a:gd name="T1" fmla="*/ 0 h 170"/>
                <a:gd name="T2" fmla="*/ 0 w 182"/>
                <a:gd name="T3" fmla="*/ 0 h 170"/>
                <a:gd name="T4" fmla="*/ 0 w 182"/>
                <a:gd name="T5" fmla="*/ 0 h 170"/>
                <a:gd name="T6" fmla="*/ 0 w 182"/>
                <a:gd name="T7" fmla="*/ 0 h 170"/>
                <a:gd name="T8" fmla="*/ 0 w 182"/>
                <a:gd name="T9" fmla="*/ 0 h 170"/>
                <a:gd name="T10" fmla="*/ 0 w 182"/>
                <a:gd name="T11" fmla="*/ 0 h 170"/>
                <a:gd name="T12" fmla="*/ 0 w 182"/>
                <a:gd name="T13" fmla="*/ 0 h 170"/>
                <a:gd name="T14" fmla="*/ 0 w 182"/>
                <a:gd name="T15" fmla="*/ 0 h 170"/>
                <a:gd name="T16" fmla="*/ 0 w 182"/>
                <a:gd name="T17" fmla="*/ 0 h 1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2"/>
                <a:gd name="T28" fmla="*/ 0 h 170"/>
                <a:gd name="T29" fmla="*/ 182 w 182"/>
                <a:gd name="T30" fmla="*/ 170 h 1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2" h="170">
                  <a:moveTo>
                    <a:pt x="182" y="0"/>
                  </a:moveTo>
                  <a:lnTo>
                    <a:pt x="123" y="85"/>
                  </a:lnTo>
                  <a:lnTo>
                    <a:pt x="62" y="111"/>
                  </a:lnTo>
                  <a:lnTo>
                    <a:pt x="0" y="146"/>
                  </a:lnTo>
                  <a:lnTo>
                    <a:pt x="0" y="170"/>
                  </a:lnTo>
                  <a:lnTo>
                    <a:pt x="92" y="115"/>
                  </a:lnTo>
                  <a:lnTo>
                    <a:pt x="147" y="99"/>
                  </a:lnTo>
                  <a:lnTo>
                    <a:pt x="173" y="30"/>
                  </a:lnTo>
                  <a:lnTo>
                    <a:pt x="18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6" name="Freeform 286"/>
            <p:cNvSpPr>
              <a:spLocks/>
            </p:cNvSpPr>
            <p:nvPr/>
          </p:nvSpPr>
          <p:spPr bwMode="auto">
            <a:xfrm>
              <a:off x="3292" y="1848"/>
              <a:ext cx="169" cy="145"/>
            </a:xfrm>
            <a:custGeom>
              <a:avLst/>
              <a:gdLst>
                <a:gd name="T0" fmla="*/ 0 w 1349"/>
                <a:gd name="T1" fmla="*/ 0 h 1162"/>
                <a:gd name="T2" fmla="*/ 0 w 1349"/>
                <a:gd name="T3" fmla="*/ 0 h 1162"/>
                <a:gd name="T4" fmla="*/ 0 w 1349"/>
                <a:gd name="T5" fmla="*/ 0 h 1162"/>
                <a:gd name="T6" fmla="*/ 0 w 1349"/>
                <a:gd name="T7" fmla="*/ 0 h 1162"/>
                <a:gd name="T8" fmla="*/ 0 w 1349"/>
                <a:gd name="T9" fmla="*/ 0 h 1162"/>
                <a:gd name="T10" fmla="*/ 0 w 1349"/>
                <a:gd name="T11" fmla="*/ 0 h 1162"/>
                <a:gd name="T12" fmla="*/ 0 w 1349"/>
                <a:gd name="T13" fmla="*/ 0 h 1162"/>
                <a:gd name="T14" fmla="*/ 0 w 1349"/>
                <a:gd name="T15" fmla="*/ 0 h 1162"/>
                <a:gd name="T16" fmla="*/ 0 w 1349"/>
                <a:gd name="T17" fmla="*/ 0 h 1162"/>
                <a:gd name="T18" fmla="*/ 0 w 1349"/>
                <a:gd name="T19" fmla="*/ 0 h 1162"/>
                <a:gd name="T20" fmla="*/ 0 w 1349"/>
                <a:gd name="T21" fmla="*/ 0 h 1162"/>
                <a:gd name="T22" fmla="*/ 0 w 1349"/>
                <a:gd name="T23" fmla="*/ 0 h 1162"/>
                <a:gd name="T24" fmla="*/ 0 w 1349"/>
                <a:gd name="T25" fmla="*/ 0 h 1162"/>
                <a:gd name="T26" fmla="*/ 0 w 1349"/>
                <a:gd name="T27" fmla="*/ 0 h 1162"/>
                <a:gd name="T28" fmla="*/ 0 w 1349"/>
                <a:gd name="T29" fmla="*/ 0 h 1162"/>
                <a:gd name="T30" fmla="*/ 0 w 1349"/>
                <a:gd name="T31" fmla="*/ 0 h 1162"/>
                <a:gd name="T32" fmla="*/ 0 w 1349"/>
                <a:gd name="T33" fmla="*/ 0 h 1162"/>
                <a:gd name="T34" fmla="*/ 0 w 1349"/>
                <a:gd name="T35" fmla="*/ 0 h 1162"/>
                <a:gd name="T36" fmla="*/ 0 w 1349"/>
                <a:gd name="T37" fmla="*/ 0 h 1162"/>
                <a:gd name="T38" fmla="*/ 0 w 1349"/>
                <a:gd name="T39" fmla="*/ 0 h 1162"/>
                <a:gd name="T40" fmla="*/ 0 w 1349"/>
                <a:gd name="T41" fmla="*/ 0 h 1162"/>
                <a:gd name="T42" fmla="*/ 0 w 1349"/>
                <a:gd name="T43" fmla="*/ 0 h 1162"/>
                <a:gd name="T44" fmla="*/ 0 w 1349"/>
                <a:gd name="T45" fmla="*/ 0 h 1162"/>
                <a:gd name="T46" fmla="*/ 0 w 1349"/>
                <a:gd name="T47" fmla="*/ 0 h 1162"/>
                <a:gd name="T48" fmla="*/ 0 w 1349"/>
                <a:gd name="T49" fmla="*/ 0 h 1162"/>
                <a:gd name="T50" fmla="*/ 0 w 1349"/>
                <a:gd name="T51" fmla="*/ 0 h 1162"/>
                <a:gd name="T52" fmla="*/ 0 w 1349"/>
                <a:gd name="T53" fmla="*/ 0 h 1162"/>
                <a:gd name="T54" fmla="*/ 0 w 1349"/>
                <a:gd name="T55" fmla="*/ 0 h 1162"/>
                <a:gd name="T56" fmla="*/ 0 w 1349"/>
                <a:gd name="T57" fmla="*/ 0 h 1162"/>
                <a:gd name="T58" fmla="*/ 0 w 1349"/>
                <a:gd name="T59" fmla="*/ 0 h 1162"/>
                <a:gd name="T60" fmla="*/ 0 w 1349"/>
                <a:gd name="T61" fmla="*/ 0 h 1162"/>
                <a:gd name="T62" fmla="*/ 0 w 1349"/>
                <a:gd name="T63" fmla="*/ 0 h 1162"/>
                <a:gd name="T64" fmla="*/ 0 w 1349"/>
                <a:gd name="T65" fmla="*/ 0 h 1162"/>
                <a:gd name="T66" fmla="*/ 0 w 1349"/>
                <a:gd name="T67" fmla="*/ 0 h 1162"/>
                <a:gd name="T68" fmla="*/ 0 w 1349"/>
                <a:gd name="T69" fmla="*/ 0 h 1162"/>
                <a:gd name="T70" fmla="*/ 0 w 1349"/>
                <a:gd name="T71" fmla="*/ 0 h 1162"/>
                <a:gd name="T72" fmla="*/ 0 w 1349"/>
                <a:gd name="T73" fmla="*/ 0 h 1162"/>
                <a:gd name="T74" fmla="*/ 0 w 1349"/>
                <a:gd name="T75" fmla="*/ 0 h 1162"/>
                <a:gd name="T76" fmla="*/ 0 w 1349"/>
                <a:gd name="T77" fmla="*/ 0 h 1162"/>
                <a:gd name="T78" fmla="*/ 0 w 1349"/>
                <a:gd name="T79" fmla="*/ 0 h 1162"/>
                <a:gd name="T80" fmla="*/ 0 w 1349"/>
                <a:gd name="T81" fmla="*/ 0 h 1162"/>
                <a:gd name="T82" fmla="*/ 0 w 1349"/>
                <a:gd name="T83" fmla="*/ 0 h 1162"/>
                <a:gd name="T84" fmla="*/ 0 w 1349"/>
                <a:gd name="T85" fmla="*/ 0 h 1162"/>
                <a:gd name="T86" fmla="*/ 0 w 1349"/>
                <a:gd name="T87" fmla="*/ 0 h 1162"/>
                <a:gd name="T88" fmla="*/ 0 w 1349"/>
                <a:gd name="T89" fmla="*/ 0 h 1162"/>
                <a:gd name="T90" fmla="*/ 0 w 1349"/>
                <a:gd name="T91" fmla="*/ 0 h 1162"/>
                <a:gd name="T92" fmla="*/ 0 w 1349"/>
                <a:gd name="T93" fmla="*/ 0 h 1162"/>
                <a:gd name="T94" fmla="*/ 0 w 1349"/>
                <a:gd name="T95" fmla="*/ 0 h 1162"/>
                <a:gd name="T96" fmla="*/ 0 w 1349"/>
                <a:gd name="T97" fmla="*/ 0 h 1162"/>
                <a:gd name="T98" fmla="*/ 0 w 1349"/>
                <a:gd name="T99" fmla="*/ 0 h 1162"/>
                <a:gd name="T100" fmla="*/ 0 w 1349"/>
                <a:gd name="T101" fmla="*/ 0 h 1162"/>
                <a:gd name="T102" fmla="*/ 0 w 1349"/>
                <a:gd name="T103" fmla="*/ 0 h 1162"/>
                <a:gd name="T104" fmla="*/ 0 w 1349"/>
                <a:gd name="T105" fmla="*/ 0 h 1162"/>
                <a:gd name="T106" fmla="*/ 0 w 1349"/>
                <a:gd name="T107" fmla="*/ 0 h 1162"/>
                <a:gd name="T108" fmla="*/ 0 w 1349"/>
                <a:gd name="T109" fmla="*/ 0 h 116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349"/>
                <a:gd name="T166" fmla="*/ 0 h 1162"/>
                <a:gd name="T167" fmla="*/ 1349 w 1349"/>
                <a:gd name="T168" fmla="*/ 1162 h 116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349" h="1162">
                  <a:moveTo>
                    <a:pt x="0" y="465"/>
                  </a:moveTo>
                  <a:lnTo>
                    <a:pt x="97" y="579"/>
                  </a:lnTo>
                  <a:lnTo>
                    <a:pt x="117" y="634"/>
                  </a:lnTo>
                  <a:lnTo>
                    <a:pt x="117" y="664"/>
                  </a:lnTo>
                  <a:lnTo>
                    <a:pt x="92" y="724"/>
                  </a:lnTo>
                  <a:lnTo>
                    <a:pt x="81" y="770"/>
                  </a:lnTo>
                  <a:lnTo>
                    <a:pt x="81" y="827"/>
                  </a:lnTo>
                  <a:lnTo>
                    <a:pt x="97" y="880"/>
                  </a:lnTo>
                  <a:lnTo>
                    <a:pt x="120" y="899"/>
                  </a:lnTo>
                  <a:lnTo>
                    <a:pt x="198" y="860"/>
                  </a:lnTo>
                  <a:lnTo>
                    <a:pt x="268" y="814"/>
                  </a:lnTo>
                  <a:lnTo>
                    <a:pt x="327" y="728"/>
                  </a:lnTo>
                  <a:lnTo>
                    <a:pt x="345" y="634"/>
                  </a:lnTo>
                  <a:lnTo>
                    <a:pt x="345" y="564"/>
                  </a:lnTo>
                  <a:lnTo>
                    <a:pt x="394" y="814"/>
                  </a:lnTo>
                  <a:lnTo>
                    <a:pt x="505" y="786"/>
                  </a:lnTo>
                  <a:lnTo>
                    <a:pt x="646" y="724"/>
                  </a:lnTo>
                  <a:lnTo>
                    <a:pt x="730" y="643"/>
                  </a:lnTo>
                  <a:lnTo>
                    <a:pt x="802" y="568"/>
                  </a:lnTo>
                  <a:lnTo>
                    <a:pt x="897" y="454"/>
                  </a:lnTo>
                  <a:lnTo>
                    <a:pt x="958" y="408"/>
                  </a:lnTo>
                  <a:lnTo>
                    <a:pt x="1051" y="368"/>
                  </a:lnTo>
                  <a:lnTo>
                    <a:pt x="1125" y="309"/>
                  </a:lnTo>
                  <a:lnTo>
                    <a:pt x="1176" y="238"/>
                  </a:lnTo>
                  <a:lnTo>
                    <a:pt x="1224" y="152"/>
                  </a:lnTo>
                  <a:lnTo>
                    <a:pt x="1257" y="0"/>
                  </a:lnTo>
                  <a:lnTo>
                    <a:pt x="1242" y="223"/>
                  </a:lnTo>
                  <a:lnTo>
                    <a:pt x="1219" y="376"/>
                  </a:lnTo>
                  <a:lnTo>
                    <a:pt x="1164" y="482"/>
                  </a:lnTo>
                  <a:lnTo>
                    <a:pt x="1120" y="568"/>
                  </a:lnTo>
                  <a:lnTo>
                    <a:pt x="1120" y="634"/>
                  </a:lnTo>
                  <a:lnTo>
                    <a:pt x="1153" y="705"/>
                  </a:lnTo>
                  <a:lnTo>
                    <a:pt x="1196" y="790"/>
                  </a:lnTo>
                  <a:lnTo>
                    <a:pt x="1219" y="851"/>
                  </a:lnTo>
                  <a:lnTo>
                    <a:pt x="1226" y="920"/>
                  </a:lnTo>
                  <a:lnTo>
                    <a:pt x="1349" y="746"/>
                  </a:lnTo>
                  <a:lnTo>
                    <a:pt x="1219" y="992"/>
                  </a:lnTo>
                  <a:lnTo>
                    <a:pt x="1160" y="1132"/>
                  </a:lnTo>
                  <a:lnTo>
                    <a:pt x="1160" y="1162"/>
                  </a:lnTo>
                  <a:lnTo>
                    <a:pt x="1090" y="1091"/>
                  </a:lnTo>
                  <a:lnTo>
                    <a:pt x="1000" y="987"/>
                  </a:lnTo>
                  <a:lnTo>
                    <a:pt x="922" y="959"/>
                  </a:lnTo>
                  <a:lnTo>
                    <a:pt x="844" y="926"/>
                  </a:lnTo>
                  <a:lnTo>
                    <a:pt x="712" y="926"/>
                  </a:lnTo>
                  <a:lnTo>
                    <a:pt x="277" y="1021"/>
                  </a:lnTo>
                  <a:lnTo>
                    <a:pt x="173" y="1012"/>
                  </a:lnTo>
                  <a:lnTo>
                    <a:pt x="112" y="986"/>
                  </a:lnTo>
                  <a:lnTo>
                    <a:pt x="48" y="920"/>
                  </a:lnTo>
                  <a:lnTo>
                    <a:pt x="30" y="851"/>
                  </a:lnTo>
                  <a:lnTo>
                    <a:pt x="35" y="786"/>
                  </a:lnTo>
                  <a:lnTo>
                    <a:pt x="62" y="724"/>
                  </a:lnTo>
                  <a:lnTo>
                    <a:pt x="81" y="664"/>
                  </a:lnTo>
                  <a:lnTo>
                    <a:pt x="81" y="610"/>
                  </a:lnTo>
                  <a:lnTo>
                    <a:pt x="48" y="548"/>
                  </a:lnTo>
                  <a:lnTo>
                    <a:pt x="0" y="4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7" name="Freeform 287"/>
            <p:cNvSpPr>
              <a:spLocks/>
            </p:cNvSpPr>
            <p:nvPr/>
          </p:nvSpPr>
          <p:spPr bwMode="auto">
            <a:xfrm>
              <a:off x="3278" y="1454"/>
              <a:ext cx="417" cy="517"/>
            </a:xfrm>
            <a:custGeom>
              <a:avLst/>
              <a:gdLst>
                <a:gd name="T0" fmla="*/ 0 w 3329"/>
                <a:gd name="T1" fmla="*/ 0 h 4141"/>
                <a:gd name="T2" fmla="*/ 0 w 3329"/>
                <a:gd name="T3" fmla="*/ 0 h 4141"/>
                <a:gd name="T4" fmla="*/ 0 w 3329"/>
                <a:gd name="T5" fmla="*/ 0 h 4141"/>
                <a:gd name="T6" fmla="*/ 0 w 3329"/>
                <a:gd name="T7" fmla="*/ 0 h 4141"/>
                <a:gd name="T8" fmla="*/ 0 w 3329"/>
                <a:gd name="T9" fmla="*/ 0 h 4141"/>
                <a:gd name="T10" fmla="*/ 0 w 3329"/>
                <a:gd name="T11" fmla="*/ 0 h 4141"/>
                <a:gd name="T12" fmla="*/ 0 w 3329"/>
                <a:gd name="T13" fmla="*/ 0 h 4141"/>
                <a:gd name="T14" fmla="*/ 0 w 3329"/>
                <a:gd name="T15" fmla="*/ 0 h 4141"/>
                <a:gd name="T16" fmla="*/ 0 w 3329"/>
                <a:gd name="T17" fmla="*/ 0 h 4141"/>
                <a:gd name="T18" fmla="*/ 0 w 3329"/>
                <a:gd name="T19" fmla="*/ 0 h 4141"/>
                <a:gd name="T20" fmla="*/ 0 w 3329"/>
                <a:gd name="T21" fmla="*/ 0 h 4141"/>
                <a:gd name="T22" fmla="*/ 0 w 3329"/>
                <a:gd name="T23" fmla="*/ 0 h 4141"/>
                <a:gd name="T24" fmla="*/ 0 w 3329"/>
                <a:gd name="T25" fmla="*/ 0 h 4141"/>
                <a:gd name="T26" fmla="*/ 0 w 3329"/>
                <a:gd name="T27" fmla="*/ 0 h 4141"/>
                <a:gd name="T28" fmla="*/ 0 w 3329"/>
                <a:gd name="T29" fmla="*/ 0 h 4141"/>
                <a:gd name="T30" fmla="*/ 0 w 3329"/>
                <a:gd name="T31" fmla="*/ 0 h 4141"/>
                <a:gd name="T32" fmla="*/ 0 w 3329"/>
                <a:gd name="T33" fmla="*/ 0 h 4141"/>
                <a:gd name="T34" fmla="*/ 0 w 3329"/>
                <a:gd name="T35" fmla="*/ 0 h 4141"/>
                <a:gd name="T36" fmla="*/ 0 w 3329"/>
                <a:gd name="T37" fmla="*/ 0 h 4141"/>
                <a:gd name="T38" fmla="*/ 0 w 3329"/>
                <a:gd name="T39" fmla="*/ 0 h 4141"/>
                <a:gd name="T40" fmla="*/ 0 w 3329"/>
                <a:gd name="T41" fmla="*/ 0 h 4141"/>
                <a:gd name="T42" fmla="*/ 0 w 3329"/>
                <a:gd name="T43" fmla="*/ 0 h 4141"/>
                <a:gd name="T44" fmla="*/ 0 w 3329"/>
                <a:gd name="T45" fmla="*/ 0 h 4141"/>
                <a:gd name="T46" fmla="*/ 0 w 3329"/>
                <a:gd name="T47" fmla="*/ 0 h 4141"/>
                <a:gd name="T48" fmla="*/ 0 w 3329"/>
                <a:gd name="T49" fmla="*/ 0 h 4141"/>
                <a:gd name="T50" fmla="*/ 0 w 3329"/>
                <a:gd name="T51" fmla="*/ 0 h 4141"/>
                <a:gd name="T52" fmla="*/ 0 w 3329"/>
                <a:gd name="T53" fmla="*/ 0 h 4141"/>
                <a:gd name="T54" fmla="*/ 0 w 3329"/>
                <a:gd name="T55" fmla="*/ 0 h 4141"/>
                <a:gd name="T56" fmla="*/ 0 w 3329"/>
                <a:gd name="T57" fmla="*/ 0 h 4141"/>
                <a:gd name="T58" fmla="*/ 0 w 3329"/>
                <a:gd name="T59" fmla="*/ 0 h 4141"/>
                <a:gd name="T60" fmla="*/ 0 w 3329"/>
                <a:gd name="T61" fmla="*/ 0 h 4141"/>
                <a:gd name="T62" fmla="*/ 0 w 3329"/>
                <a:gd name="T63" fmla="*/ 0 h 4141"/>
                <a:gd name="T64" fmla="*/ 0 w 3329"/>
                <a:gd name="T65" fmla="*/ 0 h 4141"/>
                <a:gd name="T66" fmla="*/ 0 w 3329"/>
                <a:gd name="T67" fmla="*/ 0 h 4141"/>
                <a:gd name="T68" fmla="*/ 0 w 3329"/>
                <a:gd name="T69" fmla="*/ 0 h 4141"/>
                <a:gd name="T70" fmla="*/ 0 w 3329"/>
                <a:gd name="T71" fmla="*/ 0 h 4141"/>
                <a:gd name="T72" fmla="*/ 0 w 3329"/>
                <a:gd name="T73" fmla="*/ 0 h 4141"/>
                <a:gd name="T74" fmla="*/ 0 w 3329"/>
                <a:gd name="T75" fmla="*/ 0 h 4141"/>
                <a:gd name="T76" fmla="*/ 0 w 3329"/>
                <a:gd name="T77" fmla="*/ 0 h 4141"/>
                <a:gd name="T78" fmla="*/ 0 w 3329"/>
                <a:gd name="T79" fmla="*/ 0 h 4141"/>
                <a:gd name="T80" fmla="*/ 0 w 3329"/>
                <a:gd name="T81" fmla="*/ 0 h 4141"/>
                <a:gd name="T82" fmla="*/ 0 w 3329"/>
                <a:gd name="T83" fmla="*/ 0 h 4141"/>
                <a:gd name="T84" fmla="*/ 0 w 3329"/>
                <a:gd name="T85" fmla="*/ 0 h 4141"/>
                <a:gd name="T86" fmla="*/ 0 w 3329"/>
                <a:gd name="T87" fmla="*/ 0 h 4141"/>
                <a:gd name="T88" fmla="*/ 0 w 3329"/>
                <a:gd name="T89" fmla="*/ 0 h 4141"/>
                <a:gd name="T90" fmla="*/ 0 w 3329"/>
                <a:gd name="T91" fmla="*/ 0 h 4141"/>
                <a:gd name="T92" fmla="*/ 0 w 3329"/>
                <a:gd name="T93" fmla="*/ 0 h 4141"/>
                <a:gd name="T94" fmla="*/ 0 w 3329"/>
                <a:gd name="T95" fmla="*/ 0 h 4141"/>
                <a:gd name="T96" fmla="*/ 0 w 3329"/>
                <a:gd name="T97" fmla="*/ 0 h 4141"/>
                <a:gd name="T98" fmla="*/ 0 w 3329"/>
                <a:gd name="T99" fmla="*/ 0 h 4141"/>
                <a:gd name="T100" fmla="*/ 0 w 3329"/>
                <a:gd name="T101" fmla="*/ 0 h 4141"/>
                <a:gd name="T102" fmla="*/ 0 w 3329"/>
                <a:gd name="T103" fmla="*/ 0 h 4141"/>
                <a:gd name="T104" fmla="*/ 0 w 3329"/>
                <a:gd name="T105" fmla="*/ 0 h 4141"/>
                <a:gd name="T106" fmla="*/ 0 w 3329"/>
                <a:gd name="T107" fmla="*/ 0 h 4141"/>
                <a:gd name="T108" fmla="*/ 0 w 3329"/>
                <a:gd name="T109" fmla="*/ 0 h 4141"/>
                <a:gd name="T110" fmla="*/ 0 w 3329"/>
                <a:gd name="T111" fmla="*/ 0 h 4141"/>
                <a:gd name="T112" fmla="*/ 0 w 3329"/>
                <a:gd name="T113" fmla="*/ 0 h 4141"/>
                <a:gd name="T114" fmla="*/ 0 w 3329"/>
                <a:gd name="T115" fmla="*/ 0 h 4141"/>
                <a:gd name="T116" fmla="*/ 0 w 3329"/>
                <a:gd name="T117" fmla="*/ 0 h 4141"/>
                <a:gd name="T118" fmla="*/ 0 w 3329"/>
                <a:gd name="T119" fmla="*/ 0 h 414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329"/>
                <a:gd name="T181" fmla="*/ 0 h 4141"/>
                <a:gd name="T182" fmla="*/ 3329 w 3329"/>
                <a:gd name="T183" fmla="*/ 4141 h 414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329" h="4141">
                  <a:moveTo>
                    <a:pt x="64" y="1229"/>
                  </a:moveTo>
                  <a:lnTo>
                    <a:pt x="103" y="1344"/>
                  </a:lnTo>
                  <a:lnTo>
                    <a:pt x="174" y="1418"/>
                  </a:lnTo>
                  <a:lnTo>
                    <a:pt x="271" y="1457"/>
                  </a:lnTo>
                  <a:lnTo>
                    <a:pt x="462" y="1480"/>
                  </a:lnTo>
                  <a:lnTo>
                    <a:pt x="618" y="1457"/>
                  </a:lnTo>
                  <a:lnTo>
                    <a:pt x="774" y="1395"/>
                  </a:lnTo>
                  <a:lnTo>
                    <a:pt x="521" y="1406"/>
                  </a:lnTo>
                  <a:lnTo>
                    <a:pt x="361" y="1367"/>
                  </a:lnTo>
                  <a:lnTo>
                    <a:pt x="271" y="1291"/>
                  </a:lnTo>
                  <a:lnTo>
                    <a:pt x="214" y="1199"/>
                  </a:lnTo>
                  <a:lnTo>
                    <a:pt x="361" y="1261"/>
                  </a:lnTo>
                  <a:lnTo>
                    <a:pt x="488" y="1280"/>
                  </a:lnTo>
                  <a:lnTo>
                    <a:pt x="679" y="1261"/>
                  </a:lnTo>
                  <a:lnTo>
                    <a:pt x="850" y="1206"/>
                  </a:lnTo>
                  <a:lnTo>
                    <a:pt x="1030" y="1081"/>
                  </a:lnTo>
                  <a:lnTo>
                    <a:pt x="926" y="1241"/>
                  </a:lnTo>
                  <a:lnTo>
                    <a:pt x="1104" y="1137"/>
                  </a:lnTo>
                  <a:lnTo>
                    <a:pt x="1263" y="1081"/>
                  </a:lnTo>
                  <a:lnTo>
                    <a:pt x="1413" y="1081"/>
                  </a:lnTo>
                  <a:lnTo>
                    <a:pt x="1572" y="1137"/>
                  </a:lnTo>
                  <a:lnTo>
                    <a:pt x="1401" y="1137"/>
                  </a:lnTo>
                  <a:lnTo>
                    <a:pt x="1275" y="1160"/>
                  </a:lnTo>
                  <a:lnTo>
                    <a:pt x="1168" y="1229"/>
                  </a:lnTo>
                  <a:lnTo>
                    <a:pt x="1327" y="1241"/>
                  </a:lnTo>
                  <a:lnTo>
                    <a:pt x="1539" y="1199"/>
                  </a:lnTo>
                  <a:lnTo>
                    <a:pt x="1685" y="1137"/>
                  </a:lnTo>
                  <a:lnTo>
                    <a:pt x="1611" y="1229"/>
                  </a:lnTo>
                  <a:lnTo>
                    <a:pt x="1389" y="1375"/>
                  </a:lnTo>
                  <a:lnTo>
                    <a:pt x="1203" y="1430"/>
                  </a:lnTo>
                  <a:lnTo>
                    <a:pt x="1039" y="1443"/>
                  </a:lnTo>
                  <a:lnTo>
                    <a:pt x="1113" y="1344"/>
                  </a:lnTo>
                  <a:lnTo>
                    <a:pt x="926" y="1367"/>
                  </a:lnTo>
                  <a:lnTo>
                    <a:pt x="745" y="1480"/>
                  </a:lnTo>
                  <a:lnTo>
                    <a:pt x="850" y="1517"/>
                  </a:lnTo>
                  <a:lnTo>
                    <a:pt x="754" y="1591"/>
                  </a:lnTo>
                  <a:lnTo>
                    <a:pt x="906" y="1591"/>
                  </a:lnTo>
                  <a:lnTo>
                    <a:pt x="1141" y="1526"/>
                  </a:lnTo>
                  <a:lnTo>
                    <a:pt x="1275" y="1465"/>
                  </a:lnTo>
                  <a:lnTo>
                    <a:pt x="1141" y="1639"/>
                  </a:lnTo>
                  <a:lnTo>
                    <a:pt x="1214" y="1702"/>
                  </a:lnTo>
                  <a:lnTo>
                    <a:pt x="1401" y="1711"/>
                  </a:lnTo>
                  <a:lnTo>
                    <a:pt x="1636" y="1687"/>
                  </a:lnTo>
                  <a:lnTo>
                    <a:pt x="1807" y="1711"/>
                  </a:lnTo>
                  <a:lnTo>
                    <a:pt x="1947" y="1784"/>
                  </a:lnTo>
                  <a:lnTo>
                    <a:pt x="2066" y="1905"/>
                  </a:lnTo>
                  <a:lnTo>
                    <a:pt x="2145" y="2019"/>
                  </a:lnTo>
                  <a:lnTo>
                    <a:pt x="1967" y="1905"/>
                  </a:lnTo>
                  <a:lnTo>
                    <a:pt x="2095" y="2045"/>
                  </a:lnTo>
                  <a:lnTo>
                    <a:pt x="2153" y="2215"/>
                  </a:lnTo>
                  <a:lnTo>
                    <a:pt x="2153" y="2379"/>
                  </a:lnTo>
                  <a:lnTo>
                    <a:pt x="2125" y="2511"/>
                  </a:lnTo>
                  <a:lnTo>
                    <a:pt x="2084" y="2340"/>
                  </a:lnTo>
                  <a:lnTo>
                    <a:pt x="2066" y="2599"/>
                  </a:lnTo>
                  <a:lnTo>
                    <a:pt x="2003" y="2817"/>
                  </a:lnTo>
                  <a:lnTo>
                    <a:pt x="2145" y="2573"/>
                  </a:lnTo>
                  <a:lnTo>
                    <a:pt x="2153" y="2698"/>
                  </a:lnTo>
                  <a:lnTo>
                    <a:pt x="2215" y="2502"/>
                  </a:lnTo>
                  <a:lnTo>
                    <a:pt x="2247" y="2315"/>
                  </a:lnTo>
                  <a:lnTo>
                    <a:pt x="2330" y="2416"/>
                  </a:lnTo>
                  <a:lnTo>
                    <a:pt x="2365" y="2259"/>
                  </a:lnTo>
                  <a:lnTo>
                    <a:pt x="2365" y="2085"/>
                  </a:lnTo>
                  <a:lnTo>
                    <a:pt x="2316" y="1978"/>
                  </a:lnTo>
                  <a:lnTo>
                    <a:pt x="2215" y="1824"/>
                  </a:lnTo>
                  <a:lnTo>
                    <a:pt x="2406" y="1942"/>
                  </a:lnTo>
                  <a:lnTo>
                    <a:pt x="2391" y="1817"/>
                  </a:lnTo>
                  <a:lnTo>
                    <a:pt x="2567" y="1944"/>
                  </a:lnTo>
                  <a:lnTo>
                    <a:pt x="2624" y="2109"/>
                  </a:lnTo>
                  <a:lnTo>
                    <a:pt x="2674" y="1920"/>
                  </a:lnTo>
                  <a:lnTo>
                    <a:pt x="2635" y="1711"/>
                  </a:lnTo>
                  <a:lnTo>
                    <a:pt x="2778" y="1839"/>
                  </a:lnTo>
                  <a:lnTo>
                    <a:pt x="2881" y="1874"/>
                  </a:lnTo>
                  <a:lnTo>
                    <a:pt x="2960" y="1748"/>
                  </a:lnTo>
                  <a:lnTo>
                    <a:pt x="3006" y="1540"/>
                  </a:lnTo>
                  <a:lnTo>
                    <a:pt x="3035" y="1663"/>
                  </a:lnTo>
                  <a:lnTo>
                    <a:pt x="3142" y="1526"/>
                  </a:lnTo>
                  <a:lnTo>
                    <a:pt x="3178" y="1344"/>
                  </a:lnTo>
                  <a:lnTo>
                    <a:pt x="3237" y="1206"/>
                  </a:lnTo>
                  <a:lnTo>
                    <a:pt x="3237" y="1045"/>
                  </a:lnTo>
                  <a:lnTo>
                    <a:pt x="3204" y="839"/>
                  </a:lnTo>
                  <a:lnTo>
                    <a:pt x="3112" y="581"/>
                  </a:lnTo>
                  <a:lnTo>
                    <a:pt x="2925" y="305"/>
                  </a:lnTo>
                  <a:lnTo>
                    <a:pt x="2669" y="72"/>
                  </a:lnTo>
                  <a:lnTo>
                    <a:pt x="2503" y="0"/>
                  </a:lnTo>
                  <a:lnTo>
                    <a:pt x="2778" y="109"/>
                  </a:lnTo>
                  <a:lnTo>
                    <a:pt x="3112" y="491"/>
                  </a:lnTo>
                  <a:lnTo>
                    <a:pt x="3266" y="867"/>
                  </a:lnTo>
                  <a:lnTo>
                    <a:pt x="3319" y="1241"/>
                  </a:lnTo>
                  <a:lnTo>
                    <a:pt x="3319" y="1591"/>
                  </a:lnTo>
                  <a:lnTo>
                    <a:pt x="3266" y="1893"/>
                  </a:lnTo>
                  <a:lnTo>
                    <a:pt x="3197" y="2121"/>
                  </a:lnTo>
                  <a:lnTo>
                    <a:pt x="3096" y="2315"/>
                  </a:lnTo>
                  <a:lnTo>
                    <a:pt x="2971" y="2502"/>
                  </a:lnTo>
                  <a:lnTo>
                    <a:pt x="2863" y="2599"/>
                  </a:lnTo>
                  <a:lnTo>
                    <a:pt x="2807" y="2713"/>
                  </a:lnTo>
                  <a:lnTo>
                    <a:pt x="2784" y="2817"/>
                  </a:lnTo>
                  <a:lnTo>
                    <a:pt x="2784" y="2928"/>
                  </a:lnTo>
                  <a:lnTo>
                    <a:pt x="2807" y="3050"/>
                  </a:lnTo>
                  <a:lnTo>
                    <a:pt x="2846" y="3120"/>
                  </a:lnTo>
                  <a:lnTo>
                    <a:pt x="3006" y="3124"/>
                  </a:lnTo>
                  <a:lnTo>
                    <a:pt x="3112" y="3256"/>
                  </a:lnTo>
                  <a:lnTo>
                    <a:pt x="3142" y="3428"/>
                  </a:lnTo>
                  <a:lnTo>
                    <a:pt x="3290" y="3562"/>
                  </a:lnTo>
                  <a:lnTo>
                    <a:pt x="3329" y="3663"/>
                  </a:lnTo>
                  <a:lnTo>
                    <a:pt x="3096" y="3670"/>
                  </a:lnTo>
                  <a:lnTo>
                    <a:pt x="2710" y="3812"/>
                  </a:lnTo>
                  <a:lnTo>
                    <a:pt x="2255" y="3981"/>
                  </a:lnTo>
                  <a:lnTo>
                    <a:pt x="1912" y="4141"/>
                  </a:lnTo>
                  <a:lnTo>
                    <a:pt x="2381" y="3894"/>
                  </a:lnTo>
                  <a:lnTo>
                    <a:pt x="2710" y="3733"/>
                  </a:lnTo>
                  <a:lnTo>
                    <a:pt x="2778" y="3663"/>
                  </a:lnTo>
                  <a:lnTo>
                    <a:pt x="2750" y="3491"/>
                  </a:lnTo>
                  <a:lnTo>
                    <a:pt x="2653" y="3327"/>
                  </a:lnTo>
                  <a:lnTo>
                    <a:pt x="2549" y="3256"/>
                  </a:lnTo>
                  <a:lnTo>
                    <a:pt x="2187" y="3352"/>
                  </a:lnTo>
                  <a:lnTo>
                    <a:pt x="1848" y="3537"/>
                  </a:lnTo>
                  <a:lnTo>
                    <a:pt x="1560" y="3830"/>
                  </a:lnTo>
                  <a:lnTo>
                    <a:pt x="1795" y="3537"/>
                  </a:lnTo>
                  <a:lnTo>
                    <a:pt x="2084" y="3289"/>
                  </a:lnTo>
                  <a:lnTo>
                    <a:pt x="1980" y="3111"/>
                  </a:lnTo>
                  <a:lnTo>
                    <a:pt x="1894" y="2949"/>
                  </a:lnTo>
                  <a:lnTo>
                    <a:pt x="1857" y="2778"/>
                  </a:lnTo>
                  <a:lnTo>
                    <a:pt x="1830" y="2573"/>
                  </a:lnTo>
                  <a:lnTo>
                    <a:pt x="1772" y="2722"/>
                  </a:lnTo>
                  <a:lnTo>
                    <a:pt x="1685" y="2873"/>
                  </a:lnTo>
                  <a:lnTo>
                    <a:pt x="1646" y="2979"/>
                  </a:lnTo>
                  <a:lnTo>
                    <a:pt x="1624" y="3094"/>
                  </a:lnTo>
                  <a:lnTo>
                    <a:pt x="1545" y="3168"/>
                  </a:lnTo>
                  <a:lnTo>
                    <a:pt x="1503" y="3181"/>
                  </a:lnTo>
                  <a:lnTo>
                    <a:pt x="1389" y="3181"/>
                  </a:lnTo>
                  <a:lnTo>
                    <a:pt x="1350" y="3181"/>
                  </a:lnTo>
                  <a:lnTo>
                    <a:pt x="1309" y="3054"/>
                  </a:lnTo>
                  <a:lnTo>
                    <a:pt x="1203" y="3050"/>
                  </a:lnTo>
                  <a:lnTo>
                    <a:pt x="1350" y="3034"/>
                  </a:lnTo>
                  <a:lnTo>
                    <a:pt x="1429" y="2972"/>
                  </a:lnTo>
                  <a:lnTo>
                    <a:pt x="1452" y="2893"/>
                  </a:lnTo>
                  <a:lnTo>
                    <a:pt x="1452" y="2817"/>
                  </a:lnTo>
                  <a:lnTo>
                    <a:pt x="1401" y="2748"/>
                  </a:lnTo>
                  <a:lnTo>
                    <a:pt x="1309" y="2722"/>
                  </a:lnTo>
                  <a:lnTo>
                    <a:pt x="1429" y="2733"/>
                  </a:lnTo>
                  <a:lnTo>
                    <a:pt x="1475" y="2760"/>
                  </a:lnTo>
                  <a:lnTo>
                    <a:pt x="1585" y="2698"/>
                  </a:lnTo>
                  <a:lnTo>
                    <a:pt x="1659" y="2573"/>
                  </a:lnTo>
                  <a:lnTo>
                    <a:pt x="1723" y="2416"/>
                  </a:lnTo>
                  <a:lnTo>
                    <a:pt x="1747" y="2259"/>
                  </a:lnTo>
                  <a:lnTo>
                    <a:pt x="1747" y="2133"/>
                  </a:lnTo>
                  <a:lnTo>
                    <a:pt x="1723" y="2019"/>
                  </a:lnTo>
                  <a:lnTo>
                    <a:pt x="1646" y="1920"/>
                  </a:lnTo>
                  <a:lnTo>
                    <a:pt x="1560" y="1874"/>
                  </a:lnTo>
                  <a:lnTo>
                    <a:pt x="1475" y="1874"/>
                  </a:lnTo>
                  <a:lnTo>
                    <a:pt x="1334" y="1891"/>
                  </a:lnTo>
                  <a:lnTo>
                    <a:pt x="1214" y="1858"/>
                  </a:lnTo>
                  <a:lnTo>
                    <a:pt x="1066" y="1784"/>
                  </a:lnTo>
                  <a:lnTo>
                    <a:pt x="976" y="1711"/>
                  </a:lnTo>
                  <a:lnTo>
                    <a:pt x="1090" y="1920"/>
                  </a:lnTo>
                  <a:lnTo>
                    <a:pt x="1182" y="2006"/>
                  </a:lnTo>
                  <a:lnTo>
                    <a:pt x="1327" y="2059"/>
                  </a:lnTo>
                  <a:lnTo>
                    <a:pt x="1182" y="2094"/>
                  </a:lnTo>
                  <a:lnTo>
                    <a:pt x="1077" y="2085"/>
                  </a:lnTo>
                  <a:lnTo>
                    <a:pt x="1113" y="2195"/>
                  </a:lnTo>
                  <a:lnTo>
                    <a:pt x="1168" y="2269"/>
                  </a:lnTo>
                  <a:lnTo>
                    <a:pt x="1228" y="2305"/>
                  </a:lnTo>
                  <a:lnTo>
                    <a:pt x="1113" y="2305"/>
                  </a:lnTo>
                  <a:lnTo>
                    <a:pt x="945" y="2305"/>
                  </a:lnTo>
                  <a:lnTo>
                    <a:pt x="844" y="2241"/>
                  </a:lnTo>
                  <a:lnTo>
                    <a:pt x="776" y="2144"/>
                  </a:lnTo>
                  <a:lnTo>
                    <a:pt x="774" y="2094"/>
                  </a:lnTo>
                  <a:lnTo>
                    <a:pt x="645" y="2038"/>
                  </a:lnTo>
                  <a:lnTo>
                    <a:pt x="548" y="1944"/>
                  </a:lnTo>
                  <a:lnTo>
                    <a:pt x="502" y="1824"/>
                  </a:lnTo>
                  <a:lnTo>
                    <a:pt x="470" y="1711"/>
                  </a:lnTo>
                  <a:lnTo>
                    <a:pt x="350" y="1678"/>
                  </a:lnTo>
                  <a:lnTo>
                    <a:pt x="299" y="1628"/>
                  </a:lnTo>
                  <a:lnTo>
                    <a:pt x="231" y="1566"/>
                  </a:lnTo>
                  <a:lnTo>
                    <a:pt x="121" y="1526"/>
                  </a:lnTo>
                  <a:lnTo>
                    <a:pt x="36" y="1443"/>
                  </a:lnTo>
                  <a:lnTo>
                    <a:pt x="0" y="1344"/>
                  </a:lnTo>
                  <a:lnTo>
                    <a:pt x="0" y="1261"/>
                  </a:lnTo>
                  <a:lnTo>
                    <a:pt x="64" y="1160"/>
                  </a:lnTo>
                  <a:lnTo>
                    <a:pt x="64" y="12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8" name="Freeform 288"/>
            <p:cNvSpPr>
              <a:spLocks/>
            </p:cNvSpPr>
            <p:nvPr/>
          </p:nvSpPr>
          <p:spPr bwMode="auto">
            <a:xfrm>
              <a:off x="3442" y="1597"/>
              <a:ext cx="132" cy="62"/>
            </a:xfrm>
            <a:custGeom>
              <a:avLst/>
              <a:gdLst>
                <a:gd name="T0" fmla="*/ 0 w 1056"/>
                <a:gd name="T1" fmla="*/ 0 h 495"/>
                <a:gd name="T2" fmla="*/ 0 w 1056"/>
                <a:gd name="T3" fmla="*/ 0 h 495"/>
                <a:gd name="T4" fmla="*/ 0 w 1056"/>
                <a:gd name="T5" fmla="*/ 0 h 495"/>
                <a:gd name="T6" fmla="*/ 0 w 1056"/>
                <a:gd name="T7" fmla="*/ 0 h 495"/>
                <a:gd name="T8" fmla="*/ 0 w 1056"/>
                <a:gd name="T9" fmla="*/ 0 h 495"/>
                <a:gd name="T10" fmla="*/ 0 w 1056"/>
                <a:gd name="T11" fmla="*/ 0 h 495"/>
                <a:gd name="T12" fmla="*/ 0 w 1056"/>
                <a:gd name="T13" fmla="*/ 0 h 495"/>
                <a:gd name="T14" fmla="*/ 0 w 1056"/>
                <a:gd name="T15" fmla="*/ 0 h 495"/>
                <a:gd name="T16" fmla="*/ 0 w 1056"/>
                <a:gd name="T17" fmla="*/ 0 h 495"/>
                <a:gd name="T18" fmla="*/ 0 w 1056"/>
                <a:gd name="T19" fmla="*/ 0 h 495"/>
                <a:gd name="T20" fmla="*/ 0 w 1056"/>
                <a:gd name="T21" fmla="*/ 0 h 495"/>
                <a:gd name="T22" fmla="*/ 0 w 1056"/>
                <a:gd name="T23" fmla="*/ 0 h 495"/>
                <a:gd name="T24" fmla="*/ 0 w 1056"/>
                <a:gd name="T25" fmla="*/ 0 h 495"/>
                <a:gd name="T26" fmla="*/ 0 w 1056"/>
                <a:gd name="T27" fmla="*/ 0 h 495"/>
                <a:gd name="T28" fmla="*/ 0 w 1056"/>
                <a:gd name="T29" fmla="*/ 0 h 495"/>
                <a:gd name="T30" fmla="*/ 0 w 1056"/>
                <a:gd name="T31" fmla="*/ 0 h 495"/>
                <a:gd name="T32" fmla="*/ 0 w 1056"/>
                <a:gd name="T33" fmla="*/ 0 h 495"/>
                <a:gd name="T34" fmla="*/ 0 w 1056"/>
                <a:gd name="T35" fmla="*/ 0 h 495"/>
                <a:gd name="T36" fmla="*/ 0 w 1056"/>
                <a:gd name="T37" fmla="*/ 0 h 495"/>
                <a:gd name="T38" fmla="*/ 0 w 1056"/>
                <a:gd name="T39" fmla="*/ 0 h 495"/>
                <a:gd name="T40" fmla="*/ 0 w 1056"/>
                <a:gd name="T41" fmla="*/ 0 h 495"/>
                <a:gd name="T42" fmla="*/ 0 w 1056"/>
                <a:gd name="T43" fmla="*/ 0 h 495"/>
                <a:gd name="T44" fmla="*/ 0 w 1056"/>
                <a:gd name="T45" fmla="*/ 0 h 495"/>
                <a:gd name="T46" fmla="*/ 0 w 1056"/>
                <a:gd name="T47" fmla="*/ 0 h 495"/>
                <a:gd name="T48" fmla="*/ 0 w 1056"/>
                <a:gd name="T49" fmla="*/ 0 h 495"/>
                <a:gd name="T50" fmla="*/ 0 w 1056"/>
                <a:gd name="T51" fmla="*/ 0 h 495"/>
                <a:gd name="T52" fmla="*/ 0 w 1056"/>
                <a:gd name="T53" fmla="*/ 0 h 495"/>
                <a:gd name="T54" fmla="*/ 0 w 1056"/>
                <a:gd name="T55" fmla="*/ 0 h 495"/>
                <a:gd name="T56" fmla="*/ 0 w 1056"/>
                <a:gd name="T57" fmla="*/ 0 h 49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056"/>
                <a:gd name="T88" fmla="*/ 0 h 495"/>
                <a:gd name="T89" fmla="*/ 1056 w 1056"/>
                <a:gd name="T90" fmla="*/ 495 h 49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056" h="495">
                  <a:moveTo>
                    <a:pt x="41" y="274"/>
                  </a:moveTo>
                  <a:lnTo>
                    <a:pt x="166" y="286"/>
                  </a:lnTo>
                  <a:lnTo>
                    <a:pt x="327" y="251"/>
                  </a:lnTo>
                  <a:lnTo>
                    <a:pt x="438" y="177"/>
                  </a:lnTo>
                  <a:lnTo>
                    <a:pt x="560" y="80"/>
                  </a:lnTo>
                  <a:lnTo>
                    <a:pt x="650" y="0"/>
                  </a:lnTo>
                  <a:lnTo>
                    <a:pt x="585" y="136"/>
                  </a:lnTo>
                  <a:lnTo>
                    <a:pt x="477" y="262"/>
                  </a:lnTo>
                  <a:lnTo>
                    <a:pt x="658" y="200"/>
                  </a:lnTo>
                  <a:lnTo>
                    <a:pt x="800" y="200"/>
                  </a:lnTo>
                  <a:lnTo>
                    <a:pt x="922" y="231"/>
                  </a:lnTo>
                  <a:lnTo>
                    <a:pt x="996" y="313"/>
                  </a:lnTo>
                  <a:lnTo>
                    <a:pt x="1056" y="409"/>
                  </a:lnTo>
                  <a:lnTo>
                    <a:pt x="970" y="348"/>
                  </a:lnTo>
                  <a:lnTo>
                    <a:pt x="878" y="321"/>
                  </a:lnTo>
                  <a:lnTo>
                    <a:pt x="775" y="321"/>
                  </a:lnTo>
                  <a:lnTo>
                    <a:pt x="671" y="348"/>
                  </a:lnTo>
                  <a:lnTo>
                    <a:pt x="800" y="409"/>
                  </a:lnTo>
                  <a:lnTo>
                    <a:pt x="618" y="396"/>
                  </a:lnTo>
                  <a:lnTo>
                    <a:pt x="486" y="447"/>
                  </a:lnTo>
                  <a:lnTo>
                    <a:pt x="350" y="484"/>
                  </a:lnTo>
                  <a:lnTo>
                    <a:pt x="201" y="495"/>
                  </a:lnTo>
                  <a:lnTo>
                    <a:pt x="65" y="458"/>
                  </a:lnTo>
                  <a:lnTo>
                    <a:pt x="0" y="396"/>
                  </a:lnTo>
                  <a:lnTo>
                    <a:pt x="150" y="396"/>
                  </a:lnTo>
                  <a:lnTo>
                    <a:pt x="315" y="336"/>
                  </a:lnTo>
                  <a:lnTo>
                    <a:pt x="166" y="336"/>
                  </a:lnTo>
                  <a:lnTo>
                    <a:pt x="65" y="299"/>
                  </a:lnTo>
                  <a:lnTo>
                    <a:pt x="41" y="2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9" name="Freeform 289"/>
            <p:cNvSpPr>
              <a:spLocks/>
            </p:cNvSpPr>
            <p:nvPr/>
          </p:nvSpPr>
          <p:spPr bwMode="auto">
            <a:xfrm>
              <a:off x="3433" y="1704"/>
              <a:ext cx="49" cy="76"/>
            </a:xfrm>
            <a:custGeom>
              <a:avLst/>
              <a:gdLst>
                <a:gd name="T0" fmla="*/ 0 w 387"/>
                <a:gd name="T1" fmla="*/ 0 h 613"/>
                <a:gd name="T2" fmla="*/ 0 w 387"/>
                <a:gd name="T3" fmla="*/ 0 h 613"/>
                <a:gd name="T4" fmla="*/ 0 w 387"/>
                <a:gd name="T5" fmla="*/ 0 h 613"/>
                <a:gd name="T6" fmla="*/ 0 w 387"/>
                <a:gd name="T7" fmla="*/ 0 h 613"/>
                <a:gd name="T8" fmla="*/ 0 w 387"/>
                <a:gd name="T9" fmla="*/ 0 h 613"/>
                <a:gd name="T10" fmla="*/ 0 w 387"/>
                <a:gd name="T11" fmla="*/ 0 h 613"/>
                <a:gd name="T12" fmla="*/ 0 w 387"/>
                <a:gd name="T13" fmla="*/ 0 h 613"/>
                <a:gd name="T14" fmla="*/ 0 w 387"/>
                <a:gd name="T15" fmla="*/ 0 h 613"/>
                <a:gd name="T16" fmla="*/ 0 w 387"/>
                <a:gd name="T17" fmla="*/ 0 h 613"/>
                <a:gd name="T18" fmla="*/ 0 w 387"/>
                <a:gd name="T19" fmla="*/ 0 h 613"/>
                <a:gd name="T20" fmla="*/ 0 w 387"/>
                <a:gd name="T21" fmla="*/ 0 h 613"/>
                <a:gd name="T22" fmla="*/ 0 w 387"/>
                <a:gd name="T23" fmla="*/ 0 h 613"/>
                <a:gd name="T24" fmla="*/ 0 w 387"/>
                <a:gd name="T25" fmla="*/ 0 h 613"/>
                <a:gd name="T26" fmla="*/ 0 w 387"/>
                <a:gd name="T27" fmla="*/ 0 h 613"/>
                <a:gd name="T28" fmla="*/ 0 w 387"/>
                <a:gd name="T29" fmla="*/ 0 h 613"/>
                <a:gd name="T30" fmla="*/ 0 w 387"/>
                <a:gd name="T31" fmla="*/ 0 h 613"/>
                <a:gd name="T32" fmla="*/ 0 w 387"/>
                <a:gd name="T33" fmla="*/ 0 h 613"/>
                <a:gd name="T34" fmla="*/ 0 w 387"/>
                <a:gd name="T35" fmla="*/ 0 h 613"/>
                <a:gd name="T36" fmla="*/ 0 w 387"/>
                <a:gd name="T37" fmla="*/ 0 h 613"/>
                <a:gd name="T38" fmla="*/ 0 w 387"/>
                <a:gd name="T39" fmla="*/ 0 h 61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87"/>
                <a:gd name="T61" fmla="*/ 0 h 613"/>
                <a:gd name="T62" fmla="*/ 387 w 387"/>
                <a:gd name="T63" fmla="*/ 613 h 61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87" h="613">
                  <a:moveTo>
                    <a:pt x="67" y="60"/>
                  </a:moveTo>
                  <a:lnTo>
                    <a:pt x="152" y="0"/>
                  </a:lnTo>
                  <a:lnTo>
                    <a:pt x="266" y="0"/>
                  </a:lnTo>
                  <a:lnTo>
                    <a:pt x="348" y="46"/>
                  </a:lnTo>
                  <a:lnTo>
                    <a:pt x="387" y="152"/>
                  </a:lnTo>
                  <a:lnTo>
                    <a:pt x="335" y="86"/>
                  </a:lnTo>
                  <a:lnTo>
                    <a:pt x="266" y="60"/>
                  </a:lnTo>
                  <a:lnTo>
                    <a:pt x="164" y="152"/>
                  </a:lnTo>
                  <a:lnTo>
                    <a:pt x="266" y="270"/>
                  </a:lnTo>
                  <a:lnTo>
                    <a:pt x="266" y="429"/>
                  </a:lnTo>
                  <a:lnTo>
                    <a:pt x="90" y="528"/>
                  </a:lnTo>
                  <a:lnTo>
                    <a:pt x="38" y="613"/>
                  </a:lnTo>
                  <a:lnTo>
                    <a:pt x="0" y="613"/>
                  </a:lnTo>
                  <a:lnTo>
                    <a:pt x="14" y="440"/>
                  </a:lnTo>
                  <a:lnTo>
                    <a:pt x="113" y="367"/>
                  </a:lnTo>
                  <a:lnTo>
                    <a:pt x="113" y="306"/>
                  </a:lnTo>
                  <a:lnTo>
                    <a:pt x="38" y="260"/>
                  </a:lnTo>
                  <a:lnTo>
                    <a:pt x="72" y="152"/>
                  </a:lnTo>
                  <a:lnTo>
                    <a:pt x="0" y="71"/>
                  </a:lnTo>
                  <a:lnTo>
                    <a:pt x="67"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0" name="Freeform 290"/>
            <p:cNvSpPr>
              <a:spLocks/>
            </p:cNvSpPr>
            <p:nvPr/>
          </p:nvSpPr>
          <p:spPr bwMode="auto">
            <a:xfrm>
              <a:off x="3461" y="1730"/>
              <a:ext cx="21" cy="53"/>
            </a:xfrm>
            <a:custGeom>
              <a:avLst/>
              <a:gdLst>
                <a:gd name="T0" fmla="*/ 0 w 165"/>
                <a:gd name="T1" fmla="*/ 0 h 424"/>
                <a:gd name="T2" fmla="*/ 0 w 165"/>
                <a:gd name="T3" fmla="*/ 0 h 424"/>
                <a:gd name="T4" fmla="*/ 0 w 165"/>
                <a:gd name="T5" fmla="*/ 0 h 424"/>
                <a:gd name="T6" fmla="*/ 0 w 165"/>
                <a:gd name="T7" fmla="*/ 0 h 424"/>
                <a:gd name="T8" fmla="*/ 0 w 165"/>
                <a:gd name="T9" fmla="*/ 0 h 424"/>
                <a:gd name="T10" fmla="*/ 0 w 165"/>
                <a:gd name="T11" fmla="*/ 0 h 424"/>
                <a:gd name="T12" fmla="*/ 0 w 165"/>
                <a:gd name="T13" fmla="*/ 0 h 424"/>
                <a:gd name="T14" fmla="*/ 0 w 165"/>
                <a:gd name="T15" fmla="*/ 0 h 424"/>
                <a:gd name="T16" fmla="*/ 0 60000 65536"/>
                <a:gd name="T17" fmla="*/ 0 60000 65536"/>
                <a:gd name="T18" fmla="*/ 0 60000 65536"/>
                <a:gd name="T19" fmla="*/ 0 60000 65536"/>
                <a:gd name="T20" fmla="*/ 0 60000 65536"/>
                <a:gd name="T21" fmla="*/ 0 60000 65536"/>
                <a:gd name="T22" fmla="*/ 0 60000 65536"/>
                <a:gd name="T23" fmla="*/ 0 60000 65536"/>
                <a:gd name="T24" fmla="*/ 0 w 165"/>
                <a:gd name="T25" fmla="*/ 0 h 424"/>
                <a:gd name="T26" fmla="*/ 165 w 165"/>
                <a:gd name="T27" fmla="*/ 424 h 4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 h="424">
                  <a:moveTo>
                    <a:pt x="152" y="0"/>
                  </a:moveTo>
                  <a:lnTo>
                    <a:pt x="152" y="120"/>
                  </a:lnTo>
                  <a:lnTo>
                    <a:pt x="101" y="240"/>
                  </a:lnTo>
                  <a:lnTo>
                    <a:pt x="0" y="362"/>
                  </a:lnTo>
                  <a:lnTo>
                    <a:pt x="0" y="424"/>
                  </a:lnTo>
                  <a:lnTo>
                    <a:pt x="66" y="401"/>
                  </a:lnTo>
                  <a:lnTo>
                    <a:pt x="165" y="129"/>
                  </a:lnTo>
                  <a:lnTo>
                    <a:pt x="1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1" name="Freeform 291"/>
            <p:cNvSpPr>
              <a:spLocks/>
            </p:cNvSpPr>
            <p:nvPr/>
          </p:nvSpPr>
          <p:spPr bwMode="auto">
            <a:xfrm>
              <a:off x="3250" y="1455"/>
              <a:ext cx="286" cy="154"/>
            </a:xfrm>
            <a:custGeom>
              <a:avLst/>
              <a:gdLst>
                <a:gd name="T0" fmla="*/ 0 w 2291"/>
                <a:gd name="T1" fmla="*/ 0 h 1231"/>
                <a:gd name="T2" fmla="*/ 0 w 2291"/>
                <a:gd name="T3" fmla="*/ 0 h 1231"/>
                <a:gd name="T4" fmla="*/ 0 w 2291"/>
                <a:gd name="T5" fmla="*/ 0 h 1231"/>
                <a:gd name="T6" fmla="*/ 0 w 2291"/>
                <a:gd name="T7" fmla="*/ 0 h 1231"/>
                <a:gd name="T8" fmla="*/ 0 w 2291"/>
                <a:gd name="T9" fmla="*/ 0 h 1231"/>
                <a:gd name="T10" fmla="*/ 0 w 2291"/>
                <a:gd name="T11" fmla="*/ 0 h 1231"/>
                <a:gd name="T12" fmla="*/ 0 w 2291"/>
                <a:gd name="T13" fmla="*/ 0 h 1231"/>
                <a:gd name="T14" fmla="*/ 0 w 2291"/>
                <a:gd name="T15" fmla="*/ 0 h 1231"/>
                <a:gd name="T16" fmla="*/ 0 w 2291"/>
                <a:gd name="T17" fmla="*/ 0 h 1231"/>
                <a:gd name="T18" fmla="*/ 0 w 2291"/>
                <a:gd name="T19" fmla="*/ 0 h 1231"/>
                <a:gd name="T20" fmla="*/ 0 w 2291"/>
                <a:gd name="T21" fmla="*/ 0 h 1231"/>
                <a:gd name="T22" fmla="*/ 0 w 2291"/>
                <a:gd name="T23" fmla="*/ 0 h 1231"/>
                <a:gd name="T24" fmla="*/ 0 w 2291"/>
                <a:gd name="T25" fmla="*/ 0 h 1231"/>
                <a:gd name="T26" fmla="*/ 0 w 2291"/>
                <a:gd name="T27" fmla="*/ 0 h 1231"/>
                <a:gd name="T28" fmla="*/ 0 w 2291"/>
                <a:gd name="T29" fmla="*/ 0 h 1231"/>
                <a:gd name="T30" fmla="*/ 0 w 2291"/>
                <a:gd name="T31" fmla="*/ 0 h 1231"/>
                <a:gd name="T32" fmla="*/ 0 w 2291"/>
                <a:gd name="T33" fmla="*/ 0 h 1231"/>
                <a:gd name="T34" fmla="*/ 0 w 2291"/>
                <a:gd name="T35" fmla="*/ 0 h 1231"/>
                <a:gd name="T36" fmla="*/ 0 w 2291"/>
                <a:gd name="T37" fmla="*/ 0 h 1231"/>
                <a:gd name="T38" fmla="*/ 0 w 2291"/>
                <a:gd name="T39" fmla="*/ 0 h 1231"/>
                <a:gd name="T40" fmla="*/ 0 w 2291"/>
                <a:gd name="T41" fmla="*/ 0 h 1231"/>
                <a:gd name="T42" fmla="*/ 0 w 2291"/>
                <a:gd name="T43" fmla="*/ 0 h 1231"/>
                <a:gd name="T44" fmla="*/ 0 w 2291"/>
                <a:gd name="T45" fmla="*/ 0 h 1231"/>
                <a:gd name="T46" fmla="*/ 0 w 2291"/>
                <a:gd name="T47" fmla="*/ 0 h 1231"/>
                <a:gd name="T48" fmla="*/ 0 w 2291"/>
                <a:gd name="T49" fmla="*/ 0 h 1231"/>
                <a:gd name="T50" fmla="*/ 0 w 2291"/>
                <a:gd name="T51" fmla="*/ 0 h 1231"/>
                <a:gd name="T52" fmla="*/ 0 w 2291"/>
                <a:gd name="T53" fmla="*/ 0 h 1231"/>
                <a:gd name="T54" fmla="*/ 0 w 2291"/>
                <a:gd name="T55" fmla="*/ 0 h 1231"/>
                <a:gd name="T56" fmla="*/ 0 w 2291"/>
                <a:gd name="T57" fmla="*/ 0 h 1231"/>
                <a:gd name="T58" fmla="*/ 0 w 2291"/>
                <a:gd name="T59" fmla="*/ 0 h 1231"/>
                <a:gd name="T60" fmla="*/ 0 w 2291"/>
                <a:gd name="T61" fmla="*/ 0 h 1231"/>
                <a:gd name="T62" fmla="*/ 0 w 2291"/>
                <a:gd name="T63" fmla="*/ 0 h 1231"/>
                <a:gd name="T64" fmla="*/ 0 w 2291"/>
                <a:gd name="T65" fmla="*/ 0 h 1231"/>
                <a:gd name="T66" fmla="*/ 0 w 2291"/>
                <a:gd name="T67" fmla="*/ 0 h 1231"/>
                <a:gd name="T68" fmla="*/ 0 w 2291"/>
                <a:gd name="T69" fmla="*/ 0 h 1231"/>
                <a:gd name="T70" fmla="*/ 0 w 2291"/>
                <a:gd name="T71" fmla="*/ 0 h 1231"/>
                <a:gd name="T72" fmla="*/ 0 w 2291"/>
                <a:gd name="T73" fmla="*/ 0 h 1231"/>
                <a:gd name="T74" fmla="*/ 0 w 2291"/>
                <a:gd name="T75" fmla="*/ 0 h 1231"/>
                <a:gd name="T76" fmla="*/ 0 w 2291"/>
                <a:gd name="T77" fmla="*/ 0 h 1231"/>
                <a:gd name="T78" fmla="*/ 0 w 2291"/>
                <a:gd name="T79" fmla="*/ 0 h 1231"/>
                <a:gd name="T80" fmla="*/ 0 w 2291"/>
                <a:gd name="T81" fmla="*/ 0 h 1231"/>
                <a:gd name="T82" fmla="*/ 0 w 2291"/>
                <a:gd name="T83" fmla="*/ 0 h 12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291"/>
                <a:gd name="T127" fmla="*/ 0 h 1231"/>
                <a:gd name="T128" fmla="*/ 2291 w 2291"/>
                <a:gd name="T129" fmla="*/ 1231 h 123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291" h="1231">
                  <a:moveTo>
                    <a:pt x="231" y="1231"/>
                  </a:moveTo>
                  <a:lnTo>
                    <a:pt x="124" y="1231"/>
                  </a:lnTo>
                  <a:lnTo>
                    <a:pt x="46" y="1170"/>
                  </a:lnTo>
                  <a:lnTo>
                    <a:pt x="0" y="1071"/>
                  </a:lnTo>
                  <a:lnTo>
                    <a:pt x="0" y="984"/>
                  </a:lnTo>
                  <a:lnTo>
                    <a:pt x="23" y="880"/>
                  </a:lnTo>
                  <a:lnTo>
                    <a:pt x="69" y="829"/>
                  </a:lnTo>
                  <a:lnTo>
                    <a:pt x="132" y="728"/>
                  </a:lnTo>
                  <a:lnTo>
                    <a:pt x="205" y="580"/>
                  </a:lnTo>
                  <a:lnTo>
                    <a:pt x="185" y="682"/>
                  </a:lnTo>
                  <a:lnTo>
                    <a:pt x="124" y="804"/>
                  </a:lnTo>
                  <a:lnTo>
                    <a:pt x="124" y="892"/>
                  </a:lnTo>
                  <a:lnTo>
                    <a:pt x="157" y="974"/>
                  </a:lnTo>
                  <a:lnTo>
                    <a:pt x="221" y="1035"/>
                  </a:lnTo>
                  <a:lnTo>
                    <a:pt x="221" y="912"/>
                  </a:lnTo>
                  <a:lnTo>
                    <a:pt x="304" y="937"/>
                  </a:lnTo>
                  <a:lnTo>
                    <a:pt x="284" y="840"/>
                  </a:lnTo>
                  <a:lnTo>
                    <a:pt x="295" y="728"/>
                  </a:lnTo>
                  <a:lnTo>
                    <a:pt x="352" y="668"/>
                  </a:lnTo>
                  <a:lnTo>
                    <a:pt x="405" y="596"/>
                  </a:lnTo>
                  <a:lnTo>
                    <a:pt x="462" y="513"/>
                  </a:lnTo>
                  <a:lnTo>
                    <a:pt x="521" y="456"/>
                  </a:lnTo>
                  <a:lnTo>
                    <a:pt x="631" y="414"/>
                  </a:lnTo>
                  <a:lnTo>
                    <a:pt x="779" y="380"/>
                  </a:lnTo>
                  <a:lnTo>
                    <a:pt x="950" y="286"/>
                  </a:lnTo>
                  <a:lnTo>
                    <a:pt x="1007" y="179"/>
                  </a:lnTo>
                  <a:lnTo>
                    <a:pt x="985" y="310"/>
                  </a:lnTo>
                  <a:lnTo>
                    <a:pt x="943" y="361"/>
                  </a:lnTo>
                  <a:lnTo>
                    <a:pt x="825" y="481"/>
                  </a:lnTo>
                  <a:lnTo>
                    <a:pt x="1005" y="396"/>
                  </a:lnTo>
                  <a:lnTo>
                    <a:pt x="1097" y="373"/>
                  </a:lnTo>
                  <a:lnTo>
                    <a:pt x="1176" y="276"/>
                  </a:lnTo>
                  <a:lnTo>
                    <a:pt x="1236" y="135"/>
                  </a:lnTo>
                  <a:lnTo>
                    <a:pt x="1236" y="225"/>
                  </a:lnTo>
                  <a:lnTo>
                    <a:pt x="1201" y="373"/>
                  </a:lnTo>
                  <a:lnTo>
                    <a:pt x="1372" y="246"/>
                  </a:lnTo>
                  <a:lnTo>
                    <a:pt x="1468" y="218"/>
                  </a:lnTo>
                  <a:lnTo>
                    <a:pt x="1581" y="232"/>
                  </a:lnTo>
                  <a:lnTo>
                    <a:pt x="1683" y="225"/>
                  </a:lnTo>
                  <a:lnTo>
                    <a:pt x="1776" y="179"/>
                  </a:lnTo>
                  <a:lnTo>
                    <a:pt x="1890" y="80"/>
                  </a:lnTo>
                  <a:lnTo>
                    <a:pt x="1978" y="51"/>
                  </a:lnTo>
                  <a:lnTo>
                    <a:pt x="2088" y="0"/>
                  </a:lnTo>
                  <a:lnTo>
                    <a:pt x="1941" y="87"/>
                  </a:lnTo>
                  <a:lnTo>
                    <a:pt x="2061" y="99"/>
                  </a:lnTo>
                  <a:lnTo>
                    <a:pt x="2291" y="51"/>
                  </a:lnTo>
                  <a:lnTo>
                    <a:pt x="2150" y="150"/>
                  </a:lnTo>
                  <a:lnTo>
                    <a:pt x="1994" y="200"/>
                  </a:lnTo>
                  <a:lnTo>
                    <a:pt x="1855" y="186"/>
                  </a:lnTo>
                  <a:lnTo>
                    <a:pt x="1776" y="225"/>
                  </a:lnTo>
                  <a:lnTo>
                    <a:pt x="1713" y="286"/>
                  </a:lnTo>
                  <a:lnTo>
                    <a:pt x="1683" y="361"/>
                  </a:lnTo>
                  <a:lnTo>
                    <a:pt x="1581" y="421"/>
                  </a:lnTo>
                  <a:lnTo>
                    <a:pt x="1434" y="451"/>
                  </a:lnTo>
                  <a:lnTo>
                    <a:pt x="1321" y="481"/>
                  </a:lnTo>
                  <a:lnTo>
                    <a:pt x="1247" y="571"/>
                  </a:lnTo>
                  <a:lnTo>
                    <a:pt x="1201" y="657"/>
                  </a:lnTo>
                  <a:lnTo>
                    <a:pt x="1183" y="717"/>
                  </a:lnTo>
                  <a:lnTo>
                    <a:pt x="1183" y="557"/>
                  </a:lnTo>
                  <a:lnTo>
                    <a:pt x="1207" y="475"/>
                  </a:lnTo>
                  <a:lnTo>
                    <a:pt x="1069" y="481"/>
                  </a:lnTo>
                  <a:lnTo>
                    <a:pt x="910" y="557"/>
                  </a:lnTo>
                  <a:lnTo>
                    <a:pt x="849" y="633"/>
                  </a:lnTo>
                  <a:lnTo>
                    <a:pt x="809" y="754"/>
                  </a:lnTo>
                  <a:lnTo>
                    <a:pt x="752" y="633"/>
                  </a:lnTo>
                  <a:lnTo>
                    <a:pt x="680" y="717"/>
                  </a:lnTo>
                  <a:lnTo>
                    <a:pt x="631" y="880"/>
                  </a:lnTo>
                  <a:lnTo>
                    <a:pt x="592" y="790"/>
                  </a:lnTo>
                  <a:lnTo>
                    <a:pt x="616" y="682"/>
                  </a:lnTo>
                  <a:lnTo>
                    <a:pt x="680" y="633"/>
                  </a:lnTo>
                  <a:lnTo>
                    <a:pt x="701" y="557"/>
                  </a:lnTo>
                  <a:lnTo>
                    <a:pt x="655" y="528"/>
                  </a:lnTo>
                  <a:lnTo>
                    <a:pt x="548" y="580"/>
                  </a:lnTo>
                  <a:lnTo>
                    <a:pt x="502" y="645"/>
                  </a:lnTo>
                  <a:lnTo>
                    <a:pt x="521" y="717"/>
                  </a:lnTo>
                  <a:lnTo>
                    <a:pt x="491" y="880"/>
                  </a:lnTo>
                  <a:lnTo>
                    <a:pt x="456" y="954"/>
                  </a:lnTo>
                  <a:lnTo>
                    <a:pt x="456" y="1025"/>
                  </a:lnTo>
                  <a:lnTo>
                    <a:pt x="456" y="1048"/>
                  </a:lnTo>
                  <a:lnTo>
                    <a:pt x="385" y="1000"/>
                  </a:lnTo>
                  <a:lnTo>
                    <a:pt x="387" y="1127"/>
                  </a:lnTo>
                  <a:lnTo>
                    <a:pt x="284" y="1048"/>
                  </a:lnTo>
                  <a:lnTo>
                    <a:pt x="284" y="1196"/>
                  </a:lnTo>
                  <a:lnTo>
                    <a:pt x="231" y="12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2" name="Freeform 292"/>
            <p:cNvSpPr>
              <a:spLocks/>
            </p:cNvSpPr>
            <p:nvPr/>
          </p:nvSpPr>
          <p:spPr bwMode="auto">
            <a:xfrm>
              <a:off x="3189" y="1625"/>
              <a:ext cx="27" cy="35"/>
            </a:xfrm>
            <a:custGeom>
              <a:avLst/>
              <a:gdLst>
                <a:gd name="T0" fmla="*/ 0 w 217"/>
                <a:gd name="T1" fmla="*/ 0 h 276"/>
                <a:gd name="T2" fmla="*/ 0 w 217"/>
                <a:gd name="T3" fmla="*/ 0 h 276"/>
                <a:gd name="T4" fmla="*/ 0 w 217"/>
                <a:gd name="T5" fmla="*/ 0 h 276"/>
                <a:gd name="T6" fmla="*/ 0 w 217"/>
                <a:gd name="T7" fmla="*/ 0 h 276"/>
                <a:gd name="T8" fmla="*/ 0 w 217"/>
                <a:gd name="T9" fmla="*/ 0 h 276"/>
                <a:gd name="T10" fmla="*/ 0 w 217"/>
                <a:gd name="T11" fmla="*/ 0 h 276"/>
                <a:gd name="T12" fmla="*/ 0 w 217"/>
                <a:gd name="T13" fmla="*/ 0 h 276"/>
                <a:gd name="T14" fmla="*/ 0 w 217"/>
                <a:gd name="T15" fmla="*/ 0 h 276"/>
                <a:gd name="T16" fmla="*/ 0 60000 65536"/>
                <a:gd name="T17" fmla="*/ 0 60000 65536"/>
                <a:gd name="T18" fmla="*/ 0 60000 65536"/>
                <a:gd name="T19" fmla="*/ 0 60000 65536"/>
                <a:gd name="T20" fmla="*/ 0 60000 65536"/>
                <a:gd name="T21" fmla="*/ 0 60000 65536"/>
                <a:gd name="T22" fmla="*/ 0 60000 65536"/>
                <a:gd name="T23" fmla="*/ 0 60000 65536"/>
                <a:gd name="T24" fmla="*/ 0 w 217"/>
                <a:gd name="T25" fmla="*/ 0 h 276"/>
                <a:gd name="T26" fmla="*/ 217 w 217"/>
                <a:gd name="T27" fmla="*/ 276 h 2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7" h="276">
                  <a:moveTo>
                    <a:pt x="0" y="0"/>
                  </a:moveTo>
                  <a:lnTo>
                    <a:pt x="51" y="117"/>
                  </a:lnTo>
                  <a:lnTo>
                    <a:pt x="125" y="165"/>
                  </a:lnTo>
                  <a:lnTo>
                    <a:pt x="217" y="191"/>
                  </a:lnTo>
                  <a:lnTo>
                    <a:pt x="153" y="276"/>
                  </a:lnTo>
                  <a:lnTo>
                    <a:pt x="72" y="239"/>
                  </a:lnTo>
                  <a:lnTo>
                    <a:pt x="8" y="15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3" name="Freeform 293"/>
            <p:cNvSpPr>
              <a:spLocks/>
            </p:cNvSpPr>
            <p:nvPr/>
          </p:nvSpPr>
          <p:spPr bwMode="auto">
            <a:xfrm>
              <a:off x="3190" y="1409"/>
              <a:ext cx="386" cy="239"/>
            </a:xfrm>
            <a:custGeom>
              <a:avLst/>
              <a:gdLst>
                <a:gd name="T0" fmla="*/ 0 w 3089"/>
                <a:gd name="T1" fmla="*/ 0 h 1908"/>
                <a:gd name="T2" fmla="*/ 0 w 3089"/>
                <a:gd name="T3" fmla="*/ 0 h 1908"/>
                <a:gd name="T4" fmla="*/ 0 w 3089"/>
                <a:gd name="T5" fmla="*/ 0 h 1908"/>
                <a:gd name="T6" fmla="*/ 0 w 3089"/>
                <a:gd name="T7" fmla="*/ 0 h 1908"/>
                <a:gd name="T8" fmla="*/ 0 w 3089"/>
                <a:gd name="T9" fmla="*/ 0 h 1908"/>
                <a:gd name="T10" fmla="*/ 0 w 3089"/>
                <a:gd name="T11" fmla="*/ 0 h 1908"/>
                <a:gd name="T12" fmla="*/ 0 w 3089"/>
                <a:gd name="T13" fmla="*/ 0 h 1908"/>
                <a:gd name="T14" fmla="*/ 0 w 3089"/>
                <a:gd name="T15" fmla="*/ 0 h 1908"/>
                <a:gd name="T16" fmla="*/ 0 w 3089"/>
                <a:gd name="T17" fmla="*/ 0 h 1908"/>
                <a:gd name="T18" fmla="*/ 0 w 3089"/>
                <a:gd name="T19" fmla="*/ 0 h 1908"/>
                <a:gd name="T20" fmla="*/ 0 w 3089"/>
                <a:gd name="T21" fmla="*/ 0 h 1908"/>
                <a:gd name="T22" fmla="*/ 0 w 3089"/>
                <a:gd name="T23" fmla="*/ 0 h 1908"/>
                <a:gd name="T24" fmla="*/ 0 w 3089"/>
                <a:gd name="T25" fmla="*/ 0 h 1908"/>
                <a:gd name="T26" fmla="*/ 0 w 3089"/>
                <a:gd name="T27" fmla="*/ 0 h 1908"/>
                <a:gd name="T28" fmla="*/ 0 w 3089"/>
                <a:gd name="T29" fmla="*/ 0 h 1908"/>
                <a:gd name="T30" fmla="*/ 0 w 3089"/>
                <a:gd name="T31" fmla="*/ 0 h 1908"/>
                <a:gd name="T32" fmla="*/ 0 w 3089"/>
                <a:gd name="T33" fmla="*/ 0 h 1908"/>
                <a:gd name="T34" fmla="*/ 0 w 3089"/>
                <a:gd name="T35" fmla="*/ 0 h 1908"/>
                <a:gd name="T36" fmla="*/ 0 w 3089"/>
                <a:gd name="T37" fmla="*/ 0 h 1908"/>
                <a:gd name="T38" fmla="*/ 0 w 3089"/>
                <a:gd name="T39" fmla="*/ 0 h 1908"/>
                <a:gd name="T40" fmla="*/ 0 w 3089"/>
                <a:gd name="T41" fmla="*/ 0 h 1908"/>
                <a:gd name="T42" fmla="*/ 0 w 3089"/>
                <a:gd name="T43" fmla="*/ 0 h 1908"/>
                <a:gd name="T44" fmla="*/ 0 w 3089"/>
                <a:gd name="T45" fmla="*/ 0 h 1908"/>
                <a:gd name="T46" fmla="*/ 0 w 3089"/>
                <a:gd name="T47" fmla="*/ 0 h 1908"/>
                <a:gd name="T48" fmla="*/ 0 w 3089"/>
                <a:gd name="T49" fmla="*/ 0 h 1908"/>
                <a:gd name="T50" fmla="*/ 0 w 3089"/>
                <a:gd name="T51" fmla="*/ 0 h 1908"/>
                <a:gd name="T52" fmla="*/ 0 w 3089"/>
                <a:gd name="T53" fmla="*/ 0 h 1908"/>
                <a:gd name="T54" fmla="*/ 0 w 3089"/>
                <a:gd name="T55" fmla="*/ 0 h 1908"/>
                <a:gd name="T56" fmla="*/ 0 w 3089"/>
                <a:gd name="T57" fmla="*/ 0 h 1908"/>
                <a:gd name="T58" fmla="*/ 0 w 3089"/>
                <a:gd name="T59" fmla="*/ 0 h 1908"/>
                <a:gd name="T60" fmla="*/ 0 w 3089"/>
                <a:gd name="T61" fmla="*/ 0 h 1908"/>
                <a:gd name="T62" fmla="*/ 0 w 3089"/>
                <a:gd name="T63" fmla="*/ 0 h 1908"/>
                <a:gd name="T64" fmla="*/ 0 w 3089"/>
                <a:gd name="T65" fmla="*/ 0 h 1908"/>
                <a:gd name="T66" fmla="*/ 0 w 3089"/>
                <a:gd name="T67" fmla="*/ 0 h 1908"/>
                <a:gd name="T68" fmla="*/ 0 w 3089"/>
                <a:gd name="T69" fmla="*/ 0 h 1908"/>
                <a:gd name="T70" fmla="*/ 0 w 3089"/>
                <a:gd name="T71" fmla="*/ 0 h 1908"/>
                <a:gd name="T72" fmla="*/ 0 w 3089"/>
                <a:gd name="T73" fmla="*/ 0 h 190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089"/>
                <a:gd name="T112" fmla="*/ 0 h 1908"/>
                <a:gd name="T113" fmla="*/ 3089 w 3089"/>
                <a:gd name="T114" fmla="*/ 1908 h 190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089" h="1908">
                  <a:moveTo>
                    <a:pt x="267" y="1860"/>
                  </a:moveTo>
                  <a:lnTo>
                    <a:pt x="145" y="1812"/>
                  </a:lnTo>
                  <a:lnTo>
                    <a:pt x="55" y="1722"/>
                  </a:lnTo>
                  <a:lnTo>
                    <a:pt x="16" y="1584"/>
                  </a:lnTo>
                  <a:lnTo>
                    <a:pt x="0" y="1492"/>
                  </a:lnTo>
                  <a:lnTo>
                    <a:pt x="27" y="1429"/>
                  </a:lnTo>
                  <a:lnTo>
                    <a:pt x="78" y="1374"/>
                  </a:lnTo>
                  <a:lnTo>
                    <a:pt x="64" y="1302"/>
                  </a:lnTo>
                  <a:lnTo>
                    <a:pt x="87" y="1155"/>
                  </a:lnTo>
                  <a:lnTo>
                    <a:pt x="152" y="1058"/>
                  </a:lnTo>
                  <a:lnTo>
                    <a:pt x="249" y="985"/>
                  </a:lnTo>
                  <a:lnTo>
                    <a:pt x="359" y="936"/>
                  </a:lnTo>
                  <a:lnTo>
                    <a:pt x="420" y="846"/>
                  </a:lnTo>
                  <a:lnTo>
                    <a:pt x="523" y="745"/>
                  </a:lnTo>
                  <a:lnTo>
                    <a:pt x="609" y="738"/>
                  </a:lnTo>
                  <a:lnTo>
                    <a:pt x="514" y="800"/>
                  </a:lnTo>
                  <a:lnTo>
                    <a:pt x="460" y="860"/>
                  </a:lnTo>
                  <a:lnTo>
                    <a:pt x="460" y="886"/>
                  </a:lnTo>
                  <a:lnTo>
                    <a:pt x="560" y="860"/>
                  </a:lnTo>
                  <a:lnTo>
                    <a:pt x="671" y="745"/>
                  </a:lnTo>
                  <a:lnTo>
                    <a:pt x="733" y="641"/>
                  </a:lnTo>
                  <a:lnTo>
                    <a:pt x="816" y="489"/>
                  </a:lnTo>
                  <a:lnTo>
                    <a:pt x="922" y="416"/>
                  </a:lnTo>
                  <a:lnTo>
                    <a:pt x="1040" y="339"/>
                  </a:lnTo>
                  <a:lnTo>
                    <a:pt x="1196" y="319"/>
                  </a:lnTo>
                  <a:lnTo>
                    <a:pt x="1326" y="302"/>
                  </a:lnTo>
                  <a:lnTo>
                    <a:pt x="1387" y="293"/>
                  </a:lnTo>
                  <a:lnTo>
                    <a:pt x="1453" y="183"/>
                  </a:lnTo>
                  <a:lnTo>
                    <a:pt x="1546" y="106"/>
                  </a:lnTo>
                  <a:lnTo>
                    <a:pt x="1724" y="42"/>
                  </a:lnTo>
                  <a:lnTo>
                    <a:pt x="1862" y="62"/>
                  </a:lnTo>
                  <a:lnTo>
                    <a:pt x="1945" y="81"/>
                  </a:lnTo>
                  <a:lnTo>
                    <a:pt x="2058" y="0"/>
                  </a:lnTo>
                  <a:lnTo>
                    <a:pt x="2344" y="0"/>
                  </a:lnTo>
                  <a:lnTo>
                    <a:pt x="2526" y="27"/>
                  </a:lnTo>
                  <a:lnTo>
                    <a:pt x="2655" y="67"/>
                  </a:lnTo>
                  <a:lnTo>
                    <a:pt x="2734" y="132"/>
                  </a:lnTo>
                  <a:lnTo>
                    <a:pt x="2873" y="132"/>
                  </a:lnTo>
                  <a:lnTo>
                    <a:pt x="3013" y="196"/>
                  </a:lnTo>
                  <a:lnTo>
                    <a:pt x="3089" y="293"/>
                  </a:lnTo>
                  <a:lnTo>
                    <a:pt x="3013" y="231"/>
                  </a:lnTo>
                  <a:lnTo>
                    <a:pt x="2895" y="173"/>
                  </a:lnTo>
                  <a:lnTo>
                    <a:pt x="2774" y="183"/>
                  </a:lnTo>
                  <a:lnTo>
                    <a:pt x="2577" y="132"/>
                  </a:lnTo>
                  <a:lnTo>
                    <a:pt x="2367" y="132"/>
                  </a:lnTo>
                  <a:lnTo>
                    <a:pt x="2190" y="173"/>
                  </a:lnTo>
                  <a:lnTo>
                    <a:pt x="2017" y="245"/>
                  </a:lnTo>
                  <a:lnTo>
                    <a:pt x="1922" y="319"/>
                  </a:lnTo>
                  <a:lnTo>
                    <a:pt x="1862" y="330"/>
                  </a:lnTo>
                  <a:lnTo>
                    <a:pt x="1890" y="157"/>
                  </a:lnTo>
                  <a:lnTo>
                    <a:pt x="1763" y="132"/>
                  </a:lnTo>
                  <a:lnTo>
                    <a:pt x="1653" y="207"/>
                  </a:lnTo>
                  <a:lnTo>
                    <a:pt x="1592" y="330"/>
                  </a:lnTo>
                  <a:lnTo>
                    <a:pt x="1339" y="339"/>
                  </a:lnTo>
                  <a:lnTo>
                    <a:pt x="1093" y="416"/>
                  </a:lnTo>
                  <a:lnTo>
                    <a:pt x="882" y="583"/>
                  </a:lnTo>
                  <a:lnTo>
                    <a:pt x="772" y="779"/>
                  </a:lnTo>
                  <a:lnTo>
                    <a:pt x="647" y="860"/>
                  </a:lnTo>
                  <a:lnTo>
                    <a:pt x="477" y="936"/>
                  </a:lnTo>
                  <a:lnTo>
                    <a:pt x="317" y="985"/>
                  </a:lnTo>
                  <a:lnTo>
                    <a:pt x="227" y="1082"/>
                  </a:lnTo>
                  <a:lnTo>
                    <a:pt x="209" y="1245"/>
                  </a:lnTo>
                  <a:lnTo>
                    <a:pt x="267" y="1390"/>
                  </a:lnTo>
                  <a:lnTo>
                    <a:pt x="359" y="1471"/>
                  </a:lnTo>
                  <a:lnTo>
                    <a:pt x="460" y="1535"/>
                  </a:lnTo>
                  <a:lnTo>
                    <a:pt x="278" y="1499"/>
                  </a:lnTo>
                  <a:lnTo>
                    <a:pt x="145" y="1429"/>
                  </a:lnTo>
                  <a:lnTo>
                    <a:pt x="124" y="1554"/>
                  </a:lnTo>
                  <a:lnTo>
                    <a:pt x="209" y="1676"/>
                  </a:lnTo>
                  <a:lnTo>
                    <a:pt x="359" y="1730"/>
                  </a:lnTo>
                  <a:lnTo>
                    <a:pt x="477" y="1730"/>
                  </a:lnTo>
                  <a:lnTo>
                    <a:pt x="647" y="1710"/>
                  </a:lnTo>
                  <a:lnTo>
                    <a:pt x="574" y="1835"/>
                  </a:lnTo>
                  <a:lnTo>
                    <a:pt x="449" y="1908"/>
                  </a:lnTo>
                  <a:lnTo>
                    <a:pt x="267" y="18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4" name="Freeform 294"/>
            <p:cNvSpPr>
              <a:spLocks/>
            </p:cNvSpPr>
            <p:nvPr/>
          </p:nvSpPr>
          <p:spPr bwMode="auto">
            <a:xfrm>
              <a:off x="3487" y="1794"/>
              <a:ext cx="39" cy="122"/>
            </a:xfrm>
            <a:custGeom>
              <a:avLst/>
              <a:gdLst>
                <a:gd name="T0" fmla="*/ 0 w 309"/>
                <a:gd name="T1" fmla="*/ 0 h 976"/>
                <a:gd name="T2" fmla="*/ 0 w 309"/>
                <a:gd name="T3" fmla="*/ 0 h 976"/>
                <a:gd name="T4" fmla="*/ 0 w 309"/>
                <a:gd name="T5" fmla="*/ 0 h 976"/>
                <a:gd name="T6" fmla="*/ 0 w 309"/>
                <a:gd name="T7" fmla="*/ 0 h 976"/>
                <a:gd name="T8" fmla="*/ 0 w 309"/>
                <a:gd name="T9" fmla="*/ 0 h 976"/>
                <a:gd name="T10" fmla="*/ 0 w 309"/>
                <a:gd name="T11" fmla="*/ 0 h 976"/>
                <a:gd name="T12" fmla="*/ 0 w 309"/>
                <a:gd name="T13" fmla="*/ 0 h 976"/>
                <a:gd name="T14" fmla="*/ 0 w 309"/>
                <a:gd name="T15" fmla="*/ 0 h 976"/>
                <a:gd name="T16" fmla="*/ 0 w 309"/>
                <a:gd name="T17" fmla="*/ 0 h 976"/>
                <a:gd name="T18" fmla="*/ 0 w 309"/>
                <a:gd name="T19" fmla="*/ 0 h 9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9"/>
                <a:gd name="T31" fmla="*/ 0 h 976"/>
                <a:gd name="T32" fmla="*/ 309 w 309"/>
                <a:gd name="T33" fmla="*/ 976 h 97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9" h="976">
                  <a:moveTo>
                    <a:pt x="186" y="0"/>
                  </a:moveTo>
                  <a:lnTo>
                    <a:pt x="186" y="187"/>
                  </a:lnTo>
                  <a:lnTo>
                    <a:pt x="147" y="459"/>
                  </a:lnTo>
                  <a:lnTo>
                    <a:pt x="101" y="666"/>
                  </a:lnTo>
                  <a:lnTo>
                    <a:pt x="0" y="976"/>
                  </a:lnTo>
                  <a:lnTo>
                    <a:pt x="136" y="831"/>
                  </a:lnTo>
                  <a:lnTo>
                    <a:pt x="241" y="605"/>
                  </a:lnTo>
                  <a:lnTo>
                    <a:pt x="288" y="446"/>
                  </a:lnTo>
                  <a:lnTo>
                    <a:pt x="309" y="296"/>
                  </a:lnTo>
                  <a:lnTo>
                    <a:pt x="18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5" name="Freeform 295"/>
            <p:cNvSpPr>
              <a:spLocks/>
            </p:cNvSpPr>
            <p:nvPr/>
          </p:nvSpPr>
          <p:spPr bwMode="auto">
            <a:xfrm>
              <a:off x="3324" y="2121"/>
              <a:ext cx="559" cy="634"/>
            </a:xfrm>
            <a:custGeom>
              <a:avLst/>
              <a:gdLst>
                <a:gd name="T0" fmla="*/ 0 w 4469"/>
                <a:gd name="T1" fmla="*/ 0 h 5071"/>
                <a:gd name="T2" fmla="*/ 0 w 4469"/>
                <a:gd name="T3" fmla="*/ 0 h 5071"/>
                <a:gd name="T4" fmla="*/ 0 w 4469"/>
                <a:gd name="T5" fmla="*/ 0 h 5071"/>
                <a:gd name="T6" fmla="*/ 0 w 4469"/>
                <a:gd name="T7" fmla="*/ 0 h 5071"/>
                <a:gd name="T8" fmla="*/ 0 w 4469"/>
                <a:gd name="T9" fmla="*/ 0 h 5071"/>
                <a:gd name="T10" fmla="*/ 0 w 4469"/>
                <a:gd name="T11" fmla="*/ 0 h 5071"/>
                <a:gd name="T12" fmla="*/ 0 w 4469"/>
                <a:gd name="T13" fmla="*/ 0 h 5071"/>
                <a:gd name="T14" fmla="*/ 0 w 4469"/>
                <a:gd name="T15" fmla="*/ 0 h 5071"/>
                <a:gd name="T16" fmla="*/ 0 w 4469"/>
                <a:gd name="T17" fmla="*/ 0 h 5071"/>
                <a:gd name="T18" fmla="*/ 0 w 4469"/>
                <a:gd name="T19" fmla="*/ 0 h 5071"/>
                <a:gd name="T20" fmla="*/ 0 w 4469"/>
                <a:gd name="T21" fmla="*/ 0 h 5071"/>
                <a:gd name="T22" fmla="*/ 0 w 4469"/>
                <a:gd name="T23" fmla="*/ 0 h 5071"/>
                <a:gd name="T24" fmla="*/ 0 w 4469"/>
                <a:gd name="T25" fmla="*/ 0 h 5071"/>
                <a:gd name="T26" fmla="*/ 0 w 4469"/>
                <a:gd name="T27" fmla="*/ 0 h 5071"/>
                <a:gd name="T28" fmla="*/ 0 w 4469"/>
                <a:gd name="T29" fmla="*/ 0 h 5071"/>
                <a:gd name="T30" fmla="*/ 0 w 4469"/>
                <a:gd name="T31" fmla="*/ 0 h 5071"/>
                <a:gd name="T32" fmla="*/ 0 w 4469"/>
                <a:gd name="T33" fmla="*/ 0 h 5071"/>
                <a:gd name="T34" fmla="*/ 0 w 4469"/>
                <a:gd name="T35" fmla="*/ 0 h 5071"/>
                <a:gd name="T36" fmla="*/ 0 w 4469"/>
                <a:gd name="T37" fmla="*/ 0 h 5071"/>
                <a:gd name="T38" fmla="*/ 0 w 4469"/>
                <a:gd name="T39" fmla="*/ 0 h 5071"/>
                <a:gd name="T40" fmla="*/ 0 w 4469"/>
                <a:gd name="T41" fmla="*/ 0 h 5071"/>
                <a:gd name="T42" fmla="*/ 0 w 4469"/>
                <a:gd name="T43" fmla="*/ 0 h 5071"/>
                <a:gd name="T44" fmla="*/ 0 w 4469"/>
                <a:gd name="T45" fmla="*/ 0 h 5071"/>
                <a:gd name="T46" fmla="*/ 0 w 4469"/>
                <a:gd name="T47" fmla="*/ 0 h 5071"/>
                <a:gd name="T48" fmla="*/ 0 w 4469"/>
                <a:gd name="T49" fmla="*/ 0 h 5071"/>
                <a:gd name="T50" fmla="*/ 0 w 4469"/>
                <a:gd name="T51" fmla="*/ 0 h 5071"/>
                <a:gd name="T52" fmla="*/ 0 w 4469"/>
                <a:gd name="T53" fmla="*/ 0 h 5071"/>
                <a:gd name="T54" fmla="*/ 0 w 4469"/>
                <a:gd name="T55" fmla="*/ 0 h 5071"/>
                <a:gd name="T56" fmla="*/ 0 w 4469"/>
                <a:gd name="T57" fmla="*/ 0 h 5071"/>
                <a:gd name="T58" fmla="*/ 0 w 4469"/>
                <a:gd name="T59" fmla="*/ 0 h 5071"/>
                <a:gd name="T60" fmla="*/ 0 w 4469"/>
                <a:gd name="T61" fmla="*/ 0 h 5071"/>
                <a:gd name="T62" fmla="*/ 0 w 4469"/>
                <a:gd name="T63" fmla="*/ 0 h 5071"/>
                <a:gd name="T64" fmla="*/ 0 w 4469"/>
                <a:gd name="T65" fmla="*/ 0 h 5071"/>
                <a:gd name="T66" fmla="*/ 0 w 4469"/>
                <a:gd name="T67" fmla="*/ 0 h 5071"/>
                <a:gd name="T68" fmla="*/ 0 w 4469"/>
                <a:gd name="T69" fmla="*/ 0 h 5071"/>
                <a:gd name="T70" fmla="*/ 0 w 4469"/>
                <a:gd name="T71" fmla="*/ 0 h 5071"/>
                <a:gd name="T72" fmla="*/ 0 w 4469"/>
                <a:gd name="T73" fmla="*/ 0 h 5071"/>
                <a:gd name="T74" fmla="*/ 0 w 4469"/>
                <a:gd name="T75" fmla="*/ 0 h 5071"/>
                <a:gd name="T76" fmla="*/ 0 w 4469"/>
                <a:gd name="T77" fmla="*/ 0 h 5071"/>
                <a:gd name="T78" fmla="*/ 0 w 4469"/>
                <a:gd name="T79" fmla="*/ 0 h 5071"/>
                <a:gd name="T80" fmla="*/ 0 w 4469"/>
                <a:gd name="T81" fmla="*/ 0 h 5071"/>
                <a:gd name="T82" fmla="*/ 0 w 4469"/>
                <a:gd name="T83" fmla="*/ 0 h 5071"/>
                <a:gd name="T84" fmla="*/ 0 w 4469"/>
                <a:gd name="T85" fmla="*/ 0 h 5071"/>
                <a:gd name="T86" fmla="*/ 0 w 4469"/>
                <a:gd name="T87" fmla="*/ 0 h 5071"/>
                <a:gd name="T88" fmla="*/ 0 w 4469"/>
                <a:gd name="T89" fmla="*/ 0 h 5071"/>
                <a:gd name="T90" fmla="*/ 0 w 4469"/>
                <a:gd name="T91" fmla="*/ 0 h 5071"/>
                <a:gd name="T92" fmla="*/ 0 w 4469"/>
                <a:gd name="T93" fmla="*/ 0 h 5071"/>
                <a:gd name="T94" fmla="*/ 0 w 4469"/>
                <a:gd name="T95" fmla="*/ 0 h 5071"/>
                <a:gd name="T96" fmla="*/ 0 w 4469"/>
                <a:gd name="T97" fmla="*/ 0 h 5071"/>
                <a:gd name="T98" fmla="*/ 0 w 4469"/>
                <a:gd name="T99" fmla="*/ 0 h 5071"/>
                <a:gd name="T100" fmla="*/ 0 w 4469"/>
                <a:gd name="T101" fmla="*/ 0 h 5071"/>
                <a:gd name="T102" fmla="*/ 0 w 4469"/>
                <a:gd name="T103" fmla="*/ 0 h 5071"/>
                <a:gd name="T104" fmla="*/ 0 w 4469"/>
                <a:gd name="T105" fmla="*/ 0 h 507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469"/>
                <a:gd name="T160" fmla="*/ 0 h 5071"/>
                <a:gd name="T161" fmla="*/ 4469 w 4469"/>
                <a:gd name="T162" fmla="*/ 5071 h 507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469" h="5071">
                  <a:moveTo>
                    <a:pt x="4469" y="1452"/>
                  </a:moveTo>
                  <a:lnTo>
                    <a:pt x="3878" y="1759"/>
                  </a:lnTo>
                  <a:lnTo>
                    <a:pt x="3544" y="2040"/>
                  </a:lnTo>
                  <a:lnTo>
                    <a:pt x="3228" y="2346"/>
                  </a:lnTo>
                  <a:lnTo>
                    <a:pt x="2956" y="2784"/>
                  </a:lnTo>
                  <a:lnTo>
                    <a:pt x="2733" y="3276"/>
                  </a:lnTo>
                  <a:lnTo>
                    <a:pt x="2578" y="3865"/>
                  </a:lnTo>
                  <a:lnTo>
                    <a:pt x="2483" y="4482"/>
                  </a:lnTo>
                  <a:lnTo>
                    <a:pt x="2421" y="5071"/>
                  </a:lnTo>
                  <a:lnTo>
                    <a:pt x="0" y="5071"/>
                  </a:lnTo>
                  <a:lnTo>
                    <a:pt x="282" y="4821"/>
                  </a:lnTo>
                  <a:lnTo>
                    <a:pt x="499" y="4544"/>
                  </a:lnTo>
                  <a:lnTo>
                    <a:pt x="657" y="4297"/>
                  </a:lnTo>
                  <a:lnTo>
                    <a:pt x="900" y="4080"/>
                  </a:lnTo>
                  <a:lnTo>
                    <a:pt x="1182" y="3924"/>
                  </a:lnTo>
                  <a:lnTo>
                    <a:pt x="1525" y="3087"/>
                  </a:lnTo>
                  <a:lnTo>
                    <a:pt x="1089" y="3243"/>
                  </a:lnTo>
                  <a:lnTo>
                    <a:pt x="99" y="3801"/>
                  </a:lnTo>
                  <a:lnTo>
                    <a:pt x="900" y="3214"/>
                  </a:lnTo>
                  <a:lnTo>
                    <a:pt x="1525" y="2784"/>
                  </a:lnTo>
                  <a:lnTo>
                    <a:pt x="1835" y="2443"/>
                  </a:lnTo>
                  <a:lnTo>
                    <a:pt x="2055" y="2100"/>
                  </a:lnTo>
                  <a:lnTo>
                    <a:pt x="2209" y="1698"/>
                  </a:lnTo>
                  <a:lnTo>
                    <a:pt x="2306" y="1362"/>
                  </a:lnTo>
                  <a:lnTo>
                    <a:pt x="2145" y="894"/>
                  </a:lnTo>
                  <a:lnTo>
                    <a:pt x="1771" y="307"/>
                  </a:lnTo>
                  <a:lnTo>
                    <a:pt x="1459" y="0"/>
                  </a:lnTo>
                  <a:lnTo>
                    <a:pt x="1894" y="341"/>
                  </a:lnTo>
                  <a:lnTo>
                    <a:pt x="2306" y="894"/>
                  </a:lnTo>
                  <a:lnTo>
                    <a:pt x="2456" y="1298"/>
                  </a:lnTo>
                  <a:lnTo>
                    <a:pt x="2610" y="1698"/>
                  </a:lnTo>
                  <a:lnTo>
                    <a:pt x="2707" y="2135"/>
                  </a:lnTo>
                  <a:lnTo>
                    <a:pt x="3076" y="1913"/>
                  </a:lnTo>
                  <a:lnTo>
                    <a:pt x="2578" y="2346"/>
                  </a:lnTo>
                  <a:lnTo>
                    <a:pt x="2209" y="2784"/>
                  </a:lnTo>
                  <a:lnTo>
                    <a:pt x="2020" y="3119"/>
                  </a:lnTo>
                  <a:lnTo>
                    <a:pt x="1894" y="3463"/>
                  </a:lnTo>
                  <a:lnTo>
                    <a:pt x="1802" y="3801"/>
                  </a:lnTo>
                  <a:lnTo>
                    <a:pt x="1617" y="4177"/>
                  </a:lnTo>
                  <a:lnTo>
                    <a:pt x="1459" y="4423"/>
                  </a:lnTo>
                  <a:lnTo>
                    <a:pt x="1432" y="4669"/>
                  </a:lnTo>
                  <a:lnTo>
                    <a:pt x="1432" y="4857"/>
                  </a:lnTo>
                  <a:lnTo>
                    <a:pt x="1556" y="4509"/>
                  </a:lnTo>
                  <a:lnTo>
                    <a:pt x="1736" y="4177"/>
                  </a:lnTo>
                  <a:lnTo>
                    <a:pt x="1958" y="3865"/>
                  </a:lnTo>
                  <a:lnTo>
                    <a:pt x="2055" y="3619"/>
                  </a:lnTo>
                  <a:lnTo>
                    <a:pt x="2270" y="3340"/>
                  </a:lnTo>
                  <a:lnTo>
                    <a:pt x="2639" y="3054"/>
                  </a:lnTo>
                  <a:lnTo>
                    <a:pt x="2920" y="2658"/>
                  </a:lnTo>
                  <a:lnTo>
                    <a:pt x="3228" y="2226"/>
                  </a:lnTo>
                  <a:lnTo>
                    <a:pt x="3602" y="1883"/>
                  </a:lnTo>
                  <a:lnTo>
                    <a:pt x="3943" y="1637"/>
                  </a:lnTo>
                  <a:lnTo>
                    <a:pt x="4469" y="14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6" name="Freeform 296"/>
            <p:cNvSpPr>
              <a:spLocks/>
            </p:cNvSpPr>
            <p:nvPr/>
          </p:nvSpPr>
          <p:spPr bwMode="auto">
            <a:xfrm>
              <a:off x="3286" y="2256"/>
              <a:ext cx="220" cy="267"/>
            </a:xfrm>
            <a:custGeom>
              <a:avLst/>
              <a:gdLst>
                <a:gd name="T0" fmla="*/ 0 w 1765"/>
                <a:gd name="T1" fmla="*/ 0 h 2135"/>
                <a:gd name="T2" fmla="*/ 0 w 1765"/>
                <a:gd name="T3" fmla="*/ 0 h 2135"/>
                <a:gd name="T4" fmla="*/ 0 w 1765"/>
                <a:gd name="T5" fmla="*/ 0 h 2135"/>
                <a:gd name="T6" fmla="*/ 0 w 1765"/>
                <a:gd name="T7" fmla="*/ 0 h 2135"/>
                <a:gd name="T8" fmla="*/ 0 w 1765"/>
                <a:gd name="T9" fmla="*/ 0 h 2135"/>
                <a:gd name="T10" fmla="*/ 0 w 1765"/>
                <a:gd name="T11" fmla="*/ 0 h 2135"/>
                <a:gd name="T12" fmla="*/ 0 w 1765"/>
                <a:gd name="T13" fmla="*/ 0 h 2135"/>
                <a:gd name="T14" fmla="*/ 0 w 1765"/>
                <a:gd name="T15" fmla="*/ 0 h 2135"/>
                <a:gd name="T16" fmla="*/ 0 w 1765"/>
                <a:gd name="T17" fmla="*/ 0 h 2135"/>
                <a:gd name="T18" fmla="*/ 0 w 1765"/>
                <a:gd name="T19" fmla="*/ 0 h 21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65"/>
                <a:gd name="T31" fmla="*/ 0 h 2135"/>
                <a:gd name="T32" fmla="*/ 1765 w 1765"/>
                <a:gd name="T33" fmla="*/ 2135 h 213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65" h="2135">
                  <a:moveTo>
                    <a:pt x="1710" y="0"/>
                  </a:moveTo>
                  <a:lnTo>
                    <a:pt x="1765" y="61"/>
                  </a:lnTo>
                  <a:lnTo>
                    <a:pt x="1425" y="744"/>
                  </a:lnTo>
                  <a:lnTo>
                    <a:pt x="994" y="1147"/>
                  </a:lnTo>
                  <a:lnTo>
                    <a:pt x="743" y="1579"/>
                  </a:lnTo>
                  <a:lnTo>
                    <a:pt x="0" y="2135"/>
                  </a:lnTo>
                  <a:lnTo>
                    <a:pt x="306" y="1482"/>
                  </a:lnTo>
                  <a:lnTo>
                    <a:pt x="1020" y="645"/>
                  </a:lnTo>
                  <a:lnTo>
                    <a:pt x="1579" y="248"/>
                  </a:lnTo>
                  <a:lnTo>
                    <a:pt x="17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 name="Freeform 297"/>
            <p:cNvSpPr>
              <a:spLocks/>
            </p:cNvSpPr>
            <p:nvPr/>
          </p:nvSpPr>
          <p:spPr bwMode="auto">
            <a:xfrm>
              <a:off x="3712" y="1920"/>
              <a:ext cx="179" cy="305"/>
            </a:xfrm>
            <a:custGeom>
              <a:avLst/>
              <a:gdLst>
                <a:gd name="T0" fmla="*/ 0 w 1430"/>
                <a:gd name="T1" fmla="*/ 0 h 2441"/>
                <a:gd name="T2" fmla="*/ 0 w 1430"/>
                <a:gd name="T3" fmla="*/ 0 h 2441"/>
                <a:gd name="T4" fmla="*/ 0 w 1430"/>
                <a:gd name="T5" fmla="*/ 0 h 2441"/>
                <a:gd name="T6" fmla="*/ 0 w 1430"/>
                <a:gd name="T7" fmla="*/ 0 h 2441"/>
                <a:gd name="T8" fmla="*/ 0 w 1430"/>
                <a:gd name="T9" fmla="*/ 0 h 2441"/>
                <a:gd name="T10" fmla="*/ 0 w 1430"/>
                <a:gd name="T11" fmla="*/ 0 h 2441"/>
                <a:gd name="T12" fmla="*/ 0 w 1430"/>
                <a:gd name="T13" fmla="*/ 0 h 2441"/>
                <a:gd name="T14" fmla="*/ 0 60000 65536"/>
                <a:gd name="T15" fmla="*/ 0 60000 65536"/>
                <a:gd name="T16" fmla="*/ 0 60000 65536"/>
                <a:gd name="T17" fmla="*/ 0 60000 65536"/>
                <a:gd name="T18" fmla="*/ 0 60000 65536"/>
                <a:gd name="T19" fmla="*/ 0 60000 65536"/>
                <a:gd name="T20" fmla="*/ 0 60000 65536"/>
                <a:gd name="T21" fmla="*/ 0 w 1430"/>
                <a:gd name="T22" fmla="*/ 0 h 2441"/>
                <a:gd name="T23" fmla="*/ 1430 w 1430"/>
                <a:gd name="T24" fmla="*/ 2441 h 24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0" h="2441">
                  <a:moveTo>
                    <a:pt x="0" y="0"/>
                  </a:moveTo>
                  <a:lnTo>
                    <a:pt x="374" y="373"/>
                  </a:lnTo>
                  <a:lnTo>
                    <a:pt x="745" y="929"/>
                  </a:lnTo>
                  <a:lnTo>
                    <a:pt x="1430" y="2441"/>
                  </a:lnTo>
                  <a:lnTo>
                    <a:pt x="718" y="961"/>
                  </a:lnTo>
                  <a:lnTo>
                    <a:pt x="347" y="40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8" name="Freeform 298"/>
            <p:cNvSpPr>
              <a:spLocks/>
            </p:cNvSpPr>
            <p:nvPr/>
          </p:nvSpPr>
          <p:spPr bwMode="auto">
            <a:xfrm>
              <a:off x="3216" y="1975"/>
              <a:ext cx="286" cy="604"/>
            </a:xfrm>
            <a:custGeom>
              <a:avLst/>
              <a:gdLst>
                <a:gd name="T0" fmla="*/ 0 w 2285"/>
                <a:gd name="T1" fmla="*/ 0 h 4830"/>
                <a:gd name="T2" fmla="*/ 0 w 2285"/>
                <a:gd name="T3" fmla="*/ 0 h 4830"/>
                <a:gd name="T4" fmla="*/ 0 w 2285"/>
                <a:gd name="T5" fmla="*/ 0 h 4830"/>
                <a:gd name="T6" fmla="*/ 0 w 2285"/>
                <a:gd name="T7" fmla="*/ 0 h 4830"/>
                <a:gd name="T8" fmla="*/ 0 w 2285"/>
                <a:gd name="T9" fmla="*/ 0 h 4830"/>
                <a:gd name="T10" fmla="*/ 0 w 2285"/>
                <a:gd name="T11" fmla="*/ 0 h 4830"/>
                <a:gd name="T12" fmla="*/ 0 w 2285"/>
                <a:gd name="T13" fmla="*/ 0 h 4830"/>
                <a:gd name="T14" fmla="*/ 0 w 2285"/>
                <a:gd name="T15" fmla="*/ 0 h 4830"/>
                <a:gd name="T16" fmla="*/ 0 w 2285"/>
                <a:gd name="T17" fmla="*/ 0 h 4830"/>
                <a:gd name="T18" fmla="*/ 0 w 2285"/>
                <a:gd name="T19" fmla="*/ 0 h 4830"/>
                <a:gd name="T20" fmla="*/ 0 w 2285"/>
                <a:gd name="T21" fmla="*/ 0 h 4830"/>
                <a:gd name="T22" fmla="*/ 0 w 2285"/>
                <a:gd name="T23" fmla="*/ 0 h 4830"/>
                <a:gd name="T24" fmla="*/ 0 w 2285"/>
                <a:gd name="T25" fmla="*/ 0 h 4830"/>
                <a:gd name="T26" fmla="*/ 0 w 2285"/>
                <a:gd name="T27" fmla="*/ 0 h 4830"/>
                <a:gd name="T28" fmla="*/ 0 w 2285"/>
                <a:gd name="T29" fmla="*/ 0 h 4830"/>
                <a:gd name="T30" fmla="*/ 0 w 2285"/>
                <a:gd name="T31" fmla="*/ 0 h 4830"/>
                <a:gd name="T32" fmla="*/ 0 w 2285"/>
                <a:gd name="T33" fmla="*/ 0 h 4830"/>
                <a:gd name="T34" fmla="*/ 0 w 2285"/>
                <a:gd name="T35" fmla="*/ 0 h 4830"/>
                <a:gd name="T36" fmla="*/ 0 w 2285"/>
                <a:gd name="T37" fmla="*/ 0 h 4830"/>
                <a:gd name="T38" fmla="*/ 0 w 2285"/>
                <a:gd name="T39" fmla="*/ 0 h 4830"/>
                <a:gd name="T40" fmla="*/ 0 w 2285"/>
                <a:gd name="T41" fmla="*/ 0 h 4830"/>
                <a:gd name="T42" fmla="*/ 0 w 2285"/>
                <a:gd name="T43" fmla="*/ 0 h 4830"/>
                <a:gd name="T44" fmla="*/ 0 w 2285"/>
                <a:gd name="T45" fmla="*/ 0 h 4830"/>
                <a:gd name="T46" fmla="*/ 0 w 2285"/>
                <a:gd name="T47" fmla="*/ 0 h 4830"/>
                <a:gd name="T48" fmla="*/ 0 w 2285"/>
                <a:gd name="T49" fmla="*/ 0 h 4830"/>
                <a:gd name="T50" fmla="*/ 0 w 2285"/>
                <a:gd name="T51" fmla="*/ 0 h 4830"/>
                <a:gd name="T52" fmla="*/ 0 w 2285"/>
                <a:gd name="T53" fmla="*/ 0 h 4830"/>
                <a:gd name="T54" fmla="*/ 0 w 2285"/>
                <a:gd name="T55" fmla="*/ 0 h 4830"/>
                <a:gd name="T56" fmla="*/ 0 w 2285"/>
                <a:gd name="T57" fmla="*/ 0 h 4830"/>
                <a:gd name="T58" fmla="*/ 0 w 2285"/>
                <a:gd name="T59" fmla="*/ 0 h 4830"/>
                <a:gd name="T60" fmla="*/ 0 w 2285"/>
                <a:gd name="T61" fmla="*/ 0 h 4830"/>
                <a:gd name="T62" fmla="*/ 0 w 2285"/>
                <a:gd name="T63" fmla="*/ 0 h 4830"/>
                <a:gd name="T64" fmla="*/ 0 w 2285"/>
                <a:gd name="T65" fmla="*/ 0 h 4830"/>
                <a:gd name="T66" fmla="*/ 0 w 2285"/>
                <a:gd name="T67" fmla="*/ 0 h 4830"/>
                <a:gd name="T68" fmla="*/ 0 w 2285"/>
                <a:gd name="T69" fmla="*/ 0 h 483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285"/>
                <a:gd name="T106" fmla="*/ 0 h 4830"/>
                <a:gd name="T107" fmla="*/ 2285 w 2285"/>
                <a:gd name="T108" fmla="*/ 4830 h 483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285" h="4830">
                  <a:moveTo>
                    <a:pt x="2285" y="0"/>
                  </a:moveTo>
                  <a:lnTo>
                    <a:pt x="1736" y="296"/>
                  </a:lnTo>
                  <a:lnTo>
                    <a:pt x="1471" y="507"/>
                  </a:lnTo>
                  <a:lnTo>
                    <a:pt x="1198" y="646"/>
                  </a:lnTo>
                  <a:lnTo>
                    <a:pt x="862" y="1140"/>
                  </a:lnTo>
                  <a:lnTo>
                    <a:pt x="688" y="1755"/>
                  </a:lnTo>
                  <a:lnTo>
                    <a:pt x="620" y="2283"/>
                  </a:lnTo>
                  <a:lnTo>
                    <a:pt x="559" y="2690"/>
                  </a:lnTo>
                  <a:lnTo>
                    <a:pt x="446" y="3017"/>
                  </a:lnTo>
                  <a:lnTo>
                    <a:pt x="365" y="3412"/>
                  </a:lnTo>
                  <a:lnTo>
                    <a:pt x="286" y="3753"/>
                  </a:lnTo>
                  <a:lnTo>
                    <a:pt x="270" y="4021"/>
                  </a:lnTo>
                  <a:lnTo>
                    <a:pt x="224" y="4254"/>
                  </a:lnTo>
                  <a:lnTo>
                    <a:pt x="207" y="4383"/>
                  </a:lnTo>
                  <a:lnTo>
                    <a:pt x="132" y="4577"/>
                  </a:lnTo>
                  <a:lnTo>
                    <a:pt x="0" y="4830"/>
                  </a:lnTo>
                  <a:lnTo>
                    <a:pt x="240" y="4421"/>
                  </a:lnTo>
                  <a:lnTo>
                    <a:pt x="381" y="4104"/>
                  </a:lnTo>
                  <a:lnTo>
                    <a:pt x="574" y="3689"/>
                  </a:lnTo>
                  <a:lnTo>
                    <a:pt x="688" y="3368"/>
                  </a:lnTo>
                  <a:lnTo>
                    <a:pt x="780" y="2986"/>
                  </a:lnTo>
                  <a:lnTo>
                    <a:pt x="826" y="2430"/>
                  </a:lnTo>
                  <a:lnTo>
                    <a:pt x="766" y="3006"/>
                  </a:lnTo>
                  <a:lnTo>
                    <a:pt x="574" y="3592"/>
                  </a:lnTo>
                  <a:lnTo>
                    <a:pt x="305" y="4083"/>
                  </a:lnTo>
                  <a:lnTo>
                    <a:pt x="365" y="3592"/>
                  </a:lnTo>
                  <a:lnTo>
                    <a:pt x="497" y="3006"/>
                  </a:lnTo>
                  <a:lnTo>
                    <a:pt x="607" y="2718"/>
                  </a:lnTo>
                  <a:lnTo>
                    <a:pt x="730" y="1920"/>
                  </a:lnTo>
                  <a:lnTo>
                    <a:pt x="862" y="1377"/>
                  </a:lnTo>
                  <a:lnTo>
                    <a:pt x="1022" y="973"/>
                  </a:lnTo>
                  <a:lnTo>
                    <a:pt x="1229" y="692"/>
                  </a:lnTo>
                  <a:lnTo>
                    <a:pt x="1532" y="523"/>
                  </a:lnTo>
                  <a:lnTo>
                    <a:pt x="1833" y="268"/>
                  </a:lnTo>
                  <a:lnTo>
                    <a:pt x="228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9" name="Freeform 299"/>
            <p:cNvSpPr>
              <a:spLocks/>
            </p:cNvSpPr>
            <p:nvPr/>
          </p:nvSpPr>
          <p:spPr bwMode="auto">
            <a:xfrm>
              <a:off x="2817" y="2393"/>
              <a:ext cx="457" cy="365"/>
            </a:xfrm>
            <a:custGeom>
              <a:avLst/>
              <a:gdLst>
                <a:gd name="T0" fmla="*/ 0 w 3654"/>
                <a:gd name="T1" fmla="*/ 0 h 2924"/>
                <a:gd name="T2" fmla="*/ 0 w 3654"/>
                <a:gd name="T3" fmla="*/ 0 h 2924"/>
                <a:gd name="T4" fmla="*/ 0 w 3654"/>
                <a:gd name="T5" fmla="*/ 0 h 2924"/>
                <a:gd name="T6" fmla="*/ 0 w 3654"/>
                <a:gd name="T7" fmla="*/ 0 h 2924"/>
                <a:gd name="T8" fmla="*/ 0 w 3654"/>
                <a:gd name="T9" fmla="*/ 0 h 2924"/>
                <a:gd name="T10" fmla="*/ 0 w 3654"/>
                <a:gd name="T11" fmla="*/ 0 h 2924"/>
                <a:gd name="T12" fmla="*/ 0 w 3654"/>
                <a:gd name="T13" fmla="*/ 0 h 2924"/>
                <a:gd name="T14" fmla="*/ 0 w 3654"/>
                <a:gd name="T15" fmla="*/ 0 h 2924"/>
                <a:gd name="T16" fmla="*/ 0 w 3654"/>
                <a:gd name="T17" fmla="*/ 0 h 2924"/>
                <a:gd name="T18" fmla="*/ 0 w 3654"/>
                <a:gd name="T19" fmla="*/ 0 h 2924"/>
                <a:gd name="T20" fmla="*/ 0 w 3654"/>
                <a:gd name="T21" fmla="*/ 0 h 2924"/>
                <a:gd name="T22" fmla="*/ 0 w 3654"/>
                <a:gd name="T23" fmla="*/ 0 h 2924"/>
                <a:gd name="T24" fmla="*/ 0 w 3654"/>
                <a:gd name="T25" fmla="*/ 0 h 2924"/>
                <a:gd name="T26" fmla="*/ 0 w 3654"/>
                <a:gd name="T27" fmla="*/ 0 h 2924"/>
                <a:gd name="T28" fmla="*/ 0 w 3654"/>
                <a:gd name="T29" fmla="*/ 0 h 2924"/>
                <a:gd name="T30" fmla="*/ 0 w 3654"/>
                <a:gd name="T31" fmla="*/ 0 h 2924"/>
                <a:gd name="T32" fmla="*/ 0 w 3654"/>
                <a:gd name="T33" fmla="*/ 0 h 2924"/>
                <a:gd name="T34" fmla="*/ 0 w 3654"/>
                <a:gd name="T35" fmla="*/ 0 h 2924"/>
                <a:gd name="T36" fmla="*/ 0 w 3654"/>
                <a:gd name="T37" fmla="*/ 0 h 2924"/>
                <a:gd name="T38" fmla="*/ 0 w 3654"/>
                <a:gd name="T39" fmla="*/ 0 h 2924"/>
                <a:gd name="T40" fmla="*/ 0 w 3654"/>
                <a:gd name="T41" fmla="*/ 0 h 2924"/>
                <a:gd name="T42" fmla="*/ 0 w 3654"/>
                <a:gd name="T43" fmla="*/ 0 h 2924"/>
                <a:gd name="T44" fmla="*/ 0 w 3654"/>
                <a:gd name="T45" fmla="*/ 0 h 2924"/>
                <a:gd name="T46" fmla="*/ 0 w 3654"/>
                <a:gd name="T47" fmla="*/ 0 h 2924"/>
                <a:gd name="T48" fmla="*/ 0 w 3654"/>
                <a:gd name="T49" fmla="*/ 0 h 2924"/>
                <a:gd name="T50" fmla="*/ 0 w 3654"/>
                <a:gd name="T51" fmla="*/ 0 h 2924"/>
                <a:gd name="T52" fmla="*/ 0 w 3654"/>
                <a:gd name="T53" fmla="*/ 0 h 2924"/>
                <a:gd name="T54" fmla="*/ 0 w 3654"/>
                <a:gd name="T55" fmla="*/ 0 h 2924"/>
                <a:gd name="T56" fmla="*/ 0 w 3654"/>
                <a:gd name="T57" fmla="*/ 0 h 2924"/>
                <a:gd name="T58" fmla="*/ 0 w 3654"/>
                <a:gd name="T59" fmla="*/ 0 h 2924"/>
                <a:gd name="T60" fmla="*/ 0 w 3654"/>
                <a:gd name="T61" fmla="*/ 0 h 2924"/>
                <a:gd name="T62" fmla="*/ 0 w 3654"/>
                <a:gd name="T63" fmla="*/ 0 h 2924"/>
                <a:gd name="T64" fmla="*/ 0 w 3654"/>
                <a:gd name="T65" fmla="*/ 0 h 2924"/>
                <a:gd name="T66" fmla="*/ 0 w 3654"/>
                <a:gd name="T67" fmla="*/ 0 h 2924"/>
                <a:gd name="T68" fmla="*/ 0 w 3654"/>
                <a:gd name="T69" fmla="*/ 0 h 2924"/>
                <a:gd name="T70" fmla="*/ 0 w 3654"/>
                <a:gd name="T71" fmla="*/ 0 h 292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654"/>
                <a:gd name="T109" fmla="*/ 0 h 2924"/>
                <a:gd name="T110" fmla="*/ 3654 w 3654"/>
                <a:gd name="T111" fmla="*/ 2924 h 292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654" h="2924">
                  <a:moveTo>
                    <a:pt x="3236" y="1418"/>
                  </a:moveTo>
                  <a:lnTo>
                    <a:pt x="3179" y="1729"/>
                  </a:lnTo>
                  <a:lnTo>
                    <a:pt x="3291" y="2195"/>
                  </a:lnTo>
                  <a:lnTo>
                    <a:pt x="3543" y="2562"/>
                  </a:lnTo>
                  <a:lnTo>
                    <a:pt x="3654" y="2845"/>
                  </a:lnTo>
                  <a:lnTo>
                    <a:pt x="3432" y="2654"/>
                  </a:lnTo>
                  <a:lnTo>
                    <a:pt x="3261" y="2237"/>
                  </a:lnTo>
                  <a:lnTo>
                    <a:pt x="3192" y="1925"/>
                  </a:lnTo>
                  <a:lnTo>
                    <a:pt x="2796" y="2272"/>
                  </a:lnTo>
                  <a:lnTo>
                    <a:pt x="2796" y="2592"/>
                  </a:lnTo>
                  <a:lnTo>
                    <a:pt x="3015" y="2924"/>
                  </a:lnTo>
                  <a:lnTo>
                    <a:pt x="2777" y="2668"/>
                  </a:lnTo>
                  <a:lnTo>
                    <a:pt x="2715" y="2527"/>
                  </a:lnTo>
                  <a:lnTo>
                    <a:pt x="2683" y="2356"/>
                  </a:lnTo>
                  <a:lnTo>
                    <a:pt x="2683" y="2237"/>
                  </a:lnTo>
                  <a:lnTo>
                    <a:pt x="2733" y="2114"/>
                  </a:lnTo>
                  <a:lnTo>
                    <a:pt x="2937" y="1815"/>
                  </a:lnTo>
                  <a:lnTo>
                    <a:pt x="2983" y="1775"/>
                  </a:lnTo>
                  <a:lnTo>
                    <a:pt x="3131" y="1753"/>
                  </a:lnTo>
                  <a:lnTo>
                    <a:pt x="3131" y="1683"/>
                  </a:lnTo>
                  <a:lnTo>
                    <a:pt x="2904" y="1608"/>
                  </a:lnTo>
                  <a:lnTo>
                    <a:pt x="2808" y="1619"/>
                  </a:lnTo>
                  <a:lnTo>
                    <a:pt x="2427" y="2068"/>
                  </a:lnTo>
                  <a:lnTo>
                    <a:pt x="2505" y="1826"/>
                  </a:lnTo>
                  <a:lnTo>
                    <a:pt x="2268" y="1826"/>
                  </a:lnTo>
                  <a:lnTo>
                    <a:pt x="1579" y="2045"/>
                  </a:lnTo>
                  <a:lnTo>
                    <a:pt x="1401" y="2356"/>
                  </a:lnTo>
                  <a:lnTo>
                    <a:pt x="1309" y="2578"/>
                  </a:lnTo>
                  <a:lnTo>
                    <a:pt x="1296" y="2832"/>
                  </a:lnTo>
                  <a:lnTo>
                    <a:pt x="1265" y="2608"/>
                  </a:lnTo>
                  <a:lnTo>
                    <a:pt x="1276" y="2452"/>
                  </a:lnTo>
                  <a:lnTo>
                    <a:pt x="1447" y="2015"/>
                  </a:lnTo>
                  <a:lnTo>
                    <a:pt x="1039" y="1889"/>
                  </a:lnTo>
                  <a:lnTo>
                    <a:pt x="797" y="1859"/>
                  </a:lnTo>
                  <a:lnTo>
                    <a:pt x="493" y="1909"/>
                  </a:lnTo>
                  <a:lnTo>
                    <a:pt x="219" y="1925"/>
                  </a:lnTo>
                  <a:lnTo>
                    <a:pt x="0" y="1874"/>
                  </a:lnTo>
                  <a:lnTo>
                    <a:pt x="255" y="1889"/>
                  </a:lnTo>
                  <a:lnTo>
                    <a:pt x="529" y="1859"/>
                  </a:lnTo>
                  <a:lnTo>
                    <a:pt x="828" y="1799"/>
                  </a:lnTo>
                  <a:lnTo>
                    <a:pt x="973" y="1775"/>
                  </a:lnTo>
                  <a:lnTo>
                    <a:pt x="1199" y="1826"/>
                  </a:lnTo>
                  <a:lnTo>
                    <a:pt x="1436" y="1826"/>
                  </a:lnTo>
                  <a:lnTo>
                    <a:pt x="1639" y="1753"/>
                  </a:lnTo>
                  <a:lnTo>
                    <a:pt x="1821" y="1619"/>
                  </a:lnTo>
                  <a:lnTo>
                    <a:pt x="1982" y="1481"/>
                  </a:lnTo>
                  <a:lnTo>
                    <a:pt x="2091" y="1367"/>
                  </a:lnTo>
                  <a:lnTo>
                    <a:pt x="2224" y="1176"/>
                  </a:lnTo>
                  <a:lnTo>
                    <a:pt x="2224" y="1257"/>
                  </a:lnTo>
                  <a:lnTo>
                    <a:pt x="2634" y="1107"/>
                  </a:lnTo>
                  <a:lnTo>
                    <a:pt x="2591" y="955"/>
                  </a:lnTo>
                  <a:lnTo>
                    <a:pt x="2476" y="777"/>
                  </a:lnTo>
                  <a:lnTo>
                    <a:pt x="2314" y="648"/>
                  </a:lnTo>
                  <a:lnTo>
                    <a:pt x="2188" y="648"/>
                  </a:lnTo>
                  <a:lnTo>
                    <a:pt x="2268" y="527"/>
                  </a:lnTo>
                  <a:lnTo>
                    <a:pt x="2556" y="393"/>
                  </a:lnTo>
                  <a:lnTo>
                    <a:pt x="2746" y="316"/>
                  </a:lnTo>
                  <a:lnTo>
                    <a:pt x="2983" y="141"/>
                  </a:lnTo>
                  <a:lnTo>
                    <a:pt x="3131" y="30"/>
                  </a:lnTo>
                  <a:lnTo>
                    <a:pt x="3592" y="0"/>
                  </a:lnTo>
                  <a:lnTo>
                    <a:pt x="3573" y="30"/>
                  </a:lnTo>
                  <a:lnTo>
                    <a:pt x="3140" y="74"/>
                  </a:lnTo>
                  <a:lnTo>
                    <a:pt x="2886" y="316"/>
                  </a:lnTo>
                  <a:lnTo>
                    <a:pt x="2591" y="461"/>
                  </a:lnTo>
                  <a:lnTo>
                    <a:pt x="2492" y="478"/>
                  </a:lnTo>
                  <a:lnTo>
                    <a:pt x="2314" y="558"/>
                  </a:lnTo>
                  <a:lnTo>
                    <a:pt x="2476" y="635"/>
                  </a:lnTo>
                  <a:lnTo>
                    <a:pt x="2634" y="777"/>
                  </a:lnTo>
                  <a:lnTo>
                    <a:pt x="2733" y="916"/>
                  </a:lnTo>
                  <a:lnTo>
                    <a:pt x="2796" y="1107"/>
                  </a:lnTo>
                  <a:lnTo>
                    <a:pt x="2832" y="1386"/>
                  </a:lnTo>
                  <a:lnTo>
                    <a:pt x="3370" y="1176"/>
                  </a:lnTo>
                  <a:lnTo>
                    <a:pt x="3236" y="14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0" name="Freeform 300"/>
            <p:cNvSpPr>
              <a:spLocks/>
            </p:cNvSpPr>
            <p:nvPr/>
          </p:nvSpPr>
          <p:spPr bwMode="auto">
            <a:xfrm>
              <a:off x="2360" y="1588"/>
              <a:ext cx="77" cy="144"/>
            </a:xfrm>
            <a:custGeom>
              <a:avLst/>
              <a:gdLst>
                <a:gd name="T0" fmla="*/ 0 w 620"/>
                <a:gd name="T1" fmla="*/ 0 h 1156"/>
                <a:gd name="T2" fmla="*/ 0 w 620"/>
                <a:gd name="T3" fmla="*/ 0 h 1156"/>
                <a:gd name="T4" fmla="*/ 0 w 620"/>
                <a:gd name="T5" fmla="*/ 0 h 1156"/>
                <a:gd name="T6" fmla="*/ 0 w 620"/>
                <a:gd name="T7" fmla="*/ 0 h 1156"/>
                <a:gd name="T8" fmla="*/ 0 w 620"/>
                <a:gd name="T9" fmla="*/ 0 h 1156"/>
                <a:gd name="T10" fmla="*/ 0 w 620"/>
                <a:gd name="T11" fmla="*/ 0 h 1156"/>
                <a:gd name="T12" fmla="*/ 0 w 620"/>
                <a:gd name="T13" fmla="*/ 0 h 1156"/>
                <a:gd name="T14" fmla="*/ 0 w 620"/>
                <a:gd name="T15" fmla="*/ 0 h 1156"/>
                <a:gd name="T16" fmla="*/ 0 w 620"/>
                <a:gd name="T17" fmla="*/ 0 h 1156"/>
                <a:gd name="T18" fmla="*/ 0 w 620"/>
                <a:gd name="T19" fmla="*/ 0 h 1156"/>
                <a:gd name="T20" fmla="*/ 0 w 620"/>
                <a:gd name="T21" fmla="*/ 0 h 1156"/>
                <a:gd name="T22" fmla="*/ 0 w 620"/>
                <a:gd name="T23" fmla="*/ 0 h 1156"/>
                <a:gd name="T24" fmla="*/ 0 w 620"/>
                <a:gd name="T25" fmla="*/ 0 h 1156"/>
                <a:gd name="T26" fmla="*/ 0 w 620"/>
                <a:gd name="T27" fmla="*/ 0 h 1156"/>
                <a:gd name="T28" fmla="*/ 0 w 620"/>
                <a:gd name="T29" fmla="*/ 0 h 1156"/>
                <a:gd name="T30" fmla="*/ 0 w 620"/>
                <a:gd name="T31" fmla="*/ 0 h 1156"/>
                <a:gd name="T32" fmla="*/ 0 w 620"/>
                <a:gd name="T33" fmla="*/ 0 h 1156"/>
                <a:gd name="T34" fmla="*/ 0 w 620"/>
                <a:gd name="T35" fmla="*/ 0 h 1156"/>
                <a:gd name="T36" fmla="*/ 0 w 620"/>
                <a:gd name="T37" fmla="*/ 0 h 1156"/>
                <a:gd name="T38" fmla="*/ 0 w 620"/>
                <a:gd name="T39" fmla="*/ 0 h 1156"/>
                <a:gd name="T40" fmla="*/ 0 w 620"/>
                <a:gd name="T41" fmla="*/ 0 h 115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20"/>
                <a:gd name="T64" fmla="*/ 0 h 1156"/>
                <a:gd name="T65" fmla="*/ 620 w 620"/>
                <a:gd name="T66" fmla="*/ 1156 h 115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20" h="1156">
                  <a:moveTo>
                    <a:pt x="519" y="950"/>
                  </a:moveTo>
                  <a:lnTo>
                    <a:pt x="620" y="971"/>
                  </a:lnTo>
                  <a:lnTo>
                    <a:pt x="620" y="1059"/>
                  </a:lnTo>
                  <a:lnTo>
                    <a:pt x="547" y="1088"/>
                  </a:lnTo>
                  <a:lnTo>
                    <a:pt x="341" y="1098"/>
                  </a:lnTo>
                  <a:lnTo>
                    <a:pt x="242" y="1059"/>
                  </a:lnTo>
                  <a:lnTo>
                    <a:pt x="169" y="1075"/>
                  </a:lnTo>
                  <a:lnTo>
                    <a:pt x="0" y="1156"/>
                  </a:lnTo>
                  <a:lnTo>
                    <a:pt x="116" y="1015"/>
                  </a:lnTo>
                  <a:lnTo>
                    <a:pt x="305" y="909"/>
                  </a:lnTo>
                  <a:lnTo>
                    <a:pt x="429" y="978"/>
                  </a:lnTo>
                  <a:lnTo>
                    <a:pt x="464" y="964"/>
                  </a:lnTo>
                  <a:lnTo>
                    <a:pt x="452" y="782"/>
                  </a:lnTo>
                  <a:lnTo>
                    <a:pt x="429" y="540"/>
                  </a:lnTo>
                  <a:lnTo>
                    <a:pt x="393" y="293"/>
                  </a:lnTo>
                  <a:lnTo>
                    <a:pt x="305" y="24"/>
                  </a:lnTo>
                  <a:lnTo>
                    <a:pt x="351" y="0"/>
                  </a:lnTo>
                  <a:lnTo>
                    <a:pt x="413" y="202"/>
                  </a:lnTo>
                  <a:lnTo>
                    <a:pt x="464" y="540"/>
                  </a:lnTo>
                  <a:lnTo>
                    <a:pt x="489" y="941"/>
                  </a:lnTo>
                  <a:lnTo>
                    <a:pt x="519" y="9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1" name="Freeform 301"/>
            <p:cNvSpPr>
              <a:spLocks/>
            </p:cNvSpPr>
            <p:nvPr/>
          </p:nvSpPr>
          <p:spPr bwMode="auto">
            <a:xfrm>
              <a:off x="2372" y="1724"/>
              <a:ext cx="38" cy="66"/>
            </a:xfrm>
            <a:custGeom>
              <a:avLst/>
              <a:gdLst>
                <a:gd name="T0" fmla="*/ 0 w 298"/>
                <a:gd name="T1" fmla="*/ 0 h 529"/>
                <a:gd name="T2" fmla="*/ 0 w 298"/>
                <a:gd name="T3" fmla="*/ 0 h 529"/>
                <a:gd name="T4" fmla="*/ 0 w 298"/>
                <a:gd name="T5" fmla="*/ 0 h 529"/>
                <a:gd name="T6" fmla="*/ 0 w 298"/>
                <a:gd name="T7" fmla="*/ 0 h 529"/>
                <a:gd name="T8" fmla="*/ 0 w 298"/>
                <a:gd name="T9" fmla="*/ 0 h 529"/>
                <a:gd name="T10" fmla="*/ 0 w 298"/>
                <a:gd name="T11" fmla="*/ 0 h 529"/>
                <a:gd name="T12" fmla="*/ 0 w 298"/>
                <a:gd name="T13" fmla="*/ 0 h 529"/>
                <a:gd name="T14" fmla="*/ 0 w 298"/>
                <a:gd name="T15" fmla="*/ 0 h 529"/>
                <a:gd name="T16" fmla="*/ 0 w 298"/>
                <a:gd name="T17" fmla="*/ 0 h 529"/>
                <a:gd name="T18" fmla="*/ 0 w 298"/>
                <a:gd name="T19" fmla="*/ 0 h 529"/>
                <a:gd name="T20" fmla="*/ 0 w 298"/>
                <a:gd name="T21" fmla="*/ 0 h 529"/>
                <a:gd name="T22" fmla="*/ 0 w 298"/>
                <a:gd name="T23" fmla="*/ 0 h 529"/>
                <a:gd name="T24" fmla="*/ 0 w 298"/>
                <a:gd name="T25" fmla="*/ 0 h 529"/>
                <a:gd name="T26" fmla="*/ 0 w 298"/>
                <a:gd name="T27" fmla="*/ 0 h 529"/>
                <a:gd name="T28" fmla="*/ 0 w 298"/>
                <a:gd name="T29" fmla="*/ 0 h 529"/>
                <a:gd name="T30" fmla="*/ 0 w 298"/>
                <a:gd name="T31" fmla="*/ 0 h 52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98"/>
                <a:gd name="T49" fmla="*/ 0 h 529"/>
                <a:gd name="T50" fmla="*/ 298 w 298"/>
                <a:gd name="T51" fmla="*/ 529 h 52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98" h="529">
                  <a:moveTo>
                    <a:pt x="298" y="0"/>
                  </a:moveTo>
                  <a:lnTo>
                    <a:pt x="263" y="99"/>
                  </a:lnTo>
                  <a:lnTo>
                    <a:pt x="37" y="169"/>
                  </a:lnTo>
                  <a:lnTo>
                    <a:pt x="77" y="266"/>
                  </a:lnTo>
                  <a:lnTo>
                    <a:pt x="167" y="344"/>
                  </a:lnTo>
                  <a:lnTo>
                    <a:pt x="0" y="494"/>
                  </a:lnTo>
                  <a:lnTo>
                    <a:pt x="7" y="529"/>
                  </a:lnTo>
                  <a:lnTo>
                    <a:pt x="107" y="501"/>
                  </a:lnTo>
                  <a:lnTo>
                    <a:pt x="206" y="400"/>
                  </a:lnTo>
                  <a:lnTo>
                    <a:pt x="206" y="330"/>
                  </a:lnTo>
                  <a:lnTo>
                    <a:pt x="99" y="213"/>
                  </a:lnTo>
                  <a:lnTo>
                    <a:pt x="198" y="160"/>
                  </a:lnTo>
                  <a:lnTo>
                    <a:pt x="173" y="213"/>
                  </a:lnTo>
                  <a:lnTo>
                    <a:pt x="263" y="160"/>
                  </a:lnTo>
                  <a:lnTo>
                    <a:pt x="294" y="83"/>
                  </a:lnTo>
                  <a:lnTo>
                    <a:pt x="29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2" name="Freeform 302"/>
            <p:cNvSpPr>
              <a:spLocks/>
            </p:cNvSpPr>
            <p:nvPr/>
          </p:nvSpPr>
          <p:spPr bwMode="auto">
            <a:xfrm>
              <a:off x="2359" y="1725"/>
              <a:ext cx="90" cy="146"/>
            </a:xfrm>
            <a:custGeom>
              <a:avLst/>
              <a:gdLst>
                <a:gd name="T0" fmla="*/ 0 w 721"/>
                <a:gd name="T1" fmla="*/ 0 h 1164"/>
                <a:gd name="T2" fmla="*/ 0 w 721"/>
                <a:gd name="T3" fmla="*/ 0 h 1164"/>
                <a:gd name="T4" fmla="*/ 0 w 721"/>
                <a:gd name="T5" fmla="*/ 0 h 1164"/>
                <a:gd name="T6" fmla="*/ 0 w 721"/>
                <a:gd name="T7" fmla="*/ 0 h 1164"/>
                <a:gd name="T8" fmla="*/ 0 w 721"/>
                <a:gd name="T9" fmla="*/ 0 h 1164"/>
                <a:gd name="T10" fmla="*/ 0 w 721"/>
                <a:gd name="T11" fmla="*/ 0 h 1164"/>
                <a:gd name="T12" fmla="*/ 0 w 721"/>
                <a:gd name="T13" fmla="*/ 0 h 1164"/>
                <a:gd name="T14" fmla="*/ 0 w 721"/>
                <a:gd name="T15" fmla="*/ 0 h 1164"/>
                <a:gd name="T16" fmla="*/ 0 w 721"/>
                <a:gd name="T17" fmla="*/ 0 h 1164"/>
                <a:gd name="T18" fmla="*/ 0 w 721"/>
                <a:gd name="T19" fmla="*/ 0 h 1164"/>
                <a:gd name="T20" fmla="*/ 0 w 721"/>
                <a:gd name="T21" fmla="*/ 0 h 1164"/>
                <a:gd name="T22" fmla="*/ 0 w 721"/>
                <a:gd name="T23" fmla="*/ 0 h 1164"/>
                <a:gd name="T24" fmla="*/ 0 w 721"/>
                <a:gd name="T25" fmla="*/ 0 h 1164"/>
                <a:gd name="T26" fmla="*/ 0 w 721"/>
                <a:gd name="T27" fmla="*/ 0 h 1164"/>
                <a:gd name="T28" fmla="*/ 0 w 721"/>
                <a:gd name="T29" fmla="*/ 0 h 1164"/>
                <a:gd name="T30" fmla="*/ 0 w 721"/>
                <a:gd name="T31" fmla="*/ 0 h 1164"/>
                <a:gd name="T32" fmla="*/ 0 w 721"/>
                <a:gd name="T33" fmla="*/ 0 h 1164"/>
                <a:gd name="T34" fmla="*/ 0 w 721"/>
                <a:gd name="T35" fmla="*/ 0 h 1164"/>
                <a:gd name="T36" fmla="*/ 0 w 721"/>
                <a:gd name="T37" fmla="*/ 0 h 1164"/>
                <a:gd name="T38" fmla="*/ 0 w 721"/>
                <a:gd name="T39" fmla="*/ 0 h 1164"/>
                <a:gd name="T40" fmla="*/ 0 w 721"/>
                <a:gd name="T41" fmla="*/ 0 h 1164"/>
                <a:gd name="T42" fmla="*/ 0 w 721"/>
                <a:gd name="T43" fmla="*/ 0 h 11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21"/>
                <a:gd name="T67" fmla="*/ 0 h 1164"/>
                <a:gd name="T68" fmla="*/ 721 w 721"/>
                <a:gd name="T69" fmla="*/ 1164 h 11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21" h="1164">
                  <a:moveTo>
                    <a:pt x="433" y="0"/>
                  </a:moveTo>
                  <a:lnTo>
                    <a:pt x="440" y="73"/>
                  </a:lnTo>
                  <a:lnTo>
                    <a:pt x="721" y="779"/>
                  </a:lnTo>
                  <a:lnTo>
                    <a:pt x="679" y="846"/>
                  </a:lnTo>
                  <a:lnTo>
                    <a:pt x="599" y="878"/>
                  </a:lnTo>
                  <a:lnTo>
                    <a:pt x="373" y="864"/>
                  </a:lnTo>
                  <a:lnTo>
                    <a:pt x="295" y="899"/>
                  </a:lnTo>
                  <a:lnTo>
                    <a:pt x="242" y="1095"/>
                  </a:lnTo>
                  <a:lnTo>
                    <a:pt x="0" y="1164"/>
                  </a:lnTo>
                  <a:lnTo>
                    <a:pt x="11" y="1084"/>
                  </a:lnTo>
                  <a:lnTo>
                    <a:pt x="76" y="1095"/>
                  </a:lnTo>
                  <a:lnTo>
                    <a:pt x="217" y="1065"/>
                  </a:lnTo>
                  <a:lnTo>
                    <a:pt x="265" y="882"/>
                  </a:lnTo>
                  <a:lnTo>
                    <a:pt x="202" y="832"/>
                  </a:lnTo>
                  <a:lnTo>
                    <a:pt x="217" y="814"/>
                  </a:lnTo>
                  <a:lnTo>
                    <a:pt x="362" y="779"/>
                  </a:lnTo>
                  <a:lnTo>
                    <a:pt x="518" y="814"/>
                  </a:lnTo>
                  <a:lnTo>
                    <a:pt x="606" y="802"/>
                  </a:lnTo>
                  <a:lnTo>
                    <a:pt x="679" y="756"/>
                  </a:lnTo>
                  <a:lnTo>
                    <a:pt x="449" y="194"/>
                  </a:lnTo>
                  <a:lnTo>
                    <a:pt x="373" y="97"/>
                  </a:lnTo>
                  <a:lnTo>
                    <a:pt x="4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3" name="Freeform 303"/>
            <p:cNvSpPr>
              <a:spLocks/>
            </p:cNvSpPr>
            <p:nvPr/>
          </p:nvSpPr>
          <p:spPr bwMode="auto">
            <a:xfrm>
              <a:off x="2348" y="1798"/>
              <a:ext cx="42" cy="98"/>
            </a:xfrm>
            <a:custGeom>
              <a:avLst/>
              <a:gdLst>
                <a:gd name="T0" fmla="*/ 0 w 339"/>
                <a:gd name="T1" fmla="*/ 0 h 788"/>
                <a:gd name="T2" fmla="*/ 0 w 339"/>
                <a:gd name="T3" fmla="*/ 0 h 788"/>
                <a:gd name="T4" fmla="*/ 0 w 339"/>
                <a:gd name="T5" fmla="*/ 0 h 788"/>
                <a:gd name="T6" fmla="*/ 0 w 339"/>
                <a:gd name="T7" fmla="*/ 0 h 788"/>
                <a:gd name="T8" fmla="*/ 0 w 339"/>
                <a:gd name="T9" fmla="*/ 0 h 788"/>
                <a:gd name="T10" fmla="*/ 0 w 339"/>
                <a:gd name="T11" fmla="*/ 0 h 788"/>
                <a:gd name="T12" fmla="*/ 0 w 339"/>
                <a:gd name="T13" fmla="*/ 0 h 788"/>
                <a:gd name="T14" fmla="*/ 0 w 339"/>
                <a:gd name="T15" fmla="*/ 0 h 788"/>
                <a:gd name="T16" fmla="*/ 0 w 339"/>
                <a:gd name="T17" fmla="*/ 0 h 788"/>
                <a:gd name="T18" fmla="*/ 0 w 339"/>
                <a:gd name="T19" fmla="*/ 0 h 788"/>
                <a:gd name="T20" fmla="*/ 0 w 339"/>
                <a:gd name="T21" fmla="*/ 0 h 788"/>
                <a:gd name="T22" fmla="*/ 0 w 339"/>
                <a:gd name="T23" fmla="*/ 0 h 788"/>
                <a:gd name="T24" fmla="*/ 0 w 339"/>
                <a:gd name="T25" fmla="*/ 0 h 788"/>
                <a:gd name="T26" fmla="*/ 0 w 339"/>
                <a:gd name="T27" fmla="*/ 0 h 788"/>
                <a:gd name="T28" fmla="*/ 0 w 339"/>
                <a:gd name="T29" fmla="*/ 0 h 7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39"/>
                <a:gd name="T46" fmla="*/ 0 h 788"/>
                <a:gd name="T47" fmla="*/ 339 w 339"/>
                <a:gd name="T48" fmla="*/ 788 h 7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39" h="788">
                  <a:moveTo>
                    <a:pt x="339" y="0"/>
                  </a:moveTo>
                  <a:lnTo>
                    <a:pt x="319" y="120"/>
                  </a:lnTo>
                  <a:lnTo>
                    <a:pt x="288" y="209"/>
                  </a:lnTo>
                  <a:lnTo>
                    <a:pt x="233" y="283"/>
                  </a:lnTo>
                  <a:lnTo>
                    <a:pt x="152" y="382"/>
                  </a:lnTo>
                  <a:lnTo>
                    <a:pt x="97" y="428"/>
                  </a:lnTo>
                  <a:lnTo>
                    <a:pt x="72" y="391"/>
                  </a:lnTo>
                  <a:lnTo>
                    <a:pt x="42" y="583"/>
                  </a:lnTo>
                  <a:lnTo>
                    <a:pt x="0" y="788"/>
                  </a:lnTo>
                  <a:lnTo>
                    <a:pt x="97" y="599"/>
                  </a:lnTo>
                  <a:lnTo>
                    <a:pt x="127" y="463"/>
                  </a:lnTo>
                  <a:lnTo>
                    <a:pt x="266" y="329"/>
                  </a:lnTo>
                  <a:lnTo>
                    <a:pt x="319" y="221"/>
                  </a:lnTo>
                  <a:lnTo>
                    <a:pt x="339" y="101"/>
                  </a:lnTo>
                  <a:lnTo>
                    <a:pt x="3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4" name="Freeform 304"/>
            <p:cNvSpPr>
              <a:spLocks/>
            </p:cNvSpPr>
            <p:nvPr/>
          </p:nvSpPr>
          <p:spPr bwMode="auto">
            <a:xfrm>
              <a:off x="2357" y="1866"/>
              <a:ext cx="27" cy="17"/>
            </a:xfrm>
            <a:custGeom>
              <a:avLst/>
              <a:gdLst>
                <a:gd name="T0" fmla="*/ 0 w 216"/>
                <a:gd name="T1" fmla="*/ 0 h 137"/>
                <a:gd name="T2" fmla="*/ 0 w 216"/>
                <a:gd name="T3" fmla="*/ 0 h 137"/>
                <a:gd name="T4" fmla="*/ 0 w 216"/>
                <a:gd name="T5" fmla="*/ 0 h 137"/>
                <a:gd name="T6" fmla="*/ 0 w 216"/>
                <a:gd name="T7" fmla="*/ 0 h 137"/>
                <a:gd name="T8" fmla="*/ 0 w 216"/>
                <a:gd name="T9" fmla="*/ 0 h 137"/>
                <a:gd name="T10" fmla="*/ 0 w 216"/>
                <a:gd name="T11" fmla="*/ 0 h 137"/>
                <a:gd name="T12" fmla="*/ 0 60000 65536"/>
                <a:gd name="T13" fmla="*/ 0 60000 65536"/>
                <a:gd name="T14" fmla="*/ 0 60000 65536"/>
                <a:gd name="T15" fmla="*/ 0 60000 65536"/>
                <a:gd name="T16" fmla="*/ 0 60000 65536"/>
                <a:gd name="T17" fmla="*/ 0 60000 65536"/>
                <a:gd name="T18" fmla="*/ 0 w 216"/>
                <a:gd name="T19" fmla="*/ 0 h 137"/>
                <a:gd name="T20" fmla="*/ 216 w 216"/>
                <a:gd name="T21" fmla="*/ 137 h 137"/>
              </a:gdLst>
              <a:ahLst/>
              <a:cxnLst>
                <a:cxn ang="T12">
                  <a:pos x="T0" y="T1"/>
                </a:cxn>
                <a:cxn ang="T13">
                  <a:pos x="T2" y="T3"/>
                </a:cxn>
                <a:cxn ang="T14">
                  <a:pos x="T4" y="T5"/>
                </a:cxn>
                <a:cxn ang="T15">
                  <a:pos x="T6" y="T7"/>
                </a:cxn>
                <a:cxn ang="T16">
                  <a:pos x="T8" y="T9"/>
                </a:cxn>
                <a:cxn ang="T17">
                  <a:pos x="T10" y="T11"/>
                </a:cxn>
              </a:cxnLst>
              <a:rect l="T18" t="T19" r="T20" b="T21"/>
              <a:pathLst>
                <a:path w="216" h="137">
                  <a:moveTo>
                    <a:pt x="49" y="0"/>
                  </a:moveTo>
                  <a:lnTo>
                    <a:pt x="216" y="117"/>
                  </a:lnTo>
                  <a:lnTo>
                    <a:pt x="216" y="137"/>
                  </a:lnTo>
                  <a:lnTo>
                    <a:pt x="0" y="61"/>
                  </a:lnTo>
                  <a:lnTo>
                    <a:pt x="0" y="6"/>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5" name="Freeform 305"/>
            <p:cNvSpPr>
              <a:spLocks/>
            </p:cNvSpPr>
            <p:nvPr/>
          </p:nvSpPr>
          <p:spPr bwMode="auto">
            <a:xfrm>
              <a:off x="2365" y="1899"/>
              <a:ext cx="20" cy="17"/>
            </a:xfrm>
            <a:custGeom>
              <a:avLst/>
              <a:gdLst>
                <a:gd name="T0" fmla="*/ 0 w 159"/>
                <a:gd name="T1" fmla="*/ 0 h 136"/>
                <a:gd name="T2" fmla="*/ 0 w 159"/>
                <a:gd name="T3" fmla="*/ 0 h 136"/>
                <a:gd name="T4" fmla="*/ 0 w 159"/>
                <a:gd name="T5" fmla="*/ 0 h 136"/>
                <a:gd name="T6" fmla="*/ 0 w 159"/>
                <a:gd name="T7" fmla="*/ 0 h 136"/>
                <a:gd name="T8" fmla="*/ 0 w 159"/>
                <a:gd name="T9" fmla="*/ 0 h 136"/>
                <a:gd name="T10" fmla="*/ 0 w 159"/>
                <a:gd name="T11" fmla="*/ 0 h 136"/>
                <a:gd name="T12" fmla="*/ 0 60000 65536"/>
                <a:gd name="T13" fmla="*/ 0 60000 65536"/>
                <a:gd name="T14" fmla="*/ 0 60000 65536"/>
                <a:gd name="T15" fmla="*/ 0 60000 65536"/>
                <a:gd name="T16" fmla="*/ 0 60000 65536"/>
                <a:gd name="T17" fmla="*/ 0 60000 65536"/>
                <a:gd name="T18" fmla="*/ 0 w 159"/>
                <a:gd name="T19" fmla="*/ 0 h 136"/>
                <a:gd name="T20" fmla="*/ 159 w 159"/>
                <a:gd name="T21" fmla="*/ 136 h 136"/>
              </a:gdLst>
              <a:ahLst/>
              <a:cxnLst>
                <a:cxn ang="T12">
                  <a:pos x="T0" y="T1"/>
                </a:cxn>
                <a:cxn ang="T13">
                  <a:pos x="T2" y="T3"/>
                </a:cxn>
                <a:cxn ang="T14">
                  <a:pos x="T4" y="T5"/>
                </a:cxn>
                <a:cxn ang="T15">
                  <a:pos x="T6" y="T7"/>
                </a:cxn>
                <a:cxn ang="T16">
                  <a:pos x="T8" y="T9"/>
                </a:cxn>
                <a:cxn ang="T17">
                  <a:pos x="T10" y="T11"/>
                </a:cxn>
              </a:cxnLst>
              <a:rect l="T18" t="T19" r="T20" b="T21"/>
              <a:pathLst>
                <a:path w="159" h="136">
                  <a:moveTo>
                    <a:pt x="152" y="0"/>
                  </a:moveTo>
                  <a:lnTo>
                    <a:pt x="0" y="31"/>
                  </a:lnTo>
                  <a:lnTo>
                    <a:pt x="0" y="97"/>
                  </a:lnTo>
                  <a:lnTo>
                    <a:pt x="67" y="136"/>
                  </a:lnTo>
                  <a:lnTo>
                    <a:pt x="159" y="31"/>
                  </a:lnTo>
                  <a:lnTo>
                    <a:pt x="1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6" name="Freeform 306"/>
            <p:cNvSpPr>
              <a:spLocks/>
            </p:cNvSpPr>
            <p:nvPr/>
          </p:nvSpPr>
          <p:spPr bwMode="auto">
            <a:xfrm>
              <a:off x="1964" y="1753"/>
              <a:ext cx="408" cy="235"/>
            </a:xfrm>
            <a:custGeom>
              <a:avLst/>
              <a:gdLst>
                <a:gd name="T0" fmla="*/ 0 w 3264"/>
                <a:gd name="T1" fmla="*/ 0 h 1881"/>
                <a:gd name="T2" fmla="*/ 0 w 3264"/>
                <a:gd name="T3" fmla="*/ 0 h 1881"/>
                <a:gd name="T4" fmla="*/ 0 w 3264"/>
                <a:gd name="T5" fmla="*/ 0 h 1881"/>
                <a:gd name="T6" fmla="*/ 0 w 3264"/>
                <a:gd name="T7" fmla="*/ 0 h 1881"/>
                <a:gd name="T8" fmla="*/ 0 w 3264"/>
                <a:gd name="T9" fmla="*/ 0 h 1881"/>
                <a:gd name="T10" fmla="*/ 0 w 3264"/>
                <a:gd name="T11" fmla="*/ 0 h 1881"/>
                <a:gd name="T12" fmla="*/ 0 w 3264"/>
                <a:gd name="T13" fmla="*/ 0 h 1881"/>
                <a:gd name="T14" fmla="*/ 0 w 3264"/>
                <a:gd name="T15" fmla="*/ 0 h 1881"/>
                <a:gd name="T16" fmla="*/ 0 w 3264"/>
                <a:gd name="T17" fmla="*/ 0 h 1881"/>
                <a:gd name="T18" fmla="*/ 0 w 3264"/>
                <a:gd name="T19" fmla="*/ 0 h 1881"/>
                <a:gd name="T20" fmla="*/ 0 w 3264"/>
                <a:gd name="T21" fmla="*/ 0 h 1881"/>
                <a:gd name="T22" fmla="*/ 0 w 3264"/>
                <a:gd name="T23" fmla="*/ 0 h 1881"/>
                <a:gd name="T24" fmla="*/ 0 w 3264"/>
                <a:gd name="T25" fmla="*/ 0 h 1881"/>
                <a:gd name="T26" fmla="*/ 0 w 3264"/>
                <a:gd name="T27" fmla="*/ 0 h 1881"/>
                <a:gd name="T28" fmla="*/ 0 w 3264"/>
                <a:gd name="T29" fmla="*/ 0 h 1881"/>
                <a:gd name="T30" fmla="*/ 0 w 3264"/>
                <a:gd name="T31" fmla="*/ 0 h 1881"/>
                <a:gd name="T32" fmla="*/ 0 w 3264"/>
                <a:gd name="T33" fmla="*/ 0 h 1881"/>
                <a:gd name="T34" fmla="*/ 0 w 3264"/>
                <a:gd name="T35" fmla="*/ 0 h 1881"/>
                <a:gd name="T36" fmla="*/ 0 w 3264"/>
                <a:gd name="T37" fmla="*/ 0 h 1881"/>
                <a:gd name="T38" fmla="*/ 0 w 3264"/>
                <a:gd name="T39" fmla="*/ 0 h 1881"/>
                <a:gd name="T40" fmla="*/ 0 w 3264"/>
                <a:gd name="T41" fmla="*/ 0 h 1881"/>
                <a:gd name="T42" fmla="*/ 0 w 3264"/>
                <a:gd name="T43" fmla="*/ 0 h 1881"/>
                <a:gd name="T44" fmla="*/ 0 w 3264"/>
                <a:gd name="T45" fmla="*/ 0 h 1881"/>
                <a:gd name="T46" fmla="*/ 0 w 3264"/>
                <a:gd name="T47" fmla="*/ 0 h 1881"/>
                <a:gd name="T48" fmla="*/ 0 w 3264"/>
                <a:gd name="T49" fmla="*/ 0 h 1881"/>
                <a:gd name="T50" fmla="*/ 0 w 3264"/>
                <a:gd name="T51" fmla="*/ 0 h 1881"/>
                <a:gd name="T52" fmla="*/ 0 w 3264"/>
                <a:gd name="T53" fmla="*/ 0 h 1881"/>
                <a:gd name="T54" fmla="*/ 0 w 3264"/>
                <a:gd name="T55" fmla="*/ 0 h 1881"/>
                <a:gd name="T56" fmla="*/ 0 w 3264"/>
                <a:gd name="T57" fmla="*/ 0 h 1881"/>
                <a:gd name="T58" fmla="*/ 0 w 3264"/>
                <a:gd name="T59" fmla="*/ 0 h 1881"/>
                <a:gd name="T60" fmla="*/ 0 w 3264"/>
                <a:gd name="T61" fmla="*/ 0 h 1881"/>
                <a:gd name="T62" fmla="*/ 0 w 3264"/>
                <a:gd name="T63" fmla="*/ 0 h 188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264"/>
                <a:gd name="T97" fmla="*/ 0 h 1881"/>
                <a:gd name="T98" fmla="*/ 3264 w 3264"/>
                <a:gd name="T99" fmla="*/ 1881 h 188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264" h="1881">
                  <a:moveTo>
                    <a:pt x="3264" y="1419"/>
                  </a:moveTo>
                  <a:lnTo>
                    <a:pt x="3264" y="1489"/>
                  </a:lnTo>
                  <a:lnTo>
                    <a:pt x="3204" y="1586"/>
                  </a:lnTo>
                  <a:lnTo>
                    <a:pt x="3082" y="1626"/>
                  </a:lnTo>
                  <a:lnTo>
                    <a:pt x="2943" y="1617"/>
                  </a:lnTo>
                  <a:lnTo>
                    <a:pt x="2679" y="1593"/>
                  </a:lnTo>
                  <a:lnTo>
                    <a:pt x="2515" y="1617"/>
                  </a:lnTo>
                  <a:lnTo>
                    <a:pt x="2400" y="1687"/>
                  </a:lnTo>
                  <a:lnTo>
                    <a:pt x="2646" y="1881"/>
                  </a:lnTo>
                  <a:lnTo>
                    <a:pt x="2086" y="1531"/>
                  </a:lnTo>
                  <a:lnTo>
                    <a:pt x="1563" y="1226"/>
                  </a:lnTo>
                  <a:lnTo>
                    <a:pt x="1058" y="920"/>
                  </a:lnTo>
                  <a:lnTo>
                    <a:pt x="602" y="775"/>
                  </a:lnTo>
                  <a:lnTo>
                    <a:pt x="390" y="718"/>
                  </a:lnTo>
                  <a:lnTo>
                    <a:pt x="752" y="800"/>
                  </a:lnTo>
                  <a:lnTo>
                    <a:pt x="1183" y="920"/>
                  </a:lnTo>
                  <a:lnTo>
                    <a:pt x="1533" y="1139"/>
                  </a:lnTo>
                  <a:lnTo>
                    <a:pt x="1381" y="839"/>
                  </a:lnTo>
                  <a:lnTo>
                    <a:pt x="1067" y="593"/>
                  </a:lnTo>
                  <a:lnTo>
                    <a:pt x="655" y="410"/>
                  </a:lnTo>
                  <a:lnTo>
                    <a:pt x="231" y="316"/>
                  </a:lnTo>
                  <a:lnTo>
                    <a:pt x="0" y="551"/>
                  </a:lnTo>
                  <a:lnTo>
                    <a:pt x="196" y="270"/>
                  </a:lnTo>
                  <a:lnTo>
                    <a:pt x="602" y="351"/>
                  </a:lnTo>
                  <a:lnTo>
                    <a:pt x="1026" y="496"/>
                  </a:lnTo>
                  <a:lnTo>
                    <a:pt x="1446" y="751"/>
                  </a:lnTo>
                  <a:lnTo>
                    <a:pt x="1734" y="1012"/>
                  </a:lnTo>
                  <a:lnTo>
                    <a:pt x="1957" y="1270"/>
                  </a:lnTo>
                  <a:lnTo>
                    <a:pt x="1673" y="775"/>
                  </a:lnTo>
                  <a:lnTo>
                    <a:pt x="1914" y="1067"/>
                  </a:lnTo>
                  <a:lnTo>
                    <a:pt x="1914" y="839"/>
                  </a:lnTo>
                  <a:lnTo>
                    <a:pt x="1807" y="661"/>
                  </a:lnTo>
                  <a:lnTo>
                    <a:pt x="1807" y="551"/>
                  </a:lnTo>
                  <a:lnTo>
                    <a:pt x="1673" y="399"/>
                  </a:lnTo>
                  <a:lnTo>
                    <a:pt x="1600" y="242"/>
                  </a:lnTo>
                  <a:lnTo>
                    <a:pt x="1543" y="53"/>
                  </a:lnTo>
                  <a:lnTo>
                    <a:pt x="1591" y="0"/>
                  </a:lnTo>
                  <a:lnTo>
                    <a:pt x="1607" y="138"/>
                  </a:lnTo>
                  <a:lnTo>
                    <a:pt x="1683" y="316"/>
                  </a:lnTo>
                  <a:lnTo>
                    <a:pt x="1778" y="424"/>
                  </a:lnTo>
                  <a:lnTo>
                    <a:pt x="1866" y="535"/>
                  </a:lnTo>
                  <a:lnTo>
                    <a:pt x="1914" y="558"/>
                  </a:lnTo>
                  <a:lnTo>
                    <a:pt x="1987" y="551"/>
                  </a:lnTo>
                  <a:lnTo>
                    <a:pt x="2066" y="480"/>
                  </a:lnTo>
                  <a:lnTo>
                    <a:pt x="2086" y="602"/>
                  </a:lnTo>
                  <a:lnTo>
                    <a:pt x="2061" y="718"/>
                  </a:lnTo>
                  <a:lnTo>
                    <a:pt x="2013" y="782"/>
                  </a:lnTo>
                  <a:lnTo>
                    <a:pt x="1965" y="800"/>
                  </a:lnTo>
                  <a:lnTo>
                    <a:pt x="2031" y="984"/>
                  </a:lnTo>
                  <a:lnTo>
                    <a:pt x="2086" y="1160"/>
                  </a:lnTo>
                  <a:lnTo>
                    <a:pt x="2255" y="1067"/>
                  </a:lnTo>
                  <a:lnTo>
                    <a:pt x="2156" y="839"/>
                  </a:lnTo>
                  <a:lnTo>
                    <a:pt x="2280" y="1035"/>
                  </a:lnTo>
                  <a:lnTo>
                    <a:pt x="2365" y="1052"/>
                  </a:lnTo>
                  <a:lnTo>
                    <a:pt x="2495" y="1052"/>
                  </a:lnTo>
                  <a:lnTo>
                    <a:pt x="2635" y="1234"/>
                  </a:lnTo>
                  <a:lnTo>
                    <a:pt x="2741" y="1300"/>
                  </a:lnTo>
                  <a:lnTo>
                    <a:pt x="2852" y="1277"/>
                  </a:lnTo>
                  <a:lnTo>
                    <a:pt x="3068" y="1173"/>
                  </a:lnTo>
                  <a:lnTo>
                    <a:pt x="3082" y="1347"/>
                  </a:lnTo>
                  <a:lnTo>
                    <a:pt x="3140" y="1507"/>
                  </a:lnTo>
                  <a:lnTo>
                    <a:pt x="3204" y="1507"/>
                  </a:lnTo>
                  <a:lnTo>
                    <a:pt x="3248" y="1467"/>
                  </a:lnTo>
                  <a:lnTo>
                    <a:pt x="3264" y="14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7" name="Freeform 307"/>
            <p:cNvSpPr>
              <a:spLocks/>
            </p:cNvSpPr>
            <p:nvPr/>
          </p:nvSpPr>
          <p:spPr bwMode="auto">
            <a:xfrm>
              <a:off x="2006" y="1461"/>
              <a:ext cx="427" cy="330"/>
            </a:xfrm>
            <a:custGeom>
              <a:avLst/>
              <a:gdLst>
                <a:gd name="T0" fmla="*/ 0 w 3415"/>
                <a:gd name="T1" fmla="*/ 0 h 2637"/>
                <a:gd name="T2" fmla="*/ 0 w 3415"/>
                <a:gd name="T3" fmla="*/ 0 h 2637"/>
                <a:gd name="T4" fmla="*/ 0 w 3415"/>
                <a:gd name="T5" fmla="*/ 0 h 2637"/>
                <a:gd name="T6" fmla="*/ 0 w 3415"/>
                <a:gd name="T7" fmla="*/ 0 h 2637"/>
                <a:gd name="T8" fmla="*/ 0 w 3415"/>
                <a:gd name="T9" fmla="*/ 0 h 2637"/>
                <a:gd name="T10" fmla="*/ 0 w 3415"/>
                <a:gd name="T11" fmla="*/ 0 h 2637"/>
                <a:gd name="T12" fmla="*/ 0 w 3415"/>
                <a:gd name="T13" fmla="*/ 0 h 2637"/>
                <a:gd name="T14" fmla="*/ 0 w 3415"/>
                <a:gd name="T15" fmla="*/ 0 h 2637"/>
                <a:gd name="T16" fmla="*/ 0 w 3415"/>
                <a:gd name="T17" fmla="*/ 0 h 2637"/>
                <a:gd name="T18" fmla="*/ 0 w 3415"/>
                <a:gd name="T19" fmla="*/ 0 h 2637"/>
                <a:gd name="T20" fmla="*/ 0 w 3415"/>
                <a:gd name="T21" fmla="*/ 0 h 2637"/>
                <a:gd name="T22" fmla="*/ 0 w 3415"/>
                <a:gd name="T23" fmla="*/ 0 h 2637"/>
                <a:gd name="T24" fmla="*/ 0 w 3415"/>
                <a:gd name="T25" fmla="*/ 0 h 2637"/>
                <a:gd name="T26" fmla="*/ 0 w 3415"/>
                <a:gd name="T27" fmla="*/ 0 h 2637"/>
                <a:gd name="T28" fmla="*/ 0 w 3415"/>
                <a:gd name="T29" fmla="*/ 0 h 2637"/>
                <a:gd name="T30" fmla="*/ 0 w 3415"/>
                <a:gd name="T31" fmla="*/ 0 h 2637"/>
                <a:gd name="T32" fmla="*/ 0 w 3415"/>
                <a:gd name="T33" fmla="*/ 0 h 2637"/>
                <a:gd name="T34" fmla="*/ 0 w 3415"/>
                <a:gd name="T35" fmla="*/ 0 h 2637"/>
                <a:gd name="T36" fmla="*/ 0 w 3415"/>
                <a:gd name="T37" fmla="*/ 0 h 2637"/>
                <a:gd name="T38" fmla="*/ 0 w 3415"/>
                <a:gd name="T39" fmla="*/ 0 h 2637"/>
                <a:gd name="T40" fmla="*/ 0 w 3415"/>
                <a:gd name="T41" fmla="*/ 0 h 2637"/>
                <a:gd name="T42" fmla="*/ 0 w 3415"/>
                <a:gd name="T43" fmla="*/ 0 h 2637"/>
                <a:gd name="T44" fmla="*/ 0 w 3415"/>
                <a:gd name="T45" fmla="*/ 0 h 2637"/>
                <a:gd name="T46" fmla="*/ 0 w 3415"/>
                <a:gd name="T47" fmla="*/ 0 h 2637"/>
                <a:gd name="T48" fmla="*/ 0 w 3415"/>
                <a:gd name="T49" fmla="*/ 0 h 2637"/>
                <a:gd name="T50" fmla="*/ 0 w 3415"/>
                <a:gd name="T51" fmla="*/ 0 h 2637"/>
                <a:gd name="T52" fmla="*/ 0 w 3415"/>
                <a:gd name="T53" fmla="*/ 0 h 2637"/>
                <a:gd name="T54" fmla="*/ 0 w 3415"/>
                <a:gd name="T55" fmla="*/ 0 h 2637"/>
                <a:gd name="T56" fmla="*/ 0 w 3415"/>
                <a:gd name="T57" fmla="*/ 0 h 2637"/>
                <a:gd name="T58" fmla="*/ 0 w 3415"/>
                <a:gd name="T59" fmla="*/ 0 h 2637"/>
                <a:gd name="T60" fmla="*/ 0 w 3415"/>
                <a:gd name="T61" fmla="*/ 0 h 2637"/>
                <a:gd name="T62" fmla="*/ 0 w 3415"/>
                <a:gd name="T63" fmla="*/ 0 h 2637"/>
                <a:gd name="T64" fmla="*/ 0 w 3415"/>
                <a:gd name="T65" fmla="*/ 0 h 2637"/>
                <a:gd name="T66" fmla="*/ 0 w 3415"/>
                <a:gd name="T67" fmla="*/ 0 h 2637"/>
                <a:gd name="T68" fmla="*/ 0 w 3415"/>
                <a:gd name="T69" fmla="*/ 0 h 2637"/>
                <a:gd name="T70" fmla="*/ 0 w 3415"/>
                <a:gd name="T71" fmla="*/ 0 h 2637"/>
                <a:gd name="T72" fmla="*/ 0 w 3415"/>
                <a:gd name="T73" fmla="*/ 0 h 263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415"/>
                <a:gd name="T112" fmla="*/ 0 h 2637"/>
                <a:gd name="T113" fmla="*/ 3415 w 3415"/>
                <a:gd name="T114" fmla="*/ 2637 h 263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415" h="2637">
                  <a:moveTo>
                    <a:pt x="3195" y="1078"/>
                  </a:moveTo>
                  <a:lnTo>
                    <a:pt x="3340" y="1037"/>
                  </a:lnTo>
                  <a:lnTo>
                    <a:pt x="3415" y="882"/>
                  </a:lnTo>
                  <a:lnTo>
                    <a:pt x="3380" y="721"/>
                  </a:lnTo>
                  <a:lnTo>
                    <a:pt x="3198" y="547"/>
                  </a:lnTo>
                  <a:lnTo>
                    <a:pt x="3009" y="477"/>
                  </a:lnTo>
                  <a:lnTo>
                    <a:pt x="2778" y="299"/>
                  </a:lnTo>
                  <a:lnTo>
                    <a:pt x="2418" y="119"/>
                  </a:lnTo>
                  <a:lnTo>
                    <a:pt x="1996" y="0"/>
                  </a:lnTo>
                  <a:lnTo>
                    <a:pt x="1457" y="46"/>
                  </a:lnTo>
                  <a:lnTo>
                    <a:pt x="1033" y="167"/>
                  </a:lnTo>
                  <a:lnTo>
                    <a:pt x="798" y="279"/>
                  </a:lnTo>
                  <a:lnTo>
                    <a:pt x="514" y="444"/>
                  </a:lnTo>
                  <a:lnTo>
                    <a:pt x="145" y="1078"/>
                  </a:lnTo>
                  <a:lnTo>
                    <a:pt x="81" y="1490"/>
                  </a:lnTo>
                  <a:lnTo>
                    <a:pt x="145" y="1963"/>
                  </a:lnTo>
                  <a:lnTo>
                    <a:pt x="90" y="2228"/>
                  </a:lnTo>
                  <a:lnTo>
                    <a:pt x="0" y="2637"/>
                  </a:lnTo>
                  <a:lnTo>
                    <a:pt x="97" y="2439"/>
                  </a:lnTo>
                  <a:lnTo>
                    <a:pt x="288" y="2415"/>
                  </a:lnTo>
                  <a:lnTo>
                    <a:pt x="479" y="1756"/>
                  </a:lnTo>
                  <a:lnTo>
                    <a:pt x="212" y="2101"/>
                  </a:lnTo>
                  <a:lnTo>
                    <a:pt x="127" y="1426"/>
                  </a:lnTo>
                  <a:lnTo>
                    <a:pt x="196" y="1068"/>
                  </a:lnTo>
                  <a:lnTo>
                    <a:pt x="535" y="497"/>
                  </a:lnTo>
                  <a:lnTo>
                    <a:pt x="873" y="255"/>
                  </a:lnTo>
                  <a:lnTo>
                    <a:pt x="1395" y="75"/>
                  </a:lnTo>
                  <a:lnTo>
                    <a:pt x="1923" y="52"/>
                  </a:lnTo>
                  <a:lnTo>
                    <a:pt x="2503" y="218"/>
                  </a:lnTo>
                  <a:lnTo>
                    <a:pt x="2863" y="419"/>
                  </a:lnTo>
                  <a:lnTo>
                    <a:pt x="3024" y="547"/>
                  </a:lnTo>
                  <a:lnTo>
                    <a:pt x="3226" y="617"/>
                  </a:lnTo>
                  <a:lnTo>
                    <a:pt x="3352" y="753"/>
                  </a:lnTo>
                  <a:lnTo>
                    <a:pt x="3358" y="882"/>
                  </a:lnTo>
                  <a:lnTo>
                    <a:pt x="3306" y="949"/>
                  </a:lnTo>
                  <a:lnTo>
                    <a:pt x="3151" y="1037"/>
                  </a:lnTo>
                  <a:lnTo>
                    <a:pt x="3195" y="10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8" name="Freeform 308"/>
            <p:cNvSpPr>
              <a:spLocks/>
            </p:cNvSpPr>
            <p:nvPr/>
          </p:nvSpPr>
          <p:spPr bwMode="auto">
            <a:xfrm>
              <a:off x="2024" y="1483"/>
              <a:ext cx="397" cy="334"/>
            </a:xfrm>
            <a:custGeom>
              <a:avLst/>
              <a:gdLst>
                <a:gd name="T0" fmla="*/ 0 w 3177"/>
                <a:gd name="T1" fmla="*/ 0 h 2674"/>
                <a:gd name="T2" fmla="*/ 0 w 3177"/>
                <a:gd name="T3" fmla="*/ 0 h 2674"/>
                <a:gd name="T4" fmla="*/ 0 w 3177"/>
                <a:gd name="T5" fmla="*/ 0 h 2674"/>
                <a:gd name="T6" fmla="*/ 0 w 3177"/>
                <a:gd name="T7" fmla="*/ 0 h 2674"/>
                <a:gd name="T8" fmla="*/ 0 w 3177"/>
                <a:gd name="T9" fmla="*/ 0 h 2674"/>
                <a:gd name="T10" fmla="*/ 0 w 3177"/>
                <a:gd name="T11" fmla="*/ 0 h 2674"/>
                <a:gd name="T12" fmla="*/ 0 w 3177"/>
                <a:gd name="T13" fmla="*/ 0 h 2674"/>
                <a:gd name="T14" fmla="*/ 0 w 3177"/>
                <a:gd name="T15" fmla="*/ 0 h 2674"/>
                <a:gd name="T16" fmla="*/ 0 w 3177"/>
                <a:gd name="T17" fmla="*/ 0 h 2674"/>
                <a:gd name="T18" fmla="*/ 0 w 3177"/>
                <a:gd name="T19" fmla="*/ 0 h 2674"/>
                <a:gd name="T20" fmla="*/ 0 w 3177"/>
                <a:gd name="T21" fmla="*/ 0 h 2674"/>
                <a:gd name="T22" fmla="*/ 0 w 3177"/>
                <a:gd name="T23" fmla="*/ 0 h 2674"/>
                <a:gd name="T24" fmla="*/ 0 w 3177"/>
                <a:gd name="T25" fmla="*/ 0 h 2674"/>
                <a:gd name="T26" fmla="*/ 0 w 3177"/>
                <a:gd name="T27" fmla="*/ 0 h 2674"/>
                <a:gd name="T28" fmla="*/ 0 w 3177"/>
                <a:gd name="T29" fmla="*/ 0 h 2674"/>
                <a:gd name="T30" fmla="*/ 0 w 3177"/>
                <a:gd name="T31" fmla="*/ 0 h 2674"/>
                <a:gd name="T32" fmla="*/ 0 w 3177"/>
                <a:gd name="T33" fmla="*/ 0 h 2674"/>
                <a:gd name="T34" fmla="*/ 0 w 3177"/>
                <a:gd name="T35" fmla="*/ 0 h 2674"/>
                <a:gd name="T36" fmla="*/ 0 w 3177"/>
                <a:gd name="T37" fmla="*/ 0 h 2674"/>
                <a:gd name="T38" fmla="*/ 0 w 3177"/>
                <a:gd name="T39" fmla="*/ 0 h 2674"/>
                <a:gd name="T40" fmla="*/ 0 w 3177"/>
                <a:gd name="T41" fmla="*/ 0 h 2674"/>
                <a:gd name="T42" fmla="*/ 0 w 3177"/>
                <a:gd name="T43" fmla="*/ 0 h 2674"/>
                <a:gd name="T44" fmla="*/ 0 w 3177"/>
                <a:gd name="T45" fmla="*/ 0 h 2674"/>
                <a:gd name="T46" fmla="*/ 0 w 3177"/>
                <a:gd name="T47" fmla="*/ 0 h 2674"/>
                <a:gd name="T48" fmla="*/ 0 w 3177"/>
                <a:gd name="T49" fmla="*/ 0 h 2674"/>
                <a:gd name="T50" fmla="*/ 0 w 3177"/>
                <a:gd name="T51" fmla="*/ 0 h 2674"/>
                <a:gd name="T52" fmla="*/ 0 w 3177"/>
                <a:gd name="T53" fmla="*/ 0 h 2674"/>
                <a:gd name="T54" fmla="*/ 0 w 3177"/>
                <a:gd name="T55" fmla="*/ 0 h 2674"/>
                <a:gd name="T56" fmla="*/ 0 w 3177"/>
                <a:gd name="T57" fmla="*/ 0 h 2674"/>
                <a:gd name="T58" fmla="*/ 0 w 3177"/>
                <a:gd name="T59" fmla="*/ 0 h 2674"/>
                <a:gd name="T60" fmla="*/ 0 w 3177"/>
                <a:gd name="T61" fmla="*/ 0 h 2674"/>
                <a:gd name="T62" fmla="*/ 0 w 3177"/>
                <a:gd name="T63" fmla="*/ 0 h 2674"/>
                <a:gd name="T64" fmla="*/ 0 w 3177"/>
                <a:gd name="T65" fmla="*/ 0 h 2674"/>
                <a:gd name="T66" fmla="*/ 0 w 3177"/>
                <a:gd name="T67" fmla="*/ 0 h 2674"/>
                <a:gd name="T68" fmla="*/ 0 w 3177"/>
                <a:gd name="T69" fmla="*/ 0 h 2674"/>
                <a:gd name="T70" fmla="*/ 0 w 3177"/>
                <a:gd name="T71" fmla="*/ 0 h 2674"/>
                <a:gd name="T72" fmla="*/ 0 w 3177"/>
                <a:gd name="T73" fmla="*/ 0 h 2674"/>
                <a:gd name="T74" fmla="*/ 0 w 3177"/>
                <a:gd name="T75" fmla="*/ 0 h 2674"/>
                <a:gd name="T76" fmla="*/ 0 w 3177"/>
                <a:gd name="T77" fmla="*/ 0 h 2674"/>
                <a:gd name="T78" fmla="*/ 0 w 3177"/>
                <a:gd name="T79" fmla="*/ 0 h 2674"/>
                <a:gd name="T80" fmla="*/ 0 w 3177"/>
                <a:gd name="T81" fmla="*/ 0 h 2674"/>
                <a:gd name="T82" fmla="*/ 0 w 3177"/>
                <a:gd name="T83" fmla="*/ 0 h 2674"/>
                <a:gd name="T84" fmla="*/ 0 w 3177"/>
                <a:gd name="T85" fmla="*/ 0 h 2674"/>
                <a:gd name="T86" fmla="*/ 0 w 3177"/>
                <a:gd name="T87" fmla="*/ 0 h 267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177"/>
                <a:gd name="T133" fmla="*/ 0 h 2674"/>
                <a:gd name="T134" fmla="*/ 3177 w 3177"/>
                <a:gd name="T135" fmla="*/ 2674 h 267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177" h="2674">
                  <a:moveTo>
                    <a:pt x="3039" y="881"/>
                  </a:moveTo>
                  <a:lnTo>
                    <a:pt x="3177" y="784"/>
                  </a:lnTo>
                  <a:lnTo>
                    <a:pt x="3172" y="664"/>
                  </a:lnTo>
                  <a:lnTo>
                    <a:pt x="3039" y="494"/>
                  </a:lnTo>
                  <a:lnTo>
                    <a:pt x="3011" y="565"/>
                  </a:lnTo>
                  <a:lnTo>
                    <a:pt x="2886" y="472"/>
                  </a:lnTo>
                  <a:lnTo>
                    <a:pt x="2421" y="420"/>
                  </a:lnTo>
                  <a:lnTo>
                    <a:pt x="2220" y="420"/>
                  </a:lnTo>
                  <a:lnTo>
                    <a:pt x="2567" y="355"/>
                  </a:lnTo>
                  <a:lnTo>
                    <a:pt x="2580" y="296"/>
                  </a:lnTo>
                  <a:lnTo>
                    <a:pt x="2255" y="136"/>
                  </a:lnTo>
                  <a:lnTo>
                    <a:pt x="1840" y="0"/>
                  </a:lnTo>
                  <a:lnTo>
                    <a:pt x="1312" y="7"/>
                  </a:lnTo>
                  <a:lnTo>
                    <a:pt x="826" y="166"/>
                  </a:lnTo>
                  <a:lnTo>
                    <a:pt x="510" y="408"/>
                  </a:lnTo>
                  <a:lnTo>
                    <a:pt x="309" y="733"/>
                  </a:lnTo>
                  <a:lnTo>
                    <a:pt x="233" y="975"/>
                  </a:lnTo>
                  <a:lnTo>
                    <a:pt x="233" y="1230"/>
                  </a:lnTo>
                  <a:lnTo>
                    <a:pt x="279" y="1464"/>
                  </a:lnTo>
                  <a:lnTo>
                    <a:pt x="279" y="1658"/>
                  </a:lnTo>
                  <a:lnTo>
                    <a:pt x="0" y="2257"/>
                  </a:lnTo>
                  <a:lnTo>
                    <a:pt x="275" y="2271"/>
                  </a:lnTo>
                  <a:lnTo>
                    <a:pt x="528" y="2456"/>
                  </a:lnTo>
                  <a:lnTo>
                    <a:pt x="756" y="2674"/>
                  </a:lnTo>
                  <a:lnTo>
                    <a:pt x="877" y="2557"/>
                  </a:lnTo>
                  <a:lnTo>
                    <a:pt x="952" y="2364"/>
                  </a:lnTo>
                  <a:lnTo>
                    <a:pt x="1123" y="2225"/>
                  </a:lnTo>
                  <a:lnTo>
                    <a:pt x="1114" y="1980"/>
                  </a:lnTo>
                  <a:lnTo>
                    <a:pt x="1183" y="1769"/>
                  </a:lnTo>
                  <a:lnTo>
                    <a:pt x="1319" y="1694"/>
                  </a:lnTo>
                  <a:lnTo>
                    <a:pt x="1437" y="1709"/>
                  </a:lnTo>
                  <a:lnTo>
                    <a:pt x="1497" y="1780"/>
                  </a:lnTo>
                  <a:lnTo>
                    <a:pt x="1554" y="1914"/>
                  </a:lnTo>
                  <a:lnTo>
                    <a:pt x="1875" y="2034"/>
                  </a:lnTo>
                  <a:lnTo>
                    <a:pt x="2009" y="1780"/>
                  </a:lnTo>
                  <a:lnTo>
                    <a:pt x="2525" y="1549"/>
                  </a:lnTo>
                  <a:lnTo>
                    <a:pt x="2516" y="1367"/>
                  </a:lnTo>
                  <a:lnTo>
                    <a:pt x="2421" y="1230"/>
                  </a:lnTo>
                  <a:lnTo>
                    <a:pt x="2490" y="1167"/>
                  </a:lnTo>
                  <a:lnTo>
                    <a:pt x="2455" y="832"/>
                  </a:lnTo>
                  <a:lnTo>
                    <a:pt x="2615" y="814"/>
                  </a:lnTo>
                  <a:lnTo>
                    <a:pt x="2824" y="832"/>
                  </a:lnTo>
                  <a:lnTo>
                    <a:pt x="3006" y="870"/>
                  </a:lnTo>
                  <a:lnTo>
                    <a:pt x="3039" y="8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9" name="Freeform 309"/>
            <p:cNvSpPr>
              <a:spLocks/>
            </p:cNvSpPr>
            <p:nvPr/>
          </p:nvSpPr>
          <p:spPr bwMode="auto">
            <a:xfrm>
              <a:off x="2343" y="1652"/>
              <a:ext cx="14" cy="76"/>
            </a:xfrm>
            <a:custGeom>
              <a:avLst/>
              <a:gdLst>
                <a:gd name="T0" fmla="*/ 0 w 111"/>
                <a:gd name="T1" fmla="*/ 0 h 609"/>
                <a:gd name="T2" fmla="*/ 0 w 111"/>
                <a:gd name="T3" fmla="*/ 0 h 609"/>
                <a:gd name="T4" fmla="*/ 0 w 111"/>
                <a:gd name="T5" fmla="*/ 0 h 609"/>
                <a:gd name="T6" fmla="*/ 0 w 111"/>
                <a:gd name="T7" fmla="*/ 0 h 609"/>
                <a:gd name="T8" fmla="*/ 0 w 111"/>
                <a:gd name="T9" fmla="*/ 0 h 609"/>
                <a:gd name="T10" fmla="*/ 0 w 111"/>
                <a:gd name="T11" fmla="*/ 0 h 609"/>
                <a:gd name="T12" fmla="*/ 0 w 111"/>
                <a:gd name="T13" fmla="*/ 0 h 609"/>
                <a:gd name="T14" fmla="*/ 0 60000 65536"/>
                <a:gd name="T15" fmla="*/ 0 60000 65536"/>
                <a:gd name="T16" fmla="*/ 0 60000 65536"/>
                <a:gd name="T17" fmla="*/ 0 60000 65536"/>
                <a:gd name="T18" fmla="*/ 0 60000 65536"/>
                <a:gd name="T19" fmla="*/ 0 60000 65536"/>
                <a:gd name="T20" fmla="*/ 0 60000 65536"/>
                <a:gd name="T21" fmla="*/ 0 w 111"/>
                <a:gd name="T22" fmla="*/ 0 h 609"/>
                <a:gd name="T23" fmla="*/ 111 w 111"/>
                <a:gd name="T24" fmla="*/ 609 h 6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1" h="609">
                  <a:moveTo>
                    <a:pt x="53" y="609"/>
                  </a:moveTo>
                  <a:lnTo>
                    <a:pt x="0" y="459"/>
                  </a:lnTo>
                  <a:lnTo>
                    <a:pt x="39" y="307"/>
                  </a:lnTo>
                  <a:lnTo>
                    <a:pt x="0" y="0"/>
                  </a:lnTo>
                  <a:lnTo>
                    <a:pt x="111" y="466"/>
                  </a:lnTo>
                  <a:lnTo>
                    <a:pt x="105" y="563"/>
                  </a:lnTo>
                  <a:lnTo>
                    <a:pt x="53" y="6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0" name="Freeform 310"/>
            <p:cNvSpPr>
              <a:spLocks/>
            </p:cNvSpPr>
            <p:nvPr/>
          </p:nvSpPr>
          <p:spPr bwMode="auto">
            <a:xfrm>
              <a:off x="2177" y="1715"/>
              <a:ext cx="43" cy="82"/>
            </a:xfrm>
            <a:custGeom>
              <a:avLst/>
              <a:gdLst>
                <a:gd name="T0" fmla="*/ 0 w 343"/>
                <a:gd name="T1" fmla="*/ 0 h 655"/>
                <a:gd name="T2" fmla="*/ 0 w 343"/>
                <a:gd name="T3" fmla="*/ 0 h 655"/>
                <a:gd name="T4" fmla="*/ 0 w 343"/>
                <a:gd name="T5" fmla="*/ 0 h 655"/>
                <a:gd name="T6" fmla="*/ 0 w 343"/>
                <a:gd name="T7" fmla="*/ 0 h 655"/>
                <a:gd name="T8" fmla="*/ 0 w 343"/>
                <a:gd name="T9" fmla="*/ 0 h 655"/>
                <a:gd name="T10" fmla="*/ 0 w 343"/>
                <a:gd name="T11" fmla="*/ 0 h 655"/>
                <a:gd name="T12" fmla="*/ 0 w 343"/>
                <a:gd name="T13" fmla="*/ 0 h 655"/>
                <a:gd name="T14" fmla="*/ 0 w 343"/>
                <a:gd name="T15" fmla="*/ 0 h 655"/>
                <a:gd name="T16" fmla="*/ 0 w 343"/>
                <a:gd name="T17" fmla="*/ 0 h 655"/>
                <a:gd name="T18" fmla="*/ 0 w 343"/>
                <a:gd name="T19" fmla="*/ 0 h 655"/>
                <a:gd name="T20" fmla="*/ 0 w 343"/>
                <a:gd name="T21" fmla="*/ 0 h 655"/>
                <a:gd name="T22" fmla="*/ 0 w 343"/>
                <a:gd name="T23" fmla="*/ 0 h 655"/>
                <a:gd name="T24" fmla="*/ 0 w 343"/>
                <a:gd name="T25" fmla="*/ 0 h 655"/>
                <a:gd name="T26" fmla="*/ 0 w 343"/>
                <a:gd name="T27" fmla="*/ 0 h 655"/>
                <a:gd name="T28" fmla="*/ 0 w 343"/>
                <a:gd name="T29" fmla="*/ 0 h 655"/>
                <a:gd name="T30" fmla="*/ 0 w 343"/>
                <a:gd name="T31" fmla="*/ 0 h 655"/>
                <a:gd name="T32" fmla="*/ 0 w 343"/>
                <a:gd name="T33" fmla="*/ 0 h 655"/>
                <a:gd name="T34" fmla="*/ 0 w 343"/>
                <a:gd name="T35" fmla="*/ 0 h 655"/>
                <a:gd name="T36" fmla="*/ 0 w 343"/>
                <a:gd name="T37" fmla="*/ 0 h 655"/>
                <a:gd name="T38" fmla="*/ 0 w 343"/>
                <a:gd name="T39" fmla="*/ 0 h 655"/>
                <a:gd name="T40" fmla="*/ 0 w 343"/>
                <a:gd name="T41" fmla="*/ 0 h 655"/>
                <a:gd name="T42" fmla="*/ 0 w 343"/>
                <a:gd name="T43" fmla="*/ 0 h 655"/>
                <a:gd name="T44" fmla="*/ 0 w 343"/>
                <a:gd name="T45" fmla="*/ 0 h 655"/>
                <a:gd name="T46" fmla="*/ 0 w 343"/>
                <a:gd name="T47" fmla="*/ 0 h 65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3"/>
                <a:gd name="T73" fmla="*/ 0 h 655"/>
                <a:gd name="T74" fmla="*/ 343 w 343"/>
                <a:gd name="T75" fmla="*/ 655 h 65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3" h="655">
                  <a:moveTo>
                    <a:pt x="266" y="172"/>
                  </a:moveTo>
                  <a:lnTo>
                    <a:pt x="343" y="60"/>
                  </a:lnTo>
                  <a:lnTo>
                    <a:pt x="275" y="0"/>
                  </a:lnTo>
                  <a:lnTo>
                    <a:pt x="132" y="0"/>
                  </a:lnTo>
                  <a:lnTo>
                    <a:pt x="28" y="113"/>
                  </a:lnTo>
                  <a:lnTo>
                    <a:pt x="0" y="327"/>
                  </a:lnTo>
                  <a:lnTo>
                    <a:pt x="79" y="106"/>
                  </a:lnTo>
                  <a:lnTo>
                    <a:pt x="196" y="83"/>
                  </a:lnTo>
                  <a:lnTo>
                    <a:pt x="108" y="277"/>
                  </a:lnTo>
                  <a:lnTo>
                    <a:pt x="108" y="429"/>
                  </a:lnTo>
                  <a:lnTo>
                    <a:pt x="60" y="417"/>
                  </a:lnTo>
                  <a:lnTo>
                    <a:pt x="23" y="387"/>
                  </a:lnTo>
                  <a:lnTo>
                    <a:pt x="60" y="523"/>
                  </a:lnTo>
                  <a:lnTo>
                    <a:pt x="132" y="655"/>
                  </a:lnTo>
                  <a:lnTo>
                    <a:pt x="119" y="539"/>
                  </a:lnTo>
                  <a:lnTo>
                    <a:pt x="189" y="484"/>
                  </a:lnTo>
                  <a:lnTo>
                    <a:pt x="297" y="558"/>
                  </a:lnTo>
                  <a:lnTo>
                    <a:pt x="316" y="523"/>
                  </a:lnTo>
                  <a:lnTo>
                    <a:pt x="297" y="473"/>
                  </a:lnTo>
                  <a:lnTo>
                    <a:pt x="332" y="387"/>
                  </a:lnTo>
                  <a:lnTo>
                    <a:pt x="314" y="304"/>
                  </a:lnTo>
                  <a:lnTo>
                    <a:pt x="240" y="297"/>
                  </a:lnTo>
                  <a:lnTo>
                    <a:pt x="224" y="207"/>
                  </a:lnTo>
                  <a:lnTo>
                    <a:pt x="266"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1" name="Freeform 311"/>
            <p:cNvSpPr>
              <a:spLocks/>
            </p:cNvSpPr>
            <p:nvPr/>
          </p:nvSpPr>
          <p:spPr bwMode="auto">
            <a:xfrm>
              <a:off x="2196" y="1786"/>
              <a:ext cx="18" cy="22"/>
            </a:xfrm>
            <a:custGeom>
              <a:avLst/>
              <a:gdLst>
                <a:gd name="T0" fmla="*/ 0 w 143"/>
                <a:gd name="T1" fmla="*/ 0 h 175"/>
                <a:gd name="T2" fmla="*/ 0 w 143"/>
                <a:gd name="T3" fmla="*/ 0 h 175"/>
                <a:gd name="T4" fmla="*/ 0 w 143"/>
                <a:gd name="T5" fmla="*/ 0 h 175"/>
                <a:gd name="T6" fmla="*/ 0 w 143"/>
                <a:gd name="T7" fmla="*/ 0 h 175"/>
                <a:gd name="T8" fmla="*/ 0 w 143"/>
                <a:gd name="T9" fmla="*/ 0 h 175"/>
                <a:gd name="T10" fmla="*/ 0 60000 65536"/>
                <a:gd name="T11" fmla="*/ 0 60000 65536"/>
                <a:gd name="T12" fmla="*/ 0 60000 65536"/>
                <a:gd name="T13" fmla="*/ 0 60000 65536"/>
                <a:gd name="T14" fmla="*/ 0 60000 65536"/>
                <a:gd name="T15" fmla="*/ 0 w 143"/>
                <a:gd name="T16" fmla="*/ 0 h 175"/>
                <a:gd name="T17" fmla="*/ 143 w 143"/>
                <a:gd name="T18" fmla="*/ 175 h 175"/>
              </a:gdLst>
              <a:ahLst/>
              <a:cxnLst>
                <a:cxn ang="T10">
                  <a:pos x="T0" y="T1"/>
                </a:cxn>
                <a:cxn ang="T11">
                  <a:pos x="T2" y="T3"/>
                </a:cxn>
                <a:cxn ang="T12">
                  <a:pos x="T4" y="T5"/>
                </a:cxn>
                <a:cxn ang="T13">
                  <a:pos x="T6" y="T7"/>
                </a:cxn>
                <a:cxn ang="T14">
                  <a:pos x="T8" y="T9"/>
                </a:cxn>
              </a:cxnLst>
              <a:rect l="T15" t="T16" r="T17" b="T18"/>
              <a:pathLst>
                <a:path w="143" h="175">
                  <a:moveTo>
                    <a:pt x="0" y="90"/>
                  </a:moveTo>
                  <a:lnTo>
                    <a:pt x="86" y="0"/>
                  </a:lnTo>
                  <a:lnTo>
                    <a:pt x="143" y="20"/>
                  </a:lnTo>
                  <a:lnTo>
                    <a:pt x="104" y="175"/>
                  </a:lnTo>
                  <a:lnTo>
                    <a:pt x="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2" name="Freeform 312"/>
            <p:cNvSpPr>
              <a:spLocks/>
            </p:cNvSpPr>
            <p:nvPr/>
          </p:nvSpPr>
          <p:spPr bwMode="auto">
            <a:xfrm>
              <a:off x="2389" y="1782"/>
              <a:ext cx="26" cy="22"/>
            </a:xfrm>
            <a:custGeom>
              <a:avLst/>
              <a:gdLst>
                <a:gd name="T0" fmla="*/ 0 w 207"/>
                <a:gd name="T1" fmla="*/ 0 h 175"/>
                <a:gd name="T2" fmla="*/ 0 w 207"/>
                <a:gd name="T3" fmla="*/ 0 h 175"/>
                <a:gd name="T4" fmla="*/ 0 w 207"/>
                <a:gd name="T5" fmla="*/ 0 h 175"/>
                <a:gd name="T6" fmla="*/ 0 w 207"/>
                <a:gd name="T7" fmla="*/ 0 h 175"/>
                <a:gd name="T8" fmla="*/ 0 60000 65536"/>
                <a:gd name="T9" fmla="*/ 0 60000 65536"/>
                <a:gd name="T10" fmla="*/ 0 60000 65536"/>
                <a:gd name="T11" fmla="*/ 0 60000 65536"/>
                <a:gd name="T12" fmla="*/ 0 w 207"/>
                <a:gd name="T13" fmla="*/ 0 h 175"/>
                <a:gd name="T14" fmla="*/ 207 w 207"/>
                <a:gd name="T15" fmla="*/ 175 h 175"/>
              </a:gdLst>
              <a:ahLst/>
              <a:cxnLst>
                <a:cxn ang="T8">
                  <a:pos x="T0" y="T1"/>
                </a:cxn>
                <a:cxn ang="T9">
                  <a:pos x="T2" y="T3"/>
                </a:cxn>
                <a:cxn ang="T10">
                  <a:pos x="T4" y="T5"/>
                </a:cxn>
                <a:cxn ang="T11">
                  <a:pos x="T6" y="T7"/>
                </a:cxn>
              </a:cxnLst>
              <a:rect l="T12" t="T13" r="T14" b="T15"/>
              <a:pathLst>
                <a:path w="207" h="175">
                  <a:moveTo>
                    <a:pt x="11" y="132"/>
                  </a:moveTo>
                  <a:lnTo>
                    <a:pt x="207" y="175"/>
                  </a:lnTo>
                  <a:lnTo>
                    <a:pt x="0" y="0"/>
                  </a:lnTo>
                  <a:lnTo>
                    <a:pt x="11" y="1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3" name="Freeform 313"/>
            <p:cNvSpPr>
              <a:spLocks/>
            </p:cNvSpPr>
            <p:nvPr/>
          </p:nvSpPr>
          <p:spPr bwMode="auto">
            <a:xfrm>
              <a:off x="1837" y="1835"/>
              <a:ext cx="119" cy="137"/>
            </a:xfrm>
            <a:custGeom>
              <a:avLst/>
              <a:gdLst>
                <a:gd name="T0" fmla="*/ 0 w 947"/>
                <a:gd name="T1" fmla="*/ 0 h 1096"/>
                <a:gd name="T2" fmla="*/ 0 w 947"/>
                <a:gd name="T3" fmla="*/ 0 h 1096"/>
                <a:gd name="T4" fmla="*/ 0 w 947"/>
                <a:gd name="T5" fmla="*/ 0 h 1096"/>
                <a:gd name="T6" fmla="*/ 0 w 947"/>
                <a:gd name="T7" fmla="*/ 0 h 1096"/>
                <a:gd name="T8" fmla="*/ 0 w 947"/>
                <a:gd name="T9" fmla="*/ 0 h 1096"/>
                <a:gd name="T10" fmla="*/ 0 w 947"/>
                <a:gd name="T11" fmla="*/ 0 h 1096"/>
                <a:gd name="T12" fmla="*/ 0 w 947"/>
                <a:gd name="T13" fmla="*/ 0 h 1096"/>
                <a:gd name="T14" fmla="*/ 0 w 947"/>
                <a:gd name="T15" fmla="*/ 0 h 1096"/>
                <a:gd name="T16" fmla="*/ 0 60000 65536"/>
                <a:gd name="T17" fmla="*/ 0 60000 65536"/>
                <a:gd name="T18" fmla="*/ 0 60000 65536"/>
                <a:gd name="T19" fmla="*/ 0 60000 65536"/>
                <a:gd name="T20" fmla="*/ 0 60000 65536"/>
                <a:gd name="T21" fmla="*/ 0 60000 65536"/>
                <a:gd name="T22" fmla="*/ 0 60000 65536"/>
                <a:gd name="T23" fmla="*/ 0 60000 65536"/>
                <a:gd name="T24" fmla="*/ 0 w 947"/>
                <a:gd name="T25" fmla="*/ 0 h 1096"/>
                <a:gd name="T26" fmla="*/ 947 w 947"/>
                <a:gd name="T27" fmla="*/ 1096 h 10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47" h="1096">
                  <a:moveTo>
                    <a:pt x="947" y="0"/>
                  </a:moveTo>
                  <a:lnTo>
                    <a:pt x="628" y="164"/>
                  </a:lnTo>
                  <a:lnTo>
                    <a:pt x="167" y="643"/>
                  </a:lnTo>
                  <a:lnTo>
                    <a:pt x="0" y="883"/>
                  </a:lnTo>
                  <a:lnTo>
                    <a:pt x="0" y="1096"/>
                  </a:lnTo>
                  <a:lnTo>
                    <a:pt x="270" y="672"/>
                  </a:lnTo>
                  <a:lnTo>
                    <a:pt x="628" y="235"/>
                  </a:lnTo>
                  <a:lnTo>
                    <a:pt x="94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4" name="Freeform 314"/>
            <p:cNvSpPr>
              <a:spLocks/>
            </p:cNvSpPr>
            <p:nvPr/>
          </p:nvSpPr>
          <p:spPr bwMode="auto">
            <a:xfrm>
              <a:off x="1837" y="2008"/>
              <a:ext cx="1259" cy="748"/>
            </a:xfrm>
            <a:custGeom>
              <a:avLst/>
              <a:gdLst>
                <a:gd name="T0" fmla="*/ 0 w 10071"/>
                <a:gd name="T1" fmla="*/ 0 h 5987"/>
                <a:gd name="T2" fmla="*/ 0 w 10071"/>
                <a:gd name="T3" fmla="*/ 0 h 5987"/>
                <a:gd name="T4" fmla="*/ 0 w 10071"/>
                <a:gd name="T5" fmla="*/ 0 h 5987"/>
                <a:gd name="T6" fmla="*/ 0 w 10071"/>
                <a:gd name="T7" fmla="*/ 0 h 5987"/>
                <a:gd name="T8" fmla="*/ 0 w 10071"/>
                <a:gd name="T9" fmla="*/ 0 h 5987"/>
                <a:gd name="T10" fmla="*/ 0 w 10071"/>
                <a:gd name="T11" fmla="*/ 0 h 5987"/>
                <a:gd name="T12" fmla="*/ 0 w 10071"/>
                <a:gd name="T13" fmla="*/ 0 h 5987"/>
                <a:gd name="T14" fmla="*/ 0 w 10071"/>
                <a:gd name="T15" fmla="*/ 0 h 5987"/>
                <a:gd name="T16" fmla="*/ 0 w 10071"/>
                <a:gd name="T17" fmla="*/ 0 h 5987"/>
                <a:gd name="T18" fmla="*/ 0 w 10071"/>
                <a:gd name="T19" fmla="*/ 0 h 5987"/>
                <a:gd name="T20" fmla="*/ 0 w 10071"/>
                <a:gd name="T21" fmla="*/ 0 h 5987"/>
                <a:gd name="T22" fmla="*/ 0 w 10071"/>
                <a:gd name="T23" fmla="*/ 0 h 5987"/>
                <a:gd name="T24" fmla="*/ 0 w 10071"/>
                <a:gd name="T25" fmla="*/ 0 h 5987"/>
                <a:gd name="T26" fmla="*/ 0 w 10071"/>
                <a:gd name="T27" fmla="*/ 0 h 5987"/>
                <a:gd name="T28" fmla="*/ 0 w 10071"/>
                <a:gd name="T29" fmla="*/ 0 h 5987"/>
                <a:gd name="T30" fmla="*/ 0 w 10071"/>
                <a:gd name="T31" fmla="*/ 0 h 5987"/>
                <a:gd name="T32" fmla="*/ 0 w 10071"/>
                <a:gd name="T33" fmla="*/ 0 h 5987"/>
                <a:gd name="T34" fmla="*/ 0 w 10071"/>
                <a:gd name="T35" fmla="*/ 0 h 5987"/>
                <a:gd name="T36" fmla="*/ 0 w 10071"/>
                <a:gd name="T37" fmla="*/ 0 h 5987"/>
                <a:gd name="T38" fmla="*/ 0 w 10071"/>
                <a:gd name="T39" fmla="*/ 0 h 5987"/>
                <a:gd name="T40" fmla="*/ 0 w 10071"/>
                <a:gd name="T41" fmla="*/ 0 h 5987"/>
                <a:gd name="T42" fmla="*/ 0 w 10071"/>
                <a:gd name="T43" fmla="*/ 0 h 5987"/>
                <a:gd name="T44" fmla="*/ 0 w 10071"/>
                <a:gd name="T45" fmla="*/ 0 h 5987"/>
                <a:gd name="T46" fmla="*/ 0 w 10071"/>
                <a:gd name="T47" fmla="*/ 0 h 5987"/>
                <a:gd name="T48" fmla="*/ 0 w 10071"/>
                <a:gd name="T49" fmla="*/ 0 h 5987"/>
                <a:gd name="T50" fmla="*/ 0 w 10071"/>
                <a:gd name="T51" fmla="*/ 0 h 5987"/>
                <a:gd name="T52" fmla="*/ 0 w 10071"/>
                <a:gd name="T53" fmla="*/ 0 h 5987"/>
                <a:gd name="T54" fmla="*/ 0 w 10071"/>
                <a:gd name="T55" fmla="*/ 0 h 5987"/>
                <a:gd name="T56" fmla="*/ 0 w 10071"/>
                <a:gd name="T57" fmla="*/ 0 h 5987"/>
                <a:gd name="T58" fmla="*/ 0 w 10071"/>
                <a:gd name="T59" fmla="*/ 0 h 5987"/>
                <a:gd name="T60" fmla="*/ 0 w 10071"/>
                <a:gd name="T61" fmla="*/ 0 h 5987"/>
                <a:gd name="T62" fmla="*/ 0 w 10071"/>
                <a:gd name="T63" fmla="*/ 0 h 5987"/>
                <a:gd name="T64" fmla="*/ 0 w 10071"/>
                <a:gd name="T65" fmla="*/ 0 h 5987"/>
                <a:gd name="T66" fmla="*/ 0 w 10071"/>
                <a:gd name="T67" fmla="*/ 0 h 5987"/>
                <a:gd name="T68" fmla="*/ 0 w 10071"/>
                <a:gd name="T69" fmla="*/ 0 h 5987"/>
                <a:gd name="T70" fmla="*/ 0 w 10071"/>
                <a:gd name="T71" fmla="*/ 0 h 5987"/>
                <a:gd name="T72" fmla="*/ 0 w 10071"/>
                <a:gd name="T73" fmla="*/ 0 h 5987"/>
                <a:gd name="T74" fmla="*/ 0 w 10071"/>
                <a:gd name="T75" fmla="*/ 0 h 5987"/>
                <a:gd name="T76" fmla="*/ 0 w 10071"/>
                <a:gd name="T77" fmla="*/ 0 h 5987"/>
                <a:gd name="T78" fmla="*/ 0 w 10071"/>
                <a:gd name="T79" fmla="*/ 0 h 5987"/>
                <a:gd name="T80" fmla="*/ 0 w 10071"/>
                <a:gd name="T81" fmla="*/ 0 h 5987"/>
                <a:gd name="T82" fmla="*/ 0 w 10071"/>
                <a:gd name="T83" fmla="*/ 0 h 5987"/>
                <a:gd name="T84" fmla="*/ 0 w 10071"/>
                <a:gd name="T85" fmla="*/ 0 h 5987"/>
                <a:gd name="T86" fmla="*/ 0 w 10071"/>
                <a:gd name="T87" fmla="*/ 0 h 5987"/>
                <a:gd name="T88" fmla="*/ 0 w 10071"/>
                <a:gd name="T89" fmla="*/ 0 h 5987"/>
                <a:gd name="T90" fmla="*/ 0 w 10071"/>
                <a:gd name="T91" fmla="*/ 0 h 5987"/>
                <a:gd name="T92" fmla="*/ 0 w 10071"/>
                <a:gd name="T93" fmla="*/ 0 h 5987"/>
                <a:gd name="T94" fmla="*/ 0 w 10071"/>
                <a:gd name="T95" fmla="*/ 0 h 5987"/>
                <a:gd name="T96" fmla="*/ 0 w 10071"/>
                <a:gd name="T97" fmla="*/ 0 h 5987"/>
                <a:gd name="T98" fmla="*/ 0 w 10071"/>
                <a:gd name="T99" fmla="*/ 0 h 5987"/>
                <a:gd name="T100" fmla="*/ 0 w 10071"/>
                <a:gd name="T101" fmla="*/ 0 h 5987"/>
                <a:gd name="T102" fmla="*/ 0 w 10071"/>
                <a:gd name="T103" fmla="*/ 0 h 5987"/>
                <a:gd name="T104" fmla="*/ 0 w 10071"/>
                <a:gd name="T105" fmla="*/ 0 h 5987"/>
                <a:gd name="T106" fmla="*/ 0 w 10071"/>
                <a:gd name="T107" fmla="*/ 0 h 5987"/>
                <a:gd name="T108" fmla="*/ 0 w 10071"/>
                <a:gd name="T109" fmla="*/ 0 h 5987"/>
                <a:gd name="T110" fmla="*/ 0 w 10071"/>
                <a:gd name="T111" fmla="*/ 0 h 598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071"/>
                <a:gd name="T169" fmla="*/ 0 h 5987"/>
                <a:gd name="T170" fmla="*/ 10071 w 10071"/>
                <a:gd name="T171" fmla="*/ 5987 h 598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071" h="5987">
                  <a:moveTo>
                    <a:pt x="3078" y="337"/>
                  </a:moveTo>
                  <a:lnTo>
                    <a:pt x="2554" y="961"/>
                  </a:lnTo>
                  <a:lnTo>
                    <a:pt x="2043" y="1895"/>
                  </a:lnTo>
                  <a:lnTo>
                    <a:pt x="989" y="2609"/>
                  </a:lnTo>
                  <a:lnTo>
                    <a:pt x="508" y="2393"/>
                  </a:lnTo>
                  <a:lnTo>
                    <a:pt x="0" y="2301"/>
                  </a:lnTo>
                  <a:lnTo>
                    <a:pt x="413" y="2423"/>
                  </a:lnTo>
                  <a:lnTo>
                    <a:pt x="796" y="2635"/>
                  </a:lnTo>
                  <a:lnTo>
                    <a:pt x="1109" y="2900"/>
                  </a:lnTo>
                  <a:lnTo>
                    <a:pt x="1446" y="3279"/>
                  </a:lnTo>
                  <a:lnTo>
                    <a:pt x="1758" y="3760"/>
                  </a:lnTo>
                  <a:lnTo>
                    <a:pt x="2119" y="4719"/>
                  </a:lnTo>
                  <a:lnTo>
                    <a:pt x="2336" y="5343"/>
                  </a:lnTo>
                  <a:lnTo>
                    <a:pt x="2457" y="5987"/>
                  </a:lnTo>
                  <a:lnTo>
                    <a:pt x="3945" y="5987"/>
                  </a:lnTo>
                  <a:lnTo>
                    <a:pt x="2982" y="4482"/>
                  </a:lnTo>
                  <a:lnTo>
                    <a:pt x="2527" y="3187"/>
                  </a:lnTo>
                  <a:lnTo>
                    <a:pt x="2578" y="2444"/>
                  </a:lnTo>
                  <a:lnTo>
                    <a:pt x="2624" y="3158"/>
                  </a:lnTo>
                  <a:lnTo>
                    <a:pt x="3052" y="4288"/>
                  </a:lnTo>
                  <a:lnTo>
                    <a:pt x="3991" y="5701"/>
                  </a:lnTo>
                  <a:lnTo>
                    <a:pt x="4281" y="5750"/>
                  </a:lnTo>
                  <a:lnTo>
                    <a:pt x="4378" y="5987"/>
                  </a:lnTo>
                  <a:lnTo>
                    <a:pt x="8152" y="5987"/>
                  </a:lnTo>
                  <a:lnTo>
                    <a:pt x="8322" y="5892"/>
                  </a:lnTo>
                  <a:lnTo>
                    <a:pt x="8722" y="5701"/>
                  </a:lnTo>
                  <a:lnTo>
                    <a:pt x="9113" y="5674"/>
                  </a:lnTo>
                  <a:lnTo>
                    <a:pt x="9135" y="5604"/>
                  </a:lnTo>
                  <a:lnTo>
                    <a:pt x="8843" y="5534"/>
                  </a:lnTo>
                  <a:lnTo>
                    <a:pt x="8530" y="5358"/>
                  </a:lnTo>
                  <a:lnTo>
                    <a:pt x="8242" y="5173"/>
                  </a:lnTo>
                  <a:lnTo>
                    <a:pt x="7839" y="5097"/>
                  </a:lnTo>
                  <a:lnTo>
                    <a:pt x="7546" y="5002"/>
                  </a:lnTo>
                  <a:lnTo>
                    <a:pt x="7168" y="4956"/>
                  </a:lnTo>
                  <a:lnTo>
                    <a:pt x="7168" y="4885"/>
                  </a:lnTo>
                  <a:lnTo>
                    <a:pt x="7452" y="4811"/>
                  </a:lnTo>
                  <a:lnTo>
                    <a:pt x="7767" y="4811"/>
                  </a:lnTo>
                  <a:lnTo>
                    <a:pt x="8080" y="4719"/>
                  </a:lnTo>
                  <a:lnTo>
                    <a:pt x="8652" y="4624"/>
                  </a:lnTo>
                  <a:lnTo>
                    <a:pt x="8992" y="4530"/>
                  </a:lnTo>
                  <a:lnTo>
                    <a:pt x="8821" y="4530"/>
                  </a:lnTo>
                  <a:lnTo>
                    <a:pt x="8627" y="4602"/>
                  </a:lnTo>
                  <a:lnTo>
                    <a:pt x="8339" y="4644"/>
                  </a:lnTo>
                  <a:lnTo>
                    <a:pt x="8030" y="4666"/>
                  </a:lnTo>
                  <a:lnTo>
                    <a:pt x="7818" y="4736"/>
                  </a:lnTo>
                  <a:lnTo>
                    <a:pt x="7818" y="4644"/>
                  </a:lnTo>
                  <a:lnTo>
                    <a:pt x="7931" y="4530"/>
                  </a:lnTo>
                  <a:lnTo>
                    <a:pt x="8201" y="4339"/>
                  </a:lnTo>
                  <a:lnTo>
                    <a:pt x="9234" y="4069"/>
                  </a:lnTo>
                  <a:lnTo>
                    <a:pt x="10071" y="3735"/>
                  </a:lnTo>
                  <a:lnTo>
                    <a:pt x="9159" y="4069"/>
                  </a:lnTo>
                  <a:lnTo>
                    <a:pt x="8516" y="4165"/>
                  </a:lnTo>
                  <a:lnTo>
                    <a:pt x="8272" y="4218"/>
                  </a:lnTo>
                  <a:lnTo>
                    <a:pt x="6778" y="4218"/>
                  </a:lnTo>
                  <a:lnTo>
                    <a:pt x="7117" y="4023"/>
                  </a:lnTo>
                  <a:lnTo>
                    <a:pt x="7382" y="3976"/>
                  </a:lnTo>
                  <a:lnTo>
                    <a:pt x="7594" y="3877"/>
                  </a:lnTo>
                  <a:lnTo>
                    <a:pt x="7670" y="3827"/>
                  </a:lnTo>
                  <a:lnTo>
                    <a:pt x="7670" y="3710"/>
                  </a:lnTo>
                  <a:lnTo>
                    <a:pt x="7643" y="3664"/>
                  </a:lnTo>
                  <a:lnTo>
                    <a:pt x="7522" y="3640"/>
                  </a:lnTo>
                  <a:lnTo>
                    <a:pt x="7474" y="3735"/>
                  </a:lnTo>
                  <a:lnTo>
                    <a:pt x="7353" y="3785"/>
                  </a:lnTo>
                  <a:lnTo>
                    <a:pt x="6832" y="3735"/>
                  </a:lnTo>
                  <a:lnTo>
                    <a:pt x="6685" y="3594"/>
                  </a:lnTo>
                  <a:lnTo>
                    <a:pt x="6731" y="3804"/>
                  </a:lnTo>
                  <a:lnTo>
                    <a:pt x="6731" y="3976"/>
                  </a:lnTo>
                  <a:lnTo>
                    <a:pt x="6661" y="4218"/>
                  </a:lnTo>
                  <a:lnTo>
                    <a:pt x="6661" y="3976"/>
                  </a:lnTo>
                  <a:lnTo>
                    <a:pt x="6441" y="3710"/>
                  </a:lnTo>
                  <a:lnTo>
                    <a:pt x="6589" y="4023"/>
                  </a:lnTo>
                  <a:lnTo>
                    <a:pt x="6589" y="4311"/>
                  </a:lnTo>
                  <a:lnTo>
                    <a:pt x="5434" y="5026"/>
                  </a:lnTo>
                  <a:lnTo>
                    <a:pt x="5265" y="4574"/>
                  </a:lnTo>
                  <a:lnTo>
                    <a:pt x="5265" y="3877"/>
                  </a:lnTo>
                  <a:lnTo>
                    <a:pt x="5602" y="3710"/>
                  </a:lnTo>
                  <a:lnTo>
                    <a:pt x="6107" y="3594"/>
                  </a:lnTo>
                  <a:lnTo>
                    <a:pt x="5773" y="3521"/>
                  </a:lnTo>
                  <a:lnTo>
                    <a:pt x="6056" y="3279"/>
                  </a:lnTo>
                  <a:lnTo>
                    <a:pt x="5173" y="3760"/>
                  </a:lnTo>
                  <a:lnTo>
                    <a:pt x="4810" y="3187"/>
                  </a:lnTo>
                  <a:lnTo>
                    <a:pt x="4666" y="1754"/>
                  </a:lnTo>
                  <a:lnTo>
                    <a:pt x="4500" y="790"/>
                  </a:lnTo>
                  <a:lnTo>
                    <a:pt x="4256" y="242"/>
                  </a:lnTo>
                  <a:lnTo>
                    <a:pt x="3964" y="0"/>
                  </a:lnTo>
                  <a:lnTo>
                    <a:pt x="4187" y="242"/>
                  </a:lnTo>
                  <a:lnTo>
                    <a:pt x="4424" y="693"/>
                  </a:lnTo>
                  <a:lnTo>
                    <a:pt x="4544" y="1271"/>
                  </a:lnTo>
                  <a:lnTo>
                    <a:pt x="4620" y="2181"/>
                  </a:lnTo>
                  <a:lnTo>
                    <a:pt x="4712" y="3140"/>
                  </a:lnTo>
                  <a:lnTo>
                    <a:pt x="3611" y="1531"/>
                  </a:lnTo>
                  <a:lnTo>
                    <a:pt x="4019" y="2469"/>
                  </a:lnTo>
                  <a:lnTo>
                    <a:pt x="4782" y="3543"/>
                  </a:lnTo>
                  <a:lnTo>
                    <a:pt x="4782" y="3947"/>
                  </a:lnTo>
                  <a:lnTo>
                    <a:pt x="4544" y="4549"/>
                  </a:lnTo>
                  <a:lnTo>
                    <a:pt x="5047" y="3947"/>
                  </a:lnTo>
                  <a:lnTo>
                    <a:pt x="5148" y="4288"/>
                  </a:lnTo>
                  <a:lnTo>
                    <a:pt x="5148" y="4574"/>
                  </a:lnTo>
                  <a:lnTo>
                    <a:pt x="4666" y="5125"/>
                  </a:lnTo>
                  <a:lnTo>
                    <a:pt x="4208" y="4736"/>
                  </a:lnTo>
                  <a:lnTo>
                    <a:pt x="3964" y="4908"/>
                  </a:lnTo>
                  <a:lnTo>
                    <a:pt x="3899" y="4811"/>
                  </a:lnTo>
                  <a:lnTo>
                    <a:pt x="4019" y="4359"/>
                  </a:lnTo>
                  <a:lnTo>
                    <a:pt x="3991" y="4189"/>
                  </a:lnTo>
                  <a:lnTo>
                    <a:pt x="2744" y="2589"/>
                  </a:lnTo>
                  <a:lnTo>
                    <a:pt x="2716" y="2324"/>
                  </a:lnTo>
                  <a:lnTo>
                    <a:pt x="2716" y="1824"/>
                  </a:lnTo>
                  <a:lnTo>
                    <a:pt x="2767" y="1339"/>
                  </a:lnTo>
                  <a:lnTo>
                    <a:pt x="2883" y="840"/>
                  </a:lnTo>
                  <a:lnTo>
                    <a:pt x="3078" y="482"/>
                  </a:lnTo>
                  <a:lnTo>
                    <a:pt x="3345" y="173"/>
                  </a:lnTo>
                  <a:lnTo>
                    <a:pt x="3078" y="3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5" name="Freeform 315"/>
            <p:cNvSpPr>
              <a:spLocks/>
            </p:cNvSpPr>
            <p:nvPr/>
          </p:nvSpPr>
          <p:spPr bwMode="auto">
            <a:xfrm>
              <a:off x="2433" y="2387"/>
              <a:ext cx="127" cy="83"/>
            </a:xfrm>
            <a:custGeom>
              <a:avLst/>
              <a:gdLst>
                <a:gd name="T0" fmla="*/ 0 w 1016"/>
                <a:gd name="T1" fmla="*/ 0 h 665"/>
                <a:gd name="T2" fmla="*/ 0 w 1016"/>
                <a:gd name="T3" fmla="*/ 0 h 665"/>
                <a:gd name="T4" fmla="*/ 0 w 1016"/>
                <a:gd name="T5" fmla="*/ 0 h 665"/>
                <a:gd name="T6" fmla="*/ 0 w 1016"/>
                <a:gd name="T7" fmla="*/ 0 h 665"/>
                <a:gd name="T8" fmla="*/ 0 w 1016"/>
                <a:gd name="T9" fmla="*/ 0 h 665"/>
                <a:gd name="T10" fmla="*/ 0 w 1016"/>
                <a:gd name="T11" fmla="*/ 0 h 665"/>
                <a:gd name="T12" fmla="*/ 0 w 1016"/>
                <a:gd name="T13" fmla="*/ 0 h 665"/>
                <a:gd name="T14" fmla="*/ 0 w 1016"/>
                <a:gd name="T15" fmla="*/ 0 h 665"/>
                <a:gd name="T16" fmla="*/ 0 w 1016"/>
                <a:gd name="T17" fmla="*/ 0 h 665"/>
                <a:gd name="T18" fmla="*/ 0 w 1016"/>
                <a:gd name="T19" fmla="*/ 0 h 665"/>
                <a:gd name="T20" fmla="*/ 0 w 1016"/>
                <a:gd name="T21" fmla="*/ 0 h 665"/>
                <a:gd name="T22" fmla="*/ 0 w 1016"/>
                <a:gd name="T23" fmla="*/ 0 h 665"/>
                <a:gd name="T24" fmla="*/ 0 w 1016"/>
                <a:gd name="T25" fmla="*/ 0 h 665"/>
                <a:gd name="T26" fmla="*/ 0 w 1016"/>
                <a:gd name="T27" fmla="*/ 0 h 6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16"/>
                <a:gd name="T43" fmla="*/ 0 h 665"/>
                <a:gd name="T44" fmla="*/ 1016 w 1016"/>
                <a:gd name="T45" fmla="*/ 665 h 66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16" h="665">
                  <a:moveTo>
                    <a:pt x="6" y="0"/>
                  </a:moveTo>
                  <a:lnTo>
                    <a:pt x="218" y="118"/>
                  </a:lnTo>
                  <a:lnTo>
                    <a:pt x="705" y="173"/>
                  </a:lnTo>
                  <a:lnTo>
                    <a:pt x="705" y="228"/>
                  </a:lnTo>
                  <a:lnTo>
                    <a:pt x="1016" y="240"/>
                  </a:lnTo>
                  <a:lnTo>
                    <a:pt x="697" y="275"/>
                  </a:lnTo>
                  <a:lnTo>
                    <a:pt x="653" y="446"/>
                  </a:lnTo>
                  <a:lnTo>
                    <a:pt x="626" y="662"/>
                  </a:lnTo>
                  <a:lnTo>
                    <a:pt x="596" y="665"/>
                  </a:lnTo>
                  <a:lnTo>
                    <a:pt x="615" y="406"/>
                  </a:lnTo>
                  <a:lnTo>
                    <a:pt x="653" y="235"/>
                  </a:lnTo>
                  <a:lnTo>
                    <a:pt x="218" y="178"/>
                  </a:lnTo>
                  <a:lnTo>
                    <a:pt x="0" y="99"/>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6" name="Freeform 316"/>
            <p:cNvSpPr>
              <a:spLocks/>
            </p:cNvSpPr>
            <p:nvPr/>
          </p:nvSpPr>
          <p:spPr bwMode="auto">
            <a:xfrm>
              <a:off x="2568" y="2345"/>
              <a:ext cx="228" cy="133"/>
            </a:xfrm>
            <a:custGeom>
              <a:avLst/>
              <a:gdLst>
                <a:gd name="T0" fmla="*/ 0 w 1821"/>
                <a:gd name="T1" fmla="*/ 0 h 1066"/>
                <a:gd name="T2" fmla="*/ 0 w 1821"/>
                <a:gd name="T3" fmla="*/ 0 h 1066"/>
                <a:gd name="T4" fmla="*/ 0 w 1821"/>
                <a:gd name="T5" fmla="*/ 0 h 1066"/>
                <a:gd name="T6" fmla="*/ 0 w 1821"/>
                <a:gd name="T7" fmla="*/ 0 h 1066"/>
                <a:gd name="T8" fmla="*/ 0 w 1821"/>
                <a:gd name="T9" fmla="*/ 0 h 1066"/>
                <a:gd name="T10" fmla="*/ 0 w 1821"/>
                <a:gd name="T11" fmla="*/ 0 h 1066"/>
                <a:gd name="T12" fmla="*/ 0 w 1821"/>
                <a:gd name="T13" fmla="*/ 0 h 1066"/>
                <a:gd name="T14" fmla="*/ 0 w 1821"/>
                <a:gd name="T15" fmla="*/ 0 h 1066"/>
                <a:gd name="T16" fmla="*/ 0 w 1821"/>
                <a:gd name="T17" fmla="*/ 0 h 1066"/>
                <a:gd name="T18" fmla="*/ 0 w 1821"/>
                <a:gd name="T19" fmla="*/ 0 h 1066"/>
                <a:gd name="T20" fmla="*/ 0 w 1821"/>
                <a:gd name="T21" fmla="*/ 0 h 1066"/>
                <a:gd name="T22" fmla="*/ 0 w 1821"/>
                <a:gd name="T23" fmla="*/ 0 h 1066"/>
                <a:gd name="T24" fmla="*/ 0 w 1821"/>
                <a:gd name="T25" fmla="*/ 0 h 1066"/>
                <a:gd name="T26" fmla="*/ 0 w 1821"/>
                <a:gd name="T27" fmla="*/ 0 h 1066"/>
                <a:gd name="T28" fmla="*/ 0 w 1821"/>
                <a:gd name="T29" fmla="*/ 0 h 1066"/>
                <a:gd name="T30" fmla="*/ 0 w 1821"/>
                <a:gd name="T31" fmla="*/ 0 h 1066"/>
                <a:gd name="T32" fmla="*/ 0 w 1821"/>
                <a:gd name="T33" fmla="*/ 0 h 1066"/>
                <a:gd name="T34" fmla="*/ 0 w 1821"/>
                <a:gd name="T35" fmla="*/ 0 h 1066"/>
                <a:gd name="T36" fmla="*/ 0 w 1821"/>
                <a:gd name="T37" fmla="*/ 0 h 1066"/>
                <a:gd name="T38" fmla="*/ 0 w 1821"/>
                <a:gd name="T39" fmla="*/ 0 h 1066"/>
                <a:gd name="T40" fmla="*/ 0 w 1821"/>
                <a:gd name="T41" fmla="*/ 0 h 1066"/>
                <a:gd name="T42" fmla="*/ 0 w 1821"/>
                <a:gd name="T43" fmla="*/ 0 h 1066"/>
                <a:gd name="T44" fmla="*/ 0 w 1821"/>
                <a:gd name="T45" fmla="*/ 0 h 1066"/>
                <a:gd name="T46" fmla="*/ 0 w 1821"/>
                <a:gd name="T47" fmla="*/ 0 h 1066"/>
                <a:gd name="T48" fmla="*/ 0 w 1821"/>
                <a:gd name="T49" fmla="*/ 0 h 1066"/>
                <a:gd name="T50" fmla="*/ 0 w 1821"/>
                <a:gd name="T51" fmla="*/ 0 h 1066"/>
                <a:gd name="T52" fmla="*/ 0 w 1821"/>
                <a:gd name="T53" fmla="*/ 0 h 1066"/>
                <a:gd name="T54" fmla="*/ 0 w 1821"/>
                <a:gd name="T55" fmla="*/ 0 h 1066"/>
                <a:gd name="T56" fmla="*/ 0 w 1821"/>
                <a:gd name="T57" fmla="*/ 0 h 1066"/>
                <a:gd name="T58" fmla="*/ 0 w 1821"/>
                <a:gd name="T59" fmla="*/ 0 h 1066"/>
                <a:gd name="T60" fmla="*/ 0 w 1821"/>
                <a:gd name="T61" fmla="*/ 0 h 1066"/>
                <a:gd name="T62" fmla="*/ 0 w 1821"/>
                <a:gd name="T63" fmla="*/ 0 h 1066"/>
                <a:gd name="T64" fmla="*/ 0 w 1821"/>
                <a:gd name="T65" fmla="*/ 0 h 1066"/>
                <a:gd name="T66" fmla="*/ 0 w 1821"/>
                <a:gd name="T67" fmla="*/ 0 h 1066"/>
                <a:gd name="T68" fmla="*/ 0 w 1821"/>
                <a:gd name="T69" fmla="*/ 0 h 1066"/>
                <a:gd name="T70" fmla="*/ 0 w 1821"/>
                <a:gd name="T71" fmla="*/ 0 h 1066"/>
                <a:gd name="T72" fmla="*/ 0 w 1821"/>
                <a:gd name="T73" fmla="*/ 0 h 1066"/>
                <a:gd name="T74" fmla="*/ 0 w 1821"/>
                <a:gd name="T75" fmla="*/ 0 h 1066"/>
                <a:gd name="T76" fmla="*/ 0 w 1821"/>
                <a:gd name="T77" fmla="*/ 0 h 1066"/>
                <a:gd name="T78" fmla="*/ 0 w 1821"/>
                <a:gd name="T79" fmla="*/ 0 h 1066"/>
                <a:gd name="T80" fmla="*/ 0 w 1821"/>
                <a:gd name="T81" fmla="*/ 0 h 1066"/>
                <a:gd name="T82" fmla="*/ 0 w 1821"/>
                <a:gd name="T83" fmla="*/ 0 h 1066"/>
                <a:gd name="T84" fmla="*/ 0 w 1821"/>
                <a:gd name="T85" fmla="*/ 0 h 1066"/>
                <a:gd name="T86" fmla="*/ 0 w 1821"/>
                <a:gd name="T87" fmla="*/ 0 h 1066"/>
                <a:gd name="T88" fmla="*/ 0 w 1821"/>
                <a:gd name="T89" fmla="*/ 0 h 106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21"/>
                <a:gd name="T136" fmla="*/ 0 h 1066"/>
                <a:gd name="T137" fmla="*/ 1821 w 1821"/>
                <a:gd name="T138" fmla="*/ 1066 h 106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21" h="1066">
                  <a:moveTo>
                    <a:pt x="0" y="706"/>
                  </a:moveTo>
                  <a:lnTo>
                    <a:pt x="137" y="242"/>
                  </a:lnTo>
                  <a:lnTo>
                    <a:pt x="597" y="0"/>
                  </a:lnTo>
                  <a:lnTo>
                    <a:pt x="906" y="137"/>
                  </a:lnTo>
                  <a:lnTo>
                    <a:pt x="1268" y="176"/>
                  </a:lnTo>
                  <a:lnTo>
                    <a:pt x="1330" y="227"/>
                  </a:lnTo>
                  <a:lnTo>
                    <a:pt x="1341" y="317"/>
                  </a:lnTo>
                  <a:lnTo>
                    <a:pt x="1504" y="360"/>
                  </a:lnTo>
                  <a:lnTo>
                    <a:pt x="1634" y="459"/>
                  </a:lnTo>
                  <a:lnTo>
                    <a:pt x="1708" y="488"/>
                  </a:lnTo>
                  <a:lnTo>
                    <a:pt x="1819" y="579"/>
                  </a:lnTo>
                  <a:lnTo>
                    <a:pt x="1821" y="655"/>
                  </a:lnTo>
                  <a:lnTo>
                    <a:pt x="1763" y="706"/>
                  </a:lnTo>
                  <a:lnTo>
                    <a:pt x="1634" y="822"/>
                  </a:lnTo>
                  <a:lnTo>
                    <a:pt x="1637" y="910"/>
                  </a:lnTo>
                  <a:lnTo>
                    <a:pt x="1612" y="800"/>
                  </a:lnTo>
                  <a:lnTo>
                    <a:pt x="1785" y="640"/>
                  </a:lnTo>
                  <a:lnTo>
                    <a:pt x="1785" y="584"/>
                  </a:lnTo>
                  <a:lnTo>
                    <a:pt x="1637" y="499"/>
                  </a:lnTo>
                  <a:lnTo>
                    <a:pt x="1577" y="512"/>
                  </a:lnTo>
                  <a:lnTo>
                    <a:pt x="1504" y="503"/>
                  </a:lnTo>
                  <a:lnTo>
                    <a:pt x="1370" y="579"/>
                  </a:lnTo>
                  <a:lnTo>
                    <a:pt x="1543" y="448"/>
                  </a:lnTo>
                  <a:lnTo>
                    <a:pt x="1471" y="383"/>
                  </a:lnTo>
                  <a:lnTo>
                    <a:pt x="1341" y="356"/>
                  </a:lnTo>
                  <a:lnTo>
                    <a:pt x="1341" y="409"/>
                  </a:lnTo>
                  <a:lnTo>
                    <a:pt x="1394" y="503"/>
                  </a:lnTo>
                  <a:lnTo>
                    <a:pt x="1319" y="413"/>
                  </a:lnTo>
                  <a:lnTo>
                    <a:pt x="1268" y="247"/>
                  </a:lnTo>
                  <a:lnTo>
                    <a:pt x="1205" y="192"/>
                  </a:lnTo>
                  <a:lnTo>
                    <a:pt x="885" y="176"/>
                  </a:lnTo>
                  <a:lnTo>
                    <a:pt x="641" y="47"/>
                  </a:lnTo>
                  <a:lnTo>
                    <a:pt x="161" y="264"/>
                  </a:lnTo>
                  <a:lnTo>
                    <a:pt x="90" y="552"/>
                  </a:lnTo>
                  <a:lnTo>
                    <a:pt x="321" y="574"/>
                  </a:lnTo>
                  <a:lnTo>
                    <a:pt x="590" y="655"/>
                  </a:lnTo>
                  <a:lnTo>
                    <a:pt x="791" y="822"/>
                  </a:lnTo>
                  <a:lnTo>
                    <a:pt x="1053" y="719"/>
                  </a:lnTo>
                  <a:lnTo>
                    <a:pt x="873" y="930"/>
                  </a:lnTo>
                  <a:lnTo>
                    <a:pt x="873" y="1066"/>
                  </a:lnTo>
                  <a:lnTo>
                    <a:pt x="786" y="851"/>
                  </a:lnTo>
                  <a:lnTo>
                    <a:pt x="597" y="699"/>
                  </a:lnTo>
                  <a:lnTo>
                    <a:pt x="403" y="633"/>
                  </a:lnTo>
                  <a:lnTo>
                    <a:pt x="173" y="614"/>
                  </a:lnTo>
                  <a:lnTo>
                    <a:pt x="0" y="7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7" name="Freeform 317"/>
            <p:cNvSpPr>
              <a:spLocks/>
            </p:cNvSpPr>
            <p:nvPr/>
          </p:nvSpPr>
          <p:spPr bwMode="auto">
            <a:xfrm>
              <a:off x="2555" y="2447"/>
              <a:ext cx="112" cy="58"/>
            </a:xfrm>
            <a:custGeom>
              <a:avLst/>
              <a:gdLst>
                <a:gd name="T0" fmla="*/ 0 w 895"/>
                <a:gd name="T1" fmla="*/ 0 h 462"/>
                <a:gd name="T2" fmla="*/ 0 w 895"/>
                <a:gd name="T3" fmla="*/ 0 h 462"/>
                <a:gd name="T4" fmla="*/ 0 w 895"/>
                <a:gd name="T5" fmla="*/ 0 h 462"/>
                <a:gd name="T6" fmla="*/ 0 w 895"/>
                <a:gd name="T7" fmla="*/ 0 h 462"/>
                <a:gd name="T8" fmla="*/ 0 w 895"/>
                <a:gd name="T9" fmla="*/ 0 h 462"/>
                <a:gd name="T10" fmla="*/ 0 w 895"/>
                <a:gd name="T11" fmla="*/ 0 h 462"/>
                <a:gd name="T12" fmla="*/ 0 w 895"/>
                <a:gd name="T13" fmla="*/ 0 h 462"/>
                <a:gd name="T14" fmla="*/ 0 w 895"/>
                <a:gd name="T15" fmla="*/ 0 h 462"/>
                <a:gd name="T16" fmla="*/ 0 w 895"/>
                <a:gd name="T17" fmla="*/ 0 h 462"/>
                <a:gd name="T18" fmla="*/ 0 w 895"/>
                <a:gd name="T19" fmla="*/ 0 h 462"/>
                <a:gd name="T20" fmla="*/ 0 w 895"/>
                <a:gd name="T21" fmla="*/ 0 h 462"/>
                <a:gd name="T22" fmla="*/ 0 w 895"/>
                <a:gd name="T23" fmla="*/ 0 h 4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95"/>
                <a:gd name="T37" fmla="*/ 0 h 462"/>
                <a:gd name="T38" fmla="*/ 895 w 895"/>
                <a:gd name="T39" fmla="*/ 462 h 4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95" h="462">
                  <a:moveTo>
                    <a:pt x="0" y="69"/>
                  </a:moveTo>
                  <a:lnTo>
                    <a:pt x="363" y="91"/>
                  </a:lnTo>
                  <a:lnTo>
                    <a:pt x="593" y="177"/>
                  </a:lnTo>
                  <a:lnTo>
                    <a:pt x="764" y="313"/>
                  </a:lnTo>
                  <a:lnTo>
                    <a:pt x="844" y="462"/>
                  </a:lnTo>
                  <a:lnTo>
                    <a:pt x="895" y="421"/>
                  </a:lnTo>
                  <a:lnTo>
                    <a:pt x="791" y="262"/>
                  </a:lnTo>
                  <a:lnTo>
                    <a:pt x="642" y="126"/>
                  </a:lnTo>
                  <a:lnTo>
                    <a:pt x="427" y="20"/>
                  </a:lnTo>
                  <a:lnTo>
                    <a:pt x="180" y="0"/>
                  </a:lnTo>
                  <a:lnTo>
                    <a:pt x="13" y="0"/>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8" name="Freeform 318"/>
            <p:cNvSpPr>
              <a:spLocks/>
            </p:cNvSpPr>
            <p:nvPr/>
          </p:nvSpPr>
          <p:spPr bwMode="auto">
            <a:xfrm>
              <a:off x="2747" y="2612"/>
              <a:ext cx="26" cy="23"/>
            </a:xfrm>
            <a:custGeom>
              <a:avLst/>
              <a:gdLst>
                <a:gd name="T0" fmla="*/ 0 w 203"/>
                <a:gd name="T1" fmla="*/ 0 h 182"/>
                <a:gd name="T2" fmla="*/ 0 w 203"/>
                <a:gd name="T3" fmla="*/ 0 h 182"/>
                <a:gd name="T4" fmla="*/ 0 w 203"/>
                <a:gd name="T5" fmla="*/ 0 h 182"/>
                <a:gd name="T6" fmla="*/ 0 w 203"/>
                <a:gd name="T7" fmla="*/ 0 h 182"/>
                <a:gd name="T8" fmla="*/ 0 w 203"/>
                <a:gd name="T9" fmla="*/ 0 h 182"/>
                <a:gd name="T10" fmla="*/ 0 w 203"/>
                <a:gd name="T11" fmla="*/ 0 h 182"/>
                <a:gd name="T12" fmla="*/ 0 w 203"/>
                <a:gd name="T13" fmla="*/ 0 h 182"/>
                <a:gd name="T14" fmla="*/ 0 w 203"/>
                <a:gd name="T15" fmla="*/ 0 h 182"/>
                <a:gd name="T16" fmla="*/ 0 w 203"/>
                <a:gd name="T17" fmla="*/ 0 h 182"/>
                <a:gd name="T18" fmla="*/ 0 w 203"/>
                <a:gd name="T19" fmla="*/ 0 h 182"/>
                <a:gd name="T20" fmla="*/ 0 w 203"/>
                <a:gd name="T21" fmla="*/ 0 h 182"/>
                <a:gd name="T22" fmla="*/ 0 w 203"/>
                <a:gd name="T23" fmla="*/ 0 h 182"/>
                <a:gd name="T24" fmla="*/ 0 w 203"/>
                <a:gd name="T25" fmla="*/ 0 h 1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3"/>
                <a:gd name="T40" fmla="*/ 0 h 182"/>
                <a:gd name="T41" fmla="*/ 203 w 203"/>
                <a:gd name="T42" fmla="*/ 182 h 18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3" h="182">
                  <a:moveTo>
                    <a:pt x="0" y="20"/>
                  </a:moveTo>
                  <a:lnTo>
                    <a:pt x="95" y="22"/>
                  </a:lnTo>
                  <a:lnTo>
                    <a:pt x="146" y="62"/>
                  </a:lnTo>
                  <a:lnTo>
                    <a:pt x="169" y="97"/>
                  </a:lnTo>
                  <a:lnTo>
                    <a:pt x="169" y="133"/>
                  </a:lnTo>
                  <a:lnTo>
                    <a:pt x="146" y="182"/>
                  </a:lnTo>
                  <a:lnTo>
                    <a:pt x="181" y="167"/>
                  </a:lnTo>
                  <a:lnTo>
                    <a:pt x="203" y="121"/>
                  </a:lnTo>
                  <a:lnTo>
                    <a:pt x="194" y="86"/>
                  </a:lnTo>
                  <a:lnTo>
                    <a:pt x="165" y="38"/>
                  </a:lnTo>
                  <a:lnTo>
                    <a:pt x="130" y="20"/>
                  </a:lnTo>
                  <a:lnTo>
                    <a:pt x="40" y="0"/>
                  </a:lnTo>
                  <a:lnTo>
                    <a:pt x="0"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9" name="Freeform 319"/>
            <p:cNvSpPr>
              <a:spLocks/>
            </p:cNvSpPr>
            <p:nvPr/>
          </p:nvSpPr>
          <p:spPr bwMode="auto">
            <a:xfrm>
              <a:off x="2802" y="2599"/>
              <a:ext cx="45" cy="25"/>
            </a:xfrm>
            <a:custGeom>
              <a:avLst/>
              <a:gdLst>
                <a:gd name="T0" fmla="*/ 0 w 360"/>
                <a:gd name="T1" fmla="*/ 0 h 197"/>
                <a:gd name="T2" fmla="*/ 0 w 360"/>
                <a:gd name="T3" fmla="*/ 0 h 197"/>
                <a:gd name="T4" fmla="*/ 0 w 360"/>
                <a:gd name="T5" fmla="*/ 0 h 197"/>
                <a:gd name="T6" fmla="*/ 0 w 360"/>
                <a:gd name="T7" fmla="*/ 0 h 197"/>
                <a:gd name="T8" fmla="*/ 0 w 360"/>
                <a:gd name="T9" fmla="*/ 0 h 197"/>
                <a:gd name="T10" fmla="*/ 0 w 360"/>
                <a:gd name="T11" fmla="*/ 0 h 197"/>
                <a:gd name="T12" fmla="*/ 0 w 360"/>
                <a:gd name="T13" fmla="*/ 0 h 197"/>
                <a:gd name="T14" fmla="*/ 0 w 360"/>
                <a:gd name="T15" fmla="*/ 0 h 197"/>
                <a:gd name="T16" fmla="*/ 0 w 360"/>
                <a:gd name="T17" fmla="*/ 0 h 197"/>
                <a:gd name="T18" fmla="*/ 0 w 360"/>
                <a:gd name="T19" fmla="*/ 0 h 197"/>
                <a:gd name="T20" fmla="*/ 0 w 360"/>
                <a:gd name="T21" fmla="*/ 0 h 197"/>
                <a:gd name="T22" fmla="*/ 0 w 360"/>
                <a:gd name="T23" fmla="*/ 0 h 197"/>
                <a:gd name="T24" fmla="*/ 0 w 360"/>
                <a:gd name="T25" fmla="*/ 0 h 197"/>
                <a:gd name="T26" fmla="*/ 0 w 360"/>
                <a:gd name="T27" fmla="*/ 0 h 197"/>
                <a:gd name="T28" fmla="*/ 0 w 360"/>
                <a:gd name="T29" fmla="*/ 0 h 197"/>
                <a:gd name="T30" fmla="*/ 0 w 360"/>
                <a:gd name="T31" fmla="*/ 0 h 197"/>
                <a:gd name="T32" fmla="*/ 0 w 360"/>
                <a:gd name="T33" fmla="*/ 0 h 197"/>
                <a:gd name="T34" fmla="*/ 0 w 360"/>
                <a:gd name="T35" fmla="*/ 0 h 19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60"/>
                <a:gd name="T55" fmla="*/ 0 h 197"/>
                <a:gd name="T56" fmla="*/ 360 w 360"/>
                <a:gd name="T57" fmla="*/ 197 h 19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60" h="197">
                  <a:moveTo>
                    <a:pt x="245" y="26"/>
                  </a:moveTo>
                  <a:lnTo>
                    <a:pt x="286" y="51"/>
                  </a:lnTo>
                  <a:lnTo>
                    <a:pt x="309" y="100"/>
                  </a:lnTo>
                  <a:lnTo>
                    <a:pt x="296" y="138"/>
                  </a:lnTo>
                  <a:lnTo>
                    <a:pt x="261" y="177"/>
                  </a:lnTo>
                  <a:lnTo>
                    <a:pt x="63" y="166"/>
                  </a:lnTo>
                  <a:lnTo>
                    <a:pt x="28" y="150"/>
                  </a:lnTo>
                  <a:lnTo>
                    <a:pt x="24" y="104"/>
                  </a:lnTo>
                  <a:lnTo>
                    <a:pt x="28" y="100"/>
                  </a:lnTo>
                  <a:lnTo>
                    <a:pt x="0" y="104"/>
                  </a:lnTo>
                  <a:lnTo>
                    <a:pt x="0" y="138"/>
                  </a:lnTo>
                  <a:lnTo>
                    <a:pt x="39" y="186"/>
                  </a:lnTo>
                  <a:lnTo>
                    <a:pt x="296" y="197"/>
                  </a:lnTo>
                  <a:lnTo>
                    <a:pt x="349" y="150"/>
                  </a:lnTo>
                  <a:lnTo>
                    <a:pt x="360" y="87"/>
                  </a:lnTo>
                  <a:lnTo>
                    <a:pt x="325" y="26"/>
                  </a:lnTo>
                  <a:lnTo>
                    <a:pt x="274" y="0"/>
                  </a:lnTo>
                  <a:lnTo>
                    <a:pt x="245"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20" name="Line 320"/>
            <p:cNvSpPr>
              <a:spLocks noChangeShapeType="1"/>
            </p:cNvSpPr>
            <p:nvPr/>
          </p:nvSpPr>
          <p:spPr bwMode="auto">
            <a:xfrm>
              <a:off x="3286" y="1871"/>
              <a:ext cx="8" cy="2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1" name="Line 321"/>
            <p:cNvSpPr>
              <a:spLocks noChangeShapeType="1"/>
            </p:cNvSpPr>
            <p:nvPr/>
          </p:nvSpPr>
          <p:spPr bwMode="auto">
            <a:xfrm>
              <a:off x="3390" y="1730"/>
              <a:ext cx="4" cy="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2" name="Line 322"/>
            <p:cNvSpPr>
              <a:spLocks noChangeShapeType="1"/>
            </p:cNvSpPr>
            <p:nvPr/>
          </p:nvSpPr>
          <p:spPr bwMode="auto">
            <a:xfrm>
              <a:off x="3383" y="1731"/>
              <a:ext cx="6"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3" name="Line 323"/>
            <p:cNvSpPr>
              <a:spLocks noChangeShapeType="1"/>
            </p:cNvSpPr>
            <p:nvPr/>
          </p:nvSpPr>
          <p:spPr bwMode="auto">
            <a:xfrm>
              <a:off x="3376" y="1742"/>
              <a:ext cx="2" cy="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4" name="Line 324"/>
            <p:cNvSpPr>
              <a:spLocks noChangeShapeType="1"/>
            </p:cNvSpPr>
            <p:nvPr/>
          </p:nvSpPr>
          <p:spPr bwMode="auto">
            <a:xfrm flipH="1">
              <a:off x="3368" y="1760"/>
              <a:ext cx="1" cy="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5" name="Line 325"/>
            <p:cNvSpPr>
              <a:spLocks noChangeShapeType="1"/>
            </p:cNvSpPr>
            <p:nvPr/>
          </p:nvSpPr>
          <p:spPr bwMode="auto">
            <a:xfrm flipH="1">
              <a:off x="3355" y="1775"/>
              <a:ext cx="4" cy="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6" name="Line 326"/>
            <p:cNvSpPr>
              <a:spLocks noChangeShapeType="1"/>
            </p:cNvSpPr>
            <p:nvPr/>
          </p:nvSpPr>
          <p:spPr bwMode="auto">
            <a:xfrm flipH="1">
              <a:off x="3344" y="1799"/>
              <a:ext cx="3" cy="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7" name="Freeform 327"/>
            <p:cNvSpPr>
              <a:spLocks/>
            </p:cNvSpPr>
            <p:nvPr/>
          </p:nvSpPr>
          <p:spPr bwMode="auto">
            <a:xfrm>
              <a:off x="3417" y="1793"/>
              <a:ext cx="28" cy="42"/>
            </a:xfrm>
            <a:custGeom>
              <a:avLst/>
              <a:gdLst>
                <a:gd name="T0" fmla="*/ 0 w 226"/>
                <a:gd name="T1" fmla="*/ 0 h 341"/>
                <a:gd name="T2" fmla="*/ 0 w 226"/>
                <a:gd name="T3" fmla="*/ 0 h 341"/>
                <a:gd name="T4" fmla="*/ 0 w 226"/>
                <a:gd name="T5" fmla="*/ 0 h 341"/>
                <a:gd name="T6" fmla="*/ 0 w 226"/>
                <a:gd name="T7" fmla="*/ 0 h 341"/>
                <a:gd name="T8" fmla="*/ 0 w 226"/>
                <a:gd name="T9" fmla="*/ 0 h 341"/>
                <a:gd name="T10" fmla="*/ 0 w 226"/>
                <a:gd name="T11" fmla="*/ 0 h 341"/>
                <a:gd name="T12" fmla="*/ 0 w 226"/>
                <a:gd name="T13" fmla="*/ 0 h 341"/>
                <a:gd name="T14" fmla="*/ 0 w 226"/>
                <a:gd name="T15" fmla="*/ 0 h 341"/>
                <a:gd name="T16" fmla="*/ 0 w 226"/>
                <a:gd name="T17" fmla="*/ 0 h 341"/>
                <a:gd name="T18" fmla="*/ 0 w 226"/>
                <a:gd name="T19" fmla="*/ 0 h 341"/>
                <a:gd name="T20" fmla="*/ 0 w 226"/>
                <a:gd name="T21" fmla="*/ 0 h 341"/>
                <a:gd name="T22" fmla="*/ 0 w 226"/>
                <a:gd name="T23" fmla="*/ 0 h 341"/>
                <a:gd name="T24" fmla="*/ 0 w 226"/>
                <a:gd name="T25" fmla="*/ 0 h 341"/>
                <a:gd name="T26" fmla="*/ 0 w 226"/>
                <a:gd name="T27" fmla="*/ 0 h 341"/>
                <a:gd name="T28" fmla="*/ 0 w 226"/>
                <a:gd name="T29" fmla="*/ 0 h 341"/>
                <a:gd name="T30" fmla="*/ 0 w 226"/>
                <a:gd name="T31" fmla="*/ 0 h 341"/>
                <a:gd name="T32" fmla="*/ 0 w 226"/>
                <a:gd name="T33" fmla="*/ 0 h 341"/>
                <a:gd name="T34" fmla="*/ 0 w 226"/>
                <a:gd name="T35" fmla="*/ 0 h 341"/>
                <a:gd name="T36" fmla="*/ 0 w 226"/>
                <a:gd name="T37" fmla="*/ 0 h 341"/>
                <a:gd name="T38" fmla="*/ 0 w 226"/>
                <a:gd name="T39" fmla="*/ 0 h 341"/>
                <a:gd name="T40" fmla="*/ 0 w 226"/>
                <a:gd name="T41" fmla="*/ 0 h 3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6"/>
                <a:gd name="T64" fmla="*/ 0 h 341"/>
                <a:gd name="T65" fmla="*/ 226 w 226"/>
                <a:gd name="T66" fmla="*/ 341 h 34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6" h="341">
                  <a:moveTo>
                    <a:pt x="191" y="0"/>
                  </a:moveTo>
                  <a:lnTo>
                    <a:pt x="155" y="0"/>
                  </a:lnTo>
                  <a:lnTo>
                    <a:pt x="125" y="5"/>
                  </a:lnTo>
                  <a:lnTo>
                    <a:pt x="104" y="14"/>
                  </a:lnTo>
                  <a:lnTo>
                    <a:pt x="70" y="31"/>
                  </a:lnTo>
                  <a:lnTo>
                    <a:pt x="46" y="47"/>
                  </a:lnTo>
                  <a:lnTo>
                    <a:pt x="28" y="70"/>
                  </a:lnTo>
                  <a:lnTo>
                    <a:pt x="12" y="104"/>
                  </a:lnTo>
                  <a:lnTo>
                    <a:pt x="0" y="130"/>
                  </a:lnTo>
                  <a:lnTo>
                    <a:pt x="0" y="160"/>
                  </a:lnTo>
                  <a:lnTo>
                    <a:pt x="0" y="192"/>
                  </a:lnTo>
                  <a:lnTo>
                    <a:pt x="0" y="215"/>
                  </a:lnTo>
                  <a:lnTo>
                    <a:pt x="12" y="249"/>
                  </a:lnTo>
                  <a:lnTo>
                    <a:pt x="33" y="273"/>
                  </a:lnTo>
                  <a:lnTo>
                    <a:pt x="51" y="301"/>
                  </a:lnTo>
                  <a:lnTo>
                    <a:pt x="74" y="321"/>
                  </a:lnTo>
                  <a:lnTo>
                    <a:pt x="104" y="337"/>
                  </a:lnTo>
                  <a:lnTo>
                    <a:pt x="129" y="341"/>
                  </a:lnTo>
                  <a:lnTo>
                    <a:pt x="164" y="341"/>
                  </a:lnTo>
                  <a:lnTo>
                    <a:pt x="196" y="341"/>
                  </a:lnTo>
                  <a:lnTo>
                    <a:pt x="226" y="33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28" name="Line 328"/>
            <p:cNvSpPr>
              <a:spLocks noChangeShapeType="1"/>
            </p:cNvSpPr>
            <p:nvPr/>
          </p:nvSpPr>
          <p:spPr bwMode="auto">
            <a:xfrm flipV="1">
              <a:off x="2392" y="1742"/>
              <a:ext cx="5" cy="1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9" name="Line 329"/>
            <p:cNvSpPr>
              <a:spLocks noChangeShapeType="1"/>
            </p:cNvSpPr>
            <p:nvPr/>
          </p:nvSpPr>
          <p:spPr bwMode="auto">
            <a:xfrm>
              <a:off x="2238" y="1719"/>
              <a:ext cx="21"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0" name="Line 330"/>
            <p:cNvSpPr>
              <a:spLocks noChangeShapeType="1"/>
            </p:cNvSpPr>
            <p:nvPr/>
          </p:nvSpPr>
          <p:spPr bwMode="auto">
            <a:xfrm>
              <a:off x="2252" y="1729"/>
              <a:ext cx="23" cy="6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1" name="Line 331"/>
            <p:cNvSpPr>
              <a:spLocks noChangeShapeType="1"/>
            </p:cNvSpPr>
            <p:nvPr/>
          </p:nvSpPr>
          <p:spPr bwMode="auto">
            <a:xfrm>
              <a:off x="2267" y="1741"/>
              <a:ext cx="22"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2" name="Line 332"/>
            <p:cNvSpPr>
              <a:spLocks noChangeShapeType="1"/>
            </p:cNvSpPr>
            <p:nvPr/>
          </p:nvSpPr>
          <p:spPr bwMode="auto">
            <a:xfrm>
              <a:off x="2286" y="1756"/>
              <a:ext cx="16" cy="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3" name="Freeform 333"/>
            <p:cNvSpPr>
              <a:spLocks/>
            </p:cNvSpPr>
            <p:nvPr/>
          </p:nvSpPr>
          <p:spPr bwMode="auto">
            <a:xfrm>
              <a:off x="2841" y="1426"/>
              <a:ext cx="226" cy="271"/>
            </a:xfrm>
            <a:custGeom>
              <a:avLst/>
              <a:gdLst>
                <a:gd name="T0" fmla="*/ 0 w 1810"/>
                <a:gd name="T1" fmla="*/ 0 h 2171"/>
                <a:gd name="T2" fmla="*/ 0 w 1810"/>
                <a:gd name="T3" fmla="*/ 0 h 2171"/>
                <a:gd name="T4" fmla="*/ 0 w 1810"/>
                <a:gd name="T5" fmla="*/ 0 h 2171"/>
                <a:gd name="T6" fmla="*/ 0 w 1810"/>
                <a:gd name="T7" fmla="*/ 0 h 2171"/>
                <a:gd name="T8" fmla="*/ 0 w 1810"/>
                <a:gd name="T9" fmla="*/ 0 h 2171"/>
                <a:gd name="T10" fmla="*/ 0 w 1810"/>
                <a:gd name="T11" fmla="*/ 0 h 2171"/>
                <a:gd name="T12" fmla="*/ 0 w 1810"/>
                <a:gd name="T13" fmla="*/ 0 h 2171"/>
                <a:gd name="T14" fmla="*/ 0 w 1810"/>
                <a:gd name="T15" fmla="*/ 0 h 2171"/>
                <a:gd name="T16" fmla="*/ 0 w 1810"/>
                <a:gd name="T17" fmla="*/ 0 h 2171"/>
                <a:gd name="T18" fmla="*/ 0 w 1810"/>
                <a:gd name="T19" fmla="*/ 0 h 2171"/>
                <a:gd name="T20" fmla="*/ 0 w 1810"/>
                <a:gd name="T21" fmla="*/ 0 h 2171"/>
                <a:gd name="T22" fmla="*/ 0 w 1810"/>
                <a:gd name="T23" fmla="*/ 0 h 2171"/>
                <a:gd name="T24" fmla="*/ 0 w 1810"/>
                <a:gd name="T25" fmla="*/ 0 h 2171"/>
                <a:gd name="T26" fmla="*/ 0 w 1810"/>
                <a:gd name="T27" fmla="*/ 0 h 2171"/>
                <a:gd name="T28" fmla="*/ 0 w 1810"/>
                <a:gd name="T29" fmla="*/ 0 h 2171"/>
                <a:gd name="T30" fmla="*/ 0 w 1810"/>
                <a:gd name="T31" fmla="*/ 0 h 2171"/>
                <a:gd name="T32" fmla="*/ 0 w 1810"/>
                <a:gd name="T33" fmla="*/ 0 h 2171"/>
                <a:gd name="T34" fmla="*/ 0 w 1810"/>
                <a:gd name="T35" fmla="*/ 0 h 2171"/>
                <a:gd name="T36" fmla="*/ 0 w 1810"/>
                <a:gd name="T37" fmla="*/ 0 h 2171"/>
                <a:gd name="T38" fmla="*/ 0 w 1810"/>
                <a:gd name="T39" fmla="*/ 0 h 2171"/>
                <a:gd name="T40" fmla="*/ 0 w 1810"/>
                <a:gd name="T41" fmla="*/ 0 h 2171"/>
                <a:gd name="T42" fmla="*/ 0 w 1810"/>
                <a:gd name="T43" fmla="*/ 0 h 2171"/>
                <a:gd name="T44" fmla="*/ 0 w 1810"/>
                <a:gd name="T45" fmla="*/ 0 h 2171"/>
                <a:gd name="T46" fmla="*/ 0 w 1810"/>
                <a:gd name="T47" fmla="*/ 0 h 2171"/>
                <a:gd name="T48" fmla="*/ 0 w 1810"/>
                <a:gd name="T49" fmla="*/ 0 h 2171"/>
                <a:gd name="T50" fmla="*/ 0 w 1810"/>
                <a:gd name="T51" fmla="*/ 0 h 2171"/>
                <a:gd name="T52" fmla="*/ 0 w 1810"/>
                <a:gd name="T53" fmla="*/ 0 h 2171"/>
                <a:gd name="T54" fmla="*/ 0 w 1810"/>
                <a:gd name="T55" fmla="*/ 0 h 2171"/>
                <a:gd name="T56" fmla="*/ 0 w 1810"/>
                <a:gd name="T57" fmla="*/ 0 h 2171"/>
                <a:gd name="T58" fmla="*/ 0 w 1810"/>
                <a:gd name="T59" fmla="*/ 0 h 2171"/>
                <a:gd name="T60" fmla="*/ 0 w 1810"/>
                <a:gd name="T61" fmla="*/ 0 h 2171"/>
                <a:gd name="T62" fmla="*/ 0 w 1810"/>
                <a:gd name="T63" fmla="*/ 0 h 2171"/>
                <a:gd name="T64" fmla="*/ 0 w 1810"/>
                <a:gd name="T65" fmla="*/ 0 h 2171"/>
                <a:gd name="T66" fmla="*/ 0 w 1810"/>
                <a:gd name="T67" fmla="*/ 0 h 2171"/>
                <a:gd name="T68" fmla="*/ 0 w 1810"/>
                <a:gd name="T69" fmla="*/ 0 h 2171"/>
                <a:gd name="T70" fmla="*/ 0 w 1810"/>
                <a:gd name="T71" fmla="*/ 0 h 2171"/>
                <a:gd name="T72" fmla="*/ 0 w 1810"/>
                <a:gd name="T73" fmla="*/ 0 h 2171"/>
                <a:gd name="T74" fmla="*/ 0 w 1810"/>
                <a:gd name="T75" fmla="*/ 0 h 2171"/>
                <a:gd name="T76" fmla="*/ 0 w 1810"/>
                <a:gd name="T77" fmla="*/ 0 h 2171"/>
                <a:gd name="T78" fmla="*/ 0 w 1810"/>
                <a:gd name="T79" fmla="*/ 0 h 2171"/>
                <a:gd name="T80" fmla="*/ 0 w 1810"/>
                <a:gd name="T81" fmla="*/ 0 h 2171"/>
                <a:gd name="T82" fmla="*/ 0 w 1810"/>
                <a:gd name="T83" fmla="*/ 0 h 2171"/>
                <a:gd name="T84" fmla="*/ 0 w 1810"/>
                <a:gd name="T85" fmla="*/ 0 h 2171"/>
                <a:gd name="T86" fmla="*/ 0 w 1810"/>
                <a:gd name="T87" fmla="*/ 0 h 2171"/>
                <a:gd name="T88" fmla="*/ 0 w 1810"/>
                <a:gd name="T89" fmla="*/ 0 h 2171"/>
                <a:gd name="T90" fmla="*/ 0 w 1810"/>
                <a:gd name="T91" fmla="*/ 0 h 2171"/>
                <a:gd name="T92" fmla="*/ 0 w 1810"/>
                <a:gd name="T93" fmla="*/ 0 h 2171"/>
                <a:gd name="T94" fmla="*/ 0 w 1810"/>
                <a:gd name="T95" fmla="*/ 0 h 2171"/>
                <a:gd name="T96" fmla="*/ 0 w 1810"/>
                <a:gd name="T97" fmla="*/ 0 h 2171"/>
                <a:gd name="T98" fmla="*/ 0 w 1810"/>
                <a:gd name="T99" fmla="*/ 0 h 2171"/>
                <a:gd name="T100" fmla="*/ 0 w 1810"/>
                <a:gd name="T101" fmla="*/ 0 h 2171"/>
                <a:gd name="T102" fmla="*/ 0 w 1810"/>
                <a:gd name="T103" fmla="*/ 0 h 217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10"/>
                <a:gd name="T157" fmla="*/ 0 h 2171"/>
                <a:gd name="T158" fmla="*/ 1810 w 1810"/>
                <a:gd name="T159" fmla="*/ 2171 h 217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10" h="2171">
                  <a:moveTo>
                    <a:pt x="1367" y="1125"/>
                  </a:moveTo>
                  <a:lnTo>
                    <a:pt x="1215" y="1136"/>
                  </a:lnTo>
                  <a:lnTo>
                    <a:pt x="1090" y="1113"/>
                  </a:lnTo>
                  <a:lnTo>
                    <a:pt x="1033" y="1060"/>
                  </a:lnTo>
                  <a:lnTo>
                    <a:pt x="1120" y="1095"/>
                  </a:lnTo>
                  <a:lnTo>
                    <a:pt x="1206" y="1073"/>
                  </a:lnTo>
                  <a:lnTo>
                    <a:pt x="1265" y="1062"/>
                  </a:lnTo>
                  <a:lnTo>
                    <a:pt x="1145" y="1037"/>
                  </a:lnTo>
                  <a:lnTo>
                    <a:pt x="1044" y="998"/>
                  </a:lnTo>
                  <a:lnTo>
                    <a:pt x="973" y="998"/>
                  </a:lnTo>
                  <a:lnTo>
                    <a:pt x="890" y="1020"/>
                  </a:lnTo>
                  <a:lnTo>
                    <a:pt x="813" y="1023"/>
                  </a:lnTo>
                  <a:lnTo>
                    <a:pt x="740" y="1035"/>
                  </a:lnTo>
                  <a:lnTo>
                    <a:pt x="606" y="998"/>
                  </a:lnTo>
                  <a:lnTo>
                    <a:pt x="556" y="981"/>
                  </a:lnTo>
                  <a:lnTo>
                    <a:pt x="424" y="910"/>
                  </a:lnTo>
                  <a:lnTo>
                    <a:pt x="338" y="878"/>
                  </a:lnTo>
                  <a:lnTo>
                    <a:pt x="263" y="853"/>
                  </a:lnTo>
                  <a:lnTo>
                    <a:pt x="122" y="840"/>
                  </a:lnTo>
                  <a:lnTo>
                    <a:pt x="0" y="829"/>
                  </a:lnTo>
                  <a:lnTo>
                    <a:pt x="178" y="813"/>
                  </a:lnTo>
                  <a:lnTo>
                    <a:pt x="345" y="820"/>
                  </a:lnTo>
                  <a:lnTo>
                    <a:pt x="470" y="840"/>
                  </a:lnTo>
                  <a:lnTo>
                    <a:pt x="574" y="866"/>
                  </a:lnTo>
                  <a:lnTo>
                    <a:pt x="648" y="840"/>
                  </a:lnTo>
                  <a:lnTo>
                    <a:pt x="848" y="820"/>
                  </a:lnTo>
                  <a:lnTo>
                    <a:pt x="986" y="829"/>
                  </a:lnTo>
                  <a:lnTo>
                    <a:pt x="878" y="779"/>
                  </a:lnTo>
                  <a:lnTo>
                    <a:pt x="756" y="746"/>
                  </a:lnTo>
                  <a:lnTo>
                    <a:pt x="648" y="746"/>
                  </a:lnTo>
                  <a:lnTo>
                    <a:pt x="534" y="721"/>
                  </a:lnTo>
                  <a:lnTo>
                    <a:pt x="435" y="689"/>
                  </a:lnTo>
                  <a:lnTo>
                    <a:pt x="597" y="721"/>
                  </a:lnTo>
                  <a:lnTo>
                    <a:pt x="705" y="708"/>
                  </a:lnTo>
                  <a:lnTo>
                    <a:pt x="813" y="703"/>
                  </a:lnTo>
                  <a:lnTo>
                    <a:pt x="908" y="703"/>
                  </a:lnTo>
                  <a:lnTo>
                    <a:pt x="779" y="629"/>
                  </a:lnTo>
                  <a:lnTo>
                    <a:pt x="648" y="587"/>
                  </a:lnTo>
                  <a:lnTo>
                    <a:pt x="779" y="606"/>
                  </a:lnTo>
                  <a:lnTo>
                    <a:pt x="890" y="613"/>
                  </a:lnTo>
                  <a:lnTo>
                    <a:pt x="1019" y="647"/>
                  </a:lnTo>
                  <a:lnTo>
                    <a:pt x="883" y="548"/>
                  </a:lnTo>
                  <a:lnTo>
                    <a:pt x="756" y="479"/>
                  </a:lnTo>
                  <a:lnTo>
                    <a:pt x="899" y="509"/>
                  </a:lnTo>
                  <a:lnTo>
                    <a:pt x="1061" y="548"/>
                  </a:lnTo>
                  <a:lnTo>
                    <a:pt x="986" y="465"/>
                  </a:lnTo>
                  <a:lnTo>
                    <a:pt x="864" y="394"/>
                  </a:lnTo>
                  <a:lnTo>
                    <a:pt x="1039" y="444"/>
                  </a:lnTo>
                  <a:lnTo>
                    <a:pt x="1129" y="479"/>
                  </a:lnTo>
                  <a:lnTo>
                    <a:pt x="1083" y="387"/>
                  </a:lnTo>
                  <a:lnTo>
                    <a:pt x="962" y="281"/>
                  </a:lnTo>
                  <a:lnTo>
                    <a:pt x="1090" y="317"/>
                  </a:lnTo>
                  <a:lnTo>
                    <a:pt x="1235" y="419"/>
                  </a:lnTo>
                  <a:lnTo>
                    <a:pt x="1206" y="320"/>
                  </a:lnTo>
                  <a:lnTo>
                    <a:pt x="1129" y="262"/>
                  </a:lnTo>
                  <a:lnTo>
                    <a:pt x="1256" y="330"/>
                  </a:lnTo>
                  <a:lnTo>
                    <a:pt x="1109" y="191"/>
                  </a:lnTo>
                  <a:lnTo>
                    <a:pt x="899" y="101"/>
                  </a:lnTo>
                  <a:lnTo>
                    <a:pt x="727" y="27"/>
                  </a:lnTo>
                  <a:lnTo>
                    <a:pt x="516" y="0"/>
                  </a:lnTo>
                  <a:lnTo>
                    <a:pt x="793" y="0"/>
                  </a:lnTo>
                  <a:lnTo>
                    <a:pt x="1085" y="75"/>
                  </a:lnTo>
                  <a:lnTo>
                    <a:pt x="1332" y="216"/>
                  </a:lnTo>
                  <a:lnTo>
                    <a:pt x="1519" y="444"/>
                  </a:lnTo>
                  <a:lnTo>
                    <a:pt x="1609" y="613"/>
                  </a:lnTo>
                  <a:lnTo>
                    <a:pt x="1639" y="779"/>
                  </a:lnTo>
                  <a:lnTo>
                    <a:pt x="1623" y="981"/>
                  </a:lnTo>
                  <a:lnTo>
                    <a:pt x="1613" y="1011"/>
                  </a:lnTo>
                  <a:lnTo>
                    <a:pt x="1725" y="1011"/>
                  </a:lnTo>
                  <a:lnTo>
                    <a:pt x="1810" y="1113"/>
                  </a:lnTo>
                  <a:lnTo>
                    <a:pt x="1810" y="1290"/>
                  </a:lnTo>
                  <a:lnTo>
                    <a:pt x="1784" y="1130"/>
                  </a:lnTo>
                  <a:lnTo>
                    <a:pt x="1740" y="1095"/>
                  </a:lnTo>
                  <a:lnTo>
                    <a:pt x="1669" y="1095"/>
                  </a:lnTo>
                  <a:lnTo>
                    <a:pt x="1716" y="1194"/>
                  </a:lnTo>
                  <a:lnTo>
                    <a:pt x="1694" y="1314"/>
                  </a:lnTo>
                  <a:lnTo>
                    <a:pt x="1630" y="1422"/>
                  </a:lnTo>
                  <a:lnTo>
                    <a:pt x="1609" y="1266"/>
                  </a:lnTo>
                  <a:lnTo>
                    <a:pt x="1542" y="1152"/>
                  </a:lnTo>
                  <a:lnTo>
                    <a:pt x="1542" y="1360"/>
                  </a:lnTo>
                  <a:lnTo>
                    <a:pt x="1519" y="1497"/>
                  </a:lnTo>
                  <a:lnTo>
                    <a:pt x="1473" y="1304"/>
                  </a:lnTo>
                  <a:lnTo>
                    <a:pt x="1448" y="1447"/>
                  </a:lnTo>
                  <a:lnTo>
                    <a:pt x="1388" y="1629"/>
                  </a:lnTo>
                  <a:lnTo>
                    <a:pt x="1448" y="1609"/>
                  </a:lnTo>
                  <a:lnTo>
                    <a:pt x="1428" y="1776"/>
                  </a:lnTo>
                  <a:lnTo>
                    <a:pt x="1519" y="1567"/>
                  </a:lnTo>
                  <a:lnTo>
                    <a:pt x="1510" y="1730"/>
                  </a:lnTo>
                  <a:lnTo>
                    <a:pt x="1613" y="1510"/>
                  </a:lnTo>
                  <a:lnTo>
                    <a:pt x="1573" y="1710"/>
                  </a:lnTo>
                  <a:lnTo>
                    <a:pt x="1669" y="1625"/>
                  </a:lnTo>
                  <a:lnTo>
                    <a:pt x="1795" y="1371"/>
                  </a:lnTo>
                  <a:lnTo>
                    <a:pt x="1694" y="1653"/>
                  </a:lnTo>
                  <a:lnTo>
                    <a:pt x="1600" y="1752"/>
                  </a:lnTo>
                  <a:lnTo>
                    <a:pt x="1422" y="1883"/>
                  </a:lnTo>
                  <a:lnTo>
                    <a:pt x="1316" y="1922"/>
                  </a:lnTo>
                  <a:lnTo>
                    <a:pt x="1204" y="2068"/>
                  </a:lnTo>
                  <a:lnTo>
                    <a:pt x="1109" y="2171"/>
                  </a:lnTo>
                  <a:lnTo>
                    <a:pt x="1226" y="1922"/>
                  </a:lnTo>
                  <a:lnTo>
                    <a:pt x="1235" y="1653"/>
                  </a:lnTo>
                  <a:lnTo>
                    <a:pt x="1250" y="1482"/>
                  </a:lnTo>
                  <a:lnTo>
                    <a:pt x="1307" y="1302"/>
                  </a:lnTo>
                  <a:lnTo>
                    <a:pt x="1402" y="1136"/>
                  </a:lnTo>
                  <a:lnTo>
                    <a:pt x="1367" y="11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4" name="Freeform 334"/>
            <p:cNvSpPr>
              <a:spLocks/>
            </p:cNvSpPr>
            <p:nvPr/>
          </p:nvSpPr>
          <p:spPr bwMode="auto">
            <a:xfrm>
              <a:off x="2752" y="1426"/>
              <a:ext cx="193" cy="199"/>
            </a:xfrm>
            <a:custGeom>
              <a:avLst/>
              <a:gdLst>
                <a:gd name="T0" fmla="*/ 0 w 1547"/>
                <a:gd name="T1" fmla="*/ 0 h 1598"/>
                <a:gd name="T2" fmla="*/ 0 w 1547"/>
                <a:gd name="T3" fmla="*/ 0 h 1598"/>
                <a:gd name="T4" fmla="*/ 0 w 1547"/>
                <a:gd name="T5" fmla="*/ 0 h 1598"/>
                <a:gd name="T6" fmla="*/ 0 w 1547"/>
                <a:gd name="T7" fmla="*/ 0 h 1598"/>
                <a:gd name="T8" fmla="*/ 0 w 1547"/>
                <a:gd name="T9" fmla="*/ 0 h 1598"/>
                <a:gd name="T10" fmla="*/ 0 w 1547"/>
                <a:gd name="T11" fmla="*/ 0 h 1598"/>
                <a:gd name="T12" fmla="*/ 0 w 1547"/>
                <a:gd name="T13" fmla="*/ 0 h 1598"/>
                <a:gd name="T14" fmla="*/ 0 w 1547"/>
                <a:gd name="T15" fmla="*/ 0 h 1598"/>
                <a:gd name="T16" fmla="*/ 0 w 1547"/>
                <a:gd name="T17" fmla="*/ 0 h 1598"/>
                <a:gd name="T18" fmla="*/ 0 w 1547"/>
                <a:gd name="T19" fmla="*/ 0 h 1598"/>
                <a:gd name="T20" fmla="*/ 0 w 1547"/>
                <a:gd name="T21" fmla="*/ 0 h 1598"/>
                <a:gd name="T22" fmla="*/ 0 w 1547"/>
                <a:gd name="T23" fmla="*/ 0 h 1598"/>
                <a:gd name="T24" fmla="*/ 0 w 1547"/>
                <a:gd name="T25" fmla="*/ 0 h 1598"/>
                <a:gd name="T26" fmla="*/ 0 w 1547"/>
                <a:gd name="T27" fmla="*/ 0 h 1598"/>
                <a:gd name="T28" fmla="*/ 0 w 1547"/>
                <a:gd name="T29" fmla="*/ 0 h 1598"/>
                <a:gd name="T30" fmla="*/ 0 w 1547"/>
                <a:gd name="T31" fmla="*/ 0 h 1598"/>
                <a:gd name="T32" fmla="*/ 0 w 1547"/>
                <a:gd name="T33" fmla="*/ 0 h 1598"/>
                <a:gd name="T34" fmla="*/ 0 w 1547"/>
                <a:gd name="T35" fmla="*/ 0 h 1598"/>
                <a:gd name="T36" fmla="*/ 0 w 1547"/>
                <a:gd name="T37" fmla="*/ 0 h 1598"/>
                <a:gd name="T38" fmla="*/ 0 w 1547"/>
                <a:gd name="T39" fmla="*/ 0 h 1598"/>
                <a:gd name="T40" fmla="*/ 0 w 1547"/>
                <a:gd name="T41" fmla="*/ 0 h 1598"/>
                <a:gd name="T42" fmla="*/ 0 w 1547"/>
                <a:gd name="T43" fmla="*/ 0 h 1598"/>
                <a:gd name="T44" fmla="*/ 0 w 1547"/>
                <a:gd name="T45" fmla="*/ 0 h 1598"/>
                <a:gd name="T46" fmla="*/ 0 w 1547"/>
                <a:gd name="T47" fmla="*/ 0 h 1598"/>
                <a:gd name="T48" fmla="*/ 0 w 1547"/>
                <a:gd name="T49" fmla="*/ 0 h 1598"/>
                <a:gd name="T50" fmla="*/ 0 w 1547"/>
                <a:gd name="T51" fmla="*/ 0 h 1598"/>
                <a:gd name="T52" fmla="*/ 0 w 1547"/>
                <a:gd name="T53" fmla="*/ 0 h 1598"/>
                <a:gd name="T54" fmla="*/ 0 w 1547"/>
                <a:gd name="T55" fmla="*/ 0 h 1598"/>
                <a:gd name="T56" fmla="*/ 0 w 1547"/>
                <a:gd name="T57" fmla="*/ 0 h 1598"/>
                <a:gd name="T58" fmla="*/ 0 w 1547"/>
                <a:gd name="T59" fmla="*/ 0 h 1598"/>
                <a:gd name="T60" fmla="*/ 0 w 1547"/>
                <a:gd name="T61" fmla="*/ 0 h 1598"/>
                <a:gd name="T62" fmla="*/ 0 w 1547"/>
                <a:gd name="T63" fmla="*/ 0 h 1598"/>
                <a:gd name="T64" fmla="*/ 0 w 1547"/>
                <a:gd name="T65" fmla="*/ 0 h 1598"/>
                <a:gd name="T66" fmla="*/ 0 w 1547"/>
                <a:gd name="T67" fmla="*/ 0 h 1598"/>
                <a:gd name="T68" fmla="*/ 0 w 1547"/>
                <a:gd name="T69" fmla="*/ 0 h 1598"/>
                <a:gd name="T70" fmla="*/ 0 w 1547"/>
                <a:gd name="T71" fmla="*/ 0 h 1598"/>
                <a:gd name="T72" fmla="*/ 0 w 1547"/>
                <a:gd name="T73" fmla="*/ 0 h 1598"/>
                <a:gd name="T74" fmla="*/ 0 w 1547"/>
                <a:gd name="T75" fmla="*/ 0 h 1598"/>
                <a:gd name="T76" fmla="*/ 0 w 1547"/>
                <a:gd name="T77" fmla="*/ 0 h 1598"/>
                <a:gd name="T78" fmla="*/ 0 w 1547"/>
                <a:gd name="T79" fmla="*/ 0 h 1598"/>
                <a:gd name="T80" fmla="*/ 0 w 1547"/>
                <a:gd name="T81" fmla="*/ 0 h 1598"/>
                <a:gd name="T82" fmla="*/ 0 w 1547"/>
                <a:gd name="T83" fmla="*/ 0 h 1598"/>
                <a:gd name="T84" fmla="*/ 0 w 1547"/>
                <a:gd name="T85" fmla="*/ 0 h 1598"/>
                <a:gd name="T86" fmla="*/ 0 w 1547"/>
                <a:gd name="T87" fmla="*/ 0 h 1598"/>
                <a:gd name="T88" fmla="*/ 0 w 1547"/>
                <a:gd name="T89" fmla="*/ 0 h 1598"/>
                <a:gd name="T90" fmla="*/ 0 w 1547"/>
                <a:gd name="T91" fmla="*/ 0 h 1598"/>
                <a:gd name="T92" fmla="*/ 0 w 1547"/>
                <a:gd name="T93" fmla="*/ 0 h 1598"/>
                <a:gd name="T94" fmla="*/ 0 w 1547"/>
                <a:gd name="T95" fmla="*/ 0 h 1598"/>
                <a:gd name="T96" fmla="*/ 0 w 1547"/>
                <a:gd name="T97" fmla="*/ 0 h 1598"/>
                <a:gd name="T98" fmla="*/ 0 w 1547"/>
                <a:gd name="T99" fmla="*/ 0 h 1598"/>
                <a:gd name="T100" fmla="*/ 0 w 1547"/>
                <a:gd name="T101" fmla="*/ 0 h 1598"/>
                <a:gd name="T102" fmla="*/ 0 w 1547"/>
                <a:gd name="T103" fmla="*/ 0 h 1598"/>
                <a:gd name="T104" fmla="*/ 0 w 1547"/>
                <a:gd name="T105" fmla="*/ 0 h 1598"/>
                <a:gd name="T106" fmla="*/ 0 w 1547"/>
                <a:gd name="T107" fmla="*/ 0 h 1598"/>
                <a:gd name="T108" fmla="*/ 0 w 1547"/>
                <a:gd name="T109" fmla="*/ 0 h 1598"/>
                <a:gd name="T110" fmla="*/ 0 w 1547"/>
                <a:gd name="T111" fmla="*/ 0 h 1598"/>
                <a:gd name="T112" fmla="*/ 0 w 1547"/>
                <a:gd name="T113" fmla="*/ 0 h 1598"/>
                <a:gd name="T114" fmla="*/ 0 w 1547"/>
                <a:gd name="T115" fmla="*/ 0 h 1598"/>
                <a:gd name="T116" fmla="*/ 0 w 1547"/>
                <a:gd name="T117" fmla="*/ 0 h 1598"/>
                <a:gd name="T118" fmla="*/ 0 w 1547"/>
                <a:gd name="T119" fmla="*/ 0 h 1598"/>
                <a:gd name="T120" fmla="*/ 0 w 1547"/>
                <a:gd name="T121" fmla="*/ 0 h 159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47"/>
                <a:gd name="T184" fmla="*/ 0 h 1598"/>
                <a:gd name="T185" fmla="*/ 1547 w 1547"/>
                <a:gd name="T186" fmla="*/ 1598 h 159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47" h="1598">
                  <a:moveTo>
                    <a:pt x="1038" y="25"/>
                  </a:moveTo>
                  <a:lnTo>
                    <a:pt x="877" y="75"/>
                  </a:lnTo>
                  <a:lnTo>
                    <a:pt x="669" y="163"/>
                  </a:lnTo>
                  <a:lnTo>
                    <a:pt x="491" y="284"/>
                  </a:lnTo>
                  <a:lnTo>
                    <a:pt x="369" y="422"/>
                  </a:lnTo>
                  <a:lnTo>
                    <a:pt x="268" y="606"/>
                  </a:lnTo>
                  <a:lnTo>
                    <a:pt x="183" y="746"/>
                  </a:lnTo>
                  <a:lnTo>
                    <a:pt x="106" y="884"/>
                  </a:lnTo>
                  <a:lnTo>
                    <a:pt x="0" y="1060"/>
                  </a:lnTo>
                  <a:lnTo>
                    <a:pt x="77" y="1023"/>
                  </a:lnTo>
                  <a:lnTo>
                    <a:pt x="157" y="1062"/>
                  </a:lnTo>
                  <a:lnTo>
                    <a:pt x="146" y="1176"/>
                  </a:lnTo>
                  <a:lnTo>
                    <a:pt x="159" y="1262"/>
                  </a:lnTo>
                  <a:lnTo>
                    <a:pt x="159" y="1360"/>
                  </a:lnTo>
                  <a:lnTo>
                    <a:pt x="97" y="1389"/>
                  </a:lnTo>
                  <a:lnTo>
                    <a:pt x="49" y="1348"/>
                  </a:lnTo>
                  <a:lnTo>
                    <a:pt x="25" y="1389"/>
                  </a:lnTo>
                  <a:lnTo>
                    <a:pt x="27" y="1583"/>
                  </a:lnTo>
                  <a:lnTo>
                    <a:pt x="62" y="1598"/>
                  </a:lnTo>
                  <a:lnTo>
                    <a:pt x="111" y="1429"/>
                  </a:lnTo>
                  <a:lnTo>
                    <a:pt x="168" y="1436"/>
                  </a:lnTo>
                  <a:lnTo>
                    <a:pt x="168" y="1567"/>
                  </a:lnTo>
                  <a:lnTo>
                    <a:pt x="304" y="1145"/>
                  </a:lnTo>
                  <a:lnTo>
                    <a:pt x="319" y="1020"/>
                  </a:lnTo>
                  <a:lnTo>
                    <a:pt x="194" y="1130"/>
                  </a:lnTo>
                  <a:lnTo>
                    <a:pt x="176" y="1035"/>
                  </a:lnTo>
                  <a:lnTo>
                    <a:pt x="106" y="991"/>
                  </a:lnTo>
                  <a:lnTo>
                    <a:pt x="198" y="878"/>
                  </a:lnTo>
                  <a:lnTo>
                    <a:pt x="231" y="840"/>
                  </a:lnTo>
                  <a:lnTo>
                    <a:pt x="662" y="829"/>
                  </a:lnTo>
                  <a:lnTo>
                    <a:pt x="231" y="941"/>
                  </a:lnTo>
                  <a:lnTo>
                    <a:pt x="207" y="1011"/>
                  </a:lnTo>
                  <a:lnTo>
                    <a:pt x="434" y="977"/>
                  </a:lnTo>
                  <a:lnTo>
                    <a:pt x="355" y="1062"/>
                  </a:lnTo>
                  <a:lnTo>
                    <a:pt x="515" y="991"/>
                  </a:lnTo>
                  <a:lnTo>
                    <a:pt x="743" y="829"/>
                  </a:lnTo>
                  <a:lnTo>
                    <a:pt x="963" y="820"/>
                  </a:lnTo>
                  <a:lnTo>
                    <a:pt x="917" y="746"/>
                  </a:lnTo>
                  <a:lnTo>
                    <a:pt x="921" y="719"/>
                  </a:lnTo>
                  <a:lnTo>
                    <a:pt x="1053" y="680"/>
                  </a:lnTo>
                  <a:lnTo>
                    <a:pt x="978" y="636"/>
                  </a:lnTo>
                  <a:lnTo>
                    <a:pt x="985" y="574"/>
                  </a:lnTo>
                  <a:lnTo>
                    <a:pt x="1082" y="519"/>
                  </a:lnTo>
                  <a:lnTo>
                    <a:pt x="1038" y="465"/>
                  </a:lnTo>
                  <a:lnTo>
                    <a:pt x="1053" y="394"/>
                  </a:lnTo>
                  <a:lnTo>
                    <a:pt x="978" y="336"/>
                  </a:lnTo>
                  <a:lnTo>
                    <a:pt x="886" y="330"/>
                  </a:lnTo>
                  <a:lnTo>
                    <a:pt x="1014" y="284"/>
                  </a:lnTo>
                  <a:lnTo>
                    <a:pt x="1167" y="281"/>
                  </a:lnTo>
                  <a:lnTo>
                    <a:pt x="1093" y="233"/>
                  </a:lnTo>
                  <a:lnTo>
                    <a:pt x="1167" y="198"/>
                  </a:lnTo>
                  <a:lnTo>
                    <a:pt x="985" y="161"/>
                  </a:lnTo>
                  <a:lnTo>
                    <a:pt x="814" y="161"/>
                  </a:lnTo>
                  <a:lnTo>
                    <a:pt x="662" y="191"/>
                  </a:lnTo>
                  <a:lnTo>
                    <a:pt x="886" y="101"/>
                  </a:lnTo>
                  <a:lnTo>
                    <a:pt x="1110" y="41"/>
                  </a:lnTo>
                  <a:lnTo>
                    <a:pt x="1289" y="25"/>
                  </a:lnTo>
                  <a:lnTo>
                    <a:pt x="1547" y="25"/>
                  </a:lnTo>
                  <a:lnTo>
                    <a:pt x="1466" y="0"/>
                  </a:lnTo>
                  <a:lnTo>
                    <a:pt x="1185" y="0"/>
                  </a:lnTo>
                  <a:lnTo>
                    <a:pt x="103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5" name="Freeform 335"/>
            <p:cNvSpPr>
              <a:spLocks/>
            </p:cNvSpPr>
            <p:nvPr/>
          </p:nvSpPr>
          <p:spPr bwMode="auto">
            <a:xfrm>
              <a:off x="2743" y="1567"/>
              <a:ext cx="16" cy="42"/>
            </a:xfrm>
            <a:custGeom>
              <a:avLst/>
              <a:gdLst>
                <a:gd name="T0" fmla="*/ 0 w 134"/>
                <a:gd name="T1" fmla="*/ 0 h 334"/>
                <a:gd name="T2" fmla="*/ 0 w 134"/>
                <a:gd name="T3" fmla="*/ 0 h 334"/>
                <a:gd name="T4" fmla="*/ 0 w 134"/>
                <a:gd name="T5" fmla="*/ 0 h 334"/>
                <a:gd name="T6" fmla="*/ 0 w 134"/>
                <a:gd name="T7" fmla="*/ 0 h 334"/>
                <a:gd name="T8" fmla="*/ 0 w 134"/>
                <a:gd name="T9" fmla="*/ 0 h 334"/>
                <a:gd name="T10" fmla="*/ 0 w 134"/>
                <a:gd name="T11" fmla="*/ 0 h 334"/>
                <a:gd name="T12" fmla="*/ 0 w 134"/>
                <a:gd name="T13" fmla="*/ 0 h 334"/>
                <a:gd name="T14" fmla="*/ 0 w 134"/>
                <a:gd name="T15" fmla="*/ 0 h 334"/>
                <a:gd name="T16" fmla="*/ 0 w 134"/>
                <a:gd name="T17" fmla="*/ 0 h 334"/>
                <a:gd name="T18" fmla="*/ 0 w 134"/>
                <a:gd name="T19" fmla="*/ 0 h 334"/>
                <a:gd name="T20" fmla="*/ 0 w 134"/>
                <a:gd name="T21" fmla="*/ 0 h 334"/>
                <a:gd name="T22" fmla="*/ 0 w 134"/>
                <a:gd name="T23" fmla="*/ 0 h 3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
                <a:gd name="T37" fmla="*/ 0 h 334"/>
                <a:gd name="T38" fmla="*/ 134 w 134"/>
                <a:gd name="T39" fmla="*/ 334 h 3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 h="334">
                  <a:moveTo>
                    <a:pt x="132" y="6"/>
                  </a:moveTo>
                  <a:lnTo>
                    <a:pt x="134" y="68"/>
                  </a:lnTo>
                  <a:lnTo>
                    <a:pt x="86" y="112"/>
                  </a:lnTo>
                  <a:lnTo>
                    <a:pt x="49" y="195"/>
                  </a:lnTo>
                  <a:lnTo>
                    <a:pt x="37" y="273"/>
                  </a:lnTo>
                  <a:lnTo>
                    <a:pt x="17" y="334"/>
                  </a:lnTo>
                  <a:lnTo>
                    <a:pt x="0" y="329"/>
                  </a:lnTo>
                  <a:lnTo>
                    <a:pt x="3" y="218"/>
                  </a:lnTo>
                  <a:lnTo>
                    <a:pt x="28" y="128"/>
                  </a:lnTo>
                  <a:lnTo>
                    <a:pt x="63" y="36"/>
                  </a:lnTo>
                  <a:lnTo>
                    <a:pt x="99" y="0"/>
                  </a:lnTo>
                  <a:lnTo>
                    <a:pt x="13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6" name="Freeform 336"/>
            <p:cNvSpPr>
              <a:spLocks/>
            </p:cNvSpPr>
            <p:nvPr/>
          </p:nvSpPr>
          <p:spPr bwMode="auto">
            <a:xfrm>
              <a:off x="2735" y="1565"/>
              <a:ext cx="73" cy="253"/>
            </a:xfrm>
            <a:custGeom>
              <a:avLst/>
              <a:gdLst>
                <a:gd name="T0" fmla="*/ 0 w 583"/>
                <a:gd name="T1" fmla="*/ 0 h 2024"/>
                <a:gd name="T2" fmla="*/ 0 w 583"/>
                <a:gd name="T3" fmla="*/ 0 h 2024"/>
                <a:gd name="T4" fmla="*/ 0 w 583"/>
                <a:gd name="T5" fmla="*/ 0 h 2024"/>
                <a:gd name="T6" fmla="*/ 0 w 583"/>
                <a:gd name="T7" fmla="*/ 0 h 2024"/>
                <a:gd name="T8" fmla="*/ 0 w 583"/>
                <a:gd name="T9" fmla="*/ 0 h 2024"/>
                <a:gd name="T10" fmla="*/ 0 w 583"/>
                <a:gd name="T11" fmla="*/ 0 h 2024"/>
                <a:gd name="T12" fmla="*/ 0 w 583"/>
                <a:gd name="T13" fmla="*/ 0 h 2024"/>
                <a:gd name="T14" fmla="*/ 0 w 583"/>
                <a:gd name="T15" fmla="*/ 0 h 2024"/>
                <a:gd name="T16" fmla="*/ 0 w 583"/>
                <a:gd name="T17" fmla="*/ 0 h 2024"/>
                <a:gd name="T18" fmla="*/ 0 w 583"/>
                <a:gd name="T19" fmla="*/ 0 h 2024"/>
                <a:gd name="T20" fmla="*/ 0 w 583"/>
                <a:gd name="T21" fmla="*/ 0 h 2024"/>
                <a:gd name="T22" fmla="*/ 0 w 583"/>
                <a:gd name="T23" fmla="*/ 0 h 2024"/>
                <a:gd name="T24" fmla="*/ 0 w 583"/>
                <a:gd name="T25" fmla="*/ 0 h 2024"/>
                <a:gd name="T26" fmla="*/ 0 w 583"/>
                <a:gd name="T27" fmla="*/ 0 h 2024"/>
                <a:gd name="T28" fmla="*/ 0 w 583"/>
                <a:gd name="T29" fmla="*/ 0 h 2024"/>
                <a:gd name="T30" fmla="*/ 0 w 583"/>
                <a:gd name="T31" fmla="*/ 0 h 2024"/>
                <a:gd name="T32" fmla="*/ 0 w 583"/>
                <a:gd name="T33" fmla="*/ 0 h 2024"/>
                <a:gd name="T34" fmla="*/ 0 w 583"/>
                <a:gd name="T35" fmla="*/ 0 h 2024"/>
                <a:gd name="T36" fmla="*/ 0 w 583"/>
                <a:gd name="T37" fmla="*/ 0 h 2024"/>
                <a:gd name="T38" fmla="*/ 0 w 583"/>
                <a:gd name="T39" fmla="*/ 0 h 2024"/>
                <a:gd name="T40" fmla="*/ 0 w 583"/>
                <a:gd name="T41" fmla="*/ 0 h 2024"/>
                <a:gd name="T42" fmla="*/ 0 w 583"/>
                <a:gd name="T43" fmla="*/ 0 h 2024"/>
                <a:gd name="T44" fmla="*/ 0 w 583"/>
                <a:gd name="T45" fmla="*/ 0 h 2024"/>
                <a:gd name="T46" fmla="*/ 0 w 583"/>
                <a:gd name="T47" fmla="*/ 0 h 2024"/>
                <a:gd name="T48" fmla="*/ 0 w 583"/>
                <a:gd name="T49" fmla="*/ 0 h 2024"/>
                <a:gd name="T50" fmla="*/ 0 w 583"/>
                <a:gd name="T51" fmla="*/ 0 h 2024"/>
                <a:gd name="T52" fmla="*/ 0 w 583"/>
                <a:gd name="T53" fmla="*/ 0 h 2024"/>
                <a:gd name="T54" fmla="*/ 0 w 583"/>
                <a:gd name="T55" fmla="*/ 0 h 2024"/>
                <a:gd name="T56" fmla="*/ 0 w 583"/>
                <a:gd name="T57" fmla="*/ 0 h 2024"/>
                <a:gd name="T58" fmla="*/ 0 w 583"/>
                <a:gd name="T59" fmla="*/ 0 h 2024"/>
                <a:gd name="T60" fmla="*/ 0 w 583"/>
                <a:gd name="T61" fmla="*/ 0 h 2024"/>
                <a:gd name="T62" fmla="*/ 0 w 583"/>
                <a:gd name="T63" fmla="*/ 0 h 2024"/>
                <a:gd name="T64" fmla="*/ 0 w 583"/>
                <a:gd name="T65" fmla="*/ 0 h 2024"/>
                <a:gd name="T66" fmla="*/ 0 w 583"/>
                <a:gd name="T67" fmla="*/ 0 h 2024"/>
                <a:gd name="T68" fmla="*/ 0 w 583"/>
                <a:gd name="T69" fmla="*/ 0 h 2024"/>
                <a:gd name="T70" fmla="*/ 0 w 583"/>
                <a:gd name="T71" fmla="*/ 0 h 2024"/>
                <a:gd name="T72" fmla="*/ 0 w 583"/>
                <a:gd name="T73" fmla="*/ 0 h 20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83"/>
                <a:gd name="T112" fmla="*/ 0 h 2024"/>
                <a:gd name="T113" fmla="*/ 583 w 583"/>
                <a:gd name="T114" fmla="*/ 2024 h 202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83" h="2024">
                  <a:moveTo>
                    <a:pt x="90" y="0"/>
                  </a:moveTo>
                  <a:lnTo>
                    <a:pt x="40" y="85"/>
                  </a:lnTo>
                  <a:lnTo>
                    <a:pt x="18" y="191"/>
                  </a:lnTo>
                  <a:lnTo>
                    <a:pt x="18" y="281"/>
                  </a:lnTo>
                  <a:lnTo>
                    <a:pt x="49" y="397"/>
                  </a:lnTo>
                  <a:lnTo>
                    <a:pt x="79" y="485"/>
                  </a:lnTo>
                  <a:lnTo>
                    <a:pt x="111" y="606"/>
                  </a:lnTo>
                  <a:lnTo>
                    <a:pt x="139" y="663"/>
                  </a:lnTo>
                  <a:lnTo>
                    <a:pt x="205" y="692"/>
                  </a:lnTo>
                  <a:lnTo>
                    <a:pt x="245" y="676"/>
                  </a:lnTo>
                  <a:lnTo>
                    <a:pt x="317" y="316"/>
                  </a:lnTo>
                  <a:lnTo>
                    <a:pt x="356" y="258"/>
                  </a:lnTo>
                  <a:lnTo>
                    <a:pt x="302" y="546"/>
                  </a:lnTo>
                  <a:lnTo>
                    <a:pt x="211" y="1001"/>
                  </a:lnTo>
                  <a:lnTo>
                    <a:pt x="211" y="1093"/>
                  </a:lnTo>
                  <a:lnTo>
                    <a:pt x="356" y="1549"/>
                  </a:lnTo>
                  <a:lnTo>
                    <a:pt x="583" y="1823"/>
                  </a:lnTo>
                  <a:lnTo>
                    <a:pt x="489" y="1793"/>
                  </a:lnTo>
                  <a:lnTo>
                    <a:pt x="317" y="1570"/>
                  </a:lnTo>
                  <a:lnTo>
                    <a:pt x="220" y="1390"/>
                  </a:lnTo>
                  <a:lnTo>
                    <a:pt x="293" y="1803"/>
                  </a:lnTo>
                  <a:lnTo>
                    <a:pt x="471" y="2024"/>
                  </a:lnTo>
                  <a:lnTo>
                    <a:pt x="245" y="1768"/>
                  </a:lnTo>
                  <a:lnTo>
                    <a:pt x="194" y="1616"/>
                  </a:lnTo>
                  <a:lnTo>
                    <a:pt x="172" y="1441"/>
                  </a:lnTo>
                  <a:lnTo>
                    <a:pt x="183" y="1282"/>
                  </a:lnTo>
                  <a:lnTo>
                    <a:pt x="159" y="1231"/>
                  </a:lnTo>
                  <a:lnTo>
                    <a:pt x="139" y="1129"/>
                  </a:lnTo>
                  <a:lnTo>
                    <a:pt x="161" y="1015"/>
                  </a:lnTo>
                  <a:lnTo>
                    <a:pt x="205" y="738"/>
                  </a:lnTo>
                  <a:lnTo>
                    <a:pt x="134" y="692"/>
                  </a:lnTo>
                  <a:lnTo>
                    <a:pt x="79" y="627"/>
                  </a:lnTo>
                  <a:lnTo>
                    <a:pt x="62" y="477"/>
                  </a:lnTo>
                  <a:lnTo>
                    <a:pt x="0" y="300"/>
                  </a:lnTo>
                  <a:lnTo>
                    <a:pt x="0" y="201"/>
                  </a:lnTo>
                  <a:lnTo>
                    <a:pt x="38" y="85"/>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7" name="Freeform 337"/>
            <p:cNvSpPr>
              <a:spLocks/>
            </p:cNvSpPr>
            <p:nvPr/>
          </p:nvSpPr>
          <p:spPr bwMode="auto">
            <a:xfrm>
              <a:off x="2788" y="1664"/>
              <a:ext cx="207" cy="186"/>
            </a:xfrm>
            <a:custGeom>
              <a:avLst/>
              <a:gdLst>
                <a:gd name="T0" fmla="*/ 0 w 1657"/>
                <a:gd name="T1" fmla="*/ 0 h 1485"/>
                <a:gd name="T2" fmla="*/ 0 w 1657"/>
                <a:gd name="T3" fmla="*/ 0 h 1485"/>
                <a:gd name="T4" fmla="*/ 0 w 1657"/>
                <a:gd name="T5" fmla="*/ 0 h 1485"/>
                <a:gd name="T6" fmla="*/ 0 w 1657"/>
                <a:gd name="T7" fmla="*/ 0 h 1485"/>
                <a:gd name="T8" fmla="*/ 0 w 1657"/>
                <a:gd name="T9" fmla="*/ 0 h 1485"/>
                <a:gd name="T10" fmla="*/ 0 w 1657"/>
                <a:gd name="T11" fmla="*/ 0 h 1485"/>
                <a:gd name="T12" fmla="*/ 0 w 1657"/>
                <a:gd name="T13" fmla="*/ 0 h 1485"/>
                <a:gd name="T14" fmla="*/ 0 w 1657"/>
                <a:gd name="T15" fmla="*/ 0 h 1485"/>
                <a:gd name="T16" fmla="*/ 0 w 1657"/>
                <a:gd name="T17" fmla="*/ 0 h 1485"/>
                <a:gd name="T18" fmla="*/ 0 w 1657"/>
                <a:gd name="T19" fmla="*/ 0 h 1485"/>
                <a:gd name="T20" fmla="*/ 0 w 1657"/>
                <a:gd name="T21" fmla="*/ 0 h 1485"/>
                <a:gd name="T22" fmla="*/ 0 w 1657"/>
                <a:gd name="T23" fmla="*/ 0 h 1485"/>
                <a:gd name="T24" fmla="*/ 0 w 1657"/>
                <a:gd name="T25" fmla="*/ 0 h 1485"/>
                <a:gd name="T26" fmla="*/ 0 w 1657"/>
                <a:gd name="T27" fmla="*/ 0 h 1485"/>
                <a:gd name="T28" fmla="*/ 0 w 1657"/>
                <a:gd name="T29" fmla="*/ 0 h 1485"/>
                <a:gd name="T30" fmla="*/ 0 w 1657"/>
                <a:gd name="T31" fmla="*/ 0 h 1485"/>
                <a:gd name="T32" fmla="*/ 0 w 1657"/>
                <a:gd name="T33" fmla="*/ 0 h 1485"/>
                <a:gd name="T34" fmla="*/ 0 w 1657"/>
                <a:gd name="T35" fmla="*/ 0 h 1485"/>
                <a:gd name="T36" fmla="*/ 0 w 1657"/>
                <a:gd name="T37" fmla="*/ 0 h 1485"/>
                <a:gd name="T38" fmla="*/ 0 w 1657"/>
                <a:gd name="T39" fmla="*/ 0 h 1485"/>
                <a:gd name="T40" fmla="*/ 0 w 1657"/>
                <a:gd name="T41" fmla="*/ 0 h 1485"/>
                <a:gd name="T42" fmla="*/ 0 w 1657"/>
                <a:gd name="T43" fmla="*/ 0 h 1485"/>
                <a:gd name="T44" fmla="*/ 0 w 1657"/>
                <a:gd name="T45" fmla="*/ 0 h 1485"/>
                <a:gd name="T46" fmla="*/ 0 w 1657"/>
                <a:gd name="T47" fmla="*/ 0 h 1485"/>
                <a:gd name="T48" fmla="*/ 0 w 1657"/>
                <a:gd name="T49" fmla="*/ 0 h 1485"/>
                <a:gd name="T50" fmla="*/ 0 w 1657"/>
                <a:gd name="T51" fmla="*/ 0 h 1485"/>
                <a:gd name="T52" fmla="*/ 0 w 1657"/>
                <a:gd name="T53" fmla="*/ 0 h 1485"/>
                <a:gd name="T54" fmla="*/ 0 w 1657"/>
                <a:gd name="T55" fmla="*/ 0 h 1485"/>
                <a:gd name="T56" fmla="*/ 0 w 1657"/>
                <a:gd name="T57" fmla="*/ 0 h 1485"/>
                <a:gd name="T58" fmla="*/ 0 w 1657"/>
                <a:gd name="T59" fmla="*/ 0 h 1485"/>
                <a:gd name="T60" fmla="*/ 0 w 1657"/>
                <a:gd name="T61" fmla="*/ 0 h 1485"/>
                <a:gd name="T62" fmla="*/ 0 w 1657"/>
                <a:gd name="T63" fmla="*/ 0 h 1485"/>
                <a:gd name="T64" fmla="*/ 0 w 1657"/>
                <a:gd name="T65" fmla="*/ 0 h 1485"/>
                <a:gd name="T66" fmla="*/ 0 w 1657"/>
                <a:gd name="T67" fmla="*/ 0 h 1485"/>
                <a:gd name="T68" fmla="*/ 0 w 1657"/>
                <a:gd name="T69" fmla="*/ 0 h 1485"/>
                <a:gd name="T70" fmla="*/ 0 w 1657"/>
                <a:gd name="T71" fmla="*/ 0 h 1485"/>
                <a:gd name="T72" fmla="*/ 0 w 1657"/>
                <a:gd name="T73" fmla="*/ 0 h 1485"/>
                <a:gd name="T74" fmla="*/ 0 w 1657"/>
                <a:gd name="T75" fmla="*/ 0 h 1485"/>
                <a:gd name="T76" fmla="*/ 0 w 1657"/>
                <a:gd name="T77" fmla="*/ 0 h 1485"/>
                <a:gd name="T78" fmla="*/ 0 w 1657"/>
                <a:gd name="T79" fmla="*/ 0 h 1485"/>
                <a:gd name="T80" fmla="*/ 0 w 1657"/>
                <a:gd name="T81" fmla="*/ 0 h 148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57"/>
                <a:gd name="T124" fmla="*/ 0 h 1485"/>
                <a:gd name="T125" fmla="*/ 1657 w 1657"/>
                <a:gd name="T126" fmla="*/ 1485 h 148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57" h="1485">
                  <a:moveTo>
                    <a:pt x="272" y="727"/>
                  </a:moveTo>
                  <a:lnTo>
                    <a:pt x="244" y="745"/>
                  </a:lnTo>
                  <a:lnTo>
                    <a:pt x="351" y="844"/>
                  </a:lnTo>
                  <a:lnTo>
                    <a:pt x="300" y="929"/>
                  </a:lnTo>
                  <a:lnTo>
                    <a:pt x="198" y="1000"/>
                  </a:lnTo>
                  <a:lnTo>
                    <a:pt x="62" y="1000"/>
                  </a:lnTo>
                  <a:lnTo>
                    <a:pt x="129" y="1077"/>
                  </a:lnTo>
                  <a:lnTo>
                    <a:pt x="292" y="1192"/>
                  </a:lnTo>
                  <a:lnTo>
                    <a:pt x="156" y="1226"/>
                  </a:lnTo>
                  <a:lnTo>
                    <a:pt x="0" y="1171"/>
                  </a:lnTo>
                  <a:lnTo>
                    <a:pt x="132" y="1321"/>
                  </a:lnTo>
                  <a:lnTo>
                    <a:pt x="277" y="1485"/>
                  </a:lnTo>
                  <a:lnTo>
                    <a:pt x="438" y="1485"/>
                  </a:lnTo>
                  <a:lnTo>
                    <a:pt x="634" y="1402"/>
                  </a:lnTo>
                  <a:lnTo>
                    <a:pt x="767" y="1272"/>
                  </a:lnTo>
                  <a:lnTo>
                    <a:pt x="670" y="1303"/>
                  </a:lnTo>
                  <a:lnTo>
                    <a:pt x="560" y="1206"/>
                  </a:lnTo>
                  <a:lnTo>
                    <a:pt x="731" y="1182"/>
                  </a:lnTo>
                  <a:lnTo>
                    <a:pt x="892" y="1125"/>
                  </a:lnTo>
                  <a:lnTo>
                    <a:pt x="835" y="1226"/>
                  </a:lnTo>
                  <a:lnTo>
                    <a:pt x="996" y="1116"/>
                  </a:lnTo>
                  <a:lnTo>
                    <a:pt x="1028" y="1070"/>
                  </a:lnTo>
                  <a:lnTo>
                    <a:pt x="1162" y="975"/>
                  </a:lnTo>
                  <a:lnTo>
                    <a:pt x="1215" y="874"/>
                  </a:lnTo>
                  <a:lnTo>
                    <a:pt x="1637" y="134"/>
                  </a:lnTo>
                  <a:lnTo>
                    <a:pt x="1657" y="0"/>
                  </a:lnTo>
                  <a:lnTo>
                    <a:pt x="1162" y="922"/>
                  </a:lnTo>
                  <a:lnTo>
                    <a:pt x="1070" y="984"/>
                  </a:lnTo>
                  <a:lnTo>
                    <a:pt x="920" y="1019"/>
                  </a:lnTo>
                  <a:lnTo>
                    <a:pt x="846" y="1109"/>
                  </a:lnTo>
                  <a:lnTo>
                    <a:pt x="721" y="1141"/>
                  </a:lnTo>
                  <a:lnTo>
                    <a:pt x="634" y="1125"/>
                  </a:lnTo>
                  <a:lnTo>
                    <a:pt x="593" y="1077"/>
                  </a:lnTo>
                  <a:lnTo>
                    <a:pt x="560" y="975"/>
                  </a:lnTo>
                  <a:lnTo>
                    <a:pt x="549" y="890"/>
                  </a:lnTo>
                  <a:lnTo>
                    <a:pt x="650" y="855"/>
                  </a:lnTo>
                  <a:lnTo>
                    <a:pt x="634" y="835"/>
                  </a:lnTo>
                  <a:lnTo>
                    <a:pt x="525" y="844"/>
                  </a:lnTo>
                  <a:lnTo>
                    <a:pt x="394" y="800"/>
                  </a:lnTo>
                  <a:lnTo>
                    <a:pt x="303" y="745"/>
                  </a:lnTo>
                  <a:lnTo>
                    <a:pt x="272" y="7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 name="Freeform 338"/>
            <p:cNvSpPr>
              <a:spLocks/>
            </p:cNvSpPr>
            <p:nvPr/>
          </p:nvSpPr>
          <p:spPr bwMode="auto">
            <a:xfrm>
              <a:off x="2789" y="1722"/>
              <a:ext cx="117" cy="54"/>
            </a:xfrm>
            <a:custGeom>
              <a:avLst/>
              <a:gdLst>
                <a:gd name="T0" fmla="*/ 0 w 934"/>
                <a:gd name="T1" fmla="*/ 0 h 431"/>
                <a:gd name="T2" fmla="*/ 0 w 934"/>
                <a:gd name="T3" fmla="*/ 0 h 431"/>
                <a:gd name="T4" fmla="*/ 0 w 934"/>
                <a:gd name="T5" fmla="*/ 0 h 431"/>
                <a:gd name="T6" fmla="*/ 0 w 934"/>
                <a:gd name="T7" fmla="*/ 0 h 431"/>
                <a:gd name="T8" fmla="*/ 0 w 934"/>
                <a:gd name="T9" fmla="*/ 0 h 431"/>
                <a:gd name="T10" fmla="*/ 0 w 934"/>
                <a:gd name="T11" fmla="*/ 0 h 431"/>
                <a:gd name="T12" fmla="*/ 0 w 934"/>
                <a:gd name="T13" fmla="*/ 0 h 431"/>
                <a:gd name="T14" fmla="*/ 0 w 934"/>
                <a:gd name="T15" fmla="*/ 0 h 431"/>
                <a:gd name="T16" fmla="*/ 0 w 934"/>
                <a:gd name="T17" fmla="*/ 0 h 431"/>
                <a:gd name="T18" fmla="*/ 0 w 934"/>
                <a:gd name="T19" fmla="*/ 0 h 431"/>
                <a:gd name="T20" fmla="*/ 0 w 934"/>
                <a:gd name="T21" fmla="*/ 0 h 431"/>
                <a:gd name="T22" fmla="*/ 0 w 934"/>
                <a:gd name="T23" fmla="*/ 0 h 431"/>
                <a:gd name="T24" fmla="*/ 0 w 934"/>
                <a:gd name="T25" fmla="*/ 0 h 431"/>
                <a:gd name="T26" fmla="*/ 0 w 934"/>
                <a:gd name="T27" fmla="*/ 0 h 431"/>
                <a:gd name="T28" fmla="*/ 0 w 934"/>
                <a:gd name="T29" fmla="*/ 0 h 431"/>
                <a:gd name="T30" fmla="*/ 0 w 934"/>
                <a:gd name="T31" fmla="*/ 0 h 431"/>
                <a:gd name="T32" fmla="*/ 0 w 934"/>
                <a:gd name="T33" fmla="*/ 0 h 431"/>
                <a:gd name="T34" fmla="*/ 0 w 934"/>
                <a:gd name="T35" fmla="*/ 0 h 431"/>
                <a:gd name="T36" fmla="*/ 0 w 934"/>
                <a:gd name="T37" fmla="*/ 0 h 431"/>
                <a:gd name="T38" fmla="*/ 0 w 934"/>
                <a:gd name="T39" fmla="*/ 0 h 43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34"/>
                <a:gd name="T61" fmla="*/ 0 h 431"/>
                <a:gd name="T62" fmla="*/ 934 w 934"/>
                <a:gd name="T63" fmla="*/ 431 h 43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34" h="431">
                  <a:moveTo>
                    <a:pt x="152" y="83"/>
                  </a:moveTo>
                  <a:lnTo>
                    <a:pt x="152" y="0"/>
                  </a:lnTo>
                  <a:lnTo>
                    <a:pt x="77" y="0"/>
                  </a:lnTo>
                  <a:lnTo>
                    <a:pt x="0" y="64"/>
                  </a:lnTo>
                  <a:lnTo>
                    <a:pt x="33" y="219"/>
                  </a:lnTo>
                  <a:lnTo>
                    <a:pt x="152" y="114"/>
                  </a:lnTo>
                  <a:lnTo>
                    <a:pt x="418" y="205"/>
                  </a:lnTo>
                  <a:lnTo>
                    <a:pt x="485" y="259"/>
                  </a:lnTo>
                  <a:lnTo>
                    <a:pt x="611" y="259"/>
                  </a:lnTo>
                  <a:lnTo>
                    <a:pt x="844" y="316"/>
                  </a:lnTo>
                  <a:lnTo>
                    <a:pt x="842" y="387"/>
                  </a:lnTo>
                  <a:lnTo>
                    <a:pt x="888" y="431"/>
                  </a:lnTo>
                  <a:lnTo>
                    <a:pt x="934" y="367"/>
                  </a:lnTo>
                  <a:lnTo>
                    <a:pt x="881" y="254"/>
                  </a:lnTo>
                  <a:lnTo>
                    <a:pt x="844" y="265"/>
                  </a:lnTo>
                  <a:lnTo>
                    <a:pt x="620" y="219"/>
                  </a:lnTo>
                  <a:lnTo>
                    <a:pt x="521" y="228"/>
                  </a:lnTo>
                  <a:lnTo>
                    <a:pt x="482" y="171"/>
                  </a:lnTo>
                  <a:lnTo>
                    <a:pt x="194" y="99"/>
                  </a:lnTo>
                  <a:lnTo>
                    <a:pt x="152"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9" name="Freeform 339"/>
            <p:cNvSpPr>
              <a:spLocks/>
            </p:cNvSpPr>
            <p:nvPr/>
          </p:nvSpPr>
          <p:spPr bwMode="auto">
            <a:xfrm>
              <a:off x="2835" y="1687"/>
              <a:ext cx="59" cy="59"/>
            </a:xfrm>
            <a:custGeom>
              <a:avLst/>
              <a:gdLst>
                <a:gd name="T0" fmla="*/ 0 w 472"/>
                <a:gd name="T1" fmla="*/ 0 h 465"/>
                <a:gd name="T2" fmla="*/ 0 w 472"/>
                <a:gd name="T3" fmla="*/ 0 h 465"/>
                <a:gd name="T4" fmla="*/ 0 w 472"/>
                <a:gd name="T5" fmla="*/ 0 h 465"/>
                <a:gd name="T6" fmla="*/ 0 w 472"/>
                <a:gd name="T7" fmla="*/ 0 h 465"/>
                <a:gd name="T8" fmla="*/ 0 w 472"/>
                <a:gd name="T9" fmla="*/ 0 h 465"/>
                <a:gd name="T10" fmla="*/ 0 w 472"/>
                <a:gd name="T11" fmla="*/ 0 h 465"/>
                <a:gd name="T12" fmla="*/ 0 w 472"/>
                <a:gd name="T13" fmla="*/ 0 h 465"/>
                <a:gd name="T14" fmla="*/ 0 w 472"/>
                <a:gd name="T15" fmla="*/ 0 h 465"/>
                <a:gd name="T16" fmla="*/ 0 w 472"/>
                <a:gd name="T17" fmla="*/ 0 h 465"/>
                <a:gd name="T18" fmla="*/ 0 w 472"/>
                <a:gd name="T19" fmla="*/ 0 h 465"/>
                <a:gd name="T20" fmla="*/ 0 w 472"/>
                <a:gd name="T21" fmla="*/ 0 h 465"/>
                <a:gd name="T22" fmla="*/ 0 w 472"/>
                <a:gd name="T23" fmla="*/ 0 h 465"/>
                <a:gd name="T24" fmla="*/ 0 w 472"/>
                <a:gd name="T25" fmla="*/ 0 h 465"/>
                <a:gd name="T26" fmla="*/ 0 w 472"/>
                <a:gd name="T27" fmla="*/ 0 h 465"/>
                <a:gd name="T28" fmla="*/ 0 w 472"/>
                <a:gd name="T29" fmla="*/ 0 h 465"/>
                <a:gd name="T30" fmla="*/ 0 w 472"/>
                <a:gd name="T31" fmla="*/ 0 h 465"/>
                <a:gd name="T32" fmla="*/ 0 w 472"/>
                <a:gd name="T33" fmla="*/ 0 h 465"/>
                <a:gd name="T34" fmla="*/ 0 w 472"/>
                <a:gd name="T35" fmla="*/ 0 h 465"/>
                <a:gd name="T36" fmla="*/ 0 w 472"/>
                <a:gd name="T37" fmla="*/ 0 h 465"/>
                <a:gd name="T38" fmla="*/ 0 w 472"/>
                <a:gd name="T39" fmla="*/ 0 h 465"/>
                <a:gd name="T40" fmla="*/ 0 w 472"/>
                <a:gd name="T41" fmla="*/ 0 h 46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2"/>
                <a:gd name="T64" fmla="*/ 0 h 465"/>
                <a:gd name="T65" fmla="*/ 472 w 472"/>
                <a:gd name="T66" fmla="*/ 465 h 46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2" h="465">
                  <a:moveTo>
                    <a:pt x="28" y="113"/>
                  </a:moveTo>
                  <a:lnTo>
                    <a:pt x="64" y="96"/>
                  </a:lnTo>
                  <a:lnTo>
                    <a:pt x="154" y="195"/>
                  </a:lnTo>
                  <a:lnTo>
                    <a:pt x="248" y="206"/>
                  </a:lnTo>
                  <a:lnTo>
                    <a:pt x="302" y="159"/>
                  </a:lnTo>
                  <a:lnTo>
                    <a:pt x="309" y="0"/>
                  </a:lnTo>
                  <a:lnTo>
                    <a:pt x="345" y="168"/>
                  </a:lnTo>
                  <a:lnTo>
                    <a:pt x="391" y="242"/>
                  </a:lnTo>
                  <a:lnTo>
                    <a:pt x="472" y="242"/>
                  </a:lnTo>
                  <a:lnTo>
                    <a:pt x="470" y="263"/>
                  </a:lnTo>
                  <a:lnTo>
                    <a:pt x="345" y="270"/>
                  </a:lnTo>
                  <a:lnTo>
                    <a:pt x="224" y="292"/>
                  </a:lnTo>
                  <a:lnTo>
                    <a:pt x="217" y="410"/>
                  </a:lnTo>
                  <a:lnTo>
                    <a:pt x="154" y="401"/>
                  </a:lnTo>
                  <a:lnTo>
                    <a:pt x="149" y="465"/>
                  </a:lnTo>
                  <a:lnTo>
                    <a:pt x="110" y="391"/>
                  </a:lnTo>
                  <a:lnTo>
                    <a:pt x="173" y="270"/>
                  </a:lnTo>
                  <a:lnTo>
                    <a:pt x="92" y="175"/>
                  </a:lnTo>
                  <a:lnTo>
                    <a:pt x="11" y="175"/>
                  </a:lnTo>
                  <a:lnTo>
                    <a:pt x="0" y="145"/>
                  </a:lnTo>
                  <a:lnTo>
                    <a:pt x="28"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0" name="Freeform 340"/>
            <p:cNvSpPr>
              <a:spLocks/>
            </p:cNvSpPr>
            <p:nvPr/>
          </p:nvSpPr>
          <p:spPr bwMode="auto">
            <a:xfrm>
              <a:off x="2874" y="1632"/>
              <a:ext cx="115" cy="80"/>
            </a:xfrm>
            <a:custGeom>
              <a:avLst/>
              <a:gdLst>
                <a:gd name="T0" fmla="*/ 0 w 924"/>
                <a:gd name="T1" fmla="*/ 0 h 640"/>
                <a:gd name="T2" fmla="*/ 0 w 924"/>
                <a:gd name="T3" fmla="*/ 0 h 640"/>
                <a:gd name="T4" fmla="*/ 0 w 924"/>
                <a:gd name="T5" fmla="*/ 0 h 640"/>
                <a:gd name="T6" fmla="*/ 0 w 924"/>
                <a:gd name="T7" fmla="*/ 0 h 640"/>
                <a:gd name="T8" fmla="*/ 0 w 924"/>
                <a:gd name="T9" fmla="*/ 0 h 640"/>
                <a:gd name="T10" fmla="*/ 0 w 924"/>
                <a:gd name="T11" fmla="*/ 0 h 640"/>
                <a:gd name="T12" fmla="*/ 0 w 924"/>
                <a:gd name="T13" fmla="*/ 0 h 640"/>
                <a:gd name="T14" fmla="*/ 0 w 924"/>
                <a:gd name="T15" fmla="*/ 0 h 640"/>
                <a:gd name="T16" fmla="*/ 0 w 924"/>
                <a:gd name="T17" fmla="*/ 0 h 640"/>
                <a:gd name="T18" fmla="*/ 0 w 924"/>
                <a:gd name="T19" fmla="*/ 0 h 640"/>
                <a:gd name="T20" fmla="*/ 0 w 924"/>
                <a:gd name="T21" fmla="*/ 0 h 640"/>
                <a:gd name="T22" fmla="*/ 0 w 924"/>
                <a:gd name="T23" fmla="*/ 0 h 640"/>
                <a:gd name="T24" fmla="*/ 0 w 924"/>
                <a:gd name="T25" fmla="*/ 0 h 640"/>
                <a:gd name="T26" fmla="*/ 0 w 924"/>
                <a:gd name="T27" fmla="*/ 0 h 640"/>
                <a:gd name="T28" fmla="*/ 0 w 924"/>
                <a:gd name="T29" fmla="*/ 0 h 640"/>
                <a:gd name="T30" fmla="*/ 0 w 924"/>
                <a:gd name="T31" fmla="*/ 0 h 640"/>
                <a:gd name="T32" fmla="*/ 0 w 924"/>
                <a:gd name="T33" fmla="*/ 0 h 640"/>
                <a:gd name="T34" fmla="*/ 0 w 924"/>
                <a:gd name="T35" fmla="*/ 0 h 640"/>
                <a:gd name="T36" fmla="*/ 0 w 924"/>
                <a:gd name="T37" fmla="*/ 0 h 640"/>
                <a:gd name="T38" fmla="*/ 0 w 924"/>
                <a:gd name="T39" fmla="*/ 0 h 640"/>
                <a:gd name="T40" fmla="*/ 0 w 924"/>
                <a:gd name="T41" fmla="*/ 0 h 640"/>
                <a:gd name="T42" fmla="*/ 0 w 924"/>
                <a:gd name="T43" fmla="*/ 0 h 640"/>
                <a:gd name="T44" fmla="*/ 0 w 924"/>
                <a:gd name="T45" fmla="*/ 0 h 640"/>
                <a:gd name="T46" fmla="*/ 0 w 924"/>
                <a:gd name="T47" fmla="*/ 0 h 640"/>
                <a:gd name="T48" fmla="*/ 0 w 924"/>
                <a:gd name="T49" fmla="*/ 0 h 640"/>
                <a:gd name="T50" fmla="*/ 0 w 924"/>
                <a:gd name="T51" fmla="*/ 0 h 640"/>
                <a:gd name="T52" fmla="*/ 0 w 924"/>
                <a:gd name="T53" fmla="*/ 0 h 640"/>
                <a:gd name="T54" fmla="*/ 0 w 924"/>
                <a:gd name="T55" fmla="*/ 0 h 640"/>
                <a:gd name="T56" fmla="*/ 0 w 924"/>
                <a:gd name="T57" fmla="*/ 0 h 640"/>
                <a:gd name="T58" fmla="*/ 0 w 924"/>
                <a:gd name="T59" fmla="*/ 0 h 640"/>
                <a:gd name="T60" fmla="*/ 0 w 924"/>
                <a:gd name="T61" fmla="*/ 0 h 640"/>
                <a:gd name="T62" fmla="*/ 0 w 924"/>
                <a:gd name="T63" fmla="*/ 0 h 640"/>
                <a:gd name="T64" fmla="*/ 0 w 924"/>
                <a:gd name="T65" fmla="*/ 0 h 640"/>
                <a:gd name="T66" fmla="*/ 0 w 924"/>
                <a:gd name="T67" fmla="*/ 0 h 640"/>
                <a:gd name="T68" fmla="*/ 0 w 924"/>
                <a:gd name="T69" fmla="*/ 0 h 640"/>
                <a:gd name="T70" fmla="*/ 0 w 924"/>
                <a:gd name="T71" fmla="*/ 0 h 640"/>
                <a:gd name="T72" fmla="*/ 0 w 924"/>
                <a:gd name="T73" fmla="*/ 0 h 640"/>
                <a:gd name="T74" fmla="*/ 0 w 924"/>
                <a:gd name="T75" fmla="*/ 0 h 640"/>
                <a:gd name="T76" fmla="*/ 0 w 924"/>
                <a:gd name="T77" fmla="*/ 0 h 640"/>
                <a:gd name="T78" fmla="*/ 0 w 924"/>
                <a:gd name="T79" fmla="*/ 0 h 640"/>
                <a:gd name="T80" fmla="*/ 0 w 924"/>
                <a:gd name="T81" fmla="*/ 0 h 640"/>
                <a:gd name="T82" fmla="*/ 0 w 924"/>
                <a:gd name="T83" fmla="*/ 0 h 640"/>
                <a:gd name="T84" fmla="*/ 0 w 924"/>
                <a:gd name="T85" fmla="*/ 0 h 640"/>
                <a:gd name="T86" fmla="*/ 0 w 924"/>
                <a:gd name="T87" fmla="*/ 0 h 640"/>
                <a:gd name="T88" fmla="*/ 0 w 924"/>
                <a:gd name="T89" fmla="*/ 0 h 640"/>
                <a:gd name="T90" fmla="*/ 0 w 924"/>
                <a:gd name="T91" fmla="*/ 0 h 640"/>
                <a:gd name="T92" fmla="*/ 0 w 924"/>
                <a:gd name="T93" fmla="*/ 0 h 64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924"/>
                <a:gd name="T142" fmla="*/ 0 h 640"/>
                <a:gd name="T143" fmla="*/ 924 w 924"/>
                <a:gd name="T144" fmla="*/ 640 h 64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924" h="640">
                  <a:moveTo>
                    <a:pt x="36" y="71"/>
                  </a:moveTo>
                  <a:lnTo>
                    <a:pt x="92" y="92"/>
                  </a:lnTo>
                  <a:lnTo>
                    <a:pt x="75" y="177"/>
                  </a:lnTo>
                  <a:lnTo>
                    <a:pt x="29" y="334"/>
                  </a:lnTo>
                  <a:lnTo>
                    <a:pt x="0" y="517"/>
                  </a:lnTo>
                  <a:lnTo>
                    <a:pt x="25" y="613"/>
                  </a:lnTo>
                  <a:lnTo>
                    <a:pt x="42" y="431"/>
                  </a:lnTo>
                  <a:lnTo>
                    <a:pt x="92" y="304"/>
                  </a:lnTo>
                  <a:lnTo>
                    <a:pt x="132" y="517"/>
                  </a:lnTo>
                  <a:lnTo>
                    <a:pt x="128" y="594"/>
                  </a:lnTo>
                  <a:lnTo>
                    <a:pt x="178" y="535"/>
                  </a:lnTo>
                  <a:lnTo>
                    <a:pt x="477" y="640"/>
                  </a:lnTo>
                  <a:lnTo>
                    <a:pt x="601" y="620"/>
                  </a:lnTo>
                  <a:lnTo>
                    <a:pt x="694" y="565"/>
                  </a:lnTo>
                  <a:lnTo>
                    <a:pt x="756" y="480"/>
                  </a:lnTo>
                  <a:lnTo>
                    <a:pt x="811" y="408"/>
                  </a:lnTo>
                  <a:lnTo>
                    <a:pt x="680" y="565"/>
                  </a:lnTo>
                  <a:lnTo>
                    <a:pt x="601" y="594"/>
                  </a:lnTo>
                  <a:lnTo>
                    <a:pt x="500" y="604"/>
                  </a:lnTo>
                  <a:lnTo>
                    <a:pt x="424" y="594"/>
                  </a:lnTo>
                  <a:lnTo>
                    <a:pt x="334" y="558"/>
                  </a:lnTo>
                  <a:lnTo>
                    <a:pt x="246" y="466"/>
                  </a:lnTo>
                  <a:lnTo>
                    <a:pt x="253" y="359"/>
                  </a:lnTo>
                  <a:lnTo>
                    <a:pt x="394" y="480"/>
                  </a:lnTo>
                  <a:lnTo>
                    <a:pt x="420" y="414"/>
                  </a:lnTo>
                  <a:lnTo>
                    <a:pt x="299" y="238"/>
                  </a:lnTo>
                  <a:lnTo>
                    <a:pt x="299" y="141"/>
                  </a:lnTo>
                  <a:lnTo>
                    <a:pt x="429" y="133"/>
                  </a:lnTo>
                  <a:lnTo>
                    <a:pt x="477" y="157"/>
                  </a:lnTo>
                  <a:lnTo>
                    <a:pt x="429" y="258"/>
                  </a:lnTo>
                  <a:lnTo>
                    <a:pt x="530" y="293"/>
                  </a:lnTo>
                  <a:lnTo>
                    <a:pt x="659" y="293"/>
                  </a:lnTo>
                  <a:lnTo>
                    <a:pt x="671" y="271"/>
                  </a:lnTo>
                  <a:lnTo>
                    <a:pt x="552" y="141"/>
                  </a:lnTo>
                  <a:lnTo>
                    <a:pt x="694" y="166"/>
                  </a:lnTo>
                  <a:lnTo>
                    <a:pt x="842" y="238"/>
                  </a:lnTo>
                  <a:lnTo>
                    <a:pt x="827" y="348"/>
                  </a:lnTo>
                  <a:lnTo>
                    <a:pt x="866" y="286"/>
                  </a:lnTo>
                  <a:lnTo>
                    <a:pt x="912" y="274"/>
                  </a:lnTo>
                  <a:lnTo>
                    <a:pt x="924" y="223"/>
                  </a:lnTo>
                  <a:lnTo>
                    <a:pt x="650" y="104"/>
                  </a:lnTo>
                  <a:lnTo>
                    <a:pt x="585" y="36"/>
                  </a:lnTo>
                  <a:lnTo>
                    <a:pt x="369" y="0"/>
                  </a:lnTo>
                  <a:lnTo>
                    <a:pt x="223" y="5"/>
                  </a:lnTo>
                  <a:lnTo>
                    <a:pt x="189" y="58"/>
                  </a:lnTo>
                  <a:lnTo>
                    <a:pt x="46" y="11"/>
                  </a:lnTo>
                  <a:lnTo>
                    <a:pt x="36"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1" name="Freeform 341"/>
            <p:cNvSpPr>
              <a:spLocks/>
            </p:cNvSpPr>
            <p:nvPr/>
          </p:nvSpPr>
          <p:spPr bwMode="auto">
            <a:xfrm>
              <a:off x="2916" y="1648"/>
              <a:ext cx="8" cy="12"/>
            </a:xfrm>
            <a:custGeom>
              <a:avLst/>
              <a:gdLst>
                <a:gd name="T0" fmla="*/ 0 w 64"/>
                <a:gd name="T1" fmla="*/ 0 h 90"/>
                <a:gd name="T2" fmla="*/ 0 w 64"/>
                <a:gd name="T3" fmla="*/ 0 h 90"/>
                <a:gd name="T4" fmla="*/ 0 w 64"/>
                <a:gd name="T5" fmla="*/ 0 h 90"/>
                <a:gd name="T6" fmla="*/ 0 w 64"/>
                <a:gd name="T7" fmla="*/ 0 h 90"/>
                <a:gd name="T8" fmla="*/ 0 60000 65536"/>
                <a:gd name="T9" fmla="*/ 0 60000 65536"/>
                <a:gd name="T10" fmla="*/ 0 60000 65536"/>
                <a:gd name="T11" fmla="*/ 0 60000 65536"/>
                <a:gd name="T12" fmla="*/ 0 w 64"/>
                <a:gd name="T13" fmla="*/ 0 h 90"/>
                <a:gd name="T14" fmla="*/ 64 w 64"/>
                <a:gd name="T15" fmla="*/ 90 h 90"/>
              </a:gdLst>
              <a:ahLst/>
              <a:cxnLst>
                <a:cxn ang="T8">
                  <a:pos x="T0" y="T1"/>
                </a:cxn>
                <a:cxn ang="T9">
                  <a:pos x="T2" y="T3"/>
                </a:cxn>
                <a:cxn ang="T10">
                  <a:pos x="T4" y="T5"/>
                </a:cxn>
                <a:cxn ang="T11">
                  <a:pos x="T6" y="T7"/>
                </a:cxn>
              </a:cxnLst>
              <a:rect l="T12" t="T13" r="T14" b="T15"/>
              <a:pathLst>
                <a:path w="64" h="90">
                  <a:moveTo>
                    <a:pt x="0" y="0"/>
                  </a:moveTo>
                  <a:lnTo>
                    <a:pt x="18" y="90"/>
                  </a:lnTo>
                  <a:lnTo>
                    <a:pt x="6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2" name="Freeform 342"/>
            <p:cNvSpPr>
              <a:spLocks/>
            </p:cNvSpPr>
            <p:nvPr/>
          </p:nvSpPr>
          <p:spPr bwMode="auto">
            <a:xfrm>
              <a:off x="2787" y="1591"/>
              <a:ext cx="96" cy="41"/>
            </a:xfrm>
            <a:custGeom>
              <a:avLst/>
              <a:gdLst>
                <a:gd name="T0" fmla="*/ 0 w 774"/>
                <a:gd name="T1" fmla="*/ 0 h 328"/>
                <a:gd name="T2" fmla="*/ 0 w 774"/>
                <a:gd name="T3" fmla="*/ 0 h 328"/>
                <a:gd name="T4" fmla="*/ 0 w 774"/>
                <a:gd name="T5" fmla="*/ 0 h 328"/>
                <a:gd name="T6" fmla="*/ 0 w 774"/>
                <a:gd name="T7" fmla="*/ 0 h 328"/>
                <a:gd name="T8" fmla="*/ 0 w 774"/>
                <a:gd name="T9" fmla="*/ 0 h 328"/>
                <a:gd name="T10" fmla="*/ 0 w 774"/>
                <a:gd name="T11" fmla="*/ 0 h 328"/>
                <a:gd name="T12" fmla="*/ 0 w 774"/>
                <a:gd name="T13" fmla="*/ 0 h 328"/>
                <a:gd name="T14" fmla="*/ 0 w 774"/>
                <a:gd name="T15" fmla="*/ 0 h 328"/>
                <a:gd name="T16" fmla="*/ 0 w 774"/>
                <a:gd name="T17" fmla="*/ 0 h 328"/>
                <a:gd name="T18" fmla="*/ 0 w 774"/>
                <a:gd name="T19" fmla="*/ 0 h 328"/>
                <a:gd name="T20" fmla="*/ 0 w 774"/>
                <a:gd name="T21" fmla="*/ 0 h 328"/>
                <a:gd name="T22" fmla="*/ 0 w 774"/>
                <a:gd name="T23" fmla="*/ 0 h 328"/>
                <a:gd name="T24" fmla="*/ 0 w 774"/>
                <a:gd name="T25" fmla="*/ 0 h 328"/>
                <a:gd name="T26" fmla="*/ 0 w 774"/>
                <a:gd name="T27" fmla="*/ 0 h 328"/>
                <a:gd name="T28" fmla="*/ 0 w 774"/>
                <a:gd name="T29" fmla="*/ 0 h 328"/>
                <a:gd name="T30" fmla="*/ 0 w 774"/>
                <a:gd name="T31" fmla="*/ 0 h 32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74"/>
                <a:gd name="T49" fmla="*/ 0 h 328"/>
                <a:gd name="T50" fmla="*/ 774 w 774"/>
                <a:gd name="T51" fmla="*/ 328 h 32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74" h="328">
                  <a:moveTo>
                    <a:pt x="759" y="328"/>
                  </a:moveTo>
                  <a:lnTo>
                    <a:pt x="774" y="293"/>
                  </a:lnTo>
                  <a:lnTo>
                    <a:pt x="678" y="185"/>
                  </a:lnTo>
                  <a:lnTo>
                    <a:pt x="443" y="46"/>
                  </a:lnTo>
                  <a:lnTo>
                    <a:pt x="270" y="64"/>
                  </a:lnTo>
                  <a:lnTo>
                    <a:pt x="173" y="23"/>
                  </a:lnTo>
                  <a:lnTo>
                    <a:pt x="18" y="0"/>
                  </a:lnTo>
                  <a:lnTo>
                    <a:pt x="0" y="23"/>
                  </a:lnTo>
                  <a:lnTo>
                    <a:pt x="51" y="64"/>
                  </a:lnTo>
                  <a:lnTo>
                    <a:pt x="245" y="104"/>
                  </a:lnTo>
                  <a:lnTo>
                    <a:pt x="337" y="127"/>
                  </a:lnTo>
                  <a:lnTo>
                    <a:pt x="452" y="134"/>
                  </a:lnTo>
                  <a:lnTo>
                    <a:pt x="607" y="219"/>
                  </a:lnTo>
                  <a:lnTo>
                    <a:pt x="706" y="300"/>
                  </a:lnTo>
                  <a:lnTo>
                    <a:pt x="735" y="328"/>
                  </a:lnTo>
                  <a:lnTo>
                    <a:pt x="759" y="3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3" name="Freeform 343"/>
            <p:cNvSpPr>
              <a:spLocks/>
            </p:cNvSpPr>
            <p:nvPr/>
          </p:nvSpPr>
          <p:spPr bwMode="auto">
            <a:xfrm>
              <a:off x="2782" y="1597"/>
              <a:ext cx="101" cy="82"/>
            </a:xfrm>
            <a:custGeom>
              <a:avLst/>
              <a:gdLst>
                <a:gd name="T0" fmla="*/ 0 w 807"/>
                <a:gd name="T1" fmla="*/ 0 h 655"/>
                <a:gd name="T2" fmla="*/ 0 w 807"/>
                <a:gd name="T3" fmla="*/ 0 h 655"/>
                <a:gd name="T4" fmla="*/ 0 w 807"/>
                <a:gd name="T5" fmla="*/ 0 h 655"/>
                <a:gd name="T6" fmla="*/ 0 w 807"/>
                <a:gd name="T7" fmla="*/ 0 h 655"/>
                <a:gd name="T8" fmla="*/ 0 w 807"/>
                <a:gd name="T9" fmla="*/ 0 h 655"/>
                <a:gd name="T10" fmla="*/ 0 w 807"/>
                <a:gd name="T11" fmla="*/ 0 h 655"/>
                <a:gd name="T12" fmla="*/ 0 w 807"/>
                <a:gd name="T13" fmla="*/ 0 h 655"/>
                <a:gd name="T14" fmla="*/ 0 w 807"/>
                <a:gd name="T15" fmla="*/ 0 h 655"/>
                <a:gd name="T16" fmla="*/ 0 w 807"/>
                <a:gd name="T17" fmla="*/ 0 h 655"/>
                <a:gd name="T18" fmla="*/ 0 w 807"/>
                <a:gd name="T19" fmla="*/ 0 h 655"/>
                <a:gd name="T20" fmla="*/ 0 w 807"/>
                <a:gd name="T21" fmla="*/ 0 h 655"/>
                <a:gd name="T22" fmla="*/ 0 w 807"/>
                <a:gd name="T23" fmla="*/ 0 h 655"/>
                <a:gd name="T24" fmla="*/ 0 w 807"/>
                <a:gd name="T25" fmla="*/ 0 h 655"/>
                <a:gd name="T26" fmla="*/ 0 w 807"/>
                <a:gd name="T27" fmla="*/ 0 h 655"/>
                <a:gd name="T28" fmla="*/ 0 w 807"/>
                <a:gd name="T29" fmla="*/ 0 h 655"/>
                <a:gd name="T30" fmla="*/ 0 w 807"/>
                <a:gd name="T31" fmla="*/ 0 h 655"/>
                <a:gd name="T32" fmla="*/ 0 w 807"/>
                <a:gd name="T33" fmla="*/ 0 h 655"/>
                <a:gd name="T34" fmla="*/ 0 w 807"/>
                <a:gd name="T35" fmla="*/ 0 h 655"/>
                <a:gd name="T36" fmla="*/ 0 w 807"/>
                <a:gd name="T37" fmla="*/ 0 h 655"/>
                <a:gd name="T38" fmla="*/ 0 w 807"/>
                <a:gd name="T39" fmla="*/ 0 h 655"/>
                <a:gd name="T40" fmla="*/ 0 w 807"/>
                <a:gd name="T41" fmla="*/ 0 h 655"/>
                <a:gd name="T42" fmla="*/ 0 w 807"/>
                <a:gd name="T43" fmla="*/ 0 h 655"/>
                <a:gd name="T44" fmla="*/ 0 w 807"/>
                <a:gd name="T45" fmla="*/ 0 h 655"/>
                <a:gd name="T46" fmla="*/ 0 w 807"/>
                <a:gd name="T47" fmla="*/ 0 h 655"/>
                <a:gd name="T48" fmla="*/ 0 w 807"/>
                <a:gd name="T49" fmla="*/ 0 h 655"/>
                <a:gd name="T50" fmla="*/ 0 w 807"/>
                <a:gd name="T51" fmla="*/ 0 h 655"/>
                <a:gd name="T52" fmla="*/ 0 w 807"/>
                <a:gd name="T53" fmla="*/ 0 h 655"/>
                <a:gd name="T54" fmla="*/ 0 w 807"/>
                <a:gd name="T55" fmla="*/ 0 h 655"/>
                <a:gd name="T56" fmla="*/ 0 w 807"/>
                <a:gd name="T57" fmla="*/ 0 h 655"/>
                <a:gd name="T58" fmla="*/ 0 w 807"/>
                <a:gd name="T59" fmla="*/ 0 h 6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07"/>
                <a:gd name="T91" fmla="*/ 0 h 655"/>
                <a:gd name="T92" fmla="*/ 807 w 807"/>
                <a:gd name="T93" fmla="*/ 655 h 6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07" h="655">
                  <a:moveTo>
                    <a:pt x="132" y="32"/>
                  </a:moveTo>
                  <a:lnTo>
                    <a:pt x="88" y="93"/>
                  </a:lnTo>
                  <a:lnTo>
                    <a:pt x="51" y="227"/>
                  </a:lnTo>
                  <a:lnTo>
                    <a:pt x="37" y="359"/>
                  </a:lnTo>
                  <a:lnTo>
                    <a:pt x="77" y="466"/>
                  </a:lnTo>
                  <a:lnTo>
                    <a:pt x="132" y="535"/>
                  </a:lnTo>
                  <a:lnTo>
                    <a:pt x="249" y="595"/>
                  </a:lnTo>
                  <a:lnTo>
                    <a:pt x="383" y="634"/>
                  </a:lnTo>
                  <a:lnTo>
                    <a:pt x="501" y="625"/>
                  </a:lnTo>
                  <a:lnTo>
                    <a:pt x="581" y="595"/>
                  </a:lnTo>
                  <a:lnTo>
                    <a:pt x="651" y="551"/>
                  </a:lnTo>
                  <a:lnTo>
                    <a:pt x="708" y="480"/>
                  </a:lnTo>
                  <a:lnTo>
                    <a:pt x="761" y="392"/>
                  </a:lnTo>
                  <a:lnTo>
                    <a:pt x="409" y="480"/>
                  </a:lnTo>
                  <a:lnTo>
                    <a:pt x="480" y="381"/>
                  </a:lnTo>
                  <a:lnTo>
                    <a:pt x="576" y="359"/>
                  </a:lnTo>
                  <a:lnTo>
                    <a:pt x="736" y="359"/>
                  </a:lnTo>
                  <a:lnTo>
                    <a:pt x="807" y="288"/>
                  </a:lnTo>
                  <a:lnTo>
                    <a:pt x="807" y="359"/>
                  </a:lnTo>
                  <a:lnTo>
                    <a:pt x="708" y="530"/>
                  </a:lnTo>
                  <a:lnTo>
                    <a:pt x="611" y="611"/>
                  </a:lnTo>
                  <a:lnTo>
                    <a:pt x="491" y="636"/>
                  </a:lnTo>
                  <a:lnTo>
                    <a:pt x="383" y="655"/>
                  </a:lnTo>
                  <a:lnTo>
                    <a:pt x="222" y="611"/>
                  </a:lnTo>
                  <a:lnTo>
                    <a:pt x="88" y="530"/>
                  </a:lnTo>
                  <a:lnTo>
                    <a:pt x="26" y="434"/>
                  </a:lnTo>
                  <a:lnTo>
                    <a:pt x="0" y="282"/>
                  </a:lnTo>
                  <a:lnTo>
                    <a:pt x="26" y="117"/>
                  </a:lnTo>
                  <a:lnTo>
                    <a:pt x="95" y="0"/>
                  </a:lnTo>
                  <a:lnTo>
                    <a:pt x="132"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4" name="Freeform 344"/>
            <p:cNvSpPr>
              <a:spLocks/>
            </p:cNvSpPr>
            <p:nvPr/>
          </p:nvSpPr>
          <p:spPr bwMode="auto">
            <a:xfrm>
              <a:off x="2816" y="1613"/>
              <a:ext cx="52" cy="24"/>
            </a:xfrm>
            <a:custGeom>
              <a:avLst/>
              <a:gdLst>
                <a:gd name="T0" fmla="*/ 0 w 412"/>
                <a:gd name="T1" fmla="*/ 0 h 189"/>
                <a:gd name="T2" fmla="*/ 0 w 412"/>
                <a:gd name="T3" fmla="*/ 0 h 189"/>
                <a:gd name="T4" fmla="*/ 0 w 412"/>
                <a:gd name="T5" fmla="*/ 0 h 189"/>
                <a:gd name="T6" fmla="*/ 0 w 412"/>
                <a:gd name="T7" fmla="*/ 0 h 189"/>
                <a:gd name="T8" fmla="*/ 0 w 412"/>
                <a:gd name="T9" fmla="*/ 0 h 189"/>
                <a:gd name="T10" fmla="*/ 0 w 412"/>
                <a:gd name="T11" fmla="*/ 0 h 189"/>
                <a:gd name="T12" fmla="*/ 0 w 412"/>
                <a:gd name="T13" fmla="*/ 0 h 189"/>
                <a:gd name="T14" fmla="*/ 0 w 412"/>
                <a:gd name="T15" fmla="*/ 0 h 189"/>
                <a:gd name="T16" fmla="*/ 0 w 412"/>
                <a:gd name="T17" fmla="*/ 0 h 189"/>
                <a:gd name="T18" fmla="*/ 0 w 412"/>
                <a:gd name="T19" fmla="*/ 0 h 189"/>
                <a:gd name="T20" fmla="*/ 0 w 412"/>
                <a:gd name="T21" fmla="*/ 0 h 189"/>
                <a:gd name="T22" fmla="*/ 0 w 412"/>
                <a:gd name="T23" fmla="*/ 0 h 189"/>
                <a:gd name="T24" fmla="*/ 0 w 412"/>
                <a:gd name="T25" fmla="*/ 0 h 189"/>
                <a:gd name="T26" fmla="*/ 0 w 412"/>
                <a:gd name="T27" fmla="*/ 0 h 189"/>
                <a:gd name="T28" fmla="*/ 0 w 412"/>
                <a:gd name="T29" fmla="*/ 0 h 1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2"/>
                <a:gd name="T46" fmla="*/ 0 h 189"/>
                <a:gd name="T47" fmla="*/ 412 w 412"/>
                <a:gd name="T48" fmla="*/ 189 h 1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2" h="189">
                  <a:moveTo>
                    <a:pt x="15" y="110"/>
                  </a:moveTo>
                  <a:lnTo>
                    <a:pt x="0" y="50"/>
                  </a:lnTo>
                  <a:lnTo>
                    <a:pt x="34" y="0"/>
                  </a:lnTo>
                  <a:lnTo>
                    <a:pt x="207" y="0"/>
                  </a:lnTo>
                  <a:lnTo>
                    <a:pt x="393" y="99"/>
                  </a:lnTo>
                  <a:lnTo>
                    <a:pt x="412" y="160"/>
                  </a:lnTo>
                  <a:lnTo>
                    <a:pt x="378" y="189"/>
                  </a:lnTo>
                  <a:lnTo>
                    <a:pt x="165" y="185"/>
                  </a:lnTo>
                  <a:lnTo>
                    <a:pt x="200" y="154"/>
                  </a:lnTo>
                  <a:lnTo>
                    <a:pt x="154" y="119"/>
                  </a:lnTo>
                  <a:lnTo>
                    <a:pt x="165" y="84"/>
                  </a:lnTo>
                  <a:lnTo>
                    <a:pt x="200" y="84"/>
                  </a:lnTo>
                  <a:lnTo>
                    <a:pt x="165" y="50"/>
                  </a:lnTo>
                  <a:lnTo>
                    <a:pt x="55" y="68"/>
                  </a:lnTo>
                  <a:lnTo>
                    <a:pt x="15"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5" name="Freeform 345"/>
            <p:cNvSpPr>
              <a:spLocks/>
            </p:cNvSpPr>
            <p:nvPr/>
          </p:nvSpPr>
          <p:spPr bwMode="auto">
            <a:xfrm>
              <a:off x="2968" y="1660"/>
              <a:ext cx="47" cy="64"/>
            </a:xfrm>
            <a:custGeom>
              <a:avLst/>
              <a:gdLst>
                <a:gd name="T0" fmla="*/ 0 w 374"/>
                <a:gd name="T1" fmla="*/ 0 h 514"/>
                <a:gd name="T2" fmla="*/ 0 w 374"/>
                <a:gd name="T3" fmla="*/ 0 h 514"/>
                <a:gd name="T4" fmla="*/ 0 w 374"/>
                <a:gd name="T5" fmla="*/ 0 h 514"/>
                <a:gd name="T6" fmla="*/ 0 w 374"/>
                <a:gd name="T7" fmla="*/ 0 h 514"/>
                <a:gd name="T8" fmla="*/ 0 w 374"/>
                <a:gd name="T9" fmla="*/ 0 h 514"/>
                <a:gd name="T10" fmla="*/ 0 w 374"/>
                <a:gd name="T11" fmla="*/ 0 h 514"/>
                <a:gd name="T12" fmla="*/ 0 w 374"/>
                <a:gd name="T13" fmla="*/ 0 h 514"/>
                <a:gd name="T14" fmla="*/ 0 w 374"/>
                <a:gd name="T15" fmla="*/ 0 h 514"/>
                <a:gd name="T16" fmla="*/ 0 w 374"/>
                <a:gd name="T17" fmla="*/ 0 h 514"/>
                <a:gd name="T18" fmla="*/ 0 w 374"/>
                <a:gd name="T19" fmla="*/ 0 h 514"/>
                <a:gd name="T20" fmla="*/ 0 w 374"/>
                <a:gd name="T21" fmla="*/ 0 h 514"/>
                <a:gd name="T22" fmla="*/ 0 w 374"/>
                <a:gd name="T23" fmla="*/ 0 h 514"/>
                <a:gd name="T24" fmla="*/ 0 w 374"/>
                <a:gd name="T25" fmla="*/ 0 h 514"/>
                <a:gd name="T26" fmla="*/ 0 w 374"/>
                <a:gd name="T27" fmla="*/ 0 h 514"/>
                <a:gd name="T28" fmla="*/ 0 w 374"/>
                <a:gd name="T29" fmla="*/ 0 h 51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74"/>
                <a:gd name="T46" fmla="*/ 0 h 514"/>
                <a:gd name="T47" fmla="*/ 374 w 374"/>
                <a:gd name="T48" fmla="*/ 514 h 51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74" h="514">
                  <a:moveTo>
                    <a:pt x="0" y="492"/>
                  </a:moveTo>
                  <a:lnTo>
                    <a:pt x="64" y="514"/>
                  </a:lnTo>
                  <a:lnTo>
                    <a:pt x="136" y="485"/>
                  </a:lnTo>
                  <a:lnTo>
                    <a:pt x="231" y="371"/>
                  </a:lnTo>
                  <a:lnTo>
                    <a:pt x="297" y="243"/>
                  </a:lnTo>
                  <a:lnTo>
                    <a:pt x="369" y="95"/>
                  </a:lnTo>
                  <a:lnTo>
                    <a:pt x="374" y="12"/>
                  </a:lnTo>
                  <a:lnTo>
                    <a:pt x="359" y="0"/>
                  </a:lnTo>
                  <a:lnTo>
                    <a:pt x="334" y="100"/>
                  </a:lnTo>
                  <a:lnTo>
                    <a:pt x="255" y="277"/>
                  </a:lnTo>
                  <a:lnTo>
                    <a:pt x="168" y="426"/>
                  </a:lnTo>
                  <a:lnTo>
                    <a:pt x="110" y="452"/>
                  </a:lnTo>
                  <a:lnTo>
                    <a:pt x="64" y="381"/>
                  </a:lnTo>
                  <a:lnTo>
                    <a:pt x="0" y="452"/>
                  </a:lnTo>
                  <a:lnTo>
                    <a:pt x="0" y="49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6" name="Freeform 346"/>
            <p:cNvSpPr>
              <a:spLocks/>
            </p:cNvSpPr>
            <p:nvPr/>
          </p:nvSpPr>
          <p:spPr bwMode="auto">
            <a:xfrm>
              <a:off x="2990" y="1668"/>
              <a:ext cx="11" cy="29"/>
            </a:xfrm>
            <a:custGeom>
              <a:avLst/>
              <a:gdLst>
                <a:gd name="T0" fmla="*/ 0 w 85"/>
                <a:gd name="T1" fmla="*/ 0 h 233"/>
                <a:gd name="T2" fmla="*/ 0 w 85"/>
                <a:gd name="T3" fmla="*/ 0 h 233"/>
                <a:gd name="T4" fmla="*/ 0 w 85"/>
                <a:gd name="T5" fmla="*/ 0 h 233"/>
                <a:gd name="T6" fmla="*/ 0 w 85"/>
                <a:gd name="T7" fmla="*/ 0 h 233"/>
                <a:gd name="T8" fmla="*/ 0 w 85"/>
                <a:gd name="T9" fmla="*/ 0 h 233"/>
                <a:gd name="T10" fmla="*/ 0 60000 65536"/>
                <a:gd name="T11" fmla="*/ 0 60000 65536"/>
                <a:gd name="T12" fmla="*/ 0 60000 65536"/>
                <a:gd name="T13" fmla="*/ 0 60000 65536"/>
                <a:gd name="T14" fmla="*/ 0 60000 65536"/>
                <a:gd name="T15" fmla="*/ 0 w 85"/>
                <a:gd name="T16" fmla="*/ 0 h 233"/>
                <a:gd name="T17" fmla="*/ 85 w 85"/>
                <a:gd name="T18" fmla="*/ 233 h 233"/>
              </a:gdLst>
              <a:ahLst/>
              <a:cxnLst>
                <a:cxn ang="T10">
                  <a:pos x="T0" y="T1"/>
                </a:cxn>
                <a:cxn ang="T11">
                  <a:pos x="T2" y="T3"/>
                </a:cxn>
                <a:cxn ang="T12">
                  <a:pos x="T4" y="T5"/>
                </a:cxn>
                <a:cxn ang="T13">
                  <a:pos x="T6" y="T7"/>
                </a:cxn>
                <a:cxn ang="T14">
                  <a:pos x="T8" y="T9"/>
                </a:cxn>
              </a:cxnLst>
              <a:rect l="T15" t="T16" r="T17" b="T18"/>
              <a:pathLst>
                <a:path w="85" h="233">
                  <a:moveTo>
                    <a:pt x="0" y="134"/>
                  </a:moveTo>
                  <a:lnTo>
                    <a:pt x="14" y="233"/>
                  </a:lnTo>
                  <a:lnTo>
                    <a:pt x="85" y="122"/>
                  </a:lnTo>
                  <a:lnTo>
                    <a:pt x="82" y="0"/>
                  </a:lnTo>
                  <a:lnTo>
                    <a:pt x="0" y="1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7" name="Freeform 347"/>
            <p:cNvSpPr>
              <a:spLocks/>
            </p:cNvSpPr>
            <p:nvPr/>
          </p:nvSpPr>
          <p:spPr bwMode="auto">
            <a:xfrm>
              <a:off x="2779" y="1580"/>
              <a:ext cx="12" cy="39"/>
            </a:xfrm>
            <a:custGeom>
              <a:avLst/>
              <a:gdLst>
                <a:gd name="T0" fmla="*/ 0 w 103"/>
                <a:gd name="T1" fmla="*/ 0 h 311"/>
                <a:gd name="T2" fmla="*/ 0 w 103"/>
                <a:gd name="T3" fmla="*/ 0 h 311"/>
                <a:gd name="T4" fmla="*/ 0 w 103"/>
                <a:gd name="T5" fmla="*/ 0 h 311"/>
                <a:gd name="T6" fmla="*/ 0 w 103"/>
                <a:gd name="T7" fmla="*/ 0 h 311"/>
                <a:gd name="T8" fmla="*/ 0 w 103"/>
                <a:gd name="T9" fmla="*/ 0 h 311"/>
                <a:gd name="T10" fmla="*/ 0 60000 65536"/>
                <a:gd name="T11" fmla="*/ 0 60000 65536"/>
                <a:gd name="T12" fmla="*/ 0 60000 65536"/>
                <a:gd name="T13" fmla="*/ 0 60000 65536"/>
                <a:gd name="T14" fmla="*/ 0 60000 65536"/>
                <a:gd name="T15" fmla="*/ 0 w 103"/>
                <a:gd name="T16" fmla="*/ 0 h 311"/>
                <a:gd name="T17" fmla="*/ 103 w 103"/>
                <a:gd name="T18" fmla="*/ 311 h 311"/>
              </a:gdLst>
              <a:ahLst/>
              <a:cxnLst>
                <a:cxn ang="T10">
                  <a:pos x="T0" y="T1"/>
                </a:cxn>
                <a:cxn ang="T11">
                  <a:pos x="T2" y="T3"/>
                </a:cxn>
                <a:cxn ang="T12">
                  <a:pos x="T4" y="T5"/>
                </a:cxn>
                <a:cxn ang="T13">
                  <a:pos x="T6" y="T7"/>
                </a:cxn>
                <a:cxn ang="T14">
                  <a:pos x="T8" y="T9"/>
                </a:cxn>
              </a:cxnLst>
              <a:rect l="T15" t="T16" r="T17" b="T18"/>
              <a:pathLst>
                <a:path w="103" h="311">
                  <a:moveTo>
                    <a:pt x="103" y="180"/>
                  </a:moveTo>
                  <a:lnTo>
                    <a:pt x="33" y="0"/>
                  </a:lnTo>
                  <a:lnTo>
                    <a:pt x="0" y="57"/>
                  </a:lnTo>
                  <a:lnTo>
                    <a:pt x="52" y="311"/>
                  </a:lnTo>
                  <a:lnTo>
                    <a:pt x="103"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8" name="Freeform 348"/>
            <p:cNvSpPr>
              <a:spLocks/>
            </p:cNvSpPr>
            <p:nvPr/>
          </p:nvSpPr>
          <p:spPr bwMode="auto">
            <a:xfrm>
              <a:off x="2977" y="1660"/>
              <a:ext cx="29" cy="18"/>
            </a:xfrm>
            <a:custGeom>
              <a:avLst/>
              <a:gdLst>
                <a:gd name="T0" fmla="*/ 0 w 231"/>
                <a:gd name="T1" fmla="*/ 0 h 149"/>
                <a:gd name="T2" fmla="*/ 0 w 231"/>
                <a:gd name="T3" fmla="*/ 0 h 149"/>
                <a:gd name="T4" fmla="*/ 0 w 231"/>
                <a:gd name="T5" fmla="*/ 0 h 149"/>
                <a:gd name="T6" fmla="*/ 0 w 231"/>
                <a:gd name="T7" fmla="*/ 0 h 149"/>
                <a:gd name="T8" fmla="*/ 0 w 231"/>
                <a:gd name="T9" fmla="*/ 0 h 149"/>
                <a:gd name="T10" fmla="*/ 0 60000 65536"/>
                <a:gd name="T11" fmla="*/ 0 60000 65536"/>
                <a:gd name="T12" fmla="*/ 0 60000 65536"/>
                <a:gd name="T13" fmla="*/ 0 60000 65536"/>
                <a:gd name="T14" fmla="*/ 0 60000 65536"/>
                <a:gd name="T15" fmla="*/ 0 w 231"/>
                <a:gd name="T16" fmla="*/ 0 h 149"/>
                <a:gd name="T17" fmla="*/ 231 w 231"/>
                <a:gd name="T18" fmla="*/ 149 h 149"/>
              </a:gdLst>
              <a:ahLst/>
              <a:cxnLst>
                <a:cxn ang="T10">
                  <a:pos x="T0" y="T1"/>
                </a:cxn>
                <a:cxn ang="T11">
                  <a:pos x="T2" y="T3"/>
                </a:cxn>
                <a:cxn ang="T12">
                  <a:pos x="T4" y="T5"/>
                </a:cxn>
                <a:cxn ang="T13">
                  <a:pos x="T6" y="T7"/>
                </a:cxn>
                <a:cxn ang="T14">
                  <a:pos x="T8" y="T9"/>
                </a:cxn>
              </a:cxnLst>
              <a:rect l="T15" t="T16" r="T17" b="T18"/>
              <a:pathLst>
                <a:path w="231" h="149">
                  <a:moveTo>
                    <a:pt x="51" y="51"/>
                  </a:moveTo>
                  <a:lnTo>
                    <a:pt x="231" y="0"/>
                  </a:lnTo>
                  <a:lnTo>
                    <a:pt x="222" y="35"/>
                  </a:lnTo>
                  <a:lnTo>
                    <a:pt x="0" y="149"/>
                  </a:lnTo>
                  <a:lnTo>
                    <a:pt x="51"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9" name="Freeform 349"/>
            <p:cNvSpPr>
              <a:spLocks/>
            </p:cNvSpPr>
            <p:nvPr/>
          </p:nvSpPr>
          <p:spPr bwMode="auto">
            <a:xfrm>
              <a:off x="2893" y="1709"/>
              <a:ext cx="20" cy="49"/>
            </a:xfrm>
            <a:custGeom>
              <a:avLst/>
              <a:gdLst>
                <a:gd name="T0" fmla="*/ 0 w 161"/>
                <a:gd name="T1" fmla="*/ 0 h 392"/>
                <a:gd name="T2" fmla="*/ 0 w 161"/>
                <a:gd name="T3" fmla="*/ 0 h 392"/>
                <a:gd name="T4" fmla="*/ 0 w 161"/>
                <a:gd name="T5" fmla="*/ 0 h 392"/>
                <a:gd name="T6" fmla="*/ 0 w 161"/>
                <a:gd name="T7" fmla="*/ 0 h 392"/>
                <a:gd name="T8" fmla="*/ 0 w 161"/>
                <a:gd name="T9" fmla="*/ 0 h 392"/>
                <a:gd name="T10" fmla="*/ 0 w 161"/>
                <a:gd name="T11" fmla="*/ 0 h 392"/>
                <a:gd name="T12" fmla="*/ 0 60000 65536"/>
                <a:gd name="T13" fmla="*/ 0 60000 65536"/>
                <a:gd name="T14" fmla="*/ 0 60000 65536"/>
                <a:gd name="T15" fmla="*/ 0 60000 65536"/>
                <a:gd name="T16" fmla="*/ 0 60000 65536"/>
                <a:gd name="T17" fmla="*/ 0 60000 65536"/>
                <a:gd name="T18" fmla="*/ 0 w 161"/>
                <a:gd name="T19" fmla="*/ 0 h 392"/>
                <a:gd name="T20" fmla="*/ 161 w 161"/>
                <a:gd name="T21" fmla="*/ 392 h 392"/>
              </a:gdLst>
              <a:ahLst/>
              <a:cxnLst>
                <a:cxn ang="T12">
                  <a:pos x="T0" y="T1"/>
                </a:cxn>
                <a:cxn ang="T13">
                  <a:pos x="T2" y="T3"/>
                </a:cxn>
                <a:cxn ang="T14">
                  <a:pos x="T4" y="T5"/>
                </a:cxn>
                <a:cxn ang="T15">
                  <a:pos x="T6" y="T7"/>
                </a:cxn>
                <a:cxn ang="T16">
                  <a:pos x="T8" y="T9"/>
                </a:cxn>
                <a:cxn ang="T17">
                  <a:pos x="T10" y="T11"/>
                </a:cxn>
              </a:cxnLst>
              <a:rect l="T18" t="T19" r="T20" b="T21"/>
              <a:pathLst>
                <a:path w="161" h="392">
                  <a:moveTo>
                    <a:pt x="0" y="76"/>
                  </a:moveTo>
                  <a:lnTo>
                    <a:pt x="13" y="0"/>
                  </a:lnTo>
                  <a:lnTo>
                    <a:pt x="161" y="216"/>
                  </a:lnTo>
                  <a:lnTo>
                    <a:pt x="117" y="392"/>
                  </a:lnTo>
                  <a:lnTo>
                    <a:pt x="57" y="277"/>
                  </a:lnTo>
                  <a:lnTo>
                    <a:pt x="0"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0" name="Freeform 350"/>
            <p:cNvSpPr>
              <a:spLocks/>
            </p:cNvSpPr>
            <p:nvPr/>
          </p:nvSpPr>
          <p:spPr bwMode="auto">
            <a:xfrm>
              <a:off x="2790" y="1690"/>
              <a:ext cx="47" cy="32"/>
            </a:xfrm>
            <a:custGeom>
              <a:avLst/>
              <a:gdLst>
                <a:gd name="T0" fmla="*/ 0 w 376"/>
                <a:gd name="T1" fmla="*/ 0 h 258"/>
                <a:gd name="T2" fmla="*/ 0 w 376"/>
                <a:gd name="T3" fmla="*/ 0 h 258"/>
                <a:gd name="T4" fmla="*/ 0 w 376"/>
                <a:gd name="T5" fmla="*/ 0 h 258"/>
                <a:gd name="T6" fmla="*/ 0 w 376"/>
                <a:gd name="T7" fmla="*/ 0 h 258"/>
                <a:gd name="T8" fmla="*/ 0 w 376"/>
                <a:gd name="T9" fmla="*/ 0 h 258"/>
                <a:gd name="T10" fmla="*/ 0 w 376"/>
                <a:gd name="T11" fmla="*/ 0 h 258"/>
                <a:gd name="T12" fmla="*/ 0 60000 65536"/>
                <a:gd name="T13" fmla="*/ 0 60000 65536"/>
                <a:gd name="T14" fmla="*/ 0 60000 65536"/>
                <a:gd name="T15" fmla="*/ 0 60000 65536"/>
                <a:gd name="T16" fmla="*/ 0 60000 65536"/>
                <a:gd name="T17" fmla="*/ 0 60000 65536"/>
                <a:gd name="T18" fmla="*/ 0 w 376"/>
                <a:gd name="T19" fmla="*/ 0 h 258"/>
                <a:gd name="T20" fmla="*/ 376 w 376"/>
                <a:gd name="T21" fmla="*/ 258 h 258"/>
              </a:gdLst>
              <a:ahLst/>
              <a:cxnLst>
                <a:cxn ang="T12">
                  <a:pos x="T0" y="T1"/>
                </a:cxn>
                <a:cxn ang="T13">
                  <a:pos x="T2" y="T3"/>
                </a:cxn>
                <a:cxn ang="T14">
                  <a:pos x="T4" y="T5"/>
                </a:cxn>
                <a:cxn ang="T15">
                  <a:pos x="T6" y="T7"/>
                </a:cxn>
                <a:cxn ang="T16">
                  <a:pos x="T8" y="T9"/>
                </a:cxn>
                <a:cxn ang="T17">
                  <a:pos x="T10" y="T11"/>
                </a:cxn>
              </a:cxnLst>
              <a:rect l="T18" t="T19" r="T20" b="T21"/>
              <a:pathLst>
                <a:path w="376" h="258">
                  <a:moveTo>
                    <a:pt x="376" y="0"/>
                  </a:moveTo>
                  <a:lnTo>
                    <a:pt x="257" y="159"/>
                  </a:lnTo>
                  <a:lnTo>
                    <a:pt x="83" y="207"/>
                  </a:lnTo>
                  <a:lnTo>
                    <a:pt x="0" y="258"/>
                  </a:lnTo>
                  <a:lnTo>
                    <a:pt x="145" y="85"/>
                  </a:lnTo>
                  <a:lnTo>
                    <a:pt x="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1" name="Freeform 351"/>
            <p:cNvSpPr>
              <a:spLocks/>
            </p:cNvSpPr>
            <p:nvPr/>
          </p:nvSpPr>
          <p:spPr bwMode="auto">
            <a:xfrm>
              <a:off x="2455" y="1709"/>
              <a:ext cx="290" cy="199"/>
            </a:xfrm>
            <a:custGeom>
              <a:avLst/>
              <a:gdLst>
                <a:gd name="T0" fmla="*/ 0 w 2322"/>
                <a:gd name="T1" fmla="*/ 0 h 1591"/>
                <a:gd name="T2" fmla="*/ 0 w 2322"/>
                <a:gd name="T3" fmla="*/ 0 h 1591"/>
                <a:gd name="T4" fmla="*/ 0 w 2322"/>
                <a:gd name="T5" fmla="*/ 0 h 1591"/>
                <a:gd name="T6" fmla="*/ 0 w 2322"/>
                <a:gd name="T7" fmla="*/ 0 h 1591"/>
                <a:gd name="T8" fmla="*/ 0 w 2322"/>
                <a:gd name="T9" fmla="*/ 0 h 1591"/>
                <a:gd name="T10" fmla="*/ 0 w 2322"/>
                <a:gd name="T11" fmla="*/ 0 h 1591"/>
                <a:gd name="T12" fmla="*/ 0 w 2322"/>
                <a:gd name="T13" fmla="*/ 0 h 1591"/>
                <a:gd name="T14" fmla="*/ 0 w 2322"/>
                <a:gd name="T15" fmla="*/ 0 h 1591"/>
                <a:gd name="T16" fmla="*/ 0 w 2322"/>
                <a:gd name="T17" fmla="*/ 0 h 1591"/>
                <a:gd name="T18" fmla="*/ 0 w 2322"/>
                <a:gd name="T19" fmla="*/ 0 h 1591"/>
                <a:gd name="T20" fmla="*/ 0 w 2322"/>
                <a:gd name="T21" fmla="*/ 0 h 1591"/>
                <a:gd name="T22" fmla="*/ 0 w 2322"/>
                <a:gd name="T23" fmla="*/ 0 h 1591"/>
                <a:gd name="T24" fmla="*/ 0 w 2322"/>
                <a:gd name="T25" fmla="*/ 0 h 1591"/>
                <a:gd name="T26" fmla="*/ 0 w 2322"/>
                <a:gd name="T27" fmla="*/ 0 h 1591"/>
                <a:gd name="T28" fmla="*/ 0 w 2322"/>
                <a:gd name="T29" fmla="*/ 0 h 1591"/>
                <a:gd name="T30" fmla="*/ 0 w 2322"/>
                <a:gd name="T31" fmla="*/ 0 h 1591"/>
                <a:gd name="T32" fmla="*/ 0 w 2322"/>
                <a:gd name="T33" fmla="*/ 0 h 1591"/>
                <a:gd name="T34" fmla="*/ 0 w 2322"/>
                <a:gd name="T35" fmla="*/ 0 h 1591"/>
                <a:gd name="T36" fmla="*/ 0 w 2322"/>
                <a:gd name="T37" fmla="*/ 0 h 1591"/>
                <a:gd name="T38" fmla="*/ 0 w 2322"/>
                <a:gd name="T39" fmla="*/ 0 h 1591"/>
                <a:gd name="T40" fmla="*/ 0 w 2322"/>
                <a:gd name="T41" fmla="*/ 0 h 1591"/>
                <a:gd name="T42" fmla="*/ 0 w 2322"/>
                <a:gd name="T43" fmla="*/ 0 h 1591"/>
                <a:gd name="T44" fmla="*/ 0 w 2322"/>
                <a:gd name="T45" fmla="*/ 0 h 1591"/>
                <a:gd name="T46" fmla="*/ 0 w 2322"/>
                <a:gd name="T47" fmla="*/ 0 h 1591"/>
                <a:gd name="T48" fmla="*/ 0 w 2322"/>
                <a:gd name="T49" fmla="*/ 0 h 1591"/>
                <a:gd name="T50" fmla="*/ 0 w 2322"/>
                <a:gd name="T51" fmla="*/ 0 h 1591"/>
                <a:gd name="T52" fmla="*/ 0 w 2322"/>
                <a:gd name="T53" fmla="*/ 0 h 1591"/>
                <a:gd name="T54" fmla="*/ 0 w 2322"/>
                <a:gd name="T55" fmla="*/ 0 h 1591"/>
                <a:gd name="T56" fmla="*/ 0 w 2322"/>
                <a:gd name="T57" fmla="*/ 0 h 1591"/>
                <a:gd name="T58" fmla="*/ 0 w 2322"/>
                <a:gd name="T59" fmla="*/ 0 h 1591"/>
                <a:gd name="T60" fmla="*/ 0 w 2322"/>
                <a:gd name="T61" fmla="*/ 0 h 1591"/>
                <a:gd name="T62" fmla="*/ 0 w 2322"/>
                <a:gd name="T63" fmla="*/ 0 h 1591"/>
                <a:gd name="T64" fmla="*/ 0 w 2322"/>
                <a:gd name="T65" fmla="*/ 0 h 15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2"/>
                <a:gd name="T100" fmla="*/ 0 h 1591"/>
                <a:gd name="T101" fmla="*/ 2322 w 2322"/>
                <a:gd name="T102" fmla="*/ 1591 h 15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2" h="1591">
                  <a:moveTo>
                    <a:pt x="337" y="1464"/>
                  </a:moveTo>
                  <a:lnTo>
                    <a:pt x="92" y="1187"/>
                  </a:lnTo>
                  <a:lnTo>
                    <a:pt x="16" y="929"/>
                  </a:lnTo>
                  <a:lnTo>
                    <a:pt x="0" y="784"/>
                  </a:lnTo>
                  <a:lnTo>
                    <a:pt x="142" y="613"/>
                  </a:lnTo>
                  <a:lnTo>
                    <a:pt x="491" y="447"/>
                  </a:lnTo>
                  <a:lnTo>
                    <a:pt x="1063" y="251"/>
                  </a:lnTo>
                  <a:lnTo>
                    <a:pt x="1584" y="157"/>
                  </a:lnTo>
                  <a:lnTo>
                    <a:pt x="2021" y="117"/>
                  </a:lnTo>
                  <a:lnTo>
                    <a:pt x="2322" y="0"/>
                  </a:lnTo>
                  <a:lnTo>
                    <a:pt x="2166" y="117"/>
                  </a:lnTo>
                  <a:lnTo>
                    <a:pt x="2036" y="297"/>
                  </a:lnTo>
                  <a:lnTo>
                    <a:pt x="1975" y="583"/>
                  </a:lnTo>
                  <a:lnTo>
                    <a:pt x="1959" y="807"/>
                  </a:lnTo>
                  <a:lnTo>
                    <a:pt x="1959" y="1099"/>
                  </a:lnTo>
                  <a:lnTo>
                    <a:pt x="1944" y="1307"/>
                  </a:lnTo>
                  <a:lnTo>
                    <a:pt x="1849" y="1591"/>
                  </a:lnTo>
                  <a:lnTo>
                    <a:pt x="1819" y="1561"/>
                  </a:lnTo>
                  <a:lnTo>
                    <a:pt x="1898" y="1337"/>
                  </a:lnTo>
                  <a:lnTo>
                    <a:pt x="1929" y="1136"/>
                  </a:lnTo>
                  <a:lnTo>
                    <a:pt x="1929" y="807"/>
                  </a:lnTo>
                  <a:lnTo>
                    <a:pt x="1944" y="508"/>
                  </a:lnTo>
                  <a:lnTo>
                    <a:pt x="1863" y="383"/>
                  </a:lnTo>
                  <a:lnTo>
                    <a:pt x="1692" y="297"/>
                  </a:lnTo>
                  <a:lnTo>
                    <a:pt x="1439" y="251"/>
                  </a:lnTo>
                  <a:lnTo>
                    <a:pt x="1263" y="238"/>
                  </a:lnTo>
                  <a:lnTo>
                    <a:pt x="1074" y="266"/>
                  </a:lnTo>
                  <a:lnTo>
                    <a:pt x="474" y="457"/>
                  </a:lnTo>
                  <a:lnTo>
                    <a:pt x="127" y="688"/>
                  </a:lnTo>
                  <a:lnTo>
                    <a:pt x="81" y="869"/>
                  </a:lnTo>
                  <a:lnTo>
                    <a:pt x="81" y="1040"/>
                  </a:lnTo>
                  <a:lnTo>
                    <a:pt x="142" y="1211"/>
                  </a:lnTo>
                  <a:lnTo>
                    <a:pt x="337" y="14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2" name="Freeform 352"/>
            <p:cNvSpPr>
              <a:spLocks/>
            </p:cNvSpPr>
            <p:nvPr/>
          </p:nvSpPr>
          <p:spPr bwMode="auto">
            <a:xfrm>
              <a:off x="2439" y="1838"/>
              <a:ext cx="352" cy="516"/>
            </a:xfrm>
            <a:custGeom>
              <a:avLst/>
              <a:gdLst>
                <a:gd name="T0" fmla="*/ 0 w 2817"/>
                <a:gd name="T1" fmla="*/ 0 h 4129"/>
                <a:gd name="T2" fmla="*/ 0 w 2817"/>
                <a:gd name="T3" fmla="*/ 0 h 4129"/>
                <a:gd name="T4" fmla="*/ 0 w 2817"/>
                <a:gd name="T5" fmla="*/ 0 h 4129"/>
                <a:gd name="T6" fmla="*/ 0 w 2817"/>
                <a:gd name="T7" fmla="*/ 0 h 4129"/>
                <a:gd name="T8" fmla="*/ 0 w 2817"/>
                <a:gd name="T9" fmla="*/ 0 h 4129"/>
                <a:gd name="T10" fmla="*/ 0 w 2817"/>
                <a:gd name="T11" fmla="*/ 0 h 4129"/>
                <a:gd name="T12" fmla="*/ 0 w 2817"/>
                <a:gd name="T13" fmla="*/ 0 h 4129"/>
                <a:gd name="T14" fmla="*/ 0 w 2817"/>
                <a:gd name="T15" fmla="*/ 0 h 4129"/>
                <a:gd name="T16" fmla="*/ 0 w 2817"/>
                <a:gd name="T17" fmla="*/ 0 h 4129"/>
                <a:gd name="T18" fmla="*/ 0 w 2817"/>
                <a:gd name="T19" fmla="*/ 0 h 4129"/>
                <a:gd name="T20" fmla="*/ 0 w 2817"/>
                <a:gd name="T21" fmla="*/ 0 h 4129"/>
                <a:gd name="T22" fmla="*/ 0 w 2817"/>
                <a:gd name="T23" fmla="*/ 0 h 4129"/>
                <a:gd name="T24" fmla="*/ 0 w 2817"/>
                <a:gd name="T25" fmla="*/ 0 h 4129"/>
                <a:gd name="T26" fmla="*/ 0 w 2817"/>
                <a:gd name="T27" fmla="*/ 0 h 4129"/>
                <a:gd name="T28" fmla="*/ 0 w 2817"/>
                <a:gd name="T29" fmla="*/ 0 h 4129"/>
                <a:gd name="T30" fmla="*/ 0 w 2817"/>
                <a:gd name="T31" fmla="*/ 0 h 4129"/>
                <a:gd name="T32" fmla="*/ 0 w 2817"/>
                <a:gd name="T33" fmla="*/ 0 h 4129"/>
                <a:gd name="T34" fmla="*/ 0 w 2817"/>
                <a:gd name="T35" fmla="*/ 0 h 4129"/>
                <a:gd name="T36" fmla="*/ 0 w 2817"/>
                <a:gd name="T37" fmla="*/ 0 h 4129"/>
                <a:gd name="T38" fmla="*/ 0 w 2817"/>
                <a:gd name="T39" fmla="*/ 0 h 4129"/>
                <a:gd name="T40" fmla="*/ 0 w 2817"/>
                <a:gd name="T41" fmla="*/ 0 h 4129"/>
                <a:gd name="T42" fmla="*/ 0 w 2817"/>
                <a:gd name="T43" fmla="*/ 0 h 4129"/>
                <a:gd name="T44" fmla="*/ 0 w 2817"/>
                <a:gd name="T45" fmla="*/ 0 h 4129"/>
                <a:gd name="T46" fmla="*/ 0 w 2817"/>
                <a:gd name="T47" fmla="*/ 0 h 4129"/>
                <a:gd name="T48" fmla="*/ 0 w 2817"/>
                <a:gd name="T49" fmla="*/ 0 h 4129"/>
                <a:gd name="T50" fmla="*/ 0 w 2817"/>
                <a:gd name="T51" fmla="*/ 0 h 4129"/>
                <a:gd name="T52" fmla="*/ 0 w 2817"/>
                <a:gd name="T53" fmla="*/ 0 h 4129"/>
                <a:gd name="T54" fmla="*/ 0 w 2817"/>
                <a:gd name="T55" fmla="*/ 0 h 4129"/>
                <a:gd name="T56" fmla="*/ 0 w 2817"/>
                <a:gd name="T57" fmla="*/ 0 h 4129"/>
                <a:gd name="T58" fmla="*/ 0 w 2817"/>
                <a:gd name="T59" fmla="*/ 0 h 4129"/>
                <a:gd name="T60" fmla="*/ 0 w 2817"/>
                <a:gd name="T61" fmla="*/ 0 h 4129"/>
                <a:gd name="T62" fmla="*/ 0 w 2817"/>
                <a:gd name="T63" fmla="*/ 0 h 4129"/>
                <a:gd name="T64" fmla="*/ 0 w 2817"/>
                <a:gd name="T65" fmla="*/ 0 h 4129"/>
                <a:gd name="T66" fmla="*/ 0 w 2817"/>
                <a:gd name="T67" fmla="*/ 0 h 4129"/>
                <a:gd name="T68" fmla="*/ 0 w 2817"/>
                <a:gd name="T69" fmla="*/ 0 h 4129"/>
                <a:gd name="T70" fmla="*/ 0 w 2817"/>
                <a:gd name="T71" fmla="*/ 0 h 4129"/>
                <a:gd name="T72" fmla="*/ 0 w 2817"/>
                <a:gd name="T73" fmla="*/ 0 h 4129"/>
                <a:gd name="T74" fmla="*/ 0 w 2817"/>
                <a:gd name="T75" fmla="*/ 0 h 4129"/>
                <a:gd name="T76" fmla="*/ 0 w 2817"/>
                <a:gd name="T77" fmla="*/ 0 h 4129"/>
                <a:gd name="T78" fmla="*/ 0 w 2817"/>
                <a:gd name="T79" fmla="*/ 0 h 4129"/>
                <a:gd name="T80" fmla="*/ 0 w 2817"/>
                <a:gd name="T81" fmla="*/ 0 h 4129"/>
                <a:gd name="T82" fmla="*/ 0 w 2817"/>
                <a:gd name="T83" fmla="*/ 0 h 4129"/>
                <a:gd name="T84" fmla="*/ 0 w 2817"/>
                <a:gd name="T85" fmla="*/ 0 h 4129"/>
                <a:gd name="T86" fmla="*/ 0 w 2817"/>
                <a:gd name="T87" fmla="*/ 0 h 4129"/>
                <a:gd name="T88" fmla="*/ 0 w 2817"/>
                <a:gd name="T89" fmla="*/ 0 h 4129"/>
                <a:gd name="T90" fmla="*/ 0 w 2817"/>
                <a:gd name="T91" fmla="*/ 0 h 4129"/>
                <a:gd name="T92" fmla="*/ 0 w 2817"/>
                <a:gd name="T93" fmla="*/ 0 h 4129"/>
                <a:gd name="T94" fmla="*/ 0 w 2817"/>
                <a:gd name="T95" fmla="*/ 0 h 4129"/>
                <a:gd name="T96" fmla="*/ 0 w 2817"/>
                <a:gd name="T97" fmla="*/ 0 h 4129"/>
                <a:gd name="T98" fmla="*/ 0 w 2817"/>
                <a:gd name="T99" fmla="*/ 0 h 4129"/>
                <a:gd name="T100" fmla="*/ 0 w 2817"/>
                <a:gd name="T101" fmla="*/ 0 h 4129"/>
                <a:gd name="T102" fmla="*/ 0 w 2817"/>
                <a:gd name="T103" fmla="*/ 0 h 4129"/>
                <a:gd name="T104" fmla="*/ 0 w 2817"/>
                <a:gd name="T105" fmla="*/ 0 h 4129"/>
                <a:gd name="T106" fmla="*/ 0 w 2817"/>
                <a:gd name="T107" fmla="*/ 0 h 412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817"/>
                <a:gd name="T163" fmla="*/ 0 h 4129"/>
                <a:gd name="T164" fmla="*/ 2817 w 2817"/>
                <a:gd name="T165" fmla="*/ 4129 h 412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817" h="4129">
                  <a:moveTo>
                    <a:pt x="61" y="0"/>
                  </a:moveTo>
                  <a:lnTo>
                    <a:pt x="79" y="122"/>
                  </a:lnTo>
                  <a:lnTo>
                    <a:pt x="156" y="299"/>
                  </a:lnTo>
                  <a:lnTo>
                    <a:pt x="285" y="470"/>
                  </a:lnTo>
                  <a:lnTo>
                    <a:pt x="470" y="662"/>
                  </a:lnTo>
                  <a:lnTo>
                    <a:pt x="802" y="910"/>
                  </a:lnTo>
                  <a:lnTo>
                    <a:pt x="1350" y="1369"/>
                  </a:lnTo>
                  <a:lnTo>
                    <a:pt x="1138" y="829"/>
                  </a:lnTo>
                  <a:lnTo>
                    <a:pt x="1454" y="1305"/>
                  </a:lnTo>
                  <a:lnTo>
                    <a:pt x="1677" y="1664"/>
                  </a:lnTo>
                  <a:lnTo>
                    <a:pt x="1868" y="1950"/>
                  </a:lnTo>
                  <a:lnTo>
                    <a:pt x="2037" y="2215"/>
                  </a:lnTo>
                  <a:lnTo>
                    <a:pt x="2180" y="2361"/>
                  </a:lnTo>
                  <a:lnTo>
                    <a:pt x="2475" y="2672"/>
                  </a:lnTo>
                  <a:lnTo>
                    <a:pt x="2242" y="2056"/>
                  </a:lnTo>
                  <a:lnTo>
                    <a:pt x="2009" y="1492"/>
                  </a:lnTo>
                  <a:lnTo>
                    <a:pt x="1772" y="959"/>
                  </a:lnTo>
                  <a:lnTo>
                    <a:pt x="1624" y="583"/>
                  </a:lnTo>
                  <a:lnTo>
                    <a:pt x="1595" y="470"/>
                  </a:lnTo>
                  <a:lnTo>
                    <a:pt x="1646" y="427"/>
                  </a:lnTo>
                  <a:lnTo>
                    <a:pt x="1989" y="535"/>
                  </a:lnTo>
                  <a:lnTo>
                    <a:pt x="2307" y="726"/>
                  </a:lnTo>
                  <a:lnTo>
                    <a:pt x="2463" y="851"/>
                  </a:lnTo>
                  <a:lnTo>
                    <a:pt x="2162" y="669"/>
                  </a:lnTo>
                  <a:lnTo>
                    <a:pt x="1835" y="548"/>
                  </a:lnTo>
                  <a:lnTo>
                    <a:pt x="1657" y="486"/>
                  </a:lnTo>
                  <a:lnTo>
                    <a:pt x="2009" y="1291"/>
                  </a:lnTo>
                  <a:lnTo>
                    <a:pt x="2364" y="2150"/>
                  </a:lnTo>
                  <a:lnTo>
                    <a:pt x="2635" y="2879"/>
                  </a:lnTo>
                  <a:lnTo>
                    <a:pt x="2817" y="3350"/>
                  </a:lnTo>
                  <a:lnTo>
                    <a:pt x="2560" y="3350"/>
                  </a:lnTo>
                  <a:lnTo>
                    <a:pt x="2261" y="3534"/>
                  </a:lnTo>
                  <a:lnTo>
                    <a:pt x="2055" y="3758"/>
                  </a:lnTo>
                  <a:lnTo>
                    <a:pt x="1989" y="3930"/>
                  </a:lnTo>
                  <a:lnTo>
                    <a:pt x="1945" y="4129"/>
                  </a:lnTo>
                  <a:lnTo>
                    <a:pt x="1945" y="3899"/>
                  </a:lnTo>
                  <a:lnTo>
                    <a:pt x="2009" y="3695"/>
                  </a:lnTo>
                  <a:lnTo>
                    <a:pt x="2147" y="3559"/>
                  </a:lnTo>
                  <a:lnTo>
                    <a:pt x="2429" y="3332"/>
                  </a:lnTo>
                  <a:lnTo>
                    <a:pt x="2136" y="3255"/>
                  </a:lnTo>
                  <a:lnTo>
                    <a:pt x="2085" y="3317"/>
                  </a:lnTo>
                  <a:lnTo>
                    <a:pt x="2009" y="3271"/>
                  </a:lnTo>
                  <a:lnTo>
                    <a:pt x="1989" y="3064"/>
                  </a:lnTo>
                  <a:lnTo>
                    <a:pt x="1835" y="3015"/>
                  </a:lnTo>
                  <a:lnTo>
                    <a:pt x="1200" y="3368"/>
                  </a:lnTo>
                  <a:lnTo>
                    <a:pt x="1138" y="3633"/>
                  </a:lnTo>
                  <a:lnTo>
                    <a:pt x="1565" y="3396"/>
                  </a:lnTo>
                  <a:lnTo>
                    <a:pt x="1090" y="3695"/>
                  </a:lnTo>
                  <a:lnTo>
                    <a:pt x="912" y="3899"/>
                  </a:lnTo>
                  <a:lnTo>
                    <a:pt x="1009" y="3984"/>
                  </a:lnTo>
                  <a:lnTo>
                    <a:pt x="1406" y="3608"/>
                  </a:lnTo>
                  <a:lnTo>
                    <a:pt x="1360" y="3804"/>
                  </a:lnTo>
                  <a:lnTo>
                    <a:pt x="1565" y="4071"/>
                  </a:lnTo>
                  <a:lnTo>
                    <a:pt x="936" y="4044"/>
                  </a:lnTo>
                  <a:lnTo>
                    <a:pt x="741" y="3949"/>
                  </a:lnTo>
                  <a:lnTo>
                    <a:pt x="600" y="3984"/>
                  </a:lnTo>
                  <a:lnTo>
                    <a:pt x="218" y="3758"/>
                  </a:lnTo>
                  <a:lnTo>
                    <a:pt x="33" y="3462"/>
                  </a:lnTo>
                  <a:lnTo>
                    <a:pt x="0" y="3130"/>
                  </a:lnTo>
                  <a:lnTo>
                    <a:pt x="79" y="3176"/>
                  </a:lnTo>
                  <a:lnTo>
                    <a:pt x="268" y="2965"/>
                  </a:lnTo>
                  <a:lnTo>
                    <a:pt x="448" y="2923"/>
                  </a:lnTo>
                  <a:lnTo>
                    <a:pt x="378" y="3086"/>
                  </a:lnTo>
                  <a:lnTo>
                    <a:pt x="378" y="3281"/>
                  </a:lnTo>
                  <a:lnTo>
                    <a:pt x="901" y="3050"/>
                  </a:lnTo>
                  <a:lnTo>
                    <a:pt x="1026" y="3064"/>
                  </a:lnTo>
                  <a:lnTo>
                    <a:pt x="681" y="3306"/>
                  </a:lnTo>
                  <a:lnTo>
                    <a:pt x="681" y="3462"/>
                  </a:lnTo>
                  <a:lnTo>
                    <a:pt x="1189" y="3189"/>
                  </a:lnTo>
                  <a:lnTo>
                    <a:pt x="1360" y="3189"/>
                  </a:lnTo>
                  <a:lnTo>
                    <a:pt x="1578" y="3064"/>
                  </a:lnTo>
                  <a:lnTo>
                    <a:pt x="1486" y="2907"/>
                  </a:lnTo>
                  <a:lnTo>
                    <a:pt x="1263" y="2767"/>
                  </a:lnTo>
                  <a:lnTo>
                    <a:pt x="1026" y="2688"/>
                  </a:lnTo>
                  <a:lnTo>
                    <a:pt x="802" y="2672"/>
                  </a:lnTo>
                  <a:lnTo>
                    <a:pt x="912" y="2612"/>
                  </a:lnTo>
                  <a:lnTo>
                    <a:pt x="741" y="2563"/>
                  </a:lnTo>
                  <a:lnTo>
                    <a:pt x="518" y="2612"/>
                  </a:lnTo>
                  <a:lnTo>
                    <a:pt x="331" y="2688"/>
                  </a:lnTo>
                  <a:lnTo>
                    <a:pt x="79" y="2855"/>
                  </a:lnTo>
                  <a:lnTo>
                    <a:pt x="393" y="2626"/>
                  </a:lnTo>
                  <a:lnTo>
                    <a:pt x="710" y="2517"/>
                  </a:lnTo>
                  <a:lnTo>
                    <a:pt x="947" y="2481"/>
                  </a:lnTo>
                  <a:lnTo>
                    <a:pt x="1122" y="2481"/>
                  </a:lnTo>
                  <a:lnTo>
                    <a:pt x="1360" y="2330"/>
                  </a:lnTo>
                  <a:lnTo>
                    <a:pt x="1350" y="2215"/>
                  </a:lnTo>
                  <a:lnTo>
                    <a:pt x="539" y="2422"/>
                  </a:lnTo>
                  <a:lnTo>
                    <a:pt x="993" y="2169"/>
                  </a:lnTo>
                  <a:lnTo>
                    <a:pt x="1215" y="2169"/>
                  </a:lnTo>
                  <a:lnTo>
                    <a:pt x="1251" y="2119"/>
                  </a:lnTo>
                  <a:lnTo>
                    <a:pt x="1286" y="1980"/>
                  </a:lnTo>
                  <a:lnTo>
                    <a:pt x="1251" y="1747"/>
                  </a:lnTo>
                  <a:lnTo>
                    <a:pt x="1138" y="1556"/>
                  </a:lnTo>
                  <a:lnTo>
                    <a:pt x="963" y="1337"/>
                  </a:lnTo>
                  <a:lnTo>
                    <a:pt x="730" y="1088"/>
                  </a:lnTo>
                  <a:lnTo>
                    <a:pt x="507" y="882"/>
                  </a:lnTo>
                  <a:lnTo>
                    <a:pt x="378" y="741"/>
                  </a:lnTo>
                  <a:lnTo>
                    <a:pt x="378" y="882"/>
                  </a:lnTo>
                  <a:lnTo>
                    <a:pt x="463" y="1042"/>
                  </a:lnTo>
                  <a:lnTo>
                    <a:pt x="741" y="1358"/>
                  </a:lnTo>
                  <a:lnTo>
                    <a:pt x="463" y="1165"/>
                  </a:lnTo>
                  <a:lnTo>
                    <a:pt x="207" y="1042"/>
                  </a:lnTo>
                  <a:lnTo>
                    <a:pt x="156" y="1007"/>
                  </a:lnTo>
                  <a:lnTo>
                    <a:pt x="79" y="1270"/>
                  </a:lnTo>
                  <a:lnTo>
                    <a:pt x="94" y="814"/>
                  </a:lnTo>
                  <a:lnTo>
                    <a:pt x="110" y="438"/>
                  </a:lnTo>
                  <a:lnTo>
                    <a:pt x="50" y="122"/>
                  </a:lnTo>
                  <a:lnTo>
                    <a:pt x="6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3" name="Freeform 353"/>
            <p:cNvSpPr>
              <a:spLocks/>
            </p:cNvSpPr>
            <p:nvPr/>
          </p:nvSpPr>
          <p:spPr bwMode="auto">
            <a:xfrm>
              <a:off x="2432" y="1999"/>
              <a:ext cx="111" cy="198"/>
            </a:xfrm>
            <a:custGeom>
              <a:avLst/>
              <a:gdLst>
                <a:gd name="T0" fmla="*/ 0 w 884"/>
                <a:gd name="T1" fmla="*/ 0 h 1588"/>
                <a:gd name="T2" fmla="*/ 0 w 884"/>
                <a:gd name="T3" fmla="*/ 0 h 1588"/>
                <a:gd name="T4" fmla="*/ 0 w 884"/>
                <a:gd name="T5" fmla="*/ 0 h 1588"/>
                <a:gd name="T6" fmla="*/ 0 w 884"/>
                <a:gd name="T7" fmla="*/ 0 h 1588"/>
                <a:gd name="T8" fmla="*/ 0 w 884"/>
                <a:gd name="T9" fmla="*/ 0 h 1588"/>
                <a:gd name="T10" fmla="*/ 0 w 884"/>
                <a:gd name="T11" fmla="*/ 0 h 1588"/>
                <a:gd name="T12" fmla="*/ 0 w 884"/>
                <a:gd name="T13" fmla="*/ 0 h 1588"/>
                <a:gd name="T14" fmla="*/ 0 w 884"/>
                <a:gd name="T15" fmla="*/ 0 h 1588"/>
                <a:gd name="T16" fmla="*/ 0 w 884"/>
                <a:gd name="T17" fmla="*/ 0 h 1588"/>
                <a:gd name="T18" fmla="*/ 0 w 884"/>
                <a:gd name="T19" fmla="*/ 0 h 1588"/>
                <a:gd name="T20" fmla="*/ 0 w 884"/>
                <a:gd name="T21" fmla="*/ 0 h 1588"/>
                <a:gd name="T22" fmla="*/ 0 w 884"/>
                <a:gd name="T23" fmla="*/ 0 h 1588"/>
                <a:gd name="T24" fmla="*/ 0 w 884"/>
                <a:gd name="T25" fmla="*/ 0 h 1588"/>
                <a:gd name="T26" fmla="*/ 0 w 884"/>
                <a:gd name="T27" fmla="*/ 0 h 1588"/>
                <a:gd name="T28" fmla="*/ 0 w 884"/>
                <a:gd name="T29" fmla="*/ 0 h 1588"/>
                <a:gd name="T30" fmla="*/ 0 w 884"/>
                <a:gd name="T31" fmla="*/ 0 h 1588"/>
                <a:gd name="T32" fmla="*/ 0 w 884"/>
                <a:gd name="T33" fmla="*/ 0 h 1588"/>
                <a:gd name="T34" fmla="*/ 0 w 884"/>
                <a:gd name="T35" fmla="*/ 0 h 1588"/>
                <a:gd name="T36" fmla="*/ 0 w 884"/>
                <a:gd name="T37" fmla="*/ 0 h 1588"/>
                <a:gd name="T38" fmla="*/ 0 w 884"/>
                <a:gd name="T39" fmla="*/ 0 h 1588"/>
                <a:gd name="T40" fmla="*/ 0 w 884"/>
                <a:gd name="T41" fmla="*/ 0 h 1588"/>
                <a:gd name="T42" fmla="*/ 0 w 884"/>
                <a:gd name="T43" fmla="*/ 0 h 158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84"/>
                <a:gd name="T67" fmla="*/ 0 h 1588"/>
                <a:gd name="T68" fmla="*/ 884 w 884"/>
                <a:gd name="T69" fmla="*/ 1588 h 158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84" h="1588">
                  <a:moveTo>
                    <a:pt x="42" y="0"/>
                  </a:moveTo>
                  <a:lnTo>
                    <a:pt x="10" y="105"/>
                  </a:lnTo>
                  <a:lnTo>
                    <a:pt x="10" y="215"/>
                  </a:lnTo>
                  <a:lnTo>
                    <a:pt x="107" y="360"/>
                  </a:lnTo>
                  <a:lnTo>
                    <a:pt x="342" y="498"/>
                  </a:lnTo>
                  <a:lnTo>
                    <a:pt x="884" y="671"/>
                  </a:lnTo>
                  <a:lnTo>
                    <a:pt x="642" y="828"/>
                  </a:lnTo>
                  <a:lnTo>
                    <a:pt x="423" y="1019"/>
                  </a:lnTo>
                  <a:lnTo>
                    <a:pt x="167" y="1272"/>
                  </a:lnTo>
                  <a:lnTo>
                    <a:pt x="42" y="1588"/>
                  </a:lnTo>
                  <a:lnTo>
                    <a:pt x="136" y="1247"/>
                  </a:lnTo>
                  <a:lnTo>
                    <a:pt x="167" y="945"/>
                  </a:lnTo>
                  <a:lnTo>
                    <a:pt x="183" y="1190"/>
                  </a:lnTo>
                  <a:lnTo>
                    <a:pt x="423" y="909"/>
                  </a:lnTo>
                  <a:lnTo>
                    <a:pt x="520" y="814"/>
                  </a:lnTo>
                  <a:lnTo>
                    <a:pt x="199" y="659"/>
                  </a:lnTo>
                  <a:lnTo>
                    <a:pt x="167" y="828"/>
                  </a:lnTo>
                  <a:lnTo>
                    <a:pt x="118" y="671"/>
                  </a:lnTo>
                  <a:lnTo>
                    <a:pt x="22" y="426"/>
                  </a:lnTo>
                  <a:lnTo>
                    <a:pt x="0" y="235"/>
                  </a:lnTo>
                  <a:lnTo>
                    <a:pt x="0" y="78"/>
                  </a:ln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4" name="Freeform 354"/>
            <p:cNvSpPr>
              <a:spLocks/>
            </p:cNvSpPr>
            <p:nvPr/>
          </p:nvSpPr>
          <p:spPr bwMode="auto">
            <a:xfrm>
              <a:off x="2451" y="2001"/>
              <a:ext cx="153" cy="98"/>
            </a:xfrm>
            <a:custGeom>
              <a:avLst/>
              <a:gdLst>
                <a:gd name="T0" fmla="*/ 0 w 1220"/>
                <a:gd name="T1" fmla="*/ 0 h 786"/>
                <a:gd name="T2" fmla="*/ 0 w 1220"/>
                <a:gd name="T3" fmla="*/ 0 h 786"/>
                <a:gd name="T4" fmla="*/ 0 w 1220"/>
                <a:gd name="T5" fmla="*/ 0 h 786"/>
                <a:gd name="T6" fmla="*/ 0 w 1220"/>
                <a:gd name="T7" fmla="*/ 0 h 786"/>
                <a:gd name="T8" fmla="*/ 0 w 1220"/>
                <a:gd name="T9" fmla="*/ 0 h 786"/>
                <a:gd name="T10" fmla="*/ 0 w 1220"/>
                <a:gd name="T11" fmla="*/ 0 h 786"/>
                <a:gd name="T12" fmla="*/ 0 w 1220"/>
                <a:gd name="T13" fmla="*/ 0 h 786"/>
                <a:gd name="T14" fmla="*/ 0 w 1220"/>
                <a:gd name="T15" fmla="*/ 0 h 786"/>
                <a:gd name="T16" fmla="*/ 0 w 1220"/>
                <a:gd name="T17" fmla="*/ 0 h 786"/>
                <a:gd name="T18" fmla="*/ 0 w 1220"/>
                <a:gd name="T19" fmla="*/ 0 h 786"/>
                <a:gd name="T20" fmla="*/ 0 w 1220"/>
                <a:gd name="T21" fmla="*/ 0 h 786"/>
                <a:gd name="T22" fmla="*/ 0 w 1220"/>
                <a:gd name="T23" fmla="*/ 0 h 786"/>
                <a:gd name="T24" fmla="*/ 0 w 1220"/>
                <a:gd name="T25" fmla="*/ 0 h 78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20"/>
                <a:gd name="T40" fmla="*/ 0 h 786"/>
                <a:gd name="T41" fmla="*/ 1220 w 1220"/>
                <a:gd name="T42" fmla="*/ 786 h 78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20" h="786">
                  <a:moveTo>
                    <a:pt x="62" y="18"/>
                  </a:moveTo>
                  <a:lnTo>
                    <a:pt x="223" y="0"/>
                  </a:lnTo>
                  <a:lnTo>
                    <a:pt x="491" y="91"/>
                  </a:lnTo>
                  <a:lnTo>
                    <a:pt x="733" y="251"/>
                  </a:lnTo>
                  <a:lnTo>
                    <a:pt x="1028" y="502"/>
                  </a:lnTo>
                  <a:lnTo>
                    <a:pt x="1220" y="739"/>
                  </a:lnTo>
                  <a:lnTo>
                    <a:pt x="1169" y="786"/>
                  </a:lnTo>
                  <a:lnTo>
                    <a:pt x="996" y="629"/>
                  </a:lnTo>
                  <a:lnTo>
                    <a:pt x="793" y="484"/>
                  </a:lnTo>
                  <a:lnTo>
                    <a:pt x="572" y="376"/>
                  </a:lnTo>
                  <a:lnTo>
                    <a:pt x="376" y="262"/>
                  </a:lnTo>
                  <a:lnTo>
                    <a:pt x="0" y="18"/>
                  </a:lnTo>
                  <a:lnTo>
                    <a:pt x="6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5" name="Freeform 355"/>
            <p:cNvSpPr>
              <a:spLocks/>
            </p:cNvSpPr>
            <p:nvPr/>
          </p:nvSpPr>
          <p:spPr bwMode="auto">
            <a:xfrm>
              <a:off x="2735" y="1709"/>
              <a:ext cx="196" cy="555"/>
            </a:xfrm>
            <a:custGeom>
              <a:avLst/>
              <a:gdLst>
                <a:gd name="T0" fmla="*/ 0 w 1568"/>
                <a:gd name="T1" fmla="*/ 0 h 4437"/>
                <a:gd name="T2" fmla="*/ 0 w 1568"/>
                <a:gd name="T3" fmla="*/ 0 h 4437"/>
                <a:gd name="T4" fmla="*/ 0 w 1568"/>
                <a:gd name="T5" fmla="*/ 0 h 4437"/>
                <a:gd name="T6" fmla="*/ 0 w 1568"/>
                <a:gd name="T7" fmla="*/ 0 h 4437"/>
                <a:gd name="T8" fmla="*/ 0 w 1568"/>
                <a:gd name="T9" fmla="*/ 0 h 4437"/>
                <a:gd name="T10" fmla="*/ 0 w 1568"/>
                <a:gd name="T11" fmla="*/ 0 h 4437"/>
                <a:gd name="T12" fmla="*/ 0 w 1568"/>
                <a:gd name="T13" fmla="*/ 0 h 4437"/>
                <a:gd name="T14" fmla="*/ 0 w 1568"/>
                <a:gd name="T15" fmla="*/ 0 h 4437"/>
                <a:gd name="T16" fmla="*/ 0 w 1568"/>
                <a:gd name="T17" fmla="*/ 0 h 4437"/>
                <a:gd name="T18" fmla="*/ 0 w 1568"/>
                <a:gd name="T19" fmla="*/ 0 h 4437"/>
                <a:gd name="T20" fmla="*/ 0 w 1568"/>
                <a:gd name="T21" fmla="*/ 0 h 4437"/>
                <a:gd name="T22" fmla="*/ 0 w 1568"/>
                <a:gd name="T23" fmla="*/ 0 h 4437"/>
                <a:gd name="T24" fmla="*/ 0 w 1568"/>
                <a:gd name="T25" fmla="*/ 0 h 4437"/>
                <a:gd name="T26" fmla="*/ 0 w 1568"/>
                <a:gd name="T27" fmla="*/ 0 h 4437"/>
                <a:gd name="T28" fmla="*/ 0 w 1568"/>
                <a:gd name="T29" fmla="*/ 0 h 4437"/>
                <a:gd name="T30" fmla="*/ 0 w 1568"/>
                <a:gd name="T31" fmla="*/ 0 h 4437"/>
                <a:gd name="T32" fmla="*/ 0 w 1568"/>
                <a:gd name="T33" fmla="*/ 0 h 4437"/>
                <a:gd name="T34" fmla="*/ 0 w 1568"/>
                <a:gd name="T35" fmla="*/ 0 h 4437"/>
                <a:gd name="T36" fmla="*/ 0 w 1568"/>
                <a:gd name="T37" fmla="*/ 0 h 4437"/>
                <a:gd name="T38" fmla="*/ 0 w 1568"/>
                <a:gd name="T39" fmla="*/ 0 h 4437"/>
                <a:gd name="T40" fmla="*/ 0 w 1568"/>
                <a:gd name="T41" fmla="*/ 0 h 4437"/>
                <a:gd name="T42" fmla="*/ 0 w 1568"/>
                <a:gd name="T43" fmla="*/ 0 h 4437"/>
                <a:gd name="T44" fmla="*/ 0 w 1568"/>
                <a:gd name="T45" fmla="*/ 0 h 4437"/>
                <a:gd name="T46" fmla="*/ 0 w 1568"/>
                <a:gd name="T47" fmla="*/ 0 h 4437"/>
                <a:gd name="T48" fmla="*/ 0 w 1568"/>
                <a:gd name="T49" fmla="*/ 0 h 4437"/>
                <a:gd name="T50" fmla="*/ 0 w 1568"/>
                <a:gd name="T51" fmla="*/ 0 h 4437"/>
                <a:gd name="T52" fmla="*/ 0 w 1568"/>
                <a:gd name="T53" fmla="*/ 0 h 4437"/>
                <a:gd name="T54" fmla="*/ 0 w 1568"/>
                <a:gd name="T55" fmla="*/ 0 h 4437"/>
                <a:gd name="T56" fmla="*/ 0 w 1568"/>
                <a:gd name="T57" fmla="*/ 0 h 4437"/>
                <a:gd name="T58" fmla="*/ 0 w 1568"/>
                <a:gd name="T59" fmla="*/ 0 h 4437"/>
                <a:gd name="T60" fmla="*/ 0 w 1568"/>
                <a:gd name="T61" fmla="*/ 0 h 4437"/>
                <a:gd name="T62" fmla="*/ 0 w 1568"/>
                <a:gd name="T63" fmla="*/ 0 h 4437"/>
                <a:gd name="T64" fmla="*/ 0 w 1568"/>
                <a:gd name="T65" fmla="*/ 0 h 4437"/>
                <a:gd name="T66" fmla="*/ 0 w 1568"/>
                <a:gd name="T67" fmla="*/ 0 h 4437"/>
                <a:gd name="T68" fmla="*/ 0 w 1568"/>
                <a:gd name="T69" fmla="*/ 0 h 4437"/>
                <a:gd name="T70" fmla="*/ 0 w 1568"/>
                <a:gd name="T71" fmla="*/ 0 h 4437"/>
                <a:gd name="T72" fmla="*/ 0 w 1568"/>
                <a:gd name="T73" fmla="*/ 0 h 4437"/>
                <a:gd name="T74" fmla="*/ 0 w 1568"/>
                <a:gd name="T75" fmla="*/ 0 h 443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568"/>
                <a:gd name="T115" fmla="*/ 0 h 4437"/>
                <a:gd name="T116" fmla="*/ 1568 w 1568"/>
                <a:gd name="T117" fmla="*/ 4437 h 443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568" h="4437">
                  <a:moveTo>
                    <a:pt x="161" y="83"/>
                  </a:moveTo>
                  <a:lnTo>
                    <a:pt x="99" y="205"/>
                  </a:lnTo>
                  <a:lnTo>
                    <a:pt x="49" y="383"/>
                  </a:lnTo>
                  <a:lnTo>
                    <a:pt x="49" y="583"/>
                  </a:lnTo>
                  <a:lnTo>
                    <a:pt x="99" y="774"/>
                  </a:lnTo>
                  <a:lnTo>
                    <a:pt x="257" y="1090"/>
                  </a:lnTo>
                  <a:lnTo>
                    <a:pt x="431" y="1400"/>
                  </a:lnTo>
                  <a:lnTo>
                    <a:pt x="543" y="1767"/>
                  </a:lnTo>
                  <a:lnTo>
                    <a:pt x="637" y="2172"/>
                  </a:lnTo>
                  <a:lnTo>
                    <a:pt x="719" y="2690"/>
                  </a:lnTo>
                  <a:lnTo>
                    <a:pt x="826" y="3398"/>
                  </a:lnTo>
                  <a:lnTo>
                    <a:pt x="877" y="3846"/>
                  </a:lnTo>
                  <a:lnTo>
                    <a:pt x="1057" y="3270"/>
                  </a:lnTo>
                  <a:lnTo>
                    <a:pt x="1192" y="2743"/>
                  </a:lnTo>
                  <a:lnTo>
                    <a:pt x="1347" y="2033"/>
                  </a:lnTo>
                  <a:lnTo>
                    <a:pt x="1444" y="1496"/>
                  </a:lnTo>
                  <a:lnTo>
                    <a:pt x="1471" y="1148"/>
                  </a:lnTo>
                  <a:lnTo>
                    <a:pt x="1490" y="830"/>
                  </a:lnTo>
                  <a:lnTo>
                    <a:pt x="1506" y="664"/>
                  </a:lnTo>
                  <a:lnTo>
                    <a:pt x="1568" y="567"/>
                  </a:lnTo>
                  <a:lnTo>
                    <a:pt x="1554" y="1169"/>
                  </a:lnTo>
                  <a:lnTo>
                    <a:pt x="1444" y="1908"/>
                  </a:lnTo>
                  <a:lnTo>
                    <a:pt x="1301" y="2582"/>
                  </a:lnTo>
                  <a:lnTo>
                    <a:pt x="1154" y="3195"/>
                  </a:lnTo>
                  <a:lnTo>
                    <a:pt x="971" y="3778"/>
                  </a:lnTo>
                  <a:lnTo>
                    <a:pt x="730" y="4394"/>
                  </a:lnTo>
                  <a:lnTo>
                    <a:pt x="637" y="4437"/>
                  </a:lnTo>
                  <a:lnTo>
                    <a:pt x="826" y="3917"/>
                  </a:lnTo>
                  <a:lnTo>
                    <a:pt x="683" y="2848"/>
                  </a:lnTo>
                  <a:lnTo>
                    <a:pt x="559" y="2015"/>
                  </a:lnTo>
                  <a:lnTo>
                    <a:pt x="402" y="1512"/>
                  </a:lnTo>
                  <a:lnTo>
                    <a:pt x="183" y="1090"/>
                  </a:lnTo>
                  <a:lnTo>
                    <a:pt x="49" y="784"/>
                  </a:lnTo>
                  <a:lnTo>
                    <a:pt x="0" y="602"/>
                  </a:lnTo>
                  <a:lnTo>
                    <a:pt x="0" y="394"/>
                  </a:lnTo>
                  <a:lnTo>
                    <a:pt x="49" y="189"/>
                  </a:lnTo>
                  <a:lnTo>
                    <a:pt x="161" y="0"/>
                  </a:lnTo>
                  <a:lnTo>
                    <a:pt x="161"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6" name="Freeform 356"/>
            <p:cNvSpPr>
              <a:spLocks/>
            </p:cNvSpPr>
            <p:nvPr/>
          </p:nvSpPr>
          <p:spPr bwMode="auto">
            <a:xfrm>
              <a:off x="2723" y="2266"/>
              <a:ext cx="198" cy="126"/>
            </a:xfrm>
            <a:custGeom>
              <a:avLst/>
              <a:gdLst>
                <a:gd name="T0" fmla="*/ 0 w 1582"/>
                <a:gd name="T1" fmla="*/ 0 h 1002"/>
                <a:gd name="T2" fmla="*/ 0 w 1582"/>
                <a:gd name="T3" fmla="*/ 0 h 1002"/>
                <a:gd name="T4" fmla="*/ 0 w 1582"/>
                <a:gd name="T5" fmla="*/ 0 h 1002"/>
                <a:gd name="T6" fmla="*/ 0 w 1582"/>
                <a:gd name="T7" fmla="*/ 0 h 1002"/>
                <a:gd name="T8" fmla="*/ 0 w 1582"/>
                <a:gd name="T9" fmla="*/ 0 h 1002"/>
                <a:gd name="T10" fmla="*/ 0 w 1582"/>
                <a:gd name="T11" fmla="*/ 0 h 1002"/>
                <a:gd name="T12" fmla="*/ 0 w 1582"/>
                <a:gd name="T13" fmla="*/ 0 h 1002"/>
                <a:gd name="T14" fmla="*/ 0 w 1582"/>
                <a:gd name="T15" fmla="*/ 0 h 1002"/>
                <a:gd name="T16" fmla="*/ 0 w 1582"/>
                <a:gd name="T17" fmla="*/ 0 h 1002"/>
                <a:gd name="T18" fmla="*/ 0 w 1582"/>
                <a:gd name="T19" fmla="*/ 0 h 1002"/>
                <a:gd name="T20" fmla="*/ 0 w 1582"/>
                <a:gd name="T21" fmla="*/ 0 h 1002"/>
                <a:gd name="T22" fmla="*/ 0 w 1582"/>
                <a:gd name="T23" fmla="*/ 0 h 1002"/>
                <a:gd name="T24" fmla="*/ 0 w 1582"/>
                <a:gd name="T25" fmla="*/ 0 h 1002"/>
                <a:gd name="T26" fmla="*/ 0 w 1582"/>
                <a:gd name="T27" fmla="*/ 0 h 1002"/>
                <a:gd name="T28" fmla="*/ 0 w 1582"/>
                <a:gd name="T29" fmla="*/ 0 h 1002"/>
                <a:gd name="T30" fmla="*/ 0 w 1582"/>
                <a:gd name="T31" fmla="*/ 0 h 1002"/>
                <a:gd name="T32" fmla="*/ 0 w 1582"/>
                <a:gd name="T33" fmla="*/ 0 h 1002"/>
                <a:gd name="T34" fmla="*/ 0 w 1582"/>
                <a:gd name="T35" fmla="*/ 0 h 1002"/>
                <a:gd name="T36" fmla="*/ 0 w 1582"/>
                <a:gd name="T37" fmla="*/ 0 h 1002"/>
                <a:gd name="T38" fmla="*/ 0 w 1582"/>
                <a:gd name="T39" fmla="*/ 0 h 1002"/>
                <a:gd name="T40" fmla="*/ 0 w 1582"/>
                <a:gd name="T41" fmla="*/ 0 h 100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82"/>
                <a:gd name="T64" fmla="*/ 0 h 1002"/>
                <a:gd name="T65" fmla="*/ 1582 w 1582"/>
                <a:gd name="T66" fmla="*/ 1002 h 100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82" h="1002">
                  <a:moveTo>
                    <a:pt x="457" y="0"/>
                  </a:moveTo>
                  <a:lnTo>
                    <a:pt x="321" y="103"/>
                  </a:lnTo>
                  <a:lnTo>
                    <a:pt x="191" y="235"/>
                  </a:lnTo>
                  <a:lnTo>
                    <a:pt x="81" y="363"/>
                  </a:lnTo>
                  <a:lnTo>
                    <a:pt x="20" y="529"/>
                  </a:lnTo>
                  <a:lnTo>
                    <a:pt x="0" y="765"/>
                  </a:lnTo>
                  <a:lnTo>
                    <a:pt x="68" y="718"/>
                  </a:lnTo>
                  <a:lnTo>
                    <a:pt x="1174" y="1002"/>
                  </a:lnTo>
                  <a:lnTo>
                    <a:pt x="1296" y="988"/>
                  </a:lnTo>
                  <a:lnTo>
                    <a:pt x="1582" y="857"/>
                  </a:lnTo>
                  <a:lnTo>
                    <a:pt x="1246" y="975"/>
                  </a:lnTo>
                  <a:lnTo>
                    <a:pt x="1187" y="940"/>
                  </a:lnTo>
                  <a:lnTo>
                    <a:pt x="969" y="889"/>
                  </a:lnTo>
                  <a:lnTo>
                    <a:pt x="855" y="698"/>
                  </a:lnTo>
                  <a:lnTo>
                    <a:pt x="775" y="640"/>
                  </a:lnTo>
                  <a:lnTo>
                    <a:pt x="523" y="564"/>
                  </a:lnTo>
                  <a:lnTo>
                    <a:pt x="429" y="468"/>
                  </a:lnTo>
                  <a:lnTo>
                    <a:pt x="397" y="373"/>
                  </a:lnTo>
                  <a:lnTo>
                    <a:pt x="383" y="248"/>
                  </a:lnTo>
                  <a:lnTo>
                    <a:pt x="383" y="128"/>
                  </a:lnTo>
                  <a:lnTo>
                    <a:pt x="4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7" name="Freeform 357"/>
            <p:cNvSpPr>
              <a:spLocks/>
            </p:cNvSpPr>
            <p:nvPr/>
          </p:nvSpPr>
          <p:spPr bwMode="auto">
            <a:xfrm>
              <a:off x="2779" y="2229"/>
              <a:ext cx="229" cy="50"/>
            </a:xfrm>
            <a:custGeom>
              <a:avLst/>
              <a:gdLst>
                <a:gd name="T0" fmla="*/ 0 w 1828"/>
                <a:gd name="T1" fmla="*/ 0 h 404"/>
                <a:gd name="T2" fmla="*/ 0 w 1828"/>
                <a:gd name="T3" fmla="*/ 0 h 404"/>
                <a:gd name="T4" fmla="*/ 0 w 1828"/>
                <a:gd name="T5" fmla="*/ 0 h 404"/>
                <a:gd name="T6" fmla="*/ 0 w 1828"/>
                <a:gd name="T7" fmla="*/ 0 h 404"/>
                <a:gd name="T8" fmla="*/ 0 w 1828"/>
                <a:gd name="T9" fmla="*/ 0 h 404"/>
                <a:gd name="T10" fmla="*/ 0 w 1828"/>
                <a:gd name="T11" fmla="*/ 0 h 404"/>
                <a:gd name="T12" fmla="*/ 0 w 1828"/>
                <a:gd name="T13" fmla="*/ 0 h 404"/>
                <a:gd name="T14" fmla="*/ 0 w 1828"/>
                <a:gd name="T15" fmla="*/ 0 h 404"/>
                <a:gd name="T16" fmla="*/ 0 w 1828"/>
                <a:gd name="T17" fmla="*/ 0 h 404"/>
                <a:gd name="T18" fmla="*/ 0 w 1828"/>
                <a:gd name="T19" fmla="*/ 0 h 404"/>
                <a:gd name="T20" fmla="*/ 0 w 1828"/>
                <a:gd name="T21" fmla="*/ 0 h 404"/>
                <a:gd name="T22" fmla="*/ 0 w 1828"/>
                <a:gd name="T23" fmla="*/ 0 h 404"/>
                <a:gd name="T24" fmla="*/ 0 w 1828"/>
                <a:gd name="T25" fmla="*/ 0 h 404"/>
                <a:gd name="T26" fmla="*/ 0 w 1828"/>
                <a:gd name="T27" fmla="*/ 0 h 404"/>
                <a:gd name="T28" fmla="*/ 0 w 1828"/>
                <a:gd name="T29" fmla="*/ 0 h 404"/>
                <a:gd name="T30" fmla="*/ 0 w 1828"/>
                <a:gd name="T31" fmla="*/ 0 h 404"/>
                <a:gd name="T32" fmla="*/ 0 w 1828"/>
                <a:gd name="T33" fmla="*/ 0 h 404"/>
                <a:gd name="T34" fmla="*/ 0 w 1828"/>
                <a:gd name="T35" fmla="*/ 0 h 404"/>
                <a:gd name="T36" fmla="*/ 0 w 1828"/>
                <a:gd name="T37" fmla="*/ 0 h 40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28"/>
                <a:gd name="T58" fmla="*/ 0 h 404"/>
                <a:gd name="T59" fmla="*/ 1828 w 1828"/>
                <a:gd name="T60" fmla="*/ 404 h 40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28" h="404">
                  <a:moveTo>
                    <a:pt x="57" y="281"/>
                  </a:moveTo>
                  <a:lnTo>
                    <a:pt x="281" y="250"/>
                  </a:lnTo>
                  <a:lnTo>
                    <a:pt x="862" y="31"/>
                  </a:lnTo>
                  <a:lnTo>
                    <a:pt x="1115" y="46"/>
                  </a:lnTo>
                  <a:lnTo>
                    <a:pt x="1528" y="0"/>
                  </a:lnTo>
                  <a:lnTo>
                    <a:pt x="1587" y="31"/>
                  </a:lnTo>
                  <a:lnTo>
                    <a:pt x="1767" y="301"/>
                  </a:lnTo>
                  <a:lnTo>
                    <a:pt x="1560" y="88"/>
                  </a:lnTo>
                  <a:lnTo>
                    <a:pt x="1479" y="88"/>
                  </a:lnTo>
                  <a:lnTo>
                    <a:pt x="1053" y="88"/>
                  </a:lnTo>
                  <a:lnTo>
                    <a:pt x="1198" y="151"/>
                  </a:lnTo>
                  <a:lnTo>
                    <a:pt x="1440" y="202"/>
                  </a:lnTo>
                  <a:lnTo>
                    <a:pt x="1828" y="404"/>
                  </a:lnTo>
                  <a:lnTo>
                    <a:pt x="1355" y="238"/>
                  </a:lnTo>
                  <a:lnTo>
                    <a:pt x="892" y="112"/>
                  </a:lnTo>
                  <a:lnTo>
                    <a:pt x="798" y="112"/>
                  </a:lnTo>
                  <a:lnTo>
                    <a:pt x="339" y="281"/>
                  </a:lnTo>
                  <a:lnTo>
                    <a:pt x="0" y="332"/>
                  </a:lnTo>
                  <a:lnTo>
                    <a:pt x="57" y="2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8" name="Freeform 358"/>
            <p:cNvSpPr>
              <a:spLocks/>
            </p:cNvSpPr>
            <p:nvPr/>
          </p:nvSpPr>
          <p:spPr bwMode="auto">
            <a:xfrm>
              <a:off x="2785" y="1844"/>
              <a:ext cx="82" cy="302"/>
            </a:xfrm>
            <a:custGeom>
              <a:avLst/>
              <a:gdLst>
                <a:gd name="T0" fmla="*/ 0 w 655"/>
                <a:gd name="T1" fmla="*/ 0 h 2417"/>
                <a:gd name="T2" fmla="*/ 0 w 655"/>
                <a:gd name="T3" fmla="*/ 0 h 2417"/>
                <a:gd name="T4" fmla="*/ 0 w 655"/>
                <a:gd name="T5" fmla="*/ 0 h 2417"/>
                <a:gd name="T6" fmla="*/ 0 w 655"/>
                <a:gd name="T7" fmla="*/ 0 h 2417"/>
                <a:gd name="T8" fmla="*/ 0 w 655"/>
                <a:gd name="T9" fmla="*/ 0 h 2417"/>
                <a:gd name="T10" fmla="*/ 0 w 655"/>
                <a:gd name="T11" fmla="*/ 0 h 2417"/>
                <a:gd name="T12" fmla="*/ 0 w 655"/>
                <a:gd name="T13" fmla="*/ 0 h 2417"/>
                <a:gd name="T14" fmla="*/ 0 w 655"/>
                <a:gd name="T15" fmla="*/ 0 h 2417"/>
                <a:gd name="T16" fmla="*/ 0 w 655"/>
                <a:gd name="T17" fmla="*/ 0 h 2417"/>
                <a:gd name="T18" fmla="*/ 0 w 655"/>
                <a:gd name="T19" fmla="*/ 0 h 2417"/>
                <a:gd name="T20" fmla="*/ 0 w 655"/>
                <a:gd name="T21" fmla="*/ 0 h 2417"/>
                <a:gd name="T22" fmla="*/ 0 w 655"/>
                <a:gd name="T23" fmla="*/ 0 h 2417"/>
                <a:gd name="T24" fmla="*/ 0 w 655"/>
                <a:gd name="T25" fmla="*/ 0 h 2417"/>
                <a:gd name="T26" fmla="*/ 0 w 655"/>
                <a:gd name="T27" fmla="*/ 0 h 2417"/>
                <a:gd name="T28" fmla="*/ 0 w 655"/>
                <a:gd name="T29" fmla="*/ 0 h 2417"/>
                <a:gd name="T30" fmla="*/ 0 w 655"/>
                <a:gd name="T31" fmla="*/ 0 h 2417"/>
                <a:gd name="T32" fmla="*/ 0 w 655"/>
                <a:gd name="T33" fmla="*/ 0 h 2417"/>
                <a:gd name="T34" fmla="*/ 0 w 655"/>
                <a:gd name="T35" fmla="*/ 0 h 2417"/>
                <a:gd name="T36" fmla="*/ 0 w 655"/>
                <a:gd name="T37" fmla="*/ 0 h 2417"/>
                <a:gd name="T38" fmla="*/ 0 w 655"/>
                <a:gd name="T39" fmla="*/ 0 h 2417"/>
                <a:gd name="T40" fmla="*/ 0 w 655"/>
                <a:gd name="T41" fmla="*/ 0 h 2417"/>
                <a:gd name="T42" fmla="*/ 0 w 655"/>
                <a:gd name="T43" fmla="*/ 0 h 2417"/>
                <a:gd name="T44" fmla="*/ 0 w 655"/>
                <a:gd name="T45" fmla="*/ 0 h 2417"/>
                <a:gd name="T46" fmla="*/ 0 w 655"/>
                <a:gd name="T47" fmla="*/ 0 h 2417"/>
                <a:gd name="T48" fmla="*/ 0 w 655"/>
                <a:gd name="T49" fmla="*/ 0 h 2417"/>
                <a:gd name="T50" fmla="*/ 0 w 655"/>
                <a:gd name="T51" fmla="*/ 0 h 2417"/>
                <a:gd name="T52" fmla="*/ 0 w 655"/>
                <a:gd name="T53" fmla="*/ 0 h 2417"/>
                <a:gd name="T54" fmla="*/ 0 w 655"/>
                <a:gd name="T55" fmla="*/ 0 h 2417"/>
                <a:gd name="T56" fmla="*/ 0 w 655"/>
                <a:gd name="T57" fmla="*/ 0 h 2417"/>
                <a:gd name="T58" fmla="*/ 0 w 655"/>
                <a:gd name="T59" fmla="*/ 0 h 2417"/>
                <a:gd name="T60" fmla="*/ 0 w 655"/>
                <a:gd name="T61" fmla="*/ 0 h 2417"/>
                <a:gd name="T62" fmla="*/ 0 w 655"/>
                <a:gd name="T63" fmla="*/ 0 h 24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5"/>
                <a:gd name="T97" fmla="*/ 0 h 2417"/>
                <a:gd name="T98" fmla="*/ 655 w 655"/>
                <a:gd name="T99" fmla="*/ 2417 h 24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5" h="2417">
                  <a:moveTo>
                    <a:pt x="0" y="325"/>
                  </a:moveTo>
                  <a:lnTo>
                    <a:pt x="60" y="218"/>
                  </a:lnTo>
                  <a:lnTo>
                    <a:pt x="157" y="112"/>
                  </a:lnTo>
                  <a:lnTo>
                    <a:pt x="281" y="0"/>
                  </a:lnTo>
                  <a:lnTo>
                    <a:pt x="378" y="24"/>
                  </a:lnTo>
                  <a:lnTo>
                    <a:pt x="235" y="121"/>
                  </a:lnTo>
                  <a:lnTo>
                    <a:pt x="328" y="437"/>
                  </a:lnTo>
                  <a:lnTo>
                    <a:pt x="500" y="468"/>
                  </a:lnTo>
                  <a:lnTo>
                    <a:pt x="539" y="250"/>
                  </a:lnTo>
                  <a:lnTo>
                    <a:pt x="539" y="136"/>
                  </a:lnTo>
                  <a:lnTo>
                    <a:pt x="500" y="24"/>
                  </a:lnTo>
                  <a:lnTo>
                    <a:pt x="585" y="136"/>
                  </a:lnTo>
                  <a:lnTo>
                    <a:pt x="585" y="312"/>
                  </a:lnTo>
                  <a:lnTo>
                    <a:pt x="550" y="486"/>
                  </a:lnTo>
                  <a:lnTo>
                    <a:pt x="618" y="749"/>
                  </a:lnTo>
                  <a:lnTo>
                    <a:pt x="645" y="1242"/>
                  </a:lnTo>
                  <a:lnTo>
                    <a:pt x="629" y="1823"/>
                  </a:lnTo>
                  <a:lnTo>
                    <a:pt x="655" y="2342"/>
                  </a:lnTo>
                  <a:lnTo>
                    <a:pt x="629" y="2417"/>
                  </a:lnTo>
                  <a:lnTo>
                    <a:pt x="569" y="1885"/>
                  </a:lnTo>
                  <a:lnTo>
                    <a:pt x="569" y="1332"/>
                  </a:lnTo>
                  <a:lnTo>
                    <a:pt x="569" y="894"/>
                  </a:lnTo>
                  <a:lnTo>
                    <a:pt x="519" y="620"/>
                  </a:lnTo>
                  <a:lnTo>
                    <a:pt x="458" y="534"/>
                  </a:lnTo>
                  <a:lnTo>
                    <a:pt x="328" y="468"/>
                  </a:lnTo>
                  <a:lnTo>
                    <a:pt x="157" y="802"/>
                  </a:lnTo>
                  <a:lnTo>
                    <a:pt x="126" y="703"/>
                  </a:lnTo>
                  <a:lnTo>
                    <a:pt x="262" y="453"/>
                  </a:lnTo>
                  <a:lnTo>
                    <a:pt x="187" y="182"/>
                  </a:lnTo>
                  <a:lnTo>
                    <a:pt x="106" y="281"/>
                  </a:lnTo>
                  <a:lnTo>
                    <a:pt x="29" y="437"/>
                  </a:lnTo>
                  <a:lnTo>
                    <a:pt x="0"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9" name="Freeform 359"/>
            <p:cNvSpPr>
              <a:spLocks/>
            </p:cNvSpPr>
            <p:nvPr/>
          </p:nvSpPr>
          <p:spPr bwMode="auto">
            <a:xfrm>
              <a:off x="2850" y="1815"/>
              <a:ext cx="73" cy="115"/>
            </a:xfrm>
            <a:custGeom>
              <a:avLst/>
              <a:gdLst>
                <a:gd name="T0" fmla="*/ 0 w 585"/>
                <a:gd name="T1" fmla="*/ 0 h 919"/>
                <a:gd name="T2" fmla="*/ 0 w 585"/>
                <a:gd name="T3" fmla="*/ 0 h 919"/>
                <a:gd name="T4" fmla="*/ 0 w 585"/>
                <a:gd name="T5" fmla="*/ 0 h 919"/>
                <a:gd name="T6" fmla="*/ 0 w 585"/>
                <a:gd name="T7" fmla="*/ 0 h 919"/>
                <a:gd name="T8" fmla="*/ 0 w 585"/>
                <a:gd name="T9" fmla="*/ 0 h 919"/>
                <a:gd name="T10" fmla="*/ 0 w 585"/>
                <a:gd name="T11" fmla="*/ 0 h 919"/>
                <a:gd name="T12" fmla="*/ 0 w 585"/>
                <a:gd name="T13" fmla="*/ 0 h 919"/>
                <a:gd name="T14" fmla="*/ 0 w 585"/>
                <a:gd name="T15" fmla="*/ 0 h 919"/>
                <a:gd name="T16" fmla="*/ 0 w 585"/>
                <a:gd name="T17" fmla="*/ 0 h 919"/>
                <a:gd name="T18" fmla="*/ 0 w 585"/>
                <a:gd name="T19" fmla="*/ 0 h 9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85"/>
                <a:gd name="T31" fmla="*/ 0 h 919"/>
                <a:gd name="T32" fmla="*/ 585 w 585"/>
                <a:gd name="T33" fmla="*/ 919 h 91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85" h="919">
                  <a:moveTo>
                    <a:pt x="0" y="251"/>
                  </a:moveTo>
                  <a:lnTo>
                    <a:pt x="191" y="396"/>
                  </a:lnTo>
                  <a:lnTo>
                    <a:pt x="233" y="664"/>
                  </a:lnTo>
                  <a:lnTo>
                    <a:pt x="426" y="300"/>
                  </a:lnTo>
                  <a:lnTo>
                    <a:pt x="585" y="0"/>
                  </a:lnTo>
                  <a:lnTo>
                    <a:pt x="534" y="242"/>
                  </a:lnTo>
                  <a:lnTo>
                    <a:pt x="174" y="919"/>
                  </a:lnTo>
                  <a:lnTo>
                    <a:pt x="198" y="761"/>
                  </a:lnTo>
                  <a:lnTo>
                    <a:pt x="50" y="508"/>
                  </a:lnTo>
                  <a:lnTo>
                    <a:pt x="0" y="2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0" name="Freeform 360"/>
            <p:cNvSpPr>
              <a:spLocks/>
            </p:cNvSpPr>
            <p:nvPr/>
          </p:nvSpPr>
          <p:spPr bwMode="auto">
            <a:xfrm>
              <a:off x="2847" y="2219"/>
              <a:ext cx="52" cy="20"/>
            </a:xfrm>
            <a:custGeom>
              <a:avLst/>
              <a:gdLst>
                <a:gd name="T0" fmla="*/ 0 w 416"/>
                <a:gd name="T1" fmla="*/ 0 h 166"/>
                <a:gd name="T2" fmla="*/ 0 w 416"/>
                <a:gd name="T3" fmla="*/ 0 h 166"/>
                <a:gd name="T4" fmla="*/ 0 w 416"/>
                <a:gd name="T5" fmla="*/ 0 h 166"/>
                <a:gd name="T6" fmla="*/ 0 w 416"/>
                <a:gd name="T7" fmla="*/ 0 h 166"/>
                <a:gd name="T8" fmla="*/ 0 60000 65536"/>
                <a:gd name="T9" fmla="*/ 0 60000 65536"/>
                <a:gd name="T10" fmla="*/ 0 60000 65536"/>
                <a:gd name="T11" fmla="*/ 0 60000 65536"/>
                <a:gd name="T12" fmla="*/ 0 w 416"/>
                <a:gd name="T13" fmla="*/ 0 h 166"/>
                <a:gd name="T14" fmla="*/ 416 w 416"/>
                <a:gd name="T15" fmla="*/ 166 h 166"/>
              </a:gdLst>
              <a:ahLst/>
              <a:cxnLst>
                <a:cxn ang="T8">
                  <a:pos x="T0" y="T1"/>
                </a:cxn>
                <a:cxn ang="T9">
                  <a:pos x="T2" y="T3"/>
                </a:cxn>
                <a:cxn ang="T10">
                  <a:pos x="T4" y="T5"/>
                </a:cxn>
                <a:cxn ang="T11">
                  <a:pos x="T6" y="T7"/>
                </a:cxn>
              </a:cxnLst>
              <a:rect l="T12" t="T13" r="T14" b="T15"/>
              <a:pathLst>
                <a:path w="416" h="166">
                  <a:moveTo>
                    <a:pt x="218" y="166"/>
                  </a:moveTo>
                  <a:lnTo>
                    <a:pt x="0" y="80"/>
                  </a:lnTo>
                  <a:lnTo>
                    <a:pt x="42" y="0"/>
                  </a:lnTo>
                  <a:lnTo>
                    <a:pt x="416" y="15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61" name="Freeform 361"/>
            <p:cNvSpPr>
              <a:spLocks/>
            </p:cNvSpPr>
            <p:nvPr/>
          </p:nvSpPr>
          <p:spPr bwMode="auto">
            <a:xfrm>
              <a:off x="2866" y="1996"/>
              <a:ext cx="437" cy="380"/>
            </a:xfrm>
            <a:custGeom>
              <a:avLst/>
              <a:gdLst>
                <a:gd name="T0" fmla="*/ 0 w 3494"/>
                <a:gd name="T1" fmla="*/ 0 h 3036"/>
                <a:gd name="T2" fmla="*/ 0 w 3494"/>
                <a:gd name="T3" fmla="*/ 0 h 3036"/>
                <a:gd name="T4" fmla="*/ 0 w 3494"/>
                <a:gd name="T5" fmla="*/ 0 h 3036"/>
                <a:gd name="T6" fmla="*/ 0 w 3494"/>
                <a:gd name="T7" fmla="*/ 0 h 3036"/>
                <a:gd name="T8" fmla="*/ 0 w 3494"/>
                <a:gd name="T9" fmla="*/ 0 h 3036"/>
                <a:gd name="T10" fmla="*/ 0 w 3494"/>
                <a:gd name="T11" fmla="*/ 0 h 3036"/>
                <a:gd name="T12" fmla="*/ 0 w 3494"/>
                <a:gd name="T13" fmla="*/ 0 h 3036"/>
                <a:gd name="T14" fmla="*/ 0 w 3494"/>
                <a:gd name="T15" fmla="*/ 0 h 3036"/>
                <a:gd name="T16" fmla="*/ 0 w 3494"/>
                <a:gd name="T17" fmla="*/ 0 h 3036"/>
                <a:gd name="T18" fmla="*/ 0 w 3494"/>
                <a:gd name="T19" fmla="*/ 0 h 3036"/>
                <a:gd name="T20" fmla="*/ 0 w 3494"/>
                <a:gd name="T21" fmla="*/ 0 h 3036"/>
                <a:gd name="T22" fmla="*/ 0 w 3494"/>
                <a:gd name="T23" fmla="*/ 0 h 3036"/>
                <a:gd name="T24" fmla="*/ 0 w 3494"/>
                <a:gd name="T25" fmla="*/ 0 h 3036"/>
                <a:gd name="T26" fmla="*/ 0 w 3494"/>
                <a:gd name="T27" fmla="*/ 0 h 3036"/>
                <a:gd name="T28" fmla="*/ 0 w 3494"/>
                <a:gd name="T29" fmla="*/ 0 h 3036"/>
                <a:gd name="T30" fmla="*/ 0 w 3494"/>
                <a:gd name="T31" fmla="*/ 0 h 3036"/>
                <a:gd name="T32" fmla="*/ 0 w 3494"/>
                <a:gd name="T33" fmla="*/ 0 h 3036"/>
                <a:gd name="T34" fmla="*/ 0 w 3494"/>
                <a:gd name="T35" fmla="*/ 0 h 3036"/>
                <a:gd name="T36" fmla="*/ 0 w 3494"/>
                <a:gd name="T37" fmla="*/ 0 h 3036"/>
                <a:gd name="T38" fmla="*/ 0 w 3494"/>
                <a:gd name="T39" fmla="*/ 0 h 3036"/>
                <a:gd name="T40" fmla="*/ 0 w 3494"/>
                <a:gd name="T41" fmla="*/ 0 h 3036"/>
                <a:gd name="T42" fmla="*/ 0 w 3494"/>
                <a:gd name="T43" fmla="*/ 0 h 3036"/>
                <a:gd name="T44" fmla="*/ 0 w 3494"/>
                <a:gd name="T45" fmla="*/ 0 h 3036"/>
                <a:gd name="T46" fmla="*/ 0 w 3494"/>
                <a:gd name="T47" fmla="*/ 0 h 3036"/>
                <a:gd name="T48" fmla="*/ 0 w 3494"/>
                <a:gd name="T49" fmla="*/ 0 h 3036"/>
                <a:gd name="T50" fmla="*/ 0 w 3494"/>
                <a:gd name="T51" fmla="*/ 0 h 3036"/>
                <a:gd name="T52" fmla="*/ 0 w 3494"/>
                <a:gd name="T53" fmla="*/ 0 h 3036"/>
                <a:gd name="T54" fmla="*/ 0 w 3494"/>
                <a:gd name="T55" fmla="*/ 0 h 3036"/>
                <a:gd name="T56" fmla="*/ 0 w 3494"/>
                <a:gd name="T57" fmla="*/ 0 h 3036"/>
                <a:gd name="T58" fmla="*/ 0 w 3494"/>
                <a:gd name="T59" fmla="*/ 0 h 3036"/>
                <a:gd name="T60" fmla="*/ 0 w 3494"/>
                <a:gd name="T61" fmla="*/ 0 h 3036"/>
                <a:gd name="T62" fmla="*/ 0 w 3494"/>
                <a:gd name="T63" fmla="*/ 0 h 3036"/>
                <a:gd name="T64" fmla="*/ 0 w 3494"/>
                <a:gd name="T65" fmla="*/ 0 h 3036"/>
                <a:gd name="T66" fmla="*/ 0 w 3494"/>
                <a:gd name="T67" fmla="*/ 0 h 3036"/>
                <a:gd name="T68" fmla="*/ 0 w 3494"/>
                <a:gd name="T69" fmla="*/ 0 h 3036"/>
                <a:gd name="T70" fmla="*/ 0 w 3494"/>
                <a:gd name="T71" fmla="*/ 0 h 3036"/>
                <a:gd name="T72" fmla="*/ 0 w 3494"/>
                <a:gd name="T73" fmla="*/ 0 h 3036"/>
                <a:gd name="T74" fmla="*/ 0 w 3494"/>
                <a:gd name="T75" fmla="*/ 0 h 3036"/>
                <a:gd name="T76" fmla="*/ 0 w 3494"/>
                <a:gd name="T77" fmla="*/ 0 h 3036"/>
                <a:gd name="T78" fmla="*/ 0 w 3494"/>
                <a:gd name="T79" fmla="*/ 0 h 3036"/>
                <a:gd name="T80" fmla="*/ 0 w 3494"/>
                <a:gd name="T81" fmla="*/ 0 h 3036"/>
                <a:gd name="T82" fmla="*/ 0 w 3494"/>
                <a:gd name="T83" fmla="*/ 0 h 3036"/>
                <a:gd name="T84" fmla="*/ 0 w 3494"/>
                <a:gd name="T85" fmla="*/ 0 h 3036"/>
                <a:gd name="T86" fmla="*/ 0 w 3494"/>
                <a:gd name="T87" fmla="*/ 0 h 3036"/>
                <a:gd name="T88" fmla="*/ 0 w 3494"/>
                <a:gd name="T89" fmla="*/ 0 h 3036"/>
                <a:gd name="T90" fmla="*/ 0 w 3494"/>
                <a:gd name="T91" fmla="*/ 0 h 30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494"/>
                <a:gd name="T139" fmla="*/ 0 h 3036"/>
                <a:gd name="T140" fmla="*/ 3494 w 3494"/>
                <a:gd name="T141" fmla="*/ 3036 h 30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494" h="3036">
                  <a:moveTo>
                    <a:pt x="1119" y="2271"/>
                  </a:moveTo>
                  <a:lnTo>
                    <a:pt x="1130" y="2336"/>
                  </a:lnTo>
                  <a:lnTo>
                    <a:pt x="1101" y="2414"/>
                  </a:lnTo>
                  <a:lnTo>
                    <a:pt x="1054" y="2433"/>
                  </a:lnTo>
                  <a:lnTo>
                    <a:pt x="284" y="2338"/>
                  </a:lnTo>
                  <a:lnTo>
                    <a:pt x="292" y="2407"/>
                  </a:lnTo>
                  <a:lnTo>
                    <a:pt x="404" y="2387"/>
                  </a:lnTo>
                  <a:lnTo>
                    <a:pt x="852" y="2442"/>
                  </a:lnTo>
                  <a:lnTo>
                    <a:pt x="771" y="2609"/>
                  </a:lnTo>
                  <a:lnTo>
                    <a:pt x="428" y="2668"/>
                  </a:lnTo>
                  <a:lnTo>
                    <a:pt x="158" y="2552"/>
                  </a:lnTo>
                  <a:lnTo>
                    <a:pt x="68" y="2568"/>
                  </a:lnTo>
                  <a:lnTo>
                    <a:pt x="151" y="2638"/>
                  </a:lnTo>
                  <a:lnTo>
                    <a:pt x="446" y="2679"/>
                  </a:lnTo>
                  <a:lnTo>
                    <a:pt x="752" y="2656"/>
                  </a:lnTo>
                  <a:lnTo>
                    <a:pt x="670" y="2780"/>
                  </a:lnTo>
                  <a:lnTo>
                    <a:pt x="481" y="2895"/>
                  </a:lnTo>
                  <a:lnTo>
                    <a:pt x="158" y="2910"/>
                  </a:lnTo>
                  <a:lnTo>
                    <a:pt x="0" y="2895"/>
                  </a:lnTo>
                  <a:lnTo>
                    <a:pt x="268" y="2954"/>
                  </a:lnTo>
                  <a:lnTo>
                    <a:pt x="455" y="2932"/>
                  </a:lnTo>
                  <a:lnTo>
                    <a:pt x="418" y="3036"/>
                  </a:lnTo>
                  <a:lnTo>
                    <a:pt x="455" y="3025"/>
                  </a:lnTo>
                  <a:lnTo>
                    <a:pt x="525" y="2910"/>
                  </a:lnTo>
                  <a:lnTo>
                    <a:pt x="697" y="2789"/>
                  </a:lnTo>
                  <a:lnTo>
                    <a:pt x="784" y="2668"/>
                  </a:lnTo>
                  <a:lnTo>
                    <a:pt x="3327" y="2668"/>
                  </a:lnTo>
                  <a:lnTo>
                    <a:pt x="3390" y="2495"/>
                  </a:lnTo>
                  <a:lnTo>
                    <a:pt x="3424" y="2200"/>
                  </a:lnTo>
                  <a:lnTo>
                    <a:pt x="3454" y="1985"/>
                  </a:lnTo>
                  <a:lnTo>
                    <a:pt x="2977" y="1849"/>
                  </a:lnTo>
                  <a:lnTo>
                    <a:pt x="3041" y="1780"/>
                  </a:lnTo>
                  <a:lnTo>
                    <a:pt x="3109" y="1833"/>
                  </a:lnTo>
                  <a:lnTo>
                    <a:pt x="3494" y="1886"/>
                  </a:lnTo>
                  <a:lnTo>
                    <a:pt x="3494" y="1844"/>
                  </a:lnTo>
                  <a:lnTo>
                    <a:pt x="3159" y="1785"/>
                  </a:lnTo>
                  <a:lnTo>
                    <a:pt x="2995" y="1598"/>
                  </a:lnTo>
                  <a:lnTo>
                    <a:pt x="2813" y="1805"/>
                  </a:lnTo>
                  <a:lnTo>
                    <a:pt x="2479" y="2336"/>
                  </a:lnTo>
                  <a:lnTo>
                    <a:pt x="2345" y="2236"/>
                  </a:lnTo>
                  <a:lnTo>
                    <a:pt x="2472" y="1955"/>
                  </a:lnTo>
                  <a:lnTo>
                    <a:pt x="2714" y="1671"/>
                  </a:lnTo>
                  <a:lnTo>
                    <a:pt x="2868" y="1559"/>
                  </a:lnTo>
                  <a:lnTo>
                    <a:pt x="2742" y="1303"/>
                  </a:lnTo>
                  <a:lnTo>
                    <a:pt x="2582" y="745"/>
                  </a:lnTo>
                  <a:lnTo>
                    <a:pt x="2707" y="1328"/>
                  </a:lnTo>
                  <a:lnTo>
                    <a:pt x="2771" y="1535"/>
                  </a:lnTo>
                  <a:lnTo>
                    <a:pt x="2544" y="1550"/>
                  </a:lnTo>
                  <a:lnTo>
                    <a:pt x="2272" y="692"/>
                  </a:lnTo>
                  <a:lnTo>
                    <a:pt x="2424" y="552"/>
                  </a:lnTo>
                  <a:lnTo>
                    <a:pt x="1962" y="803"/>
                  </a:lnTo>
                  <a:lnTo>
                    <a:pt x="1962" y="735"/>
                  </a:lnTo>
                  <a:lnTo>
                    <a:pt x="2037" y="602"/>
                  </a:lnTo>
                  <a:lnTo>
                    <a:pt x="2345" y="369"/>
                  </a:lnTo>
                  <a:lnTo>
                    <a:pt x="2439" y="210"/>
                  </a:lnTo>
                  <a:lnTo>
                    <a:pt x="2540" y="614"/>
                  </a:lnTo>
                  <a:lnTo>
                    <a:pt x="2525" y="180"/>
                  </a:lnTo>
                  <a:lnTo>
                    <a:pt x="2403" y="90"/>
                  </a:lnTo>
                  <a:lnTo>
                    <a:pt x="2318" y="88"/>
                  </a:lnTo>
                  <a:lnTo>
                    <a:pt x="2311" y="0"/>
                  </a:lnTo>
                  <a:lnTo>
                    <a:pt x="2311" y="157"/>
                  </a:lnTo>
                  <a:lnTo>
                    <a:pt x="2340" y="297"/>
                  </a:lnTo>
                  <a:lnTo>
                    <a:pt x="2177" y="480"/>
                  </a:lnTo>
                  <a:lnTo>
                    <a:pt x="1905" y="563"/>
                  </a:lnTo>
                  <a:lnTo>
                    <a:pt x="1852" y="231"/>
                  </a:lnTo>
                  <a:lnTo>
                    <a:pt x="1742" y="552"/>
                  </a:lnTo>
                  <a:lnTo>
                    <a:pt x="1485" y="745"/>
                  </a:lnTo>
                  <a:lnTo>
                    <a:pt x="1220" y="818"/>
                  </a:lnTo>
                  <a:lnTo>
                    <a:pt x="944" y="871"/>
                  </a:lnTo>
                  <a:lnTo>
                    <a:pt x="1352" y="835"/>
                  </a:lnTo>
                  <a:lnTo>
                    <a:pt x="1589" y="783"/>
                  </a:lnTo>
                  <a:lnTo>
                    <a:pt x="1371" y="976"/>
                  </a:lnTo>
                  <a:lnTo>
                    <a:pt x="1169" y="1240"/>
                  </a:lnTo>
                  <a:lnTo>
                    <a:pt x="953" y="1621"/>
                  </a:lnTo>
                  <a:lnTo>
                    <a:pt x="842" y="1895"/>
                  </a:lnTo>
                  <a:lnTo>
                    <a:pt x="1087" y="2165"/>
                  </a:lnTo>
                  <a:lnTo>
                    <a:pt x="1191" y="2271"/>
                  </a:lnTo>
                  <a:lnTo>
                    <a:pt x="1172" y="2312"/>
                  </a:lnTo>
                  <a:lnTo>
                    <a:pt x="1331" y="2374"/>
                  </a:lnTo>
                  <a:lnTo>
                    <a:pt x="1415" y="1937"/>
                  </a:lnTo>
                  <a:lnTo>
                    <a:pt x="1589" y="1211"/>
                  </a:lnTo>
                  <a:lnTo>
                    <a:pt x="1698" y="930"/>
                  </a:lnTo>
                  <a:lnTo>
                    <a:pt x="1707" y="1134"/>
                  </a:lnTo>
                  <a:lnTo>
                    <a:pt x="1608" y="1510"/>
                  </a:lnTo>
                  <a:lnTo>
                    <a:pt x="1485" y="2137"/>
                  </a:lnTo>
                  <a:lnTo>
                    <a:pt x="1446" y="2433"/>
                  </a:lnTo>
                  <a:lnTo>
                    <a:pt x="1365" y="2396"/>
                  </a:lnTo>
                  <a:lnTo>
                    <a:pt x="1523" y="2517"/>
                  </a:lnTo>
                  <a:lnTo>
                    <a:pt x="1317" y="2483"/>
                  </a:lnTo>
                  <a:lnTo>
                    <a:pt x="1147" y="2407"/>
                  </a:lnTo>
                  <a:lnTo>
                    <a:pt x="1147" y="2324"/>
                  </a:lnTo>
                  <a:lnTo>
                    <a:pt x="1119" y="22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2" name="Freeform 362"/>
            <p:cNvSpPr>
              <a:spLocks/>
            </p:cNvSpPr>
            <p:nvPr/>
          </p:nvSpPr>
          <p:spPr bwMode="auto">
            <a:xfrm>
              <a:off x="2960" y="1762"/>
              <a:ext cx="199" cy="306"/>
            </a:xfrm>
            <a:custGeom>
              <a:avLst/>
              <a:gdLst>
                <a:gd name="T0" fmla="*/ 0 w 1593"/>
                <a:gd name="T1" fmla="*/ 0 h 2446"/>
                <a:gd name="T2" fmla="*/ 0 w 1593"/>
                <a:gd name="T3" fmla="*/ 0 h 2446"/>
                <a:gd name="T4" fmla="*/ 0 w 1593"/>
                <a:gd name="T5" fmla="*/ 0 h 2446"/>
                <a:gd name="T6" fmla="*/ 0 w 1593"/>
                <a:gd name="T7" fmla="*/ 0 h 2446"/>
                <a:gd name="T8" fmla="*/ 0 w 1593"/>
                <a:gd name="T9" fmla="*/ 0 h 2446"/>
                <a:gd name="T10" fmla="*/ 0 w 1593"/>
                <a:gd name="T11" fmla="*/ 0 h 2446"/>
                <a:gd name="T12" fmla="*/ 0 w 1593"/>
                <a:gd name="T13" fmla="*/ 0 h 2446"/>
                <a:gd name="T14" fmla="*/ 0 w 1593"/>
                <a:gd name="T15" fmla="*/ 0 h 2446"/>
                <a:gd name="T16" fmla="*/ 0 w 1593"/>
                <a:gd name="T17" fmla="*/ 0 h 2446"/>
                <a:gd name="T18" fmla="*/ 0 w 1593"/>
                <a:gd name="T19" fmla="*/ 0 h 2446"/>
                <a:gd name="T20" fmla="*/ 0 w 1593"/>
                <a:gd name="T21" fmla="*/ 0 h 2446"/>
                <a:gd name="T22" fmla="*/ 0 w 1593"/>
                <a:gd name="T23" fmla="*/ 0 h 2446"/>
                <a:gd name="T24" fmla="*/ 0 w 1593"/>
                <a:gd name="T25" fmla="*/ 0 h 2446"/>
                <a:gd name="T26" fmla="*/ 0 w 1593"/>
                <a:gd name="T27" fmla="*/ 0 h 2446"/>
                <a:gd name="T28" fmla="*/ 0 w 1593"/>
                <a:gd name="T29" fmla="*/ 0 h 2446"/>
                <a:gd name="T30" fmla="*/ 0 w 1593"/>
                <a:gd name="T31" fmla="*/ 0 h 2446"/>
                <a:gd name="T32" fmla="*/ 0 w 1593"/>
                <a:gd name="T33" fmla="*/ 0 h 2446"/>
                <a:gd name="T34" fmla="*/ 0 w 1593"/>
                <a:gd name="T35" fmla="*/ 0 h 2446"/>
                <a:gd name="T36" fmla="*/ 0 w 1593"/>
                <a:gd name="T37" fmla="*/ 0 h 2446"/>
                <a:gd name="T38" fmla="*/ 0 w 1593"/>
                <a:gd name="T39" fmla="*/ 0 h 2446"/>
                <a:gd name="T40" fmla="*/ 0 w 1593"/>
                <a:gd name="T41" fmla="*/ 0 h 2446"/>
                <a:gd name="T42" fmla="*/ 0 w 1593"/>
                <a:gd name="T43" fmla="*/ 0 h 2446"/>
                <a:gd name="T44" fmla="*/ 0 w 1593"/>
                <a:gd name="T45" fmla="*/ 0 h 2446"/>
                <a:gd name="T46" fmla="*/ 0 w 1593"/>
                <a:gd name="T47" fmla="*/ 0 h 2446"/>
                <a:gd name="T48" fmla="*/ 0 w 1593"/>
                <a:gd name="T49" fmla="*/ 0 h 2446"/>
                <a:gd name="T50" fmla="*/ 0 w 1593"/>
                <a:gd name="T51" fmla="*/ 0 h 2446"/>
                <a:gd name="T52" fmla="*/ 0 w 1593"/>
                <a:gd name="T53" fmla="*/ 0 h 2446"/>
                <a:gd name="T54" fmla="*/ 0 w 1593"/>
                <a:gd name="T55" fmla="*/ 0 h 2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93"/>
                <a:gd name="T85" fmla="*/ 0 h 2446"/>
                <a:gd name="T86" fmla="*/ 1593 w 1593"/>
                <a:gd name="T87" fmla="*/ 2446 h 2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93" h="2446">
                  <a:moveTo>
                    <a:pt x="0" y="0"/>
                  </a:moveTo>
                  <a:lnTo>
                    <a:pt x="406" y="122"/>
                  </a:lnTo>
                  <a:lnTo>
                    <a:pt x="969" y="385"/>
                  </a:lnTo>
                  <a:lnTo>
                    <a:pt x="1273" y="442"/>
                  </a:lnTo>
                  <a:lnTo>
                    <a:pt x="1294" y="537"/>
                  </a:lnTo>
                  <a:lnTo>
                    <a:pt x="1360" y="512"/>
                  </a:lnTo>
                  <a:lnTo>
                    <a:pt x="1457" y="673"/>
                  </a:lnTo>
                  <a:lnTo>
                    <a:pt x="1554" y="965"/>
                  </a:lnTo>
                  <a:lnTo>
                    <a:pt x="1593" y="1323"/>
                  </a:lnTo>
                  <a:lnTo>
                    <a:pt x="1593" y="1552"/>
                  </a:lnTo>
                  <a:lnTo>
                    <a:pt x="1538" y="1879"/>
                  </a:lnTo>
                  <a:lnTo>
                    <a:pt x="1432" y="2137"/>
                  </a:lnTo>
                  <a:lnTo>
                    <a:pt x="1273" y="2285"/>
                  </a:lnTo>
                  <a:lnTo>
                    <a:pt x="1100" y="2446"/>
                  </a:lnTo>
                  <a:lnTo>
                    <a:pt x="1266" y="2191"/>
                  </a:lnTo>
                  <a:lnTo>
                    <a:pt x="1432" y="1863"/>
                  </a:lnTo>
                  <a:lnTo>
                    <a:pt x="1513" y="1552"/>
                  </a:lnTo>
                  <a:lnTo>
                    <a:pt x="1531" y="1180"/>
                  </a:lnTo>
                  <a:lnTo>
                    <a:pt x="1503" y="910"/>
                  </a:lnTo>
                  <a:lnTo>
                    <a:pt x="1425" y="644"/>
                  </a:lnTo>
                  <a:lnTo>
                    <a:pt x="1335" y="567"/>
                  </a:lnTo>
                  <a:lnTo>
                    <a:pt x="1259" y="1238"/>
                  </a:lnTo>
                  <a:lnTo>
                    <a:pt x="1133" y="1904"/>
                  </a:lnTo>
                  <a:lnTo>
                    <a:pt x="1243" y="1226"/>
                  </a:lnTo>
                  <a:lnTo>
                    <a:pt x="1266" y="537"/>
                  </a:lnTo>
                  <a:lnTo>
                    <a:pt x="918" y="408"/>
                  </a:lnTo>
                  <a:lnTo>
                    <a:pt x="182" y="14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3" name="Freeform 363"/>
            <p:cNvSpPr>
              <a:spLocks/>
            </p:cNvSpPr>
            <p:nvPr/>
          </p:nvSpPr>
          <p:spPr bwMode="auto">
            <a:xfrm>
              <a:off x="2915" y="1795"/>
              <a:ext cx="126" cy="445"/>
            </a:xfrm>
            <a:custGeom>
              <a:avLst/>
              <a:gdLst>
                <a:gd name="T0" fmla="*/ 0 w 1005"/>
                <a:gd name="T1" fmla="*/ 0 h 3558"/>
                <a:gd name="T2" fmla="*/ 0 w 1005"/>
                <a:gd name="T3" fmla="*/ 0 h 3558"/>
                <a:gd name="T4" fmla="*/ 0 w 1005"/>
                <a:gd name="T5" fmla="*/ 0 h 3558"/>
                <a:gd name="T6" fmla="*/ 0 w 1005"/>
                <a:gd name="T7" fmla="*/ 0 h 3558"/>
                <a:gd name="T8" fmla="*/ 0 w 1005"/>
                <a:gd name="T9" fmla="*/ 0 h 3558"/>
                <a:gd name="T10" fmla="*/ 0 w 1005"/>
                <a:gd name="T11" fmla="*/ 0 h 3558"/>
                <a:gd name="T12" fmla="*/ 0 w 1005"/>
                <a:gd name="T13" fmla="*/ 0 h 3558"/>
                <a:gd name="T14" fmla="*/ 0 w 1005"/>
                <a:gd name="T15" fmla="*/ 0 h 3558"/>
                <a:gd name="T16" fmla="*/ 0 w 1005"/>
                <a:gd name="T17" fmla="*/ 0 h 3558"/>
                <a:gd name="T18" fmla="*/ 0 w 1005"/>
                <a:gd name="T19" fmla="*/ 0 h 3558"/>
                <a:gd name="T20" fmla="*/ 0 w 1005"/>
                <a:gd name="T21" fmla="*/ 0 h 3558"/>
                <a:gd name="T22" fmla="*/ 0 w 1005"/>
                <a:gd name="T23" fmla="*/ 0 h 3558"/>
                <a:gd name="T24" fmla="*/ 0 w 1005"/>
                <a:gd name="T25" fmla="*/ 0 h 3558"/>
                <a:gd name="T26" fmla="*/ 0 w 1005"/>
                <a:gd name="T27" fmla="*/ 0 h 3558"/>
                <a:gd name="T28" fmla="*/ 0 w 1005"/>
                <a:gd name="T29" fmla="*/ 0 h 3558"/>
                <a:gd name="T30" fmla="*/ 0 w 1005"/>
                <a:gd name="T31" fmla="*/ 0 h 3558"/>
                <a:gd name="T32" fmla="*/ 0 w 1005"/>
                <a:gd name="T33" fmla="*/ 0 h 3558"/>
                <a:gd name="T34" fmla="*/ 0 w 1005"/>
                <a:gd name="T35" fmla="*/ 0 h 3558"/>
                <a:gd name="T36" fmla="*/ 0 w 1005"/>
                <a:gd name="T37" fmla="*/ 0 h 3558"/>
                <a:gd name="T38" fmla="*/ 0 w 1005"/>
                <a:gd name="T39" fmla="*/ 0 h 3558"/>
                <a:gd name="T40" fmla="*/ 0 w 1005"/>
                <a:gd name="T41" fmla="*/ 0 h 3558"/>
                <a:gd name="T42" fmla="*/ 0 w 1005"/>
                <a:gd name="T43" fmla="*/ 0 h 3558"/>
                <a:gd name="T44" fmla="*/ 0 w 1005"/>
                <a:gd name="T45" fmla="*/ 0 h 3558"/>
                <a:gd name="T46" fmla="*/ 0 w 1005"/>
                <a:gd name="T47" fmla="*/ 0 h 355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05"/>
                <a:gd name="T73" fmla="*/ 0 h 3558"/>
                <a:gd name="T74" fmla="*/ 1005 w 1005"/>
                <a:gd name="T75" fmla="*/ 3558 h 355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05" h="3558">
                  <a:moveTo>
                    <a:pt x="479" y="0"/>
                  </a:moveTo>
                  <a:lnTo>
                    <a:pt x="611" y="380"/>
                  </a:lnTo>
                  <a:lnTo>
                    <a:pt x="717" y="888"/>
                  </a:lnTo>
                  <a:lnTo>
                    <a:pt x="965" y="791"/>
                  </a:lnTo>
                  <a:lnTo>
                    <a:pt x="1005" y="842"/>
                  </a:lnTo>
                  <a:lnTo>
                    <a:pt x="954" y="1274"/>
                  </a:lnTo>
                  <a:lnTo>
                    <a:pt x="837" y="1712"/>
                  </a:lnTo>
                  <a:lnTo>
                    <a:pt x="645" y="2285"/>
                  </a:lnTo>
                  <a:lnTo>
                    <a:pt x="456" y="2747"/>
                  </a:lnTo>
                  <a:lnTo>
                    <a:pt x="231" y="3288"/>
                  </a:lnTo>
                  <a:lnTo>
                    <a:pt x="71" y="3533"/>
                  </a:lnTo>
                  <a:lnTo>
                    <a:pt x="0" y="3558"/>
                  </a:lnTo>
                  <a:lnTo>
                    <a:pt x="184" y="3263"/>
                  </a:lnTo>
                  <a:lnTo>
                    <a:pt x="385" y="2782"/>
                  </a:lnTo>
                  <a:lnTo>
                    <a:pt x="550" y="2320"/>
                  </a:lnTo>
                  <a:lnTo>
                    <a:pt x="694" y="1916"/>
                  </a:lnTo>
                  <a:lnTo>
                    <a:pt x="827" y="1514"/>
                  </a:lnTo>
                  <a:lnTo>
                    <a:pt x="879" y="1193"/>
                  </a:lnTo>
                  <a:lnTo>
                    <a:pt x="924" y="896"/>
                  </a:lnTo>
                  <a:lnTo>
                    <a:pt x="420" y="1108"/>
                  </a:lnTo>
                  <a:lnTo>
                    <a:pt x="670" y="905"/>
                  </a:lnTo>
                  <a:lnTo>
                    <a:pt x="670" y="870"/>
                  </a:lnTo>
                  <a:lnTo>
                    <a:pt x="597" y="439"/>
                  </a:lnTo>
                  <a:lnTo>
                    <a:pt x="47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4" name="Line 364"/>
            <p:cNvSpPr>
              <a:spLocks noChangeShapeType="1"/>
            </p:cNvSpPr>
            <p:nvPr/>
          </p:nvSpPr>
          <p:spPr bwMode="auto">
            <a:xfrm flipH="1">
              <a:off x="2426" y="2330"/>
              <a:ext cx="8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65" name="Freeform 365"/>
            <p:cNvSpPr>
              <a:spLocks/>
            </p:cNvSpPr>
            <p:nvPr/>
          </p:nvSpPr>
          <p:spPr bwMode="auto">
            <a:xfrm>
              <a:off x="2788" y="2370"/>
              <a:ext cx="399" cy="50"/>
            </a:xfrm>
            <a:custGeom>
              <a:avLst/>
              <a:gdLst>
                <a:gd name="T0" fmla="*/ 0 w 3188"/>
                <a:gd name="T1" fmla="*/ 0 h 401"/>
                <a:gd name="T2" fmla="*/ 0 w 3188"/>
                <a:gd name="T3" fmla="*/ 0 h 401"/>
                <a:gd name="T4" fmla="*/ 0 w 3188"/>
                <a:gd name="T5" fmla="*/ 0 h 401"/>
                <a:gd name="T6" fmla="*/ 0 60000 65536"/>
                <a:gd name="T7" fmla="*/ 0 60000 65536"/>
                <a:gd name="T8" fmla="*/ 0 60000 65536"/>
                <a:gd name="T9" fmla="*/ 0 w 3188"/>
                <a:gd name="T10" fmla="*/ 0 h 401"/>
                <a:gd name="T11" fmla="*/ 3188 w 3188"/>
                <a:gd name="T12" fmla="*/ 401 h 401"/>
              </a:gdLst>
              <a:ahLst/>
              <a:cxnLst>
                <a:cxn ang="T6">
                  <a:pos x="T0" y="T1"/>
                </a:cxn>
                <a:cxn ang="T7">
                  <a:pos x="T2" y="T3"/>
                </a:cxn>
                <a:cxn ang="T8">
                  <a:pos x="T4" y="T5"/>
                </a:cxn>
              </a:cxnLst>
              <a:rect l="T9" t="T10" r="T11" b="T12"/>
              <a:pathLst>
                <a:path w="3188" h="401">
                  <a:moveTo>
                    <a:pt x="0" y="0"/>
                  </a:moveTo>
                  <a:lnTo>
                    <a:pt x="343" y="401"/>
                  </a:lnTo>
                  <a:lnTo>
                    <a:pt x="3188" y="40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66" name="Freeform 366"/>
            <p:cNvSpPr>
              <a:spLocks/>
            </p:cNvSpPr>
            <p:nvPr/>
          </p:nvSpPr>
          <p:spPr bwMode="auto">
            <a:xfrm>
              <a:off x="2955" y="2341"/>
              <a:ext cx="316" cy="29"/>
            </a:xfrm>
            <a:custGeom>
              <a:avLst/>
              <a:gdLst>
                <a:gd name="T0" fmla="*/ 0 w 2533"/>
                <a:gd name="T1" fmla="*/ 0 h 230"/>
                <a:gd name="T2" fmla="*/ 0 w 2533"/>
                <a:gd name="T3" fmla="*/ 0 h 230"/>
                <a:gd name="T4" fmla="*/ 0 w 2533"/>
                <a:gd name="T5" fmla="*/ 0 h 230"/>
                <a:gd name="T6" fmla="*/ 0 60000 65536"/>
                <a:gd name="T7" fmla="*/ 0 60000 65536"/>
                <a:gd name="T8" fmla="*/ 0 60000 65536"/>
                <a:gd name="T9" fmla="*/ 0 w 2533"/>
                <a:gd name="T10" fmla="*/ 0 h 230"/>
                <a:gd name="T11" fmla="*/ 2533 w 2533"/>
                <a:gd name="T12" fmla="*/ 230 h 230"/>
              </a:gdLst>
              <a:ahLst/>
              <a:cxnLst>
                <a:cxn ang="T6">
                  <a:pos x="T0" y="T1"/>
                </a:cxn>
                <a:cxn ang="T7">
                  <a:pos x="T2" y="T3"/>
                </a:cxn>
                <a:cxn ang="T8">
                  <a:pos x="T4" y="T5"/>
                </a:cxn>
              </a:cxnLst>
              <a:rect l="T9" t="T10" r="T11" b="T12"/>
              <a:pathLst>
                <a:path w="2533" h="230">
                  <a:moveTo>
                    <a:pt x="0" y="0"/>
                  </a:moveTo>
                  <a:lnTo>
                    <a:pt x="1752" y="0"/>
                  </a:lnTo>
                  <a:lnTo>
                    <a:pt x="2533" y="23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67" name="Line 367"/>
            <p:cNvSpPr>
              <a:spLocks noChangeShapeType="1"/>
            </p:cNvSpPr>
            <p:nvPr/>
          </p:nvSpPr>
          <p:spPr bwMode="auto">
            <a:xfrm>
              <a:off x="2790" y="2481"/>
              <a:ext cx="28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sp>
        <p:nvSpPr>
          <p:cNvPr id="368" name="Text Box 368"/>
          <p:cNvSpPr txBox="1">
            <a:spLocks noChangeArrowheads="1"/>
          </p:cNvSpPr>
          <p:nvPr/>
        </p:nvSpPr>
        <p:spPr bwMode="auto">
          <a:xfrm>
            <a:off x="8943897" y="5168682"/>
            <a:ext cx="51435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4800" b="1">
                <a:solidFill>
                  <a:srgbClr val="000000"/>
                </a:solidFill>
                <a:latin typeface="Comic Sans MS" charset="0"/>
              </a:rPr>
              <a:t>+</a:t>
            </a:r>
          </a:p>
        </p:txBody>
      </p:sp>
      <p:grpSp>
        <p:nvGrpSpPr>
          <p:cNvPr id="369" name="Group 369"/>
          <p:cNvGrpSpPr>
            <a:grpSpLocks/>
          </p:cNvGrpSpPr>
          <p:nvPr/>
        </p:nvGrpSpPr>
        <p:grpSpPr bwMode="auto">
          <a:xfrm>
            <a:off x="5472034" y="5041682"/>
            <a:ext cx="1371600" cy="687388"/>
            <a:chOff x="1850" y="1420"/>
            <a:chExt cx="2069" cy="811"/>
          </a:xfrm>
        </p:grpSpPr>
        <p:grpSp>
          <p:nvGrpSpPr>
            <p:cNvPr id="370" name="Group 370"/>
            <p:cNvGrpSpPr>
              <a:grpSpLocks/>
            </p:cNvGrpSpPr>
            <p:nvPr/>
          </p:nvGrpSpPr>
          <p:grpSpPr bwMode="auto">
            <a:xfrm>
              <a:off x="1850" y="1420"/>
              <a:ext cx="2069" cy="811"/>
              <a:chOff x="1850" y="1420"/>
              <a:chExt cx="2069" cy="811"/>
            </a:xfrm>
          </p:grpSpPr>
          <p:sp>
            <p:nvSpPr>
              <p:cNvPr id="377" name="Freeform 371"/>
              <p:cNvSpPr>
                <a:spLocks/>
              </p:cNvSpPr>
              <p:nvPr/>
            </p:nvSpPr>
            <p:spPr bwMode="auto">
              <a:xfrm>
                <a:off x="2319" y="1645"/>
                <a:ext cx="443" cy="344"/>
              </a:xfrm>
              <a:custGeom>
                <a:avLst/>
                <a:gdLst>
                  <a:gd name="T0" fmla="*/ 0 w 3542"/>
                  <a:gd name="T1" fmla="*/ 0 h 2755"/>
                  <a:gd name="T2" fmla="*/ 0 w 3542"/>
                  <a:gd name="T3" fmla="*/ 0 h 2755"/>
                  <a:gd name="T4" fmla="*/ 0 w 3542"/>
                  <a:gd name="T5" fmla="*/ 0 h 2755"/>
                  <a:gd name="T6" fmla="*/ 0 w 3542"/>
                  <a:gd name="T7" fmla="*/ 0 h 2755"/>
                  <a:gd name="T8" fmla="*/ 0 w 3542"/>
                  <a:gd name="T9" fmla="*/ 0 h 2755"/>
                  <a:gd name="T10" fmla="*/ 0 w 3542"/>
                  <a:gd name="T11" fmla="*/ 0 h 2755"/>
                  <a:gd name="T12" fmla="*/ 0 w 3542"/>
                  <a:gd name="T13" fmla="*/ 0 h 2755"/>
                  <a:gd name="T14" fmla="*/ 0 w 3542"/>
                  <a:gd name="T15" fmla="*/ 0 h 2755"/>
                  <a:gd name="T16" fmla="*/ 0 w 3542"/>
                  <a:gd name="T17" fmla="*/ 0 h 2755"/>
                  <a:gd name="T18" fmla="*/ 0 w 3542"/>
                  <a:gd name="T19" fmla="*/ 0 h 2755"/>
                  <a:gd name="T20" fmla="*/ 0 w 3542"/>
                  <a:gd name="T21" fmla="*/ 0 h 2755"/>
                  <a:gd name="T22" fmla="*/ 0 w 3542"/>
                  <a:gd name="T23" fmla="*/ 0 h 2755"/>
                  <a:gd name="T24" fmla="*/ 0 w 3542"/>
                  <a:gd name="T25" fmla="*/ 0 h 2755"/>
                  <a:gd name="T26" fmla="*/ 0 w 3542"/>
                  <a:gd name="T27" fmla="*/ 0 h 2755"/>
                  <a:gd name="T28" fmla="*/ 0 w 3542"/>
                  <a:gd name="T29" fmla="*/ 0 h 2755"/>
                  <a:gd name="T30" fmla="*/ 0 w 3542"/>
                  <a:gd name="T31" fmla="*/ 0 h 2755"/>
                  <a:gd name="T32" fmla="*/ 0 w 3542"/>
                  <a:gd name="T33" fmla="*/ 0 h 2755"/>
                  <a:gd name="T34" fmla="*/ 0 w 3542"/>
                  <a:gd name="T35" fmla="*/ 0 h 2755"/>
                  <a:gd name="T36" fmla="*/ 0 w 3542"/>
                  <a:gd name="T37" fmla="*/ 0 h 2755"/>
                  <a:gd name="T38" fmla="*/ 0 w 3542"/>
                  <a:gd name="T39" fmla="*/ 0 h 2755"/>
                  <a:gd name="T40" fmla="*/ 0 w 3542"/>
                  <a:gd name="T41" fmla="*/ 0 h 2755"/>
                  <a:gd name="T42" fmla="*/ 0 w 3542"/>
                  <a:gd name="T43" fmla="*/ 0 h 2755"/>
                  <a:gd name="T44" fmla="*/ 0 w 3542"/>
                  <a:gd name="T45" fmla="*/ 0 h 2755"/>
                  <a:gd name="T46" fmla="*/ 0 w 3542"/>
                  <a:gd name="T47" fmla="*/ 0 h 2755"/>
                  <a:gd name="T48" fmla="*/ 0 w 3542"/>
                  <a:gd name="T49" fmla="*/ 0 h 2755"/>
                  <a:gd name="T50" fmla="*/ 0 w 3542"/>
                  <a:gd name="T51" fmla="*/ 0 h 2755"/>
                  <a:gd name="T52" fmla="*/ 0 w 3542"/>
                  <a:gd name="T53" fmla="*/ 0 h 2755"/>
                  <a:gd name="T54" fmla="*/ 0 w 3542"/>
                  <a:gd name="T55" fmla="*/ 0 h 2755"/>
                  <a:gd name="T56" fmla="*/ 0 w 3542"/>
                  <a:gd name="T57" fmla="*/ 0 h 2755"/>
                  <a:gd name="T58" fmla="*/ 0 w 3542"/>
                  <a:gd name="T59" fmla="*/ 0 h 2755"/>
                  <a:gd name="T60" fmla="*/ 0 w 3542"/>
                  <a:gd name="T61" fmla="*/ 0 h 2755"/>
                  <a:gd name="T62" fmla="*/ 0 w 3542"/>
                  <a:gd name="T63" fmla="*/ 0 h 2755"/>
                  <a:gd name="T64" fmla="*/ 0 w 3542"/>
                  <a:gd name="T65" fmla="*/ 0 h 2755"/>
                  <a:gd name="T66" fmla="*/ 0 w 3542"/>
                  <a:gd name="T67" fmla="*/ 0 h 2755"/>
                  <a:gd name="T68" fmla="*/ 0 w 3542"/>
                  <a:gd name="T69" fmla="*/ 0 h 275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42"/>
                  <a:gd name="T106" fmla="*/ 0 h 2755"/>
                  <a:gd name="T107" fmla="*/ 3542 w 3542"/>
                  <a:gd name="T108" fmla="*/ 2755 h 275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42" h="2755">
                    <a:moveTo>
                      <a:pt x="3542" y="2755"/>
                    </a:moveTo>
                    <a:lnTo>
                      <a:pt x="3452" y="2648"/>
                    </a:lnTo>
                    <a:lnTo>
                      <a:pt x="3415" y="2476"/>
                    </a:lnTo>
                    <a:lnTo>
                      <a:pt x="3307" y="2404"/>
                    </a:lnTo>
                    <a:lnTo>
                      <a:pt x="3290" y="2296"/>
                    </a:lnTo>
                    <a:lnTo>
                      <a:pt x="3355" y="2222"/>
                    </a:lnTo>
                    <a:lnTo>
                      <a:pt x="3355" y="2141"/>
                    </a:lnTo>
                    <a:lnTo>
                      <a:pt x="3314" y="2052"/>
                    </a:lnTo>
                    <a:lnTo>
                      <a:pt x="3248" y="1954"/>
                    </a:lnTo>
                    <a:lnTo>
                      <a:pt x="3248" y="1791"/>
                    </a:lnTo>
                    <a:lnTo>
                      <a:pt x="3307" y="1724"/>
                    </a:lnTo>
                    <a:lnTo>
                      <a:pt x="3299" y="1652"/>
                    </a:lnTo>
                    <a:lnTo>
                      <a:pt x="3233" y="1604"/>
                    </a:lnTo>
                    <a:lnTo>
                      <a:pt x="3200" y="1503"/>
                    </a:lnTo>
                    <a:lnTo>
                      <a:pt x="3209" y="1417"/>
                    </a:lnTo>
                    <a:lnTo>
                      <a:pt x="3191" y="1286"/>
                    </a:lnTo>
                    <a:lnTo>
                      <a:pt x="3166" y="1114"/>
                    </a:lnTo>
                    <a:lnTo>
                      <a:pt x="3166" y="910"/>
                    </a:lnTo>
                    <a:lnTo>
                      <a:pt x="3166" y="754"/>
                    </a:lnTo>
                    <a:lnTo>
                      <a:pt x="3161" y="592"/>
                    </a:lnTo>
                    <a:lnTo>
                      <a:pt x="3125" y="451"/>
                    </a:lnTo>
                    <a:lnTo>
                      <a:pt x="3092" y="360"/>
                    </a:lnTo>
                    <a:lnTo>
                      <a:pt x="2712" y="171"/>
                    </a:lnTo>
                    <a:lnTo>
                      <a:pt x="2492" y="110"/>
                    </a:lnTo>
                    <a:lnTo>
                      <a:pt x="2279" y="68"/>
                    </a:lnTo>
                    <a:lnTo>
                      <a:pt x="2044" y="0"/>
                    </a:lnTo>
                    <a:lnTo>
                      <a:pt x="890" y="27"/>
                    </a:lnTo>
                    <a:lnTo>
                      <a:pt x="556" y="85"/>
                    </a:lnTo>
                    <a:lnTo>
                      <a:pt x="222" y="205"/>
                    </a:lnTo>
                    <a:lnTo>
                      <a:pt x="123" y="264"/>
                    </a:lnTo>
                    <a:lnTo>
                      <a:pt x="40" y="461"/>
                    </a:lnTo>
                    <a:lnTo>
                      <a:pt x="40" y="1145"/>
                    </a:lnTo>
                    <a:lnTo>
                      <a:pt x="0" y="1235"/>
                    </a:lnTo>
                    <a:lnTo>
                      <a:pt x="540" y="2755"/>
                    </a:lnTo>
                    <a:lnTo>
                      <a:pt x="3542" y="275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8" name="Freeform 372"/>
              <p:cNvSpPr>
                <a:spLocks/>
              </p:cNvSpPr>
              <p:nvPr/>
            </p:nvSpPr>
            <p:spPr bwMode="auto">
              <a:xfrm>
                <a:off x="2339" y="1653"/>
                <a:ext cx="201" cy="171"/>
              </a:xfrm>
              <a:custGeom>
                <a:avLst/>
                <a:gdLst>
                  <a:gd name="T0" fmla="*/ 0 w 1609"/>
                  <a:gd name="T1" fmla="*/ 0 h 1365"/>
                  <a:gd name="T2" fmla="*/ 0 w 1609"/>
                  <a:gd name="T3" fmla="*/ 0 h 1365"/>
                  <a:gd name="T4" fmla="*/ 0 w 1609"/>
                  <a:gd name="T5" fmla="*/ 0 h 1365"/>
                  <a:gd name="T6" fmla="*/ 0 w 1609"/>
                  <a:gd name="T7" fmla="*/ 0 h 1365"/>
                  <a:gd name="T8" fmla="*/ 0 w 1609"/>
                  <a:gd name="T9" fmla="*/ 0 h 1365"/>
                  <a:gd name="T10" fmla="*/ 0 w 1609"/>
                  <a:gd name="T11" fmla="*/ 0 h 1365"/>
                  <a:gd name="T12" fmla="*/ 0 w 1609"/>
                  <a:gd name="T13" fmla="*/ 0 h 1365"/>
                  <a:gd name="T14" fmla="*/ 0 w 1609"/>
                  <a:gd name="T15" fmla="*/ 0 h 1365"/>
                  <a:gd name="T16" fmla="*/ 0 w 1609"/>
                  <a:gd name="T17" fmla="*/ 0 h 1365"/>
                  <a:gd name="T18" fmla="*/ 0 w 1609"/>
                  <a:gd name="T19" fmla="*/ 0 h 1365"/>
                  <a:gd name="T20" fmla="*/ 0 w 1609"/>
                  <a:gd name="T21" fmla="*/ 0 h 1365"/>
                  <a:gd name="T22" fmla="*/ 0 w 1609"/>
                  <a:gd name="T23" fmla="*/ 0 h 1365"/>
                  <a:gd name="T24" fmla="*/ 0 w 1609"/>
                  <a:gd name="T25" fmla="*/ 0 h 1365"/>
                  <a:gd name="T26" fmla="*/ 0 w 1609"/>
                  <a:gd name="T27" fmla="*/ 0 h 1365"/>
                  <a:gd name="T28" fmla="*/ 0 w 1609"/>
                  <a:gd name="T29" fmla="*/ 0 h 13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09"/>
                  <a:gd name="T46" fmla="*/ 0 h 1365"/>
                  <a:gd name="T47" fmla="*/ 1609 w 1609"/>
                  <a:gd name="T48" fmla="*/ 1365 h 13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09" h="1365">
                    <a:moveTo>
                      <a:pt x="1609" y="1365"/>
                    </a:moveTo>
                    <a:lnTo>
                      <a:pt x="1148" y="499"/>
                    </a:lnTo>
                    <a:lnTo>
                      <a:pt x="1019" y="323"/>
                    </a:lnTo>
                    <a:lnTo>
                      <a:pt x="763" y="187"/>
                    </a:lnTo>
                    <a:lnTo>
                      <a:pt x="493" y="121"/>
                    </a:lnTo>
                    <a:lnTo>
                      <a:pt x="279" y="130"/>
                    </a:lnTo>
                    <a:lnTo>
                      <a:pt x="0" y="169"/>
                    </a:lnTo>
                    <a:lnTo>
                      <a:pt x="67" y="121"/>
                    </a:lnTo>
                    <a:lnTo>
                      <a:pt x="353" y="31"/>
                    </a:lnTo>
                    <a:lnTo>
                      <a:pt x="650" y="0"/>
                    </a:lnTo>
                    <a:lnTo>
                      <a:pt x="862" y="31"/>
                    </a:lnTo>
                    <a:lnTo>
                      <a:pt x="1102" y="255"/>
                    </a:lnTo>
                    <a:lnTo>
                      <a:pt x="1264" y="547"/>
                    </a:lnTo>
                    <a:lnTo>
                      <a:pt x="1346" y="767"/>
                    </a:lnTo>
                    <a:lnTo>
                      <a:pt x="1609" y="1365"/>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9" name="Freeform 373"/>
              <p:cNvSpPr>
                <a:spLocks/>
              </p:cNvSpPr>
              <p:nvPr/>
            </p:nvSpPr>
            <p:spPr bwMode="auto">
              <a:xfrm>
                <a:off x="2322" y="1699"/>
                <a:ext cx="103" cy="166"/>
              </a:xfrm>
              <a:custGeom>
                <a:avLst/>
                <a:gdLst>
                  <a:gd name="T0" fmla="*/ 0 w 829"/>
                  <a:gd name="T1" fmla="*/ 0 h 1330"/>
                  <a:gd name="T2" fmla="*/ 0 w 829"/>
                  <a:gd name="T3" fmla="*/ 0 h 1330"/>
                  <a:gd name="T4" fmla="*/ 0 w 829"/>
                  <a:gd name="T5" fmla="*/ 0 h 1330"/>
                  <a:gd name="T6" fmla="*/ 0 w 829"/>
                  <a:gd name="T7" fmla="*/ 0 h 1330"/>
                  <a:gd name="T8" fmla="*/ 0 w 829"/>
                  <a:gd name="T9" fmla="*/ 0 h 1330"/>
                  <a:gd name="T10" fmla="*/ 0 w 829"/>
                  <a:gd name="T11" fmla="*/ 0 h 1330"/>
                  <a:gd name="T12" fmla="*/ 0 w 829"/>
                  <a:gd name="T13" fmla="*/ 0 h 1330"/>
                  <a:gd name="T14" fmla="*/ 0 w 829"/>
                  <a:gd name="T15" fmla="*/ 0 h 1330"/>
                  <a:gd name="T16" fmla="*/ 0 w 829"/>
                  <a:gd name="T17" fmla="*/ 0 h 1330"/>
                  <a:gd name="T18" fmla="*/ 0 w 829"/>
                  <a:gd name="T19" fmla="*/ 0 h 1330"/>
                  <a:gd name="T20" fmla="*/ 0 w 829"/>
                  <a:gd name="T21" fmla="*/ 0 h 1330"/>
                  <a:gd name="T22" fmla="*/ 0 w 829"/>
                  <a:gd name="T23" fmla="*/ 0 h 1330"/>
                  <a:gd name="T24" fmla="*/ 0 w 829"/>
                  <a:gd name="T25" fmla="*/ 0 h 1330"/>
                  <a:gd name="T26" fmla="*/ 0 w 829"/>
                  <a:gd name="T27" fmla="*/ 0 h 1330"/>
                  <a:gd name="T28" fmla="*/ 0 w 829"/>
                  <a:gd name="T29" fmla="*/ 0 h 1330"/>
                  <a:gd name="T30" fmla="*/ 0 w 829"/>
                  <a:gd name="T31" fmla="*/ 0 h 1330"/>
                  <a:gd name="T32" fmla="*/ 0 w 829"/>
                  <a:gd name="T33" fmla="*/ 0 h 1330"/>
                  <a:gd name="T34" fmla="*/ 0 w 829"/>
                  <a:gd name="T35" fmla="*/ 0 h 1330"/>
                  <a:gd name="T36" fmla="*/ 0 w 829"/>
                  <a:gd name="T37" fmla="*/ 0 h 1330"/>
                  <a:gd name="T38" fmla="*/ 0 w 829"/>
                  <a:gd name="T39" fmla="*/ 0 h 1330"/>
                  <a:gd name="T40" fmla="*/ 0 w 829"/>
                  <a:gd name="T41" fmla="*/ 0 h 1330"/>
                  <a:gd name="T42" fmla="*/ 0 w 829"/>
                  <a:gd name="T43" fmla="*/ 0 h 1330"/>
                  <a:gd name="T44" fmla="*/ 0 w 829"/>
                  <a:gd name="T45" fmla="*/ 0 h 1330"/>
                  <a:gd name="T46" fmla="*/ 0 w 829"/>
                  <a:gd name="T47" fmla="*/ 0 h 1330"/>
                  <a:gd name="T48" fmla="*/ 0 w 829"/>
                  <a:gd name="T49" fmla="*/ 0 h 1330"/>
                  <a:gd name="T50" fmla="*/ 0 w 829"/>
                  <a:gd name="T51" fmla="*/ 0 h 1330"/>
                  <a:gd name="T52" fmla="*/ 0 w 829"/>
                  <a:gd name="T53" fmla="*/ 0 h 1330"/>
                  <a:gd name="T54" fmla="*/ 0 w 829"/>
                  <a:gd name="T55" fmla="*/ 0 h 1330"/>
                  <a:gd name="T56" fmla="*/ 0 w 829"/>
                  <a:gd name="T57" fmla="*/ 0 h 1330"/>
                  <a:gd name="T58" fmla="*/ 0 w 829"/>
                  <a:gd name="T59" fmla="*/ 0 h 1330"/>
                  <a:gd name="T60" fmla="*/ 0 w 829"/>
                  <a:gd name="T61" fmla="*/ 0 h 133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29"/>
                  <a:gd name="T94" fmla="*/ 0 h 1330"/>
                  <a:gd name="T95" fmla="*/ 829 w 829"/>
                  <a:gd name="T96" fmla="*/ 1330 h 133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29" h="1330">
                    <a:moveTo>
                      <a:pt x="548" y="586"/>
                    </a:moveTo>
                    <a:lnTo>
                      <a:pt x="484" y="464"/>
                    </a:lnTo>
                    <a:lnTo>
                      <a:pt x="394" y="360"/>
                    </a:lnTo>
                    <a:lnTo>
                      <a:pt x="304" y="286"/>
                    </a:lnTo>
                    <a:lnTo>
                      <a:pt x="205" y="235"/>
                    </a:lnTo>
                    <a:lnTo>
                      <a:pt x="156" y="226"/>
                    </a:lnTo>
                    <a:lnTo>
                      <a:pt x="221" y="374"/>
                    </a:lnTo>
                    <a:lnTo>
                      <a:pt x="359" y="554"/>
                    </a:lnTo>
                    <a:lnTo>
                      <a:pt x="516" y="694"/>
                    </a:lnTo>
                    <a:lnTo>
                      <a:pt x="714" y="835"/>
                    </a:lnTo>
                    <a:lnTo>
                      <a:pt x="745" y="851"/>
                    </a:lnTo>
                    <a:lnTo>
                      <a:pt x="829" y="1100"/>
                    </a:lnTo>
                    <a:lnTo>
                      <a:pt x="756" y="1158"/>
                    </a:lnTo>
                    <a:lnTo>
                      <a:pt x="809" y="1330"/>
                    </a:lnTo>
                    <a:lnTo>
                      <a:pt x="631" y="1305"/>
                    </a:lnTo>
                    <a:lnTo>
                      <a:pt x="703" y="1275"/>
                    </a:lnTo>
                    <a:lnTo>
                      <a:pt x="590" y="1127"/>
                    </a:lnTo>
                    <a:lnTo>
                      <a:pt x="304" y="1013"/>
                    </a:lnTo>
                    <a:lnTo>
                      <a:pt x="128" y="888"/>
                    </a:lnTo>
                    <a:lnTo>
                      <a:pt x="82" y="851"/>
                    </a:lnTo>
                    <a:lnTo>
                      <a:pt x="106" y="923"/>
                    </a:lnTo>
                    <a:lnTo>
                      <a:pt x="179" y="1028"/>
                    </a:lnTo>
                    <a:lnTo>
                      <a:pt x="39" y="906"/>
                    </a:lnTo>
                    <a:lnTo>
                      <a:pt x="7" y="791"/>
                    </a:lnTo>
                    <a:lnTo>
                      <a:pt x="0" y="743"/>
                    </a:lnTo>
                    <a:lnTo>
                      <a:pt x="48" y="586"/>
                    </a:lnTo>
                    <a:lnTo>
                      <a:pt x="64" y="0"/>
                    </a:lnTo>
                    <a:lnTo>
                      <a:pt x="286" y="148"/>
                    </a:lnTo>
                    <a:lnTo>
                      <a:pt x="431" y="307"/>
                    </a:lnTo>
                    <a:lnTo>
                      <a:pt x="509" y="448"/>
                    </a:lnTo>
                    <a:lnTo>
                      <a:pt x="548" y="586"/>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0" name="Freeform 374"/>
              <p:cNvSpPr>
                <a:spLocks/>
              </p:cNvSpPr>
              <p:nvPr/>
            </p:nvSpPr>
            <p:spPr bwMode="auto">
              <a:xfrm>
                <a:off x="2350" y="1830"/>
                <a:ext cx="74" cy="89"/>
              </a:xfrm>
              <a:custGeom>
                <a:avLst/>
                <a:gdLst>
                  <a:gd name="T0" fmla="*/ 0 w 593"/>
                  <a:gd name="T1" fmla="*/ 0 h 716"/>
                  <a:gd name="T2" fmla="*/ 0 w 593"/>
                  <a:gd name="T3" fmla="*/ 0 h 716"/>
                  <a:gd name="T4" fmla="*/ 0 w 593"/>
                  <a:gd name="T5" fmla="*/ 0 h 716"/>
                  <a:gd name="T6" fmla="*/ 0 w 593"/>
                  <a:gd name="T7" fmla="*/ 0 h 716"/>
                  <a:gd name="T8" fmla="*/ 0 w 593"/>
                  <a:gd name="T9" fmla="*/ 0 h 716"/>
                  <a:gd name="T10" fmla="*/ 0 w 593"/>
                  <a:gd name="T11" fmla="*/ 0 h 716"/>
                  <a:gd name="T12" fmla="*/ 0 w 593"/>
                  <a:gd name="T13" fmla="*/ 0 h 716"/>
                  <a:gd name="T14" fmla="*/ 0 w 593"/>
                  <a:gd name="T15" fmla="*/ 0 h 716"/>
                  <a:gd name="T16" fmla="*/ 0 w 593"/>
                  <a:gd name="T17" fmla="*/ 0 h 716"/>
                  <a:gd name="T18" fmla="*/ 0 w 593"/>
                  <a:gd name="T19" fmla="*/ 0 h 716"/>
                  <a:gd name="T20" fmla="*/ 0 w 593"/>
                  <a:gd name="T21" fmla="*/ 0 h 716"/>
                  <a:gd name="T22" fmla="*/ 0 w 593"/>
                  <a:gd name="T23" fmla="*/ 0 h 716"/>
                  <a:gd name="T24" fmla="*/ 0 w 593"/>
                  <a:gd name="T25" fmla="*/ 0 h 716"/>
                  <a:gd name="T26" fmla="*/ 0 w 593"/>
                  <a:gd name="T27" fmla="*/ 0 h 716"/>
                  <a:gd name="T28" fmla="*/ 0 w 593"/>
                  <a:gd name="T29" fmla="*/ 0 h 716"/>
                  <a:gd name="T30" fmla="*/ 0 w 593"/>
                  <a:gd name="T31" fmla="*/ 0 h 716"/>
                  <a:gd name="T32" fmla="*/ 0 w 593"/>
                  <a:gd name="T33" fmla="*/ 0 h 7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93"/>
                  <a:gd name="T52" fmla="*/ 0 h 716"/>
                  <a:gd name="T53" fmla="*/ 593 w 593"/>
                  <a:gd name="T54" fmla="*/ 716 h 71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93" h="716">
                    <a:moveTo>
                      <a:pt x="19" y="0"/>
                    </a:moveTo>
                    <a:lnTo>
                      <a:pt x="132" y="54"/>
                    </a:lnTo>
                    <a:lnTo>
                      <a:pt x="190" y="187"/>
                    </a:lnTo>
                    <a:lnTo>
                      <a:pt x="331" y="268"/>
                    </a:lnTo>
                    <a:lnTo>
                      <a:pt x="222" y="259"/>
                    </a:lnTo>
                    <a:lnTo>
                      <a:pt x="289" y="310"/>
                    </a:lnTo>
                    <a:lnTo>
                      <a:pt x="455" y="358"/>
                    </a:lnTo>
                    <a:lnTo>
                      <a:pt x="534" y="448"/>
                    </a:lnTo>
                    <a:lnTo>
                      <a:pt x="492" y="538"/>
                    </a:lnTo>
                    <a:lnTo>
                      <a:pt x="388" y="473"/>
                    </a:lnTo>
                    <a:lnTo>
                      <a:pt x="354" y="529"/>
                    </a:lnTo>
                    <a:lnTo>
                      <a:pt x="503" y="587"/>
                    </a:lnTo>
                    <a:lnTo>
                      <a:pt x="593" y="554"/>
                    </a:lnTo>
                    <a:lnTo>
                      <a:pt x="518" y="716"/>
                    </a:lnTo>
                    <a:lnTo>
                      <a:pt x="275" y="554"/>
                    </a:lnTo>
                    <a:lnTo>
                      <a:pt x="0" y="220"/>
                    </a:lnTo>
                    <a:lnTo>
                      <a:pt x="19"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1" name="Freeform 375"/>
              <p:cNvSpPr>
                <a:spLocks/>
              </p:cNvSpPr>
              <p:nvPr/>
            </p:nvSpPr>
            <p:spPr bwMode="auto">
              <a:xfrm>
                <a:off x="2432" y="1910"/>
                <a:ext cx="154" cy="100"/>
              </a:xfrm>
              <a:custGeom>
                <a:avLst/>
                <a:gdLst>
                  <a:gd name="T0" fmla="*/ 0 w 1232"/>
                  <a:gd name="T1" fmla="*/ 0 h 800"/>
                  <a:gd name="T2" fmla="*/ 0 w 1232"/>
                  <a:gd name="T3" fmla="*/ 0 h 800"/>
                  <a:gd name="T4" fmla="*/ 0 w 1232"/>
                  <a:gd name="T5" fmla="*/ 0 h 800"/>
                  <a:gd name="T6" fmla="*/ 0 w 1232"/>
                  <a:gd name="T7" fmla="*/ 0 h 800"/>
                  <a:gd name="T8" fmla="*/ 0 w 1232"/>
                  <a:gd name="T9" fmla="*/ 0 h 800"/>
                  <a:gd name="T10" fmla="*/ 0 w 1232"/>
                  <a:gd name="T11" fmla="*/ 0 h 800"/>
                  <a:gd name="T12" fmla="*/ 0 w 1232"/>
                  <a:gd name="T13" fmla="*/ 0 h 800"/>
                  <a:gd name="T14" fmla="*/ 0 w 1232"/>
                  <a:gd name="T15" fmla="*/ 0 h 800"/>
                  <a:gd name="T16" fmla="*/ 0 w 1232"/>
                  <a:gd name="T17" fmla="*/ 0 h 800"/>
                  <a:gd name="T18" fmla="*/ 0 w 1232"/>
                  <a:gd name="T19" fmla="*/ 0 h 800"/>
                  <a:gd name="T20" fmla="*/ 0 w 1232"/>
                  <a:gd name="T21" fmla="*/ 0 h 800"/>
                  <a:gd name="T22" fmla="*/ 0 w 1232"/>
                  <a:gd name="T23" fmla="*/ 0 h 8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2"/>
                  <a:gd name="T37" fmla="*/ 0 h 800"/>
                  <a:gd name="T38" fmla="*/ 1232 w 1232"/>
                  <a:gd name="T39" fmla="*/ 800 h 8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2" h="800">
                    <a:moveTo>
                      <a:pt x="141" y="141"/>
                    </a:moveTo>
                    <a:lnTo>
                      <a:pt x="188" y="171"/>
                    </a:lnTo>
                    <a:lnTo>
                      <a:pt x="215" y="0"/>
                    </a:lnTo>
                    <a:lnTo>
                      <a:pt x="282" y="254"/>
                    </a:lnTo>
                    <a:lnTo>
                      <a:pt x="248" y="325"/>
                    </a:lnTo>
                    <a:lnTo>
                      <a:pt x="575" y="435"/>
                    </a:lnTo>
                    <a:lnTo>
                      <a:pt x="764" y="595"/>
                    </a:lnTo>
                    <a:lnTo>
                      <a:pt x="1174" y="595"/>
                    </a:lnTo>
                    <a:lnTo>
                      <a:pt x="1232" y="717"/>
                    </a:lnTo>
                    <a:lnTo>
                      <a:pt x="764" y="800"/>
                    </a:lnTo>
                    <a:lnTo>
                      <a:pt x="0" y="341"/>
                    </a:lnTo>
                    <a:lnTo>
                      <a:pt x="141" y="14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2" name="Freeform 376"/>
              <p:cNvSpPr>
                <a:spLocks/>
              </p:cNvSpPr>
              <p:nvPr/>
            </p:nvSpPr>
            <p:spPr bwMode="auto">
              <a:xfrm>
                <a:off x="2444" y="1696"/>
                <a:ext cx="280" cy="243"/>
              </a:xfrm>
              <a:custGeom>
                <a:avLst/>
                <a:gdLst>
                  <a:gd name="T0" fmla="*/ 0 w 2241"/>
                  <a:gd name="T1" fmla="*/ 0 h 1943"/>
                  <a:gd name="T2" fmla="*/ 0 w 2241"/>
                  <a:gd name="T3" fmla="*/ 0 h 1943"/>
                  <a:gd name="T4" fmla="*/ 0 w 2241"/>
                  <a:gd name="T5" fmla="*/ 0 h 1943"/>
                  <a:gd name="T6" fmla="*/ 0 w 2241"/>
                  <a:gd name="T7" fmla="*/ 0 h 1943"/>
                  <a:gd name="T8" fmla="*/ 0 w 2241"/>
                  <a:gd name="T9" fmla="*/ 0 h 1943"/>
                  <a:gd name="T10" fmla="*/ 0 w 2241"/>
                  <a:gd name="T11" fmla="*/ 0 h 1943"/>
                  <a:gd name="T12" fmla="*/ 0 w 2241"/>
                  <a:gd name="T13" fmla="*/ 0 h 1943"/>
                  <a:gd name="T14" fmla="*/ 0 w 2241"/>
                  <a:gd name="T15" fmla="*/ 0 h 1943"/>
                  <a:gd name="T16" fmla="*/ 0 w 2241"/>
                  <a:gd name="T17" fmla="*/ 0 h 1943"/>
                  <a:gd name="T18" fmla="*/ 0 w 2241"/>
                  <a:gd name="T19" fmla="*/ 0 h 1943"/>
                  <a:gd name="T20" fmla="*/ 0 w 2241"/>
                  <a:gd name="T21" fmla="*/ 0 h 1943"/>
                  <a:gd name="T22" fmla="*/ 0 w 2241"/>
                  <a:gd name="T23" fmla="*/ 0 h 1943"/>
                  <a:gd name="T24" fmla="*/ 0 w 2241"/>
                  <a:gd name="T25" fmla="*/ 0 h 1943"/>
                  <a:gd name="T26" fmla="*/ 0 w 2241"/>
                  <a:gd name="T27" fmla="*/ 0 h 1943"/>
                  <a:gd name="T28" fmla="*/ 0 w 2241"/>
                  <a:gd name="T29" fmla="*/ 0 h 1943"/>
                  <a:gd name="T30" fmla="*/ 0 w 2241"/>
                  <a:gd name="T31" fmla="*/ 0 h 1943"/>
                  <a:gd name="T32" fmla="*/ 0 w 2241"/>
                  <a:gd name="T33" fmla="*/ 0 h 1943"/>
                  <a:gd name="T34" fmla="*/ 0 w 2241"/>
                  <a:gd name="T35" fmla="*/ 0 h 1943"/>
                  <a:gd name="T36" fmla="*/ 0 w 2241"/>
                  <a:gd name="T37" fmla="*/ 0 h 1943"/>
                  <a:gd name="T38" fmla="*/ 0 w 2241"/>
                  <a:gd name="T39" fmla="*/ 0 h 1943"/>
                  <a:gd name="T40" fmla="*/ 0 w 2241"/>
                  <a:gd name="T41" fmla="*/ 0 h 1943"/>
                  <a:gd name="T42" fmla="*/ 0 w 2241"/>
                  <a:gd name="T43" fmla="*/ 0 h 1943"/>
                  <a:gd name="T44" fmla="*/ 0 w 2241"/>
                  <a:gd name="T45" fmla="*/ 0 h 1943"/>
                  <a:gd name="T46" fmla="*/ 0 w 2241"/>
                  <a:gd name="T47" fmla="*/ 0 h 1943"/>
                  <a:gd name="T48" fmla="*/ 0 w 2241"/>
                  <a:gd name="T49" fmla="*/ 0 h 1943"/>
                  <a:gd name="T50" fmla="*/ 0 w 2241"/>
                  <a:gd name="T51" fmla="*/ 0 h 1943"/>
                  <a:gd name="T52" fmla="*/ 0 w 2241"/>
                  <a:gd name="T53" fmla="*/ 0 h 1943"/>
                  <a:gd name="T54" fmla="*/ 0 w 2241"/>
                  <a:gd name="T55" fmla="*/ 0 h 1943"/>
                  <a:gd name="T56" fmla="*/ 0 w 2241"/>
                  <a:gd name="T57" fmla="*/ 0 h 1943"/>
                  <a:gd name="T58" fmla="*/ 0 w 2241"/>
                  <a:gd name="T59" fmla="*/ 0 h 1943"/>
                  <a:gd name="T60" fmla="*/ 0 w 2241"/>
                  <a:gd name="T61" fmla="*/ 0 h 1943"/>
                  <a:gd name="T62" fmla="*/ 0 w 2241"/>
                  <a:gd name="T63" fmla="*/ 0 h 1943"/>
                  <a:gd name="T64" fmla="*/ 0 w 2241"/>
                  <a:gd name="T65" fmla="*/ 0 h 1943"/>
                  <a:gd name="T66" fmla="*/ 0 w 2241"/>
                  <a:gd name="T67" fmla="*/ 0 h 1943"/>
                  <a:gd name="T68" fmla="*/ 0 w 2241"/>
                  <a:gd name="T69" fmla="*/ 0 h 1943"/>
                  <a:gd name="T70" fmla="*/ 0 w 2241"/>
                  <a:gd name="T71" fmla="*/ 0 h 1943"/>
                  <a:gd name="T72" fmla="*/ 0 w 2241"/>
                  <a:gd name="T73" fmla="*/ 0 h 1943"/>
                  <a:gd name="T74" fmla="*/ 0 w 2241"/>
                  <a:gd name="T75" fmla="*/ 0 h 1943"/>
                  <a:gd name="T76" fmla="*/ 0 w 2241"/>
                  <a:gd name="T77" fmla="*/ 0 h 1943"/>
                  <a:gd name="T78" fmla="*/ 0 w 2241"/>
                  <a:gd name="T79" fmla="*/ 0 h 1943"/>
                  <a:gd name="T80" fmla="*/ 0 w 2241"/>
                  <a:gd name="T81" fmla="*/ 0 h 1943"/>
                  <a:gd name="T82" fmla="*/ 0 w 2241"/>
                  <a:gd name="T83" fmla="*/ 0 h 1943"/>
                  <a:gd name="T84" fmla="*/ 0 w 2241"/>
                  <a:gd name="T85" fmla="*/ 0 h 1943"/>
                  <a:gd name="T86" fmla="*/ 0 w 2241"/>
                  <a:gd name="T87" fmla="*/ 0 h 1943"/>
                  <a:gd name="T88" fmla="*/ 0 w 2241"/>
                  <a:gd name="T89" fmla="*/ 0 h 1943"/>
                  <a:gd name="T90" fmla="*/ 0 w 2241"/>
                  <a:gd name="T91" fmla="*/ 0 h 1943"/>
                  <a:gd name="T92" fmla="*/ 0 w 2241"/>
                  <a:gd name="T93" fmla="*/ 0 h 1943"/>
                  <a:gd name="T94" fmla="*/ 0 w 2241"/>
                  <a:gd name="T95" fmla="*/ 0 h 194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41"/>
                  <a:gd name="T145" fmla="*/ 0 h 1943"/>
                  <a:gd name="T146" fmla="*/ 2241 w 2241"/>
                  <a:gd name="T147" fmla="*/ 1943 h 194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41" h="1943">
                    <a:moveTo>
                      <a:pt x="1241" y="0"/>
                    </a:moveTo>
                    <a:lnTo>
                      <a:pt x="1308" y="277"/>
                    </a:lnTo>
                    <a:lnTo>
                      <a:pt x="1314" y="623"/>
                    </a:lnTo>
                    <a:lnTo>
                      <a:pt x="1250" y="1053"/>
                    </a:lnTo>
                    <a:lnTo>
                      <a:pt x="1133" y="1404"/>
                    </a:lnTo>
                    <a:lnTo>
                      <a:pt x="1232" y="1496"/>
                    </a:lnTo>
                    <a:lnTo>
                      <a:pt x="1035" y="1559"/>
                    </a:lnTo>
                    <a:lnTo>
                      <a:pt x="674" y="1519"/>
                    </a:lnTo>
                    <a:lnTo>
                      <a:pt x="248" y="1528"/>
                    </a:lnTo>
                    <a:lnTo>
                      <a:pt x="0" y="1544"/>
                    </a:lnTo>
                    <a:lnTo>
                      <a:pt x="149" y="1722"/>
                    </a:lnTo>
                    <a:lnTo>
                      <a:pt x="1133" y="1803"/>
                    </a:lnTo>
                    <a:lnTo>
                      <a:pt x="1815" y="1943"/>
                    </a:lnTo>
                    <a:lnTo>
                      <a:pt x="1898" y="1886"/>
                    </a:lnTo>
                    <a:lnTo>
                      <a:pt x="1802" y="1812"/>
                    </a:lnTo>
                    <a:lnTo>
                      <a:pt x="1872" y="1748"/>
                    </a:lnTo>
                    <a:lnTo>
                      <a:pt x="2013" y="1722"/>
                    </a:lnTo>
                    <a:lnTo>
                      <a:pt x="2241" y="1739"/>
                    </a:lnTo>
                    <a:lnTo>
                      <a:pt x="2064" y="1634"/>
                    </a:lnTo>
                    <a:lnTo>
                      <a:pt x="1956" y="1501"/>
                    </a:lnTo>
                    <a:lnTo>
                      <a:pt x="1965" y="1404"/>
                    </a:lnTo>
                    <a:lnTo>
                      <a:pt x="2151" y="1307"/>
                    </a:lnTo>
                    <a:lnTo>
                      <a:pt x="2202" y="1168"/>
                    </a:lnTo>
                    <a:lnTo>
                      <a:pt x="2103" y="1215"/>
                    </a:lnTo>
                    <a:lnTo>
                      <a:pt x="1995" y="1210"/>
                    </a:lnTo>
                    <a:lnTo>
                      <a:pt x="1971" y="1168"/>
                    </a:lnTo>
                    <a:lnTo>
                      <a:pt x="2064" y="1075"/>
                    </a:lnTo>
                    <a:lnTo>
                      <a:pt x="1979" y="1071"/>
                    </a:lnTo>
                    <a:lnTo>
                      <a:pt x="1988" y="972"/>
                    </a:lnTo>
                    <a:lnTo>
                      <a:pt x="2028" y="832"/>
                    </a:lnTo>
                    <a:lnTo>
                      <a:pt x="2120" y="876"/>
                    </a:lnTo>
                    <a:lnTo>
                      <a:pt x="2151" y="963"/>
                    </a:lnTo>
                    <a:lnTo>
                      <a:pt x="2186" y="840"/>
                    </a:lnTo>
                    <a:lnTo>
                      <a:pt x="2145" y="537"/>
                    </a:lnTo>
                    <a:lnTo>
                      <a:pt x="2168" y="311"/>
                    </a:lnTo>
                    <a:lnTo>
                      <a:pt x="2094" y="645"/>
                    </a:lnTo>
                    <a:lnTo>
                      <a:pt x="1979" y="816"/>
                    </a:lnTo>
                    <a:lnTo>
                      <a:pt x="1760" y="1134"/>
                    </a:lnTo>
                    <a:lnTo>
                      <a:pt x="1608" y="1282"/>
                    </a:lnTo>
                    <a:lnTo>
                      <a:pt x="1398" y="1422"/>
                    </a:lnTo>
                    <a:lnTo>
                      <a:pt x="1331" y="1429"/>
                    </a:lnTo>
                    <a:lnTo>
                      <a:pt x="1398" y="1307"/>
                    </a:lnTo>
                    <a:lnTo>
                      <a:pt x="1430" y="1111"/>
                    </a:lnTo>
                    <a:lnTo>
                      <a:pt x="1446" y="800"/>
                    </a:lnTo>
                    <a:lnTo>
                      <a:pt x="1430" y="521"/>
                    </a:lnTo>
                    <a:lnTo>
                      <a:pt x="1398" y="269"/>
                    </a:lnTo>
                    <a:lnTo>
                      <a:pt x="1349" y="113"/>
                    </a:lnTo>
                    <a:lnTo>
                      <a:pt x="1241"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3" name="Freeform 377"/>
              <p:cNvSpPr>
                <a:spLocks/>
              </p:cNvSpPr>
              <p:nvPr/>
            </p:nvSpPr>
            <p:spPr bwMode="auto">
              <a:xfrm>
                <a:off x="2677" y="1945"/>
                <a:ext cx="71" cy="44"/>
              </a:xfrm>
              <a:custGeom>
                <a:avLst/>
                <a:gdLst>
                  <a:gd name="T0" fmla="*/ 0 w 567"/>
                  <a:gd name="T1" fmla="*/ 0 h 351"/>
                  <a:gd name="T2" fmla="*/ 0 w 567"/>
                  <a:gd name="T3" fmla="*/ 0 h 351"/>
                  <a:gd name="T4" fmla="*/ 0 w 567"/>
                  <a:gd name="T5" fmla="*/ 0 h 351"/>
                  <a:gd name="T6" fmla="*/ 0 w 567"/>
                  <a:gd name="T7" fmla="*/ 0 h 351"/>
                  <a:gd name="T8" fmla="*/ 0 w 567"/>
                  <a:gd name="T9" fmla="*/ 0 h 351"/>
                  <a:gd name="T10" fmla="*/ 0 w 567"/>
                  <a:gd name="T11" fmla="*/ 0 h 351"/>
                  <a:gd name="T12" fmla="*/ 0 w 567"/>
                  <a:gd name="T13" fmla="*/ 0 h 351"/>
                  <a:gd name="T14" fmla="*/ 0 w 567"/>
                  <a:gd name="T15" fmla="*/ 0 h 351"/>
                  <a:gd name="T16" fmla="*/ 0 w 567"/>
                  <a:gd name="T17" fmla="*/ 0 h 351"/>
                  <a:gd name="T18" fmla="*/ 0 w 567"/>
                  <a:gd name="T19" fmla="*/ 0 h 351"/>
                  <a:gd name="T20" fmla="*/ 0 w 567"/>
                  <a:gd name="T21" fmla="*/ 0 h 351"/>
                  <a:gd name="T22" fmla="*/ 0 w 567"/>
                  <a:gd name="T23" fmla="*/ 0 h 351"/>
                  <a:gd name="T24" fmla="*/ 0 w 567"/>
                  <a:gd name="T25" fmla="*/ 0 h 351"/>
                  <a:gd name="T26" fmla="*/ 0 w 567"/>
                  <a:gd name="T27" fmla="*/ 0 h 351"/>
                  <a:gd name="T28" fmla="*/ 0 w 567"/>
                  <a:gd name="T29" fmla="*/ 0 h 3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7"/>
                  <a:gd name="T46" fmla="*/ 0 h 351"/>
                  <a:gd name="T47" fmla="*/ 567 w 567"/>
                  <a:gd name="T48" fmla="*/ 351 h 3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7" h="351">
                    <a:moveTo>
                      <a:pt x="129" y="0"/>
                    </a:moveTo>
                    <a:lnTo>
                      <a:pt x="198" y="72"/>
                    </a:lnTo>
                    <a:lnTo>
                      <a:pt x="173" y="162"/>
                    </a:lnTo>
                    <a:lnTo>
                      <a:pt x="237" y="114"/>
                    </a:lnTo>
                    <a:lnTo>
                      <a:pt x="261" y="251"/>
                    </a:lnTo>
                    <a:lnTo>
                      <a:pt x="355" y="169"/>
                    </a:lnTo>
                    <a:lnTo>
                      <a:pt x="426" y="219"/>
                    </a:lnTo>
                    <a:lnTo>
                      <a:pt x="375" y="268"/>
                    </a:lnTo>
                    <a:lnTo>
                      <a:pt x="417" y="327"/>
                    </a:lnTo>
                    <a:lnTo>
                      <a:pt x="507" y="309"/>
                    </a:lnTo>
                    <a:lnTo>
                      <a:pt x="567" y="351"/>
                    </a:lnTo>
                    <a:lnTo>
                      <a:pt x="204" y="351"/>
                    </a:lnTo>
                    <a:lnTo>
                      <a:pt x="0" y="196"/>
                    </a:lnTo>
                    <a:lnTo>
                      <a:pt x="23" y="37"/>
                    </a:lnTo>
                    <a:lnTo>
                      <a:pt x="129"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4" name="Freeform 378"/>
              <p:cNvSpPr>
                <a:spLocks/>
              </p:cNvSpPr>
              <p:nvPr/>
            </p:nvSpPr>
            <p:spPr bwMode="auto">
              <a:xfrm>
                <a:off x="2705" y="1865"/>
                <a:ext cx="20" cy="25"/>
              </a:xfrm>
              <a:custGeom>
                <a:avLst/>
                <a:gdLst>
                  <a:gd name="T0" fmla="*/ 0 w 156"/>
                  <a:gd name="T1" fmla="*/ 0 h 200"/>
                  <a:gd name="T2" fmla="*/ 0 w 156"/>
                  <a:gd name="T3" fmla="*/ 0 h 200"/>
                  <a:gd name="T4" fmla="*/ 0 w 156"/>
                  <a:gd name="T5" fmla="*/ 0 h 200"/>
                  <a:gd name="T6" fmla="*/ 0 w 156"/>
                  <a:gd name="T7" fmla="*/ 0 h 200"/>
                  <a:gd name="T8" fmla="*/ 0 w 156"/>
                  <a:gd name="T9" fmla="*/ 0 h 200"/>
                  <a:gd name="T10" fmla="*/ 0 w 156"/>
                  <a:gd name="T11" fmla="*/ 0 h 200"/>
                  <a:gd name="T12" fmla="*/ 0 w 156"/>
                  <a:gd name="T13" fmla="*/ 0 h 200"/>
                  <a:gd name="T14" fmla="*/ 0 60000 65536"/>
                  <a:gd name="T15" fmla="*/ 0 60000 65536"/>
                  <a:gd name="T16" fmla="*/ 0 60000 65536"/>
                  <a:gd name="T17" fmla="*/ 0 60000 65536"/>
                  <a:gd name="T18" fmla="*/ 0 60000 65536"/>
                  <a:gd name="T19" fmla="*/ 0 60000 65536"/>
                  <a:gd name="T20" fmla="*/ 0 60000 65536"/>
                  <a:gd name="T21" fmla="*/ 0 w 156"/>
                  <a:gd name="T22" fmla="*/ 0 h 200"/>
                  <a:gd name="T23" fmla="*/ 156 w 156"/>
                  <a:gd name="T24" fmla="*/ 200 h 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200">
                    <a:moveTo>
                      <a:pt x="0" y="79"/>
                    </a:moveTo>
                    <a:lnTo>
                      <a:pt x="81" y="79"/>
                    </a:lnTo>
                    <a:lnTo>
                      <a:pt x="74" y="137"/>
                    </a:lnTo>
                    <a:lnTo>
                      <a:pt x="18" y="128"/>
                    </a:lnTo>
                    <a:lnTo>
                      <a:pt x="127" y="200"/>
                    </a:lnTo>
                    <a:lnTo>
                      <a:pt x="156" y="0"/>
                    </a:lnTo>
                    <a:lnTo>
                      <a:pt x="0" y="79"/>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5" name="Freeform 379"/>
              <p:cNvSpPr>
                <a:spLocks/>
              </p:cNvSpPr>
              <p:nvPr/>
            </p:nvSpPr>
            <p:spPr bwMode="auto">
              <a:xfrm>
                <a:off x="2559" y="1930"/>
                <a:ext cx="121" cy="78"/>
              </a:xfrm>
              <a:custGeom>
                <a:avLst/>
                <a:gdLst>
                  <a:gd name="T0" fmla="*/ 0 w 966"/>
                  <a:gd name="T1" fmla="*/ 0 h 621"/>
                  <a:gd name="T2" fmla="*/ 0 w 966"/>
                  <a:gd name="T3" fmla="*/ 0 h 621"/>
                  <a:gd name="T4" fmla="*/ 0 w 966"/>
                  <a:gd name="T5" fmla="*/ 0 h 621"/>
                  <a:gd name="T6" fmla="*/ 0 w 966"/>
                  <a:gd name="T7" fmla="*/ 0 h 621"/>
                  <a:gd name="T8" fmla="*/ 0 w 966"/>
                  <a:gd name="T9" fmla="*/ 0 h 621"/>
                  <a:gd name="T10" fmla="*/ 0 w 966"/>
                  <a:gd name="T11" fmla="*/ 0 h 621"/>
                  <a:gd name="T12" fmla="*/ 0 w 966"/>
                  <a:gd name="T13" fmla="*/ 0 h 621"/>
                  <a:gd name="T14" fmla="*/ 0 w 966"/>
                  <a:gd name="T15" fmla="*/ 0 h 621"/>
                  <a:gd name="T16" fmla="*/ 0 w 966"/>
                  <a:gd name="T17" fmla="*/ 0 h 621"/>
                  <a:gd name="T18" fmla="*/ 0 w 966"/>
                  <a:gd name="T19" fmla="*/ 0 h 621"/>
                  <a:gd name="T20" fmla="*/ 0 w 966"/>
                  <a:gd name="T21" fmla="*/ 0 h 621"/>
                  <a:gd name="T22" fmla="*/ 0 w 966"/>
                  <a:gd name="T23" fmla="*/ 0 h 621"/>
                  <a:gd name="T24" fmla="*/ 0 w 966"/>
                  <a:gd name="T25" fmla="*/ 0 h 6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66"/>
                  <a:gd name="T40" fmla="*/ 0 h 621"/>
                  <a:gd name="T41" fmla="*/ 966 w 966"/>
                  <a:gd name="T42" fmla="*/ 621 h 6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66" h="621">
                    <a:moveTo>
                      <a:pt x="0" y="237"/>
                    </a:moveTo>
                    <a:lnTo>
                      <a:pt x="70" y="310"/>
                    </a:lnTo>
                    <a:lnTo>
                      <a:pt x="138" y="432"/>
                    </a:lnTo>
                    <a:lnTo>
                      <a:pt x="171" y="545"/>
                    </a:lnTo>
                    <a:lnTo>
                      <a:pt x="303" y="621"/>
                    </a:lnTo>
                    <a:lnTo>
                      <a:pt x="484" y="596"/>
                    </a:lnTo>
                    <a:lnTo>
                      <a:pt x="681" y="561"/>
                    </a:lnTo>
                    <a:lnTo>
                      <a:pt x="966" y="450"/>
                    </a:lnTo>
                    <a:lnTo>
                      <a:pt x="966" y="220"/>
                    </a:lnTo>
                    <a:lnTo>
                      <a:pt x="910" y="81"/>
                    </a:lnTo>
                    <a:lnTo>
                      <a:pt x="562" y="0"/>
                    </a:lnTo>
                    <a:lnTo>
                      <a:pt x="244" y="160"/>
                    </a:lnTo>
                    <a:lnTo>
                      <a:pt x="0" y="23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6" name="Freeform 380"/>
              <p:cNvSpPr>
                <a:spLocks/>
              </p:cNvSpPr>
              <p:nvPr/>
            </p:nvSpPr>
            <p:spPr bwMode="auto">
              <a:xfrm>
                <a:off x="2543" y="1719"/>
                <a:ext cx="16" cy="14"/>
              </a:xfrm>
              <a:custGeom>
                <a:avLst/>
                <a:gdLst>
                  <a:gd name="T0" fmla="*/ 0 w 125"/>
                  <a:gd name="T1" fmla="*/ 0 h 113"/>
                  <a:gd name="T2" fmla="*/ 0 w 125"/>
                  <a:gd name="T3" fmla="*/ 0 h 113"/>
                  <a:gd name="T4" fmla="*/ 0 w 125"/>
                  <a:gd name="T5" fmla="*/ 0 h 113"/>
                  <a:gd name="T6" fmla="*/ 0 w 125"/>
                  <a:gd name="T7" fmla="*/ 0 h 113"/>
                  <a:gd name="T8" fmla="*/ 0 w 125"/>
                  <a:gd name="T9" fmla="*/ 0 h 113"/>
                  <a:gd name="T10" fmla="*/ 0 w 125"/>
                  <a:gd name="T11" fmla="*/ 0 h 113"/>
                  <a:gd name="T12" fmla="*/ 0 w 125"/>
                  <a:gd name="T13" fmla="*/ 0 h 113"/>
                  <a:gd name="T14" fmla="*/ 0 w 125"/>
                  <a:gd name="T15" fmla="*/ 0 h 113"/>
                  <a:gd name="T16" fmla="*/ 0 60000 65536"/>
                  <a:gd name="T17" fmla="*/ 0 60000 65536"/>
                  <a:gd name="T18" fmla="*/ 0 60000 65536"/>
                  <a:gd name="T19" fmla="*/ 0 60000 65536"/>
                  <a:gd name="T20" fmla="*/ 0 60000 65536"/>
                  <a:gd name="T21" fmla="*/ 0 60000 65536"/>
                  <a:gd name="T22" fmla="*/ 0 60000 65536"/>
                  <a:gd name="T23" fmla="*/ 0 60000 65536"/>
                  <a:gd name="T24" fmla="*/ 0 w 125"/>
                  <a:gd name="T25" fmla="*/ 0 h 113"/>
                  <a:gd name="T26" fmla="*/ 125 w 125"/>
                  <a:gd name="T27" fmla="*/ 113 h 1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5" h="113">
                    <a:moveTo>
                      <a:pt x="90" y="0"/>
                    </a:moveTo>
                    <a:lnTo>
                      <a:pt x="33" y="14"/>
                    </a:lnTo>
                    <a:lnTo>
                      <a:pt x="0" y="69"/>
                    </a:lnTo>
                    <a:lnTo>
                      <a:pt x="42" y="113"/>
                    </a:lnTo>
                    <a:lnTo>
                      <a:pt x="99" y="113"/>
                    </a:lnTo>
                    <a:lnTo>
                      <a:pt x="125" y="78"/>
                    </a:lnTo>
                    <a:lnTo>
                      <a:pt x="125" y="30"/>
                    </a:lnTo>
                    <a:lnTo>
                      <a:pt x="90"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7" name="Freeform 381"/>
              <p:cNvSpPr>
                <a:spLocks/>
              </p:cNvSpPr>
              <p:nvPr/>
            </p:nvSpPr>
            <p:spPr bwMode="auto">
              <a:xfrm>
                <a:off x="2557" y="1807"/>
                <a:ext cx="11" cy="11"/>
              </a:xfrm>
              <a:custGeom>
                <a:avLst/>
                <a:gdLst>
                  <a:gd name="T0" fmla="*/ 0 w 88"/>
                  <a:gd name="T1" fmla="*/ 0 h 94"/>
                  <a:gd name="T2" fmla="*/ 0 w 88"/>
                  <a:gd name="T3" fmla="*/ 0 h 94"/>
                  <a:gd name="T4" fmla="*/ 0 w 88"/>
                  <a:gd name="T5" fmla="*/ 0 h 94"/>
                  <a:gd name="T6" fmla="*/ 0 w 88"/>
                  <a:gd name="T7" fmla="*/ 0 h 94"/>
                  <a:gd name="T8" fmla="*/ 0 w 88"/>
                  <a:gd name="T9" fmla="*/ 0 h 94"/>
                  <a:gd name="T10" fmla="*/ 0 w 88"/>
                  <a:gd name="T11" fmla="*/ 0 h 94"/>
                  <a:gd name="T12" fmla="*/ 0 w 88"/>
                  <a:gd name="T13" fmla="*/ 0 h 94"/>
                  <a:gd name="T14" fmla="*/ 0 60000 65536"/>
                  <a:gd name="T15" fmla="*/ 0 60000 65536"/>
                  <a:gd name="T16" fmla="*/ 0 60000 65536"/>
                  <a:gd name="T17" fmla="*/ 0 60000 65536"/>
                  <a:gd name="T18" fmla="*/ 0 60000 65536"/>
                  <a:gd name="T19" fmla="*/ 0 60000 65536"/>
                  <a:gd name="T20" fmla="*/ 0 60000 65536"/>
                  <a:gd name="T21" fmla="*/ 0 w 88"/>
                  <a:gd name="T22" fmla="*/ 0 h 94"/>
                  <a:gd name="T23" fmla="*/ 88 w 8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8" h="94">
                    <a:moveTo>
                      <a:pt x="82" y="21"/>
                    </a:moveTo>
                    <a:lnTo>
                      <a:pt x="55" y="0"/>
                    </a:lnTo>
                    <a:lnTo>
                      <a:pt x="7" y="12"/>
                    </a:lnTo>
                    <a:lnTo>
                      <a:pt x="0" y="69"/>
                    </a:lnTo>
                    <a:lnTo>
                      <a:pt x="42" y="94"/>
                    </a:lnTo>
                    <a:lnTo>
                      <a:pt x="88" y="69"/>
                    </a:lnTo>
                    <a:lnTo>
                      <a:pt x="82" y="21"/>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8" name="Freeform 382"/>
              <p:cNvSpPr>
                <a:spLocks/>
              </p:cNvSpPr>
              <p:nvPr/>
            </p:nvSpPr>
            <p:spPr bwMode="auto">
              <a:xfrm>
                <a:off x="2464" y="1462"/>
                <a:ext cx="144" cy="251"/>
              </a:xfrm>
              <a:custGeom>
                <a:avLst/>
                <a:gdLst>
                  <a:gd name="T0" fmla="*/ 0 w 1157"/>
                  <a:gd name="T1" fmla="*/ 0 h 2007"/>
                  <a:gd name="T2" fmla="*/ 0 w 1157"/>
                  <a:gd name="T3" fmla="*/ 0 h 2007"/>
                  <a:gd name="T4" fmla="*/ 0 w 1157"/>
                  <a:gd name="T5" fmla="*/ 0 h 2007"/>
                  <a:gd name="T6" fmla="*/ 0 w 1157"/>
                  <a:gd name="T7" fmla="*/ 0 h 2007"/>
                  <a:gd name="T8" fmla="*/ 0 w 1157"/>
                  <a:gd name="T9" fmla="*/ 0 h 2007"/>
                  <a:gd name="T10" fmla="*/ 0 w 1157"/>
                  <a:gd name="T11" fmla="*/ 0 h 2007"/>
                  <a:gd name="T12" fmla="*/ 0 w 1157"/>
                  <a:gd name="T13" fmla="*/ 0 h 2007"/>
                  <a:gd name="T14" fmla="*/ 0 w 1157"/>
                  <a:gd name="T15" fmla="*/ 0 h 2007"/>
                  <a:gd name="T16" fmla="*/ 0 w 1157"/>
                  <a:gd name="T17" fmla="*/ 0 h 2007"/>
                  <a:gd name="T18" fmla="*/ 0 w 1157"/>
                  <a:gd name="T19" fmla="*/ 0 h 2007"/>
                  <a:gd name="T20" fmla="*/ 0 w 1157"/>
                  <a:gd name="T21" fmla="*/ 0 h 2007"/>
                  <a:gd name="T22" fmla="*/ 0 w 1157"/>
                  <a:gd name="T23" fmla="*/ 0 h 2007"/>
                  <a:gd name="T24" fmla="*/ 0 w 1157"/>
                  <a:gd name="T25" fmla="*/ 0 h 2007"/>
                  <a:gd name="T26" fmla="*/ 0 w 1157"/>
                  <a:gd name="T27" fmla="*/ 0 h 2007"/>
                  <a:gd name="T28" fmla="*/ 0 w 1157"/>
                  <a:gd name="T29" fmla="*/ 0 h 2007"/>
                  <a:gd name="T30" fmla="*/ 0 w 1157"/>
                  <a:gd name="T31" fmla="*/ 0 h 2007"/>
                  <a:gd name="T32" fmla="*/ 0 w 1157"/>
                  <a:gd name="T33" fmla="*/ 0 h 2007"/>
                  <a:gd name="T34" fmla="*/ 0 w 1157"/>
                  <a:gd name="T35" fmla="*/ 0 h 2007"/>
                  <a:gd name="T36" fmla="*/ 0 w 1157"/>
                  <a:gd name="T37" fmla="*/ 0 h 2007"/>
                  <a:gd name="T38" fmla="*/ 0 w 1157"/>
                  <a:gd name="T39" fmla="*/ 0 h 2007"/>
                  <a:gd name="T40" fmla="*/ 0 w 1157"/>
                  <a:gd name="T41" fmla="*/ 0 h 2007"/>
                  <a:gd name="T42" fmla="*/ 0 w 1157"/>
                  <a:gd name="T43" fmla="*/ 0 h 2007"/>
                  <a:gd name="T44" fmla="*/ 0 w 1157"/>
                  <a:gd name="T45" fmla="*/ 0 h 2007"/>
                  <a:gd name="T46" fmla="*/ 0 w 1157"/>
                  <a:gd name="T47" fmla="*/ 0 h 2007"/>
                  <a:gd name="T48" fmla="*/ 0 w 1157"/>
                  <a:gd name="T49" fmla="*/ 0 h 2007"/>
                  <a:gd name="T50" fmla="*/ 0 w 1157"/>
                  <a:gd name="T51" fmla="*/ 0 h 200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57"/>
                  <a:gd name="T79" fmla="*/ 0 h 2007"/>
                  <a:gd name="T80" fmla="*/ 1157 w 1157"/>
                  <a:gd name="T81" fmla="*/ 2007 h 200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57" h="2007">
                    <a:moveTo>
                      <a:pt x="35" y="1688"/>
                    </a:moveTo>
                    <a:lnTo>
                      <a:pt x="95" y="1780"/>
                    </a:lnTo>
                    <a:lnTo>
                      <a:pt x="251" y="1881"/>
                    </a:lnTo>
                    <a:lnTo>
                      <a:pt x="411" y="1937"/>
                    </a:lnTo>
                    <a:lnTo>
                      <a:pt x="596" y="1976"/>
                    </a:lnTo>
                    <a:lnTo>
                      <a:pt x="789" y="2007"/>
                    </a:lnTo>
                    <a:lnTo>
                      <a:pt x="895" y="1971"/>
                    </a:lnTo>
                    <a:lnTo>
                      <a:pt x="945" y="1911"/>
                    </a:lnTo>
                    <a:lnTo>
                      <a:pt x="956" y="1766"/>
                    </a:lnTo>
                    <a:lnTo>
                      <a:pt x="915" y="1577"/>
                    </a:lnTo>
                    <a:lnTo>
                      <a:pt x="875" y="1422"/>
                    </a:lnTo>
                    <a:lnTo>
                      <a:pt x="961" y="1317"/>
                    </a:lnTo>
                    <a:lnTo>
                      <a:pt x="1055" y="1143"/>
                    </a:lnTo>
                    <a:lnTo>
                      <a:pt x="1093" y="1009"/>
                    </a:lnTo>
                    <a:lnTo>
                      <a:pt x="1148" y="772"/>
                    </a:lnTo>
                    <a:lnTo>
                      <a:pt x="1157" y="648"/>
                    </a:lnTo>
                    <a:lnTo>
                      <a:pt x="1157" y="480"/>
                    </a:lnTo>
                    <a:lnTo>
                      <a:pt x="1125" y="231"/>
                    </a:lnTo>
                    <a:lnTo>
                      <a:pt x="994" y="14"/>
                    </a:lnTo>
                    <a:lnTo>
                      <a:pt x="411" y="0"/>
                    </a:lnTo>
                    <a:lnTo>
                      <a:pt x="129" y="378"/>
                    </a:lnTo>
                    <a:lnTo>
                      <a:pt x="0" y="576"/>
                    </a:lnTo>
                    <a:lnTo>
                      <a:pt x="5" y="733"/>
                    </a:lnTo>
                    <a:lnTo>
                      <a:pt x="69" y="1056"/>
                    </a:lnTo>
                    <a:lnTo>
                      <a:pt x="23" y="1568"/>
                    </a:lnTo>
                    <a:lnTo>
                      <a:pt x="35" y="168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9" name="Freeform 383"/>
              <p:cNvSpPr>
                <a:spLocks/>
              </p:cNvSpPr>
              <p:nvPr/>
            </p:nvSpPr>
            <p:spPr bwMode="auto">
              <a:xfrm>
                <a:off x="2471" y="1569"/>
                <a:ext cx="16" cy="29"/>
              </a:xfrm>
              <a:custGeom>
                <a:avLst/>
                <a:gdLst>
                  <a:gd name="T0" fmla="*/ 0 w 129"/>
                  <a:gd name="T1" fmla="*/ 0 h 233"/>
                  <a:gd name="T2" fmla="*/ 0 w 129"/>
                  <a:gd name="T3" fmla="*/ 0 h 233"/>
                  <a:gd name="T4" fmla="*/ 0 w 129"/>
                  <a:gd name="T5" fmla="*/ 0 h 233"/>
                  <a:gd name="T6" fmla="*/ 0 w 129"/>
                  <a:gd name="T7" fmla="*/ 0 h 233"/>
                  <a:gd name="T8" fmla="*/ 0 w 129"/>
                  <a:gd name="T9" fmla="*/ 0 h 233"/>
                  <a:gd name="T10" fmla="*/ 0 w 129"/>
                  <a:gd name="T11" fmla="*/ 0 h 233"/>
                  <a:gd name="T12" fmla="*/ 0 w 129"/>
                  <a:gd name="T13" fmla="*/ 0 h 233"/>
                  <a:gd name="T14" fmla="*/ 0 w 129"/>
                  <a:gd name="T15" fmla="*/ 0 h 233"/>
                  <a:gd name="T16" fmla="*/ 0 w 129"/>
                  <a:gd name="T17" fmla="*/ 0 h 2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9"/>
                  <a:gd name="T28" fmla="*/ 0 h 233"/>
                  <a:gd name="T29" fmla="*/ 129 w 129"/>
                  <a:gd name="T30" fmla="*/ 233 h 2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9" h="233">
                    <a:moveTo>
                      <a:pt x="33" y="12"/>
                    </a:moveTo>
                    <a:lnTo>
                      <a:pt x="67" y="0"/>
                    </a:lnTo>
                    <a:lnTo>
                      <a:pt x="101" y="25"/>
                    </a:lnTo>
                    <a:lnTo>
                      <a:pt x="129" y="79"/>
                    </a:lnTo>
                    <a:lnTo>
                      <a:pt x="123" y="194"/>
                    </a:lnTo>
                    <a:lnTo>
                      <a:pt x="81" y="233"/>
                    </a:lnTo>
                    <a:lnTo>
                      <a:pt x="0" y="194"/>
                    </a:lnTo>
                    <a:lnTo>
                      <a:pt x="0" y="95"/>
                    </a:lnTo>
                    <a:lnTo>
                      <a:pt x="33" y="12"/>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0" name="Freeform 384"/>
              <p:cNvSpPr>
                <a:spLocks/>
              </p:cNvSpPr>
              <p:nvPr/>
            </p:nvSpPr>
            <p:spPr bwMode="auto">
              <a:xfrm>
                <a:off x="2601" y="1577"/>
                <a:ext cx="5" cy="15"/>
              </a:xfrm>
              <a:custGeom>
                <a:avLst/>
                <a:gdLst>
                  <a:gd name="T0" fmla="*/ 0 w 44"/>
                  <a:gd name="T1" fmla="*/ 0 h 123"/>
                  <a:gd name="T2" fmla="*/ 0 w 44"/>
                  <a:gd name="T3" fmla="*/ 0 h 123"/>
                  <a:gd name="T4" fmla="*/ 0 w 44"/>
                  <a:gd name="T5" fmla="*/ 0 h 123"/>
                  <a:gd name="T6" fmla="*/ 0 w 44"/>
                  <a:gd name="T7" fmla="*/ 0 h 123"/>
                  <a:gd name="T8" fmla="*/ 0 w 44"/>
                  <a:gd name="T9" fmla="*/ 0 h 123"/>
                  <a:gd name="T10" fmla="*/ 0 w 44"/>
                  <a:gd name="T11" fmla="*/ 0 h 123"/>
                  <a:gd name="T12" fmla="*/ 0 60000 65536"/>
                  <a:gd name="T13" fmla="*/ 0 60000 65536"/>
                  <a:gd name="T14" fmla="*/ 0 60000 65536"/>
                  <a:gd name="T15" fmla="*/ 0 60000 65536"/>
                  <a:gd name="T16" fmla="*/ 0 60000 65536"/>
                  <a:gd name="T17" fmla="*/ 0 60000 65536"/>
                  <a:gd name="T18" fmla="*/ 0 w 44"/>
                  <a:gd name="T19" fmla="*/ 0 h 123"/>
                  <a:gd name="T20" fmla="*/ 44 w 44"/>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44" h="123">
                    <a:moveTo>
                      <a:pt x="24" y="0"/>
                    </a:moveTo>
                    <a:lnTo>
                      <a:pt x="0" y="123"/>
                    </a:lnTo>
                    <a:lnTo>
                      <a:pt x="28" y="121"/>
                    </a:lnTo>
                    <a:lnTo>
                      <a:pt x="44" y="88"/>
                    </a:lnTo>
                    <a:lnTo>
                      <a:pt x="39" y="42"/>
                    </a:lnTo>
                    <a:lnTo>
                      <a:pt x="24"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1" name="Freeform 385"/>
              <p:cNvSpPr>
                <a:spLocks/>
              </p:cNvSpPr>
              <p:nvPr/>
            </p:nvSpPr>
            <p:spPr bwMode="auto">
              <a:xfrm>
                <a:off x="1883" y="1681"/>
                <a:ext cx="654" cy="484"/>
              </a:xfrm>
              <a:custGeom>
                <a:avLst/>
                <a:gdLst>
                  <a:gd name="T0" fmla="*/ 0 w 5233"/>
                  <a:gd name="T1" fmla="*/ 0 h 3878"/>
                  <a:gd name="T2" fmla="*/ 0 w 5233"/>
                  <a:gd name="T3" fmla="*/ 0 h 3878"/>
                  <a:gd name="T4" fmla="*/ 0 w 5233"/>
                  <a:gd name="T5" fmla="*/ 0 h 3878"/>
                  <a:gd name="T6" fmla="*/ 0 w 5233"/>
                  <a:gd name="T7" fmla="*/ 0 h 3878"/>
                  <a:gd name="T8" fmla="*/ 0 w 5233"/>
                  <a:gd name="T9" fmla="*/ 0 h 3878"/>
                  <a:gd name="T10" fmla="*/ 0 w 5233"/>
                  <a:gd name="T11" fmla="*/ 0 h 3878"/>
                  <a:gd name="T12" fmla="*/ 0 w 5233"/>
                  <a:gd name="T13" fmla="*/ 0 h 3878"/>
                  <a:gd name="T14" fmla="*/ 0 w 5233"/>
                  <a:gd name="T15" fmla="*/ 0 h 3878"/>
                  <a:gd name="T16" fmla="*/ 0 w 5233"/>
                  <a:gd name="T17" fmla="*/ 0 h 3878"/>
                  <a:gd name="T18" fmla="*/ 0 w 5233"/>
                  <a:gd name="T19" fmla="*/ 0 h 3878"/>
                  <a:gd name="T20" fmla="*/ 0 w 5233"/>
                  <a:gd name="T21" fmla="*/ 0 h 3878"/>
                  <a:gd name="T22" fmla="*/ 0 w 5233"/>
                  <a:gd name="T23" fmla="*/ 0 h 3878"/>
                  <a:gd name="T24" fmla="*/ 0 w 5233"/>
                  <a:gd name="T25" fmla="*/ 0 h 3878"/>
                  <a:gd name="T26" fmla="*/ 0 w 5233"/>
                  <a:gd name="T27" fmla="*/ 0 h 3878"/>
                  <a:gd name="T28" fmla="*/ 0 w 5233"/>
                  <a:gd name="T29" fmla="*/ 0 h 3878"/>
                  <a:gd name="T30" fmla="*/ 0 w 5233"/>
                  <a:gd name="T31" fmla="*/ 0 h 3878"/>
                  <a:gd name="T32" fmla="*/ 0 w 5233"/>
                  <a:gd name="T33" fmla="*/ 0 h 3878"/>
                  <a:gd name="T34" fmla="*/ 0 w 5233"/>
                  <a:gd name="T35" fmla="*/ 0 h 3878"/>
                  <a:gd name="T36" fmla="*/ 0 w 5233"/>
                  <a:gd name="T37" fmla="*/ 0 h 3878"/>
                  <a:gd name="T38" fmla="*/ 0 w 5233"/>
                  <a:gd name="T39" fmla="*/ 0 h 3878"/>
                  <a:gd name="T40" fmla="*/ 0 w 5233"/>
                  <a:gd name="T41" fmla="*/ 0 h 3878"/>
                  <a:gd name="T42" fmla="*/ 0 w 5233"/>
                  <a:gd name="T43" fmla="*/ 0 h 3878"/>
                  <a:gd name="T44" fmla="*/ 0 w 5233"/>
                  <a:gd name="T45" fmla="*/ 0 h 3878"/>
                  <a:gd name="T46" fmla="*/ 0 w 5233"/>
                  <a:gd name="T47" fmla="*/ 0 h 3878"/>
                  <a:gd name="T48" fmla="*/ 0 w 5233"/>
                  <a:gd name="T49" fmla="*/ 0 h 3878"/>
                  <a:gd name="T50" fmla="*/ 0 w 5233"/>
                  <a:gd name="T51" fmla="*/ 0 h 3878"/>
                  <a:gd name="T52" fmla="*/ 0 w 5233"/>
                  <a:gd name="T53" fmla="*/ 0 h 3878"/>
                  <a:gd name="T54" fmla="*/ 0 w 5233"/>
                  <a:gd name="T55" fmla="*/ 0 h 3878"/>
                  <a:gd name="T56" fmla="*/ 0 w 5233"/>
                  <a:gd name="T57" fmla="*/ 0 h 3878"/>
                  <a:gd name="T58" fmla="*/ 0 w 5233"/>
                  <a:gd name="T59" fmla="*/ 0 h 3878"/>
                  <a:gd name="T60" fmla="*/ 0 w 5233"/>
                  <a:gd name="T61" fmla="*/ 0 h 3878"/>
                  <a:gd name="T62" fmla="*/ 0 w 5233"/>
                  <a:gd name="T63" fmla="*/ 0 h 3878"/>
                  <a:gd name="T64" fmla="*/ 0 w 5233"/>
                  <a:gd name="T65" fmla="*/ 0 h 3878"/>
                  <a:gd name="T66" fmla="*/ 0 w 5233"/>
                  <a:gd name="T67" fmla="*/ 0 h 3878"/>
                  <a:gd name="T68" fmla="*/ 0 w 5233"/>
                  <a:gd name="T69" fmla="*/ 0 h 3878"/>
                  <a:gd name="T70" fmla="*/ 0 w 5233"/>
                  <a:gd name="T71" fmla="*/ 0 h 3878"/>
                  <a:gd name="T72" fmla="*/ 0 w 5233"/>
                  <a:gd name="T73" fmla="*/ 0 h 3878"/>
                  <a:gd name="T74" fmla="*/ 0 w 5233"/>
                  <a:gd name="T75" fmla="*/ 0 h 387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233"/>
                  <a:gd name="T115" fmla="*/ 0 h 3878"/>
                  <a:gd name="T116" fmla="*/ 5233 w 5233"/>
                  <a:gd name="T117" fmla="*/ 3878 h 387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233" h="3878">
                    <a:moveTo>
                      <a:pt x="4452" y="3024"/>
                    </a:moveTo>
                    <a:lnTo>
                      <a:pt x="4030" y="2787"/>
                    </a:lnTo>
                    <a:lnTo>
                      <a:pt x="3672" y="2893"/>
                    </a:lnTo>
                    <a:lnTo>
                      <a:pt x="3525" y="2812"/>
                    </a:lnTo>
                    <a:lnTo>
                      <a:pt x="3052" y="2393"/>
                    </a:lnTo>
                    <a:lnTo>
                      <a:pt x="2947" y="3010"/>
                    </a:lnTo>
                    <a:lnTo>
                      <a:pt x="3131" y="3089"/>
                    </a:lnTo>
                    <a:lnTo>
                      <a:pt x="3356" y="2999"/>
                    </a:lnTo>
                    <a:lnTo>
                      <a:pt x="3608" y="3076"/>
                    </a:lnTo>
                    <a:lnTo>
                      <a:pt x="3790" y="3063"/>
                    </a:lnTo>
                    <a:lnTo>
                      <a:pt x="4318" y="3052"/>
                    </a:lnTo>
                    <a:lnTo>
                      <a:pt x="4468" y="3234"/>
                    </a:lnTo>
                    <a:lnTo>
                      <a:pt x="4410" y="3612"/>
                    </a:lnTo>
                    <a:lnTo>
                      <a:pt x="4336" y="3681"/>
                    </a:lnTo>
                    <a:lnTo>
                      <a:pt x="3845" y="3681"/>
                    </a:lnTo>
                    <a:lnTo>
                      <a:pt x="1901" y="3878"/>
                    </a:lnTo>
                    <a:lnTo>
                      <a:pt x="11" y="3654"/>
                    </a:lnTo>
                    <a:lnTo>
                      <a:pt x="0" y="1987"/>
                    </a:lnTo>
                    <a:lnTo>
                      <a:pt x="103" y="1510"/>
                    </a:lnTo>
                    <a:lnTo>
                      <a:pt x="304" y="1037"/>
                    </a:lnTo>
                    <a:lnTo>
                      <a:pt x="408" y="892"/>
                    </a:lnTo>
                    <a:lnTo>
                      <a:pt x="685" y="590"/>
                    </a:lnTo>
                    <a:lnTo>
                      <a:pt x="975" y="394"/>
                    </a:lnTo>
                    <a:lnTo>
                      <a:pt x="1213" y="248"/>
                    </a:lnTo>
                    <a:lnTo>
                      <a:pt x="1466" y="145"/>
                    </a:lnTo>
                    <a:lnTo>
                      <a:pt x="1572" y="0"/>
                    </a:lnTo>
                    <a:lnTo>
                      <a:pt x="2604" y="343"/>
                    </a:lnTo>
                    <a:lnTo>
                      <a:pt x="2747" y="514"/>
                    </a:lnTo>
                    <a:lnTo>
                      <a:pt x="2947" y="643"/>
                    </a:lnTo>
                    <a:lnTo>
                      <a:pt x="3172" y="828"/>
                    </a:lnTo>
                    <a:lnTo>
                      <a:pt x="3474" y="1210"/>
                    </a:lnTo>
                    <a:lnTo>
                      <a:pt x="4307" y="1995"/>
                    </a:lnTo>
                    <a:lnTo>
                      <a:pt x="4491" y="2079"/>
                    </a:lnTo>
                    <a:lnTo>
                      <a:pt x="4544" y="2236"/>
                    </a:lnTo>
                    <a:lnTo>
                      <a:pt x="4956" y="2340"/>
                    </a:lnTo>
                    <a:lnTo>
                      <a:pt x="5140" y="2551"/>
                    </a:lnTo>
                    <a:lnTo>
                      <a:pt x="5233" y="2812"/>
                    </a:lnTo>
                    <a:lnTo>
                      <a:pt x="4452" y="3024"/>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2" name="Freeform 386"/>
              <p:cNvSpPr>
                <a:spLocks/>
              </p:cNvSpPr>
              <p:nvPr/>
            </p:nvSpPr>
            <p:spPr bwMode="auto">
              <a:xfrm>
                <a:off x="2537" y="1950"/>
                <a:ext cx="101" cy="159"/>
              </a:xfrm>
              <a:custGeom>
                <a:avLst/>
                <a:gdLst>
                  <a:gd name="T0" fmla="*/ 0 w 803"/>
                  <a:gd name="T1" fmla="*/ 0 h 1268"/>
                  <a:gd name="T2" fmla="*/ 0 w 803"/>
                  <a:gd name="T3" fmla="*/ 0 h 1268"/>
                  <a:gd name="T4" fmla="*/ 0 w 803"/>
                  <a:gd name="T5" fmla="*/ 0 h 1268"/>
                  <a:gd name="T6" fmla="*/ 0 w 803"/>
                  <a:gd name="T7" fmla="*/ 0 h 1268"/>
                  <a:gd name="T8" fmla="*/ 0 w 803"/>
                  <a:gd name="T9" fmla="*/ 0 h 1268"/>
                  <a:gd name="T10" fmla="*/ 0 w 803"/>
                  <a:gd name="T11" fmla="*/ 0 h 1268"/>
                  <a:gd name="T12" fmla="*/ 0 w 803"/>
                  <a:gd name="T13" fmla="*/ 0 h 1268"/>
                  <a:gd name="T14" fmla="*/ 0 w 803"/>
                  <a:gd name="T15" fmla="*/ 0 h 1268"/>
                  <a:gd name="T16" fmla="*/ 0 w 803"/>
                  <a:gd name="T17" fmla="*/ 0 h 12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03"/>
                  <a:gd name="T28" fmla="*/ 0 h 1268"/>
                  <a:gd name="T29" fmla="*/ 803 w 803"/>
                  <a:gd name="T30" fmla="*/ 1268 h 12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03" h="1268">
                    <a:moveTo>
                      <a:pt x="0" y="23"/>
                    </a:moveTo>
                    <a:lnTo>
                      <a:pt x="0" y="44"/>
                    </a:lnTo>
                    <a:lnTo>
                      <a:pt x="12" y="69"/>
                    </a:lnTo>
                    <a:lnTo>
                      <a:pt x="708" y="1183"/>
                    </a:lnTo>
                    <a:lnTo>
                      <a:pt x="803" y="1268"/>
                    </a:lnTo>
                    <a:lnTo>
                      <a:pt x="759" y="1139"/>
                    </a:lnTo>
                    <a:lnTo>
                      <a:pt x="61" y="5"/>
                    </a:lnTo>
                    <a:lnTo>
                      <a:pt x="19" y="0"/>
                    </a:lnTo>
                    <a:lnTo>
                      <a:pt x="0" y="23"/>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3" name="Freeform 387"/>
              <p:cNvSpPr>
                <a:spLocks/>
              </p:cNvSpPr>
              <p:nvPr/>
            </p:nvSpPr>
            <p:spPr bwMode="auto">
              <a:xfrm>
                <a:off x="2461" y="2018"/>
                <a:ext cx="151" cy="96"/>
              </a:xfrm>
              <a:custGeom>
                <a:avLst/>
                <a:gdLst>
                  <a:gd name="T0" fmla="*/ 0 w 1202"/>
                  <a:gd name="T1" fmla="*/ 0 h 775"/>
                  <a:gd name="T2" fmla="*/ 0 w 1202"/>
                  <a:gd name="T3" fmla="*/ 0 h 775"/>
                  <a:gd name="T4" fmla="*/ 0 w 1202"/>
                  <a:gd name="T5" fmla="*/ 0 h 775"/>
                  <a:gd name="T6" fmla="*/ 0 w 1202"/>
                  <a:gd name="T7" fmla="*/ 0 h 775"/>
                  <a:gd name="T8" fmla="*/ 0 w 1202"/>
                  <a:gd name="T9" fmla="*/ 0 h 775"/>
                  <a:gd name="T10" fmla="*/ 0 w 1202"/>
                  <a:gd name="T11" fmla="*/ 0 h 775"/>
                  <a:gd name="T12" fmla="*/ 0 w 1202"/>
                  <a:gd name="T13" fmla="*/ 0 h 775"/>
                  <a:gd name="T14" fmla="*/ 0 w 1202"/>
                  <a:gd name="T15" fmla="*/ 0 h 775"/>
                  <a:gd name="T16" fmla="*/ 0 w 1202"/>
                  <a:gd name="T17" fmla="*/ 0 h 775"/>
                  <a:gd name="T18" fmla="*/ 0 w 1202"/>
                  <a:gd name="T19" fmla="*/ 0 h 775"/>
                  <a:gd name="T20" fmla="*/ 0 w 1202"/>
                  <a:gd name="T21" fmla="*/ 0 h 775"/>
                  <a:gd name="T22" fmla="*/ 0 w 1202"/>
                  <a:gd name="T23" fmla="*/ 0 h 775"/>
                  <a:gd name="T24" fmla="*/ 0 w 1202"/>
                  <a:gd name="T25" fmla="*/ 0 h 775"/>
                  <a:gd name="T26" fmla="*/ 0 w 1202"/>
                  <a:gd name="T27" fmla="*/ 0 h 775"/>
                  <a:gd name="T28" fmla="*/ 0 w 1202"/>
                  <a:gd name="T29" fmla="*/ 0 h 775"/>
                  <a:gd name="T30" fmla="*/ 0 w 1202"/>
                  <a:gd name="T31" fmla="*/ 0 h 775"/>
                  <a:gd name="T32" fmla="*/ 0 w 1202"/>
                  <a:gd name="T33" fmla="*/ 0 h 775"/>
                  <a:gd name="T34" fmla="*/ 0 w 1202"/>
                  <a:gd name="T35" fmla="*/ 0 h 775"/>
                  <a:gd name="T36" fmla="*/ 0 w 1202"/>
                  <a:gd name="T37" fmla="*/ 0 h 7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02"/>
                  <a:gd name="T58" fmla="*/ 0 h 775"/>
                  <a:gd name="T59" fmla="*/ 1202 w 1202"/>
                  <a:gd name="T60" fmla="*/ 775 h 7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02" h="775">
                    <a:moveTo>
                      <a:pt x="0" y="289"/>
                    </a:moveTo>
                    <a:lnTo>
                      <a:pt x="63" y="132"/>
                    </a:lnTo>
                    <a:lnTo>
                      <a:pt x="182" y="66"/>
                    </a:lnTo>
                    <a:lnTo>
                      <a:pt x="287" y="81"/>
                    </a:lnTo>
                    <a:lnTo>
                      <a:pt x="487" y="118"/>
                    </a:lnTo>
                    <a:lnTo>
                      <a:pt x="607" y="28"/>
                    </a:lnTo>
                    <a:lnTo>
                      <a:pt x="709" y="0"/>
                    </a:lnTo>
                    <a:lnTo>
                      <a:pt x="1147" y="66"/>
                    </a:lnTo>
                    <a:lnTo>
                      <a:pt x="1188" y="171"/>
                    </a:lnTo>
                    <a:lnTo>
                      <a:pt x="1135" y="199"/>
                    </a:lnTo>
                    <a:lnTo>
                      <a:pt x="793" y="224"/>
                    </a:lnTo>
                    <a:lnTo>
                      <a:pt x="1162" y="382"/>
                    </a:lnTo>
                    <a:lnTo>
                      <a:pt x="1202" y="475"/>
                    </a:lnTo>
                    <a:lnTo>
                      <a:pt x="1174" y="552"/>
                    </a:lnTo>
                    <a:lnTo>
                      <a:pt x="1068" y="630"/>
                    </a:lnTo>
                    <a:lnTo>
                      <a:pt x="1029" y="738"/>
                    </a:lnTo>
                    <a:lnTo>
                      <a:pt x="709" y="775"/>
                    </a:lnTo>
                    <a:lnTo>
                      <a:pt x="130" y="710"/>
                    </a:lnTo>
                    <a:lnTo>
                      <a:pt x="0" y="289"/>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4" name="Freeform 388"/>
              <p:cNvSpPr>
                <a:spLocks/>
              </p:cNvSpPr>
              <p:nvPr/>
            </p:nvSpPr>
            <p:spPr bwMode="auto">
              <a:xfrm>
                <a:off x="2071" y="1548"/>
                <a:ext cx="205" cy="239"/>
              </a:xfrm>
              <a:custGeom>
                <a:avLst/>
                <a:gdLst>
                  <a:gd name="T0" fmla="*/ 0 w 1639"/>
                  <a:gd name="T1" fmla="*/ 0 h 1907"/>
                  <a:gd name="T2" fmla="*/ 0 w 1639"/>
                  <a:gd name="T3" fmla="*/ 0 h 1907"/>
                  <a:gd name="T4" fmla="*/ 0 w 1639"/>
                  <a:gd name="T5" fmla="*/ 0 h 1907"/>
                  <a:gd name="T6" fmla="*/ 0 w 1639"/>
                  <a:gd name="T7" fmla="*/ 0 h 1907"/>
                  <a:gd name="T8" fmla="*/ 0 w 1639"/>
                  <a:gd name="T9" fmla="*/ 0 h 1907"/>
                  <a:gd name="T10" fmla="*/ 0 w 1639"/>
                  <a:gd name="T11" fmla="*/ 0 h 1907"/>
                  <a:gd name="T12" fmla="*/ 0 w 1639"/>
                  <a:gd name="T13" fmla="*/ 0 h 1907"/>
                  <a:gd name="T14" fmla="*/ 0 w 1639"/>
                  <a:gd name="T15" fmla="*/ 0 h 1907"/>
                  <a:gd name="T16" fmla="*/ 0 w 1639"/>
                  <a:gd name="T17" fmla="*/ 0 h 1907"/>
                  <a:gd name="T18" fmla="*/ 0 w 1639"/>
                  <a:gd name="T19" fmla="*/ 0 h 1907"/>
                  <a:gd name="T20" fmla="*/ 0 w 1639"/>
                  <a:gd name="T21" fmla="*/ 0 h 1907"/>
                  <a:gd name="T22" fmla="*/ 0 w 1639"/>
                  <a:gd name="T23" fmla="*/ 0 h 1907"/>
                  <a:gd name="T24" fmla="*/ 0 w 1639"/>
                  <a:gd name="T25" fmla="*/ 0 h 1907"/>
                  <a:gd name="T26" fmla="*/ 0 w 1639"/>
                  <a:gd name="T27" fmla="*/ 0 h 1907"/>
                  <a:gd name="T28" fmla="*/ 0 w 1639"/>
                  <a:gd name="T29" fmla="*/ 0 h 1907"/>
                  <a:gd name="T30" fmla="*/ 0 w 1639"/>
                  <a:gd name="T31" fmla="*/ 0 h 1907"/>
                  <a:gd name="T32" fmla="*/ 0 w 1639"/>
                  <a:gd name="T33" fmla="*/ 0 h 1907"/>
                  <a:gd name="T34" fmla="*/ 0 w 1639"/>
                  <a:gd name="T35" fmla="*/ 0 h 1907"/>
                  <a:gd name="T36" fmla="*/ 0 w 1639"/>
                  <a:gd name="T37" fmla="*/ 0 h 1907"/>
                  <a:gd name="T38" fmla="*/ 0 w 1639"/>
                  <a:gd name="T39" fmla="*/ 0 h 1907"/>
                  <a:gd name="T40" fmla="*/ 0 w 1639"/>
                  <a:gd name="T41" fmla="*/ 0 h 1907"/>
                  <a:gd name="T42" fmla="*/ 0 w 1639"/>
                  <a:gd name="T43" fmla="*/ 0 h 1907"/>
                  <a:gd name="T44" fmla="*/ 0 w 1639"/>
                  <a:gd name="T45" fmla="*/ 0 h 1907"/>
                  <a:gd name="T46" fmla="*/ 0 w 1639"/>
                  <a:gd name="T47" fmla="*/ 0 h 1907"/>
                  <a:gd name="T48" fmla="*/ 0 w 1639"/>
                  <a:gd name="T49" fmla="*/ 0 h 1907"/>
                  <a:gd name="T50" fmla="*/ 0 w 1639"/>
                  <a:gd name="T51" fmla="*/ 0 h 1907"/>
                  <a:gd name="T52" fmla="*/ 0 w 1639"/>
                  <a:gd name="T53" fmla="*/ 0 h 1907"/>
                  <a:gd name="T54" fmla="*/ 0 w 1639"/>
                  <a:gd name="T55" fmla="*/ 0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639"/>
                  <a:gd name="T85" fmla="*/ 0 h 1907"/>
                  <a:gd name="T86" fmla="*/ 1639 w 1639"/>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639" h="1907">
                    <a:moveTo>
                      <a:pt x="0" y="538"/>
                    </a:moveTo>
                    <a:lnTo>
                      <a:pt x="53" y="850"/>
                    </a:lnTo>
                    <a:lnTo>
                      <a:pt x="73" y="949"/>
                    </a:lnTo>
                    <a:lnTo>
                      <a:pt x="127" y="1008"/>
                    </a:lnTo>
                    <a:lnTo>
                      <a:pt x="99" y="1109"/>
                    </a:lnTo>
                    <a:lnTo>
                      <a:pt x="154" y="1217"/>
                    </a:lnTo>
                    <a:lnTo>
                      <a:pt x="207" y="1305"/>
                    </a:lnTo>
                    <a:lnTo>
                      <a:pt x="272" y="1409"/>
                    </a:lnTo>
                    <a:lnTo>
                      <a:pt x="495" y="1599"/>
                    </a:lnTo>
                    <a:lnTo>
                      <a:pt x="784" y="1907"/>
                    </a:lnTo>
                    <a:lnTo>
                      <a:pt x="822" y="1859"/>
                    </a:lnTo>
                    <a:lnTo>
                      <a:pt x="881" y="1736"/>
                    </a:lnTo>
                    <a:lnTo>
                      <a:pt x="905" y="1598"/>
                    </a:lnTo>
                    <a:lnTo>
                      <a:pt x="1030" y="1630"/>
                    </a:lnTo>
                    <a:lnTo>
                      <a:pt x="1155" y="1617"/>
                    </a:lnTo>
                    <a:lnTo>
                      <a:pt x="1213" y="1584"/>
                    </a:lnTo>
                    <a:lnTo>
                      <a:pt x="1270" y="1522"/>
                    </a:lnTo>
                    <a:lnTo>
                      <a:pt x="1429" y="1179"/>
                    </a:lnTo>
                    <a:lnTo>
                      <a:pt x="1510" y="1077"/>
                    </a:lnTo>
                    <a:lnTo>
                      <a:pt x="1572" y="905"/>
                    </a:lnTo>
                    <a:lnTo>
                      <a:pt x="1586" y="718"/>
                    </a:lnTo>
                    <a:lnTo>
                      <a:pt x="1618" y="632"/>
                    </a:lnTo>
                    <a:lnTo>
                      <a:pt x="1635" y="575"/>
                    </a:lnTo>
                    <a:lnTo>
                      <a:pt x="1639" y="261"/>
                    </a:lnTo>
                    <a:lnTo>
                      <a:pt x="1609" y="118"/>
                    </a:lnTo>
                    <a:lnTo>
                      <a:pt x="1540" y="0"/>
                    </a:lnTo>
                    <a:lnTo>
                      <a:pt x="207" y="155"/>
                    </a:lnTo>
                    <a:lnTo>
                      <a:pt x="0" y="53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5" name="Freeform 389"/>
              <p:cNvSpPr>
                <a:spLocks/>
              </p:cNvSpPr>
              <p:nvPr/>
            </p:nvSpPr>
            <p:spPr bwMode="auto">
              <a:xfrm>
                <a:off x="2159" y="1797"/>
                <a:ext cx="46" cy="241"/>
              </a:xfrm>
              <a:custGeom>
                <a:avLst/>
                <a:gdLst>
                  <a:gd name="T0" fmla="*/ 0 w 369"/>
                  <a:gd name="T1" fmla="*/ 0 h 1920"/>
                  <a:gd name="T2" fmla="*/ 0 w 369"/>
                  <a:gd name="T3" fmla="*/ 0 h 1920"/>
                  <a:gd name="T4" fmla="*/ 0 w 369"/>
                  <a:gd name="T5" fmla="*/ 0 h 1920"/>
                  <a:gd name="T6" fmla="*/ 0 w 369"/>
                  <a:gd name="T7" fmla="*/ 0 h 1920"/>
                  <a:gd name="T8" fmla="*/ 0 w 369"/>
                  <a:gd name="T9" fmla="*/ 0 h 1920"/>
                  <a:gd name="T10" fmla="*/ 0 w 369"/>
                  <a:gd name="T11" fmla="*/ 0 h 1920"/>
                  <a:gd name="T12" fmla="*/ 0 w 369"/>
                  <a:gd name="T13" fmla="*/ 0 h 1920"/>
                  <a:gd name="T14" fmla="*/ 0 w 369"/>
                  <a:gd name="T15" fmla="*/ 0 h 1920"/>
                  <a:gd name="T16" fmla="*/ 0 w 369"/>
                  <a:gd name="T17" fmla="*/ 0 h 1920"/>
                  <a:gd name="T18" fmla="*/ 0 w 369"/>
                  <a:gd name="T19" fmla="*/ 0 h 1920"/>
                  <a:gd name="T20" fmla="*/ 0 w 369"/>
                  <a:gd name="T21" fmla="*/ 0 h 1920"/>
                  <a:gd name="T22" fmla="*/ 0 w 369"/>
                  <a:gd name="T23" fmla="*/ 0 h 1920"/>
                  <a:gd name="T24" fmla="*/ 0 w 369"/>
                  <a:gd name="T25" fmla="*/ 0 h 1920"/>
                  <a:gd name="T26" fmla="*/ 0 w 369"/>
                  <a:gd name="T27" fmla="*/ 0 h 1920"/>
                  <a:gd name="T28" fmla="*/ 0 w 369"/>
                  <a:gd name="T29" fmla="*/ 0 h 1920"/>
                  <a:gd name="T30" fmla="*/ 0 w 369"/>
                  <a:gd name="T31" fmla="*/ 0 h 1920"/>
                  <a:gd name="T32" fmla="*/ 0 w 369"/>
                  <a:gd name="T33" fmla="*/ 0 h 19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9"/>
                  <a:gd name="T52" fmla="*/ 0 h 1920"/>
                  <a:gd name="T53" fmla="*/ 369 w 369"/>
                  <a:gd name="T54" fmla="*/ 1920 h 19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9" h="1920">
                    <a:moveTo>
                      <a:pt x="92" y="0"/>
                    </a:moveTo>
                    <a:lnTo>
                      <a:pt x="40" y="52"/>
                    </a:lnTo>
                    <a:lnTo>
                      <a:pt x="0" y="142"/>
                    </a:lnTo>
                    <a:lnTo>
                      <a:pt x="27" y="313"/>
                    </a:lnTo>
                    <a:lnTo>
                      <a:pt x="14" y="973"/>
                    </a:lnTo>
                    <a:lnTo>
                      <a:pt x="40" y="1433"/>
                    </a:lnTo>
                    <a:lnTo>
                      <a:pt x="119" y="1920"/>
                    </a:lnTo>
                    <a:lnTo>
                      <a:pt x="200" y="1920"/>
                    </a:lnTo>
                    <a:lnTo>
                      <a:pt x="319" y="1920"/>
                    </a:lnTo>
                    <a:lnTo>
                      <a:pt x="369" y="1841"/>
                    </a:lnTo>
                    <a:lnTo>
                      <a:pt x="263" y="1498"/>
                    </a:lnTo>
                    <a:lnTo>
                      <a:pt x="212" y="1169"/>
                    </a:lnTo>
                    <a:lnTo>
                      <a:pt x="200" y="776"/>
                    </a:lnTo>
                    <a:lnTo>
                      <a:pt x="159" y="313"/>
                    </a:lnTo>
                    <a:lnTo>
                      <a:pt x="185" y="211"/>
                    </a:lnTo>
                    <a:lnTo>
                      <a:pt x="159" y="66"/>
                    </a:lnTo>
                    <a:lnTo>
                      <a:pt x="92"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6" name="Freeform 390"/>
              <p:cNvSpPr>
                <a:spLocks/>
              </p:cNvSpPr>
              <p:nvPr/>
            </p:nvSpPr>
            <p:spPr bwMode="auto">
              <a:xfrm>
                <a:off x="2182" y="1487"/>
                <a:ext cx="114" cy="117"/>
              </a:xfrm>
              <a:custGeom>
                <a:avLst/>
                <a:gdLst>
                  <a:gd name="T0" fmla="*/ 0 w 914"/>
                  <a:gd name="T1" fmla="*/ 0 h 936"/>
                  <a:gd name="T2" fmla="*/ 0 w 914"/>
                  <a:gd name="T3" fmla="*/ 0 h 936"/>
                  <a:gd name="T4" fmla="*/ 0 w 914"/>
                  <a:gd name="T5" fmla="*/ 0 h 936"/>
                  <a:gd name="T6" fmla="*/ 0 w 914"/>
                  <a:gd name="T7" fmla="*/ 0 h 936"/>
                  <a:gd name="T8" fmla="*/ 0 w 914"/>
                  <a:gd name="T9" fmla="*/ 0 h 936"/>
                  <a:gd name="T10" fmla="*/ 0 w 914"/>
                  <a:gd name="T11" fmla="*/ 0 h 936"/>
                  <a:gd name="T12" fmla="*/ 0 w 914"/>
                  <a:gd name="T13" fmla="*/ 0 h 936"/>
                  <a:gd name="T14" fmla="*/ 0 w 914"/>
                  <a:gd name="T15" fmla="*/ 0 h 936"/>
                  <a:gd name="T16" fmla="*/ 0 w 914"/>
                  <a:gd name="T17" fmla="*/ 0 h 936"/>
                  <a:gd name="T18" fmla="*/ 0 w 914"/>
                  <a:gd name="T19" fmla="*/ 0 h 936"/>
                  <a:gd name="T20" fmla="*/ 0 w 914"/>
                  <a:gd name="T21" fmla="*/ 0 h 936"/>
                  <a:gd name="T22" fmla="*/ 0 w 914"/>
                  <a:gd name="T23" fmla="*/ 0 h 936"/>
                  <a:gd name="T24" fmla="*/ 0 w 914"/>
                  <a:gd name="T25" fmla="*/ 0 h 936"/>
                  <a:gd name="T26" fmla="*/ 0 w 914"/>
                  <a:gd name="T27" fmla="*/ 0 h 936"/>
                  <a:gd name="T28" fmla="*/ 0 w 914"/>
                  <a:gd name="T29" fmla="*/ 0 h 9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4"/>
                  <a:gd name="T46" fmla="*/ 0 h 936"/>
                  <a:gd name="T47" fmla="*/ 914 w 914"/>
                  <a:gd name="T48" fmla="*/ 936 h 9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4" h="936">
                    <a:moveTo>
                      <a:pt x="635" y="499"/>
                    </a:moveTo>
                    <a:lnTo>
                      <a:pt x="714" y="607"/>
                    </a:lnTo>
                    <a:lnTo>
                      <a:pt x="844" y="936"/>
                    </a:lnTo>
                    <a:lnTo>
                      <a:pt x="899" y="855"/>
                    </a:lnTo>
                    <a:lnTo>
                      <a:pt x="914" y="581"/>
                    </a:lnTo>
                    <a:lnTo>
                      <a:pt x="914" y="510"/>
                    </a:lnTo>
                    <a:lnTo>
                      <a:pt x="859" y="462"/>
                    </a:lnTo>
                    <a:lnTo>
                      <a:pt x="767" y="381"/>
                    </a:lnTo>
                    <a:lnTo>
                      <a:pt x="686" y="224"/>
                    </a:lnTo>
                    <a:lnTo>
                      <a:pt x="541" y="79"/>
                    </a:lnTo>
                    <a:lnTo>
                      <a:pt x="356" y="40"/>
                    </a:lnTo>
                    <a:lnTo>
                      <a:pt x="145" y="0"/>
                    </a:lnTo>
                    <a:lnTo>
                      <a:pt x="0" y="51"/>
                    </a:lnTo>
                    <a:lnTo>
                      <a:pt x="15" y="593"/>
                    </a:lnTo>
                    <a:lnTo>
                      <a:pt x="635" y="499"/>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7" name="Freeform 391"/>
              <p:cNvSpPr>
                <a:spLocks/>
              </p:cNvSpPr>
              <p:nvPr/>
            </p:nvSpPr>
            <p:spPr bwMode="auto">
              <a:xfrm>
                <a:off x="2169" y="1613"/>
                <a:ext cx="31" cy="12"/>
              </a:xfrm>
              <a:custGeom>
                <a:avLst/>
                <a:gdLst>
                  <a:gd name="T0" fmla="*/ 0 w 251"/>
                  <a:gd name="T1" fmla="*/ 0 h 93"/>
                  <a:gd name="T2" fmla="*/ 0 w 251"/>
                  <a:gd name="T3" fmla="*/ 0 h 93"/>
                  <a:gd name="T4" fmla="*/ 0 w 251"/>
                  <a:gd name="T5" fmla="*/ 0 h 93"/>
                  <a:gd name="T6" fmla="*/ 0 w 251"/>
                  <a:gd name="T7" fmla="*/ 0 h 93"/>
                  <a:gd name="T8" fmla="*/ 0 w 251"/>
                  <a:gd name="T9" fmla="*/ 0 h 93"/>
                  <a:gd name="T10" fmla="*/ 0 w 251"/>
                  <a:gd name="T11" fmla="*/ 0 h 93"/>
                  <a:gd name="T12" fmla="*/ 0 60000 65536"/>
                  <a:gd name="T13" fmla="*/ 0 60000 65536"/>
                  <a:gd name="T14" fmla="*/ 0 60000 65536"/>
                  <a:gd name="T15" fmla="*/ 0 60000 65536"/>
                  <a:gd name="T16" fmla="*/ 0 60000 65536"/>
                  <a:gd name="T17" fmla="*/ 0 60000 65536"/>
                  <a:gd name="T18" fmla="*/ 0 w 251"/>
                  <a:gd name="T19" fmla="*/ 0 h 93"/>
                  <a:gd name="T20" fmla="*/ 251 w 251"/>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251" h="93">
                    <a:moveTo>
                      <a:pt x="0" y="55"/>
                    </a:moveTo>
                    <a:lnTo>
                      <a:pt x="147" y="70"/>
                    </a:lnTo>
                    <a:lnTo>
                      <a:pt x="251" y="93"/>
                    </a:lnTo>
                    <a:lnTo>
                      <a:pt x="196" y="0"/>
                    </a:lnTo>
                    <a:lnTo>
                      <a:pt x="53" y="0"/>
                    </a:lnTo>
                    <a:lnTo>
                      <a:pt x="0" y="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8" name="Freeform 392"/>
              <p:cNvSpPr>
                <a:spLocks/>
              </p:cNvSpPr>
              <p:nvPr/>
            </p:nvSpPr>
            <p:spPr bwMode="auto">
              <a:xfrm>
                <a:off x="2240" y="1627"/>
                <a:ext cx="23" cy="14"/>
              </a:xfrm>
              <a:custGeom>
                <a:avLst/>
                <a:gdLst>
                  <a:gd name="T0" fmla="*/ 0 w 183"/>
                  <a:gd name="T1" fmla="*/ 0 h 119"/>
                  <a:gd name="T2" fmla="*/ 0 w 183"/>
                  <a:gd name="T3" fmla="*/ 0 h 119"/>
                  <a:gd name="T4" fmla="*/ 0 w 183"/>
                  <a:gd name="T5" fmla="*/ 0 h 119"/>
                  <a:gd name="T6" fmla="*/ 0 w 183"/>
                  <a:gd name="T7" fmla="*/ 0 h 119"/>
                  <a:gd name="T8" fmla="*/ 0 w 183"/>
                  <a:gd name="T9" fmla="*/ 0 h 119"/>
                  <a:gd name="T10" fmla="*/ 0 w 183"/>
                  <a:gd name="T11" fmla="*/ 0 h 119"/>
                  <a:gd name="T12" fmla="*/ 0 60000 65536"/>
                  <a:gd name="T13" fmla="*/ 0 60000 65536"/>
                  <a:gd name="T14" fmla="*/ 0 60000 65536"/>
                  <a:gd name="T15" fmla="*/ 0 60000 65536"/>
                  <a:gd name="T16" fmla="*/ 0 60000 65536"/>
                  <a:gd name="T17" fmla="*/ 0 60000 65536"/>
                  <a:gd name="T18" fmla="*/ 0 w 183"/>
                  <a:gd name="T19" fmla="*/ 0 h 119"/>
                  <a:gd name="T20" fmla="*/ 183 w 18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183" h="119">
                    <a:moveTo>
                      <a:pt x="0" y="66"/>
                    </a:moveTo>
                    <a:lnTo>
                      <a:pt x="106" y="119"/>
                    </a:lnTo>
                    <a:lnTo>
                      <a:pt x="183" y="105"/>
                    </a:lnTo>
                    <a:lnTo>
                      <a:pt x="172" y="77"/>
                    </a:lnTo>
                    <a:lnTo>
                      <a:pt x="37" y="0"/>
                    </a:lnTo>
                    <a:lnTo>
                      <a:pt x="0" y="6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9" name="Freeform 393"/>
              <p:cNvSpPr>
                <a:spLocks/>
              </p:cNvSpPr>
              <p:nvPr/>
            </p:nvSpPr>
            <p:spPr bwMode="auto">
              <a:xfrm>
                <a:off x="2509" y="1541"/>
                <a:ext cx="28" cy="11"/>
              </a:xfrm>
              <a:custGeom>
                <a:avLst/>
                <a:gdLst>
                  <a:gd name="T0" fmla="*/ 0 w 218"/>
                  <a:gd name="T1" fmla="*/ 0 h 86"/>
                  <a:gd name="T2" fmla="*/ 0 w 218"/>
                  <a:gd name="T3" fmla="*/ 0 h 86"/>
                  <a:gd name="T4" fmla="*/ 0 w 218"/>
                  <a:gd name="T5" fmla="*/ 0 h 86"/>
                  <a:gd name="T6" fmla="*/ 0 w 218"/>
                  <a:gd name="T7" fmla="*/ 0 h 86"/>
                  <a:gd name="T8" fmla="*/ 0 w 218"/>
                  <a:gd name="T9" fmla="*/ 0 h 86"/>
                  <a:gd name="T10" fmla="*/ 0 w 218"/>
                  <a:gd name="T11" fmla="*/ 0 h 86"/>
                  <a:gd name="T12" fmla="*/ 0 w 218"/>
                  <a:gd name="T13" fmla="*/ 0 h 86"/>
                  <a:gd name="T14" fmla="*/ 0 w 218"/>
                  <a:gd name="T15" fmla="*/ 0 h 86"/>
                  <a:gd name="T16" fmla="*/ 0 w 218"/>
                  <a:gd name="T17" fmla="*/ 0 h 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8"/>
                  <a:gd name="T28" fmla="*/ 0 h 86"/>
                  <a:gd name="T29" fmla="*/ 218 w 218"/>
                  <a:gd name="T30" fmla="*/ 86 h 8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8" h="86">
                    <a:moveTo>
                      <a:pt x="0" y="14"/>
                    </a:moveTo>
                    <a:lnTo>
                      <a:pt x="62" y="60"/>
                    </a:lnTo>
                    <a:lnTo>
                      <a:pt x="97" y="86"/>
                    </a:lnTo>
                    <a:lnTo>
                      <a:pt x="181" y="86"/>
                    </a:lnTo>
                    <a:lnTo>
                      <a:pt x="218" y="58"/>
                    </a:lnTo>
                    <a:lnTo>
                      <a:pt x="177" y="9"/>
                    </a:lnTo>
                    <a:lnTo>
                      <a:pt x="103" y="0"/>
                    </a:lnTo>
                    <a:lnTo>
                      <a:pt x="20" y="9"/>
                    </a:lnTo>
                    <a:lnTo>
                      <a:pt x="0"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0" name="Freeform 394"/>
              <p:cNvSpPr>
                <a:spLocks/>
              </p:cNvSpPr>
              <p:nvPr/>
            </p:nvSpPr>
            <p:spPr bwMode="auto">
              <a:xfrm>
                <a:off x="2568" y="1545"/>
                <a:ext cx="27" cy="10"/>
              </a:xfrm>
              <a:custGeom>
                <a:avLst/>
                <a:gdLst>
                  <a:gd name="T0" fmla="*/ 0 w 216"/>
                  <a:gd name="T1" fmla="*/ 0 h 83"/>
                  <a:gd name="T2" fmla="*/ 0 w 216"/>
                  <a:gd name="T3" fmla="*/ 0 h 83"/>
                  <a:gd name="T4" fmla="*/ 0 w 216"/>
                  <a:gd name="T5" fmla="*/ 0 h 83"/>
                  <a:gd name="T6" fmla="*/ 0 w 216"/>
                  <a:gd name="T7" fmla="*/ 0 h 83"/>
                  <a:gd name="T8" fmla="*/ 0 w 216"/>
                  <a:gd name="T9" fmla="*/ 0 h 83"/>
                  <a:gd name="T10" fmla="*/ 0 w 216"/>
                  <a:gd name="T11" fmla="*/ 0 h 83"/>
                  <a:gd name="T12" fmla="*/ 0 w 216"/>
                  <a:gd name="T13" fmla="*/ 0 h 83"/>
                  <a:gd name="T14" fmla="*/ 0 w 216"/>
                  <a:gd name="T15" fmla="*/ 0 h 83"/>
                  <a:gd name="T16" fmla="*/ 0 w 216"/>
                  <a:gd name="T17" fmla="*/ 0 h 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6"/>
                  <a:gd name="T28" fmla="*/ 0 h 83"/>
                  <a:gd name="T29" fmla="*/ 216 w 216"/>
                  <a:gd name="T30" fmla="*/ 83 h 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6" h="83">
                    <a:moveTo>
                      <a:pt x="0" y="48"/>
                    </a:moveTo>
                    <a:lnTo>
                      <a:pt x="50" y="7"/>
                    </a:lnTo>
                    <a:lnTo>
                      <a:pt x="130" y="0"/>
                    </a:lnTo>
                    <a:lnTo>
                      <a:pt x="216" y="35"/>
                    </a:lnTo>
                    <a:lnTo>
                      <a:pt x="163" y="66"/>
                    </a:lnTo>
                    <a:lnTo>
                      <a:pt x="121" y="81"/>
                    </a:lnTo>
                    <a:lnTo>
                      <a:pt x="75" y="83"/>
                    </a:lnTo>
                    <a:lnTo>
                      <a:pt x="18" y="62"/>
                    </a:lnTo>
                    <a:lnTo>
                      <a:pt x="0" y="4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1" name="Freeform 395"/>
              <p:cNvSpPr>
                <a:spLocks/>
              </p:cNvSpPr>
              <p:nvPr/>
            </p:nvSpPr>
            <p:spPr bwMode="auto">
              <a:xfrm>
                <a:off x="2528" y="1606"/>
                <a:ext cx="43" cy="9"/>
              </a:xfrm>
              <a:custGeom>
                <a:avLst/>
                <a:gdLst>
                  <a:gd name="T0" fmla="*/ 0 w 350"/>
                  <a:gd name="T1" fmla="*/ 0 h 67"/>
                  <a:gd name="T2" fmla="*/ 0 w 350"/>
                  <a:gd name="T3" fmla="*/ 0 h 67"/>
                  <a:gd name="T4" fmla="*/ 0 w 350"/>
                  <a:gd name="T5" fmla="*/ 0 h 67"/>
                  <a:gd name="T6" fmla="*/ 0 w 350"/>
                  <a:gd name="T7" fmla="*/ 0 h 67"/>
                  <a:gd name="T8" fmla="*/ 0 w 350"/>
                  <a:gd name="T9" fmla="*/ 0 h 67"/>
                  <a:gd name="T10" fmla="*/ 0 w 350"/>
                  <a:gd name="T11" fmla="*/ 0 h 67"/>
                  <a:gd name="T12" fmla="*/ 0 w 350"/>
                  <a:gd name="T13" fmla="*/ 0 h 67"/>
                  <a:gd name="T14" fmla="*/ 0 w 350"/>
                  <a:gd name="T15" fmla="*/ 0 h 67"/>
                  <a:gd name="T16" fmla="*/ 0 w 350"/>
                  <a:gd name="T17" fmla="*/ 0 h 67"/>
                  <a:gd name="T18" fmla="*/ 0 w 350"/>
                  <a:gd name="T19" fmla="*/ 0 h 67"/>
                  <a:gd name="T20" fmla="*/ 0 w 350"/>
                  <a:gd name="T21" fmla="*/ 0 h 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0"/>
                  <a:gd name="T34" fmla="*/ 0 h 67"/>
                  <a:gd name="T35" fmla="*/ 350 w 350"/>
                  <a:gd name="T36" fmla="*/ 67 h 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0" h="67">
                    <a:moveTo>
                      <a:pt x="0" y="4"/>
                    </a:moveTo>
                    <a:lnTo>
                      <a:pt x="82" y="50"/>
                    </a:lnTo>
                    <a:lnTo>
                      <a:pt x="203" y="67"/>
                    </a:lnTo>
                    <a:lnTo>
                      <a:pt x="260" y="65"/>
                    </a:lnTo>
                    <a:lnTo>
                      <a:pt x="299" y="46"/>
                    </a:lnTo>
                    <a:lnTo>
                      <a:pt x="332" y="21"/>
                    </a:lnTo>
                    <a:lnTo>
                      <a:pt x="350" y="0"/>
                    </a:lnTo>
                    <a:lnTo>
                      <a:pt x="249" y="6"/>
                    </a:lnTo>
                    <a:lnTo>
                      <a:pt x="194" y="14"/>
                    </a:lnTo>
                    <a:lnTo>
                      <a:pt x="108" y="4"/>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2" name="Freeform 396"/>
              <p:cNvSpPr>
                <a:spLocks/>
              </p:cNvSpPr>
              <p:nvPr/>
            </p:nvSpPr>
            <p:spPr bwMode="auto">
              <a:xfrm>
                <a:off x="3253" y="1642"/>
                <a:ext cx="591" cy="522"/>
              </a:xfrm>
              <a:custGeom>
                <a:avLst/>
                <a:gdLst>
                  <a:gd name="T0" fmla="*/ 0 w 4729"/>
                  <a:gd name="T1" fmla="*/ 0 h 4178"/>
                  <a:gd name="T2" fmla="*/ 0 w 4729"/>
                  <a:gd name="T3" fmla="*/ 0 h 4178"/>
                  <a:gd name="T4" fmla="*/ 0 w 4729"/>
                  <a:gd name="T5" fmla="*/ 0 h 4178"/>
                  <a:gd name="T6" fmla="*/ 0 w 4729"/>
                  <a:gd name="T7" fmla="*/ 0 h 4178"/>
                  <a:gd name="T8" fmla="*/ 0 w 4729"/>
                  <a:gd name="T9" fmla="*/ 0 h 4178"/>
                  <a:gd name="T10" fmla="*/ 0 w 4729"/>
                  <a:gd name="T11" fmla="*/ 0 h 4178"/>
                  <a:gd name="T12" fmla="*/ 0 w 4729"/>
                  <a:gd name="T13" fmla="*/ 0 h 4178"/>
                  <a:gd name="T14" fmla="*/ 0 w 4729"/>
                  <a:gd name="T15" fmla="*/ 0 h 4178"/>
                  <a:gd name="T16" fmla="*/ 0 w 4729"/>
                  <a:gd name="T17" fmla="*/ 0 h 4178"/>
                  <a:gd name="T18" fmla="*/ 0 w 4729"/>
                  <a:gd name="T19" fmla="*/ 0 h 4178"/>
                  <a:gd name="T20" fmla="*/ 0 w 4729"/>
                  <a:gd name="T21" fmla="*/ 0 h 4178"/>
                  <a:gd name="T22" fmla="*/ 0 w 4729"/>
                  <a:gd name="T23" fmla="*/ 0 h 4178"/>
                  <a:gd name="T24" fmla="*/ 0 w 4729"/>
                  <a:gd name="T25" fmla="*/ 0 h 4178"/>
                  <a:gd name="T26" fmla="*/ 0 w 4729"/>
                  <a:gd name="T27" fmla="*/ 0 h 4178"/>
                  <a:gd name="T28" fmla="*/ 0 w 4729"/>
                  <a:gd name="T29" fmla="*/ 0 h 4178"/>
                  <a:gd name="T30" fmla="*/ 0 w 4729"/>
                  <a:gd name="T31" fmla="*/ 0 h 4178"/>
                  <a:gd name="T32" fmla="*/ 0 w 4729"/>
                  <a:gd name="T33" fmla="*/ 0 h 4178"/>
                  <a:gd name="T34" fmla="*/ 0 w 4729"/>
                  <a:gd name="T35" fmla="*/ 0 h 4178"/>
                  <a:gd name="T36" fmla="*/ 0 w 4729"/>
                  <a:gd name="T37" fmla="*/ 0 h 4178"/>
                  <a:gd name="T38" fmla="*/ 0 w 4729"/>
                  <a:gd name="T39" fmla="*/ 0 h 4178"/>
                  <a:gd name="T40" fmla="*/ 0 w 4729"/>
                  <a:gd name="T41" fmla="*/ 0 h 4178"/>
                  <a:gd name="T42" fmla="*/ 0 w 4729"/>
                  <a:gd name="T43" fmla="*/ 0 h 4178"/>
                  <a:gd name="T44" fmla="*/ 0 w 4729"/>
                  <a:gd name="T45" fmla="*/ 0 h 4178"/>
                  <a:gd name="T46" fmla="*/ 0 w 4729"/>
                  <a:gd name="T47" fmla="*/ 0 h 4178"/>
                  <a:gd name="T48" fmla="*/ 0 w 4729"/>
                  <a:gd name="T49" fmla="*/ 0 h 4178"/>
                  <a:gd name="T50" fmla="*/ 0 w 4729"/>
                  <a:gd name="T51" fmla="*/ 0 h 4178"/>
                  <a:gd name="T52" fmla="*/ 0 w 4729"/>
                  <a:gd name="T53" fmla="*/ 0 h 4178"/>
                  <a:gd name="T54" fmla="*/ 0 w 4729"/>
                  <a:gd name="T55" fmla="*/ 0 h 4178"/>
                  <a:gd name="T56" fmla="*/ 0 w 4729"/>
                  <a:gd name="T57" fmla="*/ 0 h 4178"/>
                  <a:gd name="T58" fmla="*/ 0 w 4729"/>
                  <a:gd name="T59" fmla="*/ 0 h 4178"/>
                  <a:gd name="T60" fmla="*/ 0 w 4729"/>
                  <a:gd name="T61" fmla="*/ 0 h 4178"/>
                  <a:gd name="T62" fmla="*/ 0 w 4729"/>
                  <a:gd name="T63" fmla="*/ 0 h 4178"/>
                  <a:gd name="T64" fmla="*/ 0 w 4729"/>
                  <a:gd name="T65" fmla="*/ 0 h 4178"/>
                  <a:gd name="T66" fmla="*/ 0 w 4729"/>
                  <a:gd name="T67" fmla="*/ 0 h 4178"/>
                  <a:gd name="T68" fmla="*/ 0 w 4729"/>
                  <a:gd name="T69" fmla="*/ 0 h 4178"/>
                  <a:gd name="T70" fmla="*/ 0 w 4729"/>
                  <a:gd name="T71" fmla="*/ 0 h 4178"/>
                  <a:gd name="T72" fmla="*/ 0 w 4729"/>
                  <a:gd name="T73" fmla="*/ 0 h 4178"/>
                  <a:gd name="T74" fmla="*/ 0 w 4729"/>
                  <a:gd name="T75" fmla="*/ 0 h 4178"/>
                  <a:gd name="T76" fmla="*/ 0 w 4729"/>
                  <a:gd name="T77" fmla="*/ 0 h 4178"/>
                  <a:gd name="T78" fmla="*/ 0 w 4729"/>
                  <a:gd name="T79" fmla="*/ 0 h 4178"/>
                  <a:gd name="T80" fmla="*/ 0 w 4729"/>
                  <a:gd name="T81" fmla="*/ 0 h 4178"/>
                  <a:gd name="T82" fmla="*/ 0 w 4729"/>
                  <a:gd name="T83" fmla="*/ 0 h 4178"/>
                  <a:gd name="T84" fmla="*/ 0 w 4729"/>
                  <a:gd name="T85" fmla="*/ 0 h 4178"/>
                  <a:gd name="T86" fmla="*/ 0 w 4729"/>
                  <a:gd name="T87" fmla="*/ 0 h 4178"/>
                  <a:gd name="T88" fmla="*/ 0 w 4729"/>
                  <a:gd name="T89" fmla="*/ 0 h 4178"/>
                  <a:gd name="T90" fmla="*/ 0 w 4729"/>
                  <a:gd name="T91" fmla="*/ 0 h 4178"/>
                  <a:gd name="T92" fmla="*/ 0 w 4729"/>
                  <a:gd name="T93" fmla="*/ 0 h 4178"/>
                  <a:gd name="T94" fmla="*/ 0 w 4729"/>
                  <a:gd name="T95" fmla="*/ 0 h 417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729"/>
                  <a:gd name="T145" fmla="*/ 0 h 4178"/>
                  <a:gd name="T146" fmla="*/ 4729 w 4729"/>
                  <a:gd name="T147" fmla="*/ 4178 h 417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729" h="4178">
                    <a:moveTo>
                      <a:pt x="602" y="3182"/>
                    </a:moveTo>
                    <a:lnTo>
                      <a:pt x="1411" y="2760"/>
                    </a:lnTo>
                    <a:lnTo>
                      <a:pt x="1677" y="2463"/>
                    </a:lnTo>
                    <a:lnTo>
                      <a:pt x="1928" y="3087"/>
                    </a:lnTo>
                    <a:lnTo>
                      <a:pt x="1940" y="3300"/>
                    </a:lnTo>
                    <a:lnTo>
                      <a:pt x="1846" y="3325"/>
                    </a:lnTo>
                    <a:lnTo>
                      <a:pt x="1640" y="3288"/>
                    </a:lnTo>
                    <a:lnTo>
                      <a:pt x="1486" y="3279"/>
                    </a:lnTo>
                    <a:lnTo>
                      <a:pt x="1398" y="3241"/>
                    </a:lnTo>
                    <a:lnTo>
                      <a:pt x="1218" y="3265"/>
                    </a:lnTo>
                    <a:lnTo>
                      <a:pt x="1050" y="3230"/>
                    </a:lnTo>
                    <a:lnTo>
                      <a:pt x="844" y="3168"/>
                    </a:lnTo>
                    <a:lnTo>
                      <a:pt x="672" y="3254"/>
                    </a:lnTo>
                    <a:lnTo>
                      <a:pt x="541" y="3491"/>
                    </a:lnTo>
                    <a:lnTo>
                      <a:pt x="640" y="3841"/>
                    </a:lnTo>
                    <a:lnTo>
                      <a:pt x="1070" y="3903"/>
                    </a:lnTo>
                    <a:lnTo>
                      <a:pt x="1640" y="4032"/>
                    </a:lnTo>
                    <a:lnTo>
                      <a:pt x="2013" y="4139"/>
                    </a:lnTo>
                    <a:lnTo>
                      <a:pt x="2919" y="4178"/>
                    </a:lnTo>
                    <a:lnTo>
                      <a:pt x="3270" y="4153"/>
                    </a:lnTo>
                    <a:lnTo>
                      <a:pt x="3620" y="4056"/>
                    </a:lnTo>
                    <a:lnTo>
                      <a:pt x="4667" y="2951"/>
                    </a:lnTo>
                    <a:lnTo>
                      <a:pt x="4729" y="1824"/>
                    </a:lnTo>
                    <a:lnTo>
                      <a:pt x="4584" y="1298"/>
                    </a:lnTo>
                    <a:lnTo>
                      <a:pt x="4425" y="1019"/>
                    </a:lnTo>
                    <a:lnTo>
                      <a:pt x="4138" y="639"/>
                    </a:lnTo>
                    <a:lnTo>
                      <a:pt x="3595" y="384"/>
                    </a:lnTo>
                    <a:lnTo>
                      <a:pt x="3450" y="422"/>
                    </a:lnTo>
                    <a:lnTo>
                      <a:pt x="3342" y="362"/>
                    </a:lnTo>
                    <a:lnTo>
                      <a:pt x="3256" y="194"/>
                    </a:lnTo>
                    <a:lnTo>
                      <a:pt x="3053" y="121"/>
                    </a:lnTo>
                    <a:lnTo>
                      <a:pt x="2872" y="0"/>
                    </a:lnTo>
                    <a:lnTo>
                      <a:pt x="2666" y="12"/>
                    </a:lnTo>
                    <a:lnTo>
                      <a:pt x="1709" y="602"/>
                    </a:lnTo>
                    <a:lnTo>
                      <a:pt x="1558" y="720"/>
                    </a:lnTo>
                    <a:lnTo>
                      <a:pt x="1460" y="817"/>
                    </a:lnTo>
                    <a:lnTo>
                      <a:pt x="1281" y="911"/>
                    </a:lnTo>
                    <a:lnTo>
                      <a:pt x="1070" y="1503"/>
                    </a:lnTo>
                    <a:lnTo>
                      <a:pt x="1064" y="1702"/>
                    </a:lnTo>
                    <a:lnTo>
                      <a:pt x="989" y="1979"/>
                    </a:lnTo>
                    <a:lnTo>
                      <a:pt x="808" y="2039"/>
                    </a:lnTo>
                    <a:lnTo>
                      <a:pt x="723" y="2136"/>
                    </a:lnTo>
                    <a:lnTo>
                      <a:pt x="699" y="2259"/>
                    </a:lnTo>
                    <a:lnTo>
                      <a:pt x="578" y="2377"/>
                    </a:lnTo>
                    <a:lnTo>
                      <a:pt x="240" y="2606"/>
                    </a:lnTo>
                    <a:lnTo>
                      <a:pt x="0" y="2917"/>
                    </a:lnTo>
                    <a:lnTo>
                      <a:pt x="277" y="3145"/>
                    </a:lnTo>
                    <a:lnTo>
                      <a:pt x="602" y="31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3" name="Freeform 397"/>
              <p:cNvSpPr>
                <a:spLocks/>
              </p:cNvSpPr>
              <p:nvPr/>
            </p:nvSpPr>
            <p:spPr bwMode="auto">
              <a:xfrm>
                <a:off x="3313" y="1776"/>
                <a:ext cx="174" cy="272"/>
              </a:xfrm>
              <a:custGeom>
                <a:avLst/>
                <a:gdLst>
                  <a:gd name="T0" fmla="*/ 0 w 1387"/>
                  <a:gd name="T1" fmla="*/ 0 h 2184"/>
                  <a:gd name="T2" fmla="*/ 0 w 1387"/>
                  <a:gd name="T3" fmla="*/ 0 h 2184"/>
                  <a:gd name="T4" fmla="*/ 0 w 1387"/>
                  <a:gd name="T5" fmla="*/ 0 h 2184"/>
                  <a:gd name="T6" fmla="*/ 0 w 1387"/>
                  <a:gd name="T7" fmla="*/ 0 h 2184"/>
                  <a:gd name="T8" fmla="*/ 0 w 1387"/>
                  <a:gd name="T9" fmla="*/ 0 h 2184"/>
                  <a:gd name="T10" fmla="*/ 0 w 1387"/>
                  <a:gd name="T11" fmla="*/ 0 h 2184"/>
                  <a:gd name="T12" fmla="*/ 0 w 1387"/>
                  <a:gd name="T13" fmla="*/ 0 h 2184"/>
                  <a:gd name="T14" fmla="*/ 0 w 1387"/>
                  <a:gd name="T15" fmla="*/ 0 h 2184"/>
                  <a:gd name="T16" fmla="*/ 0 w 1387"/>
                  <a:gd name="T17" fmla="*/ 0 h 2184"/>
                  <a:gd name="T18" fmla="*/ 0 w 1387"/>
                  <a:gd name="T19" fmla="*/ 0 h 2184"/>
                  <a:gd name="T20" fmla="*/ 0 w 1387"/>
                  <a:gd name="T21" fmla="*/ 0 h 2184"/>
                  <a:gd name="T22" fmla="*/ 0 w 1387"/>
                  <a:gd name="T23" fmla="*/ 0 h 2184"/>
                  <a:gd name="T24" fmla="*/ 0 w 1387"/>
                  <a:gd name="T25" fmla="*/ 0 h 2184"/>
                  <a:gd name="T26" fmla="*/ 0 w 1387"/>
                  <a:gd name="T27" fmla="*/ 0 h 2184"/>
                  <a:gd name="T28" fmla="*/ 0 w 1387"/>
                  <a:gd name="T29" fmla="*/ 0 h 2184"/>
                  <a:gd name="T30" fmla="*/ 0 w 1387"/>
                  <a:gd name="T31" fmla="*/ 0 h 2184"/>
                  <a:gd name="T32" fmla="*/ 0 w 1387"/>
                  <a:gd name="T33" fmla="*/ 0 h 2184"/>
                  <a:gd name="T34" fmla="*/ 0 w 1387"/>
                  <a:gd name="T35" fmla="*/ 0 h 2184"/>
                  <a:gd name="T36" fmla="*/ 0 w 1387"/>
                  <a:gd name="T37" fmla="*/ 0 h 2184"/>
                  <a:gd name="T38" fmla="*/ 0 w 1387"/>
                  <a:gd name="T39" fmla="*/ 0 h 2184"/>
                  <a:gd name="T40" fmla="*/ 0 w 1387"/>
                  <a:gd name="T41" fmla="*/ 0 h 2184"/>
                  <a:gd name="T42" fmla="*/ 0 w 1387"/>
                  <a:gd name="T43" fmla="*/ 0 h 2184"/>
                  <a:gd name="T44" fmla="*/ 0 w 1387"/>
                  <a:gd name="T45" fmla="*/ 0 h 2184"/>
                  <a:gd name="T46" fmla="*/ 0 w 1387"/>
                  <a:gd name="T47" fmla="*/ 0 h 2184"/>
                  <a:gd name="T48" fmla="*/ 0 w 1387"/>
                  <a:gd name="T49" fmla="*/ 0 h 2184"/>
                  <a:gd name="T50" fmla="*/ 0 w 1387"/>
                  <a:gd name="T51" fmla="*/ 0 h 2184"/>
                  <a:gd name="T52" fmla="*/ 0 w 1387"/>
                  <a:gd name="T53" fmla="*/ 0 h 2184"/>
                  <a:gd name="T54" fmla="*/ 0 w 1387"/>
                  <a:gd name="T55" fmla="*/ 0 h 2184"/>
                  <a:gd name="T56" fmla="*/ 0 w 1387"/>
                  <a:gd name="T57" fmla="*/ 0 h 2184"/>
                  <a:gd name="T58" fmla="*/ 0 w 1387"/>
                  <a:gd name="T59" fmla="*/ 0 h 2184"/>
                  <a:gd name="T60" fmla="*/ 0 w 1387"/>
                  <a:gd name="T61" fmla="*/ 0 h 2184"/>
                  <a:gd name="T62" fmla="*/ 0 w 1387"/>
                  <a:gd name="T63" fmla="*/ 0 h 2184"/>
                  <a:gd name="T64" fmla="*/ 0 w 1387"/>
                  <a:gd name="T65" fmla="*/ 0 h 2184"/>
                  <a:gd name="T66" fmla="*/ 0 w 1387"/>
                  <a:gd name="T67" fmla="*/ 0 h 2184"/>
                  <a:gd name="T68" fmla="*/ 0 w 1387"/>
                  <a:gd name="T69" fmla="*/ 0 h 2184"/>
                  <a:gd name="T70" fmla="*/ 0 w 1387"/>
                  <a:gd name="T71" fmla="*/ 0 h 2184"/>
                  <a:gd name="T72" fmla="*/ 0 w 1387"/>
                  <a:gd name="T73" fmla="*/ 0 h 2184"/>
                  <a:gd name="T74" fmla="*/ 0 w 1387"/>
                  <a:gd name="T75" fmla="*/ 0 h 2184"/>
                  <a:gd name="T76" fmla="*/ 0 w 1387"/>
                  <a:gd name="T77" fmla="*/ 0 h 2184"/>
                  <a:gd name="T78" fmla="*/ 0 w 1387"/>
                  <a:gd name="T79" fmla="*/ 0 h 2184"/>
                  <a:gd name="T80" fmla="*/ 0 w 1387"/>
                  <a:gd name="T81" fmla="*/ 0 h 2184"/>
                  <a:gd name="T82" fmla="*/ 0 w 1387"/>
                  <a:gd name="T83" fmla="*/ 0 h 2184"/>
                  <a:gd name="T84" fmla="*/ 0 w 1387"/>
                  <a:gd name="T85" fmla="*/ 0 h 218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87"/>
                  <a:gd name="T130" fmla="*/ 0 h 2184"/>
                  <a:gd name="T131" fmla="*/ 1387 w 1387"/>
                  <a:gd name="T132" fmla="*/ 2184 h 218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87" h="2184">
                    <a:moveTo>
                      <a:pt x="691" y="312"/>
                    </a:moveTo>
                    <a:lnTo>
                      <a:pt x="679" y="433"/>
                    </a:lnTo>
                    <a:lnTo>
                      <a:pt x="712" y="479"/>
                    </a:lnTo>
                    <a:lnTo>
                      <a:pt x="807" y="528"/>
                    </a:lnTo>
                    <a:lnTo>
                      <a:pt x="859" y="578"/>
                    </a:lnTo>
                    <a:lnTo>
                      <a:pt x="859" y="683"/>
                    </a:lnTo>
                    <a:lnTo>
                      <a:pt x="664" y="731"/>
                    </a:lnTo>
                    <a:lnTo>
                      <a:pt x="605" y="731"/>
                    </a:lnTo>
                    <a:lnTo>
                      <a:pt x="555" y="671"/>
                    </a:lnTo>
                    <a:lnTo>
                      <a:pt x="508" y="899"/>
                    </a:lnTo>
                    <a:lnTo>
                      <a:pt x="290" y="1031"/>
                    </a:lnTo>
                    <a:lnTo>
                      <a:pt x="664" y="899"/>
                    </a:lnTo>
                    <a:lnTo>
                      <a:pt x="749" y="899"/>
                    </a:lnTo>
                    <a:lnTo>
                      <a:pt x="712" y="945"/>
                    </a:lnTo>
                    <a:lnTo>
                      <a:pt x="447" y="1103"/>
                    </a:lnTo>
                    <a:lnTo>
                      <a:pt x="726" y="1103"/>
                    </a:lnTo>
                    <a:lnTo>
                      <a:pt x="737" y="1213"/>
                    </a:lnTo>
                    <a:lnTo>
                      <a:pt x="133" y="1273"/>
                    </a:lnTo>
                    <a:lnTo>
                      <a:pt x="0" y="1369"/>
                    </a:lnTo>
                    <a:lnTo>
                      <a:pt x="170" y="1426"/>
                    </a:lnTo>
                    <a:lnTo>
                      <a:pt x="279" y="1525"/>
                    </a:lnTo>
                    <a:lnTo>
                      <a:pt x="290" y="1593"/>
                    </a:lnTo>
                    <a:lnTo>
                      <a:pt x="181" y="1690"/>
                    </a:lnTo>
                    <a:lnTo>
                      <a:pt x="181" y="1810"/>
                    </a:lnTo>
                    <a:lnTo>
                      <a:pt x="242" y="1932"/>
                    </a:lnTo>
                    <a:lnTo>
                      <a:pt x="84" y="2075"/>
                    </a:lnTo>
                    <a:lnTo>
                      <a:pt x="218" y="2184"/>
                    </a:lnTo>
                    <a:lnTo>
                      <a:pt x="373" y="2098"/>
                    </a:lnTo>
                    <a:lnTo>
                      <a:pt x="472" y="2123"/>
                    </a:lnTo>
                    <a:lnTo>
                      <a:pt x="679" y="1964"/>
                    </a:lnTo>
                    <a:lnTo>
                      <a:pt x="989" y="1630"/>
                    </a:lnTo>
                    <a:lnTo>
                      <a:pt x="1207" y="1379"/>
                    </a:lnTo>
                    <a:lnTo>
                      <a:pt x="1350" y="1752"/>
                    </a:lnTo>
                    <a:lnTo>
                      <a:pt x="1387" y="1358"/>
                    </a:lnTo>
                    <a:lnTo>
                      <a:pt x="1387" y="1199"/>
                    </a:lnTo>
                    <a:lnTo>
                      <a:pt x="1242" y="1093"/>
                    </a:lnTo>
                    <a:lnTo>
                      <a:pt x="1122" y="923"/>
                    </a:lnTo>
                    <a:lnTo>
                      <a:pt x="1014" y="740"/>
                    </a:lnTo>
                    <a:lnTo>
                      <a:pt x="930" y="528"/>
                    </a:lnTo>
                    <a:lnTo>
                      <a:pt x="834" y="228"/>
                    </a:lnTo>
                    <a:lnTo>
                      <a:pt x="800" y="0"/>
                    </a:lnTo>
                    <a:lnTo>
                      <a:pt x="700" y="215"/>
                    </a:lnTo>
                    <a:lnTo>
                      <a:pt x="691" y="312"/>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4" name="Freeform 398"/>
              <p:cNvSpPr>
                <a:spLocks/>
              </p:cNvSpPr>
              <p:nvPr/>
            </p:nvSpPr>
            <p:spPr bwMode="auto">
              <a:xfrm>
                <a:off x="3401" y="1778"/>
                <a:ext cx="357" cy="391"/>
              </a:xfrm>
              <a:custGeom>
                <a:avLst/>
                <a:gdLst>
                  <a:gd name="T0" fmla="*/ 0 w 2861"/>
                  <a:gd name="T1" fmla="*/ 0 h 3124"/>
                  <a:gd name="T2" fmla="*/ 0 w 2861"/>
                  <a:gd name="T3" fmla="*/ 0 h 3124"/>
                  <a:gd name="T4" fmla="*/ 0 w 2861"/>
                  <a:gd name="T5" fmla="*/ 0 h 3124"/>
                  <a:gd name="T6" fmla="*/ 0 w 2861"/>
                  <a:gd name="T7" fmla="*/ 0 h 3124"/>
                  <a:gd name="T8" fmla="*/ 0 w 2861"/>
                  <a:gd name="T9" fmla="*/ 0 h 3124"/>
                  <a:gd name="T10" fmla="*/ 0 w 2861"/>
                  <a:gd name="T11" fmla="*/ 0 h 3124"/>
                  <a:gd name="T12" fmla="*/ 0 w 2861"/>
                  <a:gd name="T13" fmla="*/ 0 h 3124"/>
                  <a:gd name="T14" fmla="*/ 0 w 2861"/>
                  <a:gd name="T15" fmla="*/ 0 h 3124"/>
                  <a:gd name="T16" fmla="*/ 0 w 2861"/>
                  <a:gd name="T17" fmla="*/ 0 h 3124"/>
                  <a:gd name="T18" fmla="*/ 0 w 2861"/>
                  <a:gd name="T19" fmla="*/ 0 h 3124"/>
                  <a:gd name="T20" fmla="*/ 0 w 2861"/>
                  <a:gd name="T21" fmla="*/ 0 h 3124"/>
                  <a:gd name="T22" fmla="*/ 0 w 2861"/>
                  <a:gd name="T23" fmla="*/ 0 h 3124"/>
                  <a:gd name="T24" fmla="*/ 0 w 2861"/>
                  <a:gd name="T25" fmla="*/ 0 h 3124"/>
                  <a:gd name="T26" fmla="*/ 0 w 2861"/>
                  <a:gd name="T27" fmla="*/ 0 h 3124"/>
                  <a:gd name="T28" fmla="*/ 0 w 2861"/>
                  <a:gd name="T29" fmla="*/ 0 h 3124"/>
                  <a:gd name="T30" fmla="*/ 0 w 2861"/>
                  <a:gd name="T31" fmla="*/ 0 h 3124"/>
                  <a:gd name="T32" fmla="*/ 0 w 2861"/>
                  <a:gd name="T33" fmla="*/ 0 h 3124"/>
                  <a:gd name="T34" fmla="*/ 0 w 2861"/>
                  <a:gd name="T35" fmla="*/ 0 h 3124"/>
                  <a:gd name="T36" fmla="*/ 0 w 2861"/>
                  <a:gd name="T37" fmla="*/ 0 h 3124"/>
                  <a:gd name="T38" fmla="*/ 0 w 2861"/>
                  <a:gd name="T39" fmla="*/ 0 h 3124"/>
                  <a:gd name="T40" fmla="*/ 0 w 2861"/>
                  <a:gd name="T41" fmla="*/ 0 h 3124"/>
                  <a:gd name="T42" fmla="*/ 0 w 2861"/>
                  <a:gd name="T43" fmla="*/ 0 h 3124"/>
                  <a:gd name="T44" fmla="*/ 0 w 2861"/>
                  <a:gd name="T45" fmla="*/ 0 h 3124"/>
                  <a:gd name="T46" fmla="*/ 0 w 2861"/>
                  <a:gd name="T47" fmla="*/ 0 h 3124"/>
                  <a:gd name="T48" fmla="*/ 0 w 2861"/>
                  <a:gd name="T49" fmla="*/ 0 h 3124"/>
                  <a:gd name="T50" fmla="*/ 0 w 2861"/>
                  <a:gd name="T51" fmla="*/ 0 h 3124"/>
                  <a:gd name="T52" fmla="*/ 0 w 2861"/>
                  <a:gd name="T53" fmla="*/ 0 h 3124"/>
                  <a:gd name="T54" fmla="*/ 0 w 2861"/>
                  <a:gd name="T55" fmla="*/ 0 h 3124"/>
                  <a:gd name="T56" fmla="*/ 0 w 2861"/>
                  <a:gd name="T57" fmla="*/ 0 h 3124"/>
                  <a:gd name="T58" fmla="*/ 0 w 2861"/>
                  <a:gd name="T59" fmla="*/ 0 h 3124"/>
                  <a:gd name="T60" fmla="*/ 0 w 2861"/>
                  <a:gd name="T61" fmla="*/ 0 h 3124"/>
                  <a:gd name="T62" fmla="*/ 0 w 2861"/>
                  <a:gd name="T63" fmla="*/ 0 h 3124"/>
                  <a:gd name="T64" fmla="*/ 0 w 2861"/>
                  <a:gd name="T65" fmla="*/ 0 h 3124"/>
                  <a:gd name="T66" fmla="*/ 0 w 2861"/>
                  <a:gd name="T67" fmla="*/ 0 h 3124"/>
                  <a:gd name="T68" fmla="*/ 0 w 2861"/>
                  <a:gd name="T69" fmla="*/ 0 h 3124"/>
                  <a:gd name="T70" fmla="*/ 0 w 2861"/>
                  <a:gd name="T71" fmla="*/ 0 h 3124"/>
                  <a:gd name="T72" fmla="*/ 0 w 2861"/>
                  <a:gd name="T73" fmla="*/ 0 h 3124"/>
                  <a:gd name="T74" fmla="*/ 0 w 2861"/>
                  <a:gd name="T75" fmla="*/ 0 h 3124"/>
                  <a:gd name="T76" fmla="*/ 0 w 2861"/>
                  <a:gd name="T77" fmla="*/ 0 h 3124"/>
                  <a:gd name="T78" fmla="*/ 0 w 2861"/>
                  <a:gd name="T79" fmla="*/ 0 h 3124"/>
                  <a:gd name="T80" fmla="*/ 0 w 2861"/>
                  <a:gd name="T81" fmla="*/ 0 h 3124"/>
                  <a:gd name="T82" fmla="*/ 0 w 2861"/>
                  <a:gd name="T83" fmla="*/ 0 h 3124"/>
                  <a:gd name="T84" fmla="*/ 0 w 2861"/>
                  <a:gd name="T85" fmla="*/ 0 h 3124"/>
                  <a:gd name="T86" fmla="*/ 0 w 2861"/>
                  <a:gd name="T87" fmla="*/ 0 h 3124"/>
                  <a:gd name="T88" fmla="*/ 0 w 2861"/>
                  <a:gd name="T89" fmla="*/ 0 h 3124"/>
                  <a:gd name="T90" fmla="*/ 0 w 2861"/>
                  <a:gd name="T91" fmla="*/ 0 h 3124"/>
                  <a:gd name="T92" fmla="*/ 0 w 2861"/>
                  <a:gd name="T93" fmla="*/ 0 h 3124"/>
                  <a:gd name="T94" fmla="*/ 0 w 2861"/>
                  <a:gd name="T95" fmla="*/ 0 h 3124"/>
                  <a:gd name="T96" fmla="*/ 0 w 2861"/>
                  <a:gd name="T97" fmla="*/ 0 h 3124"/>
                  <a:gd name="T98" fmla="*/ 0 w 2861"/>
                  <a:gd name="T99" fmla="*/ 0 h 312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861"/>
                  <a:gd name="T151" fmla="*/ 0 h 3124"/>
                  <a:gd name="T152" fmla="*/ 2861 w 2861"/>
                  <a:gd name="T153" fmla="*/ 3124 h 312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861" h="3124">
                    <a:moveTo>
                      <a:pt x="988" y="1321"/>
                    </a:moveTo>
                    <a:lnTo>
                      <a:pt x="1377" y="1443"/>
                    </a:lnTo>
                    <a:lnTo>
                      <a:pt x="1691" y="1504"/>
                    </a:lnTo>
                    <a:lnTo>
                      <a:pt x="1909" y="1095"/>
                    </a:lnTo>
                    <a:lnTo>
                      <a:pt x="1895" y="698"/>
                    </a:lnTo>
                    <a:lnTo>
                      <a:pt x="2146" y="231"/>
                    </a:lnTo>
                    <a:lnTo>
                      <a:pt x="2642" y="0"/>
                    </a:lnTo>
                    <a:lnTo>
                      <a:pt x="2232" y="399"/>
                    </a:lnTo>
                    <a:lnTo>
                      <a:pt x="2111" y="770"/>
                    </a:lnTo>
                    <a:lnTo>
                      <a:pt x="2111" y="1168"/>
                    </a:lnTo>
                    <a:lnTo>
                      <a:pt x="2350" y="985"/>
                    </a:lnTo>
                    <a:lnTo>
                      <a:pt x="2665" y="627"/>
                    </a:lnTo>
                    <a:lnTo>
                      <a:pt x="2861" y="420"/>
                    </a:lnTo>
                    <a:lnTo>
                      <a:pt x="2861" y="590"/>
                    </a:lnTo>
                    <a:lnTo>
                      <a:pt x="2642" y="1010"/>
                    </a:lnTo>
                    <a:lnTo>
                      <a:pt x="2280" y="1478"/>
                    </a:lnTo>
                    <a:lnTo>
                      <a:pt x="1981" y="1741"/>
                    </a:lnTo>
                    <a:lnTo>
                      <a:pt x="1773" y="1838"/>
                    </a:lnTo>
                    <a:lnTo>
                      <a:pt x="1773" y="1959"/>
                    </a:lnTo>
                    <a:lnTo>
                      <a:pt x="1918" y="2188"/>
                    </a:lnTo>
                    <a:lnTo>
                      <a:pt x="2063" y="2545"/>
                    </a:lnTo>
                    <a:lnTo>
                      <a:pt x="1955" y="2451"/>
                    </a:lnTo>
                    <a:lnTo>
                      <a:pt x="1836" y="2333"/>
                    </a:lnTo>
                    <a:lnTo>
                      <a:pt x="1665" y="2257"/>
                    </a:lnTo>
                    <a:lnTo>
                      <a:pt x="1508" y="2222"/>
                    </a:lnTo>
                    <a:lnTo>
                      <a:pt x="1388" y="2197"/>
                    </a:lnTo>
                    <a:lnTo>
                      <a:pt x="1460" y="2429"/>
                    </a:lnTo>
                    <a:lnTo>
                      <a:pt x="1691" y="2621"/>
                    </a:lnTo>
                    <a:lnTo>
                      <a:pt x="1872" y="2725"/>
                    </a:lnTo>
                    <a:lnTo>
                      <a:pt x="1785" y="2534"/>
                    </a:lnTo>
                    <a:lnTo>
                      <a:pt x="1981" y="2582"/>
                    </a:lnTo>
                    <a:lnTo>
                      <a:pt x="2052" y="2750"/>
                    </a:lnTo>
                    <a:lnTo>
                      <a:pt x="2025" y="2978"/>
                    </a:lnTo>
                    <a:lnTo>
                      <a:pt x="1895" y="3110"/>
                    </a:lnTo>
                    <a:lnTo>
                      <a:pt x="1665" y="3124"/>
                    </a:lnTo>
                    <a:lnTo>
                      <a:pt x="1425" y="3001"/>
                    </a:lnTo>
                    <a:lnTo>
                      <a:pt x="1326" y="2796"/>
                    </a:lnTo>
                    <a:lnTo>
                      <a:pt x="1181" y="2400"/>
                    </a:lnTo>
                    <a:lnTo>
                      <a:pt x="988" y="2284"/>
                    </a:lnTo>
                    <a:lnTo>
                      <a:pt x="485" y="2391"/>
                    </a:lnTo>
                    <a:lnTo>
                      <a:pt x="171" y="2568"/>
                    </a:lnTo>
                    <a:lnTo>
                      <a:pt x="134" y="2499"/>
                    </a:lnTo>
                    <a:lnTo>
                      <a:pt x="217" y="2319"/>
                    </a:lnTo>
                    <a:lnTo>
                      <a:pt x="0" y="2400"/>
                    </a:lnTo>
                    <a:lnTo>
                      <a:pt x="87" y="2271"/>
                    </a:lnTo>
                    <a:lnTo>
                      <a:pt x="362" y="2197"/>
                    </a:lnTo>
                    <a:lnTo>
                      <a:pt x="558" y="2222"/>
                    </a:lnTo>
                    <a:lnTo>
                      <a:pt x="676" y="2234"/>
                    </a:lnTo>
                    <a:lnTo>
                      <a:pt x="950" y="2174"/>
                    </a:lnTo>
                    <a:lnTo>
                      <a:pt x="988" y="1321"/>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5" name="Freeform 399"/>
              <p:cNvSpPr>
                <a:spLocks/>
              </p:cNvSpPr>
              <p:nvPr/>
            </p:nvSpPr>
            <p:spPr bwMode="auto">
              <a:xfrm>
                <a:off x="3517" y="1777"/>
                <a:ext cx="63" cy="178"/>
              </a:xfrm>
              <a:custGeom>
                <a:avLst/>
                <a:gdLst>
                  <a:gd name="T0" fmla="*/ 0 w 507"/>
                  <a:gd name="T1" fmla="*/ 0 h 1428"/>
                  <a:gd name="T2" fmla="*/ 0 w 507"/>
                  <a:gd name="T3" fmla="*/ 0 h 1428"/>
                  <a:gd name="T4" fmla="*/ 0 w 507"/>
                  <a:gd name="T5" fmla="*/ 0 h 1428"/>
                  <a:gd name="T6" fmla="*/ 0 w 507"/>
                  <a:gd name="T7" fmla="*/ 0 h 1428"/>
                  <a:gd name="T8" fmla="*/ 0 w 507"/>
                  <a:gd name="T9" fmla="*/ 0 h 1428"/>
                  <a:gd name="T10" fmla="*/ 0 w 507"/>
                  <a:gd name="T11" fmla="*/ 0 h 1428"/>
                  <a:gd name="T12" fmla="*/ 0 w 507"/>
                  <a:gd name="T13" fmla="*/ 0 h 1428"/>
                  <a:gd name="T14" fmla="*/ 0 w 507"/>
                  <a:gd name="T15" fmla="*/ 0 h 1428"/>
                  <a:gd name="T16" fmla="*/ 0 w 507"/>
                  <a:gd name="T17" fmla="*/ 0 h 1428"/>
                  <a:gd name="T18" fmla="*/ 0 w 507"/>
                  <a:gd name="T19" fmla="*/ 0 h 1428"/>
                  <a:gd name="T20" fmla="*/ 0 w 507"/>
                  <a:gd name="T21" fmla="*/ 0 h 1428"/>
                  <a:gd name="T22" fmla="*/ 0 w 507"/>
                  <a:gd name="T23" fmla="*/ 0 h 1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7"/>
                  <a:gd name="T37" fmla="*/ 0 h 1428"/>
                  <a:gd name="T38" fmla="*/ 507 w 507"/>
                  <a:gd name="T39" fmla="*/ 1428 h 14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7" h="1428">
                    <a:moveTo>
                      <a:pt x="143" y="1404"/>
                    </a:moveTo>
                    <a:lnTo>
                      <a:pt x="180" y="1130"/>
                    </a:lnTo>
                    <a:lnTo>
                      <a:pt x="242" y="780"/>
                    </a:lnTo>
                    <a:lnTo>
                      <a:pt x="242" y="613"/>
                    </a:lnTo>
                    <a:lnTo>
                      <a:pt x="194" y="446"/>
                    </a:lnTo>
                    <a:lnTo>
                      <a:pt x="206" y="312"/>
                    </a:lnTo>
                    <a:lnTo>
                      <a:pt x="266" y="134"/>
                    </a:lnTo>
                    <a:lnTo>
                      <a:pt x="507" y="158"/>
                    </a:lnTo>
                    <a:lnTo>
                      <a:pt x="143" y="0"/>
                    </a:lnTo>
                    <a:lnTo>
                      <a:pt x="0" y="325"/>
                    </a:lnTo>
                    <a:lnTo>
                      <a:pt x="21" y="1428"/>
                    </a:lnTo>
                    <a:lnTo>
                      <a:pt x="143" y="1404"/>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6" name="Freeform 400"/>
              <p:cNvSpPr>
                <a:spLocks/>
              </p:cNvSpPr>
              <p:nvPr/>
            </p:nvSpPr>
            <p:spPr bwMode="auto">
              <a:xfrm>
                <a:off x="3595" y="1640"/>
                <a:ext cx="249" cy="534"/>
              </a:xfrm>
              <a:custGeom>
                <a:avLst/>
                <a:gdLst>
                  <a:gd name="T0" fmla="*/ 0 w 1991"/>
                  <a:gd name="T1" fmla="*/ 0 h 4272"/>
                  <a:gd name="T2" fmla="*/ 0 w 1991"/>
                  <a:gd name="T3" fmla="*/ 0 h 4272"/>
                  <a:gd name="T4" fmla="*/ 0 w 1991"/>
                  <a:gd name="T5" fmla="*/ 0 h 4272"/>
                  <a:gd name="T6" fmla="*/ 0 w 1991"/>
                  <a:gd name="T7" fmla="*/ 0 h 4272"/>
                  <a:gd name="T8" fmla="*/ 0 w 1991"/>
                  <a:gd name="T9" fmla="*/ 0 h 4272"/>
                  <a:gd name="T10" fmla="*/ 0 w 1991"/>
                  <a:gd name="T11" fmla="*/ 0 h 4272"/>
                  <a:gd name="T12" fmla="*/ 0 w 1991"/>
                  <a:gd name="T13" fmla="*/ 0 h 4272"/>
                  <a:gd name="T14" fmla="*/ 0 w 1991"/>
                  <a:gd name="T15" fmla="*/ 0 h 4272"/>
                  <a:gd name="T16" fmla="*/ 0 w 1991"/>
                  <a:gd name="T17" fmla="*/ 0 h 4272"/>
                  <a:gd name="T18" fmla="*/ 0 w 1991"/>
                  <a:gd name="T19" fmla="*/ 0 h 4272"/>
                  <a:gd name="T20" fmla="*/ 0 w 1991"/>
                  <a:gd name="T21" fmla="*/ 0 h 4272"/>
                  <a:gd name="T22" fmla="*/ 0 w 1991"/>
                  <a:gd name="T23" fmla="*/ 0 h 4272"/>
                  <a:gd name="T24" fmla="*/ 0 w 1991"/>
                  <a:gd name="T25" fmla="*/ 0 h 4272"/>
                  <a:gd name="T26" fmla="*/ 0 w 1991"/>
                  <a:gd name="T27" fmla="*/ 0 h 4272"/>
                  <a:gd name="T28" fmla="*/ 0 w 1991"/>
                  <a:gd name="T29" fmla="*/ 0 h 4272"/>
                  <a:gd name="T30" fmla="*/ 0 w 1991"/>
                  <a:gd name="T31" fmla="*/ 0 h 4272"/>
                  <a:gd name="T32" fmla="*/ 0 w 1991"/>
                  <a:gd name="T33" fmla="*/ 0 h 4272"/>
                  <a:gd name="T34" fmla="*/ 0 w 1991"/>
                  <a:gd name="T35" fmla="*/ 0 h 4272"/>
                  <a:gd name="T36" fmla="*/ 0 w 1991"/>
                  <a:gd name="T37" fmla="*/ 0 h 4272"/>
                  <a:gd name="T38" fmla="*/ 0 w 1991"/>
                  <a:gd name="T39" fmla="*/ 0 h 4272"/>
                  <a:gd name="T40" fmla="*/ 0 w 1991"/>
                  <a:gd name="T41" fmla="*/ 0 h 4272"/>
                  <a:gd name="T42" fmla="*/ 0 w 1991"/>
                  <a:gd name="T43" fmla="*/ 0 h 4272"/>
                  <a:gd name="T44" fmla="*/ 0 w 1991"/>
                  <a:gd name="T45" fmla="*/ 0 h 4272"/>
                  <a:gd name="T46" fmla="*/ 0 w 1991"/>
                  <a:gd name="T47" fmla="*/ 0 h 4272"/>
                  <a:gd name="T48" fmla="*/ 0 w 1991"/>
                  <a:gd name="T49" fmla="*/ 0 h 4272"/>
                  <a:gd name="T50" fmla="*/ 0 w 1991"/>
                  <a:gd name="T51" fmla="*/ 0 h 4272"/>
                  <a:gd name="T52" fmla="*/ 0 w 1991"/>
                  <a:gd name="T53" fmla="*/ 0 h 4272"/>
                  <a:gd name="T54" fmla="*/ 0 w 1991"/>
                  <a:gd name="T55" fmla="*/ 0 h 4272"/>
                  <a:gd name="T56" fmla="*/ 0 w 1991"/>
                  <a:gd name="T57" fmla="*/ 0 h 4272"/>
                  <a:gd name="T58" fmla="*/ 0 w 1991"/>
                  <a:gd name="T59" fmla="*/ 0 h 4272"/>
                  <a:gd name="T60" fmla="*/ 0 w 1991"/>
                  <a:gd name="T61" fmla="*/ 0 h 4272"/>
                  <a:gd name="T62" fmla="*/ 0 w 1991"/>
                  <a:gd name="T63" fmla="*/ 0 h 4272"/>
                  <a:gd name="T64" fmla="*/ 0 w 1991"/>
                  <a:gd name="T65" fmla="*/ 0 h 4272"/>
                  <a:gd name="T66" fmla="*/ 0 w 1991"/>
                  <a:gd name="T67" fmla="*/ 0 h 4272"/>
                  <a:gd name="T68" fmla="*/ 0 w 1991"/>
                  <a:gd name="T69" fmla="*/ 0 h 4272"/>
                  <a:gd name="T70" fmla="*/ 0 w 1991"/>
                  <a:gd name="T71" fmla="*/ 0 h 4272"/>
                  <a:gd name="T72" fmla="*/ 0 w 1991"/>
                  <a:gd name="T73" fmla="*/ 0 h 4272"/>
                  <a:gd name="T74" fmla="*/ 0 w 1991"/>
                  <a:gd name="T75" fmla="*/ 0 h 4272"/>
                  <a:gd name="T76" fmla="*/ 0 w 1991"/>
                  <a:gd name="T77" fmla="*/ 0 h 4272"/>
                  <a:gd name="T78" fmla="*/ 0 w 1991"/>
                  <a:gd name="T79" fmla="*/ 0 h 4272"/>
                  <a:gd name="T80" fmla="*/ 0 w 1991"/>
                  <a:gd name="T81" fmla="*/ 0 h 4272"/>
                  <a:gd name="T82" fmla="*/ 0 w 1991"/>
                  <a:gd name="T83" fmla="*/ 0 h 4272"/>
                  <a:gd name="T84" fmla="*/ 0 w 1991"/>
                  <a:gd name="T85" fmla="*/ 0 h 4272"/>
                  <a:gd name="T86" fmla="*/ 0 w 1991"/>
                  <a:gd name="T87" fmla="*/ 0 h 4272"/>
                  <a:gd name="T88" fmla="*/ 0 w 1991"/>
                  <a:gd name="T89" fmla="*/ 0 h 4272"/>
                  <a:gd name="T90" fmla="*/ 0 w 1991"/>
                  <a:gd name="T91" fmla="*/ 0 h 4272"/>
                  <a:gd name="T92" fmla="*/ 0 w 1991"/>
                  <a:gd name="T93" fmla="*/ 0 h 4272"/>
                  <a:gd name="T94" fmla="*/ 0 w 1991"/>
                  <a:gd name="T95" fmla="*/ 0 h 4272"/>
                  <a:gd name="T96" fmla="*/ 0 w 1991"/>
                  <a:gd name="T97" fmla="*/ 0 h 427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1"/>
                  <a:gd name="T148" fmla="*/ 0 h 4272"/>
                  <a:gd name="T149" fmla="*/ 1991 w 1991"/>
                  <a:gd name="T150" fmla="*/ 4272 h 427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1" h="4272">
                    <a:moveTo>
                      <a:pt x="48" y="182"/>
                    </a:moveTo>
                    <a:lnTo>
                      <a:pt x="181" y="445"/>
                    </a:lnTo>
                    <a:lnTo>
                      <a:pt x="134" y="922"/>
                    </a:lnTo>
                    <a:lnTo>
                      <a:pt x="325" y="240"/>
                    </a:lnTo>
                    <a:lnTo>
                      <a:pt x="409" y="217"/>
                    </a:lnTo>
                    <a:lnTo>
                      <a:pt x="495" y="339"/>
                    </a:lnTo>
                    <a:lnTo>
                      <a:pt x="468" y="468"/>
                    </a:lnTo>
                    <a:lnTo>
                      <a:pt x="371" y="694"/>
                    </a:lnTo>
                    <a:lnTo>
                      <a:pt x="543" y="519"/>
                    </a:lnTo>
                    <a:lnTo>
                      <a:pt x="613" y="540"/>
                    </a:lnTo>
                    <a:lnTo>
                      <a:pt x="251" y="1092"/>
                    </a:lnTo>
                    <a:lnTo>
                      <a:pt x="903" y="481"/>
                    </a:lnTo>
                    <a:lnTo>
                      <a:pt x="1304" y="661"/>
                    </a:lnTo>
                    <a:lnTo>
                      <a:pt x="1387" y="936"/>
                    </a:lnTo>
                    <a:lnTo>
                      <a:pt x="1664" y="1189"/>
                    </a:lnTo>
                    <a:lnTo>
                      <a:pt x="1687" y="1452"/>
                    </a:lnTo>
                    <a:lnTo>
                      <a:pt x="1822" y="1659"/>
                    </a:lnTo>
                    <a:lnTo>
                      <a:pt x="1738" y="1909"/>
                    </a:lnTo>
                    <a:lnTo>
                      <a:pt x="1422" y="2038"/>
                    </a:lnTo>
                    <a:lnTo>
                      <a:pt x="1433" y="2138"/>
                    </a:lnTo>
                    <a:lnTo>
                      <a:pt x="1712" y="2366"/>
                    </a:lnTo>
                    <a:lnTo>
                      <a:pt x="1496" y="2388"/>
                    </a:lnTo>
                    <a:lnTo>
                      <a:pt x="1253" y="2280"/>
                    </a:lnTo>
                    <a:lnTo>
                      <a:pt x="1747" y="2748"/>
                    </a:lnTo>
                    <a:lnTo>
                      <a:pt x="1687" y="2806"/>
                    </a:lnTo>
                    <a:lnTo>
                      <a:pt x="1350" y="2748"/>
                    </a:lnTo>
                    <a:lnTo>
                      <a:pt x="1350" y="3061"/>
                    </a:lnTo>
                    <a:lnTo>
                      <a:pt x="1182" y="3252"/>
                    </a:lnTo>
                    <a:lnTo>
                      <a:pt x="1073" y="3156"/>
                    </a:lnTo>
                    <a:lnTo>
                      <a:pt x="806" y="3636"/>
                    </a:lnTo>
                    <a:lnTo>
                      <a:pt x="506" y="3898"/>
                    </a:lnTo>
                    <a:lnTo>
                      <a:pt x="387" y="4199"/>
                    </a:lnTo>
                    <a:lnTo>
                      <a:pt x="481" y="4272"/>
                    </a:lnTo>
                    <a:lnTo>
                      <a:pt x="1290" y="3995"/>
                    </a:lnTo>
                    <a:lnTo>
                      <a:pt x="1991" y="2833"/>
                    </a:lnTo>
                    <a:lnTo>
                      <a:pt x="1991" y="1821"/>
                    </a:lnTo>
                    <a:lnTo>
                      <a:pt x="1798" y="1199"/>
                    </a:lnTo>
                    <a:lnTo>
                      <a:pt x="1653" y="947"/>
                    </a:lnTo>
                    <a:lnTo>
                      <a:pt x="1521" y="828"/>
                    </a:lnTo>
                    <a:lnTo>
                      <a:pt x="1387" y="613"/>
                    </a:lnTo>
                    <a:lnTo>
                      <a:pt x="831" y="358"/>
                    </a:lnTo>
                    <a:lnTo>
                      <a:pt x="686" y="433"/>
                    </a:lnTo>
                    <a:lnTo>
                      <a:pt x="613" y="358"/>
                    </a:lnTo>
                    <a:lnTo>
                      <a:pt x="578" y="228"/>
                    </a:lnTo>
                    <a:lnTo>
                      <a:pt x="361" y="108"/>
                    </a:lnTo>
                    <a:lnTo>
                      <a:pt x="244" y="97"/>
                    </a:lnTo>
                    <a:lnTo>
                      <a:pt x="134" y="0"/>
                    </a:lnTo>
                    <a:lnTo>
                      <a:pt x="0" y="11"/>
                    </a:lnTo>
                    <a:lnTo>
                      <a:pt x="48" y="182"/>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7" name="Freeform 401"/>
              <p:cNvSpPr>
                <a:spLocks/>
              </p:cNvSpPr>
              <p:nvPr/>
            </p:nvSpPr>
            <p:spPr bwMode="auto">
              <a:xfrm>
                <a:off x="3488" y="1747"/>
                <a:ext cx="55" cy="307"/>
              </a:xfrm>
              <a:custGeom>
                <a:avLst/>
                <a:gdLst>
                  <a:gd name="T0" fmla="*/ 0 w 434"/>
                  <a:gd name="T1" fmla="*/ 0 h 2461"/>
                  <a:gd name="T2" fmla="*/ 0 w 434"/>
                  <a:gd name="T3" fmla="*/ 0 h 2461"/>
                  <a:gd name="T4" fmla="*/ 0 w 434"/>
                  <a:gd name="T5" fmla="*/ 0 h 2461"/>
                  <a:gd name="T6" fmla="*/ 0 w 434"/>
                  <a:gd name="T7" fmla="*/ 0 h 2461"/>
                  <a:gd name="T8" fmla="*/ 0 w 434"/>
                  <a:gd name="T9" fmla="*/ 0 h 2461"/>
                  <a:gd name="T10" fmla="*/ 0 w 434"/>
                  <a:gd name="T11" fmla="*/ 0 h 2461"/>
                  <a:gd name="T12" fmla="*/ 0 w 434"/>
                  <a:gd name="T13" fmla="*/ 0 h 2461"/>
                  <a:gd name="T14" fmla="*/ 0 w 434"/>
                  <a:gd name="T15" fmla="*/ 0 h 2461"/>
                  <a:gd name="T16" fmla="*/ 0 w 434"/>
                  <a:gd name="T17" fmla="*/ 0 h 2461"/>
                  <a:gd name="T18" fmla="*/ 0 w 434"/>
                  <a:gd name="T19" fmla="*/ 0 h 2461"/>
                  <a:gd name="T20" fmla="*/ 0 w 434"/>
                  <a:gd name="T21" fmla="*/ 0 h 2461"/>
                  <a:gd name="T22" fmla="*/ 0 w 434"/>
                  <a:gd name="T23" fmla="*/ 0 h 2461"/>
                  <a:gd name="T24" fmla="*/ 0 w 434"/>
                  <a:gd name="T25" fmla="*/ 0 h 2461"/>
                  <a:gd name="T26" fmla="*/ 0 w 434"/>
                  <a:gd name="T27" fmla="*/ 0 h 2461"/>
                  <a:gd name="T28" fmla="*/ 0 w 434"/>
                  <a:gd name="T29" fmla="*/ 0 h 2461"/>
                  <a:gd name="T30" fmla="*/ 0 w 434"/>
                  <a:gd name="T31" fmla="*/ 0 h 2461"/>
                  <a:gd name="T32" fmla="*/ 0 w 434"/>
                  <a:gd name="T33" fmla="*/ 0 h 2461"/>
                  <a:gd name="T34" fmla="*/ 0 w 434"/>
                  <a:gd name="T35" fmla="*/ 0 h 2461"/>
                  <a:gd name="T36" fmla="*/ 0 w 434"/>
                  <a:gd name="T37" fmla="*/ 0 h 2461"/>
                  <a:gd name="T38" fmla="*/ 0 w 434"/>
                  <a:gd name="T39" fmla="*/ 0 h 2461"/>
                  <a:gd name="T40" fmla="*/ 0 w 434"/>
                  <a:gd name="T41" fmla="*/ 0 h 2461"/>
                  <a:gd name="T42" fmla="*/ 0 w 434"/>
                  <a:gd name="T43" fmla="*/ 0 h 2461"/>
                  <a:gd name="T44" fmla="*/ 0 w 434"/>
                  <a:gd name="T45" fmla="*/ 0 h 246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34"/>
                  <a:gd name="T70" fmla="*/ 0 h 2461"/>
                  <a:gd name="T71" fmla="*/ 434 w 434"/>
                  <a:gd name="T72" fmla="*/ 2461 h 246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34" h="2461">
                    <a:moveTo>
                      <a:pt x="276" y="0"/>
                    </a:moveTo>
                    <a:lnTo>
                      <a:pt x="166" y="72"/>
                    </a:lnTo>
                    <a:lnTo>
                      <a:pt x="106" y="204"/>
                    </a:lnTo>
                    <a:lnTo>
                      <a:pt x="96" y="326"/>
                    </a:lnTo>
                    <a:lnTo>
                      <a:pt x="106" y="688"/>
                    </a:lnTo>
                    <a:lnTo>
                      <a:pt x="72" y="962"/>
                    </a:lnTo>
                    <a:lnTo>
                      <a:pt x="37" y="1275"/>
                    </a:lnTo>
                    <a:lnTo>
                      <a:pt x="0" y="1504"/>
                    </a:lnTo>
                    <a:lnTo>
                      <a:pt x="0" y="1780"/>
                    </a:lnTo>
                    <a:lnTo>
                      <a:pt x="10" y="2029"/>
                    </a:lnTo>
                    <a:lnTo>
                      <a:pt x="145" y="2461"/>
                    </a:lnTo>
                    <a:lnTo>
                      <a:pt x="434" y="2391"/>
                    </a:lnTo>
                    <a:lnTo>
                      <a:pt x="311" y="1993"/>
                    </a:lnTo>
                    <a:lnTo>
                      <a:pt x="263" y="1684"/>
                    </a:lnTo>
                    <a:lnTo>
                      <a:pt x="287" y="1407"/>
                    </a:lnTo>
                    <a:lnTo>
                      <a:pt x="337" y="1130"/>
                    </a:lnTo>
                    <a:lnTo>
                      <a:pt x="397" y="879"/>
                    </a:lnTo>
                    <a:lnTo>
                      <a:pt x="397" y="734"/>
                    </a:lnTo>
                    <a:lnTo>
                      <a:pt x="360" y="602"/>
                    </a:lnTo>
                    <a:lnTo>
                      <a:pt x="311" y="519"/>
                    </a:lnTo>
                    <a:lnTo>
                      <a:pt x="325" y="194"/>
                    </a:lnTo>
                    <a:lnTo>
                      <a:pt x="337" y="12"/>
                    </a:lnTo>
                    <a:lnTo>
                      <a:pt x="276"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8" name="Freeform 402"/>
              <p:cNvSpPr>
                <a:spLocks/>
              </p:cNvSpPr>
              <p:nvPr/>
            </p:nvSpPr>
            <p:spPr bwMode="auto">
              <a:xfrm>
                <a:off x="3176" y="1982"/>
                <a:ext cx="165" cy="135"/>
              </a:xfrm>
              <a:custGeom>
                <a:avLst/>
                <a:gdLst>
                  <a:gd name="T0" fmla="*/ 0 w 1314"/>
                  <a:gd name="T1" fmla="*/ 0 h 1079"/>
                  <a:gd name="T2" fmla="*/ 0 w 1314"/>
                  <a:gd name="T3" fmla="*/ 0 h 1079"/>
                  <a:gd name="T4" fmla="*/ 0 w 1314"/>
                  <a:gd name="T5" fmla="*/ 0 h 1079"/>
                  <a:gd name="T6" fmla="*/ 0 w 1314"/>
                  <a:gd name="T7" fmla="*/ 0 h 1079"/>
                  <a:gd name="T8" fmla="*/ 0 w 1314"/>
                  <a:gd name="T9" fmla="*/ 0 h 1079"/>
                  <a:gd name="T10" fmla="*/ 0 w 1314"/>
                  <a:gd name="T11" fmla="*/ 0 h 1079"/>
                  <a:gd name="T12" fmla="*/ 0 w 1314"/>
                  <a:gd name="T13" fmla="*/ 0 h 1079"/>
                  <a:gd name="T14" fmla="*/ 0 w 1314"/>
                  <a:gd name="T15" fmla="*/ 0 h 1079"/>
                  <a:gd name="T16" fmla="*/ 0 w 1314"/>
                  <a:gd name="T17" fmla="*/ 0 h 1079"/>
                  <a:gd name="T18" fmla="*/ 0 w 1314"/>
                  <a:gd name="T19" fmla="*/ 0 h 1079"/>
                  <a:gd name="T20" fmla="*/ 0 w 1314"/>
                  <a:gd name="T21" fmla="*/ 0 h 1079"/>
                  <a:gd name="T22" fmla="*/ 0 w 1314"/>
                  <a:gd name="T23" fmla="*/ 0 h 1079"/>
                  <a:gd name="T24" fmla="*/ 0 w 1314"/>
                  <a:gd name="T25" fmla="*/ 0 h 1079"/>
                  <a:gd name="T26" fmla="*/ 0 w 1314"/>
                  <a:gd name="T27" fmla="*/ 0 h 1079"/>
                  <a:gd name="T28" fmla="*/ 0 w 1314"/>
                  <a:gd name="T29" fmla="*/ 0 h 1079"/>
                  <a:gd name="T30" fmla="*/ 0 w 1314"/>
                  <a:gd name="T31" fmla="*/ 0 h 1079"/>
                  <a:gd name="T32" fmla="*/ 0 w 1314"/>
                  <a:gd name="T33" fmla="*/ 0 h 1079"/>
                  <a:gd name="T34" fmla="*/ 0 w 1314"/>
                  <a:gd name="T35" fmla="*/ 0 h 1079"/>
                  <a:gd name="T36" fmla="*/ 0 w 1314"/>
                  <a:gd name="T37" fmla="*/ 0 h 1079"/>
                  <a:gd name="T38" fmla="*/ 0 w 1314"/>
                  <a:gd name="T39" fmla="*/ 0 h 1079"/>
                  <a:gd name="T40" fmla="*/ 0 w 1314"/>
                  <a:gd name="T41" fmla="*/ 0 h 1079"/>
                  <a:gd name="T42" fmla="*/ 0 w 1314"/>
                  <a:gd name="T43" fmla="*/ 0 h 1079"/>
                  <a:gd name="T44" fmla="*/ 0 w 1314"/>
                  <a:gd name="T45" fmla="*/ 0 h 1079"/>
                  <a:gd name="T46" fmla="*/ 0 w 1314"/>
                  <a:gd name="T47" fmla="*/ 0 h 1079"/>
                  <a:gd name="T48" fmla="*/ 0 w 1314"/>
                  <a:gd name="T49" fmla="*/ 0 h 1079"/>
                  <a:gd name="T50" fmla="*/ 0 w 1314"/>
                  <a:gd name="T51" fmla="*/ 0 h 1079"/>
                  <a:gd name="T52" fmla="*/ 0 w 1314"/>
                  <a:gd name="T53" fmla="*/ 0 h 1079"/>
                  <a:gd name="T54" fmla="*/ 0 w 1314"/>
                  <a:gd name="T55" fmla="*/ 0 h 1079"/>
                  <a:gd name="T56" fmla="*/ 0 w 1314"/>
                  <a:gd name="T57" fmla="*/ 0 h 107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14"/>
                  <a:gd name="T88" fmla="*/ 0 h 1079"/>
                  <a:gd name="T89" fmla="*/ 1314 w 1314"/>
                  <a:gd name="T90" fmla="*/ 1079 h 107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14" h="1079">
                    <a:moveTo>
                      <a:pt x="374" y="0"/>
                    </a:moveTo>
                    <a:lnTo>
                      <a:pt x="300" y="35"/>
                    </a:lnTo>
                    <a:lnTo>
                      <a:pt x="300" y="97"/>
                    </a:lnTo>
                    <a:lnTo>
                      <a:pt x="194" y="143"/>
                    </a:lnTo>
                    <a:lnTo>
                      <a:pt x="167" y="192"/>
                    </a:lnTo>
                    <a:lnTo>
                      <a:pt x="129" y="335"/>
                    </a:lnTo>
                    <a:lnTo>
                      <a:pt x="24" y="395"/>
                    </a:lnTo>
                    <a:lnTo>
                      <a:pt x="0" y="613"/>
                    </a:lnTo>
                    <a:lnTo>
                      <a:pt x="59" y="830"/>
                    </a:lnTo>
                    <a:lnTo>
                      <a:pt x="290" y="934"/>
                    </a:lnTo>
                    <a:lnTo>
                      <a:pt x="662" y="1056"/>
                    </a:lnTo>
                    <a:lnTo>
                      <a:pt x="938" y="1068"/>
                    </a:lnTo>
                    <a:lnTo>
                      <a:pt x="1241" y="1079"/>
                    </a:lnTo>
                    <a:lnTo>
                      <a:pt x="1217" y="925"/>
                    </a:lnTo>
                    <a:lnTo>
                      <a:pt x="1217" y="817"/>
                    </a:lnTo>
                    <a:lnTo>
                      <a:pt x="1229" y="699"/>
                    </a:lnTo>
                    <a:lnTo>
                      <a:pt x="1314" y="529"/>
                    </a:lnTo>
                    <a:lnTo>
                      <a:pt x="1229" y="480"/>
                    </a:lnTo>
                    <a:lnTo>
                      <a:pt x="1156" y="408"/>
                    </a:lnTo>
                    <a:lnTo>
                      <a:pt x="1096" y="309"/>
                    </a:lnTo>
                    <a:lnTo>
                      <a:pt x="1024" y="226"/>
                    </a:lnTo>
                    <a:lnTo>
                      <a:pt x="950" y="167"/>
                    </a:lnTo>
                    <a:lnTo>
                      <a:pt x="879" y="143"/>
                    </a:lnTo>
                    <a:lnTo>
                      <a:pt x="769" y="167"/>
                    </a:lnTo>
                    <a:lnTo>
                      <a:pt x="637" y="204"/>
                    </a:lnTo>
                    <a:lnTo>
                      <a:pt x="588" y="180"/>
                    </a:lnTo>
                    <a:lnTo>
                      <a:pt x="528" y="59"/>
                    </a:lnTo>
                    <a:lnTo>
                      <a:pt x="470" y="26"/>
                    </a:lnTo>
                    <a:lnTo>
                      <a:pt x="374"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9" name="Freeform 403"/>
              <p:cNvSpPr>
                <a:spLocks/>
              </p:cNvSpPr>
              <p:nvPr/>
            </p:nvSpPr>
            <p:spPr bwMode="auto">
              <a:xfrm>
                <a:off x="3400" y="1482"/>
                <a:ext cx="226" cy="269"/>
              </a:xfrm>
              <a:custGeom>
                <a:avLst/>
                <a:gdLst>
                  <a:gd name="T0" fmla="*/ 0 w 1808"/>
                  <a:gd name="T1" fmla="*/ 0 h 2151"/>
                  <a:gd name="T2" fmla="*/ 0 w 1808"/>
                  <a:gd name="T3" fmla="*/ 0 h 2151"/>
                  <a:gd name="T4" fmla="*/ 0 w 1808"/>
                  <a:gd name="T5" fmla="*/ 0 h 2151"/>
                  <a:gd name="T6" fmla="*/ 0 w 1808"/>
                  <a:gd name="T7" fmla="*/ 0 h 2151"/>
                  <a:gd name="T8" fmla="*/ 0 w 1808"/>
                  <a:gd name="T9" fmla="*/ 0 h 2151"/>
                  <a:gd name="T10" fmla="*/ 0 w 1808"/>
                  <a:gd name="T11" fmla="*/ 0 h 2151"/>
                  <a:gd name="T12" fmla="*/ 0 w 1808"/>
                  <a:gd name="T13" fmla="*/ 0 h 2151"/>
                  <a:gd name="T14" fmla="*/ 0 w 1808"/>
                  <a:gd name="T15" fmla="*/ 0 h 2151"/>
                  <a:gd name="T16" fmla="*/ 0 w 1808"/>
                  <a:gd name="T17" fmla="*/ 0 h 2151"/>
                  <a:gd name="T18" fmla="*/ 0 w 1808"/>
                  <a:gd name="T19" fmla="*/ 0 h 2151"/>
                  <a:gd name="T20" fmla="*/ 0 w 1808"/>
                  <a:gd name="T21" fmla="*/ 0 h 2151"/>
                  <a:gd name="T22" fmla="*/ 0 w 1808"/>
                  <a:gd name="T23" fmla="*/ 0 h 2151"/>
                  <a:gd name="T24" fmla="*/ 0 w 1808"/>
                  <a:gd name="T25" fmla="*/ 0 h 2151"/>
                  <a:gd name="T26" fmla="*/ 0 w 1808"/>
                  <a:gd name="T27" fmla="*/ 0 h 2151"/>
                  <a:gd name="T28" fmla="*/ 0 w 1808"/>
                  <a:gd name="T29" fmla="*/ 0 h 2151"/>
                  <a:gd name="T30" fmla="*/ 0 w 1808"/>
                  <a:gd name="T31" fmla="*/ 0 h 2151"/>
                  <a:gd name="T32" fmla="*/ 0 w 1808"/>
                  <a:gd name="T33" fmla="*/ 0 h 2151"/>
                  <a:gd name="T34" fmla="*/ 0 w 1808"/>
                  <a:gd name="T35" fmla="*/ 0 h 2151"/>
                  <a:gd name="T36" fmla="*/ 0 w 1808"/>
                  <a:gd name="T37" fmla="*/ 0 h 2151"/>
                  <a:gd name="T38" fmla="*/ 0 w 1808"/>
                  <a:gd name="T39" fmla="*/ 0 h 2151"/>
                  <a:gd name="T40" fmla="*/ 0 w 1808"/>
                  <a:gd name="T41" fmla="*/ 0 h 2151"/>
                  <a:gd name="T42" fmla="*/ 0 w 1808"/>
                  <a:gd name="T43" fmla="*/ 0 h 2151"/>
                  <a:gd name="T44" fmla="*/ 0 w 1808"/>
                  <a:gd name="T45" fmla="*/ 0 h 2151"/>
                  <a:gd name="T46" fmla="*/ 0 w 1808"/>
                  <a:gd name="T47" fmla="*/ 0 h 2151"/>
                  <a:gd name="T48" fmla="*/ 0 w 1808"/>
                  <a:gd name="T49" fmla="*/ 0 h 2151"/>
                  <a:gd name="T50" fmla="*/ 0 w 1808"/>
                  <a:gd name="T51" fmla="*/ 0 h 2151"/>
                  <a:gd name="T52" fmla="*/ 0 w 1808"/>
                  <a:gd name="T53" fmla="*/ 0 h 2151"/>
                  <a:gd name="T54" fmla="*/ 0 w 1808"/>
                  <a:gd name="T55" fmla="*/ 0 h 215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808"/>
                  <a:gd name="T85" fmla="*/ 0 h 2151"/>
                  <a:gd name="T86" fmla="*/ 1808 w 1808"/>
                  <a:gd name="T87" fmla="*/ 2151 h 215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808" h="2151">
                    <a:moveTo>
                      <a:pt x="1784" y="591"/>
                    </a:moveTo>
                    <a:lnTo>
                      <a:pt x="1808" y="681"/>
                    </a:lnTo>
                    <a:lnTo>
                      <a:pt x="1803" y="758"/>
                    </a:lnTo>
                    <a:lnTo>
                      <a:pt x="1773" y="877"/>
                    </a:lnTo>
                    <a:lnTo>
                      <a:pt x="1698" y="1052"/>
                    </a:lnTo>
                    <a:lnTo>
                      <a:pt x="1573" y="1178"/>
                    </a:lnTo>
                    <a:lnTo>
                      <a:pt x="1459" y="1701"/>
                    </a:lnTo>
                    <a:lnTo>
                      <a:pt x="1289" y="1884"/>
                    </a:lnTo>
                    <a:lnTo>
                      <a:pt x="1164" y="2022"/>
                    </a:lnTo>
                    <a:lnTo>
                      <a:pt x="1091" y="2133"/>
                    </a:lnTo>
                    <a:lnTo>
                      <a:pt x="1045" y="2151"/>
                    </a:lnTo>
                    <a:lnTo>
                      <a:pt x="835" y="1868"/>
                    </a:lnTo>
                    <a:lnTo>
                      <a:pt x="657" y="1890"/>
                    </a:lnTo>
                    <a:lnTo>
                      <a:pt x="569" y="1890"/>
                    </a:lnTo>
                    <a:lnTo>
                      <a:pt x="512" y="1852"/>
                    </a:lnTo>
                    <a:lnTo>
                      <a:pt x="477" y="1791"/>
                    </a:lnTo>
                    <a:lnTo>
                      <a:pt x="429" y="1628"/>
                    </a:lnTo>
                    <a:lnTo>
                      <a:pt x="289" y="1351"/>
                    </a:lnTo>
                    <a:lnTo>
                      <a:pt x="141" y="1169"/>
                    </a:lnTo>
                    <a:lnTo>
                      <a:pt x="107" y="1022"/>
                    </a:lnTo>
                    <a:lnTo>
                      <a:pt x="76" y="872"/>
                    </a:lnTo>
                    <a:lnTo>
                      <a:pt x="28" y="653"/>
                    </a:lnTo>
                    <a:lnTo>
                      <a:pt x="0" y="353"/>
                    </a:lnTo>
                    <a:lnTo>
                      <a:pt x="24" y="208"/>
                    </a:lnTo>
                    <a:lnTo>
                      <a:pt x="76" y="99"/>
                    </a:lnTo>
                    <a:lnTo>
                      <a:pt x="1324" y="0"/>
                    </a:lnTo>
                    <a:lnTo>
                      <a:pt x="1698" y="433"/>
                    </a:lnTo>
                    <a:lnTo>
                      <a:pt x="1784" y="59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0" name="Freeform 404"/>
              <p:cNvSpPr>
                <a:spLocks/>
              </p:cNvSpPr>
              <p:nvPr/>
            </p:nvSpPr>
            <p:spPr bwMode="auto">
              <a:xfrm>
                <a:off x="3421" y="1586"/>
                <a:ext cx="19" cy="14"/>
              </a:xfrm>
              <a:custGeom>
                <a:avLst/>
                <a:gdLst>
                  <a:gd name="T0" fmla="*/ 0 w 152"/>
                  <a:gd name="T1" fmla="*/ 0 h 113"/>
                  <a:gd name="T2" fmla="*/ 0 w 152"/>
                  <a:gd name="T3" fmla="*/ 0 h 113"/>
                  <a:gd name="T4" fmla="*/ 0 w 152"/>
                  <a:gd name="T5" fmla="*/ 0 h 113"/>
                  <a:gd name="T6" fmla="*/ 0 w 152"/>
                  <a:gd name="T7" fmla="*/ 0 h 113"/>
                  <a:gd name="T8" fmla="*/ 0 w 152"/>
                  <a:gd name="T9" fmla="*/ 0 h 113"/>
                  <a:gd name="T10" fmla="*/ 0 w 152"/>
                  <a:gd name="T11" fmla="*/ 0 h 113"/>
                  <a:gd name="T12" fmla="*/ 0 60000 65536"/>
                  <a:gd name="T13" fmla="*/ 0 60000 65536"/>
                  <a:gd name="T14" fmla="*/ 0 60000 65536"/>
                  <a:gd name="T15" fmla="*/ 0 60000 65536"/>
                  <a:gd name="T16" fmla="*/ 0 60000 65536"/>
                  <a:gd name="T17" fmla="*/ 0 60000 65536"/>
                  <a:gd name="T18" fmla="*/ 0 w 152"/>
                  <a:gd name="T19" fmla="*/ 0 h 113"/>
                  <a:gd name="T20" fmla="*/ 152 w 152"/>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152" h="113">
                    <a:moveTo>
                      <a:pt x="0" y="83"/>
                    </a:moveTo>
                    <a:lnTo>
                      <a:pt x="49" y="113"/>
                    </a:lnTo>
                    <a:lnTo>
                      <a:pt x="152" y="79"/>
                    </a:lnTo>
                    <a:lnTo>
                      <a:pt x="152" y="0"/>
                    </a:lnTo>
                    <a:lnTo>
                      <a:pt x="33" y="16"/>
                    </a:lnTo>
                    <a:lnTo>
                      <a:pt x="0" y="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1" name="Freeform 405"/>
              <p:cNvSpPr>
                <a:spLocks/>
              </p:cNvSpPr>
              <p:nvPr/>
            </p:nvSpPr>
            <p:spPr bwMode="auto">
              <a:xfrm>
                <a:off x="3491" y="1572"/>
                <a:ext cx="28" cy="10"/>
              </a:xfrm>
              <a:custGeom>
                <a:avLst/>
                <a:gdLst>
                  <a:gd name="T0" fmla="*/ 0 w 231"/>
                  <a:gd name="T1" fmla="*/ 0 h 83"/>
                  <a:gd name="T2" fmla="*/ 0 w 231"/>
                  <a:gd name="T3" fmla="*/ 0 h 83"/>
                  <a:gd name="T4" fmla="*/ 0 w 231"/>
                  <a:gd name="T5" fmla="*/ 0 h 83"/>
                  <a:gd name="T6" fmla="*/ 0 w 231"/>
                  <a:gd name="T7" fmla="*/ 0 h 83"/>
                  <a:gd name="T8" fmla="*/ 0 w 231"/>
                  <a:gd name="T9" fmla="*/ 0 h 83"/>
                  <a:gd name="T10" fmla="*/ 0 w 231"/>
                  <a:gd name="T11" fmla="*/ 0 h 83"/>
                  <a:gd name="T12" fmla="*/ 0 60000 65536"/>
                  <a:gd name="T13" fmla="*/ 0 60000 65536"/>
                  <a:gd name="T14" fmla="*/ 0 60000 65536"/>
                  <a:gd name="T15" fmla="*/ 0 60000 65536"/>
                  <a:gd name="T16" fmla="*/ 0 60000 65536"/>
                  <a:gd name="T17" fmla="*/ 0 60000 65536"/>
                  <a:gd name="T18" fmla="*/ 0 w 231"/>
                  <a:gd name="T19" fmla="*/ 0 h 83"/>
                  <a:gd name="T20" fmla="*/ 231 w 231"/>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231" h="83">
                    <a:moveTo>
                      <a:pt x="27" y="83"/>
                    </a:moveTo>
                    <a:lnTo>
                      <a:pt x="130" y="74"/>
                    </a:lnTo>
                    <a:lnTo>
                      <a:pt x="231" y="47"/>
                    </a:lnTo>
                    <a:lnTo>
                      <a:pt x="104" y="0"/>
                    </a:lnTo>
                    <a:lnTo>
                      <a:pt x="0" y="0"/>
                    </a:lnTo>
                    <a:lnTo>
                      <a:pt x="27" y="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2" name="Freeform 406"/>
              <p:cNvSpPr>
                <a:spLocks/>
              </p:cNvSpPr>
              <p:nvPr/>
            </p:nvSpPr>
            <p:spPr bwMode="auto">
              <a:xfrm>
                <a:off x="3401" y="1446"/>
                <a:ext cx="181" cy="56"/>
              </a:xfrm>
              <a:custGeom>
                <a:avLst/>
                <a:gdLst>
                  <a:gd name="T0" fmla="*/ 0 w 1451"/>
                  <a:gd name="T1" fmla="*/ 0 h 452"/>
                  <a:gd name="T2" fmla="*/ 0 w 1451"/>
                  <a:gd name="T3" fmla="*/ 0 h 452"/>
                  <a:gd name="T4" fmla="*/ 0 w 1451"/>
                  <a:gd name="T5" fmla="*/ 0 h 452"/>
                  <a:gd name="T6" fmla="*/ 0 w 1451"/>
                  <a:gd name="T7" fmla="*/ 0 h 452"/>
                  <a:gd name="T8" fmla="*/ 0 w 1451"/>
                  <a:gd name="T9" fmla="*/ 0 h 452"/>
                  <a:gd name="T10" fmla="*/ 0 w 1451"/>
                  <a:gd name="T11" fmla="*/ 0 h 452"/>
                  <a:gd name="T12" fmla="*/ 0 w 1451"/>
                  <a:gd name="T13" fmla="*/ 0 h 452"/>
                  <a:gd name="T14" fmla="*/ 0 w 1451"/>
                  <a:gd name="T15" fmla="*/ 0 h 452"/>
                  <a:gd name="T16" fmla="*/ 0 w 1451"/>
                  <a:gd name="T17" fmla="*/ 0 h 452"/>
                  <a:gd name="T18" fmla="*/ 0 w 1451"/>
                  <a:gd name="T19" fmla="*/ 0 h 452"/>
                  <a:gd name="T20" fmla="*/ 0 w 1451"/>
                  <a:gd name="T21" fmla="*/ 0 h 452"/>
                  <a:gd name="T22" fmla="*/ 0 w 1451"/>
                  <a:gd name="T23" fmla="*/ 0 h 452"/>
                  <a:gd name="T24" fmla="*/ 0 w 1451"/>
                  <a:gd name="T25" fmla="*/ 0 h 452"/>
                  <a:gd name="T26" fmla="*/ 0 w 1451"/>
                  <a:gd name="T27" fmla="*/ 0 h 452"/>
                  <a:gd name="T28" fmla="*/ 0 w 1451"/>
                  <a:gd name="T29" fmla="*/ 0 h 452"/>
                  <a:gd name="T30" fmla="*/ 0 w 1451"/>
                  <a:gd name="T31" fmla="*/ 0 h 4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51"/>
                  <a:gd name="T49" fmla="*/ 0 h 452"/>
                  <a:gd name="T50" fmla="*/ 1451 w 1451"/>
                  <a:gd name="T51" fmla="*/ 452 h 4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51" h="452">
                    <a:moveTo>
                      <a:pt x="110" y="41"/>
                    </a:moveTo>
                    <a:lnTo>
                      <a:pt x="237" y="0"/>
                    </a:lnTo>
                    <a:lnTo>
                      <a:pt x="603" y="0"/>
                    </a:lnTo>
                    <a:lnTo>
                      <a:pt x="1255" y="165"/>
                    </a:lnTo>
                    <a:lnTo>
                      <a:pt x="1451" y="391"/>
                    </a:lnTo>
                    <a:lnTo>
                      <a:pt x="1134" y="318"/>
                    </a:lnTo>
                    <a:lnTo>
                      <a:pt x="981" y="360"/>
                    </a:lnTo>
                    <a:lnTo>
                      <a:pt x="846" y="424"/>
                    </a:lnTo>
                    <a:lnTo>
                      <a:pt x="647" y="452"/>
                    </a:lnTo>
                    <a:lnTo>
                      <a:pt x="426" y="444"/>
                    </a:lnTo>
                    <a:lnTo>
                      <a:pt x="218" y="391"/>
                    </a:lnTo>
                    <a:lnTo>
                      <a:pt x="68" y="318"/>
                    </a:lnTo>
                    <a:lnTo>
                      <a:pt x="16" y="251"/>
                    </a:lnTo>
                    <a:lnTo>
                      <a:pt x="0" y="186"/>
                    </a:lnTo>
                    <a:lnTo>
                      <a:pt x="4" y="129"/>
                    </a:lnTo>
                    <a:lnTo>
                      <a:pt x="110" y="4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3" name="Freeform 407"/>
              <p:cNvSpPr>
                <a:spLocks/>
              </p:cNvSpPr>
              <p:nvPr/>
            </p:nvSpPr>
            <p:spPr bwMode="auto">
              <a:xfrm>
                <a:off x="3542" y="1498"/>
                <a:ext cx="88" cy="78"/>
              </a:xfrm>
              <a:custGeom>
                <a:avLst/>
                <a:gdLst>
                  <a:gd name="T0" fmla="*/ 0 w 700"/>
                  <a:gd name="T1" fmla="*/ 0 h 629"/>
                  <a:gd name="T2" fmla="*/ 0 w 700"/>
                  <a:gd name="T3" fmla="*/ 0 h 629"/>
                  <a:gd name="T4" fmla="*/ 0 w 700"/>
                  <a:gd name="T5" fmla="*/ 0 h 629"/>
                  <a:gd name="T6" fmla="*/ 0 w 700"/>
                  <a:gd name="T7" fmla="*/ 0 h 629"/>
                  <a:gd name="T8" fmla="*/ 0 w 700"/>
                  <a:gd name="T9" fmla="*/ 0 h 629"/>
                  <a:gd name="T10" fmla="*/ 0 w 700"/>
                  <a:gd name="T11" fmla="*/ 0 h 629"/>
                  <a:gd name="T12" fmla="*/ 0 w 700"/>
                  <a:gd name="T13" fmla="*/ 0 h 629"/>
                  <a:gd name="T14" fmla="*/ 0 w 700"/>
                  <a:gd name="T15" fmla="*/ 0 h 629"/>
                  <a:gd name="T16" fmla="*/ 0 w 700"/>
                  <a:gd name="T17" fmla="*/ 0 h 629"/>
                  <a:gd name="T18" fmla="*/ 0 w 700"/>
                  <a:gd name="T19" fmla="*/ 0 h 629"/>
                  <a:gd name="T20" fmla="*/ 0 w 700"/>
                  <a:gd name="T21" fmla="*/ 0 h 629"/>
                  <a:gd name="T22" fmla="*/ 0 w 700"/>
                  <a:gd name="T23" fmla="*/ 0 h 629"/>
                  <a:gd name="T24" fmla="*/ 0 w 700"/>
                  <a:gd name="T25" fmla="*/ 0 h 629"/>
                  <a:gd name="T26" fmla="*/ 0 w 700"/>
                  <a:gd name="T27" fmla="*/ 0 h 629"/>
                  <a:gd name="T28" fmla="*/ 0 w 700"/>
                  <a:gd name="T29" fmla="*/ 0 h 629"/>
                  <a:gd name="T30" fmla="*/ 0 w 700"/>
                  <a:gd name="T31" fmla="*/ 0 h 62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00"/>
                  <a:gd name="T49" fmla="*/ 0 h 629"/>
                  <a:gd name="T50" fmla="*/ 700 w 700"/>
                  <a:gd name="T51" fmla="*/ 629 h 62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00" h="629">
                    <a:moveTo>
                      <a:pt x="666" y="482"/>
                    </a:moveTo>
                    <a:lnTo>
                      <a:pt x="548" y="411"/>
                    </a:lnTo>
                    <a:lnTo>
                      <a:pt x="449" y="405"/>
                    </a:lnTo>
                    <a:lnTo>
                      <a:pt x="392" y="482"/>
                    </a:lnTo>
                    <a:lnTo>
                      <a:pt x="378" y="629"/>
                    </a:lnTo>
                    <a:lnTo>
                      <a:pt x="173" y="604"/>
                    </a:lnTo>
                    <a:lnTo>
                      <a:pt x="182" y="528"/>
                    </a:lnTo>
                    <a:lnTo>
                      <a:pt x="139" y="433"/>
                    </a:lnTo>
                    <a:lnTo>
                      <a:pt x="76" y="374"/>
                    </a:lnTo>
                    <a:lnTo>
                      <a:pt x="36" y="350"/>
                    </a:lnTo>
                    <a:lnTo>
                      <a:pt x="0" y="141"/>
                    </a:lnTo>
                    <a:lnTo>
                      <a:pt x="286" y="0"/>
                    </a:lnTo>
                    <a:lnTo>
                      <a:pt x="588" y="110"/>
                    </a:lnTo>
                    <a:lnTo>
                      <a:pt x="632" y="360"/>
                    </a:lnTo>
                    <a:lnTo>
                      <a:pt x="700" y="447"/>
                    </a:lnTo>
                    <a:lnTo>
                      <a:pt x="666" y="4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4" name="Freeform 408"/>
              <p:cNvSpPr>
                <a:spLocks/>
              </p:cNvSpPr>
              <p:nvPr/>
            </p:nvSpPr>
            <p:spPr bwMode="auto">
              <a:xfrm>
                <a:off x="3533" y="1483"/>
                <a:ext cx="97" cy="80"/>
              </a:xfrm>
              <a:custGeom>
                <a:avLst/>
                <a:gdLst>
                  <a:gd name="T0" fmla="*/ 0 w 775"/>
                  <a:gd name="T1" fmla="*/ 0 h 641"/>
                  <a:gd name="T2" fmla="*/ 0 w 775"/>
                  <a:gd name="T3" fmla="*/ 0 h 641"/>
                  <a:gd name="T4" fmla="*/ 0 w 775"/>
                  <a:gd name="T5" fmla="*/ 0 h 641"/>
                  <a:gd name="T6" fmla="*/ 0 w 775"/>
                  <a:gd name="T7" fmla="*/ 0 h 641"/>
                  <a:gd name="T8" fmla="*/ 0 w 775"/>
                  <a:gd name="T9" fmla="*/ 0 h 641"/>
                  <a:gd name="T10" fmla="*/ 0 w 775"/>
                  <a:gd name="T11" fmla="*/ 0 h 641"/>
                  <a:gd name="T12" fmla="*/ 0 w 775"/>
                  <a:gd name="T13" fmla="*/ 0 h 641"/>
                  <a:gd name="T14" fmla="*/ 0 w 775"/>
                  <a:gd name="T15" fmla="*/ 0 h 641"/>
                  <a:gd name="T16" fmla="*/ 0 w 775"/>
                  <a:gd name="T17" fmla="*/ 0 h 641"/>
                  <a:gd name="T18" fmla="*/ 0 w 775"/>
                  <a:gd name="T19" fmla="*/ 0 h 641"/>
                  <a:gd name="T20" fmla="*/ 0 w 775"/>
                  <a:gd name="T21" fmla="*/ 0 h 641"/>
                  <a:gd name="T22" fmla="*/ 0 w 775"/>
                  <a:gd name="T23" fmla="*/ 0 h 641"/>
                  <a:gd name="T24" fmla="*/ 0 w 775"/>
                  <a:gd name="T25" fmla="*/ 0 h 641"/>
                  <a:gd name="T26" fmla="*/ 0 w 775"/>
                  <a:gd name="T27" fmla="*/ 0 h 641"/>
                  <a:gd name="T28" fmla="*/ 0 w 775"/>
                  <a:gd name="T29" fmla="*/ 0 h 641"/>
                  <a:gd name="T30" fmla="*/ 0 w 775"/>
                  <a:gd name="T31" fmla="*/ 0 h 641"/>
                  <a:gd name="T32" fmla="*/ 0 w 775"/>
                  <a:gd name="T33" fmla="*/ 0 h 641"/>
                  <a:gd name="T34" fmla="*/ 0 w 775"/>
                  <a:gd name="T35" fmla="*/ 0 h 641"/>
                  <a:gd name="T36" fmla="*/ 0 w 775"/>
                  <a:gd name="T37" fmla="*/ 0 h 641"/>
                  <a:gd name="T38" fmla="*/ 0 w 775"/>
                  <a:gd name="T39" fmla="*/ 0 h 641"/>
                  <a:gd name="T40" fmla="*/ 0 w 775"/>
                  <a:gd name="T41" fmla="*/ 0 h 641"/>
                  <a:gd name="T42" fmla="*/ 0 w 775"/>
                  <a:gd name="T43" fmla="*/ 0 h 641"/>
                  <a:gd name="T44" fmla="*/ 0 w 775"/>
                  <a:gd name="T45" fmla="*/ 0 h 641"/>
                  <a:gd name="T46" fmla="*/ 0 w 775"/>
                  <a:gd name="T47" fmla="*/ 0 h 641"/>
                  <a:gd name="T48" fmla="*/ 0 w 775"/>
                  <a:gd name="T49" fmla="*/ 0 h 641"/>
                  <a:gd name="T50" fmla="*/ 0 w 775"/>
                  <a:gd name="T51" fmla="*/ 0 h 641"/>
                  <a:gd name="T52" fmla="*/ 0 w 775"/>
                  <a:gd name="T53" fmla="*/ 0 h 641"/>
                  <a:gd name="T54" fmla="*/ 0 w 775"/>
                  <a:gd name="T55" fmla="*/ 0 h 641"/>
                  <a:gd name="T56" fmla="*/ 0 w 775"/>
                  <a:gd name="T57" fmla="*/ 0 h 641"/>
                  <a:gd name="T58" fmla="*/ 0 w 775"/>
                  <a:gd name="T59" fmla="*/ 0 h 641"/>
                  <a:gd name="T60" fmla="*/ 0 w 775"/>
                  <a:gd name="T61" fmla="*/ 0 h 641"/>
                  <a:gd name="T62" fmla="*/ 0 w 775"/>
                  <a:gd name="T63" fmla="*/ 0 h 641"/>
                  <a:gd name="T64" fmla="*/ 0 w 775"/>
                  <a:gd name="T65" fmla="*/ 0 h 641"/>
                  <a:gd name="T66" fmla="*/ 0 w 775"/>
                  <a:gd name="T67" fmla="*/ 0 h 641"/>
                  <a:gd name="T68" fmla="*/ 0 w 775"/>
                  <a:gd name="T69" fmla="*/ 0 h 641"/>
                  <a:gd name="T70" fmla="*/ 0 w 775"/>
                  <a:gd name="T71" fmla="*/ 0 h 641"/>
                  <a:gd name="T72" fmla="*/ 0 w 775"/>
                  <a:gd name="T73" fmla="*/ 0 h 641"/>
                  <a:gd name="T74" fmla="*/ 0 w 775"/>
                  <a:gd name="T75" fmla="*/ 0 h 641"/>
                  <a:gd name="T76" fmla="*/ 0 w 775"/>
                  <a:gd name="T77" fmla="*/ 0 h 641"/>
                  <a:gd name="T78" fmla="*/ 0 w 775"/>
                  <a:gd name="T79" fmla="*/ 0 h 641"/>
                  <a:gd name="T80" fmla="*/ 0 w 775"/>
                  <a:gd name="T81" fmla="*/ 0 h 641"/>
                  <a:gd name="T82" fmla="*/ 0 w 775"/>
                  <a:gd name="T83" fmla="*/ 0 h 641"/>
                  <a:gd name="T84" fmla="*/ 0 w 775"/>
                  <a:gd name="T85" fmla="*/ 0 h 64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75"/>
                  <a:gd name="T130" fmla="*/ 0 h 641"/>
                  <a:gd name="T131" fmla="*/ 775 w 775"/>
                  <a:gd name="T132" fmla="*/ 641 h 64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75" h="641">
                    <a:moveTo>
                      <a:pt x="747" y="575"/>
                    </a:moveTo>
                    <a:lnTo>
                      <a:pt x="701" y="518"/>
                    </a:lnTo>
                    <a:lnTo>
                      <a:pt x="643" y="461"/>
                    </a:lnTo>
                    <a:lnTo>
                      <a:pt x="608" y="397"/>
                    </a:lnTo>
                    <a:lnTo>
                      <a:pt x="617" y="309"/>
                    </a:lnTo>
                    <a:lnTo>
                      <a:pt x="586" y="261"/>
                    </a:lnTo>
                    <a:lnTo>
                      <a:pt x="530" y="230"/>
                    </a:lnTo>
                    <a:lnTo>
                      <a:pt x="496" y="226"/>
                    </a:lnTo>
                    <a:lnTo>
                      <a:pt x="440" y="230"/>
                    </a:lnTo>
                    <a:lnTo>
                      <a:pt x="488" y="316"/>
                    </a:lnTo>
                    <a:lnTo>
                      <a:pt x="571" y="397"/>
                    </a:lnTo>
                    <a:lnTo>
                      <a:pt x="440" y="316"/>
                    </a:lnTo>
                    <a:lnTo>
                      <a:pt x="343" y="274"/>
                    </a:lnTo>
                    <a:lnTo>
                      <a:pt x="242" y="283"/>
                    </a:lnTo>
                    <a:lnTo>
                      <a:pt x="161" y="288"/>
                    </a:lnTo>
                    <a:lnTo>
                      <a:pt x="118" y="300"/>
                    </a:lnTo>
                    <a:lnTo>
                      <a:pt x="152" y="371"/>
                    </a:lnTo>
                    <a:lnTo>
                      <a:pt x="320" y="378"/>
                    </a:lnTo>
                    <a:lnTo>
                      <a:pt x="454" y="447"/>
                    </a:lnTo>
                    <a:lnTo>
                      <a:pt x="336" y="447"/>
                    </a:lnTo>
                    <a:lnTo>
                      <a:pt x="384" y="518"/>
                    </a:lnTo>
                    <a:lnTo>
                      <a:pt x="413" y="602"/>
                    </a:lnTo>
                    <a:lnTo>
                      <a:pt x="378" y="641"/>
                    </a:lnTo>
                    <a:lnTo>
                      <a:pt x="274" y="586"/>
                    </a:lnTo>
                    <a:lnTo>
                      <a:pt x="182" y="542"/>
                    </a:lnTo>
                    <a:lnTo>
                      <a:pt x="161" y="503"/>
                    </a:lnTo>
                    <a:lnTo>
                      <a:pt x="90" y="480"/>
                    </a:lnTo>
                    <a:lnTo>
                      <a:pt x="57" y="378"/>
                    </a:lnTo>
                    <a:lnTo>
                      <a:pt x="48" y="239"/>
                    </a:lnTo>
                    <a:lnTo>
                      <a:pt x="23" y="191"/>
                    </a:lnTo>
                    <a:lnTo>
                      <a:pt x="39" y="136"/>
                    </a:lnTo>
                    <a:lnTo>
                      <a:pt x="0" y="127"/>
                    </a:lnTo>
                    <a:lnTo>
                      <a:pt x="48" y="78"/>
                    </a:lnTo>
                    <a:lnTo>
                      <a:pt x="175" y="63"/>
                    </a:lnTo>
                    <a:lnTo>
                      <a:pt x="343" y="85"/>
                    </a:lnTo>
                    <a:lnTo>
                      <a:pt x="518" y="0"/>
                    </a:lnTo>
                    <a:lnTo>
                      <a:pt x="622" y="94"/>
                    </a:lnTo>
                    <a:lnTo>
                      <a:pt x="678" y="182"/>
                    </a:lnTo>
                    <a:lnTo>
                      <a:pt x="692" y="274"/>
                    </a:lnTo>
                    <a:lnTo>
                      <a:pt x="701" y="406"/>
                    </a:lnTo>
                    <a:lnTo>
                      <a:pt x="705" y="489"/>
                    </a:lnTo>
                    <a:lnTo>
                      <a:pt x="775" y="595"/>
                    </a:lnTo>
                    <a:lnTo>
                      <a:pt x="747" y="57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5" name="Freeform 409"/>
              <p:cNvSpPr>
                <a:spLocks/>
              </p:cNvSpPr>
              <p:nvPr/>
            </p:nvSpPr>
            <p:spPr bwMode="auto">
              <a:xfrm>
                <a:off x="2877" y="1587"/>
                <a:ext cx="540" cy="400"/>
              </a:xfrm>
              <a:custGeom>
                <a:avLst/>
                <a:gdLst>
                  <a:gd name="T0" fmla="*/ 0 w 4318"/>
                  <a:gd name="T1" fmla="*/ 0 h 3200"/>
                  <a:gd name="T2" fmla="*/ 0 w 4318"/>
                  <a:gd name="T3" fmla="*/ 0 h 3200"/>
                  <a:gd name="T4" fmla="*/ 0 w 4318"/>
                  <a:gd name="T5" fmla="*/ 0 h 3200"/>
                  <a:gd name="T6" fmla="*/ 0 w 4318"/>
                  <a:gd name="T7" fmla="*/ 0 h 3200"/>
                  <a:gd name="T8" fmla="*/ 0 w 4318"/>
                  <a:gd name="T9" fmla="*/ 0 h 3200"/>
                  <a:gd name="T10" fmla="*/ 0 w 4318"/>
                  <a:gd name="T11" fmla="*/ 0 h 3200"/>
                  <a:gd name="T12" fmla="*/ 0 w 4318"/>
                  <a:gd name="T13" fmla="*/ 0 h 3200"/>
                  <a:gd name="T14" fmla="*/ 0 w 4318"/>
                  <a:gd name="T15" fmla="*/ 0 h 3200"/>
                  <a:gd name="T16" fmla="*/ 0 w 4318"/>
                  <a:gd name="T17" fmla="*/ 0 h 3200"/>
                  <a:gd name="T18" fmla="*/ 0 w 4318"/>
                  <a:gd name="T19" fmla="*/ 0 h 3200"/>
                  <a:gd name="T20" fmla="*/ 0 w 4318"/>
                  <a:gd name="T21" fmla="*/ 0 h 3200"/>
                  <a:gd name="T22" fmla="*/ 0 w 4318"/>
                  <a:gd name="T23" fmla="*/ 0 h 3200"/>
                  <a:gd name="T24" fmla="*/ 0 w 4318"/>
                  <a:gd name="T25" fmla="*/ 0 h 3200"/>
                  <a:gd name="T26" fmla="*/ 0 w 4318"/>
                  <a:gd name="T27" fmla="*/ 0 h 3200"/>
                  <a:gd name="T28" fmla="*/ 0 w 4318"/>
                  <a:gd name="T29" fmla="*/ 0 h 3200"/>
                  <a:gd name="T30" fmla="*/ 0 w 4318"/>
                  <a:gd name="T31" fmla="*/ 0 h 3200"/>
                  <a:gd name="T32" fmla="*/ 0 w 4318"/>
                  <a:gd name="T33" fmla="*/ 0 h 3200"/>
                  <a:gd name="T34" fmla="*/ 0 w 4318"/>
                  <a:gd name="T35" fmla="*/ 0 h 3200"/>
                  <a:gd name="T36" fmla="*/ 0 w 4318"/>
                  <a:gd name="T37" fmla="*/ 0 h 3200"/>
                  <a:gd name="T38" fmla="*/ 0 w 4318"/>
                  <a:gd name="T39" fmla="*/ 0 h 3200"/>
                  <a:gd name="T40" fmla="*/ 0 w 4318"/>
                  <a:gd name="T41" fmla="*/ 0 h 3200"/>
                  <a:gd name="T42" fmla="*/ 0 w 4318"/>
                  <a:gd name="T43" fmla="*/ 0 h 3200"/>
                  <a:gd name="T44" fmla="*/ 0 w 4318"/>
                  <a:gd name="T45" fmla="*/ 0 h 3200"/>
                  <a:gd name="T46" fmla="*/ 0 w 4318"/>
                  <a:gd name="T47" fmla="*/ 0 h 3200"/>
                  <a:gd name="T48" fmla="*/ 0 w 4318"/>
                  <a:gd name="T49" fmla="*/ 0 h 3200"/>
                  <a:gd name="T50" fmla="*/ 0 w 4318"/>
                  <a:gd name="T51" fmla="*/ 0 h 3200"/>
                  <a:gd name="T52" fmla="*/ 0 w 4318"/>
                  <a:gd name="T53" fmla="*/ 0 h 3200"/>
                  <a:gd name="T54" fmla="*/ 0 w 4318"/>
                  <a:gd name="T55" fmla="*/ 0 h 3200"/>
                  <a:gd name="T56" fmla="*/ 0 w 4318"/>
                  <a:gd name="T57" fmla="*/ 0 h 3200"/>
                  <a:gd name="T58" fmla="*/ 0 w 4318"/>
                  <a:gd name="T59" fmla="*/ 0 h 3200"/>
                  <a:gd name="T60" fmla="*/ 0 w 4318"/>
                  <a:gd name="T61" fmla="*/ 0 h 3200"/>
                  <a:gd name="T62" fmla="*/ 0 w 4318"/>
                  <a:gd name="T63" fmla="*/ 0 h 3200"/>
                  <a:gd name="T64" fmla="*/ 0 w 4318"/>
                  <a:gd name="T65" fmla="*/ 0 h 3200"/>
                  <a:gd name="T66" fmla="*/ 0 w 4318"/>
                  <a:gd name="T67" fmla="*/ 0 h 3200"/>
                  <a:gd name="T68" fmla="*/ 0 w 4318"/>
                  <a:gd name="T69" fmla="*/ 0 h 3200"/>
                  <a:gd name="T70" fmla="*/ 0 w 4318"/>
                  <a:gd name="T71" fmla="*/ 0 h 3200"/>
                  <a:gd name="T72" fmla="*/ 0 w 4318"/>
                  <a:gd name="T73" fmla="*/ 0 h 3200"/>
                  <a:gd name="T74" fmla="*/ 0 w 4318"/>
                  <a:gd name="T75" fmla="*/ 0 h 3200"/>
                  <a:gd name="T76" fmla="*/ 0 w 4318"/>
                  <a:gd name="T77" fmla="*/ 0 h 3200"/>
                  <a:gd name="T78" fmla="*/ 0 w 4318"/>
                  <a:gd name="T79" fmla="*/ 0 h 3200"/>
                  <a:gd name="T80" fmla="*/ 0 w 4318"/>
                  <a:gd name="T81" fmla="*/ 0 h 3200"/>
                  <a:gd name="T82" fmla="*/ 0 w 4318"/>
                  <a:gd name="T83" fmla="*/ 0 h 3200"/>
                  <a:gd name="T84" fmla="*/ 0 w 4318"/>
                  <a:gd name="T85" fmla="*/ 0 h 3200"/>
                  <a:gd name="T86" fmla="*/ 0 w 4318"/>
                  <a:gd name="T87" fmla="*/ 0 h 3200"/>
                  <a:gd name="T88" fmla="*/ 0 w 4318"/>
                  <a:gd name="T89" fmla="*/ 0 h 3200"/>
                  <a:gd name="T90" fmla="*/ 0 w 4318"/>
                  <a:gd name="T91" fmla="*/ 0 h 3200"/>
                  <a:gd name="T92" fmla="*/ 0 w 4318"/>
                  <a:gd name="T93" fmla="*/ 0 h 3200"/>
                  <a:gd name="T94" fmla="*/ 0 w 4318"/>
                  <a:gd name="T95" fmla="*/ 0 h 3200"/>
                  <a:gd name="T96" fmla="*/ 0 w 4318"/>
                  <a:gd name="T97" fmla="*/ 0 h 3200"/>
                  <a:gd name="T98" fmla="*/ 0 w 4318"/>
                  <a:gd name="T99" fmla="*/ 0 h 3200"/>
                  <a:gd name="T100" fmla="*/ 0 w 4318"/>
                  <a:gd name="T101" fmla="*/ 0 h 3200"/>
                  <a:gd name="T102" fmla="*/ 0 w 4318"/>
                  <a:gd name="T103" fmla="*/ 0 h 3200"/>
                  <a:gd name="T104" fmla="*/ 0 w 4318"/>
                  <a:gd name="T105" fmla="*/ 0 h 32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318"/>
                  <a:gd name="T160" fmla="*/ 0 h 3200"/>
                  <a:gd name="T161" fmla="*/ 4318 w 4318"/>
                  <a:gd name="T162" fmla="*/ 3200 h 32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318" h="3200">
                    <a:moveTo>
                      <a:pt x="4072" y="2092"/>
                    </a:moveTo>
                    <a:lnTo>
                      <a:pt x="4095" y="1897"/>
                    </a:lnTo>
                    <a:lnTo>
                      <a:pt x="4208" y="1706"/>
                    </a:lnTo>
                    <a:lnTo>
                      <a:pt x="4318" y="1345"/>
                    </a:lnTo>
                    <a:lnTo>
                      <a:pt x="4249" y="1246"/>
                    </a:lnTo>
                    <a:lnTo>
                      <a:pt x="4090" y="1246"/>
                    </a:lnTo>
                    <a:lnTo>
                      <a:pt x="3986" y="1086"/>
                    </a:lnTo>
                    <a:lnTo>
                      <a:pt x="3929" y="1035"/>
                    </a:lnTo>
                    <a:lnTo>
                      <a:pt x="3909" y="1035"/>
                    </a:lnTo>
                    <a:lnTo>
                      <a:pt x="3808" y="1057"/>
                    </a:lnTo>
                    <a:lnTo>
                      <a:pt x="3498" y="561"/>
                    </a:lnTo>
                    <a:lnTo>
                      <a:pt x="3329" y="459"/>
                    </a:lnTo>
                    <a:lnTo>
                      <a:pt x="3087" y="139"/>
                    </a:lnTo>
                    <a:lnTo>
                      <a:pt x="2935" y="99"/>
                    </a:lnTo>
                    <a:lnTo>
                      <a:pt x="2834" y="132"/>
                    </a:lnTo>
                    <a:lnTo>
                      <a:pt x="2723" y="113"/>
                    </a:lnTo>
                    <a:lnTo>
                      <a:pt x="2615" y="148"/>
                    </a:lnTo>
                    <a:lnTo>
                      <a:pt x="2327" y="180"/>
                    </a:lnTo>
                    <a:lnTo>
                      <a:pt x="2237" y="148"/>
                    </a:lnTo>
                    <a:lnTo>
                      <a:pt x="2126" y="189"/>
                    </a:lnTo>
                    <a:lnTo>
                      <a:pt x="2057" y="113"/>
                    </a:lnTo>
                    <a:lnTo>
                      <a:pt x="1973" y="31"/>
                    </a:lnTo>
                    <a:lnTo>
                      <a:pt x="1914" y="0"/>
                    </a:lnTo>
                    <a:lnTo>
                      <a:pt x="1232" y="249"/>
                    </a:lnTo>
                    <a:lnTo>
                      <a:pt x="1171" y="420"/>
                    </a:lnTo>
                    <a:lnTo>
                      <a:pt x="853" y="589"/>
                    </a:lnTo>
                    <a:lnTo>
                      <a:pt x="632" y="627"/>
                    </a:lnTo>
                    <a:lnTo>
                      <a:pt x="441" y="807"/>
                    </a:lnTo>
                    <a:lnTo>
                      <a:pt x="413" y="910"/>
                    </a:lnTo>
                    <a:lnTo>
                      <a:pt x="371" y="1015"/>
                    </a:lnTo>
                    <a:lnTo>
                      <a:pt x="259" y="1356"/>
                    </a:lnTo>
                    <a:lnTo>
                      <a:pt x="210" y="1624"/>
                    </a:lnTo>
                    <a:lnTo>
                      <a:pt x="270" y="1854"/>
                    </a:lnTo>
                    <a:lnTo>
                      <a:pt x="180" y="2075"/>
                    </a:lnTo>
                    <a:lnTo>
                      <a:pt x="90" y="2103"/>
                    </a:lnTo>
                    <a:lnTo>
                      <a:pt x="0" y="2193"/>
                    </a:lnTo>
                    <a:lnTo>
                      <a:pt x="191" y="2792"/>
                    </a:lnTo>
                    <a:lnTo>
                      <a:pt x="399" y="2861"/>
                    </a:lnTo>
                    <a:lnTo>
                      <a:pt x="761" y="2613"/>
                    </a:lnTo>
                    <a:lnTo>
                      <a:pt x="1042" y="1945"/>
                    </a:lnTo>
                    <a:lnTo>
                      <a:pt x="1211" y="2262"/>
                    </a:lnTo>
                    <a:lnTo>
                      <a:pt x="1303" y="2771"/>
                    </a:lnTo>
                    <a:lnTo>
                      <a:pt x="1232" y="2903"/>
                    </a:lnTo>
                    <a:lnTo>
                      <a:pt x="1204" y="3129"/>
                    </a:lnTo>
                    <a:lnTo>
                      <a:pt x="1261" y="3200"/>
                    </a:lnTo>
                    <a:lnTo>
                      <a:pt x="3408" y="2892"/>
                    </a:lnTo>
                    <a:lnTo>
                      <a:pt x="3355" y="1517"/>
                    </a:lnTo>
                    <a:lnTo>
                      <a:pt x="3569" y="1695"/>
                    </a:lnTo>
                    <a:lnTo>
                      <a:pt x="3707" y="1714"/>
                    </a:lnTo>
                    <a:lnTo>
                      <a:pt x="3777" y="1846"/>
                    </a:lnTo>
                    <a:lnTo>
                      <a:pt x="3938" y="1854"/>
                    </a:lnTo>
                    <a:lnTo>
                      <a:pt x="4028" y="1994"/>
                    </a:lnTo>
                    <a:lnTo>
                      <a:pt x="4072" y="209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6" name="Freeform 410"/>
              <p:cNvSpPr>
                <a:spLocks/>
              </p:cNvSpPr>
              <p:nvPr/>
            </p:nvSpPr>
            <p:spPr bwMode="auto">
              <a:xfrm>
                <a:off x="3154" y="1939"/>
                <a:ext cx="50" cy="35"/>
              </a:xfrm>
              <a:custGeom>
                <a:avLst/>
                <a:gdLst>
                  <a:gd name="T0" fmla="*/ 0 w 400"/>
                  <a:gd name="T1" fmla="*/ 0 h 279"/>
                  <a:gd name="T2" fmla="*/ 0 w 400"/>
                  <a:gd name="T3" fmla="*/ 0 h 279"/>
                  <a:gd name="T4" fmla="*/ 0 w 400"/>
                  <a:gd name="T5" fmla="*/ 0 h 279"/>
                  <a:gd name="T6" fmla="*/ 0 w 400"/>
                  <a:gd name="T7" fmla="*/ 0 h 279"/>
                  <a:gd name="T8" fmla="*/ 0 w 400"/>
                  <a:gd name="T9" fmla="*/ 0 h 279"/>
                  <a:gd name="T10" fmla="*/ 0 w 400"/>
                  <a:gd name="T11" fmla="*/ 0 h 279"/>
                  <a:gd name="T12" fmla="*/ 0 w 400"/>
                  <a:gd name="T13" fmla="*/ 0 h 279"/>
                  <a:gd name="T14" fmla="*/ 0 w 400"/>
                  <a:gd name="T15" fmla="*/ 0 h 279"/>
                  <a:gd name="T16" fmla="*/ 0 w 400"/>
                  <a:gd name="T17" fmla="*/ 0 h 2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0"/>
                  <a:gd name="T28" fmla="*/ 0 h 279"/>
                  <a:gd name="T29" fmla="*/ 400 w 400"/>
                  <a:gd name="T30" fmla="*/ 279 h 2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0" h="279">
                    <a:moveTo>
                      <a:pt x="279" y="0"/>
                    </a:moveTo>
                    <a:lnTo>
                      <a:pt x="130" y="0"/>
                    </a:lnTo>
                    <a:lnTo>
                      <a:pt x="8" y="83"/>
                    </a:lnTo>
                    <a:lnTo>
                      <a:pt x="0" y="242"/>
                    </a:lnTo>
                    <a:lnTo>
                      <a:pt x="40" y="279"/>
                    </a:lnTo>
                    <a:lnTo>
                      <a:pt x="391" y="210"/>
                    </a:lnTo>
                    <a:lnTo>
                      <a:pt x="400" y="162"/>
                    </a:lnTo>
                    <a:lnTo>
                      <a:pt x="349" y="30"/>
                    </a:lnTo>
                    <a:lnTo>
                      <a:pt x="279"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7" name="Freeform 411"/>
              <p:cNvSpPr>
                <a:spLocks/>
              </p:cNvSpPr>
              <p:nvPr/>
            </p:nvSpPr>
            <p:spPr bwMode="auto">
              <a:xfrm>
                <a:off x="2904" y="1706"/>
                <a:ext cx="28" cy="123"/>
              </a:xfrm>
              <a:custGeom>
                <a:avLst/>
                <a:gdLst>
                  <a:gd name="T0" fmla="*/ 0 w 231"/>
                  <a:gd name="T1" fmla="*/ 0 h 977"/>
                  <a:gd name="T2" fmla="*/ 0 w 231"/>
                  <a:gd name="T3" fmla="*/ 0 h 977"/>
                  <a:gd name="T4" fmla="*/ 0 w 231"/>
                  <a:gd name="T5" fmla="*/ 0 h 977"/>
                  <a:gd name="T6" fmla="*/ 0 w 231"/>
                  <a:gd name="T7" fmla="*/ 0 h 977"/>
                  <a:gd name="T8" fmla="*/ 0 w 231"/>
                  <a:gd name="T9" fmla="*/ 0 h 977"/>
                  <a:gd name="T10" fmla="*/ 0 w 231"/>
                  <a:gd name="T11" fmla="*/ 0 h 977"/>
                  <a:gd name="T12" fmla="*/ 0 w 231"/>
                  <a:gd name="T13" fmla="*/ 0 h 977"/>
                  <a:gd name="T14" fmla="*/ 0 w 231"/>
                  <a:gd name="T15" fmla="*/ 0 h 977"/>
                  <a:gd name="T16" fmla="*/ 0 w 231"/>
                  <a:gd name="T17" fmla="*/ 0 h 977"/>
                  <a:gd name="T18" fmla="*/ 0 w 231"/>
                  <a:gd name="T19" fmla="*/ 0 h 9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1"/>
                  <a:gd name="T31" fmla="*/ 0 h 977"/>
                  <a:gd name="T32" fmla="*/ 231 w 231"/>
                  <a:gd name="T33" fmla="*/ 977 h 9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1" h="977">
                    <a:moveTo>
                      <a:pt x="183" y="0"/>
                    </a:moveTo>
                    <a:lnTo>
                      <a:pt x="183" y="283"/>
                    </a:lnTo>
                    <a:lnTo>
                      <a:pt x="231" y="659"/>
                    </a:lnTo>
                    <a:lnTo>
                      <a:pt x="90" y="648"/>
                    </a:lnTo>
                    <a:lnTo>
                      <a:pt x="210" y="856"/>
                    </a:lnTo>
                    <a:lnTo>
                      <a:pt x="148" y="977"/>
                    </a:lnTo>
                    <a:lnTo>
                      <a:pt x="0" y="687"/>
                    </a:lnTo>
                    <a:lnTo>
                      <a:pt x="0" y="560"/>
                    </a:lnTo>
                    <a:lnTo>
                      <a:pt x="130" y="129"/>
                    </a:lnTo>
                    <a:lnTo>
                      <a:pt x="183"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8" name="Freeform 412"/>
              <p:cNvSpPr>
                <a:spLocks/>
              </p:cNvSpPr>
              <p:nvPr/>
            </p:nvSpPr>
            <p:spPr bwMode="auto">
              <a:xfrm>
                <a:off x="2884" y="1756"/>
                <a:ext cx="126" cy="187"/>
              </a:xfrm>
              <a:custGeom>
                <a:avLst/>
                <a:gdLst>
                  <a:gd name="T0" fmla="*/ 0 w 1008"/>
                  <a:gd name="T1" fmla="*/ 0 h 1494"/>
                  <a:gd name="T2" fmla="*/ 0 w 1008"/>
                  <a:gd name="T3" fmla="*/ 0 h 1494"/>
                  <a:gd name="T4" fmla="*/ 0 w 1008"/>
                  <a:gd name="T5" fmla="*/ 0 h 1494"/>
                  <a:gd name="T6" fmla="*/ 0 w 1008"/>
                  <a:gd name="T7" fmla="*/ 0 h 1494"/>
                  <a:gd name="T8" fmla="*/ 0 w 1008"/>
                  <a:gd name="T9" fmla="*/ 0 h 1494"/>
                  <a:gd name="T10" fmla="*/ 0 w 1008"/>
                  <a:gd name="T11" fmla="*/ 0 h 1494"/>
                  <a:gd name="T12" fmla="*/ 0 w 1008"/>
                  <a:gd name="T13" fmla="*/ 0 h 1494"/>
                  <a:gd name="T14" fmla="*/ 0 w 1008"/>
                  <a:gd name="T15" fmla="*/ 0 h 1494"/>
                  <a:gd name="T16" fmla="*/ 0 w 1008"/>
                  <a:gd name="T17" fmla="*/ 0 h 1494"/>
                  <a:gd name="T18" fmla="*/ 0 w 1008"/>
                  <a:gd name="T19" fmla="*/ 0 h 1494"/>
                  <a:gd name="T20" fmla="*/ 0 w 1008"/>
                  <a:gd name="T21" fmla="*/ 0 h 1494"/>
                  <a:gd name="T22" fmla="*/ 0 w 1008"/>
                  <a:gd name="T23" fmla="*/ 0 h 1494"/>
                  <a:gd name="T24" fmla="*/ 0 w 1008"/>
                  <a:gd name="T25" fmla="*/ 0 h 1494"/>
                  <a:gd name="T26" fmla="*/ 0 w 1008"/>
                  <a:gd name="T27" fmla="*/ 0 h 1494"/>
                  <a:gd name="T28" fmla="*/ 0 w 1008"/>
                  <a:gd name="T29" fmla="*/ 0 h 1494"/>
                  <a:gd name="T30" fmla="*/ 0 w 1008"/>
                  <a:gd name="T31" fmla="*/ 0 h 1494"/>
                  <a:gd name="T32" fmla="*/ 0 w 1008"/>
                  <a:gd name="T33" fmla="*/ 0 h 1494"/>
                  <a:gd name="T34" fmla="*/ 0 w 1008"/>
                  <a:gd name="T35" fmla="*/ 0 h 1494"/>
                  <a:gd name="T36" fmla="*/ 0 w 1008"/>
                  <a:gd name="T37" fmla="*/ 0 h 1494"/>
                  <a:gd name="T38" fmla="*/ 0 w 1008"/>
                  <a:gd name="T39" fmla="*/ 0 h 1494"/>
                  <a:gd name="T40" fmla="*/ 0 w 1008"/>
                  <a:gd name="T41" fmla="*/ 0 h 1494"/>
                  <a:gd name="T42" fmla="*/ 0 w 1008"/>
                  <a:gd name="T43" fmla="*/ 0 h 1494"/>
                  <a:gd name="T44" fmla="*/ 0 w 1008"/>
                  <a:gd name="T45" fmla="*/ 0 h 1494"/>
                  <a:gd name="T46" fmla="*/ 0 w 1008"/>
                  <a:gd name="T47" fmla="*/ 0 h 1494"/>
                  <a:gd name="T48" fmla="*/ 0 w 1008"/>
                  <a:gd name="T49" fmla="*/ 0 h 14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08"/>
                  <a:gd name="T76" fmla="*/ 0 h 1494"/>
                  <a:gd name="T77" fmla="*/ 1008 w 1008"/>
                  <a:gd name="T78" fmla="*/ 1494 h 14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08" h="1494">
                    <a:moveTo>
                      <a:pt x="0" y="778"/>
                    </a:moveTo>
                    <a:lnTo>
                      <a:pt x="28" y="837"/>
                    </a:lnTo>
                    <a:lnTo>
                      <a:pt x="28" y="975"/>
                    </a:lnTo>
                    <a:lnTo>
                      <a:pt x="99" y="1156"/>
                    </a:lnTo>
                    <a:lnTo>
                      <a:pt x="159" y="1048"/>
                    </a:lnTo>
                    <a:lnTo>
                      <a:pt x="281" y="1305"/>
                    </a:lnTo>
                    <a:lnTo>
                      <a:pt x="120" y="1378"/>
                    </a:lnTo>
                    <a:lnTo>
                      <a:pt x="342" y="1494"/>
                    </a:lnTo>
                    <a:lnTo>
                      <a:pt x="648" y="1385"/>
                    </a:lnTo>
                    <a:lnTo>
                      <a:pt x="839" y="1057"/>
                    </a:lnTo>
                    <a:lnTo>
                      <a:pt x="883" y="820"/>
                    </a:lnTo>
                    <a:lnTo>
                      <a:pt x="911" y="589"/>
                    </a:lnTo>
                    <a:lnTo>
                      <a:pt x="1008" y="310"/>
                    </a:lnTo>
                    <a:lnTo>
                      <a:pt x="869" y="30"/>
                    </a:lnTo>
                    <a:lnTo>
                      <a:pt x="812" y="0"/>
                    </a:lnTo>
                    <a:lnTo>
                      <a:pt x="710" y="279"/>
                    </a:lnTo>
                    <a:lnTo>
                      <a:pt x="779" y="350"/>
                    </a:lnTo>
                    <a:lnTo>
                      <a:pt x="890" y="400"/>
                    </a:lnTo>
                    <a:lnTo>
                      <a:pt x="770" y="679"/>
                    </a:lnTo>
                    <a:lnTo>
                      <a:pt x="770" y="848"/>
                    </a:lnTo>
                    <a:lnTo>
                      <a:pt x="648" y="1026"/>
                    </a:lnTo>
                    <a:lnTo>
                      <a:pt x="438" y="1057"/>
                    </a:lnTo>
                    <a:lnTo>
                      <a:pt x="307" y="589"/>
                    </a:lnTo>
                    <a:lnTo>
                      <a:pt x="69" y="736"/>
                    </a:lnTo>
                    <a:lnTo>
                      <a:pt x="0" y="778"/>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9" name="Freeform 413"/>
              <p:cNvSpPr>
                <a:spLocks/>
              </p:cNvSpPr>
              <p:nvPr/>
            </p:nvSpPr>
            <p:spPr bwMode="auto">
              <a:xfrm>
                <a:off x="3001" y="1646"/>
                <a:ext cx="295" cy="343"/>
              </a:xfrm>
              <a:custGeom>
                <a:avLst/>
                <a:gdLst>
                  <a:gd name="T0" fmla="*/ 0 w 2355"/>
                  <a:gd name="T1" fmla="*/ 0 h 2742"/>
                  <a:gd name="T2" fmla="*/ 0 w 2355"/>
                  <a:gd name="T3" fmla="*/ 0 h 2742"/>
                  <a:gd name="T4" fmla="*/ 0 w 2355"/>
                  <a:gd name="T5" fmla="*/ 0 h 2742"/>
                  <a:gd name="T6" fmla="*/ 0 w 2355"/>
                  <a:gd name="T7" fmla="*/ 0 h 2742"/>
                  <a:gd name="T8" fmla="*/ 0 w 2355"/>
                  <a:gd name="T9" fmla="*/ 0 h 2742"/>
                  <a:gd name="T10" fmla="*/ 0 w 2355"/>
                  <a:gd name="T11" fmla="*/ 0 h 2742"/>
                  <a:gd name="T12" fmla="*/ 0 w 2355"/>
                  <a:gd name="T13" fmla="*/ 0 h 2742"/>
                  <a:gd name="T14" fmla="*/ 0 w 2355"/>
                  <a:gd name="T15" fmla="*/ 0 h 2742"/>
                  <a:gd name="T16" fmla="*/ 0 w 2355"/>
                  <a:gd name="T17" fmla="*/ 0 h 2742"/>
                  <a:gd name="T18" fmla="*/ 0 w 2355"/>
                  <a:gd name="T19" fmla="*/ 0 h 2742"/>
                  <a:gd name="T20" fmla="*/ 0 w 2355"/>
                  <a:gd name="T21" fmla="*/ 0 h 2742"/>
                  <a:gd name="T22" fmla="*/ 0 w 2355"/>
                  <a:gd name="T23" fmla="*/ 0 h 2742"/>
                  <a:gd name="T24" fmla="*/ 0 w 2355"/>
                  <a:gd name="T25" fmla="*/ 0 h 2742"/>
                  <a:gd name="T26" fmla="*/ 0 w 2355"/>
                  <a:gd name="T27" fmla="*/ 0 h 2742"/>
                  <a:gd name="T28" fmla="*/ 0 w 2355"/>
                  <a:gd name="T29" fmla="*/ 0 h 2742"/>
                  <a:gd name="T30" fmla="*/ 0 w 2355"/>
                  <a:gd name="T31" fmla="*/ 0 h 2742"/>
                  <a:gd name="T32" fmla="*/ 0 w 2355"/>
                  <a:gd name="T33" fmla="*/ 0 h 2742"/>
                  <a:gd name="T34" fmla="*/ 0 w 2355"/>
                  <a:gd name="T35" fmla="*/ 0 h 2742"/>
                  <a:gd name="T36" fmla="*/ 0 w 2355"/>
                  <a:gd name="T37" fmla="*/ 0 h 2742"/>
                  <a:gd name="T38" fmla="*/ 0 w 2355"/>
                  <a:gd name="T39" fmla="*/ 0 h 2742"/>
                  <a:gd name="T40" fmla="*/ 0 w 2355"/>
                  <a:gd name="T41" fmla="*/ 0 h 2742"/>
                  <a:gd name="T42" fmla="*/ 0 w 2355"/>
                  <a:gd name="T43" fmla="*/ 0 h 2742"/>
                  <a:gd name="T44" fmla="*/ 0 w 2355"/>
                  <a:gd name="T45" fmla="*/ 0 h 2742"/>
                  <a:gd name="T46" fmla="*/ 0 w 2355"/>
                  <a:gd name="T47" fmla="*/ 0 h 2742"/>
                  <a:gd name="T48" fmla="*/ 0 w 2355"/>
                  <a:gd name="T49" fmla="*/ 0 h 2742"/>
                  <a:gd name="T50" fmla="*/ 0 w 2355"/>
                  <a:gd name="T51" fmla="*/ 0 h 2742"/>
                  <a:gd name="T52" fmla="*/ 0 w 2355"/>
                  <a:gd name="T53" fmla="*/ 0 h 2742"/>
                  <a:gd name="T54" fmla="*/ 0 w 2355"/>
                  <a:gd name="T55" fmla="*/ 0 h 2742"/>
                  <a:gd name="T56" fmla="*/ 0 w 2355"/>
                  <a:gd name="T57" fmla="*/ 0 h 2742"/>
                  <a:gd name="T58" fmla="*/ 0 w 2355"/>
                  <a:gd name="T59" fmla="*/ 0 h 2742"/>
                  <a:gd name="T60" fmla="*/ 0 w 2355"/>
                  <a:gd name="T61" fmla="*/ 0 h 2742"/>
                  <a:gd name="T62" fmla="*/ 0 w 2355"/>
                  <a:gd name="T63" fmla="*/ 0 h 2742"/>
                  <a:gd name="T64" fmla="*/ 0 w 2355"/>
                  <a:gd name="T65" fmla="*/ 0 h 2742"/>
                  <a:gd name="T66" fmla="*/ 0 w 2355"/>
                  <a:gd name="T67" fmla="*/ 0 h 2742"/>
                  <a:gd name="T68" fmla="*/ 0 w 2355"/>
                  <a:gd name="T69" fmla="*/ 0 h 2742"/>
                  <a:gd name="T70" fmla="*/ 0 w 2355"/>
                  <a:gd name="T71" fmla="*/ 0 h 2742"/>
                  <a:gd name="T72" fmla="*/ 0 w 2355"/>
                  <a:gd name="T73" fmla="*/ 0 h 2742"/>
                  <a:gd name="T74" fmla="*/ 0 w 2355"/>
                  <a:gd name="T75" fmla="*/ 0 h 2742"/>
                  <a:gd name="T76" fmla="*/ 0 w 2355"/>
                  <a:gd name="T77" fmla="*/ 0 h 2742"/>
                  <a:gd name="T78" fmla="*/ 0 w 2355"/>
                  <a:gd name="T79" fmla="*/ 0 h 2742"/>
                  <a:gd name="T80" fmla="*/ 0 w 2355"/>
                  <a:gd name="T81" fmla="*/ 0 h 2742"/>
                  <a:gd name="T82" fmla="*/ 0 w 2355"/>
                  <a:gd name="T83" fmla="*/ 0 h 2742"/>
                  <a:gd name="T84" fmla="*/ 0 w 2355"/>
                  <a:gd name="T85" fmla="*/ 0 h 2742"/>
                  <a:gd name="T86" fmla="*/ 0 w 2355"/>
                  <a:gd name="T87" fmla="*/ 0 h 2742"/>
                  <a:gd name="T88" fmla="*/ 0 w 2355"/>
                  <a:gd name="T89" fmla="*/ 0 h 2742"/>
                  <a:gd name="T90" fmla="*/ 0 w 2355"/>
                  <a:gd name="T91" fmla="*/ 0 h 2742"/>
                  <a:gd name="T92" fmla="*/ 0 w 2355"/>
                  <a:gd name="T93" fmla="*/ 0 h 2742"/>
                  <a:gd name="T94" fmla="*/ 0 w 2355"/>
                  <a:gd name="T95" fmla="*/ 0 h 2742"/>
                  <a:gd name="T96" fmla="*/ 0 w 2355"/>
                  <a:gd name="T97" fmla="*/ 0 h 2742"/>
                  <a:gd name="T98" fmla="*/ 0 w 2355"/>
                  <a:gd name="T99" fmla="*/ 0 h 2742"/>
                  <a:gd name="T100" fmla="*/ 0 w 2355"/>
                  <a:gd name="T101" fmla="*/ 0 h 2742"/>
                  <a:gd name="T102" fmla="*/ 0 w 2355"/>
                  <a:gd name="T103" fmla="*/ 0 h 2742"/>
                  <a:gd name="T104" fmla="*/ 0 w 2355"/>
                  <a:gd name="T105" fmla="*/ 0 h 2742"/>
                  <a:gd name="T106" fmla="*/ 0 w 2355"/>
                  <a:gd name="T107" fmla="*/ 0 h 2742"/>
                  <a:gd name="T108" fmla="*/ 0 w 2355"/>
                  <a:gd name="T109" fmla="*/ 0 h 2742"/>
                  <a:gd name="T110" fmla="*/ 0 w 2355"/>
                  <a:gd name="T111" fmla="*/ 0 h 2742"/>
                  <a:gd name="T112" fmla="*/ 0 w 2355"/>
                  <a:gd name="T113" fmla="*/ 0 h 2742"/>
                  <a:gd name="T114" fmla="*/ 0 w 2355"/>
                  <a:gd name="T115" fmla="*/ 0 h 274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55"/>
                  <a:gd name="T175" fmla="*/ 0 h 2742"/>
                  <a:gd name="T176" fmla="*/ 2355 w 2355"/>
                  <a:gd name="T177" fmla="*/ 2742 h 274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55" h="2742">
                    <a:moveTo>
                      <a:pt x="303" y="558"/>
                    </a:moveTo>
                    <a:lnTo>
                      <a:pt x="413" y="639"/>
                    </a:lnTo>
                    <a:lnTo>
                      <a:pt x="289" y="1119"/>
                    </a:lnTo>
                    <a:lnTo>
                      <a:pt x="289" y="1398"/>
                    </a:lnTo>
                    <a:lnTo>
                      <a:pt x="630" y="1476"/>
                    </a:lnTo>
                    <a:lnTo>
                      <a:pt x="604" y="411"/>
                    </a:lnTo>
                    <a:lnTo>
                      <a:pt x="630" y="208"/>
                    </a:lnTo>
                    <a:lnTo>
                      <a:pt x="503" y="150"/>
                    </a:lnTo>
                    <a:lnTo>
                      <a:pt x="382" y="231"/>
                    </a:lnTo>
                    <a:lnTo>
                      <a:pt x="360" y="208"/>
                    </a:lnTo>
                    <a:lnTo>
                      <a:pt x="450" y="143"/>
                    </a:lnTo>
                    <a:lnTo>
                      <a:pt x="503" y="72"/>
                    </a:lnTo>
                    <a:lnTo>
                      <a:pt x="833" y="0"/>
                    </a:lnTo>
                    <a:lnTo>
                      <a:pt x="991" y="84"/>
                    </a:lnTo>
                    <a:lnTo>
                      <a:pt x="943" y="121"/>
                    </a:lnTo>
                    <a:lnTo>
                      <a:pt x="833" y="112"/>
                    </a:lnTo>
                    <a:lnTo>
                      <a:pt x="782" y="252"/>
                    </a:lnTo>
                    <a:lnTo>
                      <a:pt x="1092" y="1558"/>
                    </a:lnTo>
                    <a:lnTo>
                      <a:pt x="1413" y="1747"/>
                    </a:lnTo>
                    <a:lnTo>
                      <a:pt x="1965" y="2035"/>
                    </a:lnTo>
                    <a:lnTo>
                      <a:pt x="1905" y="1875"/>
                    </a:lnTo>
                    <a:lnTo>
                      <a:pt x="2207" y="1993"/>
                    </a:lnTo>
                    <a:lnTo>
                      <a:pt x="2297" y="1773"/>
                    </a:lnTo>
                    <a:lnTo>
                      <a:pt x="2345" y="1785"/>
                    </a:lnTo>
                    <a:lnTo>
                      <a:pt x="2306" y="2145"/>
                    </a:lnTo>
                    <a:lnTo>
                      <a:pt x="2355" y="2343"/>
                    </a:lnTo>
                    <a:lnTo>
                      <a:pt x="2133" y="2393"/>
                    </a:lnTo>
                    <a:lnTo>
                      <a:pt x="1598" y="2356"/>
                    </a:lnTo>
                    <a:lnTo>
                      <a:pt x="1723" y="2272"/>
                    </a:lnTo>
                    <a:lnTo>
                      <a:pt x="1644" y="2126"/>
                    </a:lnTo>
                    <a:lnTo>
                      <a:pt x="1732" y="2085"/>
                    </a:lnTo>
                    <a:lnTo>
                      <a:pt x="1503" y="2015"/>
                    </a:lnTo>
                    <a:lnTo>
                      <a:pt x="1503" y="2165"/>
                    </a:lnTo>
                    <a:lnTo>
                      <a:pt x="1444" y="2334"/>
                    </a:lnTo>
                    <a:lnTo>
                      <a:pt x="1246" y="2405"/>
                    </a:lnTo>
                    <a:lnTo>
                      <a:pt x="1273" y="2384"/>
                    </a:lnTo>
                    <a:lnTo>
                      <a:pt x="1135" y="2043"/>
                    </a:lnTo>
                    <a:lnTo>
                      <a:pt x="863" y="1868"/>
                    </a:lnTo>
                    <a:lnTo>
                      <a:pt x="591" y="1826"/>
                    </a:lnTo>
                    <a:lnTo>
                      <a:pt x="663" y="1916"/>
                    </a:lnTo>
                    <a:lnTo>
                      <a:pt x="624" y="1936"/>
                    </a:lnTo>
                    <a:lnTo>
                      <a:pt x="773" y="1976"/>
                    </a:lnTo>
                    <a:lnTo>
                      <a:pt x="1054" y="2204"/>
                    </a:lnTo>
                    <a:lnTo>
                      <a:pt x="1171" y="2322"/>
                    </a:lnTo>
                    <a:lnTo>
                      <a:pt x="962" y="2315"/>
                    </a:lnTo>
                    <a:lnTo>
                      <a:pt x="734" y="2246"/>
                    </a:lnTo>
                    <a:lnTo>
                      <a:pt x="923" y="2405"/>
                    </a:lnTo>
                    <a:lnTo>
                      <a:pt x="743" y="2463"/>
                    </a:lnTo>
                    <a:lnTo>
                      <a:pt x="521" y="2601"/>
                    </a:lnTo>
                    <a:lnTo>
                      <a:pt x="851" y="2525"/>
                    </a:lnTo>
                    <a:lnTo>
                      <a:pt x="552" y="2742"/>
                    </a:lnTo>
                    <a:lnTo>
                      <a:pt x="250" y="2742"/>
                    </a:lnTo>
                    <a:lnTo>
                      <a:pt x="213" y="2652"/>
                    </a:lnTo>
                    <a:lnTo>
                      <a:pt x="303" y="2272"/>
                    </a:lnTo>
                    <a:lnTo>
                      <a:pt x="270" y="2114"/>
                    </a:lnTo>
                    <a:lnTo>
                      <a:pt x="0" y="1178"/>
                    </a:lnTo>
                    <a:lnTo>
                      <a:pt x="81" y="720"/>
                    </a:lnTo>
                    <a:lnTo>
                      <a:pt x="303" y="558"/>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0" name="Freeform 414"/>
              <p:cNvSpPr>
                <a:spLocks/>
              </p:cNvSpPr>
              <p:nvPr/>
            </p:nvSpPr>
            <p:spPr bwMode="auto">
              <a:xfrm>
                <a:off x="3140" y="1598"/>
                <a:ext cx="107" cy="77"/>
              </a:xfrm>
              <a:custGeom>
                <a:avLst/>
                <a:gdLst>
                  <a:gd name="T0" fmla="*/ 0 w 851"/>
                  <a:gd name="T1" fmla="*/ 0 h 616"/>
                  <a:gd name="T2" fmla="*/ 0 w 851"/>
                  <a:gd name="T3" fmla="*/ 0 h 616"/>
                  <a:gd name="T4" fmla="*/ 0 w 851"/>
                  <a:gd name="T5" fmla="*/ 0 h 616"/>
                  <a:gd name="T6" fmla="*/ 0 w 851"/>
                  <a:gd name="T7" fmla="*/ 0 h 616"/>
                  <a:gd name="T8" fmla="*/ 0 w 851"/>
                  <a:gd name="T9" fmla="*/ 0 h 616"/>
                  <a:gd name="T10" fmla="*/ 0 w 851"/>
                  <a:gd name="T11" fmla="*/ 0 h 616"/>
                  <a:gd name="T12" fmla="*/ 0 w 851"/>
                  <a:gd name="T13" fmla="*/ 0 h 616"/>
                  <a:gd name="T14" fmla="*/ 0 w 851"/>
                  <a:gd name="T15" fmla="*/ 0 h 616"/>
                  <a:gd name="T16" fmla="*/ 0 w 851"/>
                  <a:gd name="T17" fmla="*/ 0 h 616"/>
                  <a:gd name="T18" fmla="*/ 0 w 851"/>
                  <a:gd name="T19" fmla="*/ 0 h 616"/>
                  <a:gd name="T20" fmla="*/ 0 w 851"/>
                  <a:gd name="T21" fmla="*/ 0 h 616"/>
                  <a:gd name="T22" fmla="*/ 0 w 851"/>
                  <a:gd name="T23" fmla="*/ 0 h 616"/>
                  <a:gd name="T24" fmla="*/ 0 w 851"/>
                  <a:gd name="T25" fmla="*/ 0 h 616"/>
                  <a:gd name="T26" fmla="*/ 0 w 851"/>
                  <a:gd name="T27" fmla="*/ 0 h 616"/>
                  <a:gd name="T28" fmla="*/ 0 w 851"/>
                  <a:gd name="T29" fmla="*/ 0 h 616"/>
                  <a:gd name="T30" fmla="*/ 0 w 851"/>
                  <a:gd name="T31" fmla="*/ 0 h 616"/>
                  <a:gd name="T32" fmla="*/ 0 w 851"/>
                  <a:gd name="T33" fmla="*/ 0 h 616"/>
                  <a:gd name="T34" fmla="*/ 0 w 851"/>
                  <a:gd name="T35" fmla="*/ 0 h 6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1"/>
                  <a:gd name="T55" fmla="*/ 0 h 616"/>
                  <a:gd name="T56" fmla="*/ 851 w 851"/>
                  <a:gd name="T57" fmla="*/ 616 h 6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1" h="616">
                    <a:moveTo>
                      <a:pt x="0" y="385"/>
                    </a:moveTo>
                    <a:lnTo>
                      <a:pt x="77" y="207"/>
                    </a:lnTo>
                    <a:lnTo>
                      <a:pt x="77" y="348"/>
                    </a:lnTo>
                    <a:lnTo>
                      <a:pt x="299" y="97"/>
                    </a:lnTo>
                    <a:lnTo>
                      <a:pt x="378" y="616"/>
                    </a:lnTo>
                    <a:lnTo>
                      <a:pt x="417" y="227"/>
                    </a:lnTo>
                    <a:lnTo>
                      <a:pt x="618" y="69"/>
                    </a:lnTo>
                    <a:lnTo>
                      <a:pt x="740" y="97"/>
                    </a:lnTo>
                    <a:lnTo>
                      <a:pt x="851" y="7"/>
                    </a:lnTo>
                    <a:lnTo>
                      <a:pt x="721" y="40"/>
                    </a:lnTo>
                    <a:lnTo>
                      <a:pt x="653" y="40"/>
                    </a:lnTo>
                    <a:lnTo>
                      <a:pt x="618" y="0"/>
                    </a:lnTo>
                    <a:lnTo>
                      <a:pt x="521" y="69"/>
                    </a:lnTo>
                    <a:lnTo>
                      <a:pt x="389" y="47"/>
                    </a:lnTo>
                    <a:lnTo>
                      <a:pt x="279" y="40"/>
                    </a:lnTo>
                    <a:lnTo>
                      <a:pt x="118" y="77"/>
                    </a:lnTo>
                    <a:lnTo>
                      <a:pt x="21" y="189"/>
                    </a:lnTo>
                    <a:lnTo>
                      <a:pt x="0" y="38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1" name="Freeform 415"/>
              <p:cNvSpPr>
                <a:spLocks/>
              </p:cNvSpPr>
              <p:nvPr/>
            </p:nvSpPr>
            <p:spPr bwMode="auto">
              <a:xfrm>
                <a:off x="3256" y="1669"/>
                <a:ext cx="101" cy="198"/>
              </a:xfrm>
              <a:custGeom>
                <a:avLst/>
                <a:gdLst>
                  <a:gd name="T0" fmla="*/ 0 w 811"/>
                  <a:gd name="T1" fmla="*/ 0 h 1587"/>
                  <a:gd name="T2" fmla="*/ 0 w 811"/>
                  <a:gd name="T3" fmla="*/ 0 h 1587"/>
                  <a:gd name="T4" fmla="*/ 0 w 811"/>
                  <a:gd name="T5" fmla="*/ 0 h 1587"/>
                  <a:gd name="T6" fmla="*/ 0 w 811"/>
                  <a:gd name="T7" fmla="*/ 0 h 1587"/>
                  <a:gd name="T8" fmla="*/ 0 w 811"/>
                  <a:gd name="T9" fmla="*/ 0 h 1587"/>
                  <a:gd name="T10" fmla="*/ 0 w 811"/>
                  <a:gd name="T11" fmla="*/ 0 h 1587"/>
                  <a:gd name="T12" fmla="*/ 0 w 811"/>
                  <a:gd name="T13" fmla="*/ 0 h 1587"/>
                  <a:gd name="T14" fmla="*/ 0 w 811"/>
                  <a:gd name="T15" fmla="*/ 0 h 1587"/>
                  <a:gd name="T16" fmla="*/ 0 w 811"/>
                  <a:gd name="T17" fmla="*/ 0 h 1587"/>
                  <a:gd name="T18" fmla="*/ 0 w 811"/>
                  <a:gd name="T19" fmla="*/ 0 h 1587"/>
                  <a:gd name="T20" fmla="*/ 0 w 811"/>
                  <a:gd name="T21" fmla="*/ 0 h 1587"/>
                  <a:gd name="T22" fmla="*/ 0 w 811"/>
                  <a:gd name="T23" fmla="*/ 0 h 1587"/>
                  <a:gd name="T24" fmla="*/ 0 w 811"/>
                  <a:gd name="T25" fmla="*/ 0 h 1587"/>
                  <a:gd name="T26" fmla="*/ 0 w 811"/>
                  <a:gd name="T27" fmla="*/ 0 h 1587"/>
                  <a:gd name="T28" fmla="*/ 0 w 811"/>
                  <a:gd name="T29" fmla="*/ 0 h 1587"/>
                  <a:gd name="T30" fmla="*/ 0 w 811"/>
                  <a:gd name="T31" fmla="*/ 0 h 1587"/>
                  <a:gd name="T32" fmla="*/ 0 w 811"/>
                  <a:gd name="T33" fmla="*/ 0 h 1587"/>
                  <a:gd name="T34" fmla="*/ 0 w 811"/>
                  <a:gd name="T35" fmla="*/ 0 h 1587"/>
                  <a:gd name="T36" fmla="*/ 0 w 811"/>
                  <a:gd name="T37" fmla="*/ 0 h 1587"/>
                  <a:gd name="T38" fmla="*/ 0 w 811"/>
                  <a:gd name="T39" fmla="*/ 0 h 1587"/>
                  <a:gd name="T40" fmla="*/ 0 w 811"/>
                  <a:gd name="T41" fmla="*/ 0 h 1587"/>
                  <a:gd name="T42" fmla="*/ 0 w 811"/>
                  <a:gd name="T43" fmla="*/ 0 h 1587"/>
                  <a:gd name="T44" fmla="*/ 0 w 811"/>
                  <a:gd name="T45" fmla="*/ 0 h 1587"/>
                  <a:gd name="T46" fmla="*/ 0 w 811"/>
                  <a:gd name="T47" fmla="*/ 0 h 158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11"/>
                  <a:gd name="T73" fmla="*/ 0 h 1587"/>
                  <a:gd name="T74" fmla="*/ 811 w 811"/>
                  <a:gd name="T75" fmla="*/ 1587 h 158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11" h="1587">
                    <a:moveTo>
                      <a:pt x="481" y="171"/>
                    </a:moveTo>
                    <a:lnTo>
                      <a:pt x="481" y="429"/>
                    </a:lnTo>
                    <a:lnTo>
                      <a:pt x="380" y="600"/>
                    </a:lnTo>
                    <a:lnTo>
                      <a:pt x="239" y="429"/>
                    </a:lnTo>
                    <a:lnTo>
                      <a:pt x="128" y="259"/>
                    </a:lnTo>
                    <a:lnTo>
                      <a:pt x="239" y="860"/>
                    </a:lnTo>
                    <a:lnTo>
                      <a:pt x="207" y="1257"/>
                    </a:lnTo>
                    <a:lnTo>
                      <a:pt x="0" y="1556"/>
                    </a:lnTo>
                    <a:lnTo>
                      <a:pt x="170" y="1587"/>
                    </a:lnTo>
                    <a:lnTo>
                      <a:pt x="361" y="1483"/>
                    </a:lnTo>
                    <a:lnTo>
                      <a:pt x="318" y="840"/>
                    </a:lnTo>
                    <a:lnTo>
                      <a:pt x="509" y="1049"/>
                    </a:lnTo>
                    <a:lnTo>
                      <a:pt x="640" y="1049"/>
                    </a:lnTo>
                    <a:lnTo>
                      <a:pt x="541" y="939"/>
                    </a:lnTo>
                    <a:lnTo>
                      <a:pt x="521" y="770"/>
                    </a:lnTo>
                    <a:lnTo>
                      <a:pt x="582" y="600"/>
                    </a:lnTo>
                    <a:lnTo>
                      <a:pt x="659" y="489"/>
                    </a:lnTo>
                    <a:lnTo>
                      <a:pt x="721" y="392"/>
                    </a:lnTo>
                    <a:lnTo>
                      <a:pt x="762" y="528"/>
                    </a:lnTo>
                    <a:lnTo>
                      <a:pt x="811" y="400"/>
                    </a:lnTo>
                    <a:lnTo>
                      <a:pt x="780" y="293"/>
                    </a:lnTo>
                    <a:lnTo>
                      <a:pt x="721" y="150"/>
                    </a:lnTo>
                    <a:lnTo>
                      <a:pt x="548" y="0"/>
                    </a:lnTo>
                    <a:lnTo>
                      <a:pt x="481" y="171"/>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2" name="Freeform 416"/>
              <p:cNvSpPr>
                <a:spLocks/>
              </p:cNvSpPr>
              <p:nvPr/>
            </p:nvSpPr>
            <p:spPr bwMode="auto">
              <a:xfrm>
                <a:off x="3349" y="1737"/>
                <a:ext cx="69" cy="76"/>
              </a:xfrm>
              <a:custGeom>
                <a:avLst/>
                <a:gdLst>
                  <a:gd name="T0" fmla="*/ 0 w 552"/>
                  <a:gd name="T1" fmla="*/ 0 h 609"/>
                  <a:gd name="T2" fmla="*/ 0 w 552"/>
                  <a:gd name="T3" fmla="*/ 0 h 609"/>
                  <a:gd name="T4" fmla="*/ 0 w 552"/>
                  <a:gd name="T5" fmla="*/ 0 h 609"/>
                  <a:gd name="T6" fmla="*/ 0 w 552"/>
                  <a:gd name="T7" fmla="*/ 0 h 609"/>
                  <a:gd name="T8" fmla="*/ 0 w 552"/>
                  <a:gd name="T9" fmla="*/ 0 h 609"/>
                  <a:gd name="T10" fmla="*/ 0 w 552"/>
                  <a:gd name="T11" fmla="*/ 0 h 609"/>
                  <a:gd name="T12" fmla="*/ 0 w 552"/>
                  <a:gd name="T13" fmla="*/ 0 h 609"/>
                  <a:gd name="T14" fmla="*/ 0 w 552"/>
                  <a:gd name="T15" fmla="*/ 0 h 609"/>
                  <a:gd name="T16" fmla="*/ 0 w 552"/>
                  <a:gd name="T17" fmla="*/ 0 h 609"/>
                  <a:gd name="T18" fmla="*/ 0 w 552"/>
                  <a:gd name="T19" fmla="*/ 0 h 609"/>
                  <a:gd name="T20" fmla="*/ 0 w 552"/>
                  <a:gd name="T21" fmla="*/ 0 h 609"/>
                  <a:gd name="T22" fmla="*/ 0 w 552"/>
                  <a:gd name="T23" fmla="*/ 0 h 6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2"/>
                  <a:gd name="T37" fmla="*/ 0 h 609"/>
                  <a:gd name="T38" fmla="*/ 552 w 552"/>
                  <a:gd name="T39" fmla="*/ 609 h 60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2" h="609">
                    <a:moveTo>
                      <a:pt x="152" y="0"/>
                    </a:moveTo>
                    <a:lnTo>
                      <a:pt x="31" y="152"/>
                    </a:lnTo>
                    <a:lnTo>
                      <a:pt x="132" y="293"/>
                    </a:lnTo>
                    <a:lnTo>
                      <a:pt x="373" y="133"/>
                    </a:lnTo>
                    <a:lnTo>
                      <a:pt x="453" y="293"/>
                    </a:lnTo>
                    <a:lnTo>
                      <a:pt x="0" y="609"/>
                    </a:lnTo>
                    <a:lnTo>
                      <a:pt x="420" y="541"/>
                    </a:lnTo>
                    <a:lnTo>
                      <a:pt x="552" y="133"/>
                    </a:lnTo>
                    <a:lnTo>
                      <a:pt x="453" y="42"/>
                    </a:lnTo>
                    <a:lnTo>
                      <a:pt x="299" y="62"/>
                    </a:lnTo>
                    <a:lnTo>
                      <a:pt x="193" y="23"/>
                    </a:lnTo>
                    <a:lnTo>
                      <a:pt x="152"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3" name="Freeform 417"/>
              <p:cNvSpPr>
                <a:spLocks/>
              </p:cNvSpPr>
              <p:nvPr/>
            </p:nvSpPr>
            <p:spPr bwMode="auto">
              <a:xfrm>
                <a:off x="3079" y="1640"/>
                <a:ext cx="103" cy="307"/>
              </a:xfrm>
              <a:custGeom>
                <a:avLst/>
                <a:gdLst>
                  <a:gd name="T0" fmla="*/ 0 w 820"/>
                  <a:gd name="T1" fmla="*/ 0 h 2453"/>
                  <a:gd name="T2" fmla="*/ 0 w 820"/>
                  <a:gd name="T3" fmla="*/ 0 h 2453"/>
                  <a:gd name="T4" fmla="*/ 0 w 820"/>
                  <a:gd name="T5" fmla="*/ 0 h 2453"/>
                  <a:gd name="T6" fmla="*/ 0 w 820"/>
                  <a:gd name="T7" fmla="*/ 0 h 2453"/>
                  <a:gd name="T8" fmla="*/ 0 w 820"/>
                  <a:gd name="T9" fmla="*/ 0 h 2453"/>
                  <a:gd name="T10" fmla="*/ 0 w 820"/>
                  <a:gd name="T11" fmla="*/ 0 h 2453"/>
                  <a:gd name="T12" fmla="*/ 0 w 820"/>
                  <a:gd name="T13" fmla="*/ 0 h 2453"/>
                  <a:gd name="T14" fmla="*/ 0 w 820"/>
                  <a:gd name="T15" fmla="*/ 0 h 2453"/>
                  <a:gd name="T16" fmla="*/ 0 w 820"/>
                  <a:gd name="T17" fmla="*/ 0 h 2453"/>
                  <a:gd name="T18" fmla="*/ 0 w 820"/>
                  <a:gd name="T19" fmla="*/ 0 h 2453"/>
                  <a:gd name="T20" fmla="*/ 0 w 820"/>
                  <a:gd name="T21" fmla="*/ 0 h 2453"/>
                  <a:gd name="T22" fmla="*/ 0 w 820"/>
                  <a:gd name="T23" fmla="*/ 0 h 2453"/>
                  <a:gd name="T24" fmla="*/ 0 w 820"/>
                  <a:gd name="T25" fmla="*/ 0 h 2453"/>
                  <a:gd name="T26" fmla="*/ 0 w 820"/>
                  <a:gd name="T27" fmla="*/ 0 h 2453"/>
                  <a:gd name="T28" fmla="*/ 0 w 820"/>
                  <a:gd name="T29" fmla="*/ 0 h 2453"/>
                  <a:gd name="T30" fmla="*/ 0 w 820"/>
                  <a:gd name="T31" fmla="*/ 0 h 2453"/>
                  <a:gd name="T32" fmla="*/ 0 w 820"/>
                  <a:gd name="T33" fmla="*/ 0 h 2453"/>
                  <a:gd name="T34" fmla="*/ 0 w 820"/>
                  <a:gd name="T35" fmla="*/ 0 h 2453"/>
                  <a:gd name="T36" fmla="*/ 0 w 820"/>
                  <a:gd name="T37" fmla="*/ 0 h 2453"/>
                  <a:gd name="T38" fmla="*/ 0 w 820"/>
                  <a:gd name="T39" fmla="*/ 0 h 24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20"/>
                  <a:gd name="T61" fmla="*/ 0 h 2453"/>
                  <a:gd name="T62" fmla="*/ 820 w 820"/>
                  <a:gd name="T63" fmla="*/ 2453 h 24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20" h="2453">
                    <a:moveTo>
                      <a:pt x="186" y="21"/>
                    </a:moveTo>
                    <a:lnTo>
                      <a:pt x="178" y="110"/>
                    </a:lnTo>
                    <a:lnTo>
                      <a:pt x="136" y="198"/>
                    </a:lnTo>
                    <a:lnTo>
                      <a:pt x="119" y="228"/>
                    </a:lnTo>
                    <a:lnTo>
                      <a:pt x="186" y="309"/>
                    </a:lnTo>
                    <a:lnTo>
                      <a:pt x="288" y="487"/>
                    </a:lnTo>
                    <a:lnTo>
                      <a:pt x="400" y="817"/>
                    </a:lnTo>
                    <a:lnTo>
                      <a:pt x="520" y="1245"/>
                    </a:lnTo>
                    <a:lnTo>
                      <a:pt x="693" y="1806"/>
                    </a:lnTo>
                    <a:lnTo>
                      <a:pt x="820" y="2125"/>
                    </a:lnTo>
                    <a:lnTo>
                      <a:pt x="672" y="2453"/>
                    </a:lnTo>
                    <a:lnTo>
                      <a:pt x="347" y="2204"/>
                    </a:lnTo>
                    <a:lnTo>
                      <a:pt x="68" y="708"/>
                    </a:lnTo>
                    <a:lnTo>
                      <a:pt x="46" y="440"/>
                    </a:lnTo>
                    <a:lnTo>
                      <a:pt x="68" y="270"/>
                    </a:lnTo>
                    <a:lnTo>
                      <a:pt x="68" y="228"/>
                    </a:lnTo>
                    <a:lnTo>
                      <a:pt x="0" y="141"/>
                    </a:lnTo>
                    <a:lnTo>
                      <a:pt x="6" y="0"/>
                    </a:lnTo>
                    <a:lnTo>
                      <a:pt x="149" y="11"/>
                    </a:lnTo>
                    <a:lnTo>
                      <a:pt x="186" y="2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4" name="Freeform 418"/>
              <p:cNvSpPr>
                <a:spLocks/>
              </p:cNvSpPr>
              <p:nvPr/>
            </p:nvSpPr>
            <p:spPr bwMode="auto">
              <a:xfrm>
                <a:off x="3074" y="1640"/>
                <a:ext cx="108" cy="310"/>
              </a:xfrm>
              <a:custGeom>
                <a:avLst/>
                <a:gdLst>
                  <a:gd name="T0" fmla="*/ 0 w 862"/>
                  <a:gd name="T1" fmla="*/ 0 h 2474"/>
                  <a:gd name="T2" fmla="*/ 0 w 862"/>
                  <a:gd name="T3" fmla="*/ 0 h 2474"/>
                  <a:gd name="T4" fmla="*/ 0 w 862"/>
                  <a:gd name="T5" fmla="*/ 0 h 2474"/>
                  <a:gd name="T6" fmla="*/ 0 w 862"/>
                  <a:gd name="T7" fmla="*/ 0 h 2474"/>
                  <a:gd name="T8" fmla="*/ 0 w 862"/>
                  <a:gd name="T9" fmla="*/ 0 h 2474"/>
                  <a:gd name="T10" fmla="*/ 0 w 862"/>
                  <a:gd name="T11" fmla="*/ 0 h 2474"/>
                  <a:gd name="T12" fmla="*/ 0 w 862"/>
                  <a:gd name="T13" fmla="*/ 0 h 2474"/>
                  <a:gd name="T14" fmla="*/ 0 w 862"/>
                  <a:gd name="T15" fmla="*/ 0 h 2474"/>
                  <a:gd name="T16" fmla="*/ 0 w 862"/>
                  <a:gd name="T17" fmla="*/ 0 h 2474"/>
                  <a:gd name="T18" fmla="*/ 0 w 862"/>
                  <a:gd name="T19" fmla="*/ 0 h 2474"/>
                  <a:gd name="T20" fmla="*/ 0 w 862"/>
                  <a:gd name="T21" fmla="*/ 0 h 2474"/>
                  <a:gd name="T22" fmla="*/ 0 w 862"/>
                  <a:gd name="T23" fmla="*/ 0 h 2474"/>
                  <a:gd name="T24" fmla="*/ 0 w 862"/>
                  <a:gd name="T25" fmla="*/ 0 h 2474"/>
                  <a:gd name="T26" fmla="*/ 0 w 862"/>
                  <a:gd name="T27" fmla="*/ 0 h 2474"/>
                  <a:gd name="T28" fmla="*/ 0 w 862"/>
                  <a:gd name="T29" fmla="*/ 0 h 2474"/>
                  <a:gd name="T30" fmla="*/ 0 w 862"/>
                  <a:gd name="T31" fmla="*/ 0 h 2474"/>
                  <a:gd name="T32" fmla="*/ 0 w 862"/>
                  <a:gd name="T33" fmla="*/ 0 h 2474"/>
                  <a:gd name="T34" fmla="*/ 0 w 862"/>
                  <a:gd name="T35" fmla="*/ 0 h 2474"/>
                  <a:gd name="T36" fmla="*/ 0 w 862"/>
                  <a:gd name="T37" fmla="*/ 0 h 2474"/>
                  <a:gd name="T38" fmla="*/ 0 w 862"/>
                  <a:gd name="T39" fmla="*/ 0 h 2474"/>
                  <a:gd name="T40" fmla="*/ 0 w 862"/>
                  <a:gd name="T41" fmla="*/ 0 h 2474"/>
                  <a:gd name="T42" fmla="*/ 0 w 862"/>
                  <a:gd name="T43" fmla="*/ 0 h 2474"/>
                  <a:gd name="T44" fmla="*/ 0 w 862"/>
                  <a:gd name="T45" fmla="*/ 0 h 2474"/>
                  <a:gd name="T46" fmla="*/ 0 w 862"/>
                  <a:gd name="T47" fmla="*/ 0 h 2474"/>
                  <a:gd name="T48" fmla="*/ 0 w 862"/>
                  <a:gd name="T49" fmla="*/ 0 h 2474"/>
                  <a:gd name="T50" fmla="*/ 0 w 862"/>
                  <a:gd name="T51" fmla="*/ 0 h 2474"/>
                  <a:gd name="T52" fmla="*/ 0 w 862"/>
                  <a:gd name="T53" fmla="*/ 0 h 2474"/>
                  <a:gd name="T54" fmla="*/ 0 w 862"/>
                  <a:gd name="T55" fmla="*/ 0 h 2474"/>
                  <a:gd name="T56" fmla="*/ 0 w 862"/>
                  <a:gd name="T57" fmla="*/ 0 h 247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62"/>
                  <a:gd name="T88" fmla="*/ 0 h 2474"/>
                  <a:gd name="T89" fmla="*/ 862 w 862"/>
                  <a:gd name="T90" fmla="*/ 2474 h 247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62" h="2474">
                    <a:moveTo>
                      <a:pt x="152" y="11"/>
                    </a:moveTo>
                    <a:lnTo>
                      <a:pt x="129" y="251"/>
                    </a:lnTo>
                    <a:lnTo>
                      <a:pt x="178" y="670"/>
                    </a:lnTo>
                    <a:lnTo>
                      <a:pt x="281" y="1141"/>
                    </a:lnTo>
                    <a:lnTo>
                      <a:pt x="461" y="1863"/>
                    </a:lnTo>
                    <a:lnTo>
                      <a:pt x="499" y="2174"/>
                    </a:lnTo>
                    <a:lnTo>
                      <a:pt x="691" y="2370"/>
                    </a:lnTo>
                    <a:lnTo>
                      <a:pt x="811" y="2112"/>
                    </a:lnTo>
                    <a:lnTo>
                      <a:pt x="629" y="1694"/>
                    </a:lnTo>
                    <a:lnTo>
                      <a:pt x="519" y="1257"/>
                    </a:lnTo>
                    <a:lnTo>
                      <a:pt x="422" y="876"/>
                    </a:lnTo>
                    <a:lnTo>
                      <a:pt x="288" y="468"/>
                    </a:lnTo>
                    <a:lnTo>
                      <a:pt x="211" y="309"/>
                    </a:lnTo>
                    <a:lnTo>
                      <a:pt x="170" y="228"/>
                    </a:lnTo>
                    <a:lnTo>
                      <a:pt x="288" y="389"/>
                    </a:lnTo>
                    <a:lnTo>
                      <a:pt x="409" y="738"/>
                    </a:lnTo>
                    <a:lnTo>
                      <a:pt x="562" y="1195"/>
                    </a:lnTo>
                    <a:lnTo>
                      <a:pt x="714" y="1705"/>
                    </a:lnTo>
                    <a:lnTo>
                      <a:pt x="783" y="1936"/>
                    </a:lnTo>
                    <a:lnTo>
                      <a:pt x="862" y="2112"/>
                    </a:lnTo>
                    <a:lnTo>
                      <a:pt x="721" y="2474"/>
                    </a:lnTo>
                    <a:lnTo>
                      <a:pt x="380" y="2193"/>
                    </a:lnTo>
                    <a:lnTo>
                      <a:pt x="251" y="1505"/>
                    </a:lnTo>
                    <a:lnTo>
                      <a:pt x="119" y="717"/>
                    </a:lnTo>
                    <a:lnTo>
                      <a:pt x="110" y="440"/>
                    </a:lnTo>
                    <a:lnTo>
                      <a:pt x="88" y="228"/>
                    </a:lnTo>
                    <a:lnTo>
                      <a:pt x="0" y="110"/>
                    </a:lnTo>
                    <a:lnTo>
                      <a:pt x="60" y="0"/>
                    </a:lnTo>
                    <a:lnTo>
                      <a:pt x="152" y="1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5" name="Freeform 419"/>
              <p:cNvSpPr>
                <a:spLocks/>
              </p:cNvSpPr>
              <p:nvPr/>
            </p:nvSpPr>
            <p:spPr bwMode="auto">
              <a:xfrm>
                <a:off x="2976" y="1630"/>
                <a:ext cx="72" cy="128"/>
              </a:xfrm>
              <a:custGeom>
                <a:avLst/>
                <a:gdLst>
                  <a:gd name="T0" fmla="*/ 0 w 578"/>
                  <a:gd name="T1" fmla="*/ 0 h 1028"/>
                  <a:gd name="T2" fmla="*/ 0 w 578"/>
                  <a:gd name="T3" fmla="*/ 0 h 1028"/>
                  <a:gd name="T4" fmla="*/ 0 w 578"/>
                  <a:gd name="T5" fmla="*/ 0 h 1028"/>
                  <a:gd name="T6" fmla="*/ 0 w 578"/>
                  <a:gd name="T7" fmla="*/ 0 h 1028"/>
                  <a:gd name="T8" fmla="*/ 0 w 578"/>
                  <a:gd name="T9" fmla="*/ 0 h 1028"/>
                  <a:gd name="T10" fmla="*/ 0 w 578"/>
                  <a:gd name="T11" fmla="*/ 0 h 1028"/>
                  <a:gd name="T12" fmla="*/ 0 w 578"/>
                  <a:gd name="T13" fmla="*/ 0 h 1028"/>
                  <a:gd name="T14" fmla="*/ 0 w 578"/>
                  <a:gd name="T15" fmla="*/ 0 h 1028"/>
                  <a:gd name="T16" fmla="*/ 0 w 578"/>
                  <a:gd name="T17" fmla="*/ 0 h 1028"/>
                  <a:gd name="T18" fmla="*/ 0 w 578"/>
                  <a:gd name="T19" fmla="*/ 0 h 1028"/>
                  <a:gd name="T20" fmla="*/ 0 w 578"/>
                  <a:gd name="T21" fmla="*/ 0 h 1028"/>
                  <a:gd name="T22" fmla="*/ 0 w 578"/>
                  <a:gd name="T23" fmla="*/ 0 h 1028"/>
                  <a:gd name="T24" fmla="*/ 0 w 578"/>
                  <a:gd name="T25" fmla="*/ 0 h 1028"/>
                  <a:gd name="T26" fmla="*/ 0 w 578"/>
                  <a:gd name="T27" fmla="*/ 0 h 1028"/>
                  <a:gd name="T28" fmla="*/ 0 w 578"/>
                  <a:gd name="T29" fmla="*/ 0 h 1028"/>
                  <a:gd name="T30" fmla="*/ 0 w 578"/>
                  <a:gd name="T31" fmla="*/ 0 h 1028"/>
                  <a:gd name="T32" fmla="*/ 0 w 578"/>
                  <a:gd name="T33" fmla="*/ 0 h 10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78"/>
                  <a:gd name="T52" fmla="*/ 0 h 1028"/>
                  <a:gd name="T53" fmla="*/ 578 w 578"/>
                  <a:gd name="T54" fmla="*/ 1028 h 10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78" h="1028">
                    <a:moveTo>
                      <a:pt x="42" y="938"/>
                    </a:moveTo>
                    <a:lnTo>
                      <a:pt x="37" y="775"/>
                    </a:lnTo>
                    <a:lnTo>
                      <a:pt x="0" y="360"/>
                    </a:lnTo>
                    <a:lnTo>
                      <a:pt x="37" y="276"/>
                    </a:lnTo>
                    <a:lnTo>
                      <a:pt x="293" y="0"/>
                    </a:lnTo>
                    <a:lnTo>
                      <a:pt x="523" y="48"/>
                    </a:lnTo>
                    <a:lnTo>
                      <a:pt x="578" y="184"/>
                    </a:lnTo>
                    <a:lnTo>
                      <a:pt x="528" y="247"/>
                    </a:lnTo>
                    <a:lnTo>
                      <a:pt x="563" y="465"/>
                    </a:lnTo>
                    <a:lnTo>
                      <a:pt x="486" y="487"/>
                    </a:lnTo>
                    <a:lnTo>
                      <a:pt x="464" y="705"/>
                    </a:lnTo>
                    <a:lnTo>
                      <a:pt x="406" y="805"/>
                    </a:lnTo>
                    <a:lnTo>
                      <a:pt x="358" y="874"/>
                    </a:lnTo>
                    <a:lnTo>
                      <a:pt x="305" y="938"/>
                    </a:lnTo>
                    <a:lnTo>
                      <a:pt x="263" y="1028"/>
                    </a:lnTo>
                    <a:lnTo>
                      <a:pt x="92" y="1001"/>
                    </a:lnTo>
                    <a:lnTo>
                      <a:pt x="42" y="938"/>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6" name="Freeform 420"/>
              <p:cNvSpPr>
                <a:spLocks/>
              </p:cNvSpPr>
              <p:nvPr/>
            </p:nvSpPr>
            <p:spPr bwMode="auto">
              <a:xfrm>
                <a:off x="2982" y="1431"/>
                <a:ext cx="162" cy="204"/>
              </a:xfrm>
              <a:custGeom>
                <a:avLst/>
                <a:gdLst>
                  <a:gd name="T0" fmla="*/ 0 w 1289"/>
                  <a:gd name="T1" fmla="*/ 0 h 1630"/>
                  <a:gd name="T2" fmla="*/ 0 w 1289"/>
                  <a:gd name="T3" fmla="*/ 0 h 1630"/>
                  <a:gd name="T4" fmla="*/ 0 w 1289"/>
                  <a:gd name="T5" fmla="*/ 0 h 1630"/>
                  <a:gd name="T6" fmla="*/ 0 w 1289"/>
                  <a:gd name="T7" fmla="*/ 0 h 1630"/>
                  <a:gd name="T8" fmla="*/ 0 w 1289"/>
                  <a:gd name="T9" fmla="*/ 0 h 1630"/>
                  <a:gd name="T10" fmla="*/ 0 w 1289"/>
                  <a:gd name="T11" fmla="*/ 0 h 1630"/>
                  <a:gd name="T12" fmla="*/ 0 w 1289"/>
                  <a:gd name="T13" fmla="*/ 0 h 1630"/>
                  <a:gd name="T14" fmla="*/ 0 w 1289"/>
                  <a:gd name="T15" fmla="*/ 0 h 1630"/>
                  <a:gd name="T16" fmla="*/ 0 w 1289"/>
                  <a:gd name="T17" fmla="*/ 0 h 1630"/>
                  <a:gd name="T18" fmla="*/ 0 w 1289"/>
                  <a:gd name="T19" fmla="*/ 0 h 1630"/>
                  <a:gd name="T20" fmla="*/ 0 w 1289"/>
                  <a:gd name="T21" fmla="*/ 0 h 1630"/>
                  <a:gd name="T22" fmla="*/ 0 w 1289"/>
                  <a:gd name="T23" fmla="*/ 0 h 1630"/>
                  <a:gd name="T24" fmla="*/ 0 w 1289"/>
                  <a:gd name="T25" fmla="*/ 0 h 1630"/>
                  <a:gd name="T26" fmla="*/ 0 w 1289"/>
                  <a:gd name="T27" fmla="*/ 0 h 1630"/>
                  <a:gd name="T28" fmla="*/ 0 w 1289"/>
                  <a:gd name="T29" fmla="*/ 0 h 1630"/>
                  <a:gd name="T30" fmla="*/ 0 w 1289"/>
                  <a:gd name="T31" fmla="*/ 0 h 1630"/>
                  <a:gd name="T32" fmla="*/ 0 w 1289"/>
                  <a:gd name="T33" fmla="*/ 0 h 1630"/>
                  <a:gd name="T34" fmla="*/ 0 w 1289"/>
                  <a:gd name="T35" fmla="*/ 0 h 1630"/>
                  <a:gd name="T36" fmla="*/ 0 w 1289"/>
                  <a:gd name="T37" fmla="*/ 0 h 1630"/>
                  <a:gd name="T38" fmla="*/ 0 w 1289"/>
                  <a:gd name="T39" fmla="*/ 0 h 1630"/>
                  <a:gd name="T40" fmla="*/ 0 w 1289"/>
                  <a:gd name="T41" fmla="*/ 0 h 1630"/>
                  <a:gd name="T42" fmla="*/ 0 w 1289"/>
                  <a:gd name="T43" fmla="*/ 0 h 1630"/>
                  <a:gd name="T44" fmla="*/ 0 w 1289"/>
                  <a:gd name="T45" fmla="*/ 0 h 1630"/>
                  <a:gd name="T46" fmla="*/ 0 w 1289"/>
                  <a:gd name="T47" fmla="*/ 0 h 1630"/>
                  <a:gd name="T48" fmla="*/ 0 w 1289"/>
                  <a:gd name="T49" fmla="*/ 0 h 1630"/>
                  <a:gd name="T50" fmla="*/ 0 w 1289"/>
                  <a:gd name="T51" fmla="*/ 0 h 1630"/>
                  <a:gd name="T52" fmla="*/ 0 w 1289"/>
                  <a:gd name="T53" fmla="*/ 0 h 1630"/>
                  <a:gd name="T54" fmla="*/ 0 w 1289"/>
                  <a:gd name="T55" fmla="*/ 0 h 1630"/>
                  <a:gd name="T56" fmla="*/ 0 w 1289"/>
                  <a:gd name="T57" fmla="*/ 0 h 1630"/>
                  <a:gd name="T58" fmla="*/ 0 w 1289"/>
                  <a:gd name="T59" fmla="*/ 0 h 1630"/>
                  <a:gd name="T60" fmla="*/ 0 w 1289"/>
                  <a:gd name="T61" fmla="*/ 0 h 163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289"/>
                  <a:gd name="T94" fmla="*/ 0 h 1630"/>
                  <a:gd name="T95" fmla="*/ 1289 w 1289"/>
                  <a:gd name="T96" fmla="*/ 1630 h 163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289" h="1630">
                    <a:moveTo>
                      <a:pt x="37" y="717"/>
                    </a:moveTo>
                    <a:lnTo>
                      <a:pt x="0" y="784"/>
                    </a:lnTo>
                    <a:lnTo>
                      <a:pt x="0" y="915"/>
                    </a:lnTo>
                    <a:lnTo>
                      <a:pt x="85" y="1036"/>
                    </a:lnTo>
                    <a:lnTo>
                      <a:pt x="200" y="1120"/>
                    </a:lnTo>
                    <a:lnTo>
                      <a:pt x="235" y="1120"/>
                    </a:lnTo>
                    <a:lnTo>
                      <a:pt x="298" y="1263"/>
                    </a:lnTo>
                    <a:lnTo>
                      <a:pt x="348" y="1395"/>
                    </a:lnTo>
                    <a:lnTo>
                      <a:pt x="447" y="1508"/>
                    </a:lnTo>
                    <a:lnTo>
                      <a:pt x="555" y="1572"/>
                    </a:lnTo>
                    <a:lnTo>
                      <a:pt x="705" y="1621"/>
                    </a:lnTo>
                    <a:lnTo>
                      <a:pt x="855" y="1630"/>
                    </a:lnTo>
                    <a:lnTo>
                      <a:pt x="947" y="1579"/>
                    </a:lnTo>
                    <a:lnTo>
                      <a:pt x="1019" y="1494"/>
                    </a:lnTo>
                    <a:lnTo>
                      <a:pt x="1090" y="1374"/>
                    </a:lnTo>
                    <a:lnTo>
                      <a:pt x="1118" y="1263"/>
                    </a:lnTo>
                    <a:lnTo>
                      <a:pt x="1140" y="1056"/>
                    </a:lnTo>
                    <a:lnTo>
                      <a:pt x="1203" y="1001"/>
                    </a:lnTo>
                    <a:lnTo>
                      <a:pt x="1284" y="889"/>
                    </a:lnTo>
                    <a:lnTo>
                      <a:pt x="1289" y="768"/>
                    </a:lnTo>
                    <a:lnTo>
                      <a:pt x="1274" y="662"/>
                    </a:lnTo>
                    <a:lnTo>
                      <a:pt x="1261" y="627"/>
                    </a:lnTo>
                    <a:lnTo>
                      <a:pt x="1203" y="595"/>
                    </a:lnTo>
                    <a:lnTo>
                      <a:pt x="1118" y="325"/>
                    </a:lnTo>
                    <a:lnTo>
                      <a:pt x="1012" y="94"/>
                    </a:lnTo>
                    <a:lnTo>
                      <a:pt x="692" y="0"/>
                    </a:lnTo>
                    <a:lnTo>
                      <a:pt x="270" y="85"/>
                    </a:lnTo>
                    <a:lnTo>
                      <a:pt x="85" y="247"/>
                    </a:lnTo>
                    <a:lnTo>
                      <a:pt x="41" y="429"/>
                    </a:lnTo>
                    <a:lnTo>
                      <a:pt x="41" y="657"/>
                    </a:lnTo>
                    <a:lnTo>
                      <a:pt x="37" y="717"/>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7" name="Freeform 421"/>
              <p:cNvSpPr>
                <a:spLocks/>
              </p:cNvSpPr>
              <p:nvPr/>
            </p:nvSpPr>
            <p:spPr bwMode="auto">
              <a:xfrm>
                <a:off x="3020" y="1552"/>
                <a:ext cx="28" cy="16"/>
              </a:xfrm>
              <a:custGeom>
                <a:avLst/>
                <a:gdLst>
                  <a:gd name="T0" fmla="*/ 0 w 223"/>
                  <a:gd name="T1" fmla="*/ 0 h 120"/>
                  <a:gd name="T2" fmla="*/ 0 w 223"/>
                  <a:gd name="T3" fmla="*/ 0 h 120"/>
                  <a:gd name="T4" fmla="*/ 0 w 223"/>
                  <a:gd name="T5" fmla="*/ 0 h 120"/>
                  <a:gd name="T6" fmla="*/ 0 w 223"/>
                  <a:gd name="T7" fmla="*/ 0 h 120"/>
                  <a:gd name="T8" fmla="*/ 0 w 223"/>
                  <a:gd name="T9" fmla="*/ 0 h 120"/>
                  <a:gd name="T10" fmla="*/ 0 w 223"/>
                  <a:gd name="T11" fmla="*/ 0 h 120"/>
                  <a:gd name="T12" fmla="*/ 0 w 223"/>
                  <a:gd name="T13" fmla="*/ 0 h 120"/>
                  <a:gd name="T14" fmla="*/ 0 w 223"/>
                  <a:gd name="T15" fmla="*/ 0 h 120"/>
                  <a:gd name="T16" fmla="*/ 0 w 223"/>
                  <a:gd name="T17" fmla="*/ 0 h 1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3"/>
                  <a:gd name="T28" fmla="*/ 0 h 120"/>
                  <a:gd name="T29" fmla="*/ 223 w 223"/>
                  <a:gd name="T30" fmla="*/ 120 h 1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3" h="120">
                    <a:moveTo>
                      <a:pt x="223" y="6"/>
                    </a:moveTo>
                    <a:lnTo>
                      <a:pt x="223" y="41"/>
                    </a:lnTo>
                    <a:lnTo>
                      <a:pt x="140" y="108"/>
                    </a:lnTo>
                    <a:lnTo>
                      <a:pt x="57" y="120"/>
                    </a:lnTo>
                    <a:lnTo>
                      <a:pt x="0" y="78"/>
                    </a:lnTo>
                    <a:lnTo>
                      <a:pt x="16" y="0"/>
                    </a:lnTo>
                    <a:lnTo>
                      <a:pt x="92" y="28"/>
                    </a:lnTo>
                    <a:lnTo>
                      <a:pt x="140" y="35"/>
                    </a:lnTo>
                    <a:lnTo>
                      <a:pt x="223" y="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8" name="Freeform 422"/>
              <p:cNvSpPr>
                <a:spLocks/>
              </p:cNvSpPr>
              <p:nvPr/>
            </p:nvSpPr>
            <p:spPr bwMode="auto">
              <a:xfrm>
                <a:off x="3085" y="1539"/>
                <a:ext cx="30" cy="18"/>
              </a:xfrm>
              <a:custGeom>
                <a:avLst/>
                <a:gdLst>
                  <a:gd name="T0" fmla="*/ 0 w 245"/>
                  <a:gd name="T1" fmla="*/ 0 h 141"/>
                  <a:gd name="T2" fmla="*/ 0 w 245"/>
                  <a:gd name="T3" fmla="*/ 0 h 141"/>
                  <a:gd name="T4" fmla="*/ 0 w 245"/>
                  <a:gd name="T5" fmla="*/ 0 h 141"/>
                  <a:gd name="T6" fmla="*/ 0 w 245"/>
                  <a:gd name="T7" fmla="*/ 0 h 141"/>
                  <a:gd name="T8" fmla="*/ 0 w 245"/>
                  <a:gd name="T9" fmla="*/ 0 h 141"/>
                  <a:gd name="T10" fmla="*/ 0 w 245"/>
                  <a:gd name="T11" fmla="*/ 0 h 141"/>
                  <a:gd name="T12" fmla="*/ 0 w 245"/>
                  <a:gd name="T13" fmla="*/ 0 h 141"/>
                  <a:gd name="T14" fmla="*/ 0 w 245"/>
                  <a:gd name="T15" fmla="*/ 0 h 141"/>
                  <a:gd name="T16" fmla="*/ 0 w 245"/>
                  <a:gd name="T17" fmla="*/ 0 h 141"/>
                  <a:gd name="T18" fmla="*/ 0 w 245"/>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5"/>
                  <a:gd name="T31" fmla="*/ 0 h 141"/>
                  <a:gd name="T32" fmla="*/ 245 w 245"/>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5" h="141">
                    <a:moveTo>
                      <a:pt x="0" y="85"/>
                    </a:moveTo>
                    <a:lnTo>
                      <a:pt x="18" y="112"/>
                    </a:lnTo>
                    <a:lnTo>
                      <a:pt x="117" y="141"/>
                    </a:lnTo>
                    <a:lnTo>
                      <a:pt x="212" y="134"/>
                    </a:lnTo>
                    <a:lnTo>
                      <a:pt x="245" y="79"/>
                    </a:lnTo>
                    <a:lnTo>
                      <a:pt x="238" y="0"/>
                    </a:lnTo>
                    <a:lnTo>
                      <a:pt x="179" y="42"/>
                    </a:lnTo>
                    <a:lnTo>
                      <a:pt x="139" y="79"/>
                    </a:lnTo>
                    <a:lnTo>
                      <a:pt x="83" y="90"/>
                    </a:lnTo>
                    <a:lnTo>
                      <a:pt x="0" y="8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9" name="Freeform 423"/>
              <p:cNvSpPr>
                <a:spLocks/>
              </p:cNvSpPr>
              <p:nvPr/>
            </p:nvSpPr>
            <p:spPr bwMode="auto">
              <a:xfrm>
                <a:off x="3063" y="1545"/>
                <a:ext cx="16" cy="30"/>
              </a:xfrm>
              <a:custGeom>
                <a:avLst/>
                <a:gdLst>
                  <a:gd name="T0" fmla="*/ 0 w 120"/>
                  <a:gd name="T1" fmla="*/ 0 h 235"/>
                  <a:gd name="T2" fmla="*/ 0 w 120"/>
                  <a:gd name="T3" fmla="*/ 0 h 235"/>
                  <a:gd name="T4" fmla="*/ 0 w 120"/>
                  <a:gd name="T5" fmla="*/ 0 h 235"/>
                  <a:gd name="T6" fmla="*/ 0 w 120"/>
                  <a:gd name="T7" fmla="*/ 0 h 235"/>
                  <a:gd name="T8" fmla="*/ 0 w 120"/>
                  <a:gd name="T9" fmla="*/ 0 h 235"/>
                  <a:gd name="T10" fmla="*/ 0 w 120"/>
                  <a:gd name="T11" fmla="*/ 0 h 235"/>
                  <a:gd name="T12" fmla="*/ 0 w 120"/>
                  <a:gd name="T13" fmla="*/ 0 h 235"/>
                  <a:gd name="T14" fmla="*/ 0 w 120"/>
                  <a:gd name="T15" fmla="*/ 0 h 235"/>
                  <a:gd name="T16" fmla="*/ 0 w 120"/>
                  <a:gd name="T17" fmla="*/ 0 h 235"/>
                  <a:gd name="T18" fmla="*/ 0 w 120"/>
                  <a:gd name="T19" fmla="*/ 0 h 235"/>
                  <a:gd name="T20" fmla="*/ 0 w 120"/>
                  <a:gd name="T21" fmla="*/ 0 h 235"/>
                  <a:gd name="T22" fmla="*/ 0 w 120"/>
                  <a:gd name="T23" fmla="*/ 0 h 2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0"/>
                  <a:gd name="T37" fmla="*/ 0 h 235"/>
                  <a:gd name="T38" fmla="*/ 120 w 120"/>
                  <a:gd name="T39" fmla="*/ 235 h 2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0" h="235">
                    <a:moveTo>
                      <a:pt x="57" y="37"/>
                    </a:moveTo>
                    <a:lnTo>
                      <a:pt x="37" y="0"/>
                    </a:lnTo>
                    <a:lnTo>
                      <a:pt x="13" y="16"/>
                    </a:lnTo>
                    <a:lnTo>
                      <a:pt x="22" y="141"/>
                    </a:lnTo>
                    <a:lnTo>
                      <a:pt x="0" y="169"/>
                    </a:lnTo>
                    <a:lnTo>
                      <a:pt x="13" y="220"/>
                    </a:lnTo>
                    <a:lnTo>
                      <a:pt x="64" y="235"/>
                    </a:lnTo>
                    <a:lnTo>
                      <a:pt x="108" y="220"/>
                    </a:lnTo>
                    <a:lnTo>
                      <a:pt x="120" y="178"/>
                    </a:lnTo>
                    <a:lnTo>
                      <a:pt x="112" y="148"/>
                    </a:lnTo>
                    <a:lnTo>
                      <a:pt x="78" y="121"/>
                    </a:lnTo>
                    <a:lnTo>
                      <a:pt x="57" y="3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0" name="Freeform 424"/>
              <p:cNvSpPr>
                <a:spLocks/>
              </p:cNvSpPr>
              <p:nvPr/>
            </p:nvSpPr>
            <p:spPr bwMode="auto">
              <a:xfrm>
                <a:off x="3051" y="1563"/>
                <a:ext cx="6" cy="5"/>
              </a:xfrm>
              <a:custGeom>
                <a:avLst/>
                <a:gdLst>
                  <a:gd name="T0" fmla="*/ 0 w 51"/>
                  <a:gd name="T1" fmla="*/ 0 h 42"/>
                  <a:gd name="T2" fmla="*/ 0 w 51"/>
                  <a:gd name="T3" fmla="*/ 0 h 42"/>
                  <a:gd name="T4" fmla="*/ 0 w 51"/>
                  <a:gd name="T5" fmla="*/ 0 h 42"/>
                  <a:gd name="T6" fmla="*/ 0 w 51"/>
                  <a:gd name="T7" fmla="*/ 0 h 42"/>
                  <a:gd name="T8" fmla="*/ 0 w 51"/>
                  <a:gd name="T9" fmla="*/ 0 h 42"/>
                  <a:gd name="T10" fmla="*/ 0 60000 65536"/>
                  <a:gd name="T11" fmla="*/ 0 60000 65536"/>
                  <a:gd name="T12" fmla="*/ 0 60000 65536"/>
                  <a:gd name="T13" fmla="*/ 0 60000 65536"/>
                  <a:gd name="T14" fmla="*/ 0 60000 65536"/>
                  <a:gd name="T15" fmla="*/ 0 w 51"/>
                  <a:gd name="T16" fmla="*/ 0 h 42"/>
                  <a:gd name="T17" fmla="*/ 51 w 51"/>
                  <a:gd name="T18" fmla="*/ 42 h 42"/>
                </a:gdLst>
                <a:ahLst/>
                <a:cxnLst>
                  <a:cxn ang="T10">
                    <a:pos x="T0" y="T1"/>
                  </a:cxn>
                  <a:cxn ang="T11">
                    <a:pos x="T2" y="T3"/>
                  </a:cxn>
                  <a:cxn ang="T12">
                    <a:pos x="T4" y="T5"/>
                  </a:cxn>
                  <a:cxn ang="T13">
                    <a:pos x="T6" y="T7"/>
                  </a:cxn>
                  <a:cxn ang="T14">
                    <a:pos x="T8" y="T9"/>
                  </a:cxn>
                </a:cxnLst>
                <a:rect l="T15" t="T16" r="T17" b="T18"/>
                <a:pathLst>
                  <a:path w="51" h="42">
                    <a:moveTo>
                      <a:pt x="25" y="0"/>
                    </a:moveTo>
                    <a:lnTo>
                      <a:pt x="0" y="25"/>
                    </a:lnTo>
                    <a:lnTo>
                      <a:pt x="25" y="42"/>
                    </a:lnTo>
                    <a:lnTo>
                      <a:pt x="51" y="7"/>
                    </a:lnTo>
                    <a:lnTo>
                      <a:pt x="25"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1" name="Freeform 425"/>
              <p:cNvSpPr>
                <a:spLocks/>
              </p:cNvSpPr>
              <p:nvPr/>
            </p:nvSpPr>
            <p:spPr bwMode="auto">
              <a:xfrm>
                <a:off x="3081" y="1560"/>
                <a:ext cx="6" cy="5"/>
              </a:xfrm>
              <a:custGeom>
                <a:avLst/>
                <a:gdLst>
                  <a:gd name="T0" fmla="*/ 0 w 48"/>
                  <a:gd name="T1" fmla="*/ 0 h 36"/>
                  <a:gd name="T2" fmla="*/ 0 w 48"/>
                  <a:gd name="T3" fmla="*/ 0 h 36"/>
                  <a:gd name="T4" fmla="*/ 0 w 48"/>
                  <a:gd name="T5" fmla="*/ 0 h 36"/>
                  <a:gd name="T6" fmla="*/ 0 w 48"/>
                  <a:gd name="T7" fmla="*/ 0 h 36"/>
                  <a:gd name="T8" fmla="*/ 0 w 48"/>
                  <a:gd name="T9" fmla="*/ 0 h 36"/>
                  <a:gd name="T10" fmla="*/ 0 60000 65536"/>
                  <a:gd name="T11" fmla="*/ 0 60000 65536"/>
                  <a:gd name="T12" fmla="*/ 0 60000 65536"/>
                  <a:gd name="T13" fmla="*/ 0 60000 65536"/>
                  <a:gd name="T14" fmla="*/ 0 60000 65536"/>
                  <a:gd name="T15" fmla="*/ 0 w 48"/>
                  <a:gd name="T16" fmla="*/ 0 h 36"/>
                  <a:gd name="T17" fmla="*/ 48 w 48"/>
                  <a:gd name="T18" fmla="*/ 36 h 36"/>
                </a:gdLst>
                <a:ahLst/>
                <a:cxnLst>
                  <a:cxn ang="T10">
                    <a:pos x="T0" y="T1"/>
                  </a:cxn>
                  <a:cxn ang="T11">
                    <a:pos x="T2" y="T3"/>
                  </a:cxn>
                  <a:cxn ang="T12">
                    <a:pos x="T4" y="T5"/>
                  </a:cxn>
                  <a:cxn ang="T13">
                    <a:pos x="T6" y="T7"/>
                  </a:cxn>
                  <a:cxn ang="T14">
                    <a:pos x="T8" y="T9"/>
                  </a:cxn>
                </a:cxnLst>
                <a:rect l="T15" t="T16" r="T17" b="T18"/>
                <a:pathLst>
                  <a:path w="48" h="36">
                    <a:moveTo>
                      <a:pt x="0" y="6"/>
                    </a:moveTo>
                    <a:lnTo>
                      <a:pt x="21" y="36"/>
                    </a:lnTo>
                    <a:lnTo>
                      <a:pt x="48" y="6"/>
                    </a:lnTo>
                    <a:lnTo>
                      <a:pt x="25" y="0"/>
                    </a:lnTo>
                    <a:lnTo>
                      <a:pt x="0" y="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2" name="Freeform 426"/>
              <p:cNvSpPr>
                <a:spLocks/>
              </p:cNvSpPr>
              <p:nvPr/>
            </p:nvSpPr>
            <p:spPr bwMode="auto">
              <a:xfrm>
                <a:off x="3055" y="1593"/>
                <a:ext cx="42" cy="9"/>
              </a:xfrm>
              <a:custGeom>
                <a:avLst/>
                <a:gdLst>
                  <a:gd name="T0" fmla="*/ 0 w 343"/>
                  <a:gd name="T1" fmla="*/ 0 h 70"/>
                  <a:gd name="T2" fmla="*/ 0 w 343"/>
                  <a:gd name="T3" fmla="*/ 0 h 70"/>
                  <a:gd name="T4" fmla="*/ 0 w 343"/>
                  <a:gd name="T5" fmla="*/ 0 h 70"/>
                  <a:gd name="T6" fmla="*/ 0 w 343"/>
                  <a:gd name="T7" fmla="*/ 0 h 70"/>
                  <a:gd name="T8" fmla="*/ 0 w 343"/>
                  <a:gd name="T9" fmla="*/ 0 h 70"/>
                  <a:gd name="T10" fmla="*/ 0 w 343"/>
                  <a:gd name="T11" fmla="*/ 0 h 70"/>
                  <a:gd name="T12" fmla="*/ 0 w 343"/>
                  <a:gd name="T13" fmla="*/ 0 h 70"/>
                  <a:gd name="T14" fmla="*/ 0 w 343"/>
                  <a:gd name="T15" fmla="*/ 0 h 70"/>
                  <a:gd name="T16" fmla="*/ 0 w 343"/>
                  <a:gd name="T17" fmla="*/ 0 h 70"/>
                  <a:gd name="T18" fmla="*/ 0 w 343"/>
                  <a:gd name="T19" fmla="*/ 0 h 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3"/>
                  <a:gd name="T31" fmla="*/ 0 h 70"/>
                  <a:gd name="T32" fmla="*/ 343 w 343"/>
                  <a:gd name="T33" fmla="*/ 70 h 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3" h="70">
                    <a:moveTo>
                      <a:pt x="0" y="44"/>
                    </a:moveTo>
                    <a:lnTo>
                      <a:pt x="128" y="70"/>
                    </a:lnTo>
                    <a:lnTo>
                      <a:pt x="235" y="55"/>
                    </a:lnTo>
                    <a:lnTo>
                      <a:pt x="322" y="21"/>
                    </a:lnTo>
                    <a:lnTo>
                      <a:pt x="343" y="7"/>
                    </a:lnTo>
                    <a:lnTo>
                      <a:pt x="297" y="0"/>
                    </a:lnTo>
                    <a:lnTo>
                      <a:pt x="214" y="21"/>
                    </a:lnTo>
                    <a:lnTo>
                      <a:pt x="135" y="26"/>
                    </a:lnTo>
                    <a:lnTo>
                      <a:pt x="20" y="21"/>
                    </a:lnTo>
                    <a:lnTo>
                      <a:pt x="0" y="4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3" name="Freeform 427"/>
              <p:cNvSpPr>
                <a:spLocks/>
              </p:cNvSpPr>
              <p:nvPr/>
            </p:nvSpPr>
            <p:spPr bwMode="auto">
              <a:xfrm>
                <a:off x="3001" y="1470"/>
                <a:ext cx="45" cy="53"/>
              </a:xfrm>
              <a:custGeom>
                <a:avLst/>
                <a:gdLst>
                  <a:gd name="T0" fmla="*/ 0 w 363"/>
                  <a:gd name="T1" fmla="*/ 0 h 429"/>
                  <a:gd name="T2" fmla="*/ 0 w 363"/>
                  <a:gd name="T3" fmla="*/ 0 h 429"/>
                  <a:gd name="T4" fmla="*/ 0 w 363"/>
                  <a:gd name="T5" fmla="*/ 0 h 429"/>
                  <a:gd name="T6" fmla="*/ 0 w 363"/>
                  <a:gd name="T7" fmla="*/ 0 h 429"/>
                  <a:gd name="T8" fmla="*/ 0 w 363"/>
                  <a:gd name="T9" fmla="*/ 0 h 429"/>
                  <a:gd name="T10" fmla="*/ 0 w 363"/>
                  <a:gd name="T11" fmla="*/ 0 h 429"/>
                  <a:gd name="T12" fmla="*/ 0 w 363"/>
                  <a:gd name="T13" fmla="*/ 0 h 429"/>
                  <a:gd name="T14" fmla="*/ 0 w 363"/>
                  <a:gd name="T15" fmla="*/ 0 h 429"/>
                  <a:gd name="T16" fmla="*/ 0 w 363"/>
                  <a:gd name="T17" fmla="*/ 0 h 429"/>
                  <a:gd name="T18" fmla="*/ 0 w 363"/>
                  <a:gd name="T19" fmla="*/ 0 h 429"/>
                  <a:gd name="T20" fmla="*/ 0 w 363"/>
                  <a:gd name="T21" fmla="*/ 0 h 429"/>
                  <a:gd name="T22" fmla="*/ 0 w 363"/>
                  <a:gd name="T23" fmla="*/ 0 h 429"/>
                  <a:gd name="T24" fmla="*/ 0 w 363"/>
                  <a:gd name="T25" fmla="*/ 0 h 429"/>
                  <a:gd name="T26" fmla="*/ 0 w 363"/>
                  <a:gd name="T27" fmla="*/ 0 h 429"/>
                  <a:gd name="T28" fmla="*/ 0 w 363"/>
                  <a:gd name="T29" fmla="*/ 0 h 429"/>
                  <a:gd name="T30" fmla="*/ 0 w 363"/>
                  <a:gd name="T31" fmla="*/ 0 h 429"/>
                  <a:gd name="T32" fmla="*/ 0 w 363"/>
                  <a:gd name="T33" fmla="*/ 0 h 4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3"/>
                  <a:gd name="T52" fmla="*/ 0 h 429"/>
                  <a:gd name="T53" fmla="*/ 363 w 363"/>
                  <a:gd name="T54" fmla="*/ 429 h 4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3" h="429">
                    <a:moveTo>
                      <a:pt x="226" y="35"/>
                    </a:moveTo>
                    <a:lnTo>
                      <a:pt x="158" y="99"/>
                    </a:lnTo>
                    <a:lnTo>
                      <a:pt x="127" y="182"/>
                    </a:lnTo>
                    <a:lnTo>
                      <a:pt x="127" y="266"/>
                    </a:lnTo>
                    <a:lnTo>
                      <a:pt x="149" y="337"/>
                    </a:lnTo>
                    <a:lnTo>
                      <a:pt x="363" y="394"/>
                    </a:lnTo>
                    <a:lnTo>
                      <a:pt x="185" y="389"/>
                    </a:lnTo>
                    <a:lnTo>
                      <a:pt x="63" y="429"/>
                    </a:lnTo>
                    <a:lnTo>
                      <a:pt x="79" y="380"/>
                    </a:lnTo>
                    <a:lnTo>
                      <a:pt x="33" y="323"/>
                    </a:lnTo>
                    <a:lnTo>
                      <a:pt x="6" y="231"/>
                    </a:lnTo>
                    <a:lnTo>
                      <a:pt x="0" y="134"/>
                    </a:lnTo>
                    <a:lnTo>
                      <a:pt x="19" y="62"/>
                    </a:lnTo>
                    <a:lnTo>
                      <a:pt x="68" y="14"/>
                    </a:lnTo>
                    <a:lnTo>
                      <a:pt x="136" y="0"/>
                    </a:lnTo>
                    <a:lnTo>
                      <a:pt x="192" y="7"/>
                    </a:lnTo>
                    <a:lnTo>
                      <a:pt x="226" y="3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4" name="Freeform 428"/>
              <p:cNvSpPr>
                <a:spLocks/>
              </p:cNvSpPr>
              <p:nvPr/>
            </p:nvSpPr>
            <p:spPr bwMode="auto">
              <a:xfrm>
                <a:off x="3070" y="1497"/>
                <a:ext cx="39" cy="19"/>
              </a:xfrm>
              <a:custGeom>
                <a:avLst/>
                <a:gdLst>
                  <a:gd name="T0" fmla="*/ 0 w 314"/>
                  <a:gd name="T1" fmla="*/ 0 h 154"/>
                  <a:gd name="T2" fmla="*/ 0 w 314"/>
                  <a:gd name="T3" fmla="*/ 0 h 154"/>
                  <a:gd name="T4" fmla="*/ 0 w 314"/>
                  <a:gd name="T5" fmla="*/ 0 h 154"/>
                  <a:gd name="T6" fmla="*/ 0 w 314"/>
                  <a:gd name="T7" fmla="*/ 0 h 154"/>
                  <a:gd name="T8" fmla="*/ 0 w 314"/>
                  <a:gd name="T9" fmla="*/ 0 h 154"/>
                  <a:gd name="T10" fmla="*/ 0 w 314"/>
                  <a:gd name="T11" fmla="*/ 0 h 154"/>
                  <a:gd name="T12" fmla="*/ 0 w 314"/>
                  <a:gd name="T13" fmla="*/ 0 h 154"/>
                  <a:gd name="T14" fmla="*/ 0 60000 65536"/>
                  <a:gd name="T15" fmla="*/ 0 60000 65536"/>
                  <a:gd name="T16" fmla="*/ 0 60000 65536"/>
                  <a:gd name="T17" fmla="*/ 0 60000 65536"/>
                  <a:gd name="T18" fmla="*/ 0 60000 65536"/>
                  <a:gd name="T19" fmla="*/ 0 60000 65536"/>
                  <a:gd name="T20" fmla="*/ 0 60000 65536"/>
                  <a:gd name="T21" fmla="*/ 0 w 314"/>
                  <a:gd name="T22" fmla="*/ 0 h 154"/>
                  <a:gd name="T23" fmla="*/ 314 w 314"/>
                  <a:gd name="T24" fmla="*/ 154 h 1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4" h="154">
                    <a:moveTo>
                      <a:pt x="70" y="115"/>
                    </a:moveTo>
                    <a:lnTo>
                      <a:pt x="226" y="34"/>
                    </a:lnTo>
                    <a:lnTo>
                      <a:pt x="314" y="30"/>
                    </a:lnTo>
                    <a:lnTo>
                      <a:pt x="249" y="0"/>
                    </a:lnTo>
                    <a:lnTo>
                      <a:pt x="176" y="30"/>
                    </a:lnTo>
                    <a:lnTo>
                      <a:pt x="0" y="154"/>
                    </a:lnTo>
                    <a:lnTo>
                      <a:pt x="70" y="11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5" name="Freeform 429"/>
              <p:cNvSpPr>
                <a:spLocks/>
              </p:cNvSpPr>
              <p:nvPr/>
            </p:nvSpPr>
            <p:spPr bwMode="auto">
              <a:xfrm>
                <a:off x="2987" y="1529"/>
                <a:ext cx="13" cy="8"/>
              </a:xfrm>
              <a:custGeom>
                <a:avLst/>
                <a:gdLst>
                  <a:gd name="T0" fmla="*/ 0 w 105"/>
                  <a:gd name="T1" fmla="*/ 0 h 60"/>
                  <a:gd name="T2" fmla="*/ 0 w 105"/>
                  <a:gd name="T3" fmla="*/ 0 h 60"/>
                  <a:gd name="T4" fmla="*/ 0 w 105"/>
                  <a:gd name="T5" fmla="*/ 0 h 60"/>
                  <a:gd name="T6" fmla="*/ 0 w 105"/>
                  <a:gd name="T7" fmla="*/ 0 h 60"/>
                  <a:gd name="T8" fmla="*/ 0 w 105"/>
                  <a:gd name="T9" fmla="*/ 0 h 60"/>
                  <a:gd name="T10" fmla="*/ 0 w 105"/>
                  <a:gd name="T11" fmla="*/ 0 h 60"/>
                  <a:gd name="T12" fmla="*/ 0 60000 65536"/>
                  <a:gd name="T13" fmla="*/ 0 60000 65536"/>
                  <a:gd name="T14" fmla="*/ 0 60000 65536"/>
                  <a:gd name="T15" fmla="*/ 0 60000 65536"/>
                  <a:gd name="T16" fmla="*/ 0 60000 65536"/>
                  <a:gd name="T17" fmla="*/ 0 60000 65536"/>
                  <a:gd name="T18" fmla="*/ 0 w 105"/>
                  <a:gd name="T19" fmla="*/ 0 h 60"/>
                  <a:gd name="T20" fmla="*/ 105 w 105"/>
                  <a:gd name="T21" fmla="*/ 60 h 60"/>
                </a:gdLst>
                <a:ahLst/>
                <a:cxnLst>
                  <a:cxn ang="T12">
                    <a:pos x="T0" y="T1"/>
                  </a:cxn>
                  <a:cxn ang="T13">
                    <a:pos x="T2" y="T3"/>
                  </a:cxn>
                  <a:cxn ang="T14">
                    <a:pos x="T4" y="T5"/>
                  </a:cxn>
                  <a:cxn ang="T15">
                    <a:pos x="T6" y="T7"/>
                  </a:cxn>
                  <a:cxn ang="T16">
                    <a:pos x="T8" y="T9"/>
                  </a:cxn>
                  <a:cxn ang="T17">
                    <a:pos x="T10" y="T11"/>
                  </a:cxn>
                </a:cxnLst>
                <a:rect l="T18" t="T19" r="T20" b="T21"/>
                <a:pathLst>
                  <a:path w="105" h="60">
                    <a:moveTo>
                      <a:pt x="0" y="44"/>
                    </a:moveTo>
                    <a:lnTo>
                      <a:pt x="96" y="60"/>
                    </a:lnTo>
                    <a:lnTo>
                      <a:pt x="105" y="31"/>
                    </a:lnTo>
                    <a:lnTo>
                      <a:pt x="48" y="0"/>
                    </a:lnTo>
                    <a:lnTo>
                      <a:pt x="0" y="0"/>
                    </a:lnTo>
                    <a:lnTo>
                      <a:pt x="0" y="4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6" name="Freeform 430"/>
              <p:cNvSpPr>
                <a:spLocks/>
              </p:cNvSpPr>
              <p:nvPr/>
            </p:nvSpPr>
            <p:spPr bwMode="auto">
              <a:xfrm>
                <a:off x="3123" y="1511"/>
                <a:ext cx="13" cy="14"/>
              </a:xfrm>
              <a:custGeom>
                <a:avLst/>
                <a:gdLst>
                  <a:gd name="T0" fmla="*/ 0 w 99"/>
                  <a:gd name="T1" fmla="*/ 0 h 111"/>
                  <a:gd name="T2" fmla="*/ 0 w 99"/>
                  <a:gd name="T3" fmla="*/ 0 h 111"/>
                  <a:gd name="T4" fmla="*/ 0 w 99"/>
                  <a:gd name="T5" fmla="*/ 0 h 111"/>
                  <a:gd name="T6" fmla="*/ 0 w 99"/>
                  <a:gd name="T7" fmla="*/ 0 h 111"/>
                  <a:gd name="T8" fmla="*/ 0 w 99"/>
                  <a:gd name="T9" fmla="*/ 0 h 111"/>
                  <a:gd name="T10" fmla="*/ 0 w 99"/>
                  <a:gd name="T11" fmla="*/ 0 h 111"/>
                  <a:gd name="T12" fmla="*/ 0 w 99"/>
                  <a:gd name="T13" fmla="*/ 0 h 111"/>
                  <a:gd name="T14" fmla="*/ 0 60000 65536"/>
                  <a:gd name="T15" fmla="*/ 0 60000 65536"/>
                  <a:gd name="T16" fmla="*/ 0 60000 65536"/>
                  <a:gd name="T17" fmla="*/ 0 60000 65536"/>
                  <a:gd name="T18" fmla="*/ 0 60000 65536"/>
                  <a:gd name="T19" fmla="*/ 0 60000 65536"/>
                  <a:gd name="T20" fmla="*/ 0 60000 65536"/>
                  <a:gd name="T21" fmla="*/ 0 w 99"/>
                  <a:gd name="T22" fmla="*/ 0 h 111"/>
                  <a:gd name="T23" fmla="*/ 99 w 99"/>
                  <a:gd name="T24" fmla="*/ 111 h 1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 h="111">
                    <a:moveTo>
                      <a:pt x="0" y="111"/>
                    </a:moveTo>
                    <a:lnTo>
                      <a:pt x="19" y="111"/>
                    </a:lnTo>
                    <a:lnTo>
                      <a:pt x="99" y="35"/>
                    </a:lnTo>
                    <a:lnTo>
                      <a:pt x="90" y="0"/>
                    </a:lnTo>
                    <a:lnTo>
                      <a:pt x="55" y="0"/>
                    </a:lnTo>
                    <a:lnTo>
                      <a:pt x="7" y="39"/>
                    </a:lnTo>
                    <a:lnTo>
                      <a:pt x="0" y="11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7" name="Freeform 431"/>
              <p:cNvSpPr>
                <a:spLocks/>
              </p:cNvSpPr>
              <p:nvPr/>
            </p:nvSpPr>
            <p:spPr bwMode="auto">
              <a:xfrm>
                <a:off x="3068" y="1615"/>
                <a:ext cx="19" cy="10"/>
              </a:xfrm>
              <a:custGeom>
                <a:avLst/>
                <a:gdLst>
                  <a:gd name="T0" fmla="*/ 0 w 154"/>
                  <a:gd name="T1" fmla="*/ 0 h 84"/>
                  <a:gd name="T2" fmla="*/ 0 w 154"/>
                  <a:gd name="T3" fmla="*/ 0 h 84"/>
                  <a:gd name="T4" fmla="*/ 0 w 154"/>
                  <a:gd name="T5" fmla="*/ 0 h 84"/>
                  <a:gd name="T6" fmla="*/ 0 w 154"/>
                  <a:gd name="T7" fmla="*/ 0 h 84"/>
                  <a:gd name="T8" fmla="*/ 0 w 154"/>
                  <a:gd name="T9" fmla="*/ 0 h 84"/>
                  <a:gd name="T10" fmla="*/ 0 w 154"/>
                  <a:gd name="T11" fmla="*/ 0 h 84"/>
                  <a:gd name="T12" fmla="*/ 0 w 154"/>
                  <a:gd name="T13" fmla="*/ 0 h 84"/>
                  <a:gd name="T14" fmla="*/ 0 60000 65536"/>
                  <a:gd name="T15" fmla="*/ 0 60000 65536"/>
                  <a:gd name="T16" fmla="*/ 0 60000 65536"/>
                  <a:gd name="T17" fmla="*/ 0 60000 65536"/>
                  <a:gd name="T18" fmla="*/ 0 60000 65536"/>
                  <a:gd name="T19" fmla="*/ 0 60000 65536"/>
                  <a:gd name="T20" fmla="*/ 0 60000 65536"/>
                  <a:gd name="T21" fmla="*/ 0 w 154"/>
                  <a:gd name="T22" fmla="*/ 0 h 84"/>
                  <a:gd name="T23" fmla="*/ 154 w 154"/>
                  <a:gd name="T24" fmla="*/ 84 h 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4" h="84">
                    <a:moveTo>
                      <a:pt x="27" y="7"/>
                    </a:moveTo>
                    <a:lnTo>
                      <a:pt x="0" y="49"/>
                    </a:lnTo>
                    <a:lnTo>
                      <a:pt x="32" y="84"/>
                    </a:lnTo>
                    <a:lnTo>
                      <a:pt x="140" y="69"/>
                    </a:lnTo>
                    <a:lnTo>
                      <a:pt x="154" y="27"/>
                    </a:lnTo>
                    <a:lnTo>
                      <a:pt x="127" y="0"/>
                    </a:lnTo>
                    <a:lnTo>
                      <a:pt x="27" y="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8" name="Freeform 432"/>
              <p:cNvSpPr>
                <a:spLocks/>
              </p:cNvSpPr>
              <p:nvPr/>
            </p:nvSpPr>
            <p:spPr bwMode="auto">
              <a:xfrm>
                <a:off x="2985" y="1689"/>
                <a:ext cx="22" cy="42"/>
              </a:xfrm>
              <a:custGeom>
                <a:avLst/>
                <a:gdLst>
                  <a:gd name="T0" fmla="*/ 0 w 172"/>
                  <a:gd name="T1" fmla="*/ 0 h 336"/>
                  <a:gd name="T2" fmla="*/ 0 w 172"/>
                  <a:gd name="T3" fmla="*/ 0 h 336"/>
                  <a:gd name="T4" fmla="*/ 0 w 172"/>
                  <a:gd name="T5" fmla="*/ 0 h 336"/>
                  <a:gd name="T6" fmla="*/ 0 w 172"/>
                  <a:gd name="T7" fmla="*/ 0 h 336"/>
                  <a:gd name="T8" fmla="*/ 0 w 172"/>
                  <a:gd name="T9" fmla="*/ 0 h 336"/>
                  <a:gd name="T10" fmla="*/ 0 w 172"/>
                  <a:gd name="T11" fmla="*/ 0 h 336"/>
                  <a:gd name="T12" fmla="*/ 0 w 172"/>
                  <a:gd name="T13" fmla="*/ 0 h 336"/>
                  <a:gd name="T14" fmla="*/ 0 w 172"/>
                  <a:gd name="T15" fmla="*/ 0 h 336"/>
                  <a:gd name="T16" fmla="*/ 0 w 172"/>
                  <a:gd name="T17" fmla="*/ 0 h 336"/>
                  <a:gd name="T18" fmla="*/ 0 w 172"/>
                  <a:gd name="T19" fmla="*/ 0 h 3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2"/>
                  <a:gd name="T31" fmla="*/ 0 h 336"/>
                  <a:gd name="T32" fmla="*/ 172 w 172"/>
                  <a:gd name="T33" fmla="*/ 336 h 3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2" h="336">
                    <a:moveTo>
                      <a:pt x="7" y="42"/>
                    </a:moveTo>
                    <a:lnTo>
                      <a:pt x="51" y="211"/>
                    </a:lnTo>
                    <a:lnTo>
                      <a:pt x="73" y="336"/>
                    </a:lnTo>
                    <a:lnTo>
                      <a:pt x="156" y="336"/>
                    </a:lnTo>
                    <a:lnTo>
                      <a:pt x="172" y="279"/>
                    </a:lnTo>
                    <a:lnTo>
                      <a:pt x="99" y="231"/>
                    </a:lnTo>
                    <a:lnTo>
                      <a:pt x="73" y="147"/>
                    </a:lnTo>
                    <a:lnTo>
                      <a:pt x="78" y="75"/>
                    </a:lnTo>
                    <a:lnTo>
                      <a:pt x="0" y="0"/>
                    </a:lnTo>
                    <a:lnTo>
                      <a:pt x="7" y="42"/>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9" name="Freeform 433"/>
              <p:cNvSpPr>
                <a:spLocks/>
              </p:cNvSpPr>
              <p:nvPr/>
            </p:nvSpPr>
            <p:spPr bwMode="auto">
              <a:xfrm>
                <a:off x="2986" y="1661"/>
                <a:ext cx="33" cy="15"/>
              </a:xfrm>
              <a:custGeom>
                <a:avLst/>
                <a:gdLst>
                  <a:gd name="T0" fmla="*/ 0 w 264"/>
                  <a:gd name="T1" fmla="*/ 0 h 122"/>
                  <a:gd name="T2" fmla="*/ 0 w 264"/>
                  <a:gd name="T3" fmla="*/ 0 h 122"/>
                  <a:gd name="T4" fmla="*/ 0 w 264"/>
                  <a:gd name="T5" fmla="*/ 0 h 122"/>
                  <a:gd name="T6" fmla="*/ 0 w 264"/>
                  <a:gd name="T7" fmla="*/ 0 h 122"/>
                  <a:gd name="T8" fmla="*/ 0 w 264"/>
                  <a:gd name="T9" fmla="*/ 0 h 122"/>
                  <a:gd name="T10" fmla="*/ 0 w 264"/>
                  <a:gd name="T11" fmla="*/ 0 h 122"/>
                  <a:gd name="T12" fmla="*/ 0 w 264"/>
                  <a:gd name="T13" fmla="*/ 0 h 122"/>
                  <a:gd name="T14" fmla="*/ 0 w 264"/>
                  <a:gd name="T15" fmla="*/ 0 h 122"/>
                  <a:gd name="T16" fmla="*/ 0 w 264"/>
                  <a:gd name="T17" fmla="*/ 0 h 122"/>
                  <a:gd name="T18" fmla="*/ 0 w 264"/>
                  <a:gd name="T19" fmla="*/ 0 h 1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4"/>
                  <a:gd name="T31" fmla="*/ 0 h 122"/>
                  <a:gd name="T32" fmla="*/ 264 w 264"/>
                  <a:gd name="T33" fmla="*/ 122 h 1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4" h="122">
                    <a:moveTo>
                      <a:pt x="0" y="106"/>
                    </a:moveTo>
                    <a:lnTo>
                      <a:pt x="13" y="122"/>
                    </a:lnTo>
                    <a:lnTo>
                      <a:pt x="57" y="78"/>
                    </a:lnTo>
                    <a:lnTo>
                      <a:pt x="114" y="97"/>
                    </a:lnTo>
                    <a:lnTo>
                      <a:pt x="140" y="53"/>
                    </a:lnTo>
                    <a:lnTo>
                      <a:pt x="264" y="106"/>
                    </a:lnTo>
                    <a:lnTo>
                      <a:pt x="127" y="0"/>
                    </a:lnTo>
                    <a:lnTo>
                      <a:pt x="101" y="14"/>
                    </a:lnTo>
                    <a:lnTo>
                      <a:pt x="32" y="64"/>
                    </a:lnTo>
                    <a:lnTo>
                      <a:pt x="0" y="10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0" name="Freeform 434"/>
              <p:cNvSpPr>
                <a:spLocks/>
              </p:cNvSpPr>
              <p:nvPr/>
            </p:nvSpPr>
            <p:spPr bwMode="auto">
              <a:xfrm>
                <a:off x="3012" y="1710"/>
                <a:ext cx="13" cy="19"/>
              </a:xfrm>
              <a:custGeom>
                <a:avLst/>
                <a:gdLst>
                  <a:gd name="T0" fmla="*/ 0 w 106"/>
                  <a:gd name="T1" fmla="*/ 0 h 147"/>
                  <a:gd name="T2" fmla="*/ 0 w 106"/>
                  <a:gd name="T3" fmla="*/ 0 h 147"/>
                  <a:gd name="T4" fmla="*/ 0 w 106"/>
                  <a:gd name="T5" fmla="*/ 0 h 147"/>
                  <a:gd name="T6" fmla="*/ 0 w 106"/>
                  <a:gd name="T7" fmla="*/ 0 h 147"/>
                  <a:gd name="T8" fmla="*/ 0 w 106"/>
                  <a:gd name="T9" fmla="*/ 0 h 147"/>
                  <a:gd name="T10" fmla="*/ 0 w 106"/>
                  <a:gd name="T11" fmla="*/ 0 h 147"/>
                  <a:gd name="T12" fmla="*/ 0 w 106"/>
                  <a:gd name="T13" fmla="*/ 0 h 147"/>
                  <a:gd name="T14" fmla="*/ 0 w 106"/>
                  <a:gd name="T15" fmla="*/ 0 h 147"/>
                  <a:gd name="T16" fmla="*/ 0 60000 65536"/>
                  <a:gd name="T17" fmla="*/ 0 60000 65536"/>
                  <a:gd name="T18" fmla="*/ 0 60000 65536"/>
                  <a:gd name="T19" fmla="*/ 0 60000 65536"/>
                  <a:gd name="T20" fmla="*/ 0 60000 65536"/>
                  <a:gd name="T21" fmla="*/ 0 60000 65536"/>
                  <a:gd name="T22" fmla="*/ 0 60000 65536"/>
                  <a:gd name="T23" fmla="*/ 0 60000 65536"/>
                  <a:gd name="T24" fmla="*/ 0 w 106"/>
                  <a:gd name="T25" fmla="*/ 0 h 147"/>
                  <a:gd name="T26" fmla="*/ 106 w 106"/>
                  <a:gd name="T27" fmla="*/ 147 h 1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6" h="147">
                    <a:moveTo>
                      <a:pt x="0" y="44"/>
                    </a:moveTo>
                    <a:lnTo>
                      <a:pt x="41" y="85"/>
                    </a:lnTo>
                    <a:lnTo>
                      <a:pt x="63" y="147"/>
                    </a:lnTo>
                    <a:lnTo>
                      <a:pt x="106" y="92"/>
                    </a:lnTo>
                    <a:lnTo>
                      <a:pt x="99" y="35"/>
                    </a:lnTo>
                    <a:lnTo>
                      <a:pt x="63" y="9"/>
                    </a:lnTo>
                    <a:lnTo>
                      <a:pt x="7" y="0"/>
                    </a:lnTo>
                    <a:lnTo>
                      <a:pt x="0" y="4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1" name="Freeform 435"/>
              <p:cNvSpPr>
                <a:spLocks/>
              </p:cNvSpPr>
              <p:nvPr/>
            </p:nvSpPr>
            <p:spPr bwMode="auto">
              <a:xfrm>
                <a:off x="3025" y="1534"/>
                <a:ext cx="31" cy="12"/>
              </a:xfrm>
              <a:custGeom>
                <a:avLst/>
                <a:gdLst>
                  <a:gd name="T0" fmla="*/ 0 w 244"/>
                  <a:gd name="T1" fmla="*/ 0 h 94"/>
                  <a:gd name="T2" fmla="*/ 0 w 244"/>
                  <a:gd name="T3" fmla="*/ 0 h 94"/>
                  <a:gd name="T4" fmla="*/ 0 w 244"/>
                  <a:gd name="T5" fmla="*/ 0 h 94"/>
                  <a:gd name="T6" fmla="*/ 0 w 244"/>
                  <a:gd name="T7" fmla="*/ 0 h 94"/>
                  <a:gd name="T8" fmla="*/ 0 w 244"/>
                  <a:gd name="T9" fmla="*/ 0 h 94"/>
                  <a:gd name="T10" fmla="*/ 0 w 244"/>
                  <a:gd name="T11" fmla="*/ 0 h 94"/>
                  <a:gd name="T12" fmla="*/ 0 w 244"/>
                  <a:gd name="T13" fmla="*/ 0 h 94"/>
                  <a:gd name="T14" fmla="*/ 0 w 244"/>
                  <a:gd name="T15" fmla="*/ 0 h 94"/>
                  <a:gd name="T16" fmla="*/ 0 w 244"/>
                  <a:gd name="T17" fmla="*/ 0 h 94"/>
                  <a:gd name="T18" fmla="*/ 0 w 244"/>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4"/>
                  <a:gd name="T31" fmla="*/ 0 h 94"/>
                  <a:gd name="T32" fmla="*/ 244 w 244"/>
                  <a:gd name="T33" fmla="*/ 94 h 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4" h="94">
                    <a:moveTo>
                      <a:pt x="0" y="34"/>
                    </a:moveTo>
                    <a:lnTo>
                      <a:pt x="45" y="81"/>
                    </a:lnTo>
                    <a:lnTo>
                      <a:pt x="89" y="94"/>
                    </a:lnTo>
                    <a:lnTo>
                      <a:pt x="114" y="94"/>
                    </a:lnTo>
                    <a:lnTo>
                      <a:pt x="167" y="94"/>
                    </a:lnTo>
                    <a:lnTo>
                      <a:pt x="244" y="43"/>
                    </a:lnTo>
                    <a:lnTo>
                      <a:pt x="204" y="0"/>
                    </a:lnTo>
                    <a:lnTo>
                      <a:pt x="123" y="9"/>
                    </a:lnTo>
                    <a:lnTo>
                      <a:pt x="45" y="28"/>
                    </a:lnTo>
                    <a:lnTo>
                      <a:pt x="0" y="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2" name="Freeform 436"/>
              <p:cNvSpPr>
                <a:spLocks/>
              </p:cNvSpPr>
              <p:nvPr/>
            </p:nvSpPr>
            <p:spPr bwMode="auto">
              <a:xfrm>
                <a:off x="3080" y="1529"/>
                <a:ext cx="27" cy="11"/>
              </a:xfrm>
              <a:custGeom>
                <a:avLst/>
                <a:gdLst>
                  <a:gd name="T0" fmla="*/ 0 w 221"/>
                  <a:gd name="T1" fmla="*/ 0 h 85"/>
                  <a:gd name="T2" fmla="*/ 0 w 221"/>
                  <a:gd name="T3" fmla="*/ 0 h 85"/>
                  <a:gd name="T4" fmla="*/ 0 w 221"/>
                  <a:gd name="T5" fmla="*/ 0 h 85"/>
                  <a:gd name="T6" fmla="*/ 0 w 221"/>
                  <a:gd name="T7" fmla="*/ 0 h 85"/>
                  <a:gd name="T8" fmla="*/ 0 w 221"/>
                  <a:gd name="T9" fmla="*/ 0 h 85"/>
                  <a:gd name="T10" fmla="*/ 0 w 221"/>
                  <a:gd name="T11" fmla="*/ 0 h 85"/>
                  <a:gd name="T12" fmla="*/ 0 w 221"/>
                  <a:gd name="T13" fmla="*/ 0 h 85"/>
                  <a:gd name="T14" fmla="*/ 0 w 221"/>
                  <a:gd name="T15" fmla="*/ 0 h 85"/>
                  <a:gd name="T16" fmla="*/ 0 w 221"/>
                  <a:gd name="T17" fmla="*/ 0 h 85"/>
                  <a:gd name="T18" fmla="*/ 0 w 221"/>
                  <a:gd name="T19" fmla="*/ 0 h 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1"/>
                  <a:gd name="T31" fmla="*/ 0 h 85"/>
                  <a:gd name="T32" fmla="*/ 221 w 221"/>
                  <a:gd name="T33" fmla="*/ 85 h 8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1" h="85">
                    <a:moveTo>
                      <a:pt x="0" y="70"/>
                    </a:moveTo>
                    <a:lnTo>
                      <a:pt x="44" y="7"/>
                    </a:lnTo>
                    <a:lnTo>
                      <a:pt x="129" y="0"/>
                    </a:lnTo>
                    <a:lnTo>
                      <a:pt x="221" y="7"/>
                    </a:lnTo>
                    <a:lnTo>
                      <a:pt x="216" y="26"/>
                    </a:lnTo>
                    <a:lnTo>
                      <a:pt x="185" y="57"/>
                    </a:lnTo>
                    <a:lnTo>
                      <a:pt x="115" y="85"/>
                    </a:lnTo>
                    <a:lnTo>
                      <a:pt x="51" y="85"/>
                    </a:lnTo>
                    <a:lnTo>
                      <a:pt x="9" y="85"/>
                    </a:lnTo>
                    <a:lnTo>
                      <a:pt x="0" y="7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3" name="Freeform 437"/>
              <p:cNvSpPr>
                <a:spLocks/>
              </p:cNvSpPr>
              <p:nvPr/>
            </p:nvSpPr>
            <p:spPr bwMode="auto">
              <a:xfrm>
                <a:off x="2152" y="1590"/>
                <a:ext cx="68" cy="44"/>
              </a:xfrm>
              <a:custGeom>
                <a:avLst/>
                <a:gdLst>
                  <a:gd name="T0" fmla="*/ 0 w 546"/>
                  <a:gd name="T1" fmla="*/ 0 h 352"/>
                  <a:gd name="T2" fmla="*/ 0 w 546"/>
                  <a:gd name="T3" fmla="*/ 0 h 352"/>
                  <a:gd name="T4" fmla="*/ 0 w 546"/>
                  <a:gd name="T5" fmla="*/ 0 h 352"/>
                  <a:gd name="T6" fmla="*/ 0 w 546"/>
                  <a:gd name="T7" fmla="*/ 0 h 352"/>
                  <a:gd name="T8" fmla="*/ 0 w 546"/>
                  <a:gd name="T9" fmla="*/ 0 h 352"/>
                  <a:gd name="T10" fmla="*/ 0 w 546"/>
                  <a:gd name="T11" fmla="*/ 0 h 352"/>
                  <a:gd name="T12" fmla="*/ 0 w 546"/>
                  <a:gd name="T13" fmla="*/ 0 h 352"/>
                  <a:gd name="T14" fmla="*/ 0 w 546"/>
                  <a:gd name="T15" fmla="*/ 0 h 352"/>
                  <a:gd name="T16" fmla="*/ 0 w 546"/>
                  <a:gd name="T17" fmla="*/ 0 h 352"/>
                  <a:gd name="T18" fmla="*/ 0 w 546"/>
                  <a:gd name="T19" fmla="*/ 0 h 352"/>
                  <a:gd name="T20" fmla="*/ 0 w 546"/>
                  <a:gd name="T21" fmla="*/ 0 h 352"/>
                  <a:gd name="T22" fmla="*/ 0 w 546"/>
                  <a:gd name="T23" fmla="*/ 0 h 352"/>
                  <a:gd name="T24" fmla="*/ 0 w 546"/>
                  <a:gd name="T25" fmla="*/ 0 h 352"/>
                  <a:gd name="T26" fmla="*/ 0 w 546"/>
                  <a:gd name="T27" fmla="*/ 0 h 352"/>
                  <a:gd name="T28" fmla="*/ 0 w 546"/>
                  <a:gd name="T29" fmla="*/ 0 h 352"/>
                  <a:gd name="T30" fmla="*/ 0 w 546"/>
                  <a:gd name="T31" fmla="*/ 0 h 352"/>
                  <a:gd name="T32" fmla="*/ 0 w 546"/>
                  <a:gd name="T33" fmla="*/ 0 h 352"/>
                  <a:gd name="T34" fmla="*/ 0 w 546"/>
                  <a:gd name="T35" fmla="*/ 0 h 352"/>
                  <a:gd name="T36" fmla="*/ 0 w 546"/>
                  <a:gd name="T37" fmla="*/ 0 h 352"/>
                  <a:gd name="T38" fmla="*/ 0 w 546"/>
                  <a:gd name="T39" fmla="*/ 0 h 352"/>
                  <a:gd name="T40" fmla="*/ 0 w 546"/>
                  <a:gd name="T41" fmla="*/ 0 h 352"/>
                  <a:gd name="T42" fmla="*/ 0 w 546"/>
                  <a:gd name="T43" fmla="*/ 0 h 352"/>
                  <a:gd name="T44" fmla="*/ 0 w 546"/>
                  <a:gd name="T45" fmla="*/ 0 h 352"/>
                  <a:gd name="T46" fmla="*/ 0 w 546"/>
                  <a:gd name="T47" fmla="*/ 0 h 352"/>
                  <a:gd name="T48" fmla="*/ 0 w 546"/>
                  <a:gd name="T49" fmla="*/ 0 h 352"/>
                  <a:gd name="T50" fmla="*/ 0 w 546"/>
                  <a:gd name="T51" fmla="*/ 0 h 352"/>
                  <a:gd name="T52" fmla="*/ 0 w 546"/>
                  <a:gd name="T53" fmla="*/ 0 h 352"/>
                  <a:gd name="T54" fmla="*/ 0 w 546"/>
                  <a:gd name="T55" fmla="*/ 0 h 352"/>
                  <a:gd name="T56" fmla="*/ 0 w 546"/>
                  <a:gd name="T57" fmla="*/ 0 h 352"/>
                  <a:gd name="T58" fmla="*/ 0 w 546"/>
                  <a:gd name="T59" fmla="*/ 0 h 352"/>
                  <a:gd name="T60" fmla="*/ 0 w 546"/>
                  <a:gd name="T61" fmla="*/ 0 h 352"/>
                  <a:gd name="T62" fmla="*/ 0 w 546"/>
                  <a:gd name="T63" fmla="*/ 0 h 352"/>
                  <a:gd name="T64" fmla="*/ 0 w 546"/>
                  <a:gd name="T65" fmla="*/ 0 h 35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46"/>
                  <a:gd name="T100" fmla="*/ 0 h 352"/>
                  <a:gd name="T101" fmla="*/ 546 w 546"/>
                  <a:gd name="T102" fmla="*/ 352 h 35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46" h="352">
                    <a:moveTo>
                      <a:pt x="53" y="229"/>
                    </a:moveTo>
                    <a:lnTo>
                      <a:pt x="126" y="174"/>
                    </a:lnTo>
                    <a:lnTo>
                      <a:pt x="163" y="161"/>
                    </a:lnTo>
                    <a:lnTo>
                      <a:pt x="313" y="161"/>
                    </a:lnTo>
                    <a:lnTo>
                      <a:pt x="387" y="167"/>
                    </a:lnTo>
                    <a:lnTo>
                      <a:pt x="194" y="94"/>
                    </a:lnTo>
                    <a:lnTo>
                      <a:pt x="60" y="94"/>
                    </a:lnTo>
                    <a:lnTo>
                      <a:pt x="9" y="82"/>
                    </a:lnTo>
                    <a:lnTo>
                      <a:pt x="0" y="75"/>
                    </a:lnTo>
                    <a:lnTo>
                      <a:pt x="145" y="0"/>
                    </a:lnTo>
                    <a:lnTo>
                      <a:pt x="224" y="13"/>
                    </a:lnTo>
                    <a:lnTo>
                      <a:pt x="313" y="64"/>
                    </a:lnTo>
                    <a:lnTo>
                      <a:pt x="415" y="108"/>
                    </a:lnTo>
                    <a:lnTo>
                      <a:pt x="498" y="130"/>
                    </a:lnTo>
                    <a:lnTo>
                      <a:pt x="546" y="198"/>
                    </a:lnTo>
                    <a:lnTo>
                      <a:pt x="521" y="255"/>
                    </a:lnTo>
                    <a:lnTo>
                      <a:pt x="484" y="255"/>
                    </a:lnTo>
                    <a:lnTo>
                      <a:pt x="431" y="322"/>
                    </a:lnTo>
                    <a:lnTo>
                      <a:pt x="376" y="329"/>
                    </a:lnTo>
                    <a:lnTo>
                      <a:pt x="286" y="352"/>
                    </a:lnTo>
                    <a:lnTo>
                      <a:pt x="365" y="280"/>
                    </a:lnTo>
                    <a:lnTo>
                      <a:pt x="401" y="235"/>
                    </a:lnTo>
                    <a:lnTo>
                      <a:pt x="401" y="218"/>
                    </a:lnTo>
                    <a:lnTo>
                      <a:pt x="365" y="209"/>
                    </a:lnTo>
                    <a:lnTo>
                      <a:pt x="304" y="191"/>
                    </a:lnTo>
                    <a:lnTo>
                      <a:pt x="286" y="235"/>
                    </a:lnTo>
                    <a:lnTo>
                      <a:pt x="282" y="205"/>
                    </a:lnTo>
                    <a:lnTo>
                      <a:pt x="256" y="205"/>
                    </a:lnTo>
                    <a:lnTo>
                      <a:pt x="253" y="225"/>
                    </a:lnTo>
                    <a:lnTo>
                      <a:pt x="277" y="244"/>
                    </a:lnTo>
                    <a:lnTo>
                      <a:pt x="268" y="266"/>
                    </a:lnTo>
                    <a:lnTo>
                      <a:pt x="84" y="244"/>
                    </a:lnTo>
                    <a:lnTo>
                      <a:pt x="53" y="2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4" name="Freeform 438"/>
              <p:cNvSpPr>
                <a:spLocks/>
              </p:cNvSpPr>
              <p:nvPr/>
            </p:nvSpPr>
            <p:spPr bwMode="auto">
              <a:xfrm>
                <a:off x="2165" y="1625"/>
                <a:ext cx="28" cy="6"/>
              </a:xfrm>
              <a:custGeom>
                <a:avLst/>
                <a:gdLst>
                  <a:gd name="T0" fmla="*/ 0 w 224"/>
                  <a:gd name="T1" fmla="*/ 0 h 49"/>
                  <a:gd name="T2" fmla="*/ 0 w 224"/>
                  <a:gd name="T3" fmla="*/ 0 h 49"/>
                  <a:gd name="T4" fmla="*/ 0 w 224"/>
                  <a:gd name="T5" fmla="*/ 0 h 49"/>
                  <a:gd name="T6" fmla="*/ 0 w 224"/>
                  <a:gd name="T7" fmla="*/ 0 h 49"/>
                  <a:gd name="T8" fmla="*/ 0 w 224"/>
                  <a:gd name="T9" fmla="*/ 0 h 49"/>
                  <a:gd name="T10" fmla="*/ 0 w 224"/>
                  <a:gd name="T11" fmla="*/ 0 h 49"/>
                  <a:gd name="T12" fmla="*/ 0 60000 65536"/>
                  <a:gd name="T13" fmla="*/ 0 60000 65536"/>
                  <a:gd name="T14" fmla="*/ 0 60000 65536"/>
                  <a:gd name="T15" fmla="*/ 0 60000 65536"/>
                  <a:gd name="T16" fmla="*/ 0 60000 65536"/>
                  <a:gd name="T17" fmla="*/ 0 60000 65536"/>
                  <a:gd name="T18" fmla="*/ 0 w 224"/>
                  <a:gd name="T19" fmla="*/ 0 h 49"/>
                  <a:gd name="T20" fmla="*/ 224 w 224"/>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224" h="49">
                    <a:moveTo>
                      <a:pt x="0" y="0"/>
                    </a:moveTo>
                    <a:lnTo>
                      <a:pt x="40" y="33"/>
                    </a:lnTo>
                    <a:lnTo>
                      <a:pt x="139" y="49"/>
                    </a:lnTo>
                    <a:lnTo>
                      <a:pt x="224" y="3"/>
                    </a:lnTo>
                    <a:lnTo>
                      <a:pt x="132" y="1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5" name="Freeform 439"/>
              <p:cNvSpPr>
                <a:spLocks/>
              </p:cNvSpPr>
              <p:nvPr/>
            </p:nvSpPr>
            <p:spPr bwMode="auto">
              <a:xfrm>
                <a:off x="2193" y="1613"/>
                <a:ext cx="8" cy="12"/>
              </a:xfrm>
              <a:custGeom>
                <a:avLst/>
                <a:gdLst>
                  <a:gd name="T0" fmla="*/ 0 w 64"/>
                  <a:gd name="T1" fmla="*/ 0 h 98"/>
                  <a:gd name="T2" fmla="*/ 0 w 64"/>
                  <a:gd name="T3" fmla="*/ 0 h 98"/>
                  <a:gd name="T4" fmla="*/ 0 w 64"/>
                  <a:gd name="T5" fmla="*/ 0 h 98"/>
                  <a:gd name="T6" fmla="*/ 0 w 64"/>
                  <a:gd name="T7" fmla="*/ 0 h 98"/>
                  <a:gd name="T8" fmla="*/ 0 w 64"/>
                  <a:gd name="T9" fmla="*/ 0 h 98"/>
                  <a:gd name="T10" fmla="*/ 0 60000 65536"/>
                  <a:gd name="T11" fmla="*/ 0 60000 65536"/>
                  <a:gd name="T12" fmla="*/ 0 60000 65536"/>
                  <a:gd name="T13" fmla="*/ 0 60000 65536"/>
                  <a:gd name="T14" fmla="*/ 0 60000 65536"/>
                  <a:gd name="T15" fmla="*/ 0 w 64"/>
                  <a:gd name="T16" fmla="*/ 0 h 98"/>
                  <a:gd name="T17" fmla="*/ 64 w 64"/>
                  <a:gd name="T18" fmla="*/ 98 h 98"/>
                </a:gdLst>
                <a:ahLst/>
                <a:cxnLst>
                  <a:cxn ang="T10">
                    <a:pos x="T0" y="T1"/>
                  </a:cxn>
                  <a:cxn ang="T11">
                    <a:pos x="T2" y="T3"/>
                  </a:cxn>
                  <a:cxn ang="T12">
                    <a:pos x="T4" y="T5"/>
                  </a:cxn>
                  <a:cxn ang="T13">
                    <a:pos x="T6" y="T7"/>
                  </a:cxn>
                  <a:cxn ang="T14">
                    <a:pos x="T8" y="T9"/>
                  </a:cxn>
                </a:cxnLst>
                <a:rect l="T15" t="T16" r="T17" b="T18"/>
                <a:pathLst>
                  <a:path w="64" h="98">
                    <a:moveTo>
                      <a:pt x="0" y="0"/>
                    </a:moveTo>
                    <a:lnTo>
                      <a:pt x="53" y="98"/>
                    </a:lnTo>
                    <a:lnTo>
                      <a:pt x="64" y="81"/>
                    </a:lnTo>
                    <a:lnTo>
                      <a:pt x="34" y="2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6" name="Freeform 440"/>
              <p:cNvSpPr>
                <a:spLocks/>
              </p:cNvSpPr>
              <p:nvPr/>
            </p:nvSpPr>
            <p:spPr bwMode="auto">
              <a:xfrm>
                <a:off x="2226" y="1612"/>
                <a:ext cx="51" cy="65"/>
              </a:xfrm>
              <a:custGeom>
                <a:avLst/>
                <a:gdLst>
                  <a:gd name="T0" fmla="*/ 0 w 406"/>
                  <a:gd name="T1" fmla="*/ 0 h 514"/>
                  <a:gd name="T2" fmla="*/ 0 w 406"/>
                  <a:gd name="T3" fmla="*/ 0 h 514"/>
                  <a:gd name="T4" fmla="*/ 0 w 406"/>
                  <a:gd name="T5" fmla="*/ 0 h 514"/>
                  <a:gd name="T6" fmla="*/ 0 w 406"/>
                  <a:gd name="T7" fmla="*/ 0 h 514"/>
                  <a:gd name="T8" fmla="*/ 0 w 406"/>
                  <a:gd name="T9" fmla="*/ 0 h 514"/>
                  <a:gd name="T10" fmla="*/ 0 w 406"/>
                  <a:gd name="T11" fmla="*/ 0 h 514"/>
                  <a:gd name="T12" fmla="*/ 0 w 406"/>
                  <a:gd name="T13" fmla="*/ 0 h 514"/>
                  <a:gd name="T14" fmla="*/ 0 w 406"/>
                  <a:gd name="T15" fmla="*/ 0 h 514"/>
                  <a:gd name="T16" fmla="*/ 0 w 406"/>
                  <a:gd name="T17" fmla="*/ 0 h 514"/>
                  <a:gd name="T18" fmla="*/ 0 w 406"/>
                  <a:gd name="T19" fmla="*/ 0 h 514"/>
                  <a:gd name="T20" fmla="*/ 0 w 406"/>
                  <a:gd name="T21" fmla="*/ 0 h 514"/>
                  <a:gd name="T22" fmla="*/ 0 w 406"/>
                  <a:gd name="T23" fmla="*/ 0 h 514"/>
                  <a:gd name="T24" fmla="*/ 0 w 406"/>
                  <a:gd name="T25" fmla="*/ 0 h 514"/>
                  <a:gd name="T26" fmla="*/ 0 w 406"/>
                  <a:gd name="T27" fmla="*/ 0 h 514"/>
                  <a:gd name="T28" fmla="*/ 0 w 406"/>
                  <a:gd name="T29" fmla="*/ 0 h 514"/>
                  <a:gd name="T30" fmla="*/ 0 w 406"/>
                  <a:gd name="T31" fmla="*/ 0 h 514"/>
                  <a:gd name="T32" fmla="*/ 0 w 406"/>
                  <a:gd name="T33" fmla="*/ 0 h 514"/>
                  <a:gd name="T34" fmla="*/ 0 w 406"/>
                  <a:gd name="T35" fmla="*/ 0 h 514"/>
                  <a:gd name="T36" fmla="*/ 0 w 406"/>
                  <a:gd name="T37" fmla="*/ 0 h 514"/>
                  <a:gd name="T38" fmla="*/ 0 w 406"/>
                  <a:gd name="T39" fmla="*/ 0 h 514"/>
                  <a:gd name="T40" fmla="*/ 0 w 406"/>
                  <a:gd name="T41" fmla="*/ 0 h 514"/>
                  <a:gd name="T42" fmla="*/ 0 w 406"/>
                  <a:gd name="T43" fmla="*/ 0 h 514"/>
                  <a:gd name="T44" fmla="*/ 0 w 406"/>
                  <a:gd name="T45" fmla="*/ 0 h 514"/>
                  <a:gd name="T46" fmla="*/ 0 w 406"/>
                  <a:gd name="T47" fmla="*/ 0 h 514"/>
                  <a:gd name="T48" fmla="*/ 0 w 406"/>
                  <a:gd name="T49" fmla="*/ 0 h 514"/>
                  <a:gd name="T50" fmla="*/ 0 w 406"/>
                  <a:gd name="T51" fmla="*/ 0 h 514"/>
                  <a:gd name="T52" fmla="*/ 0 w 406"/>
                  <a:gd name="T53" fmla="*/ 0 h 514"/>
                  <a:gd name="T54" fmla="*/ 0 w 406"/>
                  <a:gd name="T55" fmla="*/ 0 h 514"/>
                  <a:gd name="T56" fmla="*/ 0 w 406"/>
                  <a:gd name="T57" fmla="*/ 0 h 51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06"/>
                  <a:gd name="T88" fmla="*/ 0 h 514"/>
                  <a:gd name="T89" fmla="*/ 406 w 406"/>
                  <a:gd name="T90" fmla="*/ 514 h 51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06" h="514">
                    <a:moveTo>
                      <a:pt x="0" y="10"/>
                    </a:moveTo>
                    <a:lnTo>
                      <a:pt x="0" y="63"/>
                    </a:lnTo>
                    <a:lnTo>
                      <a:pt x="28" y="99"/>
                    </a:lnTo>
                    <a:lnTo>
                      <a:pt x="12" y="388"/>
                    </a:lnTo>
                    <a:lnTo>
                      <a:pt x="35" y="514"/>
                    </a:lnTo>
                    <a:lnTo>
                      <a:pt x="28" y="380"/>
                    </a:lnTo>
                    <a:lnTo>
                      <a:pt x="39" y="213"/>
                    </a:lnTo>
                    <a:lnTo>
                      <a:pt x="146" y="288"/>
                    </a:lnTo>
                    <a:lnTo>
                      <a:pt x="105" y="201"/>
                    </a:lnTo>
                    <a:lnTo>
                      <a:pt x="197" y="235"/>
                    </a:lnTo>
                    <a:lnTo>
                      <a:pt x="275" y="222"/>
                    </a:lnTo>
                    <a:lnTo>
                      <a:pt x="202" y="201"/>
                    </a:lnTo>
                    <a:lnTo>
                      <a:pt x="202" y="178"/>
                    </a:lnTo>
                    <a:lnTo>
                      <a:pt x="233" y="160"/>
                    </a:lnTo>
                    <a:lnTo>
                      <a:pt x="294" y="208"/>
                    </a:lnTo>
                    <a:lnTo>
                      <a:pt x="328" y="189"/>
                    </a:lnTo>
                    <a:lnTo>
                      <a:pt x="250" y="114"/>
                    </a:lnTo>
                    <a:lnTo>
                      <a:pt x="202" y="85"/>
                    </a:lnTo>
                    <a:lnTo>
                      <a:pt x="202" y="65"/>
                    </a:lnTo>
                    <a:lnTo>
                      <a:pt x="321" y="90"/>
                    </a:lnTo>
                    <a:lnTo>
                      <a:pt x="356" y="132"/>
                    </a:lnTo>
                    <a:lnTo>
                      <a:pt x="344" y="164"/>
                    </a:lnTo>
                    <a:lnTo>
                      <a:pt x="406" y="141"/>
                    </a:lnTo>
                    <a:lnTo>
                      <a:pt x="406" y="54"/>
                    </a:lnTo>
                    <a:lnTo>
                      <a:pt x="365" y="17"/>
                    </a:lnTo>
                    <a:lnTo>
                      <a:pt x="270" y="17"/>
                    </a:lnTo>
                    <a:lnTo>
                      <a:pt x="79" y="0"/>
                    </a:lnTo>
                    <a:lnTo>
                      <a:pt x="35" y="1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7" name="Freeform 441"/>
              <p:cNvSpPr>
                <a:spLocks/>
              </p:cNvSpPr>
              <p:nvPr/>
            </p:nvSpPr>
            <p:spPr bwMode="auto">
              <a:xfrm>
                <a:off x="2224" y="1681"/>
                <a:ext cx="6" cy="8"/>
              </a:xfrm>
              <a:custGeom>
                <a:avLst/>
                <a:gdLst>
                  <a:gd name="T0" fmla="*/ 0 w 44"/>
                  <a:gd name="T1" fmla="*/ 0 h 62"/>
                  <a:gd name="T2" fmla="*/ 0 w 44"/>
                  <a:gd name="T3" fmla="*/ 0 h 62"/>
                  <a:gd name="T4" fmla="*/ 0 w 44"/>
                  <a:gd name="T5" fmla="*/ 0 h 62"/>
                  <a:gd name="T6" fmla="*/ 0 w 44"/>
                  <a:gd name="T7" fmla="*/ 0 h 62"/>
                  <a:gd name="T8" fmla="*/ 0 w 44"/>
                  <a:gd name="T9" fmla="*/ 0 h 62"/>
                  <a:gd name="T10" fmla="*/ 0 60000 65536"/>
                  <a:gd name="T11" fmla="*/ 0 60000 65536"/>
                  <a:gd name="T12" fmla="*/ 0 60000 65536"/>
                  <a:gd name="T13" fmla="*/ 0 60000 65536"/>
                  <a:gd name="T14" fmla="*/ 0 60000 65536"/>
                  <a:gd name="T15" fmla="*/ 0 w 44"/>
                  <a:gd name="T16" fmla="*/ 0 h 62"/>
                  <a:gd name="T17" fmla="*/ 44 w 44"/>
                  <a:gd name="T18" fmla="*/ 62 h 62"/>
                </a:gdLst>
                <a:ahLst/>
                <a:cxnLst>
                  <a:cxn ang="T10">
                    <a:pos x="T0" y="T1"/>
                  </a:cxn>
                  <a:cxn ang="T11">
                    <a:pos x="T2" y="T3"/>
                  </a:cxn>
                  <a:cxn ang="T12">
                    <a:pos x="T4" y="T5"/>
                  </a:cxn>
                  <a:cxn ang="T13">
                    <a:pos x="T6" y="T7"/>
                  </a:cxn>
                  <a:cxn ang="T14">
                    <a:pos x="T8" y="T9"/>
                  </a:cxn>
                </a:cxnLst>
                <a:rect l="T15" t="T16" r="T17" b="T18"/>
                <a:pathLst>
                  <a:path w="44" h="62">
                    <a:moveTo>
                      <a:pt x="0" y="46"/>
                    </a:moveTo>
                    <a:lnTo>
                      <a:pt x="28" y="62"/>
                    </a:lnTo>
                    <a:lnTo>
                      <a:pt x="44" y="49"/>
                    </a:lnTo>
                    <a:lnTo>
                      <a:pt x="35" y="0"/>
                    </a:lnTo>
                    <a:lnTo>
                      <a:pt x="0"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8" name="Freeform 442"/>
              <p:cNvSpPr>
                <a:spLocks/>
              </p:cNvSpPr>
              <p:nvPr/>
            </p:nvSpPr>
            <p:spPr bwMode="auto">
              <a:xfrm>
                <a:off x="2157" y="1673"/>
                <a:ext cx="81" cy="43"/>
              </a:xfrm>
              <a:custGeom>
                <a:avLst/>
                <a:gdLst>
                  <a:gd name="T0" fmla="*/ 0 w 647"/>
                  <a:gd name="T1" fmla="*/ 0 h 347"/>
                  <a:gd name="T2" fmla="*/ 0 w 647"/>
                  <a:gd name="T3" fmla="*/ 0 h 347"/>
                  <a:gd name="T4" fmla="*/ 0 w 647"/>
                  <a:gd name="T5" fmla="*/ 0 h 347"/>
                  <a:gd name="T6" fmla="*/ 0 w 647"/>
                  <a:gd name="T7" fmla="*/ 0 h 347"/>
                  <a:gd name="T8" fmla="*/ 0 w 647"/>
                  <a:gd name="T9" fmla="*/ 0 h 347"/>
                  <a:gd name="T10" fmla="*/ 0 w 647"/>
                  <a:gd name="T11" fmla="*/ 0 h 347"/>
                  <a:gd name="T12" fmla="*/ 0 w 647"/>
                  <a:gd name="T13" fmla="*/ 0 h 347"/>
                  <a:gd name="T14" fmla="*/ 0 w 647"/>
                  <a:gd name="T15" fmla="*/ 0 h 347"/>
                  <a:gd name="T16" fmla="*/ 0 w 647"/>
                  <a:gd name="T17" fmla="*/ 0 h 347"/>
                  <a:gd name="T18" fmla="*/ 0 w 647"/>
                  <a:gd name="T19" fmla="*/ 0 h 347"/>
                  <a:gd name="T20" fmla="*/ 0 w 647"/>
                  <a:gd name="T21" fmla="*/ 0 h 347"/>
                  <a:gd name="T22" fmla="*/ 0 w 647"/>
                  <a:gd name="T23" fmla="*/ 0 h 347"/>
                  <a:gd name="T24" fmla="*/ 0 w 647"/>
                  <a:gd name="T25" fmla="*/ 0 h 347"/>
                  <a:gd name="T26" fmla="*/ 0 w 647"/>
                  <a:gd name="T27" fmla="*/ 0 h 347"/>
                  <a:gd name="T28" fmla="*/ 0 w 647"/>
                  <a:gd name="T29" fmla="*/ 0 h 347"/>
                  <a:gd name="T30" fmla="*/ 0 w 647"/>
                  <a:gd name="T31" fmla="*/ 0 h 347"/>
                  <a:gd name="T32" fmla="*/ 0 w 647"/>
                  <a:gd name="T33" fmla="*/ 0 h 347"/>
                  <a:gd name="T34" fmla="*/ 0 w 647"/>
                  <a:gd name="T35" fmla="*/ 0 h 347"/>
                  <a:gd name="T36" fmla="*/ 0 w 647"/>
                  <a:gd name="T37" fmla="*/ 0 h 347"/>
                  <a:gd name="T38" fmla="*/ 0 w 647"/>
                  <a:gd name="T39" fmla="*/ 0 h 347"/>
                  <a:gd name="T40" fmla="*/ 0 w 647"/>
                  <a:gd name="T41" fmla="*/ 0 h 347"/>
                  <a:gd name="T42" fmla="*/ 0 w 647"/>
                  <a:gd name="T43" fmla="*/ 0 h 3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47"/>
                  <a:gd name="T67" fmla="*/ 0 h 347"/>
                  <a:gd name="T68" fmla="*/ 647 w 647"/>
                  <a:gd name="T69" fmla="*/ 347 h 3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47" h="347">
                    <a:moveTo>
                      <a:pt x="509" y="114"/>
                    </a:moveTo>
                    <a:lnTo>
                      <a:pt x="466" y="117"/>
                    </a:lnTo>
                    <a:lnTo>
                      <a:pt x="374" y="29"/>
                    </a:lnTo>
                    <a:lnTo>
                      <a:pt x="311" y="0"/>
                    </a:lnTo>
                    <a:lnTo>
                      <a:pt x="219" y="31"/>
                    </a:lnTo>
                    <a:lnTo>
                      <a:pt x="219" y="57"/>
                    </a:lnTo>
                    <a:lnTo>
                      <a:pt x="258" y="64"/>
                    </a:lnTo>
                    <a:lnTo>
                      <a:pt x="120" y="105"/>
                    </a:lnTo>
                    <a:lnTo>
                      <a:pt x="0" y="181"/>
                    </a:lnTo>
                    <a:lnTo>
                      <a:pt x="23" y="225"/>
                    </a:lnTo>
                    <a:lnTo>
                      <a:pt x="95" y="220"/>
                    </a:lnTo>
                    <a:lnTo>
                      <a:pt x="157" y="237"/>
                    </a:lnTo>
                    <a:lnTo>
                      <a:pt x="240" y="193"/>
                    </a:lnTo>
                    <a:lnTo>
                      <a:pt x="357" y="211"/>
                    </a:lnTo>
                    <a:lnTo>
                      <a:pt x="461" y="200"/>
                    </a:lnTo>
                    <a:lnTo>
                      <a:pt x="521" y="257"/>
                    </a:lnTo>
                    <a:lnTo>
                      <a:pt x="567" y="279"/>
                    </a:lnTo>
                    <a:lnTo>
                      <a:pt x="620" y="347"/>
                    </a:lnTo>
                    <a:lnTo>
                      <a:pt x="647" y="334"/>
                    </a:lnTo>
                    <a:lnTo>
                      <a:pt x="643" y="225"/>
                    </a:lnTo>
                    <a:lnTo>
                      <a:pt x="567" y="105"/>
                    </a:lnTo>
                    <a:lnTo>
                      <a:pt x="509"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9" name="Freeform 443"/>
              <p:cNvSpPr>
                <a:spLocks/>
              </p:cNvSpPr>
              <p:nvPr/>
            </p:nvSpPr>
            <p:spPr bwMode="auto">
              <a:xfrm>
                <a:off x="2202" y="1653"/>
                <a:ext cx="9" cy="11"/>
              </a:xfrm>
              <a:custGeom>
                <a:avLst/>
                <a:gdLst>
                  <a:gd name="T0" fmla="*/ 0 w 72"/>
                  <a:gd name="T1" fmla="*/ 0 h 86"/>
                  <a:gd name="T2" fmla="*/ 0 w 72"/>
                  <a:gd name="T3" fmla="*/ 0 h 86"/>
                  <a:gd name="T4" fmla="*/ 0 w 72"/>
                  <a:gd name="T5" fmla="*/ 0 h 86"/>
                  <a:gd name="T6" fmla="*/ 0 w 72"/>
                  <a:gd name="T7" fmla="*/ 0 h 86"/>
                  <a:gd name="T8" fmla="*/ 0 w 72"/>
                  <a:gd name="T9" fmla="*/ 0 h 86"/>
                  <a:gd name="T10" fmla="*/ 0 60000 65536"/>
                  <a:gd name="T11" fmla="*/ 0 60000 65536"/>
                  <a:gd name="T12" fmla="*/ 0 60000 65536"/>
                  <a:gd name="T13" fmla="*/ 0 60000 65536"/>
                  <a:gd name="T14" fmla="*/ 0 60000 65536"/>
                  <a:gd name="T15" fmla="*/ 0 w 72"/>
                  <a:gd name="T16" fmla="*/ 0 h 86"/>
                  <a:gd name="T17" fmla="*/ 72 w 72"/>
                  <a:gd name="T18" fmla="*/ 86 h 86"/>
                </a:gdLst>
                <a:ahLst/>
                <a:cxnLst>
                  <a:cxn ang="T10">
                    <a:pos x="T0" y="T1"/>
                  </a:cxn>
                  <a:cxn ang="T11">
                    <a:pos x="T2" y="T3"/>
                  </a:cxn>
                  <a:cxn ang="T12">
                    <a:pos x="T4" y="T5"/>
                  </a:cxn>
                  <a:cxn ang="T13">
                    <a:pos x="T6" y="T7"/>
                  </a:cxn>
                  <a:cxn ang="T14">
                    <a:pos x="T8" y="T9"/>
                  </a:cxn>
                </a:cxnLst>
                <a:rect l="T15" t="T16" r="T17" b="T18"/>
                <a:pathLst>
                  <a:path w="72" h="86">
                    <a:moveTo>
                      <a:pt x="0" y="55"/>
                    </a:moveTo>
                    <a:lnTo>
                      <a:pt x="37" y="86"/>
                    </a:lnTo>
                    <a:lnTo>
                      <a:pt x="72" y="24"/>
                    </a:lnTo>
                    <a:lnTo>
                      <a:pt x="60" y="0"/>
                    </a:lnTo>
                    <a:lnTo>
                      <a:pt x="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0" name="Freeform 444"/>
              <p:cNvSpPr>
                <a:spLocks/>
              </p:cNvSpPr>
              <p:nvPr/>
            </p:nvSpPr>
            <p:spPr bwMode="auto">
              <a:xfrm>
                <a:off x="2184" y="1707"/>
                <a:ext cx="38" cy="16"/>
              </a:xfrm>
              <a:custGeom>
                <a:avLst/>
                <a:gdLst>
                  <a:gd name="T0" fmla="*/ 0 w 302"/>
                  <a:gd name="T1" fmla="*/ 0 h 129"/>
                  <a:gd name="T2" fmla="*/ 0 w 302"/>
                  <a:gd name="T3" fmla="*/ 0 h 129"/>
                  <a:gd name="T4" fmla="*/ 0 w 302"/>
                  <a:gd name="T5" fmla="*/ 0 h 129"/>
                  <a:gd name="T6" fmla="*/ 0 w 302"/>
                  <a:gd name="T7" fmla="*/ 0 h 129"/>
                  <a:gd name="T8" fmla="*/ 0 w 302"/>
                  <a:gd name="T9" fmla="*/ 0 h 129"/>
                  <a:gd name="T10" fmla="*/ 0 w 302"/>
                  <a:gd name="T11" fmla="*/ 0 h 129"/>
                  <a:gd name="T12" fmla="*/ 0 w 302"/>
                  <a:gd name="T13" fmla="*/ 0 h 129"/>
                  <a:gd name="T14" fmla="*/ 0 60000 65536"/>
                  <a:gd name="T15" fmla="*/ 0 60000 65536"/>
                  <a:gd name="T16" fmla="*/ 0 60000 65536"/>
                  <a:gd name="T17" fmla="*/ 0 60000 65536"/>
                  <a:gd name="T18" fmla="*/ 0 60000 65536"/>
                  <a:gd name="T19" fmla="*/ 0 60000 65536"/>
                  <a:gd name="T20" fmla="*/ 0 60000 65536"/>
                  <a:gd name="T21" fmla="*/ 0 w 302"/>
                  <a:gd name="T22" fmla="*/ 0 h 129"/>
                  <a:gd name="T23" fmla="*/ 302 w 302"/>
                  <a:gd name="T24" fmla="*/ 129 h 1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2" h="129">
                    <a:moveTo>
                      <a:pt x="0" y="26"/>
                    </a:moveTo>
                    <a:lnTo>
                      <a:pt x="48" y="0"/>
                    </a:lnTo>
                    <a:lnTo>
                      <a:pt x="302" y="42"/>
                    </a:lnTo>
                    <a:lnTo>
                      <a:pt x="279" y="129"/>
                    </a:lnTo>
                    <a:lnTo>
                      <a:pt x="228" y="98"/>
                    </a:lnTo>
                    <a:lnTo>
                      <a:pt x="30" y="98"/>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1" name="Freeform 445"/>
              <p:cNvSpPr>
                <a:spLocks/>
              </p:cNvSpPr>
              <p:nvPr/>
            </p:nvSpPr>
            <p:spPr bwMode="auto">
              <a:xfrm>
                <a:off x="2123" y="1485"/>
                <a:ext cx="159" cy="86"/>
              </a:xfrm>
              <a:custGeom>
                <a:avLst/>
                <a:gdLst>
                  <a:gd name="T0" fmla="*/ 0 w 1275"/>
                  <a:gd name="T1" fmla="*/ 0 h 682"/>
                  <a:gd name="T2" fmla="*/ 0 w 1275"/>
                  <a:gd name="T3" fmla="*/ 0 h 682"/>
                  <a:gd name="T4" fmla="*/ 0 w 1275"/>
                  <a:gd name="T5" fmla="*/ 0 h 682"/>
                  <a:gd name="T6" fmla="*/ 0 w 1275"/>
                  <a:gd name="T7" fmla="*/ 0 h 682"/>
                  <a:gd name="T8" fmla="*/ 0 w 1275"/>
                  <a:gd name="T9" fmla="*/ 0 h 682"/>
                  <a:gd name="T10" fmla="*/ 0 w 1275"/>
                  <a:gd name="T11" fmla="*/ 0 h 682"/>
                  <a:gd name="T12" fmla="*/ 0 w 1275"/>
                  <a:gd name="T13" fmla="*/ 0 h 682"/>
                  <a:gd name="T14" fmla="*/ 0 w 1275"/>
                  <a:gd name="T15" fmla="*/ 0 h 682"/>
                  <a:gd name="T16" fmla="*/ 0 w 1275"/>
                  <a:gd name="T17" fmla="*/ 0 h 682"/>
                  <a:gd name="T18" fmla="*/ 0 w 1275"/>
                  <a:gd name="T19" fmla="*/ 0 h 682"/>
                  <a:gd name="T20" fmla="*/ 0 w 1275"/>
                  <a:gd name="T21" fmla="*/ 0 h 682"/>
                  <a:gd name="T22" fmla="*/ 0 w 1275"/>
                  <a:gd name="T23" fmla="*/ 0 h 682"/>
                  <a:gd name="T24" fmla="*/ 0 w 1275"/>
                  <a:gd name="T25" fmla="*/ 0 h 682"/>
                  <a:gd name="T26" fmla="*/ 0 w 1275"/>
                  <a:gd name="T27" fmla="*/ 0 h 682"/>
                  <a:gd name="T28" fmla="*/ 0 w 1275"/>
                  <a:gd name="T29" fmla="*/ 0 h 682"/>
                  <a:gd name="T30" fmla="*/ 0 w 1275"/>
                  <a:gd name="T31" fmla="*/ 0 h 682"/>
                  <a:gd name="T32" fmla="*/ 0 w 1275"/>
                  <a:gd name="T33" fmla="*/ 0 h 682"/>
                  <a:gd name="T34" fmla="*/ 0 w 1275"/>
                  <a:gd name="T35" fmla="*/ 0 h 682"/>
                  <a:gd name="T36" fmla="*/ 0 w 1275"/>
                  <a:gd name="T37" fmla="*/ 0 h 682"/>
                  <a:gd name="T38" fmla="*/ 0 w 1275"/>
                  <a:gd name="T39" fmla="*/ 0 h 682"/>
                  <a:gd name="T40" fmla="*/ 0 w 1275"/>
                  <a:gd name="T41" fmla="*/ 0 h 682"/>
                  <a:gd name="T42" fmla="*/ 0 w 1275"/>
                  <a:gd name="T43" fmla="*/ 0 h 682"/>
                  <a:gd name="T44" fmla="*/ 0 w 1275"/>
                  <a:gd name="T45" fmla="*/ 0 h 682"/>
                  <a:gd name="T46" fmla="*/ 0 w 1275"/>
                  <a:gd name="T47" fmla="*/ 0 h 682"/>
                  <a:gd name="T48" fmla="*/ 0 w 1275"/>
                  <a:gd name="T49" fmla="*/ 0 h 682"/>
                  <a:gd name="T50" fmla="*/ 0 w 1275"/>
                  <a:gd name="T51" fmla="*/ 0 h 682"/>
                  <a:gd name="T52" fmla="*/ 0 w 1275"/>
                  <a:gd name="T53" fmla="*/ 0 h 682"/>
                  <a:gd name="T54" fmla="*/ 0 w 1275"/>
                  <a:gd name="T55" fmla="*/ 0 h 682"/>
                  <a:gd name="T56" fmla="*/ 0 w 1275"/>
                  <a:gd name="T57" fmla="*/ 0 h 682"/>
                  <a:gd name="T58" fmla="*/ 0 w 1275"/>
                  <a:gd name="T59" fmla="*/ 0 h 682"/>
                  <a:gd name="T60" fmla="*/ 0 w 1275"/>
                  <a:gd name="T61" fmla="*/ 0 h 682"/>
                  <a:gd name="T62" fmla="*/ 0 w 1275"/>
                  <a:gd name="T63" fmla="*/ 0 h 682"/>
                  <a:gd name="T64" fmla="*/ 0 w 1275"/>
                  <a:gd name="T65" fmla="*/ 0 h 682"/>
                  <a:gd name="T66" fmla="*/ 0 w 1275"/>
                  <a:gd name="T67" fmla="*/ 0 h 682"/>
                  <a:gd name="T68" fmla="*/ 0 w 1275"/>
                  <a:gd name="T69" fmla="*/ 0 h 682"/>
                  <a:gd name="T70" fmla="*/ 0 w 1275"/>
                  <a:gd name="T71" fmla="*/ 0 h 68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75"/>
                  <a:gd name="T109" fmla="*/ 0 h 682"/>
                  <a:gd name="T110" fmla="*/ 1275 w 1275"/>
                  <a:gd name="T111" fmla="*/ 682 h 68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75" h="682">
                    <a:moveTo>
                      <a:pt x="934" y="170"/>
                    </a:moveTo>
                    <a:lnTo>
                      <a:pt x="1037" y="159"/>
                    </a:lnTo>
                    <a:lnTo>
                      <a:pt x="1037" y="136"/>
                    </a:lnTo>
                    <a:lnTo>
                      <a:pt x="970" y="92"/>
                    </a:lnTo>
                    <a:lnTo>
                      <a:pt x="834" y="42"/>
                    </a:lnTo>
                    <a:lnTo>
                      <a:pt x="730" y="25"/>
                    </a:lnTo>
                    <a:lnTo>
                      <a:pt x="431" y="7"/>
                    </a:lnTo>
                    <a:lnTo>
                      <a:pt x="652" y="0"/>
                    </a:lnTo>
                    <a:lnTo>
                      <a:pt x="868" y="18"/>
                    </a:lnTo>
                    <a:lnTo>
                      <a:pt x="1037" y="73"/>
                    </a:lnTo>
                    <a:lnTo>
                      <a:pt x="1157" y="154"/>
                    </a:lnTo>
                    <a:lnTo>
                      <a:pt x="1249" y="251"/>
                    </a:lnTo>
                    <a:lnTo>
                      <a:pt x="1275" y="325"/>
                    </a:lnTo>
                    <a:lnTo>
                      <a:pt x="1275" y="387"/>
                    </a:lnTo>
                    <a:lnTo>
                      <a:pt x="1217" y="449"/>
                    </a:lnTo>
                    <a:lnTo>
                      <a:pt x="1104" y="530"/>
                    </a:lnTo>
                    <a:lnTo>
                      <a:pt x="943" y="578"/>
                    </a:lnTo>
                    <a:lnTo>
                      <a:pt x="730" y="631"/>
                    </a:lnTo>
                    <a:lnTo>
                      <a:pt x="315" y="664"/>
                    </a:lnTo>
                    <a:lnTo>
                      <a:pt x="0" y="682"/>
                    </a:lnTo>
                    <a:lnTo>
                      <a:pt x="703" y="504"/>
                    </a:lnTo>
                    <a:lnTo>
                      <a:pt x="864" y="449"/>
                    </a:lnTo>
                    <a:lnTo>
                      <a:pt x="952" y="407"/>
                    </a:lnTo>
                    <a:lnTo>
                      <a:pt x="975" y="387"/>
                    </a:lnTo>
                    <a:lnTo>
                      <a:pt x="970" y="374"/>
                    </a:lnTo>
                    <a:lnTo>
                      <a:pt x="917" y="367"/>
                    </a:lnTo>
                    <a:lnTo>
                      <a:pt x="1074" y="325"/>
                    </a:lnTo>
                    <a:lnTo>
                      <a:pt x="1086" y="304"/>
                    </a:lnTo>
                    <a:lnTo>
                      <a:pt x="1157" y="306"/>
                    </a:lnTo>
                    <a:lnTo>
                      <a:pt x="1161" y="284"/>
                    </a:lnTo>
                    <a:lnTo>
                      <a:pt x="1136" y="271"/>
                    </a:lnTo>
                    <a:lnTo>
                      <a:pt x="1018" y="242"/>
                    </a:lnTo>
                    <a:lnTo>
                      <a:pt x="1123" y="242"/>
                    </a:lnTo>
                    <a:lnTo>
                      <a:pt x="1123" y="216"/>
                    </a:lnTo>
                    <a:lnTo>
                      <a:pt x="1044" y="189"/>
                    </a:lnTo>
                    <a:lnTo>
                      <a:pt x="934"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2" name="Freeform 446"/>
              <p:cNvSpPr>
                <a:spLocks/>
              </p:cNvSpPr>
              <p:nvPr/>
            </p:nvSpPr>
            <p:spPr bwMode="auto">
              <a:xfrm>
                <a:off x="2066" y="1485"/>
                <a:ext cx="174" cy="170"/>
              </a:xfrm>
              <a:custGeom>
                <a:avLst/>
                <a:gdLst>
                  <a:gd name="T0" fmla="*/ 0 w 1400"/>
                  <a:gd name="T1" fmla="*/ 0 h 1354"/>
                  <a:gd name="T2" fmla="*/ 0 w 1400"/>
                  <a:gd name="T3" fmla="*/ 0 h 1354"/>
                  <a:gd name="T4" fmla="*/ 0 w 1400"/>
                  <a:gd name="T5" fmla="*/ 0 h 1354"/>
                  <a:gd name="T6" fmla="*/ 0 w 1400"/>
                  <a:gd name="T7" fmla="*/ 0 h 1354"/>
                  <a:gd name="T8" fmla="*/ 0 w 1400"/>
                  <a:gd name="T9" fmla="*/ 0 h 1354"/>
                  <a:gd name="T10" fmla="*/ 0 w 1400"/>
                  <a:gd name="T11" fmla="*/ 0 h 1354"/>
                  <a:gd name="T12" fmla="*/ 0 w 1400"/>
                  <a:gd name="T13" fmla="*/ 0 h 1354"/>
                  <a:gd name="T14" fmla="*/ 0 w 1400"/>
                  <a:gd name="T15" fmla="*/ 0 h 1354"/>
                  <a:gd name="T16" fmla="*/ 0 w 1400"/>
                  <a:gd name="T17" fmla="*/ 0 h 1354"/>
                  <a:gd name="T18" fmla="*/ 0 w 1400"/>
                  <a:gd name="T19" fmla="*/ 0 h 1354"/>
                  <a:gd name="T20" fmla="*/ 0 w 1400"/>
                  <a:gd name="T21" fmla="*/ 0 h 1354"/>
                  <a:gd name="T22" fmla="*/ 0 w 1400"/>
                  <a:gd name="T23" fmla="*/ 0 h 1354"/>
                  <a:gd name="T24" fmla="*/ 0 w 1400"/>
                  <a:gd name="T25" fmla="*/ 0 h 1354"/>
                  <a:gd name="T26" fmla="*/ 0 w 1400"/>
                  <a:gd name="T27" fmla="*/ 0 h 1354"/>
                  <a:gd name="T28" fmla="*/ 0 w 1400"/>
                  <a:gd name="T29" fmla="*/ 0 h 1354"/>
                  <a:gd name="T30" fmla="*/ 0 w 1400"/>
                  <a:gd name="T31" fmla="*/ 0 h 1354"/>
                  <a:gd name="T32" fmla="*/ 0 w 1400"/>
                  <a:gd name="T33" fmla="*/ 0 h 1354"/>
                  <a:gd name="T34" fmla="*/ 0 w 1400"/>
                  <a:gd name="T35" fmla="*/ 0 h 1354"/>
                  <a:gd name="T36" fmla="*/ 0 w 1400"/>
                  <a:gd name="T37" fmla="*/ 0 h 1354"/>
                  <a:gd name="T38" fmla="*/ 0 w 1400"/>
                  <a:gd name="T39" fmla="*/ 0 h 1354"/>
                  <a:gd name="T40" fmla="*/ 0 w 1400"/>
                  <a:gd name="T41" fmla="*/ 0 h 1354"/>
                  <a:gd name="T42" fmla="*/ 0 w 1400"/>
                  <a:gd name="T43" fmla="*/ 0 h 1354"/>
                  <a:gd name="T44" fmla="*/ 0 w 1400"/>
                  <a:gd name="T45" fmla="*/ 0 h 1354"/>
                  <a:gd name="T46" fmla="*/ 0 w 1400"/>
                  <a:gd name="T47" fmla="*/ 0 h 1354"/>
                  <a:gd name="T48" fmla="*/ 0 w 1400"/>
                  <a:gd name="T49" fmla="*/ 0 h 1354"/>
                  <a:gd name="T50" fmla="*/ 0 w 1400"/>
                  <a:gd name="T51" fmla="*/ 0 h 1354"/>
                  <a:gd name="T52" fmla="*/ 0 w 1400"/>
                  <a:gd name="T53" fmla="*/ 0 h 1354"/>
                  <a:gd name="T54" fmla="*/ 0 w 1400"/>
                  <a:gd name="T55" fmla="*/ 0 h 1354"/>
                  <a:gd name="T56" fmla="*/ 0 w 1400"/>
                  <a:gd name="T57" fmla="*/ 0 h 1354"/>
                  <a:gd name="T58" fmla="*/ 0 w 1400"/>
                  <a:gd name="T59" fmla="*/ 0 h 1354"/>
                  <a:gd name="T60" fmla="*/ 0 w 1400"/>
                  <a:gd name="T61" fmla="*/ 0 h 1354"/>
                  <a:gd name="T62" fmla="*/ 0 w 1400"/>
                  <a:gd name="T63" fmla="*/ 0 h 1354"/>
                  <a:gd name="T64" fmla="*/ 0 w 1400"/>
                  <a:gd name="T65" fmla="*/ 0 h 1354"/>
                  <a:gd name="T66" fmla="*/ 0 w 1400"/>
                  <a:gd name="T67" fmla="*/ 0 h 1354"/>
                  <a:gd name="T68" fmla="*/ 0 w 1400"/>
                  <a:gd name="T69" fmla="*/ 0 h 1354"/>
                  <a:gd name="T70" fmla="*/ 0 w 1400"/>
                  <a:gd name="T71" fmla="*/ 0 h 1354"/>
                  <a:gd name="T72" fmla="*/ 0 w 1400"/>
                  <a:gd name="T73" fmla="*/ 0 h 1354"/>
                  <a:gd name="T74" fmla="*/ 0 w 1400"/>
                  <a:gd name="T75" fmla="*/ 0 h 135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400"/>
                  <a:gd name="T115" fmla="*/ 0 h 1354"/>
                  <a:gd name="T116" fmla="*/ 1400 w 1400"/>
                  <a:gd name="T117" fmla="*/ 1354 h 135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400" h="1354">
                    <a:moveTo>
                      <a:pt x="585" y="668"/>
                    </a:moveTo>
                    <a:lnTo>
                      <a:pt x="486" y="811"/>
                    </a:lnTo>
                    <a:lnTo>
                      <a:pt x="468" y="885"/>
                    </a:lnTo>
                    <a:lnTo>
                      <a:pt x="413" y="947"/>
                    </a:lnTo>
                    <a:lnTo>
                      <a:pt x="352" y="1130"/>
                    </a:lnTo>
                    <a:lnTo>
                      <a:pt x="277" y="1118"/>
                    </a:lnTo>
                    <a:lnTo>
                      <a:pt x="233" y="1002"/>
                    </a:lnTo>
                    <a:lnTo>
                      <a:pt x="171" y="975"/>
                    </a:lnTo>
                    <a:lnTo>
                      <a:pt x="110" y="991"/>
                    </a:lnTo>
                    <a:lnTo>
                      <a:pt x="67" y="1064"/>
                    </a:lnTo>
                    <a:lnTo>
                      <a:pt x="97" y="1354"/>
                    </a:lnTo>
                    <a:lnTo>
                      <a:pt x="46" y="1263"/>
                    </a:lnTo>
                    <a:lnTo>
                      <a:pt x="0" y="730"/>
                    </a:lnTo>
                    <a:lnTo>
                      <a:pt x="40" y="627"/>
                    </a:lnTo>
                    <a:lnTo>
                      <a:pt x="110" y="438"/>
                    </a:lnTo>
                    <a:lnTo>
                      <a:pt x="270" y="242"/>
                    </a:lnTo>
                    <a:lnTo>
                      <a:pt x="486" y="71"/>
                    </a:lnTo>
                    <a:lnTo>
                      <a:pt x="754" y="11"/>
                    </a:lnTo>
                    <a:lnTo>
                      <a:pt x="976" y="0"/>
                    </a:lnTo>
                    <a:lnTo>
                      <a:pt x="1095" y="55"/>
                    </a:lnTo>
                    <a:lnTo>
                      <a:pt x="1160" y="124"/>
                    </a:lnTo>
                    <a:lnTo>
                      <a:pt x="1286" y="165"/>
                    </a:lnTo>
                    <a:lnTo>
                      <a:pt x="1240" y="165"/>
                    </a:lnTo>
                    <a:lnTo>
                      <a:pt x="1240" y="189"/>
                    </a:lnTo>
                    <a:lnTo>
                      <a:pt x="1342" y="223"/>
                    </a:lnTo>
                    <a:lnTo>
                      <a:pt x="1270" y="251"/>
                    </a:lnTo>
                    <a:lnTo>
                      <a:pt x="1277" y="271"/>
                    </a:lnTo>
                    <a:lnTo>
                      <a:pt x="1314" y="290"/>
                    </a:lnTo>
                    <a:lnTo>
                      <a:pt x="1229" y="318"/>
                    </a:lnTo>
                    <a:lnTo>
                      <a:pt x="1277" y="365"/>
                    </a:lnTo>
                    <a:lnTo>
                      <a:pt x="1125" y="403"/>
                    </a:lnTo>
                    <a:lnTo>
                      <a:pt x="1125" y="413"/>
                    </a:lnTo>
                    <a:lnTo>
                      <a:pt x="1266" y="424"/>
                    </a:lnTo>
                    <a:lnTo>
                      <a:pt x="1116" y="470"/>
                    </a:lnTo>
                    <a:lnTo>
                      <a:pt x="1400" y="438"/>
                    </a:lnTo>
                    <a:lnTo>
                      <a:pt x="1383" y="530"/>
                    </a:lnTo>
                    <a:lnTo>
                      <a:pt x="864" y="631"/>
                    </a:lnTo>
                    <a:lnTo>
                      <a:pt x="585" y="6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3" name="Freeform 447"/>
              <p:cNvSpPr>
                <a:spLocks/>
              </p:cNvSpPr>
              <p:nvPr/>
            </p:nvSpPr>
            <p:spPr bwMode="auto">
              <a:xfrm>
                <a:off x="2229" y="1541"/>
                <a:ext cx="71" cy="197"/>
              </a:xfrm>
              <a:custGeom>
                <a:avLst/>
                <a:gdLst>
                  <a:gd name="T0" fmla="*/ 0 w 567"/>
                  <a:gd name="T1" fmla="*/ 0 h 1578"/>
                  <a:gd name="T2" fmla="*/ 0 w 567"/>
                  <a:gd name="T3" fmla="*/ 0 h 1578"/>
                  <a:gd name="T4" fmla="*/ 0 w 567"/>
                  <a:gd name="T5" fmla="*/ 0 h 1578"/>
                  <a:gd name="T6" fmla="*/ 0 w 567"/>
                  <a:gd name="T7" fmla="*/ 0 h 1578"/>
                  <a:gd name="T8" fmla="*/ 0 w 567"/>
                  <a:gd name="T9" fmla="*/ 0 h 1578"/>
                  <a:gd name="T10" fmla="*/ 0 w 567"/>
                  <a:gd name="T11" fmla="*/ 0 h 1578"/>
                  <a:gd name="T12" fmla="*/ 0 w 567"/>
                  <a:gd name="T13" fmla="*/ 0 h 1578"/>
                  <a:gd name="T14" fmla="*/ 0 w 567"/>
                  <a:gd name="T15" fmla="*/ 0 h 1578"/>
                  <a:gd name="T16" fmla="*/ 0 w 567"/>
                  <a:gd name="T17" fmla="*/ 0 h 1578"/>
                  <a:gd name="T18" fmla="*/ 0 w 567"/>
                  <a:gd name="T19" fmla="*/ 0 h 1578"/>
                  <a:gd name="T20" fmla="*/ 0 w 567"/>
                  <a:gd name="T21" fmla="*/ 0 h 1578"/>
                  <a:gd name="T22" fmla="*/ 0 w 567"/>
                  <a:gd name="T23" fmla="*/ 0 h 1578"/>
                  <a:gd name="T24" fmla="*/ 0 w 567"/>
                  <a:gd name="T25" fmla="*/ 0 h 1578"/>
                  <a:gd name="T26" fmla="*/ 0 w 567"/>
                  <a:gd name="T27" fmla="*/ 0 h 1578"/>
                  <a:gd name="T28" fmla="*/ 0 w 567"/>
                  <a:gd name="T29" fmla="*/ 0 h 1578"/>
                  <a:gd name="T30" fmla="*/ 0 w 567"/>
                  <a:gd name="T31" fmla="*/ 0 h 1578"/>
                  <a:gd name="T32" fmla="*/ 0 w 567"/>
                  <a:gd name="T33" fmla="*/ 0 h 1578"/>
                  <a:gd name="T34" fmla="*/ 0 w 567"/>
                  <a:gd name="T35" fmla="*/ 0 h 1578"/>
                  <a:gd name="T36" fmla="*/ 0 w 567"/>
                  <a:gd name="T37" fmla="*/ 0 h 1578"/>
                  <a:gd name="T38" fmla="*/ 0 w 567"/>
                  <a:gd name="T39" fmla="*/ 0 h 1578"/>
                  <a:gd name="T40" fmla="*/ 0 w 567"/>
                  <a:gd name="T41" fmla="*/ 0 h 1578"/>
                  <a:gd name="T42" fmla="*/ 0 w 567"/>
                  <a:gd name="T43" fmla="*/ 0 h 1578"/>
                  <a:gd name="T44" fmla="*/ 0 w 567"/>
                  <a:gd name="T45" fmla="*/ 0 h 1578"/>
                  <a:gd name="T46" fmla="*/ 0 w 567"/>
                  <a:gd name="T47" fmla="*/ 0 h 1578"/>
                  <a:gd name="T48" fmla="*/ 0 w 567"/>
                  <a:gd name="T49" fmla="*/ 0 h 1578"/>
                  <a:gd name="T50" fmla="*/ 0 w 567"/>
                  <a:gd name="T51" fmla="*/ 0 h 1578"/>
                  <a:gd name="T52" fmla="*/ 0 w 567"/>
                  <a:gd name="T53" fmla="*/ 0 h 1578"/>
                  <a:gd name="T54" fmla="*/ 0 w 567"/>
                  <a:gd name="T55" fmla="*/ 0 h 1578"/>
                  <a:gd name="T56" fmla="*/ 0 w 567"/>
                  <a:gd name="T57" fmla="*/ 0 h 1578"/>
                  <a:gd name="T58" fmla="*/ 0 w 567"/>
                  <a:gd name="T59" fmla="*/ 0 h 1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67"/>
                  <a:gd name="T91" fmla="*/ 0 h 1578"/>
                  <a:gd name="T92" fmla="*/ 567 w 567"/>
                  <a:gd name="T93" fmla="*/ 1578 h 157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67" h="1578">
                    <a:moveTo>
                      <a:pt x="320" y="150"/>
                    </a:moveTo>
                    <a:lnTo>
                      <a:pt x="358" y="245"/>
                    </a:lnTo>
                    <a:lnTo>
                      <a:pt x="358" y="635"/>
                    </a:lnTo>
                    <a:lnTo>
                      <a:pt x="304" y="761"/>
                    </a:lnTo>
                    <a:lnTo>
                      <a:pt x="304" y="904"/>
                    </a:lnTo>
                    <a:lnTo>
                      <a:pt x="239" y="1119"/>
                    </a:lnTo>
                    <a:lnTo>
                      <a:pt x="147" y="1255"/>
                    </a:lnTo>
                    <a:lnTo>
                      <a:pt x="0" y="1578"/>
                    </a:lnTo>
                    <a:lnTo>
                      <a:pt x="90" y="1471"/>
                    </a:lnTo>
                    <a:lnTo>
                      <a:pt x="198" y="1211"/>
                    </a:lnTo>
                    <a:lnTo>
                      <a:pt x="270" y="1105"/>
                    </a:lnTo>
                    <a:lnTo>
                      <a:pt x="341" y="941"/>
                    </a:lnTo>
                    <a:lnTo>
                      <a:pt x="341" y="794"/>
                    </a:lnTo>
                    <a:lnTo>
                      <a:pt x="484" y="704"/>
                    </a:lnTo>
                    <a:lnTo>
                      <a:pt x="567" y="455"/>
                    </a:lnTo>
                    <a:lnTo>
                      <a:pt x="567" y="261"/>
                    </a:lnTo>
                    <a:lnTo>
                      <a:pt x="558" y="121"/>
                    </a:lnTo>
                    <a:lnTo>
                      <a:pt x="532" y="42"/>
                    </a:lnTo>
                    <a:lnTo>
                      <a:pt x="468" y="0"/>
                    </a:lnTo>
                    <a:lnTo>
                      <a:pt x="521" y="60"/>
                    </a:lnTo>
                    <a:lnTo>
                      <a:pt x="532" y="110"/>
                    </a:lnTo>
                    <a:lnTo>
                      <a:pt x="521" y="139"/>
                    </a:lnTo>
                    <a:lnTo>
                      <a:pt x="444" y="90"/>
                    </a:lnTo>
                    <a:lnTo>
                      <a:pt x="437" y="97"/>
                    </a:lnTo>
                    <a:lnTo>
                      <a:pt x="488" y="178"/>
                    </a:lnTo>
                    <a:lnTo>
                      <a:pt x="505" y="305"/>
                    </a:lnTo>
                    <a:lnTo>
                      <a:pt x="505" y="429"/>
                    </a:lnTo>
                    <a:lnTo>
                      <a:pt x="468" y="275"/>
                    </a:lnTo>
                    <a:lnTo>
                      <a:pt x="345" y="110"/>
                    </a:lnTo>
                    <a:lnTo>
                      <a:pt x="320"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4" name="Freeform 448"/>
              <p:cNvSpPr>
                <a:spLocks/>
              </p:cNvSpPr>
              <p:nvPr/>
            </p:nvSpPr>
            <p:spPr bwMode="auto">
              <a:xfrm>
                <a:off x="2092" y="1655"/>
                <a:ext cx="132" cy="131"/>
              </a:xfrm>
              <a:custGeom>
                <a:avLst/>
                <a:gdLst>
                  <a:gd name="T0" fmla="*/ 0 w 1057"/>
                  <a:gd name="T1" fmla="*/ 0 h 1050"/>
                  <a:gd name="T2" fmla="*/ 0 w 1057"/>
                  <a:gd name="T3" fmla="*/ 0 h 1050"/>
                  <a:gd name="T4" fmla="*/ 0 w 1057"/>
                  <a:gd name="T5" fmla="*/ 0 h 1050"/>
                  <a:gd name="T6" fmla="*/ 0 w 1057"/>
                  <a:gd name="T7" fmla="*/ 0 h 1050"/>
                  <a:gd name="T8" fmla="*/ 0 w 1057"/>
                  <a:gd name="T9" fmla="*/ 0 h 1050"/>
                  <a:gd name="T10" fmla="*/ 0 w 1057"/>
                  <a:gd name="T11" fmla="*/ 0 h 1050"/>
                  <a:gd name="T12" fmla="*/ 0 w 1057"/>
                  <a:gd name="T13" fmla="*/ 0 h 1050"/>
                  <a:gd name="T14" fmla="*/ 0 w 1057"/>
                  <a:gd name="T15" fmla="*/ 0 h 1050"/>
                  <a:gd name="T16" fmla="*/ 0 w 1057"/>
                  <a:gd name="T17" fmla="*/ 0 h 1050"/>
                  <a:gd name="T18" fmla="*/ 0 w 1057"/>
                  <a:gd name="T19" fmla="*/ 0 h 1050"/>
                  <a:gd name="T20" fmla="*/ 0 w 1057"/>
                  <a:gd name="T21" fmla="*/ 0 h 1050"/>
                  <a:gd name="T22" fmla="*/ 0 w 1057"/>
                  <a:gd name="T23" fmla="*/ 0 h 1050"/>
                  <a:gd name="T24" fmla="*/ 0 w 1057"/>
                  <a:gd name="T25" fmla="*/ 0 h 1050"/>
                  <a:gd name="T26" fmla="*/ 0 w 1057"/>
                  <a:gd name="T27" fmla="*/ 0 h 1050"/>
                  <a:gd name="T28" fmla="*/ 0 w 1057"/>
                  <a:gd name="T29" fmla="*/ 0 h 1050"/>
                  <a:gd name="T30" fmla="*/ 0 w 1057"/>
                  <a:gd name="T31" fmla="*/ 0 h 1050"/>
                  <a:gd name="T32" fmla="*/ 0 w 1057"/>
                  <a:gd name="T33" fmla="*/ 0 h 1050"/>
                  <a:gd name="T34" fmla="*/ 0 w 1057"/>
                  <a:gd name="T35" fmla="*/ 0 h 1050"/>
                  <a:gd name="T36" fmla="*/ 0 w 1057"/>
                  <a:gd name="T37" fmla="*/ 0 h 1050"/>
                  <a:gd name="T38" fmla="*/ 0 w 1057"/>
                  <a:gd name="T39" fmla="*/ 0 h 1050"/>
                  <a:gd name="T40" fmla="*/ 0 w 1057"/>
                  <a:gd name="T41" fmla="*/ 0 h 1050"/>
                  <a:gd name="T42" fmla="*/ 0 w 1057"/>
                  <a:gd name="T43" fmla="*/ 0 h 1050"/>
                  <a:gd name="T44" fmla="*/ 0 w 1057"/>
                  <a:gd name="T45" fmla="*/ 0 h 1050"/>
                  <a:gd name="T46" fmla="*/ 0 w 1057"/>
                  <a:gd name="T47" fmla="*/ 0 h 1050"/>
                  <a:gd name="T48" fmla="*/ 0 w 1057"/>
                  <a:gd name="T49" fmla="*/ 0 h 1050"/>
                  <a:gd name="T50" fmla="*/ 0 w 1057"/>
                  <a:gd name="T51" fmla="*/ 0 h 1050"/>
                  <a:gd name="T52" fmla="*/ 0 w 1057"/>
                  <a:gd name="T53" fmla="*/ 0 h 1050"/>
                  <a:gd name="T54" fmla="*/ 0 w 1057"/>
                  <a:gd name="T55" fmla="*/ 0 h 1050"/>
                  <a:gd name="T56" fmla="*/ 0 w 1057"/>
                  <a:gd name="T57" fmla="*/ 0 h 1050"/>
                  <a:gd name="T58" fmla="*/ 0 w 1057"/>
                  <a:gd name="T59" fmla="*/ 0 h 1050"/>
                  <a:gd name="T60" fmla="*/ 0 w 1057"/>
                  <a:gd name="T61" fmla="*/ 0 h 1050"/>
                  <a:gd name="T62" fmla="*/ 0 w 1057"/>
                  <a:gd name="T63" fmla="*/ 0 h 1050"/>
                  <a:gd name="T64" fmla="*/ 0 w 1057"/>
                  <a:gd name="T65" fmla="*/ 0 h 1050"/>
                  <a:gd name="T66" fmla="*/ 0 w 1057"/>
                  <a:gd name="T67" fmla="*/ 0 h 1050"/>
                  <a:gd name="T68" fmla="*/ 0 w 1057"/>
                  <a:gd name="T69" fmla="*/ 0 h 1050"/>
                  <a:gd name="T70" fmla="*/ 0 w 1057"/>
                  <a:gd name="T71" fmla="*/ 0 h 1050"/>
                  <a:gd name="T72" fmla="*/ 0 w 1057"/>
                  <a:gd name="T73" fmla="*/ 0 h 105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57"/>
                  <a:gd name="T112" fmla="*/ 0 h 1050"/>
                  <a:gd name="T113" fmla="*/ 1057 w 1057"/>
                  <a:gd name="T114" fmla="*/ 1050 h 105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57" h="1050">
                    <a:moveTo>
                      <a:pt x="90" y="0"/>
                    </a:moveTo>
                    <a:lnTo>
                      <a:pt x="68" y="195"/>
                    </a:lnTo>
                    <a:lnTo>
                      <a:pt x="72" y="281"/>
                    </a:lnTo>
                    <a:lnTo>
                      <a:pt x="105" y="356"/>
                    </a:lnTo>
                    <a:lnTo>
                      <a:pt x="158" y="424"/>
                    </a:lnTo>
                    <a:lnTo>
                      <a:pt x="259" y="506"/>
                    </a:lnTo>
                    <a:lnTo>
                      <a:pt x="558" y="651"/>
                    </a:lnTo>
                    <a:lnTo>
                      <a:pt x="842" y="758"/>
                    </a:lnTo>
                    <a:lnTo>
                      <a:pt x="925" y="762"/>
                    </a:lnTo>
                    <a:lnTo>
                      <a:pt x="995" y="758"/>
                    </a:lnTo>
                    <a:lnTo>
                      <a:pt x="1057" y="730"/>
                    </a:lnTo>
                    <a:lnTo>
                      <a:pt x="1006" y="767"/>
                    </a:lnTo>
                    <a:lnTo>
                      <a:pt x="944" y="783"/>
                    </a:lnTo>
                    <a:lnTo>
                      <a:pt x="863" y="785"/>
                    </a:lnTo>
                    <a:lnTo>
                      <a:pt x="753" y="767"/>
                    </a:lnTo>
                    <a:lnTo>
                      <a:pt x="753" y="817"/>
                    </a:lnTo>
                    <a:lnTo>
                      <a:pt x="738" y="882"/>
                    </a:lnTo>
                    <a:lnTo>
                      <a:pt x="661" y="1009"/>
                    </a:lnTo>
                    <a:lnTo>
                      <a:pt x="704" y="901"/>
                    </a:lnTo>
                    <a:lnTo>
                      <a:pt x="709" y="824"/>
                    </a:lnTo>
                    <a:lnTo>
                      <a:pt x="624" y="861"/>
                    </a:lnTo>
                    <a:lnTo>
                      <a:pt x="624" y="978"/>
                    </a:lnTo>
                    <a:lnTo>
                      <a:pt x="598" y="1013"/>
                    </a:lnTo>
                    <a:lnTo>
                      <a:pt x="624" y="1050"/>
                    </a:lnTo>
                    <a:lnTo>
                      <a:pt x="591" y="1050"/>
                    </a:lnTo>
                    <a:lnTo>
                      <a:pt x="506" y="1009"/>
                    </a:lnTo>
                    <a:lnTo>
                      <a:pt x="328" y="843"/>
                    </a:lnTo>
                    <a:lnTo>
                      <a:pt x="215" y="721"/>
                    </a:lnTo>
                    <a:lnTo>
                      <a:pt x="98" y="567"/>
                    </a:lnTo>
                    <a:lnTo>
                      <a:pt x="0" y="370"/>
                    </a:lnTo>
                    <a:lnTo>
                      <a:pt x="107" y="541"/>
                    </a:lnTo>
                    <a:lnTo>
                      <a:pt x="204" y="633"/>
                    </a:lnTo>
                    <a:lnTo>
                      <a:pt x="81" y="411"/>
                    </a:lnTo>
                    <a:lnTo>
                      <a:pt x="52" y="288"/>
                    </a:lnTo>
                    <a:lnTo>
                      <a:pt x="52" y="213"/>
                    </a:lnTo>
                    <a:lnTo>
                      <a:pt x="68"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5" name="Freeform 449"/>
              <p:cNvSpPr>
                <a:spLocks/>
              </p:cNvSpPr>
              <p:nvPr/>
            </p:nvSpPr>
            <p:spPr bwMode="auto">
              <a:xfrm>
                <a:off x="2080" y="1617"/>
                <a:ext cx="22" cy="39"/>
              </a:xfrm>
              <a:custGeom>
                <a:avLst/>
                <a:gdLst>
                  <a:gd name="T0" fmla="*/ 0 w 180"/>
                  <a:gd name="T1" fmla="*/ 0 h 312"/>
                  <a:gd name="T2" fmla="*/ 0 w 180"/>
                  <a:gd name="T3" fmla="*/ 0 h 312"/>
                  <a:gd name="T4" fmla="*/ 0 w 180"/>
                  <a:gd name="T5" fmla="*/ 0 h 312"/>
                  <a:gd name="T6" fmla="*/ 0 w 180"/>
                  <a:gd name="T7" fmla="*/ 0 h 312"/>
                  <a:gd name="T8" fmla="*/ 0 w 180"/>
                  <a:gd name="T9" fmla="*/ 0 h 312"/>
                  <a:gd name="T10" fmla="*/ 0 w 180"/>
                  <a:gd name="T11" fmla="*/ 0 h 312"/>
                  <a:gd name="T12" fmla="*/ 0 w 180"/>
                  <a:gd name="T13" fmla="*/ 0 h 312"/>
                  <a:gd name="T14" fmla="*/ 0 w 180"/>
                  <a:gd name="T15" fmla="*/ 0 h 312"/>
                  <a:gd name="T16" fmla="*/ 0 w 180"/>
                  <a:gd name="T17" fmla="*/ 0 h 312"/>
                  <a:gd name="T18" fmla="*/ 0 w 180"/>
                  <a:gd name="T19" fmla="*/ 0 h 312"/>
                  <a:gd name="T20" fmla="*/ 0 w 180"/>
                  <a:gd name="T21" fmla="*/ 0 h 312"/>
                  <a:gd name="T22" fmla="*/ 0 w 180"/>
                  <a:gd name="T23" fmla="*/ 0 h 312"/>
                  <a:gd name="T24" fmla="*/ 0 w 180"/>
                  <a:gd name="T25" fmla="*/ 0 h 312"/>
                  <a:gd name="T26" fmla="*/ 0 w 180"/>
                  <a:gd name="T27" fmla="*/ 0 h 312"/>
                  <a:gd name="T28" fmla="*/ 0 w 180"/>
                  <a:gd name="T29" fmla="*/ 0 h 312"/>
                  <a:gd name="T30" fmla="*/ 0 w 180"/>
                  <a:gd name="T31" fmla="*/ 0 h 312"/>
                  <a:gd name="T32" fmla="*/ 0 w 180"/>
                  <a:gd name="T33" fmla="*/ 0 h 312"/>
                  <a:gd name="T34" fmla="*/ 0 w 180"/>
                  <a:gd name="T35" fmla="*/ 0 h 3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0"/>
                  <a:gd name="T55" fmla="*/ 0 h 312"/>
                  <a:gd name="T56" fmla="*/ 180 w 180"/>
                  <a:gd name="T57" fmla="*/ 312 h 3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0" h="312">
                    <a:moveTo>
                      <a:pt x="37" y="0"/>
                    </a:moveTo>
                    <a:lnTo>
                      <a:pt x="88" y="7"/>
                    </a:lnTo>
                    <a:lnTo>
                      <a:pt x="175" y="62"/>
                    </a:lnTo>
                    <a:lnTo>
                      <a:pt x="180" y="164"/>
                    </a:lnTo>
                    <a:lnTo>
                      <a:pt x="146" y="147"/>
                    </a:lnTo>
                    <a:lnTo>
                      <a:pt x="136" y="134"/>
                    </a:lnTo>
                    <a:lnTo>
                      <a:pt x="94" y="171"/>
                    </a:lnTo>
                    <a:lnTo>
                      <a:pt x="94" y="185"/>
                    </a:lnTo>
                    <a:lnTo>
                      <a:pt x="125" y="204"/>
                    </a:lnTo>
                    <a:lnTo>
                      <a:pt x="155" y="301"/>
                    </a:lnTo>
                    <a:lnTo>
                      <a:pt x="132" y="312"/>
                    </a:lnTo>
                    <a:lnTo>
                      <a:pt x="100" y="257"/>
                    </a:lnTo>
                    <a:lnTo>
                      <a:pt x="19" y="233"/>
                    </a:lnTo>
                    <a:lnTo>
                      <a:pt x="0" y="111"/>
                    </a:lnTo>
                    <a:lnTo>
                      <a:pt x="19" y="95"/>
                    </a:lnTo>
                    <a:lnTo>
                      <a:pt x="105" y="53"/>
                    </a:lnTo>
                    <a:lnTo>
                      <a:pt x="81" y="26"/>
                    </a:lnTo>
                    <a:lnTo>
                      <a:pt x="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6" name="Freeform 450"/>
              <p:cNvSpPr>
                <a:spLocks/>
              </p:cNvSpPr>
              <p:nvPr/>
            </p:nvSpPr>
            <p:spPr bwMode="auto">
              <a:xfrm>
                <a:off x="2082" y="1654"/>
                <a:ext cx="9" cy="2"/>
              </a:xfrm>
              <a:custGeom>
                <a:avLst/>
                <a:gdLst>
                  <a:gd name="T0" fmla="*/ 0 w 69"/>
                  <a:gd name="T1" fmla="*/ 0 h 17"/>
                  <a:gd name="T2" fmla="*/ 0 w 69"/>
                  <a:gd name="T3" fmla="*/ 0 h 17"/>
                  <a:gd name="T4" fmla="*/ 0 w 69"/>
                  <a:gd name="T5" fmla="*/ 0 h 17"/>
                  <a:gd name="T6" fmla="*/ 0 w 69"/>
                  <a:gd name="T7" fmla="*/ 0 h 17"/>
                  <a:gd name="T8" fmla="*/ 0 60000 65536"/>
                  <a:gd name="T9" fmla="*/ 0 60000 65536"/>
                  <a:gd name="T10" fmla="*/ 0 60000 65536"/>
                  <a:gd name="T11" fmla="*/ 0 60000 65536"/>
                  <a:gd name="T12" fmla="*/ 0 w 69"/>
                  <a:gd name="T13" fmla="*/ 0 h 17"/>
                  <a:gd name="T14" fmla="*/ 69 w 69"/>
                  <a:gd name="T15" fmla="*/ 17 h 17"/>
                </a:gdLst>
                <a:ahLst/>
                <a:cxnLst>
                  <a:cxn ang="T8">
                    <a:pos x="T0" y="T1"/>
                  </a:cxn>
                  <a:cxn ang="T9">
                    <a:pos x="T2" y="T3"/>
                  </a:cxn>
                  <a:cxn ang="T10">
                    <a:pos x="T4" y="T5"/>
                  </a:cxn>
                  <a:cxn ang="T11">
                    <a:pos x="T6" y="T7"/>
                  </a:cxn>
                </a:cxnLst>
                <a:rect l="T12" t="T13" r="T14" b="T15"/>
                <a:pathLst>
                  <a:path w="69" h="17">
                    <a:moveTo>
                      <a:pt x="0" y="0"/>
                    </a:moveTo>
                    <a:lnTo>
                      <a:pt x="69" y="17"/>
                    </a:lnTo>
                    <a:lnTo>
                      <a:pt x="7" y="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7" name="Freeform 451"/>
              <p:cNvSpPr>
                <a:spLocks/>
              </p:cNvSpPr>
              <p:nvPr/>
            </p:nvSpPr>
            <p:spPr bwMode="auto">
              <a:xfrm>
                <a:off x="2080" y="1664"/>
                <a:ext cx="18" cy="24"/>
              </a:xfrm>
              <a:custGeom>
                <a:avLst/>
                <a:gdLst>
                  <a:gd name="T0" fmla="*/ 0 w 143"/>
                  <a:gd name="T1" fmla="*/ 0 h 195"/>
                  <a:gd name="T2" fmla="*/ 0 w 143"/>
                  <a:gd name="T3" fmla="*/ 0 h 195"/>
                  <a:gd name="T4" fmla="*/ 0 w 143"/>
                  <a:gd name="T5" fmla="*/ 0 h 195"/>
                  <a:gd name="T6" fmla="*/ 0 w 143"/>
                  <a:gd name="T7" fmla="*/ 0 h 195"/>
                  <a:gd name="T8" fmla="*/ 0 w 143"/>
                  <a:gd name="T9" fmla="*/ 0 h 195"/>
                  <a:gd name="T10" fmla="*/ 0 w 143"/>
                  <a:gd name="T11" fmla="*/ 0 h 195"/>
                  <a:gd name="T12" fmla="*/ 0 w 143"/>
                  <a:gd name="T13" fmla="*/ 0 h 195"/>
                  <a:gd name="T14" fmla="*/ 0 w 143"/>
                  <a:gd name="T15" fmla="*/ 0 h 195"/>
                  <a:gd name="T16" fmla="*/ 0 w 143"/>
                  <a:gd name="T17" fmla="*/ 0 h 195"/>
                  <a:gd name="T18" fmla="*/ 0 w 143"/>
                  <a:gd name="T19" fmla="*/ 0 h 195"/>
                  <a:gd name="T20" fmla="*/ 0 w 143"/>
                  <a:gd name="T21" fmla="*/ 0 h 195"/>
                  <a:gd name="T22" fmla="*/ 0 w 143"/>
                  <a:gd name="T23" fmla="*/ 0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3"/>
                  <a:gd name="T37" fmla="*/ 0 h 195"/>
                  <a:gd name="T38" fmla="*/ 143 w 143"/>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3" h="195">
                    <a:moveTo>
                      <a:pt x="0" y="0"/>
                    </a:moveTo>
                    <a:lnTo>
                      <a:pt x="26" y="23"/>
                    </a:lnTo>
                    <a:lnTo>
                      <a:pt x="67" y="37"/>
                    </a:lnTo>
                    <a:lnTo>
                      <a:pt x="143" y="18"/>
                    </a:lnTo>
                    <a:lnTo>
                      <a:pt x="114" y="85"/>
                    </a:lnTo>
                    <a:lnTo>
                      <a:pt x="61" y="103"/>
                    </a:lnTo>
                    <a:lnTo>
                      <a:pt x="33" y="195"/>
                    </a:lnTo>
                    <a:lnTo>
                      <a:pt x="6" y="140"/>
                    </a:lnTo>
                    <a:lnTo>
                      <a:pt x="6" y="112"/>
                    </a:lnTo>
                    <a:lnTo>
                      <a:pt x="33" y="85"/>
                    </a:lnTo>
                    <a:lnTo>
                      <a:pt x="15" y="4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8" name="Line 452"/>
              <p:cNvSpPr>
                <a:spLocks noChangeShapeType="1"/>
              </p:cNvSpPr>
              <p:nvPr/>
            </p:nvSpPr>
            <p:spPr bwMode="auto">
              <a:xfrm>
                <a:off x="2110" y="1620"/>
                <a:ext cx="9" cy="2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59" name="Line 453"/>
              <p:cNvSpPr>
                <a:spLocks noChangeShapeType="1"/>
              </p:cNvSpPr>
              <p:nvPr/>
            </p:nvSpPr>
            <p:spPr bwMode="auto">
              <a:xfrm>
                <a:off x="2112" y="1614"/>
                <a:ext cx="13"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60" name="Line 454"/>
              <p:cNvSpPr>
                <a:spLocks noChangeShapeType="1"/>
              </p:cNvSpPr>
              <p:nvPr/>
            </p:nvSpPr>
            <p:spPr bwMode="auto">
              <a:xfrm>
                <a:off x="2120" y="1626"/>
                <a:ext cx="12" cy="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61" name="Line 455"/>
              <p:cNvSpPr>
                <a:spLocks noChangeShapeType="1"/>
              </p:cNvSpPr>
              <p:nvPr/>
            </p:nvSpPr>
            <p:spPr bwMode="auto">
              <a:xfrm>
                <a:off x="2128" y="1638"/>
                <a:ext cx="9" cy="2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62" name="Freeform 456"/>
              <p:cNvSpPr>
                <a:spLocks/>
              </p:cNvSpPr>
              <p:nvPr/>
            </p:nvSpPr>
            <p:spPr bwMode="auto">
              <a:xfrm>
                <a:off x="2174" y="1568"/>
                <a:ext cx="92" cy="21"/>
              </a:xfrm>
              <a:custGeom>
                <a:avLst/>
                <a:gdLst>
                  <a:gd name="T0" fmla="*/ 0 w 743"/>
                  <a:gd name="T1" fmla="*/ 0 h 165"/>
                  <a:gd name="T2" fmla="*/ 0 w 743"/>
                  <a:gd name="T3" fmla="*/ 0 h 165"/>
                  <a:gd name="T4" fmla="*/ 0 w 743"/>
                  <a:gd name="T5" fmla="*/ 0 h 165"/>
                  <a:gd name="T6" fmla="*/ 0 w 743"/>
                  <a:gd name="T7" fmla="*/ 0 h 165"/>
                  <a:gd name="T8" fmla="*/ 0 w 743"/>
                  <a:gd name="T9" fmla="*/ 0 h 165"/>
                  <a:gd name="T10" fmla="*/ 0 60000 65536"/>
                  <a:gd name="T11" fmla="*/ 0 60000 65536"/>
                  <a:gd name="T12" fmla="*/ 0 60000 65536"/>
                  <a:gd name="T13" fmla="*/ 0 60000 65536"/>
                  <a:gd name="T14" fmla="*/ 0 60000 65536"/>
                  <a:gd name="T15" fmla="*/ 0 w 743"/>
                  <a:gd name="T16" fmla="*/ 0 h 165"/>
                  <a:gd name="T17" fmla="*/ 743 w 743"/>
                  <a:gd name="T18" fmla="*/ 165 h 165"/>
                </a:gdLst>
                <a:ahLst/>
                <a:cxnLst>
                  <a:cxn ang="T10">
                    <a:pos x="T0" y="T1"/>
                  </a:cxn>
                  <a:cxn ang="T11">
                    <a:pos x="T2" y="T3"/>
                  </a:cxn>
                  <a:cxn ang="T12">
                    <a:pos x="T4" y="T5"/>
                  </a:cxn>
                  <a:cxn ang="T13">
                    <a:pos x="T6" y="T7"/>
                  </a:cxn>
                  <a:cxn ang="T14">
                    <a:pos x="T8" y="T9"/>
                  </a:cxn>
                </a:cxnLst>
                <a:rect l="T15" t="T16" r="T17" b="T18"/>
                <a:pathLst>
                  <a:path w="743" h="165">
                    <a:moveTo>
                      <a:pt x="0" y="0"/>
                    </a:moveTo>
                    <a:lnTo>
                      <a:pt x="116" y="18"/>
                    </a:lnTo>
                    <a:lnTo>
                      <a:pt x="351" y="101"/>
                    </a:lnTo>
                    <a:lnTo>
                      <a:pt x="519" y="138"/>
                    </a:lnTo>
                    <a:lnTo>
                      <a:pt x="743" y="16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63" name="Freeform 457"/>
              <p:cNvSpPr>
                <a:spLocks/>
              </p:cNvSpPr>
              <p:nvPr/>
            </p:nvSpPr>
            <p:spPr bwMode="auto">
              <a:xfrm>
                <a:off x="2193" y="1565"/>
                <a:ext cx="61" cy="17"/>
              </a:xfrm>
              <a:custGeom>
                <a:avLst/>
                <a:gdLst>
                  <a:gd name="T0" fmla="*/ 0 w 491"/>
                  <a:gd name="T1" fmla="*/ 0 h 134"/>
                  <a:gd name="T2" fmla="*/ 0 w 491"/>
                  <a:gd name="T3" fmla="*/ 0 h 134"/>
                  <a:gd name="T4" fmla="*/ 0 w 491"/>
                  <a:gd name="T5" fmla="*/ 0 h 134"/>
                  <a:gd name="T6" fmla="*/ 0 w 491"/>
                  <a:gd name="T7" fmla="*/ 0 h 134"/>
                  <a:gd name="T8" fmla="*/ 0 60000 65536"/>
                  <a:gd name="T9" fmla="*/ 0 60000 65536"/>
                  <a:gd name="T10" fmla="*/ 0 60000 65536"/>
                  <a:gd name="T11" fmla="*/ 0 60000 65536"/>
                  <a:gd name="T12" fmla="*/ 0 w 491"/>
                  <a:gd name="T13" fmla="*/ 0 h 134"/>
                  <a:gd name="T14" fmla="*/ 491 w 491"/>
                  <a:gd name="T15" fmla="*/ 134 h 134"/>
                </a:gdLst>
                <a:ahLst/>
                <a:cxnLst>
                  <a:cxn ang="T8">
                    <a:pos x="T0" y="T1"/>
                  </a:cxn>
                  <a:cxn ang="T9">
                    <a:pos x="T2" y="T3"/>
                  </a:cxn>
                  <a:cxn ang="T10">
                    <a:pos x="T4" y="T5"/>
                  </a:cxn>
                  <a:cxn ang="T11">
                    <a:pos x="T6" y="T7"/>
                  </a:cxn>
                </a:cxnLst>
                <a:rect l="T12" t="T13" r="T14" b="T15"/>
                <a:pathLst>
                  <a:path w="491" h="134">
                    <a:moveTo>
                      <a:pt x="0" y="0"/>
                    </a:moveTo>
                    <a:lnTo>
                      <a:pt x="82" y="28"/>
                    </a:lnTo>
                    <a:lnTo>
                      <a:pt x="260" y="88"/>
                    </a:lnTo>
                    <a:lnTo>
                      <a:pt x="491" y="13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64" name="Freeform 458"/>
              <p:cNvSpPr>
                <a:spLocks/>
              </p:cNvSpPr>
              <p:nvPr/>
            </p:nvSpPr>
            <p:spPr bwMode="auto">
              <a:xfrm>
                <a:off x="2030" y="1688"/>
                <a:ext cx="45" cy="73"/>
              </a:xfrm>
              <a:custGeom>
                <a:avLst/>
                <a:gdLst>
                  <a:gd name="T0" fmla="*/ 0 w 365"/>
                  <a:gd name="T1" fmla="*/ 0 h 579"/>
                  <a:gd name="T2" fmla="*/ 0 w 365"/>
                  <a:gd name="T3" fmla="*/ 0 h 579"/>
                  <a:gd name="T4" fmla="*/ 0 w 365"/>
                  <a:gd name="T5" fmla="*/ 0 h 579"/>
                  <a:gd name="T6" fmla="*/ 0 w 365"/>
                  <a:gd name="T7" fmla="*/ 0 h 579"/>
                  <a:gd name="T8" fmla="*/ 0 w 365"/>
                  <a:gd name="T9" fmla="*/ 0 h 579"/>
                  <a:gd name="T10" fmla="*/ 0 w 365"/>
                  <a:gd name="T11" fmla="*/ 0 h 579"/>
                  <a:gd name="T12" fmla="*/ 0 w 365"/>
                  <a:gd name="T13" fmla="*/ 0 h 579"/>
                  <a:gd name="T14" fmla="*/ 0 w 365"/>
                  <a:gd name="T15" fmla="*/ 0 h 579"/>
                  <a:gd name="T16" fmla="*/ 0 w 365"/>
                  <a:gd name="T17" fmla="*/ 0 h 579"/>
                  <a:gd name="T18" fmla="*/ 0 w 365"/>
                  <a:gd name="T19" fmla="*/ 0 h 5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5"/>
                  <a:gd name="T31" fmla="*/ 0 h 579"/>
                  <a:gd name="T32" fmla="*/ 365 w 365"/>
                  <a:gd name="T33" fmla="*/ 579 h 57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5" h="579">
                    <a:moveTo>
                      <a:pt x="365" y="0"/>
                    </a:moveTo>
                    <a:lnTo>
                      <a:pt x="277" y="129"/>
                    </a:lnTo>
                    <a:lnTo>
                      <a:pt x="277" y="265"/>
                    </a:lnTo>
                    <a:lnTo>
                      <a:pt x="350" y="579"/>
                    </a:lnTo>
                    <a:lnTo>
                      <a:pt x="224" y="290"/>
                    </a:lnTo>
                    <a:lnTo>
                      <a:pt x="224" y="199"/>
                    </a:lnTo>
                    <a:lnTo>
                      <a:pt x="0" y="199"/>
                    </a:lnTo>
                    <a:lnTo>
                      <a:pt x="187" y="76"/>
                    </a:lnTo>
                    <a:lnTo>
                      <a:pt x="277" y="76"/>
                    </a:lnTo>
                    <a:lnTo>
                      <a:pt x="36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5" name="Freeform 459"/>
              <p:cNvSpPr>
                <a:spLocks/>
              </p:cNvSpPr>
              <p:nvPr/>
            </p:nvSpPr>
            <p:spPr bwMode="auto">
              <a:xfrm>
                <a:off x="1850" y="1735"/>
                <a:ext cx="526" cy="496"/>
              </a:xfrm>
              <a:custGeom>
                <a:avLst/>
                <a:gdLst>
                  <a:gd name="T0" fmla="*/ 0 w 4215"/>
                  <a:gd name="T1" fmla="*/ 0 h 3969"/>
                  <a:gd name="T2" fmla="*/ 0 w 4215"/>
                  <a:gd name="T3" fmla="*/ 0 h 3969"/>
                  <a:gd name="T4" fmla="*/ 0 w 4215"/>
                  <a:gd name="T5" fmla="*/ 0 h 3969"/>
                  <a:gd name="T6" fmla="*/ 0 w 4215"/>
                  <a:gd name="T7" fmla="*/ 0 h 3969"/>
                  <a:gd name="T8" fmla="*/ 0 w 4215"/>
                  <a:gd name="T9" fmla="*/ 0 h 3969"/>
                  <a:gd name="T10" fmla="*/ 0 w 4215"/>
                  <a:gd name="T11" fmla="*/ 0 h 3969"/>
                  <a:gd name="T12" fmla="*/ 0 w 4215"/>
                  <a:gd name="T13" fmla="*/ 0 h 3969"/>
                  <a:gd name="T14" fmla="*/ 0 w 4215"/>
                  <a:gd name="T15" fmla="*/ 0 h 3969"/>
                  <a:gd name="T16" fmla="*/ 0 w 4215"/>
                  <a:gd name="T17" fmla="*/ 0 h 3969"/>
                  <a:gd name="T18" fmla="*/ 0 w 4215"/>
                  <a:gd name="T19" fmla="*/ 0 h 3969"/>
                  <a:gd name="T20" fmla="*/ 0 w 4215"/>
                  <a:gd name="T21" fmla="*/ 0 h 3969"/>
                  <a:gd name="T22" fmla="*/ 0 w 4215"/>
                  <a:gd name="T23" fmla="*/ 0 h 3969"/>
                  <a:gd name="T24" fmla="*/ 0 w 4215"/>
                  <a:gd name="T25" fmla="*/ 0 h 3969"/>
                  <a:gd name="T26" fmla="*/ 0 w 4215"/>
                  <a:gd name="T27" fmla="*/ 0 h 3969"/>
                  <a:gd name="T28" fmla="*/ 0 w 4215"/>
                  <a:gd name="T29" fmla="*/ 0 h 3969"/>
                  <a:gd name="T30" fmla="*/ 0 w 4215"/>
                  <a:gd name="T31" fmla="*/ 0 h 3969"/>
                  <a:gd name="T32" fmla="*/ 0 w 4215"/>
                  <a:gd name="T33" fmla="*/ 0 h 3969"/>
                  <a:gd name="T34" fmla="*/ 0 w 4215"/>
                  <a:gd name="T35" fmla="*/ 0 h 3969"/>
                  <a:gd name="T36" fmla="*/ 0 w 4215"/>
                  <a:gd name="T37" fmla="*/ 0 h 3969"/>
                  <a:gd name="T38" fmla="*/ 0 w 4215"/>
                  <a:gd name="T39" fmla="*/ 0 h 3969"/>
                  <a:gd name="T40" fmla="*/ 0 w 4215"/>
                  <a:gd name="T41" fmla="*/ 0 h 3969"/>
                  <a:gd name="T42" fmla="*/ 0 w 4215"/>
                  <a:gd name="T43" fmla="*/ 0 h 3969"/>
                  <a:gd name="T44" fmla="*/ 0 w 4215"/>
                  <a:gd name="T45" fmla="*/ 0 h 3969"/>
                  <a:gd name="T46" fmla="*/ 0 w 4215"/>
                  <a:gd name="T47" fmla="*/ 0 h 3969"/>
                  <a:gd name="T48" fmla="*/ 0 w 4215"/>
                  <a:gd name="T49" fmla="*/ 0 h 3969"/>
                  <a:gd name="T50" fmla="*/ 0 w 4215"/>
                  <a:gd name="T51" fmla="*/ 0 h 3969"/>
                  <a:gd name="T52" fmla="*/ 0 w 4215"/>
                  <a:gd name="T53" fmla="*/ 0 h 3969"/>
                  <a:gd name="T54" fmla="*/ 0 w 4215"/>
                  <a:gd name="T55" fmla="*/ 0 h 3969"/>
                  <a:gd name="T56" fmla="*/ 0 w 4215"/>
                  <a:gd name="T57" fmla="*/ 0 h 3969"/>
                  <a:gd name="T58" fmla="*/ 0 w 4215"/>
                  <a:gd name="T59" fmla="*/ 0 h 3969"/>
                  <a:gd name="T60" fmla="*/ 0 w 4215"/>
                  <a:gd name="T61" fmla="*/ 0 h 3969"/>
                  <a:gd name="T62" fmla="*/ 0 w 4215"/>
                  <a:gd name="T63" fmla="*/ 0 h 3969"/>
                  <a:gd name="T64" fmla="*/ 0 w 4215"/>
                  <a:gd name="T65" fmla="*/ 0 h 3969"/>
                  <a:gd name="T66" fmla="*/ 0 w 4215"/>
                  <a:gd name="T67" fmla="*/ 0 h 3969"/>
                  <a:gd name="T68" fmla="*/ 0 w 4215"/>
                  <a:gd name="T69" fmla="*/ 0 h 3969"/>
                  <a:gd name="T70" fmla="*/ 0 w 4215"/>
                  <a:gd name="T71" fmla="*/ 0 h 3969"/>
                  <a:gd name="T72" fmla="*/ 0 w 4215"/>
                  <a:gd name="T73" fmla="*/ 0 h 3969"/>
                  <a:gd name="T74" fmla="*/ 0 w 4215"/>
                  <a:gd name="T75" fmla="*/ 0 h 396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15"/>
                  <a:gd name="T115" fmla="*/ 0 h 3969"/>
                  <a:gd name="T116" fmla="*/ 4215 w 4215"/>
                  <a:gd name="T117" fmla="*/ 3969 h 396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15" h="3969">
                    <a:moveTo>
                      <a:pt x="1158" y="0"/>
                    </a:moveTo>
                    <a:lnTo>
                      <a:pt x="897" y="255"/>
                    </a:lnTo>
                    <a:lnTo>
                      <a:pt x="743" y="466"/>
                    </a:lnTo>
                    <a:lnTo>
                      <a:pt x="743" y="706"/>
                    </a:lnTo>
                    <a:lnTo>
                      <a:pt x="920" y="591"/>
                    </a:lnTo>
                    <a:lnTo>
                      <a:pt x="920" y="756"/>
                    </a:lnTo>
                    <a:lnTo>
                      <a:pt x="1314" y="1684"/>
                    </a:lnTo>
                    <a:lnTo>
                      <a:pt x="1224" y="1582"/>
                    </a:lnTo>
                    <a:lnTo>
                      <a:pt x="1134" y="1582"/>
                    </a:lnTo>
                    <a:lnTo>
                      <a:pt x="1072" y="1610"/>
                    </a:lnTo>
                    <a:lnTo>
                      <a:pt x="1031" y="1644"/>
                    </a:lnTo>
                    <a:lnTo>
                      <a:pt x="1174" y="1960"/>
                    </a:lnTo>
                    <a:lnTo>
                      <a:pt x="1448" y="2451"/>
                    </a:lnTo>
                    <a:lnTo>
                      <a:pt x="1868" y="2890"/>
                    </a:lnTo>
                    <a:lnTo>
                      <a:pt x="2031" y="3026"/>
                    </a:lnTo>
                    <a:lnTo>
                      <a:pt x="2031" y="3116"/>
                    </a:lnTo>
                    <a:lnTo>
                      <a:pt x="1930" y="3239"/>
                    </a:lnTo>
                    <a:lnTo>
                      <a:pt x="1930" y="3380"/>
                    </a:lnTo>
                    <a:lnTo>
                      <a:pt x="2129" y="3343"/>
                    </a:lnTo>
                    <a:lnTo>
                      <a:pt x="2158" y="3295"/>
                    </a:lnTo>
                    <a:lnTo>
                      <a:pt x="2145" y="3228"/>
                    </a:lnTo>
                    <a:lnTo>
                      <a:pt x="2094" y="3191"/>
                    </a:lnTo>
                    <a:lnTo>
                      <a:pt x="2296" y="3239"/>
                    </a:lnTo>
                    <a:lnTo>
                      <a:pt x="2435" y="3228"/>
                    </a:lnTo>
                    <a:lnTo>
                      <a:pt x="2575" y="3178"/>
                    </a:lnTo>
                    <a:lnTo>
                      <a:pt x="2712" y="3065"/>
                    </a:lnTo>
                    <a:lnTo>
                      <a:pt x="2815" y="2967"/>
                    </a:lnTo>
                    <a:lnTo>
                      <a:pt x="2749" y="3076"/>
                    </a:lnTo>
                    <a:lnTo>
                      <a:pt x="2700" y="3166"/>
                    </a:lnTo>
                    <a:lnTo>
                      <a:pt x="2903" y="3191"/>
                    </a:lnTo>
                    <a:lnTo>
                      <a:pt x="3154" y="3203"/>
                    </a:lnTo>
                    <a:lnTo>
                      <a:pt x="3357" y="3154"/>
                    </a:lnTo>
                    <a:lnTo>
                      <a:pt x="3433" y="2855"/>
                    </a:lnTo>
                    <a:lnTo>
                      <a:pt x="3468" y="2855"/>
                    </a:lnTo>
                    <a:lnTo>
                      <a:pt x="3494" y="2890"/>
                    </a:lnTo>
                    <a:lnTo>
                      <a:pt x="3521" y="2991"/>
                    </a:lnTo>
                    <a:lnTo>
                      <a:pt x="3535" y="3076"/>
                    </a:lnTo>
                    <a:lnTo>
                      <a:pt x="4203" y="3039"/>
                    </a:lnTo>
                    <a:lnTo>
                      <a:pt x="4215" y="3116"/>
                    </a:lnTo>
                    <a:lnTo>
                      <a:pt x="4215" y="3178"/>
                    </a:lnTo>
                    <a:lnTo>
                      <a:pt x="4189" y="3254"/>
                    </a:lnTo>
                    <a:lnTo>
                      <a:pt x="4037" y="3265"/>
                    </a:lnTo>
                    <a:lnTo>
                      <a:pt x="3913" y="3343"/>
                    </a:lnTo>
                    <a:lnTo>
                      <a:pt x="3683" y="3390"/>
                    </a:lnTo>
                    <a:lnTo>
                      <a:pt x="3481" y="3380"/>
                    </a:lnTo>
                    <a:lnTo>
                      <a:pt x="3281" y="3441"/>
                    </a:lnTo>
                    <a:lnTo>
                      <a:pt x="3105" y="3481"/>
                    </a:lnTo>
                    <a:lnTo>
                      <a:pt x="2852" y="3492"/>
                    </a:lnTo>
                    <a:lnTo>
                      <a:pt x="2547" y="3457"/>
                    </a:lnTo>
                    <a:lnTo>
                      <a:pt x="2320" y="3481"/>
                    </a:lnTo>
                    <a:lnTo>
                      <a:pt x="2129" y="3542"/>
                    </a:lnTo>
                    <a:lnTo>
                      <a:pt x="1990" y="3620"/>
                    </a:lnTo>
                    <a:lnTo>
                      <a:pt x="1615" y="3516"/>
                    </a:lnTo>
                    <a:lnTo>
                      <a:pt x="681" y="3969"/>
                    </a:lnTo>
                    <a:lnTo>
                      <a:pt x="0" y="3969"/>
                    </a:lnTo>
                    <a:lnTo>
                      <a:pt x="176" y="1723"/>
                    </a:lnTo>
                    <a:lnTo>
                      <a:pt x="328" y="1244"/>
                    </a:lnTo>
                    <a:lnTo>
                      <a:pt x="266" y="1558"/>
                    </a:lnTo>
                    <a:lnTo>
                      <a:pt x="418" y="2059"/>
                    </a:lnTo>
                    <a:lnTo>
                      <a:pt x="418" y="2500"/>
                    </a:lnTo>
                    <a:lnTo>
                      <a:pt x="591" y="2977"/>
                    </a:lnTo>
                    <a:lnTo>
                      <a:pt x="681" y="2977"/>
                    </a:lnTo>
                    <a:lnTo>
                      <a:pt x="907" y="2488"/>
                    </a:lnTo>
                    <a:lnTo>
                      <a:pt x="602" y="1886"/>
                    </a:lnTo>
                    <a:lnTo>
                      <a:pt x="556" y="1697"/>
                    </a:lnTo>
                    <a:lnTo>
                      <a:pt x="528" y="1497"/>
                    </a:lnTo>
                    <a:lnTo>
                      <a:pt x="556" y="1281"/>
                    </a:lnTo>
                    <a:lnTo>
                      <a:pt x="681" y="780"/>
                    </a:lnTo>
                    <a:lnTo>
                      <a:pt x="618" y="729"/>
                    </a:lnTo>
                    <a:lnTo>
                      <a:pt x="577" y="665"/>
                    </a:lnTo>
                    <a:lnTo>
                      <a:pt x="567" y="618"/>
                    </a:lnTo>
                    <a:lnTo>
                      <a:pt x="441" y="905"/>
                    </a:lnTo>
                    <a:lnTo>
                      <a:pt x="540" y="591"/>
                    </a:lnTo>
                    <a:lnTo>
                      <a:pt x="591" y="517"/>
                    </a:lnTo>
                    <a:lnTo>
                      <a:pt x="769" y="317"/>
                    </a:lnTo>
                    <a:lnTo>
                      <a:pt x="943" y="139"/>
                    </a:lnTo>
                    <a:lnTo>
                      <a:pt x="11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6" name="Freeform 460"/>
              <p:cNvSpPr>
                <a:spLocks/>
              </p:cNvSpPr>
              <p:nvPr/>
            </p:nvSpPr>
            <p:spPr bwMode="auto">
              <a:xfrm>
                <a:off x="2020" y="1797"/>
                <a:ext cx="163" cy="265"/>
              </a:xfrm>
              <a:custGeom>
                <a:avLst/>
                <a:gdLst>
                  <a:gd name="T0" fmla="*/ 0 w 1300"/>
                  <a:gd name="T1" fmla="*/ 0 h 2125"/>
                  <a:gd name="T2" fmla="*/ 0 w 1300"/>
                  <a:gd name="T3" fmla="*/ 0 h 2125"/>
                  <a:gd name="T4" fmla="*/ 0 w 1300"/>
                  <a:gd name="T5" fmla="*/ 0 h 2125"/>
                  <a:gd name="T6" fmla="*/ 0 w 1300"/>
                  <a:gd name="T7" fmla="*/ 0 h 2125"/>
                  <a:gd name="T8" fmla="*/ 0 w 1300"/>
                  <a:gd name="T9" fmla="*/ 0 h 2125"/>
                  <a:gd name="T10" fmla="*/ 0 w 1300"/>
                  <a:gd name="T11" fmla="*/ 0 h 2125"/>
                  <a:gd name="T12" fmla="*/ 0 w 1300"/>
                  <a:gd name="T13" fmla="*/ 0 h 2125"/>
                  <a:gd name="T14" fmla="*/ 0 w 1300"/>
                  <a:gd name="T15" fmla="*/ 0 h 2125"/>
                  <a:gd name="T16" fmla="*/ 0 w 1300"/>
                  <a:gd name="T17" fmla="*/ 0 h 2125"/>
                  <a:gd name="T18" fmla="*/ 0 w 1300"/>
                  <a:gd name="T19" fmla="*/ 0 h 2125"/>
                  <a:gd name="T20" fmla="*/ 0 w 1300"/>
                  <a:gd name="T21" fmla="*/ 0 h 2125"/>
                  <a:gd name="T22" fmla="*/ 0 w 1300"/>
                  <a:gd name="T23" fmla="*/ 0 h 2125"/>
                  <a:gd name="T24" fmla="*/ 0 w 1300"/>
                  <a:gd name="T25" fmla="*/ 0 h 2125"/>
                  <a:gd name="T26" fmla="*/ 0 w 1300"/>
                  <a:gd name="T27" fmla="*/ 0 h 2125"/>
                  <a:gd name="T28" fmla="*/ 0 w 1300"/>
                  <a:gd name="T29" fmla="*/ 0 h 2125"/>
                  <a:gd name="T30" fmla="*/ 0 w 1300"/>
                  <a:gd name="T31" fmla="*/ 0 h 2125"/>
                  <a:gd name="T32" fmla="*/ 0 w 1300"/>
                  <a:gd name="T33" fmla="*/ 0 h 2125"/>
                  <a:gd name="T34" fmla="*/ 0 w 1300"/>
                  <a:gd name="T35" fmla="*/ 0 h 2125"/>
                  <a:gd name="T36" fmla="*/ 0 w 1300"/>
                  <a:gd name="T37" fmla="*/ 0 h 2125"/>
                  <a:gd name="T38" fmla="*/ 0 w 1300"/>
                  <a:gd name="T39" fmla="*/ 0 h 2125"/>
                  <a:gd name="T40" fmla="*/ 0 w 1300"/>
                  <a:gd name="T41" fmla="*/ 0 h 2125"/>
                  <a:gd name="T42" fmla="*/ 0 w 1300"/>
                  <a:gd name="T43" fmla="*/ 0 h 2125"/>
                  <a:gd name="T44" fmla="*/ 0 w 1300"/>
                  <a:gd name="T45" fmla="*/ 0 h 2125"/>
                  <a:gd name="T46" fmla="*/ 0 w 1300"/>
                  <a:gd name="T47" fmla="*/ 0 h 2125"/>
                  <a:gd name="T48" fmla="*/ 0 w 1300"/>
                  <a:gd name="T49" fmla="*/ 0 h 2125"/>
                  <a:gd name="T50" fmla="*/ 0 w 1300"/>
                  <a:gd name="T51" fmla="*/ 0 h 2125"/>
                  <a:gd name="T52" fmla="*/ 0 w 1300"/>
                  <a:gd name="T53" fmla="*/ 0 h 2125"/>
                  <a:gd name="T54" fmla="*/ 0 w 1300"/>
                  <a:gd name="T55" fmla="*/ 0 h 2125"/>
                  <a:gd name="T56" fmla="*/ 0 w 1300"/>
                  <a:gd name="T57" fmla="*/ 0 h 2125"/>
                  <a:gd name="T58" fmla="*/ 0 w 1300"/>
                  <a:gd name="T59" fmla="*/ 0 h 2125"/>
                  <a:gd name="T60" fmla="*/ 0 w 1300"/>
                  <a:gd name="T61" fmla="*/ 0 h 2125"/>
                  <a:gd name="T62" fmla="*/ 0 w 1300"/>
                  <a:gd name="T63" fmla="*/ 0 h 2125"/>
                  <a:gd name="T64" fmla="*/ 0 w 1300"/>
                  <a:gd name="T65" fmla="*/ 0 h 2125"/>
                  <a:gd name="T66" fmla="*/ 0 w 1300"/>
                  <a:gd name="T67" fmla="*/ 0 h 2125"/>
                  <a:gd name="T68" fmla="*/ 0 w 1300"/>
                  <a:gd name="T69" fmla="*/ 0 h 2125"/>
                  <a:gd name="T70" fmla="*/ 0 w 1300"/>
                  <a:gd name="T71" fmla="*/ 0 h 2125"/>
                  <a:gd name="T72" fmla="*/ 0 w 1300"/>
                  <a:gd name="T73" fmla="*/ 0 h 2125"/>
                  <a:gd name="T74" fmla="*/ 0 w 1300"/>
                  <a:gd name="T75" fmla="*/ 0 h 2125"/>
                  <a:gd name="T76" fmla="*/ 0 w 1300"/>
                  <a:gd name="T77" fmla="*/ 0 h 2125"/>
                  <a:gd name="T78" fmla="*/ 0 w 1300"/>
                  <a:gd name="T79" fmla="*/ 0 h 212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300"/>
                  <a:gd name="T121" fmla="*/ 0 h 2125"/>
                  <a:gd name="T122" fmla="*/ 1300 w 1300"/>
                  <a:gd name="T123" fmla="*/ 2125 h 212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300" h="2125">
                    <a:moveTo>
                      <a:pt x="0" y="140"/>
                    </a:moveTo>
                    <a:lnTo>
                      <a:pt x="378" y="378"/>
                    </a:lnTo>
                    <a:lnTo>
                      <a:pt x="641" y="829"/>
                    </a:lnTo>
                    <a:lnTo>
                      <a:pt x="641" y="1020"/>
                    </a:lnTo>
                    <a:lnTo>
                      <a:pt x="984" y="1318"/>
                    </a:lnTo>
                    <a:lnTo>
                      <a:pt x="1111" y="1556"/>
                    </a:lnTo>
                    <a:lnTo>
                      <a:pt x="1083" y="967"/>
                    </a:lnTo>
                    <a:lnTo>
                      <a:pt x="1083" y="589"/>
                    </a:lnTo>
                    <a:lnTo>
                      <a:pt x="1111" y="327"/>
                    </a:lnTo>
                    <a:lnTo>
                      <a:pt x="1072" y="266"/>
                    </a:lnTo>
                    <a:lnTo>
                      <a:pt x="984" y="378"/>
                    </a:lnTo>
                    <a:lnTo>
                      <a:pt x="906" y="424"/>
                    </a:lnTo>
                    <a:lnTo>
                      <a:pt x="998" y="327"/>
                    </a:lnTo>
                    <a:lnTo>
                      <a:pt x="1072" y="165"/>
                    </a:lnTo>
                    <a:lnTo>
                      <a:pt x="1160" y="27"/>
                    </a:lnTo>
                    <a:lnTo>
                      <a:pt x="1212" y="0"/>
                    </a:lnTo>
                    <a:lnTo>
                      <a:pt x="1160" y="80"/>
                    </a:lnTo>
                    <a:lnTo>
                      <a:pt x="1224" y="304"/>
                    </a:lnTo>
                    <a:lnTo>
                      <a:pt x="1160" y="304"/>
                    </a:lnTo>
                    <a:lnTo>
                      <a:pt x="1146" y="516"/>
                    </a:lnTo>
                    <a:lnTo>
                      <a:pt x="1184" y="1120"/>
                    </a:lnTo>
                    <a:lnTo>
                      <a:pt x="1247" y="1723"/>
                    </a:lnTo>
                    <a:lnTo>
                      <a:pt x="1300" y="1910"/>
                    </a:lnTo>
                    <a:lnTo>
                      <a:pt x="1035" y="2059"/>
                    </a:lnTo>
                    <a:lnTo>
                      <a:pt x="1146" y="1961"/>
                    </a:lnTo>
                    <a:lnTo>
                      <a:pt x="1095" y="1881"/>
                    </a:lnTo>
                    <a:lnTo>
                      <a:pt x="971" y="1910"/>
                    </a:lnTo>
                    <a:lnTo>
                      <a:pt x="694" y="2099"/>
                    </a:lnTo>
                    <a:lnTo>
                      <a:pt x="606" y="2125"/>
                    </a:lnTo>
                    <a:lnTo>
                      <a:pt x="593" y="2086"/>
                    </a:lnTo>
                    <a:lnTo>
                      <a:pt x="756" y="1934"/>
                    </a:lnTo>
                    <a:lnTo>
                      <a:pt x="1095" y="1821"/>
                    </a:lnTo>
                    <a:lnTo>
                      <a:pt x="1045" y="1685"/>
                    </a:lnTo>
                    <a:lnTo>
                      <a:pt x="1045" y="1547"/>
                    </a:lnTo>
                    <a:lnTo>
                      <a:pt x="998" y="1470"/>
                    </a:lnTo>
                    <a:lnTo>
                      <a:pt x="606" y="1169"/>
                    </a:lnTo>
                    <a:lnTo>
                      <a:pt x="138" y="841"/>
                    </a:lnTo>
                    <a:lnTo>
                      <a:pt x="657" y="1154"/>
                    </a:lnTo>
                    <a:lnTo>
                      <a:pt x="390" y="463"/>
                    </a:lnTo>
                    <a:lnTo>
                      <a:pt x="0"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7" name="Freeform 461"/>
              <p:cNvSpPr>
                <a:spLocks/>
              </p:cNvSpPr>
              <p:nvPr/>
            </p:nvSpPr>
            <p:spPr bwMode="auto">
              <a:xfrm>
                <a:off x="2119" y="2060"/>
                <a:ext cx="26" cy="59"/>
              </a:xfrm>
              <a:custGeom>
                <a:avLst/>
                <a:gdLst>
                  <a:gd name="T0" fmla="*/ 0 w 203"/>
                  <a:gd name="T1" fmla="*/ 0 h 466"/>
                  <a:gd name="T2" fmla="*/ 0 w 203"/>
                  <a:gd name="T3" fmla="*/ 0 h 466"/>
                  <a:gd name="T4" fmla="*/ 0 w 203"/>
                  <a:gd name="T5" fmla="*/ 0 h 466"/>
                  <a:gd name="T6" fmla="*/ 0 w 203"/>
                  <a:gd name="T7" fmla="*/ 0 h 466"/>
                  <a:gd name="T8" fmla="*/ 0 w 203"/>
                  <a:gd name="T9" fmla="*/ 0 h 466"/>
                  <a:gd name="T10" fmla="*/ 0 w 203"/>
                  <a:gd name="T11" fmla="*/ 0 h 466"/>
                  <a:gd name="T12" fmla="*/ 0 w 203"/>
                  <a:gd name="T13" fmla="*/ 0 h 466"/>
                  <a:gd name="T14" fmla="*/ 0 w 203"/>
                  <a:gd name="T15" fmla="*/ 0 h 466"/>
                  <a:gd name="T16" fmla="*/ 0 w 203"/>
                  <a:gd name="T17" fmla="*/ 0 h 4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3"/>
                  <a:gd name="T28" fmla="*/ 0 h 466"/>
                  <a:gd name="T29" fmla="*/ 203 w 203"/>
                  <a:gd name="T30" fmla="*/ 466 h 4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3" h="466">
                    <a:moveTo>
                      <a:pt x="203" y="0"/>
                    </a:moveTo>
                    <a:lnTo>
                      <a:pt x="111" y="51"/>
                    </a:lnTo>
                    <a:lnTo>
                      <a:pt x="0" y="403"/>
                    </a:lnTo>
                    <a:lnTo>
                      <a:pt x="99" y="466"/>
                    </a:lnTo>
                    <a:lnTo>
                      <a:pt x="203" y="378"/>
                    </a:lnTo>
                    <a:lnTo>
                      <a:pt x="203" y="136"/>
                    </a:lnTo>
                    <a:lnTo>
                      <a:pt x="152" y="136"/>
                    </a:lnTo>
                    <a:lnTo>
                      <a:pt x="152" y="76"/>
                    </a:lnTo>
                    <a:lnTo>
                      <a:pt x="2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8" name="Freeform 462"/>
              <p:cNvSpPr>
                <a:spLocks/>
              </p:cNvSpPr>
              <p:nvPr/>
            </p:nvSpPr>
            <p:spPr bwMode="auto">
              <a:xfrm>
                <a:off x="2146" y="2045"/>
                <a:ext cx="63" cy="75"/>
              </a:xfrm>
              <a:custGeom>
                <a:avLst/>
                <a:gdLst>
                  <a:gd name="T0" fmla="*/ 0 w 506"/>
                  <a:gd name="T1" fmla="*/ 0 h 599"/>
                  <a:gd name="T2" fmla="*/ 0 w 506"/>
                  <a:gd name="T3" fmla="*/ 0 h 599"/>
                  <a:gd name="T4" fmla="*/ 0 w 506"/>
                  <a:gd name="T5" fmla="*/ 0 h 599"/>
                  <a:gd name="T6" fmla="*/ 0 w 506"/>
                  <a:gd name="T7" fmla="*/ 0 h 599"/>
                  <a:gd name="T8" fmla="*/ 0 w 506"/>
                  <a:gd name="T9" fmla="*/ 0 h 599"/>
                  <a:gd name="T10" fmla="*/ 0 w 506"/>
                  <a:gd name="T11" fmla="*/ 0 h 599"/>
                  <a:gd name="T12" fmla="*/ 0 w 506"/>
                  <a:gd name="T13" fmla="*/ 0 h 599"/>
                  <a:gd name="T14" fmla="*/ 0 w 506"/>
                  <a:gd name="T15" fmla="*/ 0 h 599"/>
                  <a:gd name="T16" fmla="*/ 0 w 506"/>
                  <a:gd name="T17" fmla="*/ 0 h 599"/>
                  <a:gd name="T18" fmla="*/ 0 w 506"/>
                  <a:gd name="T19" fmla="*/ 0 h 599"/>
                  <a:gd name="T20" fmla="*/ 0 w 506"/>
                  <a:gd name="T21" fmla="*/ 0 h 599"/>
                  <a:gd name="T22" fmla="*/ 0 w 506"/>
                  <a:gd name="T23" fmla="*/ 0 h 599"/>
                  <a:gd name="T24" fmla="*/ 0 w 506"/>
                  <a:gd name="T25" fmla="*/ 0 h 5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599"/>
                  <a:gd name="T41" fmla="*/ 506 w 506"/>
                  <a:gd name="T42" fmla="*/ 599 h 59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599">
                    <a:moveTo>
                      <a:pt x="138" y="162"/>
                    </a:moveTo>
                    <a:lnTo>
                      <a:pt x="317" y="0"/>
                    </a:lnTo>
                    <a:lnTo>
                      <a:pt x="506" y="72"/>
                    </a:lnTo>
                    <a:lnTo>
                      <a:pt x="506" y="173"/>
                    </a:lnTo>
                    <a:lnTo>
                      <a:pt x="391" y="325"/>
                    </a:lnTo>
                    <a:lnTo>
                      <a:pt x="0" y="599"/>
                    </a:lnTo>
                    <a:lnTo>
                      <a:pt x="279" y="364"/>
                    </a:lnTo>
                    <a:lnTo>
                      <a:pt x="317" y="274"/>
                    </a:lnTo>
                    <a:lnTo>
                      <a:pt x="329" y="198"/>
                    </a:lnTo>
                    <a:lnTo>
                      <a:pt x="317" y="138"/>
                    </a:lnTo>
                    <a:lnTo>
                      <a:pt x="279" y="112"/>
                    </a:lnTo>
                    <a:lnTo>
                      <a:pt x="230" y="112"/>
                    </a:lnTo>
                    <a:lnTo>
                      <a:pt x="138" y="1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9" name="Freeform 463"/>
              <p:cNvSpPr>
                <a:spLocks/>
              </p:cNvSpPr>
              <p:nvPr/>
            </p:nvSpPr>
            <p:spPr bwMode="auto">
              <a:xfrm>
                <a:off x="2220" y="2018"/>
                <a:ext cx="389" cy="124"/>
              </a:xfrm>
              <a:custGeom>
                <a:avLst/>
                <a:gdLst>
                  <a:gd name="T0" fmla="*/ 0 w 3106"/>
                  <a:gd name="T1" fmla="*/ 0 h 992"/>
                  <a:gd name="T2" fmla="*/ 0 w 3106"/>
                  <a:gd name="T3" fmla="*/ 0 h 992"/>
                  <a:gd name="T4" fmla="*/ 0 w 3106"/>
                  <a:gd name="T5" fmla="*/ 0 h 992"/>
                  <a:gd name="T6" fmla="*/ 0 w 3106"/>
                  <a:gd name="T7" fmla="*/ 0 h 992"/>
                  <a:gd name="T8" fmla="*/ 0 w 3106"/>
                  <a:gd name="T9" fmla="*/ 0 h 992"/>
                  <a:gd name="T10" fmla="*/ 0 w 3106"/>
                  <a:gd name="T11" fmla="*/ 0 h 992"/>
                  <a:gd name="T12" fmla="*/ 0 w 3106"/>
                  <a:gd name="T13" fmla="*/ 0 h 992"/>
                  <a:gd name="T14" fmla="*/ 0 w 3106"/>
                  <a:gd name="T15" fmla="*/ 0 h 992"/>
                  <a:gd name="T16" fmla="*/ 0 w 3106"/>
                  <a:gd name="T17" fmla="*/ 0 h 992"/>
                  <a:gd name="T18" fmla="*/ 0 w 3106"/>
                  <a:gd name="T19" fmla="*/ 0 h 992"/>
                  <a:gd name="T20" fmla="*/ 0 w 3106"/>
                  <a:gd name="T21" fmla="*/ 0 h 992"/>
                  <a:gd name="T22" fmla="*/ 0 w 3106"/>
                  <a:gd name="T23" fmla="*/ 0 h 992"/>
                  <a:gd name="T24" fmla="*/ 0 w 3106"/>
                  <a:gd name="T25" fmla="*/ 0 h 992"/>
                  <a:gd name="T26" fmla="*/ 0 w 3106"/>
                  <a:gd name="T27" fmla="*/ 0 h 992"/>
                  <a:gd name="T28" fmla="*/ 0 w 3106"/>
                  <a:gd name="T29" fmla="*/ 0 h 992"/>
                  <a:gd name="T30" fmla="*/ 0 w 3106"/>
                  <a:gd name="T31" fmla="*/ 0 h 992"/>
                  <a:gd name="T32" fmla="*/ 0 w 3106"/>
                  <a:gd name="T33" fmla="*/ 0 h 992"/>
                  <a:gd name="T34" fmla="*/ 0 w 3106"/>
                  <a:gd name="T35" fmla="*/ 0 h 992"/>
                  <a:gd name="T36" fmla="*/ 0 w 3106"/>
                  <a:gd name="T37" fmla="*/ 0 h 992"/>
                  <a:gd name="T38" fmla="*/ 0 w 3106"/>
                  <a:gd name="T39" fmla="*/ 0 h 992"/>
                  <a:gd name="T40" fmla="*/ 0 w 3106"/>
                  <a:gd name="T41" fmla="*/ 0 h 992"/>
                  <a:gd name="T42" fmla="*/ 0 w 3106"/>
                  <a:gd name="T43" fmla="*/ 0 h 992"/>
                  <a:gd name="T44" fmla="*/ 0 w 3106"/>
                  <a:gd name="T45" fmla="*/ 0 h 992"/>
                  <a:gd name="T46" fmla="*/ 0 w 3106"/>
                  <a:gd name="T47" fmla="*/ 0 h 992"/>
                  <a:gd name="T48" fmla="*/ 0 w 3106"/>
                  <a:gd name="T49" fmla="*/ 0 h 992"/>
                  <a:gd name="T50" fmla="*/ 0 w 3106"/>
                  <a:gd name="T51" fmla="*/ 0 h 992"/>
                  <a:gd name="T52" fmla="*/ 0 w 3106"/>
                  <a:gd name="T53" fmla="*/ 0 h 992"/>
                  <a:gd name="T54" fmla="*/ 0 w 3106"/>
                  <a:gd name="T55" fmla="*/ 0 h 992"/>
                  <a:gd name="T56" fmla="*/ 0 w 3106"/>
                  <a:gd name="T57" fmla="*/ 0 h 992"/>
                  <a:gd name="T58" fmla="*/ 0 w 3106"/>
                  <a:gd name="T59" fmla="*/ 0 h 992"/>
                  <a:gd name="T60" fmla="*/ 0 w 3106"/>
                  <a:gd name="T61" fmla="*/ 0 h 992"/>
                  <a:gd name="T62" fmla="*/ 0 w 3106"/>
                  <a:gd name="T63" fmla="*/ 0 h 992"/>
                  <a:gd name="T64" fmla="*/ 0 w 3106"/>
                  <a:gd name="T65" fmla="*/ 0 h 992"/>
                  <a:gd name="T66" fmla="*/ 0 w 3106"/>
                  <a:gd name="T67" fmla="*/ 0 h 992"/>
                  <a:gd name="T68" fmla="*/ 0 w 3106"/>
                  <a:gd name="T69" fmla="*/ 0 h 992"/>
                  <a:gd name="T70" fmla="*/ 0 w 3106"/>
                  <a:gd name="T71" fmla="*/ 0 h 992"/>
                  <a:gd name="T72" fmla="*/ 0 w 3106"/>
                  <a:gd name="T73" fmla="*/ 0 h 992"/>
                  <a:gd name="T74" fmla="*/ 0 w 3106"/>
                  <a:gd name="T75" fmla="*/ 0 h 992"/>
                  <a:gd name="T76" fmla="*/ 0 w 3106"/>
                  <a:gd name="T77" fmla="*/ 0 h 992"/>
                  <a:gd name="T78" fmla="*/ 0 w 3106"/>
                  <a:gd name="T79" fmla="*/ 0 h 992"/>
                  <a:gd name="T80" fmla="*/ 0 w 3106"/>
                  <a:gd name="T81" fmla="*/ 0 h 992"/>
                  <a:gd name="T82" fmla="*/ 0 w 3106"/>
                  <a:gd name="T83" fmla="*/ 0 h 992"/>
                  <a:gd name="T84" fmla="*/ 0 w 3106"/>
                  <a:gd name="T85" fmla="*/ 0 h 992"/>
                  <a:gd name="T86" fmla="*/ 0 w 3106"/>
                  <a:gd name="T87" fmla="*/ 0 h 992"/>
                  <a:gd name="T88" fmla="*/ 0 w 3106"/>
                  <a:gd name="T89" fmla="*/ 0 h 99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106"/>
                  <a:gd name="T136" fmla="*/ 0 h 992"/>
                  <a:gd name="T137" fmla="*/ 3106 w 3106"/>
                  <a:gd name="T138" fmla="*/ 992 h 99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106" h="992">
                    <a:moveTo>
                      <a:pt x="0" y="215"/>
                    </a:moveTo>
                    <a:lnTo>
                      <a:pt x="430" y="377"/>
                    </a:lnTo>
                    <a:lnTo>
                      <a:pt x="540" y="268"/>
                    </a:lnTo>
                    <a:lnTo>
                      <a:pt x="770" y="268"/>
                    </a:lnTo>
                    <a:lnTo>
                      <a:pt x="896" y="364"/>
                    </a:lnTo>
                    <a:lnTo>
                      <a:pt x="1010" y="327"/>
                    </a:lnTo>
                    <a:lnTo>
                      <a:pt x="1603" y="314"/>
                    </a:lnTo>
                    <a:lnTo>
                      <a:pt x="2017" y="226"/>
                    </a:lnTo>
                    <a:lnTo>
                      <a:pt x="2589" y="0"/>
                    </a:lnTo>
                    <a:lnTo>
                      <a:pt x="2663" y="49"/>
                    </a:lnTo>
                    <a:lnTo>
                      <a:pt x="2676" y="100"/>
                    </a:lnTo>
                    <a:lnTo>
                      <a:pt x="2614" y="162"/>
                    </a:lnTo>
                    <a:lnTo>
                      <a:pt x="2689" y="238"/>
                    </a:lnTo>
                    <a:lnTo>
                      <a:pt x="2713" y="302"/>
                    </a:lnTo>
                    <a:lnTo>
                      <a:pt x="2689" y="377"/>
                    </a:lnTo>
                    <a:lnTo>
                      <a:pt x="3091" y="413"/>
                    </a:lnTo>
                    <a:lnTo>
                      <a:pt x="3106" y="439"/>
                    </a:lnTo>
                    <a:lnTo>
                      <a:pt x="2689" y="461"/>
                    </a:lnTo>
                    <a:lnTo>
                      <a:pt x="2689" y="500"/>
                    </a:lnTo>
                    <a:lnTo>
                      <a:pt x="2713" y="540"/>
                    </a:lnTo>
                    <a:lnTo>
                      <a:pt x="3078" y="553"/>
                    </a:lnTo>
                    <a:lnTo>
                      <a:pt x="3043" y="602"/>
                    </a:lnTo>
                    <a:lnTo>
                      <a:pt x="2737" y="665"/>
                    </a:lnTo>
                    <a:lnTo>
                      <a:pt x="2737" y="715"/>
                    </a:lnTo>
                    <a:lnTo>
                      <a:pt x="2953" y="715"/>
                    </a:lnTo>
                    <a:lnTo>
                      <a:pt x="2977" y="680"/>
                    </a:lnTo>
                    <a:lnTo>
                      <a:pt x="2965" y="740"/>
                    </a:lnTo>
                    <a:lnTo>
                      <a:pt x="2589" y="791"/>
                    </a:lnTo>
                    <a:lnTo>
                      <a:pt x="2160" y="814"/>
                    </a:lnTo>
                    <a:lnTo>
                      <a:pt x="1992" y="814"/>
                    </a:lnTo>
                    <a:lnTo>
                      <a:pt x="1753" y="854"/>
                    </a:lnTo>
                    <a:lnTo>
                      <a:pt x="1676" y="992"/>
                    </a:lnTo>
                    <a:lnTo>
                      <a:pt x="1314" y="992"/>
                    </a:lnTo>
                    <a:lnTo>
                      <a:pt x="1641" y="953"/>
                    </a:lnTo>
                    <a:lnTo>
                      <a:pt x="1692" y="867"/>
                    </a:lnTo>
                    <a:lnTo>
                      <a:pt x="1715" y="752"/>
                    </a:lnTo>
                    <a:lnTo>
                      <a:pt x="1715" y="641"/>
                    </a:lnTo>
                    <a:lnTo>
                      <a:pt x="1676" y="489"/>
                    </a:lnTo>
                    <a:lnTo>
                      <a:pt x="1630" y="364"/>
                    </a:lnTo>
                    <a:lnTo>
                      <a:pt x="1010" y="377"/>
                    </a:lnTo>
                    <a:lnTo>
                      <a:pt x="881" y="401"/>
                    </a:lnTo>
                    <a:lnTo>
                      <a:pt x="669" y="314"/>
                    </a:lnTo>
                    <a:lnTo>
                      <a:pt x="468" y="473"/>
                    </a:lnTo>
                    <a:lnTo>
                      <a:pt x="415" y="401"/>
                    </a:lnTo>
                    <a:lnTo>
                      <a:pt x="0" y="2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0" name="Freeform 464"/>
              <p:cNvSpPr>
                <a:spLocks/>
              </p:cNvSpPr>
              <p:nvPr/>
            </p:nvSpPr>
            <p:spPr bwMode="auto">
              <a:xfrm>
                <a:off x="2328" y="2081"/>
                <a:ext cx="45" cy="18"/>
              </a:xfrm>
              <a:custGeom>
                <a:avLst/>
                <a:gdLst>
                  <a:gd name="T0" fmla="*/ 0 w 366"/>
                  <a:gd name="T1" fmla="*/ 0 h 150"/>
                  <a:gd name="T2" fmla="*/ 0 w 366"/>
                  <a:gd name="T3" fmla="*/ 0 h 150"/>
                  <a:gd name="T4" fmla="*/ 0 w 366"/>
                  <a:gd name="T5" fmla="*/ 0 h 150"/>
                  <a:gd name="T6" fmla="*/ 0 w 366"/>
                  <a:gd name="T7" fmla="*/ 0 h 150"/>
                  <a:gd name="T8" fmla="*/ 0 w 366"/>
                  <a:gd name="T9" fmla="*/ 0 h 150"/>
                  <a:gd name="T10" fmla="*/ 0 w 366"/>
                  <a:gd name="T11" fmla="*/ 0 h 150"/>
                  <a:gd name="T12" fmla="*/ 0 60000 65536"/>
                  <a:gd name="T13" fmla="*/ 0 60000 65536"/>
                  <a:gd name="T14" fmla="*/ 0 60000 65536"/>
                  <a:gd name="T15" fmla="*/ 0 60000 65536"/>
                  <a:gd name="T16" fmla="*/ 0 60000 65536"/>
                  <a:gd name="T17" fmla="*/ 0 60000 65536"/>
                  <a:gd name="T18" fmla="*/ 0 w 366"/>
                  <a:gd name="T19" fmla="*/ 0 h 150"/>
                  <a:gd name="T20" fmla="*/ 366 w 366"/>
                  <a:gd name="T21" fmla="*/ 150 h 150"/>
                </a:gdLst>
                <a:ahLst/>
                <a:cxnLst>
                  <a:cxn ang="T12">
                    <a:pos x="T0" y="T1"/>
                  </a:cxn>
                  <a:cxn ang="T13">
                    <a:pos x="T2" y="T3"/>
                  </a:cxn>
                  <a:cxn ang="T14">
                    <a:pos x="T4" y="T5"/>
                  </a:cxn>
                  <a:cxn ang="T15">
                    <a:pos x="T6" y="T7"/>
                  </a:cxn>
                  <a:cxn ang="T16">
                    <a:pos x="T8" y="T9"/>
                  </a:cxn>
                  <a:cxn ang="T17">
                    <a:pos x="T10" y="T11"/>
                  </a:cxn>
                </a:cxnLst>
                <a:rect l="T18" t="T19" r="T20" b="T21"/>
                <a:pathLst>
                  <a:path w="366" h="150">
                    <a:moveTo>
                      <a:pt x="366" y="114"/>
                    </a:moveTo>
                    <a:lnTo>
                      <a:pt x="200" y="0"/>
                    </a:lnTo>
                    <a:lnTo>
                      <a:pt x="0" y="40"/>
                    </a:lnTo>
                    <a:lnTo>
                      <a:pt x="38" y="93"/>
                    </a:lnTo>
                    <a:lnTo>
                      <a:pt x="302" y="150"/>
                    </a:lnTo>
                    <a:lnTo>
                      <a:pt x="366"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1" name="Freeform 465"/>
              <p:cNvSpPr>
                <a:spLocks/>
              </p:cNvSpPr>
              <p:nvPr/>
            </p:nvSpPr>
            <p:spPr bwMode="auto">
              <a:xfrm>
                <a:off x="2175" y="1770"/>
                <a:ext cx="39" cy="273"/>
              </a:xfrm>
              <a:custGeom>
                <a:avLst/>
                <a:gdLst>
                  <a:gd name="T0" fmla="*/ 0 w 315"/>
                  <a:gd name="T1" fmla="*/ 0 h 2186"/>
                  <a:gd name="T2" fmla="*/ 0 w 315"/>
                  <a:gd name="T3" fmla="*/ 0 h 2186"/>
                  <a:gd name="T4" fmla="*/ 0 w 315"/>
                  <a:gd name="T5" fmla="*/ 0 h 2186"/>
                  <a:gd name="T6" fmla="*/ 0 w 315"/>
                  <a:gd name="T7" fmla="*/ 0 h 2186"/>
                  <a:gd name="T8" fmla="*/ 0 w 315"/>
                  <a:gd name="T9" fmla="*/ 0 h 2186"/>
                  <a:gd name="T10" fmla="*/ 0 w 315"/>
                  <a:gd name="T11" fmla="*/ 0 h 2186"/>
                  <a:gd name="T12" fmla="*/ 0 w 315"/>
                  <a:gd name="T13" fmla="*/ 0 h 2186"/>
                  <a:gd name="T14" fmla="*/ 0 w 315"/>
                  <a:gd name="T15" fmla="*/ 0 h 2186"/>
                  <a:gd name="T16" fmla="*/ 0 w 315"/>
                  <a:gd name="T17" fmla="*/ 0 h 2186"/>
                  <a:gd name="T18" fmla="*/ 0 w 315"/>
                  <a:gd name="T19" fmla="*/ 0 h 2186"/>
                  <a:gd name="T20" fmla="*/ 0 w 315"/>
                  <a:gd name="T21" fmla="*/ 0 h 2186"/>
                  <a:gd name="T22" fmla="*/ 0 w 315"/>
                  <a:gd name="T23" fmla="*/ 0 h 2186"/>
                  <a:gd name="T24" fmla="*/ 0 w 315"/>
                  <a:gd name="T25" fmla="*/ 0 h 2186"/>
                  <a:gd name="T26" fmla="*/ 0 w 315"/>
                  <a:gd name="T27" fmla="*/ 0 h 2186"/>
                  <a:gd name="T28" fmla="*/ 0 w 315"/>
                  <a:gd name="T29" fmla="*/ 0 h 2186"/>
                  <a:gd name="T30" fmla="*/ 0 w 315"/>
                  <a:gd name="T31" fmla="*/ 0 h 2186"/>
                  <a:gd name="T32" fmla="*/ 0 w 315"/>
                  <a:gd name="T33" fmla="*/ 0 h 2186"/>
                  <a:gd name="T34" fmla="*/ 0 w 315"/>
                  <a:gd name="T35" fmla="*/ 0 h 2186"/>
                  <a:gd name="T36" fmla="*/ 0 w 315"/>
                  <a:gd name="T37" fmla="*/ 0 h 2186"/>
                  <a:gd name="T38" fmla="*/ 0 w 315"/>
                  <a:gd name="T39" fmla="*/ 0 h 2186"/>
                  <a:gd name="T40" fmla="*/ 0 w 315"/>
                  <a:gd name="T41" fmla="*/ 0 h 2186"/>
                  <a:gd name="T42" fmla="*/ 0 w 315"/>
                  <a:gd name="T43" fmla="*/ 0 h 2186"/>
                  <a:gd name="T44" fmla="*/ 0 w 315"/>
                  <a:gd name="T45" fmla="*/ 0 h 2186"/>
                  <a:gd name="T46" fmla="*/ 0 w 315"/>
                  <a:gd name="T47" fmla="*/ 0 h 218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15"/>
                  <a:gd name="T73" fmla="*/ 0 h 2186"/>
                  <a:gd name="T74" fmla="*/ 315 w 315"/>
                  <a:gd name="T75" fmla="*/ 2186 h 218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15" h="2186">
                    <a:moveTo>
                      <a:pt x="175" y="2133"/>
                    </a:moveTo>
                    <a:lnTo>
                      <a:pt x="214" y="2085"/>
                    </a:lnTo>
                    <a:lnTo>
                      <a:pt x="214" y="1958"/>
                    </a:lnTo>
                    <a:lnTo>
                      <a:pt x="124" y="1633"/>
                    </a:lnTo>
                    <a:lnTo>
                      <a:pt x="62" y="1180"/>
                    </a:lnTo>
                    <a:lnTo>
                      <a:pt x="49" y="796"/>
                    </a:lnTo>
                    <a:lnTo>
                      <a:pt x="21" y="540"/>
                    </a:lnTo>
                    <a:lnTo>
                      <a:pt x="49" y="466"/>
                    </a:lnTo>
                    <a:lnTo>
                      <a:pt x="49" y="325"/>
                    </a:lnTo>
                    <a:lnTo>
                      <a:pt x="0" y="213"/>
                    </a:lnTo>
                    <a:lnTo>
                      <a:pt x="73" y="277"/>
                    </a:lnTo>
                    <a:lnTo>
                      <a:pt x="99" y="213"/>
                    </a:lnTo>
                    <a:lnTo>
                      <a:pt x="111" y="127"/>
                    </a:lnTo>
                    <a:lnTo>
                      <a:pt x="111" y="0"/>
                    </a:lnTo>
                    <a:lnTo>
                      <a:pt x="124" y="104"/>
                    </a:lnTo>
                    <a:lnTo>
                      <a:pt x="136" y="213"/>
                    </a:lnTo>
                    <a:lnTo>
                      <a:pt x="111" y="341"/>
                    </a:lnTo>
                    <a:lnTo>
                      <a:pt x="73" y="466"/>
                    </a:lnTo>
                    <a:lnTo>
                      <a:pt x="49" y="551"/>
                    </a:lnTo>
                    <a:lnTo>
                      <a:pt x="111" y="1292"/>
                    </a:lnTo>
                    <a:lnTo>
                      <a:pt x="185" y="1732"/>
                    </a:lnTo>
                    <a:lnTo>
                      <a:pt x="262" y="1958"/>
                    </a:lnTo>
                    <a:lnTo>
                      <a:pt x="315" y="2186"/>
                    </a:lnTo>
                    <a:lnTo>
                      <a:pt x="175" y="21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2" name="Freeform 466"/>
              <p:cNvSpPr>
                <a:spLocks/>
              </p:cNvSpPr>
              <p:nvPr/>
            </p:nvSpPr>
            <p:spPr bwMode="auto">
              <a:xfrm>
                <a:off x="2215" y="1750"/>
                <a:ext cx="217" cy="307"/>
              </a:xfrm>
              <a:custGeom>
                <a:avLst/>
                <a:gdLst>
                  <a:gd name="T0" fmla="*/ 0 w 1731"/>
                  <a:gd name="T1" fmla="*/ 0 h 2462"/>
                  <a:gd name="T2" fmla="*/ 0 w 1731"/>
                  <a:gd name="T3" fmla="*/ 0 h 2462"/>
                  <a:gd name="T4" fmla="*/ 0 w 1731"/>
                  <a:gd name="T5" fmla="*/ 0 h 2462"/>
                  <a:gd name="T6" fmla="*/ 0 w 1731"/>
                  <a:gd name="T7" fmla="*/ 0 h 2462"/>
                  <a:gd name="T8" fmla="*/ 0 w 1731"/>
                  <a:gd name="T9" fmla="*/ 0 h 2462"/>
                  <a:gd name="T10" fmla="*/ 0 w 1731"/>
                  <a:gd name="T11" fmla="*/ 0 h 2462"/>
                  <a:gd name="T12" fmla="*/ 0 w 1731"/>
                  <a:gd name="T13" fmla="*/ 0 h 2462"/>
                  <a:gd name="T14" fmla="*/ 0 w 1731"/>
                  <a:gd name="T15" fmla="*/ 0 h 2462"/>
                  <a:gd name="T16" fmla="*/ 0 w 1731"/>
                  <a:gd name="T17" fmla="*/ 0 h 2462"/>
                  <a:gd name="T18" fmla="*/ 0 w 1731"/>
                  <a:gd name="T19" fmla="*/ 0 h 2462"/>
                  <a:gd name="T20" fmla="*/ 0 w 1731"/>
                  <a:gd name="T21" fmla="*/ 0 h 2462"/>
                  <a:gd name="T22" fmla="*/ 0 w 1731"/>
                  <a:gd name="T23" fmla="*/ 0 h 2462"/>
                  <a:gd name="T24" fmla="*/ 0 w 1731"/>
                  <a:gd name="T25" fmla="*/ 0 h 2462"/>
                  <a:gd name="T26" fmla="*/ 0 w 1731"/>
                  <a:gd name="T27" fmla="*/ 0 h 2462"/>
                  <a:gd name="T28" fmla="*/ 0 w 1731"/>
                  <a:gd name="T29" fmla="*/ 0 h 2462"/>
                  <a:gd name="T30" fmla="*/ 0 w 1731"/>
                  <a:gd name="T31" fmla="*/ 0 h 2462"/>
                  <a:gd name="T32" fmla="*/ 0 w 1731"/>
                  <a:gd name="T33" fmla="*/ 0 h 2462"/>
                  <a:gd name="T34" fmla="*/ 0 w 1731"/>
                  <a:gd name="T35" fmla="*/ 0 h 2462"/>
                  <a:gd name="T36" fmla="*/ 0 w 1731"/>
                  <a:gd name="T37" fmla="*/ 0 h 2462"/>
                  <a:gd name="T38" fmla="*/ 0 w 1731"/>
                  <a:gd name="T39" fmla="*/ 0 h 2462"/>
                  <a:gd name="T40" fmla="*/ 0 w 1731"/>
                  <a:gd name="T41" fmla="*/ 0 h 2462"/>
                  <a:gd name="T42" fmla="*/ 0 w 1731"/>
                  <a:gd name="T43" fmla="*/ 0 h 2462"/>
                  <a:gd name="T44" fmla="*/ 0 w 1731"/>
                  <a:gd name="T45" fmla="*/ 0 h 2462"/>
                  <a:gd name="T46" fmla="*/ 0 w 1731"/>
                  <a:gd name="T47" fmla="*/ 0 h 2462"/>
                  <a:gd name="T48" fmla="*/ 0 w 1731"/>
                  <a:gd name="T49" fmla="*/ 0 h 2462"/>
                  <a:gd name="T50" fmla="*/ 0 w 1731"/>
                  <a:gd name="T51" fmla="*/ 0 h 2462"/>
                  <a:gd name="T52" fmla="*/ 0 w 1731"/>
                  <a:gd name="T53" fmla="*/ 0 h 2462"/>
                  <a:gd name="T54" fmla="*/ 0 w 1731"/>
                  <a:gd name="T55" fmla="*/ 0 h 2462"/>
                  <a:gd name="T56" fmla="*/ 0 w 1731"/>
                  <a:gd name="T57" fmla="*/ 0 h 2462"/>
                  <a:gd name="T58" fmla="*/ 0 w 1731"/>
                  <a:gd name="T59" fmla="*/ 0 h 2462"/>
                  <a:gd name="T60" fmla="*/ 0 w 1731"/>
                  <a:gd name="T61" fmla="*/ 0 h 2462"/>
                  <a:gd name="T62" fmla="*/ 0 w 1731"/>
                  <a:gd name="T63" fmla="*/ 0 h 2462"/>
                  <a:gd name="T64" fmla="*/ 0 w 1731"/>
                  <a:gd name="T65" fmla="*/ 0 h 2462"/>
                  <a:gd name="T66" fmla="*/ 0 w 1731"/>
                  <a:gd name="T67" fmla="*/ 0 h 2462"/>
                  <a:gd name="T68" fmla="*/ 0 w 1731"/>
                  <a:gd name="T69" fmla="*/ 0 h 2462"/>
                  <a:gd name="T70" fmla="*/ 0 w 1731"/>
                  <a:gd name="T71" fmla="*/ 0 h 2462"/>
                  <a:gd name="T72" fmla="*/ 0 w 1731"/>
                  <a:gd name="T73" fmla="*/ 0 h 2462"/>
                  <a:gd name="T74" fmla="*/ 0 w 1731"/>
                  <a:gd name="T75" fmla="*/ 0 h 2462"/>
                  <a:gd name="T76" fmla="*/ 0 w 1731"/>
                  <a:gd name="T77" fmla="*/ 0 h 2462"/>
                  <a:gd name="T78" fmla="*/ 0 w 1731"/>
                  <a:gd name="T79" fmla="*/ 0 h 2462"/>
                  <a:gd name="T80" fmla="*/ 0 w 1731"/>
                  <a:gd name="T81" fmla="*/ 0 h 2462"/>
                  <a:gd name="T82" fmla="*/ 0 w 1731"/>
                  <a:gd name="T83" fmla="*/ 0 h 2462"/>
                  <a:gd name="T84" fmla="*/ 0 w 1731"/>
                  <a:gd name="T85" fmla="*/ 0 h 2462"/>
                  <a:gd name="T86" fmla="*/ 0 w 1731"/>
                  <a:gd name="T87" fmla="*/ 0 h 2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31"/>
                  <a:gd name="T133" fmla="*/ 0 h 2462"/>
                  <a:gd name="T134" fmla="*/ 1731 w 1731"/>
                  <a:gd name="T135" fmla="*/ 2462 h 2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31" h="2462">
                    <a:moveTo>
                      <a:pt x="152" y="0"/>
                    </a:moveTo>
                    <a:lnTo>
                      <a:pt x="379" y="203"/>
                    </a:lnTo>
                    <a:lnTo>
                      <a:pt x="440" y="376"/>
                    </a:lnTo>
                    <a:lnTo>
                      <a:pt x="480" y="541"/>
                    </a:lnTo>
                    <a:lnTo>
                      <a:pt x="480" y="800"/>
                    </a:lnTo>
                    <a:lnTo>
                      <a:pt x="368" y="1646"/>
                    </a:lnTo>
                    <a:lnTo>
                      <a:pt x="267" y="1747"/>
                    </a:lnTo>
                    <a:lnTo>
                      <a:pt x="0" y="1784"/>
                    </a:lnTo>
                    <a:lnTo>
                      <a:pt x="368" y="1772"/>
                    </a:lnTo>
                    <a:lnTo>
                      <a:pt x="254" y="2450"/>
                    </a:lnTo>
                    <a:lnTo>
                      <a:pt x="278" y="2462"/>
                    </a:lnTo>
                    <a:lnTo>
                      <a:pt x="406" y="1881"/>
                    </a:lnTo>
                    <a:lnTo>
                      <a:pt x="883" y="2273"/>
                    </a:lnTo>
                    <a:lnTo>
                      <a:pt x="996" y="2273"/>
                    </a:lnTo>
                    <a:lnTo>
                      <a:pt x="1174" y="2185"/>
                    </a:lnTo>
                    <a:lnTo>
                      <a:pt x="1363" y="2035"/>
                    </a:lnTo>
                    <a:lnTo>
                      <a:pt x="1500" y="1895"/>
                    </a:lnTo>
                    <a:lnTo>
                      <a:pt x="1603" y="1759"/>
                    </a:lnTo>
                    <a:lnTo>
                      <a:pt x="1462" y="1881"/>
                    </a:lnTo>
                    <a:lnTo>
                      <a:pt x="1363" y="1809"/>
                    </a:lnTo>
                    <a:lnTo>
                      <a:pt x="1480" y="1734"/>
                    </a:lnTo>
                    <a:lnTo>
                      <a:pt x="1238" y="1809"/>
                    </a:lnTo>
                    <a:lnTo>
                      <a:pt x="950" y="1846"/>
                    </a:lnTo>
                    <a:lnTo>
                      <a:pt x="669" y="1846"/>
                    </a:lnTo>
                    <a:lnTo>
                      <a:pt x="555" y="1846"/>
                    </a:lnTo>
                    <a:lnTo>
                      <a:pt x="469" y="1784"/>
                    </a:lnTo>
                    <a:lnTo>
                      <a:pt x="647" y="1708"/>
                    </a:lnTo>
                    <a:lnTo>
                      <a:pt x="1012" y="1708"/>
                    </a:lnTo>
                    <a:lnTo>
                      <a:pt x="1300" y="1545"/>
                    </a:lnTo>
                    <a:lnTo>
                      <a:pt x="1012" y="1631"/>
                    </a:lnTo>
                    <a:lnTo>
                      <a:pt x="647" y="1631"/>
                    </a:lnTo>
                    <a:lnTo>
                      <a:pt x="440" y="1685"/>
                    </a:lnTo>
                    <a:lnTo>
                      <a:pt x="440" y="1496"/>
                    </a:lnTo>
                    <a:lnTo>
                      <a:pt x="987" y="1409"/>
                    </a:lnTo>
                    <a:lnTo>
                      <a:pt x="781" y="892"/>
                    </a:lnTo>
                    <a:lnTo>
                      <a:pt x="555" y="592"/>
                    </a:lnTo>
                    <a:lnTo>
                      <a:pt x="555" y="415"/>
                    </a:lnTo>
                    <a:lnTo>
                      <a:pt x="1570" y="1444"/>
                    </a:lnTo>
                    <a:lnTo>
                      <a:pt x="1731" y="1519"/>
                    </a:lnTo>
                    <a:lnTo>
                      <a:pt x="1642" y="1332"/>
                    </a:lnTo>
                    <a:lnTo>
                      <a:pt x="733" y="477"/>
                    </a:lnTo>
                    <a:lnTo>
                      <a:pt x="620" y="267"/>
                    </a:lnTo>
                    <a:lnTo>
                      <a:pt x="304" y="51"/>
                    </a:lnTo>
                    <a:lnTo>
                      <a:pt x="1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3" name="Freeform 467"/>
              <p:cNvSpPr>
                <a:spLocks/>
              </p:cNvSpPr>
              <p:nvPr/>
            </p:nvSpPr>
            <p:spPr bwMode="auto">
              <a:xfrm>
                <a:off x="2345" y="1986"/>
                <a:ext cx="98" cy="73"/>
              </a:xfrm>
              <a:custGeom>
                <a:avLst/>
                <a:gdLst>
                  <a:gd name="T0" fmla="*/ 0 w 783"/>
                  <a:gd name="T1" fmla="*/ 0 h 580"/>
                  <a:gd name="T2" fmla="*/ 0 w 783"/>
                  <a:gd name="T3" fmla="*/ 0 h 580"/>
                  <a:gd name="T4" fmla="*/ 0 w 783"/>
                  <a:gd name="T5" fmla="*/ 0 h 580"/>
                  <a:gd name="T6" fmla="*/ 0 w 783"/>
                  <a:gd name="T7" fmla="*/ 0 h 580"/>
                  <a:gd name="T8" fmla="*/ 0 w 783"/>
                  <a:gd name="T9" fmla="*/ 0 h 580"/>
                  <a:gd name="T10" fmla="*/ 0 w 783"/>
                  <a:gd name="T11" fmla="*/ 0 h 580"/>
                  <a:gd name="T12" fmla="*/ 0 w 783"/>
                  <a:gd name="T13" fmla="*/ 0 h 580"/>
                  <a:gd name="T14" fmla="*/ 0 w 783"/>
                  <a:gd name="T15" fmla="*/ 0 h 580"/>
                  <a:gd name="T16" fmla="*/ 0 w 783"/>
                  <a:gd name="T17" fmla="*/ 0 h 580"/>
                  <a:gd name="T18" fmla="*/ 0 w 783"/>
                  <a:gd name="T19" fmla="*/ 0 h 5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3"/>
                  <a:gd name="T31" fmla="*/ 0 h 580"/>
                  <a:gd name="T32" fmla="*/ 783 w 783"/>
                  <a:gd name="T33" fmla="*/ 580 h 5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3" h="580">
                    <a:moveTo>
                      <a:pt x="0" y="442"/>
                    </a:moveTo>
                    <a:lnTo>
                      <a:pt x="317" y="378"/>
                    </a:lnTo>
                    <a:lnTo>
                      <a:pt x="670" y="580"/>
                    </a:lnTo>
                    <a:lnTo>
                      <a:pt x="783" y="540"/>
                    </a:lnTo>
                    <a:lnTo>
                      <a:pt x="504" y="378"/>
                    </a:lnTo>
                    <a:lnTo>
                      <a:pt x="619" y="166"/>
                    </a:lnTo>
                    <a:lnTo>
                      <a:pt x="619" y="0"/>
                    </a:lnTo>
                    <a:lnTo>
                      <a:pt x="402" y="265"/>
                    </a:lnTo>
                    <a:lnTo>
                      <a:pt x="216" y="362"/>
                    </a:lnTo>
                    <a:lnTo>
                      <a:pt x="0" y="4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4" name="Freeform 468"/>
              <p:cNvSpPr>
                <a:spLocks/>
              </p:cNvSpPr>
              <p:nvPr/>
            </p:nvSpPr>
            <p:spPr bwMode="auto">
              <a:xfrm>
                <a:off x="2416" y="1935"/>
                <a:ext cx="123" cy="88"/>
              </a:xfrm>
              <a:custGeom>
                <a:avLst/>
                <a:gdLst>
                  <a:gd name="T0" fmla="*/ 0 w 984"/>
                  <a:gd name="T1" fmla="*/ 0 h 703"/>
                  <a:gd name="T2" fmla="*/ 0 w 984"/>
                  <a:gd name="T3" fmla="*/ 0 h 703"/>
                  <a:gd name="T4" fmla="*/ 0 w 984"/>
                  <a:gd name="T5" fmla="*/ 0 h 703"/>
                  <a:gd name="T6" fmla="*/ 0 w 984"/>
                  <a:gd name="T7" fmla="*/ 0 h 703"/>
                  <a:gd name="T8" fmla="*/ 0 w 984"/>
                  <a:gd name="T9" fmla="*/ 0 h 703"/>
                  <a:gd name="T10" fmla="*/ 0 w 984"/>
                  <a:gd name="T11" fmla="*/ 0 h 703"/>
                  <a:gd name="T12" fmla="*/ 0 w 984"/>
                  <a:gd name="T13" fmla="*/ 0 h 703"/>
                  <a:gd name="T14" fmla="*/ 0 w 984"/>
                  <a:gd name="T15" fmla="*/ 0 h 703"/>
                  <a:gd name="T16" fmla="*/ 0 w 984"/>
                  <a:gd name="T17" fmla="*/ 0 h 703"/>
                  <a:gd name="T18" fmla="*/ 0 w 984"/>
                  <a:gd name="T19" fmla="*/ 0 h 703"/>
                  <a:gd name="T20" fmla="*/ 0 w 984"/>
                  <a:gd name="T21" fmla="*/ 0 h 703"/>
                  <a:gd name="T22" fmla="*/ 0 w 984"/>
                  <a:gd name="T23" fmla="*/ 0 h 703"/>
                  <a:gd name="T24" fmla="*/ 0 w 984"/>
                  <a:gd name="T25" fmla="*/ 0 h 703"/>
                  <a:gd name="T26" fmla="*/ 0 w 984"/>
                  <a:gd name="T27" fmla="*/ 0 h 703"/>
                  <a:gd name="T28" fmla="*/ 0 w 984"/>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84"/>
                  <a:gd name="T46" fmla="*/ 0 h 703"/>
                  <a:gd name="T47" fmla="*/ 984 w 984"/>
                  <a:gd name="T48" fmla="*/ 703 h 70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84" h="703">
                    <a:moveTo>
                      <a:pt x="189" y="314"/>
                    </a:moveTo>
                    <a:lnTo>
                      <a:pt x="367" y="212"/>
                    </a:lnTo>
                    <a:lnTo>
                      <a:pt x="744" y="364"/>
                    </a:lnTo>
                    <a:lnTo>
                      <a:pt x="744" y="500"/>
                    </a:lnTo>
                    <a:lnTo>
                      <a:pt x="442" y="579"/>
                    </a:lnTo>
                    <a:lnTo>
                      <a:pt x="809" y="567"/>
                    </a:lnTo>
                    <a:lnTo>
                      <a:pt x="984" y="703"/>
                    </a:lnTo>
                    <a:lnTo>
                      <a:pt x="870" y="450"/>
                    </a:lnTo>
                    <a:lnTo>
                      <a:pt x="707" y="265"/>
                    </a:lnTo>
                    <a:lnTo>
                      <a:pt x="343" y="164"/>
                    </a:lnTo>
                    <a:lnTo>
                      <a:pt x="202" y="0"/>
                    </a:lnTo>
                    <a:lnTo>
                      <a:pt x="0" y="164"/>
                    </a:lnTo>
                    <a:lnTo>
                      <a:pt x="178" y="63"/>
                    </a:lnTo>
                    <a:lnTo>
                      <a:pt x="239" y="149"/>
                    </a:lnTo>
                    <a:lnTo>
                      <a:pt x="189" y="3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5" name="Freeform 469"/>
              <p:cNvSpPr>
                <a:spLocks/>
              </p:cNvSpPr>
              <p:nvPr/>
            </p:nvSpPr>
            <p:spPr bwMode="auto">
              <a:xfrm>
                <a:off x="2547" y="2016"/>
                <a:ext cx="73" cy="52"/>
              </a:xfrm>
              <a:custGeom>
                <a:avLst/>
                <a:gdLst>
                  <a:gd name="T0" fmla="*/ 0 w 581"/>
                  <a:gd name="T1" fmla="*/ 0 h 415"/>
                  <a:gd name="T2" fmla="*/ 0 w 581"/>
                  <a:gd name="T3" fmla="*/ 0 h 415"/>
                  <a:gd name="T4" fmla="*/ 0 w 581"/>
                  <a:gd name="T5" fmla="*/ 0 h 415"/>
                  <a:gd name="T6" fmla="*/ 0 w 581"/>
                  <a:gd name="T7" fmla="*/ 0 h 415"/>
                  <a:gd name="T8" fmla="*/ 0 w 581"/>
                  <a:gd name="T9" fmla="*/ 0 h 415"/>
                  <a:gd name="T10" fmla="*/ 0 w 581"/>
                  <a:gd name="T11" fmla="*/ 0 h 415"/>
                  <a:gd name="T12" fmla="*/ 0 w 581"/>
                  <a:gd name="T13" fmla="*/ 0 h 415"/>
                  <a:gd name="T14" fmla="*/ 0 w 581"/>
                  <a:gd name="T15" fmla="*/ 0 h 415"/>
                  <a:gd name="T16" fmla="*/ 0 w 581"/>
                  <a:gd name="T17" fmla="*/ 0 h 415"/>
                  <a:gd name="T18" fmla="*/ 0 w 581"/>
                  <a:gd name="T19" fmla="*/ 0 h 415"/>
                  <a:gd name="T20" fmla="*/ 0 w 581"/>
                  <a:gd name="T21" fmla="*/ 0 h 415"/>
                  <a:gd name="T22" fmla="*/ 0 w 581"/>
                  <a:gd name="T23" fmla="*/ 0 h 415"/>
                  <a:gd name="T24" fmla="*/ 0 w 581"/>
                  <a:gd name="T25" fmla="*/ 0 h 415"/>
                  <a:gd name="T26" fmla="*/ 0 w 581"/>
                  <a:gd name="T27" fmla="*/ 0 h 415"/>
                  <a:gd name="T28" fmla="*/ 0 w 581"/>
                  <a:gd name="T29" fmla="*/ 0 h 41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81"/>
                  <a:gd name="T46" fmla="*/ 0 h 415"/>
                  <a:gd name="T47" fmla="*/ 581 w 581"/>
                  <a:gd name="T48" fmla="*/ 415 h 41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81" h="415">
                    <a:moveTo>
                      <a:pt x="22" y="0"/>
                    </a:moveTo>
                    <a:lnTo>
                      <a:pt x="464" y="37"/>
                    </a:lnTo>
                    <a:lnTo>
                      <a:pt x="581" y="240"/>
                    </a:lnTo>
                    <a:lnTo>
                      <a:pt x="581" y="288"/>
                    </a:lnTo>
                    <a:lnTo>
                      <a:pt x="492" y="316"/>
                    </a:lnTo>
                    <a:lnTo>
                      <a:pt x="363" y="240"/>
                    </a:lnTo>
                    <a:lnTo>
                      <a:pt x="187" y="240"/>
                    </a:lnTo>
                    <a:lnTo>
                      <a:pt x="477" y="351"/>
                    </a:lnTo>
                    <a:lnTo>
                      <a:pt x="492" y="415"/>
                    </a:lnTo>
                    <a:lnTo>
                      <a:pt x="453" y="367"/>
                    </a:lnTo>
                    <a:lnTo>
                      <a:pt x="22" y="229"/>
                    </a:lnTo>
                    <a:lnTo>
                      <a:pt x="0" y="192"/>
                    </a:lnTo>
                    <a:lnTo>
                      <a:pt x="464" y="176"/>
                    </a:lnTo>
                    <a:lnTo>
                      <a:pt x="453" y="75"/>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6" name="Freeform 470"/>
              <p:cNvSpPr>
                <a:spLocks/>
              </p:cNvSpPr>
              <p:nvPr/>
            </p:nvSpPr>
            <p:spPr bwMode="auto">
              <a:xfrm>
                <a:off x="2583" y="2062"/>
                <a:ext cx="29" cy="44"/>
              </a:xfrm>
              <a:custGeom>
                <a:avLst/>
                <a:gdLst>
                  <a:gd name="T0" fmla="*/ 0 w 228"/>
                  <a:gd name="T1" fmla="*/ 0 h 352"/>
                  <a:gd name="T2" fmla="*/ 0 w 228"/>
                  <a:gd name="T3" fmla="*/ 0 h 352"/>
                  <a:gd name="T4" fmla="*/ 0 w 228"/>
                  <a:gd name="T5" fmla="*/ 0 h 352"/>
                  <a:gd name="T6" fmla="*/ 0 w 228"/>
                  <a:gd name="T7" fmla="*/ 0 h 352"/>
                  <a:gd name="T8" fmla="*/ 0 w 228"/>
                  <a:gd name="T9" fmla="*/ 0 h 352"/>
                  <a:gd name="T10" fmla="*/ 0 w 228"/>
                  <a:gd name="T11" fmla="*/ 0 h 352"/>
                  <a:gd name="T12" fmla="*/ 0 w 228"/>
                  <a:gd name="T13" fmla="*/ 0 h 352"/>
                  <a:gd name="T14" fmla="*/ 0 w 228"/>
                  <a:gd name="T15" fmla="*/ 0 h 352"/>
                  <a:gd name="T16" fmla="*/ 0 w 228"/>
                  <a:gd name="T17" fmla="*/ 0 h 352"/>
                  <a:gd name="T18" fmla="*/ 0 w 228"/>
                  <a:gd name="T19" fmla="*/ 0 h 3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8"/>
                  <a:gd name="T31" fmla="*/ 0 h 352"/>
                  <a:gd name="T32" fmla="*/ 228 w 228"/>
                  <a:gd name="T33" fmla="*/ 352 h 35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8" h="352">
                    <a:moveTo>
                      <a:pt x="186" y="99"/>
                    </a:moveTo>
                    <a:lnTo>
                      <a:pt x="186" y="163"/>
                    </a:lnTo>
                    <a:lnTo>
                      <a:pt x="96" y="210"/>
                    </a:lnTo>
                    <a:lnTo>
                      <a:pt x="0" y="275"/>
                    </a:lnTo>
                    <a:lnTo>
                      <a:pt x="72" y="352"/>
                    </a:lnTo>
                    <a:lnTo>
                      <a:pt x="125" y="249"/>
                    </a:lnTo>
                    <a:lnTo>
                      <a:pt x="228" y="187"/>
                    </a:lnTo>
                    <a:lnTo>
                      <a:pt x="228" y="74"/>
                    </a:lnTo>
                    <a:lnTo>
                      <a:pt x="186" y="0"/>
                    </a:lnTo>
                    <a:lnTo>
                      <a:pt x="186"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7" name="Freeform 471"/>
              <p:cNvSpPr>
                <a:spLocks/>
              </p:cNvSpPr>
              <p:nvPr/>
            </p:nvSpPr>
            <p:spPr bwMode="auto">
              <a:xfrm>
                <a:off x="2592" y="2043"/>
                <a:ext cx="46" cy="65"/>
              </a:xfrm>
              <a:custGeom>
                <a:avLst/>
                <a:gdLst>
                  <a:gd name="T0" fmla="*/ 0 w 369"/>
                  <a:gd name="T1" fmla="*/ 0 h 514"/>
                  <a:gd name="T2" fmla="*/ 0 w 369"/>
                  <a:gd name="T3" fmla="*/ 0 h 514"/>
                  <a:gd name="T4" fmla="*/ 0 w 369"/>
                  <a:gd name="T5" fmla="*/ 0 h 514"/>
                  <a:gd name="T6" fmla="*/ 0 w 369"/>
                  <a:gd name="T7" fmla="*/ 0 h 514"/>
                  <a:gd name="T8" fmla="*/ 0 w 369"/>
                  <a:gd name="T9" fmla="*/ 0 h 514"/>
                  <a:gd name="T10" fmla="*/ 0 60000 65536"/>
                  <a:gd name="T11" fmla="*/ 0 60000 65536"/>
                  <a:gd name="T12" fmla="*/ 0 60000 65536"/>
                  <a:gd name="T13" fmla="*/ 0 60000 65536"/>
                  <a:gd name="T14" fmla="*/ 0 60000 65536"/>
                  <a:gd name="T15" fmla="*/ 0 w 369"/>
                  <a:gd name="T16" fmla="*/ 0 h 514"/>
                  <a:gd name="T17" fmla="*/ 369 w 369"/>
                  <a:gd name="T18" fmla="*/ 514 h 514"/>
                </a:gdLst>
                <a:ahLst/>
                <a:cxnLst>
                  <a:cxn ang="T10">
                    <a:pos x="T0" y="T1"/>
                  </a:cxn>
                  <a:cxn ang="T11">
                    <a:pos x="T2" y="T3"/>
                  </a:cxn>
                  <a:cxn ang="T12">
                    <a:pos x="T4" y="T5"/>
                  </a:cxn>
                  <a:cxn ang="T13">
                    <a:pos x="T6" y="T7"/>
                  </a:cxn>
                  <a:cxn ang="T14">
                    <a:pos x="T8" y="T9"/>
                  </a:cxn>
                </a:cxnLst>
                <a:rect l="T15" t="T16" r="T17" b="T18"/>
                <a:pathLst>
                  <a:path w="369" h="514">
                    <a:moveTo>
                      <a:pt x="129" y="71"/>
                    </a:moveTo>
                    <a:lnTo>
                      <a:pt x="325" y="396"/>
                    </a:lnTo>
                    <a:lnTo>
                      <a:pt x="369" y="514"/>
                    </a:lnTo>
                    <a:lnTo>
                      <a:pt x="269" y="429"/>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78" name="Freeform 472"/>
              <p:cNvSpPr>
                <a:spLocks/>
              </p:cNvSpPr>
              <p:nvPr/>
            </p:nvSpPr>
            <p:spPr bwMode="auto">
              <a:xfrm>
                <a:off x="2538" y="1950"/>
                <a:ext cx="51" cy="72"/>
              </a:xfrm>
              <a:custGeom>
                <a:avLst/>
                <a:gdLst>
                  <a:gd name="T0" fmla="*/ 0 w 413"/>
                  <a:gd name="T1" fmla="*/ 0 h 576"/>
                  <a:gd name="T2" fmla="*/ 0 w 413"/>
                  <a:gd name="T3" fmla="*/ 0 h 576"/>
                  <a:gd name="T4" fmla="*/ 0 w 413"/>
                  <a:gd name="T5" fmla="*/ 0 h 576"/>
                  <a:gd name="T6" fmla="*/ 0 w 413"/>
                  <a:gd name="T7" fmla="*/ 0 h 576"/>
                  <a:gd name="T8" fmla="*/ 0 w 413"/>
                  <a:gd name="T9" fmla="*/ 0 h 576"/>
                  <a:gd name="T10" fmla="*/ 0 w 413"/>
                  <a:gd name="T11" fmla="*/ 0 h 576"/>
                  <a:gd name="T12" fmla="*/ 0 w 413"/>
                  <a:gd name="T13" fmla="*/ 0 h 576"/>
                  <a:gd name="T14" fmla="*/ 0 w 413"/>
                  <a:gd name="T15" fmla="*/ 0 h 576"/>
                  <a:gd name="T16" fmla="*/ 0 60000 65536"/>
                  <a:gd name="T17" fmla="*/ 0 60000 65536"/>
                  <a:gd name="T18" fmla="*/ 0 60000 65536"/>
                  <a:gd name="T19" fmla="*/ 0 60000 65536"/>
                  <a:gd name="T20" fmla="*/ 0 60000 65536"/>
                  <a:gd name="T21" fmla="*/ 0 60000 65536"/>
                  <a:gd name="T22" fmla="*/ 0 60000 65536"/>
                  <a:gd name="T23" fmla="*/ 0 60000 65536"/>
                  <a:gd name="T24" fmla="*/ 0 w 413"/>
                  <a:gd name="T25" fmla="*/ 0 h 576"/>
                  <a:gd name="T26" fmla="*/ 413 w 413"/>
                  <a:gd name="T27" fmla="*/ 576 h 5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3" h="576">
                    <a:moveTo>
                      <a:pt x="319" y="558"/>
                    </a:moveTo>
                    <a:lnTo>
                      <a:pt x="0" y="46"/>
                    </a:lnTo>
                    <a:lnTo>
                      <a:pt x="0" y="23"/>
                    </a:lnTo>
                    <a:lnTo>
                      <a:pt x="0" y="14"/>
                    </a:lnTo>
                    <a:lnTo>
                      <a:pt x="22" y="0"/>
                    </a:lnTo>
                    <a:lnTo>
                      <a:pt x="37" y="0"/>
                    </a:lnTo>
                    <a:lnTo>
                      <a:pt x="59" y="5"/>
                    </a:lnTo>
                    <a:lnTo>
                      <a:pt x="413" y="57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79" name="Freeform 473"/>
              <p:cNvSpPr>
                <a:spLocks/>
              </p:cNvSpPr>
              <p:nvPr/>
            </p:nvSpPr>
            <p:spPr bwMode="auto">
              <a:xfrm>
                <a:off x="2459" y="2024"/>
                <a:ext cx="60" cy="31"/>
              </a:xfrm>
              <a:custGeom>
                <a:avLst/>
                <a:gdLst>
                  <a:gd name="T0" fmla="*/ 0 w 477"/>
                  <a:gd name="T1" fmla="*/ 0 h 244"/>
                  <a:gd name="T2" fmla="*/ 0 w 477"/>
                  <a:gd name="T3" fmla="*/ 0 h 244"/>
                  <a:gd name="T4" fmla="*/ 0 w 477"/>
                  <a:gd name="T5" fmla="*/ 0 h 244"/>
                  <a:gd name="T6" fmla="*/ 0 w 477"/>
                  <a:gd name="T7" fmla="*/ 0 h 244"/>
                  <a:gd name="T8" fmla="*/ 0 w 477"/>
                  <a:gd name="T9" fmla="*/ 0 h 244"/>
                  <a:gd name="T10" fmla="*/ 0 w 477"/>
                  <a:gd name="T11" fmla="*/ 0 h 244"/>
                  <a:gd name="T12" fmla="*/ 0 w 477"/>
                  <a:gd name="T13" fmla="*/ 0 h 244"/>
                  <a:gd name="T14" fmla="*/ 0 w 477"/>
                  <a:gd name="T15" fmla="*/ 0 h 244"/>
                  <a:gd name="T16" fmla="*/ 0 w 477"/>
                  <a:gd name="T17" fmla="*/ 0 h 244"/>
                  <a:gd name="T18" fmla="*/ 0 w 477"/>
                  <a:gd name="T19" fmla="*/ 0 h 244"/>
                  <a:gd name="T20" fmla="*/ 0 w 477"/>
                  <a:gd name="T21" fmla="*/ 0 h 244"/>
                  <a:gd name="T22" fmla="*/ 0 w 477"/>
                  <a:gd name="T23" fmla="*/ 0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7"/>
                  <a:gd name="T37" fmla="*/ 0 h 244"/>
                  <a:gd name="T38" fmla="*/ 477 w 477"/>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7" h="244">
                    <a:moveTo>
                      <a:pt x="67" y="181"/>
                    </a:moveTo>
                    <a:lnTo>
                      <a:pt x="99" y="82"/>
                    </a:lnTo>
                    <a:lnTo>
                      <a:pt x="180" y="34"/>
                    </a:lnTo>
                    <a:lnTo>
                      <a:pt x="279" y="34"/>
                    </a:lnTo>
                    <a:lnTo>
                      <a:pt x="427" y="62"/>
                    </a:lnTo>
                    <a:lnTo>
                      <a:pt x="477" y="34"/>
                    </a:lnTo>
                    <a:lnTo>
                      <a:pt x="310" y="0"/>
                    </a:lnTo>
                    <a:lnTo>
                      <a:pt x="198" y="0"/>
                    </a:lnTo>
                    <a:lnTo>
                      <a:pt x="99" y="34"/>
                    </a:lnTo>
                    <a:lnTo>
                      <a:pt x="51" y="99"/>
                    </a:lnTo>
                    <a:lnTo>
                      <a:pt x="0" y="244"/>
                    </a:lnTo>
                    <a:lnTo>
                      <a:pt x="67"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0" name="Freeform 474"/>
              <p:cNvSpPr>
                <a:spLocks/>
              </p:cNvSpPr>
              <p:nvPr/>
            </p:nvSpPr>
            <p:spPr bwMode="auto">
              <a:xfrm>
                <a:off x="2413" y="1433"/>
                <a:ext cx="202" cy="247"/>
              </a:xfrm>
              <a:custGeom>
                <a:avLst/>
                <a:gdLst>
                  <a:gd name="T0" fmla="*/ 0 w 1617"/>
                  <a:gd name="T1" fmla="*/ 0 h 1969"/>
                  <a:gd name="T2" fmla="*/ 0 w 1617"/>
                  <a:gd name="T3" fmla="*/ 0 h 1969"/>
                  <a:gd name="T4" fmla="*/ 0 w 1617"/>
                  <a:gd name="T5" fmla="*/ 0 h 1969"/>
                  <a:gd name="T6" fmla="*/ 0 w 1617"/>
                  <a:gd name="T7" fmla="*/ 0 h 1969"/>
                  <a:gd name="T8" fmla="*/ 0 w 1617"/>
                  <a:gd name="T9" fmla="*/ 0 h 1969"/>
                  <a:gd name="T10" fmla="*/ 0 w 1617"/>
                  <a:gd name="T11" fmla="*/ 0 h 1969"/>
                  <a:gd name="T12" fmla="*/ 0 w 1617"/>
                  <a:gd name="T13" fmla="*/ 0 h 1969"/>
                  <a:gd name="T14" fmla="*/ 0 w 1617"/>
                  <a:gd name="T15" fmla="*/ 0 h 1969"/>
                  <a:gd name="T16" fmla="*/ 0 w 1617"/>
                  <a:gd name="T17" fmla="*/ 0 h 1969"/>
                  <a:gd name="T18" fmla="*/ 0 w 1617"/>
                  <a:gd name="T19" fmla="*/ 0 h 1969"/>
                  <a:gd name="T20" fmla="*/ 0 w 1617"/>
                  <a:gd name="T21" fmla="*/ 0 h 1969"/>
                  <a:gd name="T22" fmla="*/ 0 w 1617"/>
                  <a:gd name="T23" fmla="*/ 0 h 1969"/>
                  <a:gd name="T24" fmla="*/ 0 w 1617"/>
                  <a:gd name="T25" fmla="*/ 0 h 1969"/>
                  <a:gd name="T26" fmla="*/ 0 w 1617"/>
                  <a:gd name="T27" fmla="*/ 0 h 1969"/>
                  <a:gd name="T28" fmla="*/ 0 w 1617"/>
                  <a:gd name="T29" fmla="*/ 0 h 1969"/>
                  <a:gd name="T30" fmla="*/ 0 w 1617"/>
                  <a:gd name="T31" fmla="*/ 0 h 1969"/>
                  <a:gd name="T32" fmla="*/ 0 w 1617"/>
                  <a:gd name="T33" fmla="*/ 0 h 1969"/>
                  <a:gd name="T34" fmla="*/ 0 w 1617"/>
                  <a:gd name="T35" fmla="*/ 0 h 1969"/>
                  <a:gd name="T36" fmla="*/ 0 w 1617"/>
                  <a:gd name="T37" fmla="*/ 0 h 1969"/>
                  <a:gd name="T38" fmla="*/ 0 w 1617"/>
                  <a:gd name="T39" fmla="*/ 0 h 1969"/>
                  <a:gd name="T40" fmla="*/ 0 w 1617"/>
                  <a:gd name="T41" fmla="*/ 0 h 1969"/>
                  <a:gd name="T42" fmla="*/ 0 w 1617"/>
                  <a:gd name="T43" fmla="*/ 0 h 1969"/>
                  <a:gd name="T44" fmla="*/ 0 w 1617"/>
                  <a:gd name="T45" fmla="*/ 0 h 1969"/>
                  <a:gd name="T46" fmla="*/ 0 w 1617"/>
                  <a:gd name="T47" fmla="*/ 0 h 1969"/>
                  <a:gd name="T48" fmla="*/ 0 w 1617"/>
                  <a:gd name="T49" fmla="*/ 0 h 1969"/>
                  <a:gd name="T50" fmla="*/ 0 w 1617"/>
                  <a:gd name="T51" fmla="*/ 0 h 1969"/>
                  <a:gd name="T52" fmla="*/ 0 w 1617"/>
                  <a:gd name="T53" fmla="*/ 0 h 1969"/>
                  <a:gd name="T54" fmla="*/ 0 w 1617"/>
                  <a:gd name="T55" fmla="*/ 0 h 1969"/>
                  <a:gd name="T56" fmla="*/ 0 w 1617"/>
                  <a:gd name="T57" fmla="*/ 0 h 1969"/>
                  <a:gd name="T58" fmla="*/ 0 w 1617"/>
                  <a:gd name="T59" fmla="*/ 0 h 1969"/>
                  <a:gd name="T60" fmla="*/ 0 w 1617"/>
                  <a:gd name="T61" fmla="*/ 0 h 1969"/>
                  <a:gd name="T62" fmla="*/ 0 w 1617"/>
                  <a:gd name="T63" fmla="*/ 0 h 1969"/>
                  <a:gd name="T64" fmla="*/ 0 w 1617"/>
                  <a:gd name="T65" fmla="*/ 0 h 1969"/>
                  <a:gd name="T66" fmla="*/ 0 w 1617"/>
                  <a:gd name="T67" fmla="*/ 0 h 1969"/>
                  <a:gd name="T68" fmla="*/ 0 w 1617"/>
                  <a:gd name="T69" fmla="*/ 0 h 1969"/>
                  <a:gd name="T70" fmla="*/ 0 w 1617"/>
                  <a:gd name="T71" fmla="*/ 0 h 1969"/>
                  <a:gd name="T72" fmla="*/ 0 w 1617"/>
                  <a:gd name="T73" fmla="*/ 0 h 1969"/>
                  <a:gd name="T74" fmla="*/ 0 w 1617"/>
                  <a:gd name="T75" fmla="*/ 0 h 1969"/>
                  <a:gd name="T76" fmla="*/ 0 w 1617"/>
                  <a:gd name="T77" fmla="*/ 0 h 1969"/>
                  <a:gd name="T78" fmla="*/ 0 w 1617"/>
                  <a:gd name="T79" fmla="*/ 0 h 1969"/>
                  <a:gd name="T80" fmla="*/ 0 w 1617"/>
                  <a:gd name="T81" fmla="*/ 0 h 1969"/>
                  <a:gd name="T82" fmla="*/ 0 w 1617"/>
                  <a:gd name="T83" fmla="*/ 0 h 196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17"/>
                  <a:gd name="T127" fmla="*/ 0 h 1969"/>
                  <a:gd name="T128" fmla="*/ 1617 w 1617"/>
                  <a:gd name="T129" fmla="*/ 1969 h 196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17" h="1969">
                    <a:moveTo>
                      <a:pt x="1578" y="822"/>
                    </a:moveTo>
                    <a:lnTo>
                      <a:pt x="1615" y="694"/>
                    </a:lnTo>
                    <a:lnTo>
                      <a:pt x="1617" y="512"/>
                    </a:lnTo>
                    <a:lnTo>
                      <a:pt x="1573" y="350"/>
                    </a:lnTo>
                    <a:lnTo>
                      <a:pt x="1506" y="233"/>
                    </a:lnTo>
                    <a:lnTo>
                      <a:pt x="1413" y="123"/>
                    </a:lnTo>
                    <a:lnTo>
                      <a:pt x="1275" y="48"/>
                    </a:lnTo>
                    <a:lnTo>
                      <a:pt x="980" y="0"/>
                    </a:lnTo>
                    <a:lnTo>
                      <a:pt x="710" y="73"/>
                    </a:lnTo>
                    <a:lnTo>
                      <a:pt x="565" y="198"/>
                    </a:lnTo>
                    <a:lnTo>
                      <a:pt x="439" y="417"/>
                    </a:lnTo>
                    <a:lnTo>
                      <a:pt x="404" y="631"/>
                    </a:lnTo>
                    <a:lnTo>
                      <a:pt x="351" y="818"/>
                    </a:lnTo>
                    <a:lnTo>
                      <a:pt x="356" y="910"/>
                    </a:lnTo>
                    <a:lnTo>
                      <a:pt x="404" y="1026"/>
                    </a:lnTo>
                    <a:lnTo>
                      <a:pt x="393" y="1095"/>
                    </a:lnTo>
                    <a:lnTo>
                      <a:pt x="268" y="1185"/>
                    </a:lnTo>
                    <a:lnTo>
                      <a:pt x="171" y="1270"/>
                    </a:lnTo>
                    <a:lnTo>
                      <a:pt x="106" y="1411"/>
                    </a:lnTo>
                    <a:lnTo>
                      <a:pt x="106" y="1484"/>
                    </a:lnTo>
                    <a:lnTo>
                      <a:pt x="116" y="1554"/>
                    </a:lnTo>
                    <a:lnTo>
                      <a:pt x="130" y="1597"/>
                    </a:lnTo>
                    <a:lnTo>
                      <a:pt x="112" y="1653"/>
                    </a:lnTo>
                    <a:lnTo>
                      <a:pt x="0" y="1754"/>
                    </a:lnTo>
                    <a:lnTo>
                      <a:pt x="160" y="1712"/>
                    </a:lnTo>
                    <a:lnTo>
                      <a:pt x="347" y="1657"/>
                    </a:lnTo>
                    <a:lnTo>
                      <a:pt x="415" y="1861"/>
                    </a:lnTo>
                    <a:lnTo>
                      <a:pt x="479" y="1969"/>
                    </a:lnTo>
                    <a:lnTo>
                      <a:pt x="450" y="1872"/>
                    </a:lnTo>
                    <a:lnTo>
                      <a:pt x="450" y="1800"/>
                    </a:lnTo>
                    <a:lnTo>
                      <a:pt x="468" y="1758"/>
                    </a:lnTo>
                    <a:lnTo>
                      <a:pt x="505" y="1754"/>
                    </a:lnTo>
                    <a:lnTo>
                      <a:pt x="565" y="1769"/>
                    </a:lnTo>
                    <a:lnTo>
                      <a:pt x="628" y="1826"/>
                    </a:lnTo>
                    <a:lnTo>
                      <a:pt x="685" y="1904"/>
                    </a:lnTo>
                    <a:lnTo>
                      <a:pt x="639" y="1754"/>
                    </a:lnTo>
                    <a:lnTo>
                      <a:pt x="618" y="1641"/>
                    </a:lnTo>
                    <a:lnTo>
                      <a:pt x="604" y="1507"/>
                    </a:lnTo>
                    <a:lnTo>
                      <a:pt x="611" y="1411"/>
                    </a:lnTo>
                    <a:lnTo>
                      <a:pt x="674" y="1507"/>
                    </a:lnTo>
                    <a:lnTo>
                      <a:pt x="765" y="1593"/>
                    </a:lnTo>
                    <a:lnTo>
                      <a:pt x="870" y="1666"/>
                    </a:lnTo>
                    <a:lnTo>
                      <a:pt x="980" y="1703"/>
                    </a:lnTo>
                    <a:lnTo>
                      <a:pt x="888" y="1666"/>
                    </a:lnTo>
                    <a:lnTo>
                      <a:pt x="802" y="1613"/>
                    </a:lnTo>
                    <a:lnTo>
                      <a:pt x="717" y="1533"/>
                    </a:lnTo>
                    <a:lnTo>
                      <a:pt x="671" y="1466"/>
                    </a:lnTo>
                    <a:lnTo>
                      <a:pt x="632" y="1399"/>
                    </a:lnTo>
                    <a:lnTo>
                      <a:pt x="618" y="1339"/>
                    </a:lnTo>
                    <a:lnTo>
                      <a:pt x="611" y="1261"/>
                    </a:lnTo>
                    <a:lnTo>
                      <a:pt x="598" y="1180"/>
                    </a:lnTo>
                    <a:lnTo>
                      <a:pt x="591" y="1042"/>
                    </a:lnTo>
                    <a:lnTo>
                      <a:pt x="584" y="1237"/>
                    </a:lnTo>
                    <a:lnTo>
                      <a:pt x="569" y="1261"/>
                    </a:lnTo>
                    <a:lnTo>
                      <a:pt x="538" y="1277"/>
                    </a:lnTo>
                    <a:lnTo>
                      <a:pt x="499" y="1261"/>
                    </a:lnTo>
                    <a:lnTo>
                      <a:pt x="479" y="1217"/>
                    </a:lnTo>
                    <a:lnTo>
                      <a:pt x="479" y="1167"/>
                    </a:lnTo>
                    <a:lnTo>
                      <a:pt x="494" y="1114"/>
                    </a:lnTo>
                    <a:lnTo>
                      <a:pt x="523" y="1072"/>
                    </a:lnTo>
                    <a:lnTo>
                      <a:pt x="487" y="1092"/>
                    </a:lnTo>
                    <a:lnTo>
                      <a:pt x="429" y="963"/>
                    </a:lnTo>
                    <a:lnTo>
                      <a:pt x="411" y="910"/>
                    </a:lnTo>
                    <a:lnTo>
                      <a:pt x="404" y="853"/>
                    </a:lnTo>
                    <a:lnTo>
                      <a:pt x="411" y="804"/>
                    </a:lnTo>
                    <a:lnTo>
                      <a:pt x="436" y="776"/>
                    </a:lnTo>
                    <a:lnTo>
                      <a:pt x="461" y="751"/>
                    </a:lnTo>
                    <a:lnTo>
                      <a:pt x="487" y="751"/>
                    </a:lnTo>
                    <a:lnTo>
                      <a:pt x="514" y="767"/>
                    </a:lnTo>
                    <a:lnTo>
                      <a:pt x="538" y="804"/>
                    </a:lnTo>
                    <a:lnTo>
                      <a:pt x="565" y="890"/>
                    </a:lnTo>
                    <a:lnTo>
                      <a:pt x="574" y="782"/>
                    </a:lnTo>
                    <a:lnTo>
                      <a:pt x="622" y="687"/>
                    </a:lnTo>
                    <a:lnTo>
                      <a:pt x="697" y="549"/>
                    </a:lnTo>
                    <a:lnTo>
                      <a:pt x="741" y="435"/>
                    </a:lnTo>
                    <a:lnTo>
                      <a:pt x="798" y="354"/>
                    </a:lnTo>
                    <a:lnTo>
                      <a:pt x="888" y="304"/>
                    </a:lnTo>
                    <a:lnTo>
                      <a:pt x="1038" y="286"/>
                    </a:lnTo>
                    <a:lnTo>
                      <a:pt x="1195" y="304"/>
                    </a:lnTo>
                    <a:lnTo>
                      <a:pt x="1393" y="343"/>
                    </a:lnTo>
                    <a:lnTo>
                      <a:pt x="1470" y="406"/>
                    </a:lnTo>
                    <a:lnTo>
                      <a:pt x="1520" y="519"/>
                    </a:lnTo>
                    <a:lnTo>
                      <a:pt x="1549" y="641"/>
                    </a:lnTo>
                    <a:lnTo>
                      <a:pt x="1569" y="883"/>
                    </a:lnTo>
                    <a:lnTo>
                      <a:pt x="1578" y="8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1" name="Freeform 475"/>
              <p:cNvSpPr>
                <a:spLocks/>
              </p:cNvSpPr>
              <p:nvPr/>
            </p:nvSpPr>
            <p:spPr bwMode="auto">
              <a:xfrm>
                <a:off x="2507" y="1556"/>
                <a:ext cx="102" cy="147"/>
              </a:xfrm>
              <a:custGeom>
                <a:avLst/>
                <a:gdLst>
                  <a:gd name="T0" fmla="*/ 0 w 817"/>
                  <a:gd name="T1" fmla="*/ 0 h 1173"/>
                  <a:gd name="T2" fmla="*/ 0 w 817"/>
                  <a:gd name="T3" fmla="*/ 0 h 1173"/>
                  <a:gd name="T4" fmla="*/ 0 w 817"/>
                  <a:gd name="T5" fmla="*/ 0 h 1173"/>
                  <a:gd name="T6" fmla="*/ 0 w 817"/>
                  <a:gd name="T7" fmla="*/ 0 h 1173"/>
                  <a:gd name="T8" fmla="*/ 0 w 817"/>
                  <a:gd name="T9" fmla="*/ 0 h 1173"/>
                  <a:gd name="T10" fmla="*/ 0 w 817"/>
                  <a:gd name="T11" fmla="*/ 0 h 1173"/>
                  <a:gd name="T12" fmla="*/ 0 w 817"/>
                  <a:gd name="T13" fmla="*/ 0 h 1173"/>
                  <a:gd name="T14" fmla="*/ 0 w 817"/>
                  <a:gd name="T15" fmla="*/ 0 h 1173"/>
                  <a:gd name="T16" fmla="*/ 0 w 817"/>
                  <a:gd name="T17" fmla="*/ 0 h 1173"/>
                  <a:gd name="T18" fmla="*/ 0 w 817"/>
                  <a:gd name="T19" fmla="*/ 0 h 1173"/>
                  <a:gd name="T20" fmla="*/ 0 w 817"/>
                  <a:gd name="T21" fmla="*/ 0 h 1173"/>
                  <a:gd name="T22" fmla="*/ 0 w 817"/>
                  <a:gd name="T23" fmla="*/ 0 h 1173"/>
                  <a:gd name="T24" fmla="*/ 0 w 817"/>
                  <a:gd name="T25" fmla="*/ 0 h 1173"/>
                  <a:gd name="T26" fmla="*/ 0 w 817"/>
                  <a:gd name="T27" fmla="*/ 0 h 1173"/>
                  <a:gd name="T28" fmla="*/ 0 w 817"/>
                  <a:gd name="T29" fmla="*/ 0 h 1173"/>
                  <a:gd name="T30" fmla="*/ 0 w 817"/>
                  <a:gd name="T31" fmla="*/ 0 h 1173"/>
                  <a:gd name="T32" fmla="*/ 0 w 817"/>
                  <a:gd name="T33" fmla="*/ 0 h 1173"/>
                  <a:gd name="T34" fmla="*/ 0 w 817"/>
                  <a:gd name="T35" fmla="*/ 0 h 1173"/>
                  <a:gd name="T36" fmla="*/ 0 w 817"/>
                  <a:gd name="T37" fmla="*/ 0 h 1173"/>
                  <a:gd name="T38" fmla="*/ 0 w 817"/>
                  <a:gd name="T39" fmla="*/ 0 h 1173"/>
                  <a:gd name="T40" fmla="*/ 0 w 817"/>
                  <a:gd name="T41" fmla="*/ 0 h 1173"/>
                  <a:gd name="T42" fmla="*/ 0 w 817"/>
                  <a:gd name="T43" fmla="*/ 0 h 1173"/>
                  <a:gd name="T44" fmla="*/ 0 w 817"/>
                  <a:gd name="T45" fmla="*/ 0 h 1173"/>
                  <a:gd name="T46" fmla="*/ 0 w 817"/>
                  <a:gd name="T47" fmla="*/ 0 h 1173"/>
                  <a:gd name="T48" fmla="*/ 0 w 817"/>
                  <a:gd name="T49" fmla="*/ 0 h 1173"/>
                  <a:gd name="T50" fmla="*/ 0 w 817"/>
                  <a:gd name="T51" fmla="*/ 0 h 1173"/>
                  <a:gd name="T52" fmla="*/ 0 w 817"/>
                  <a:gd name="T53" fmla="*/ 0 h 1173"/>
                  <a:gd name="T54" fmla="*/ 0 w 817"/>
                  <a:gd name="T55" fmla="*/ 0 h 1173"/>
                  <a:gd name="T56" fmla="*/ 0 w 817"/>
                  <a:gd name="T57" fmla="*/ 0 h 1173"/>
                  <a:gd name="T58" fmla="*/ 0 w 817"/>
                  <a:gd name="T59" fmla="*/ 0 h 117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17"/>
                  <a:gd name="T91" fmla="*/ 0 h 1173"/>
                  <a:gd name="T92" fmla="*/ 817 w 817"/>
                  <a:gd name="T93" fmla="*/ 1173 h 117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17" h="1173">
                    <a:moveTo>
                      <a:pt x="817" y="0"/>
                    </a:moveTo>
                    <a:lnTo>
                      <a:pt x="786" y="103"/>
                    </a:lnTo>
                    <a:lnTo>
                      <a:pt x="718" y="359"/>
                    </a:lnTo>
                    <a:lnTo>
                      <a:pt x="634" y="514"/>
                    </a:lnTo>
                    <a:lnTo>
                      <a:pt x="569" y="608"/>
                    </a:lnTo>
                    <a:lnTo>
                      <a:pt x="481" y="703"/>
                    </a:lnTo>
                    <a:lnTo>
                      <a:pt x="417" y="723"/>
                    </a:lnTo>
                    <a:lnTo>
                      <a:pt x="305" y="732"/>
                    </a:lnTo>
                    <a:lnTo>
                      <a:pt x="187" y="707"/>
                    </a:lnTo>
                    <a:lnTo>
                      <a:pt x="94" y="661"/>
                    </a:lnTo>
                    <a:lnTo>
                      <a:pt x="0" y="596"/>
                    </a:lnTo>
                    <a:lnTo>
                      <a:pt x="57" y="692"/>
                    </a:lnTo>
                    <a:lnTo>
                      <a:pt x="136" y="758"/>
                    </a:lnTo>
                    <a:lnTo>
                      <a:pt x="206" y="800"/>
                    </a:lnTo>
                    <a:lnTo>
                      <a:pt x="300" y="825"/>
                    </a:lnTo>
                    <a:lnTo>
                      <a:pt x="380" y="825"/>
                    </a:lnTo>
                    <a:lnTo>
                      <a:pt x="329" y="1173"/>
                    </a:lnTo>
                    <a:lnTo>
                      <a:pt x="376" y="1064"/>
                    </a:lnTo>
                    <a:lnTo>
                      <a:pt x="443" y="795"/>
                    </a:lnTo>
                    <a:lnTo>
                      <a:pt x="477" y="747"/>
                    </a:lnTo>
                    <a:lnTo>
                      <a:pt x="527" y="820"/>
                    </a:lnTo>
                    <a:lnTo>
                      <a:pt x="574" y="940"/>
                    </a:lnTo>
                    <a:lnTo>
                      <a:pt x="551" y="800"/>
                    </a:lnTo>
                    <a:lnTo>
                      <a:pt x="503" y="707"/>
                    </a:lnTo>
                    <a:lnTo>
                      <a:pt x="579" y="617"/>
                    </a:lnTo>
                    <a:lnTo>
                      <a:pt x="668" y="493"/>
                    </a:lnTo>
                    <a:lnTo>
                      <a:pt x="720" y="373"/>
                    </a:lnTo>
                    <a:lnTo>
                      <a:pt x="754" y="286"/>
                    </a:lnTo>
                    <a:lnTo>
                      <a:pt x="793" y="115"/>
                    </a:lnTo>
                    <a:lnTo>
                      <a:pt x="8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2" name="Freeform 476"/>
              <p:cNvSpPr>
                <a:spLocks/>
              </p:cNvSpPr>
              <p:nvPr/>
            </p:nvSpPr>
            <p:spPr bwMode="auto">
              <a:xfrm>
                <a:off x="2468" y="1535"/>
                <a:ext cx="12" cy="27"/>
              </a:xfrm>
              <a:custGeom>
                <a:avLst/>
                <a:gdLst>
                  <a:gd name="T0" fmla="*/ 0 w 99"/>
                  <a:gd name="T1" fmla="*/ 0 h 215"/>
                  <a:gd name="T2" fmla="*/ 0 w 99"/>
                  <a:gd name="T3" fmla="*/ 0 h 215"/>
                  <a:gd name="T4" fmla="*/ 0 w 99"/>
                  <a:gd name="T5" fmla="*/ 0 h 215"/>
                  <a:gd name="T6" fmla="*/ 0 w 99"/>
                  <a:gd name="T7" fmla="*/ 0 h 215"/>
                  <a:gd name="T8" fmla="*/ 0 w 99"/>
                  <a:gd name="T9" fmla="*/ 0 h 215"/>
                  <a:gd name="T10" fmla="*/ 0 w 99"/>
                  <a:gd name="T11" fmla="*/ 0 h 215"/>
                  <a:gd name="T12" fmla="*/ 0 w 99"/>
                  <a:gd name="T13" fmla="*/ 0 h 215"/>
                  <a:gd name="T14" fmla="*/ 0 w 99"/>
                  <a:gd name="T15" fmla="*/ 0 h 215"/>
                  <a:gd name="T16" fmla="*/ 0 w 99"/>
                  <a:gd name="T17" fmla="*/ 0 h 215"/>
                  <a:gd name="T18" fmla="*/ 0 w 99"/>
                  <a:gd name="T19" fmla="*/ 0 h 215"/>
                  <a:gd name="T20" fmla="*/ 0 w 99"/>
                  <a:gd name="T21" fmla="*/ 0 h 215"/>
                  <a:gd name="T22" fmla="*/ 0 w 99"/>
                  <a:gd name="T23" fmla="*/ 0 h 215"/>
                  <a:gd name="T24" fmla="*/ 0 w 99"/>
                  <a:gd name="T25" fmla="*/ 0 h 215"/>
                  <a:gd name="T26" fmla="*/ 0 w 99"/>
                  <a:gd name="T27" fmla="*/ 0 h 215"/>
                  <a:gd name="T28" fmla="*/ 0 w 99"/>
                  <a:gd name="T29" fmla="*/ 0 h 215"/>
                  <a:gd name="T30" fmla="*/ 0 w 99"/>
                  <a:gd name="T31" fmla="*/ 0 h 215"/>
                  <a:gd name="T32" fmla="*/ 0 w 99"/>
                  <a:gd name="T33" fmla="*/ 0 h 215"/>
                  <a:gd name="T34" fmla="*/ 0 w 99"/>
                  <a:gd name="T35" fmla="*/ 0 h 215"/>
                  <a:gd name="T36" fmla="*/ 0 w 99"/>
                  <a:gd name="T37" fmla="*/ 0 h 215"/>
                  <a:gd name="T38" fmla="*/ 0 w 99"/>
                  <a:gd name="T39" fmla="*/ 0 h 215"/>
                  <a:gd name="T40" fmla="*/ 0 w 99"/>
                  <a:gd name="T41" fmla="*/ 0 h 2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9"/>
                  <a:gd name="T64" fmla="*/ 0 h 215"/>
                  <a:gd name="T65" fmla="*/ 99 w 99"/>
                  <a:gd name="T66" fmla="*/ 215 h 2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9" h="215">
                    <a:moveTo>
                      <a:pt x="11" y="0"/>
                    </a:moveTo>
                    <a:lnTo>
                      <a:pt x="48" y="7"/>
                    </a:lnTo>
                    <a:lnTo>
                      <a:pt x="91" y="60"/>
                    </a:lnTo>
                    <a:lnTo>
                      <a:pt x="99" y="111"/>
                    </a:lnTo>
                    <a:lnTo>
                      <a:pt x="94" y="145"/>
                    </a:lnTo>
                    <a:lnTo>
                      <a:pt x="60" y="162"/>
                    </a:lnTo>
                    <a:lnTo>
                      <a:pt x="55" y="180"/>
                    </a:lnTo>
                    <a:lnTo>
                      <a:pt x="73" y="215"/>
                    </a:lnTo>
                    <a:lnTo>
                      <a:pt x="22" y="169"/>
                    </a:lnTo>
                    <a:lnTo>
                      <a:pt x="22" y="145"/>
                    </a:lnTo>
                    <a:lnTo>
                      <a:pt x="36" y="123"/>
                    </a:lnTo>
                    <a:lnTo>
                      <a:pt x="55" y="106"/>
                    </a:lnTo>
                    <a:lnTo>
                      <a:pt x="84" y="92"/>
                    </a:lnTo>
                    <a:lnTo>
                      <a:pt x="73" y="65"/>
                    </a:lnTo>
                    <a:lnTo>
                      <a:pt x="60" y="42"/>
                    </a:lnTo>
                    <a:lnTo>
                      <a:pt x="36" y="28"/>
                    </a:lnTo>
                    <a:lnTo>
                      <a:pt x="11" y="60"/>
                    </a:lnTo>
                    <a:lnTo>
                      <a:pt x="11" y="79"/>
                    </a:lnTo>
                    <a:lnTo>
                      <a:pt x="0" y="53"/>
                    </a:lnTo>
                    <a:lnTo>
                      <a:pt x="0" y="17"/>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3" name="Line 477"/>
              <p:cNvSpPr>
                <a:spLocks noChangeShapeType="1"/>
              </p:cNvSpPr>
              <p:nvPr/>
            </p:nvSpPr>
            <p:spPr bwMode="auto">
              <a:xfrm>
                <a:off x="2484" y="1544"/>
                <a:ext cx="6" cy="3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4" name="Line 478"/>
              <p:cNvSpPr>
                <a:spLocks noChangeShapeType="1"/>
              </p:cNvSpPr>
              <p:nvPr/>
            </p:nvSpPr>
            <p:spPr bwMode="auto">
              <a:xfrm>
                <a:off x="2487" y="1549"/>
                <a:ext cx="8"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5" name="Line 479"/>
              <p:cNvSpPr>
                <a:spLocks noChangeShapeType="1"/>
              </p:cNvSpPr>
              <p:nvPr/>
            </p:nvSpPr>
            <p:spPr bwMode="auto">
              <a:xfrm>
                <a:off x="2494" y="1566"/>
                <a:ext cx="5" cy="1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6" name="Freeform 480"/>
              <p:cNvSpPr>
                <a:spLocks/>
              </p:cNvSpPr>
              <p:nvPr/>
            </p:nvSpPr>
            <p:spPr bwMode="auto">
              <a:xfrm>
                <a:off x="2473" y="1570"/>
                <a:ext cx="9" cy="20"/>
              </a:xfrm>
              <a:custGeom>
                <a:avLst/>
                <a:gdLst>
                  <a:gd name="T0" fmla="*/ 0 w 77"/>
                  <a:gd name="T1" fmla="*/ 0 h 162"/>
                  <a:gd name="T2" fmla="*/ 0 w 77"/>
                  <a:gd name="T3" fmla="*/ 0 h 162"/>
                  <a:gd name="T4" fmla="*/ 0 w 77"/>
                  <a:gd name="T5" fmla="*/ 0 h 162"/>
                  <a:gd name="T6" fmla="*/ 0 w 77"/>
                  <a:gd name="T7" fmla="*/ 0 h 162"/>
                  <a:gd name="T8" fmla="*/ 0 w 77"/>
                  <a:gd name="T9" fmla="*/ 0 h 162"/>
                  <a:gd name="T10" fmla="*/ 0 w 77"/>
                  <a:gd name="T11" fmla="*/ 0 h 162"/>
                  <a:gd name="T12" fmla="*/ 0 w 77"/>
                  <a:gd name="T13" fmla="*/ 0 h 162"/>
                  <a:gd name="T14" fmla="*/ 0 w 77"/>
                  <a:gd name="T15" fmla="*/ 0 h 162"/>
                  <a:gd name="T16" fmla="*/ 0 w 77"/>
                  <a:gd name="T17" fmla="*/ 0 h 162"/>
                  <a:gd name="T18" fmla="*/ 0 w 77"/>
                  <a:gd name="T19" fmla="*/ 0 h 162"/>
                  <a:gd name="T20" fmla="*/ 0 w 77"/>
                  <a:gd name="T21" fmla="*/ 0 h 162"/>
                  <a:gd name="T22" fmla="*/ 0 w 77"/>
                  <a:gd name="T23" fmla="*/ 0 h 162"/>
                  <a:gd name="T24" fmla="*/ 0 w 77"/>
                  <a:gd name="T25" fmla="*/ 0 h 162"/>
                  <a:gd name="T26" fmla="*/ 0 w 77"/>
                  <a:gd name="T27" fmla="*/ 0 h 1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162"/>
                  <a:gd name="T44" fmla="*/ 77 w 77"/>
                  <a:gd name="T45" fmla="*/ 162 h 1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162">
                    <a:moveTo>
                      <a:pt x="33" y="0"/>
                    </a:moveTo>
                    <a:lnTo>
                      <a:pt x="59" y="28"/>
                    </a:lnTo>
                    <a:lnTo>
                      <a:pt x="72" y="63"/>
                    </a:lnTo>
                    <a:lnTo>
                      <a:pt x="77" y="112"/>
                    </a:lnTo>
                    <a:lnTo>
                      <a:pt x="72" y="145"/>
                    </a:lnTo>
                    <a:lnTo>
                      <a:pt x="54" y="158"/>
                    </a:lnTo>
                    <a:lnTo>
                      <a:pt x="33" y="162"/>
                    </a:lnTo>
                    <a:lnTo>
                      <a:pt x="8" y="158"/>
                    </a:lnTo>
                    <a:lnTo>
                      <a:pt x="0" y="116"/>
                    </a:lnTo>
                    <a:lnTo>
                      <a:pt x="44" y="123"/>
                    </a:lnTo>
                    <a:lnTo>
                      <a:pt x="51" y="88"/>
                    </a:lnTo>
                    <a:lnTo>
                      <a:pt x="59" y="63"/>
                    </a:lnTo>
                    <a:lnTo>
                      <a:pt x="54" y="37"/>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7" name="Freeform 481"/>
              <p:cNvSpPr>
                <a:spLocks/>
              </p:cNvSpPr>
              <p:nvPr/>
            </p:nvSpPr>
            <p:spPr bwMode="auto">
              <a:xfrm>
                <a:off x="2335" y="1635"/>
                <a:ext cx="356" cy="188"/>
              </a:xfrm>
              <a:custGeom>
                <a:avLst/>
                <a:gdLst>
                  <a:gd name="T0" fmla="*/ 0 w 2847"/>
                  <a:gd name="T1" fmla="*/ 0 h 1510"/>
                  <a:gd name="T2" fmla="*/ 0 w 2847"/>
                  <a:gd name="T3" fmla="*/ 0 h 1510"/>
                  <a:gd name="T4" fmla="*/ 0 w 2847"/>
                  <a:gd name="T5" fmla="*/ 0 h 1510"/>
                  <a:gd name="T6" fmla="*/ 0 w 2847"/>
                  <a:gd name="T7" fmla="*/ 0 h 1510"/>
                  <a:gd name="T8" fmla="*/ 0 w 2847"/>
                  <a:gd name="T9" fmla="*/ 0 h 1510"/>
                  <a:gd name="T10" fmla="*/ 0 w 2847"/>
                  <a:gd name="T11" fmla="*/ 0 h 1510"/>
                  <a:gd name="T12" fmla="*/ 0 w 2847"/>
                  <a:gd name="T13" fmla="*/ 0 h 1510"/>
                  <a:gd name="T14" fmla="*/ 0 w 2847"/>
                  <a:gd name="T15" fmla="*/ 0 h 1510"/>
                  <a:gd name="T16" fmla="*/ 0 w 2847"/>
                  <a:gd name="T17" fmla="*/ 0 h 1510"/>
                  <a:gd name="T18" fmla="*/ 0 w 2847"/>
                  <a:gd name="T19" fmla="*/ 0 h 1510"/>
                  <a:gd name="T20" fmla="*/ 0 w 2847"/>
                  <a:gd name="T21" fmla="*/ 0 h 1510"/>
                  <a:gd name="T22" fmla="*/ 0 w 2847"/>
                  <a:gd name="T23" fmla="*/ 0 h 1510"/>
                  <a:gd name="T24" fmla="*/ 0 w 2847"/>
                  <a:gd name="T25" fmla="*/ 0 h 1510"/>
                  <a:gd name="T26" fmla="*/ 0 w 2847"/>
                  <a:gd name="T27" fmla="*/ 0 h 1510"/>
                  <a:gd name="T28" fmla="*/ 0 w 2847"/>
                  <a:gd name="T29" fmla="*/ 0 h 1510"/>
                  <a:gd name="T30" fmla="*/ 0 w 2847"/>
                  <a:gd name="T31" fmla="*/ 0 h 1510"/>
                  <a:gd name="T32" fmla="*/ 0 w 2847"/>
                  <a:gd name="T33" fmla="*/ 0 h 1510"/>
                  <a:gd name="T34" fmla="*/ 0 w 2847"/>
                  <a:gd name="T35" fmla="*/ 0 h 1510"/>
                  <a:gd name="T36" fmla="*/ 0 w 2847"/>
                  <a:gd name="T37" fmla="*/ 0 h 1510"/>
                  <a:gd name="T38" fmla="*/ 0 w 2847"/>
                  <a:gd name="T39" fmla="*/ 0 h 1510"/>
                  <a:gd name="T40" fmla="*/ 0 w 2847"/>
                  <a:gd name="T41" fmla="*/ 0 h 1510"/>
                  <a:gd name="T42" fmla="*/ 0 w 2847"/>
                  <a:gd name="T43" fmla="*/ 0 h 1510"/>
                  <a:gd name="T44" fmla="*/ 0 w 2847"/>
                  <a:gd name="T45" fmla="*/ 0 h 1510"/>
                  <a:gd name="T46" fmla="*/ 0 w 2847"/>
                  <a:gd name="T47" fmla="*/ 0 h 1510"/>
                  <a:gd name="T48" fmla="*/ 0 w 2847"/>
                  <a:gd name="T49" fmla="*/ 0 h 1510"/>
                  <a:gd name="T50" fmla="*/ 0 w 2847"/>
                  <a:gd name="T51" fmla="*/ 0 h 1510"/>
                  <a:gd name="T52" fmla="*/ 0 w 2847"/>
                  <a:gd name="T53" fmla="*/ 0 h 1510"/>
                  <a:gd name="T54" fmla="*/ 0 w 2847"/>
                  <a:gd name="T55" fmla="*/ 0 h 1510"/>
                  <a:gd name="T56" fmla="*/ 0 w 2847"/>
                  <a:gd name="T57" fmla="*/ 0 h 1510"/>
                  <a:gd name="T58" fmla="*/ 0 w 2847"/>
                  <a:gd name="T59" fmla="*/ 0 h 1510"/>
                  <a:gd name="T60" fmla="*/ 0 w 2847"/>
                  <a:gd name="T61" fmla="*/ 0 h 1510"/>
                  <a:gd name="T62" fmla="*/ 0 w 2847"/>
                  <a:gd name="T63" fmla="*/ 0 h 1510"/>
                  <a:gd name="T64" fmla="*/ 0 w 2847"/>
                  <a:gd name="T65" fmla="*/ 0 h 1510"/>
                  <a:gd name="T66" fmla="*/ 0 w 2847"/>
                  <a:gd name="T67" fmla="*/ 0 h 1510"/>
                  <a:gd name="T68" fmla="*/ 0 w 2847"/>
                  <a:gd name="T69" fmla="*/ 0 h 1510"/>
                  <a:gd name="T70" fmla="*/ 0 w 2847"/>
                  <a:gd name="T71" fmla="*/ 0 h 1510"/>
                  <a:gd name="T72" fmla="*/ 0 w 2847"/>
                  <a:gd name="T73" fmla="*/ 0 h 1510"/>
                  <a:gd name="T74" fmla="*/ 0 w 2847"/>
                  <a:gd name="T75" fmla="*/ 0 h 1510"/>
                  <a:gd name="T76" fmla="*/ 0 w 2847"/>
                  <a:gd name="T77" fmla="*/ 0 h 1510"/>
                  <a:gd name="T78" fmla="*/ 0 w 2847"/>
                  <a:gd name="T79" fmla="*/ 0 h 1510"/>
                  <a:gd name="T80" fmla="*/ 0 w 2847"/>
                  <a:gd name="T81" fmla="*/ 0 h 1510"/>
                  <a:gd name="T82" fmla="*/ 0 w 2847"/>
                  <a:gd name="T83" fmla="*/ 0 h 1510"/>
                  <a:gd name="T84" fmla="*/ 0 w 2847"/>
                  <a:gd name="T85" fmla="*/ 0 h 1510"/>
                  <a:gd name="T86" fmla="*/ 0 w 2847"/>
                  <a:gd name="T87" fmla="*/ 0 h 1510"/>
                  <a:gd name="T88" fmla="*/ 0 w 2847"/>
                  <a:gd name="T89" fmla="*/ 0 h 1510"/>
                  <a:gd name="T90" fmla="*/ 0 w 2847"/>
                  <a:gd name="T91" fmla="*/ 0 h 1510"/>
                  <a:gd name="T92" fmla="*/ 0 w 2847"/>
                  <a:gd name="T93" fmla="*/ 0 h 1510"/>
                  <a:gd name="T94" fmla="*/ 0 w 2847"/>
                  <a:gd name="T95" fmla="*/ 0 h 1510"/>
                  <a:gd name="T96" fmla="*/ 0 w 2847"/>
                  <a:gd name="T97" fmla="*/ 0 h 1510"/>
                  <a:gd name="T98" fmla="*/ 0 w 2847"/>
                  <a:gd name="T99" fmla="*/ 0 h 1510"/>
                  <a:gd name="T100" fmla="*/ 0 w 2847"/>
                  <a:gd name="T101" fmla="*/ 0 h 1510"/>
                  <a:gd name="T102" fmla="*/ 0 w 2847"/>
                  <a:gd name="T103" fmla="*/ 0 h 1510"/>
                  <a:gd name="T104" fmla="*/ 0 w 2847"/>
                  <a:gd name="T105" fmla="*/ 0 h 1510"/>
                  <a:gd name="T106" fmla="*/ 0 w 2847"/>
                  <a:gd name="T107" fmla="*/ 0 h 1510"/>
                  <a:gd name="T108" fmla="*/ 0 w 2847"/>
                  <a:gd name="T109" fmla="*/ 0 h 1510"/>
                  <a:gd name="T110" fmla="*/ 0 w 2847"/>
                  <a:gd name="T111" fmla="*/ 0 h 1510"/>
                  <a:gd name="T112" fmla="*/ 0 w 2847"/>
                  <a:gd name="T113" fmla="*/ 0 h 1510"/>
                  <a:gd name="T114" fmla="*/ 0 w 2847"/>
                  <a:gd name="T115" fmla="*/ 0 h 1510"/>
                  <a:gd name="T116" fmla="*/ 0 w 2847"/>
                  <a:gd name="T117" fmla="*/ 0 h 1510"/>
                  <a:gd name="T118" fmla="*/ 0 w 2847"/>
                  <a:gd name="T119" fmla="*/ 0 h 1510"/>
                  <a:gd name="T120" fmla="*/ 0 w 2847"/>
                  <a:gd name="T121" fmla="*/ 0 h 151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47"/>
                  <a:gd name="T184" fmla="*/ 0 h 1510"/>
                  <a:gd name="T185" fmla="*/ 2847 w 2847"/>
                  <a:gd name="T186" fmla="*/ 1510 h 151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47" h="1510">
                    <a:moveTo>
                      <a:pt x="1072" y="246"/>
                    </a:moveTo>
                    <a:lnTo>
                      <a:pt x="1129" y="369"/>
                    </a:lnTo>
                    <a:lnTo>
                      <a:pt x="1228" y="441"/>
                    </a:lnTo>
                    <a:lnTo>
                      <a:pt x="1369" y="516"/>
                    </a:lnTo>
                    <a:lnTo>
                      <a:pt x="1558" y="567"/>
                    </a:lnTo>
                    <a:lnTo>
                      <a:pt x="1798" y="606"/>
                    </a:lnTo>
                    <a:lnTo>
                      <a:pt x="1903" y="576"/>
                    </a:lnTo>
                    <a:lnTo>
                      <a:pt x="1945" y="507"/>
                    </a:lnTo>
                    <a:lnTo>
                      <a:pt x="1969" y="408"/>
                    </a:lnTo>
                    <a:lnTo>
                      <a:pt x="1969" y="345"/>
                    </a:lnTo>
                    <a:lnTo>
                      <a:pt x="1929" y="239"/>
                    </a:lnTo>
                    <a:lnTo>
                      <a:pt x="1890" y="171"/>
                    </a:lnTo>
                    <a:lnTo>
                      <a:pt x="1839" y="120"/>
                    </a:lnTo>
                    <a:lnTo>
                      <a:pt x="1903" y="32"/>
                    </a:lnTo>
                    <a:lnTo>
                      <a:pt x="1945" y="0"/>
                    </a:lnTo>
                    <a:lnTo>
                      <a:pt x="2160" y="113"/>
                    </a:lnTo>
                    <a:lnTo>
                      <a:pt x="2400" y="162"/>
                    </a:lnTo>
                    <a:lnTo>
                      <a:pt x="2630" y="252"/>
                    </a:lnTo>
                    <a:lnTo>
                      <a:pt x="2847" y="378"/>
                    </a:lnTo>
                    <a:lnTo>
                      <a:pt x="2556" y="252"/>
                    </a:lnTo>
                    <a:lnTo>
                      <a:pt x="2342" y="191"/>
                    </a:lnTo>
                    <a:lnTo>
                      <a:pt x="2202" y="171"/>
                    </a:lnTo>
                    <a:lnTo>
                      <a:pt x="2052" y="171"/>
                    </a:lnTo>
                    <a:lnTo>
                      <a:pt x="1987" y="215"/>
                    </a:lnTo>
                    <a:lnTo>
                      <a:pt x="2004" y="387"/>
                    </a:lnTo>
                    <a:lnTo>
                      <a:pt x="1987" y="484"/>
                    </a:lnTo>
                    <a:lnTo>
                      <a:pt x="1953" y="590"/>
                    </a:lnTo>
                    <a:lnTo>
                      <a:pt x="1903" y="655"/>
                    </a:lnTo>
                    <a:lnTo>
                      <a:pt x="1789" y="760"/>
                    </a:lnTo>
                    <a:lnTo>
                      <a:pt x="1789" y="707"/>
                    </a:lnTo>
                    <a:lnTo>
                      <a:pt x="1749" y="673"/>
                    </a:lnTo>
                    <a:lnTo>
                      <a:pt x="1708" y="687"/>
                    </a:lnTo>
                    <a:lnTo>
                      <a:pt x="1696" y="738"/>
                    </a:lnTo>
                    <a:lnTo>
                      <a:pt x="1720" y="770"/>
                    </a:lnTo>
                    <a:lnTo>
                      <a:pt x="1756" y="779"/>
                    </a:lnTo>
                    <a:lnTo>
                      <a:pt x="1731" y="813"/>
                    </a:lnTo>
                    <a:lnTo>
                      <a:pt x="1674" y="802"/>
                    </a:lnTo>
                    <a:lnTo>
                      <a:pt x="1648" y="760"/>
                    </a:lnTo>
                    <a:lnTo>
                      <a:pt x="1659" y="707"/>
                    </a:lnTo>
                    <a:lnTo>
                      <a:pt x="1681" y="666"/>
                    </a:lnTo>
                    <a:lnTo>
                      <a:pt x="1720" y="648"/>
                    </a:lnTo>
                    <a:lnTo>
                      <a:pt x="1780" y="624"/>
                    </a:lnTo>
                    <a:lnTo>
                      <a:pt x="1433" y="567"/>
                    </a:lnTo>
                    <a:lnTo>
                      <a:pt x="1235" y="500"/>
                    </a:lnTo>
                    <a:lnTo>
                      <a:pt x="1353" y="795"/>
                    </a:lnTo>
                    <a:lnTo>
                      <a:pt x="1549" y="1289"/>
                    </a:lnTo>
                    <a:lnTo>
                      <a:pt x="1648" y="1510"/>
                    </a:lnTo>
                    <a:lnTo>
                      <a:pt x="1358" y="903"/>
                    </a:lnTo>
                    <a:lnTo>
                      <a:pt x="1201" y="576"/>
                    </a:lnTo>
                    <a:lnTo>
                      <a:pt x="1046" y="378"/>
                    </a:lnTo>
                    <a:lnTo>
                      <a:pt x="896" y="239"/>
                    </a:lnTo>
                    <a:lnTo>
                      <a:pt x="774" y="156"/>
                    </a:lnTo>
                    <a:lnTo>
                      <a:pt x="668" y="147"/>
                    </a:lnTo>
                    <a:lnTo>
                      <a:pt x="525" y="162"/>
                    </a:lnTo>
                    <a:lnTo>
                      <a:pt x="106" y="270"/>
                    </a:lnTo>
                    <a:lnTo>
                      <a:pt x="0" y="345"/>
                    </a:lnTo>
                    <a:lnTo>
                      <a:pt x="106" y="239"/>
                    </a:lnTo>
                    <a:lnTo>
                      <a:pt x="493" y="94"/>
                    </a:lnTo>
                    <a:lnTo>
                      <a:pt x="749" y="90"/>
                    </a:lnTo>
                    <a:lnTo>
                      <a:pt x="995" y="15"/>
                    </a:lnTo>
                    <a:lnTo>
                      <a:pt x="1072" y="2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8" name="Freeform 482"/>
              <p:cNvSpPr>
                <a:spLocks/>
              </p:cNvSpPr>
              <p:nvPr/>
            </p:nvSpPr>
            <p:spPr bwMode="auto">
              <a:xfrm>
                <a:off x="2312" y="1687"/>
                <a:ext cx="142" cy="214"/>
              </a:xfrm>
              <a:custGeom>
                <a:avLst/>
                <a:gdLst>
                  <a:gd name="T0" fmla="*/ 0 w 1134"/>
                  <a:gd name="T1" fmla="*/ 0 h 1714"/>
                  <a:gd name="T2" fmla="*/ 0 w 1134"/>
                  <a:gd name="T3" fmla="*/ 0 h 1714"/>
                  <a:gd name="T4" fmla="*/ 0 w 1134"/>
                  <a:gd name="T5" fmla="*/ 0 h 1714"/>
                  <a:gd name="T6" fmla="*/ 0 w 1134"/>
                  <a:gd name="T7" fmla="*/ 0 h 1714"/>
                  <a:gd name="T8" fmla="*/ 0 w 1134"/>
                  <a:gd name="T9" fmla="*/ 0 h 1714"/>
                  <a:gd name="T10" fmla="*/ 0 w 1134"/>
                  <a:gd name="T11" fmla="*/ 0 h 1714"/>
                  <a:gd name="T12" fmla="*/ 0 w 1134"/>
                  <a:gd name="T13" fmla="*/ 0 h 1714"/>
                  <a:gd name="T14" fmla="*/ 0 w 1134"/>
                  <a:gd name="T15" fmla="*/ 0 h 1714"/>
                  <a:gd name="T16" fmla="*/ 0 w 1134"/>
                  <a:gd name="T17" fmla="*/ 0 h 1714"/>
                  <a:gd name="T18" fmla="*/ 0 w 1134"/>
                  <a:gd name="T19" fmla="*/ 0 h 1714"/>
                  <a:gd name="T20" fmla="*/ 0 w 1134"/>
                  <a:gd name="T21" fmla="*/ 0 h 1714"/>
                  <a:gd name="T22" fmla="*/ 0 w 1134"/>
                  <a:gd name="T23" fmla="*/ 0 h 1714"/>
                  <a:gd name="T24" fmla="*/ 0 w 1134"/>
                  <a:gd name="T25" fmla="*/ 0 h 1714"/>
                  <a:gd name="T26" fmla="*/ 0 w 1134"/>
                  <a:gd name="T27" fmla="*/ 0 h 1714"/>
                  <a:gd name="T28" fmla="*/ 0 w 1134"/>
                  <a:gd name="T29" fmla="*/ 0 h 1714"/>
                  <a:gd name="T30" fmla="*/ 0 w 1134"/>
                  <a:gd name="T31" fmla="*/ 0 h 1714"/>
                  <a:gd name="T32" fmla="*/ 0 w 1134"/>
                  <a:gd name="T33" fmla="*/ 0 h 1714"/>
                  <a:gd name="T34" fmla="*/ 0 w 1134"/>
                  <a:gd name="T35" fmla="*/ 0 h 1714"/>
                  <a:gd name="T36" fmla="*/ 0 w 1134"/>
                  <a:gd name="T37" fmla="*/ 0 h 1714"/>
                  <a:gd name="T38" fmla="*/ 0 w 1134"/>
                  <a:gd name="T39" fmla="*/ 0 h 1714"/>
                  <a:gd name="T40" fmla="*/ 0 w 1134"/>
                  <a:gd name="T41" fmla="*/ 0 h 1714"/>
                  <a:gd name="T42" fmla="*/ 0 w 1134"/>
                  <a:gd name="T43" fmla="*/ 0 h 1714"/>
                  <a:gd name="T44" fmla="*/ 0 w 1134"/>
                  <a:gd name="T45" fmla="*/ 0 h 1714"/>
                  <a:gd name="T46" fmla="*/ 0 w 1134"/>
                  <a:gd name="T47" fmla="*/ 0 h 1714"/>
                  <a:gd name="T48" fmla="*/ 0 w 1134"/>
                  <a:gd name="T49" fmla="*/ 0 h 1714"/>
                  <a:gd name="T50" fmla="*/ 0 w 1134"/>
                  <a:gd name="T51" fmla="*/ 0 h 1714"/>
                  <a:gd name="T52" fmla="*/ 0 w 1134"/>
                  <a:gd name="T53" fmla="*/ 0 h 1714"/>
                  <a:gd name="T54" fmla="*/ 0 w 1134"/>
                  <a:gd name="T55" fmla="*/ 0 h 1714"/>
                  <a:gd name="T56" fmla="*/ 0 w 1134"/>
                  <a:gd name="T57" fmla="*/ 0 h 1714"/>
                  <a:gd name="T58" fmla="*/ 0 w 1134"/>
                  <a:gd name="T59" fmla="*/ 0 h 1714"/>
                  <a:gd name="T60" fmla="*/ 0 w 1134"/>
                  <a:gd name="T61" fmla="*/ 0 h 1714"/>
                  <a:gd name="T62" fmla="*/ 0 w 1134"/>
                  <a:gd name="T63" fmla="*/ 0 h 1714"/>
                  <a:gd name="T64" fmla="*/ 0 w 1134"/>
                  <a:gd name="T65" fmla="*/ 0 h 1714"/>
                  <a:gd name="T66" fmla="*/ 0 w 1134"/>
                  <a:gd name="T67" fmla="*/ 0 h 1714"/>
                  <a:gd name="T68" fmla="*/ 0 w 1134"/>
                  <a:gd name="T69" fmla="*/ 0 h 1714"/>
                  <a:gd name="T70" fmla="*/ 0 w 1134"/>
                  <a:gd name="T71" fmla="*/ 0 h 1714"/>
                  <a:gd name="T72" fmla="*/ 0 w 1134"/>
                  <a:gd name="T73" fmla="*/ 0 h 1714"/>
                  <a:gd name="T74" fmla="*/ 0 w 1134"/>
                  <a:gd name="T75" fmla="*/ 0 h 1714"/>
                  <a:gd name="T76" fmla="*/ 0 w 1134"/>
                  <a:gd name="T77" fmla="*/ 0 h 1714"/>
                  <a:gd name="T78" fmla="*/ 0 w 1134"/>
                  <a:gd name="T79" fmla="*/ 0 h 1714"/>
                  <a:gd name="T80" fmla="*/ 0 w 1134"/>
                  <a:gd name="T81" fmla="*/ 0 h 1714"/>
                  <a:gd name="T82" fmla="*/ 0 w 1134"/>
                  <a:gd name="T83" fmla="*/ 0 h 1714"/>
                  <a:gd name="T84" fmla="*/ 0 w 1134"/>
                  <a:gd name="T85" fmla="*/ 0 h 1714"/>
                  <a:gd name="T86" fmla="*/ 0 w 1134"/>
                  <a:gd name="T87" fmla="*/ 0 h 1714"/>
                  <a:gd name="T88" fmla="*/ 0 w 1134"/>
                  <a:gd name="T89" fmla="*/ 0 h 1714"/>
                  <a:gd name="T90" fmla="*/ 0 w 1134"/>
                  <a:gd name="T91" fmla="*/ 0 h 1714"/>
                  <a:gd name="T92" fmla="*/ 0 w 1134"/>
                  <a:gd name="T93" fmla="*/ 0 h 1714"/>
                  <a:gd name="T94" fmla="*/ 0 w 1134"/>
                  <a:gd name="T95" fmla="*/ 0 h 1714"/>
                  <a:gd name="T96" fmla="*/ 0 w 1134"/>
                  <a:gd name="T97" fmla="*/ 0 h 1714"/>
                  <a:gd name="T98" fmla="*/ 0 w 1134"/>
                  <a:gd name="T99" fmla="*/ 0 h 1714"/>
                  <a:gd name="T100" fmla="*/ 0 w 1134"/>
                  <a:gd name="T101" fmla="*/ 0 h 1714"/>
                  <a:gd name="T102" fmla="*/ 0 w 1134"/>
                  <a:gd name="T103" fmla="*/ 0 h 1714"/>
                  <a:gd name="T104" fmla="*/ 0 w 1134"/>
                  <a:gd name="T105" fmla="*/ 0 h 1714"/>
                  <a:gd name="T106" fmla="*/ 0 w 1134"/>
                  <a:gd name="T107" fmla="*/ 0 h 1714"/>
                  <a:gd name="T108" fmla="*/ 0 w 1134"/>
                  <a:gd name="T109" fmla="*/ 0 h 1714"/>
                  <a:gd name="T110" fmla="*/ 0 w 1134"/>
                  <a:gd name="T111" fmla="*/ 0 h 1714"/>
                  <a:gd name="T112" fmla="*/ 0 w 1134"/>
                  <a:gd name="T113" fmla="*/ 0 h 1714"/>
                  <a:gd name="T114" fmla="*/ 0 w 1134"/>
                  <a:gd name="T115" fmla="*/ 0 h 1714"/>
                  <a:gd name="T116" fmla="*/ 0 w 1134"/>
                  <a:gd name="T117" fmla="*/ 0 h 1714"/>
                  <a:gd name="T118" fmla="*/ 0 w 1134"/>
                  <a:gd name="T119" fmla="*/ 0 h 171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134"/>
                  <a:gd name="T181" fmla="*/ 0 h 1714"/>
                  <a:gd name="T182" fmla="*/ 1134 w 1134"/>
                  <a:gd name="T183" fmla="*/ 1714 h 171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134" h="1714">
                    <a:moveTo>
                      <a:pt x="159" y="0"/>
                    </a:moveTo>
                    <a:lnTo>
                      <a:pt x="264" y="31"/>
                    </a:lnTo>
                    <a:lnTo>
                      <a:pt x="365" y="113"/>
                    </a:lnTo>
                    <a:lnTo>
                      <a:pt x="447" y="229"/>
                    </a:lnTo>
                    <a:lnTo>
                      <a:pt x="521" y="367"/>
                    </a:lnTo>
                    <a:lnTo>
                      <a:pt x="570" y="484"/>
                    </a:lnTo>
                    <a:lnTo>
                      <a:pt x="611" y="591"/>
                    </a:lnTo>
                    <a:lnTo>
                      <a:pt x="491" y="409"/>
                    </a:lnTo>
                    <a:lnTo>
                      <a:pt x="387" y="288"/>
                    </a:lnTo>
                    <a:lnTo>
                      <a:pt x="264" y="205"/>
                    </a:lnTo>
                    <a:lnTo>
                      <a:pt x="167" y="157"/>
                    </a:lnTo>
                    <a:lnTo>
                      <a:pt x="167" y="319"/>
                    </a:lnTo>
                    <a:lnTo>
                      <a:pt x="222" y="499"/>
                    </a:lnTo>
                    <a:lnTo>
                      <a:pt x="312" y="646"/>
                    </a:lnTo>
                    <a:lnTo>
                      <a:pt x="413" y="754"/>
                    </a:lnTo>
                    <a:lnTo>
                      <a:pt x="598" y="886"/>
                    </a:lnTo>
                    <a:lnTo>
                      <a:pt x="768" y="998"/>
                    </a:lnTo>
                    <a:lnTo>
                      <a:pt x="860" y="1049"/>
                    </a:lnTo>
                    <a:lnTo>
                      <a:pt x="818" y="925"/>
                    </a:lnTo>
                    <a:lnTo>
                      <a:pt x="923" y="1132"/>
                    </a:lnTo>
                    <a:lnTo>
                      <a:pt x="976" y="1301"/>
                    </a:lnTo>
                    <a:lnTo>
                      <a:pt x="1007" y="1508"/>
                    </a:lnTo>
                    <a:lnTo>
                      <a:pt x="1081" y="1631"/>
                    </a:lnTo>
                    <a:lnTo>
                      <a:pt x="1134" y="1714"/>
                    </a:lnTo>
                    <a:lnTo>
                      <a:pt x="959" y="1559"/>
                    </a:lnTo>
                    <a:lnTo>
                      <a:pt x="959" y="1642"/>
                    </a:lnTo>
                    <a:lnTo>
                      <a:pt x="877" y="1665"/>
                    </a:lnTo>
                    <a:lnTo>
                      <a:pt x="918" y="1609"/>
                    </a:lnTo>
                    <a:lnTo>
                      <a:pt x="908" y="1534"/>
                    </a:lnTo>
                    <a:lnTo>
                      <a:pt x="703" y="1402"/>
                    </a:lnTo>
                    <a:lnTo>
                      <a:pt x="877" y="1411"/>
                    </a:lnTo>
                    <a:lnTo>
                      <a:pt x="736" y="1204"/>
                    </a:lnTo>
                    <a:lnTo>
                      <a:pt x="853" y="1195"/>
                    </a:lnTo>
                    <a:lnTo>
                      <a:pt x="869" y="1147"/>
                    </a:lnTo>
                    <a:lnTo>
                      <a:pt x="703" y="1141"/>
                    </a:lnTo>
                    <a:lnTo>
                      <a:pt x="494" y="1077"/>
                    </a:lnTo>
                    <a:lnTo>
                      <a:pt x="249" y="967"/>
                    </a:lnTo>
                    <a:lnTo>
                      <a:pt x="99" y="860"/>
                    </a:lnTo>
                    <a:lnTo>
                      <a:pt x="84" y="886"/>
                    </a:lnTo>
                    <a:lnTo>
                      <a:pt x="143" y="985"/>
                    </a:lnTo>
                    <a:lnTo>
                      <a:pt x="240" y="1077"/>
                    </a:lnTo>
                    <a:lnTo>
                      <a:pt x="339" y="1132"/>
                    </a:lnTo>
                    <a:lnTo>
                      <a:pt x="413" y="1338"/>
                    </a:lnTo>
                    <a:lnTo>
                      <a:pt x="644" y="1402"/>
                    </a:lnTo>
                    <a:lnTo>
                      <a:pt x="482" y="1386"/>
                    </a:lnTo>
                    <a:lnTo>
                      <a:pt x="556" y="1460"/>
                    </a:lnTo>
                    <a:lnTo>
                      <a:pt x="763" y="1508"/>
                    </a:lnTo>
                    <a:lnTo>
                      <a:pt x="853" y="1582"/>
                    </a:lnTo>
                    <a:lnTo>
                      <a:pt x="826" y="1631"/>
                    </a:lnTo>
                    <a:lnTo>
                      <a:pt x="694" y="1591"/>
                    </a:lnTo>
                    <a:lnTo>
                      <a:pt x="598" y="1600"/>
                    </a:lnTo>
                    <a:lnTo>
                      <a:pt x="51" y="1107"/>
                    </a:lnTo>
                    <a:lnTo>
                      <a:pt x="21" y="943"/>
                    </a:lnTo>
                    <a:lnTo>
                      <a:pt x="9" y="826"/>
                    </a:lnTo>
                    <a:lnTo>
                      <a:pt x="51" y="770"/>
                    </a:lnTo>
                    <a:lnTo>
                      <a:pt x="21" y="642"/>
                    </a:lnTo>
                    <a:lnTo>
                      <a:pt x="0" y="443"/>
                    </a:lnTo>
                    <a:lnTo>
                      <a:pt x="25" y="279"/>
                    </a:lnTo>
                    <a:lnTo>
                      <a:pt x="77" y="132"/>
                    </a:lnTo>
                    <a:lnTo>
                      <a:pt x="15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9" name="Freeform 483"/>
              <p:cNvSpPr>
                <a:spLocks/>
              </p:cNvSpPr>
              <p:nvPr/>
            </p:nvSpPr>
            <p:spPr bwMode="auto">
              <a:xfrm>
                <a:off x="2411" y="1892"/>
                <a:ext cx="40" cy="50"/>
              </a:xfrm>
              <a:custGeom>
                <a:avLst/>
                <a:gdLst>
                  <a:gd name="T0" fmla="*/ 0 w 318"/>
                  <a:gd name="T1" fmla="*/ 0 h 399"/>
                  <a:gd name="T2" fmla="*/ 0 w 318"/>
                  <a:gd name="T3" fmla="*/ 0 h 399"/>
                  <a:gd name="T4" fmla="*/ 0 w 318"/>
                  <a:gd name="T5" fmla="*/ 0 h 399"/>
                  <a:gd name="T6" fmla="*/ 0 w 318"/>
                  <a:gd name="T7" fmla="*/ 0 h 399"/>
                  <a:gd name="T8" fmla="*/ 0 w 318"/>
                  <a:gd name="T9" fmla="*/ 0 h 399"/>
                  <a:gd name="T10" fmla="*/ 0 w 318"/>
                  <a:gd name="T11" fmla="*/ 0 h 399"/>
                  <a:gd name="T12" fmla="*/ 0 w 318"/>
                  <a:gd name="T13" fmla="*/ 0 h 399"/>
                  <a:gd name="T14" fmla="*/ 0 w 318"/>
                  <a:gd name="T15" fmla="*/ 0 h 399"/>
                  <a:gd name="T16" fmla="*/ 0 w 318"/>
                  <a:gd name="T17" fmla="*/ 0 h 399"/>
                  <a:gd name="T18" fmla="*/ 0 w 318"/>
                  <a:gd name="T19" fmla="*/ 0 h 399"/>
                  <a:gd name="T20" fmla="*/ 0 w 318"/>
                  <a:gd name="T21" fmla="*/ 0 h 399"/>
                  <a:gd name="T22" fmla="*/ 0 w 318"/>
                  <a:gd name="T23" fmla="*/ 0 h 3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8"/>
                  <a:gd name="T37" fmla="*/ 0 h 399"/>
                  <a:gd name="T38" fmla="*/ 318 w 318"/>
                  <a:gd name="T39" fmla="*/ 399 h 3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8" h="399">
                    <a:moveTo>
                      <a:pt x="0" y="138"/>
                    </a:moveTo>
                    <a:lnTo>
                      <a:pt x="87" y="23"/>
                    </a:lnTo>
                    <a:lnTo>
                      <a:pt x="168" y="0"/>
                    </a:lnTo>
                    <a:lnTo>
                      <a:pt x="221" y="72"/>
                    </a:lnTo>
                    <a:lnTo>
                      <a:pt x="221" y="336"/>
                    </a:lnTo>
                    <a:lnTo>
                      <a:pt x="285" y="106"/>
                    </a:lnTo>
                    <a:lnTo>
                      <a:pt x="318" y="196"/>
                    </a:lnTo>
                    <a:lnTo>
                      <a:pt x="318" y="295"/>
                    </a:lnTo>
                    <a:lnTo>
                      <a:pt x="246" y="399"/>
                    </a:lnTo>
                    <a:lnTo>
                      <a:pt x="186" y="399"/>
                    </a:lnTo>
                    <a:lnTo>
                      <a:pt x="39" y="261"/>
                    </a:lnTo>
                    <a:lnTo>
                      <a:pt x="0"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0" name="Freeform 484"/>
              <p:cNvSpPr>
                <a:spLocks/>
              </p:cNvSpPr>
              <p:nvPr/>
            </p:nvSpPr>
            <p:spPr bwMode="auto">
              <a:xfrm>
                <a:off x="2446" y="1700"/>
                <a:ext cx="292" cy="269"/>
              </a:xfrm>
              <a:custGeom>
                <a:avLst/>
                <a:gdLst>
                  <a:gd name="T0" fmla="*/ 0 w 2335"/>
                  <a:gd name="T1" fmla="*/ 0 h 2151"/>
                  <a:gd name="T2" fmla="*/ 0 w 2335"/>
                  <a:gd name="T3" fmla="*/ 0 h 2151"/>
                  <a:gd name="T4" fmla="*/ 0 w 2335"/>
                  <a:gd name="T5" fmla="*/ 0 h 2151"/>
                  <a:gd name="T6" fmla="*/ 0 w 2335"/>
                  <a:gd name="T7" fmla="*/ 0 h 2151"/>
                  <a:gd name="T8" fmla="*/ 0 w 2335"/>
                  <a:gd name="T9" fmla="*/ 0 h 2151"/>
                  <a:gd name="T10" fmla="*/ 0 w 2335"/>
                  <a:gd name="T11" fmla="*/ 0 h 2151"/>
                  <a:gd name="T12" fmla="*/ 0 w 2335"/>
                  <a:gd name="T13" fmla="*/ 0 h 2151"/>
                  <a:gd name="T14" fmla="*/ 0 w 2335"/>
                  <a:gd name="T15" fmla="*/ 0 h 2151"/>
                  <a:gd name="T16" fmla="*/ 0 w 2335"/>
                  <a:gd name="T17" fmla="*/ 0 h 2151"/>
                  <a:gd name="T18" fmla="*/ 0 w 2335"/>
                  <a:gd name="T19" fmla="*/ 0 h 2151"/>
                  <a:gd name="T20" fmla="*/ 0 w 2335"/>
                  <a:gd name="T21" fmla="*/ 0 h 2151"/>
                  <a:gd name="T22" fmla="*/ 0 w 2335"/>
                  <a:gd name="T23" fmla="*/ 0 h 2151"/>
                  <a:gd name="T24" fmla="*/ 0 w 2335"/>
                  <a:gd name="T25" fmla="*/ 0 h 2151"/>
                  <a:gd name="T26" fmla="*/ 0 w 2335"/>
                  <a:gd name="T27" fmla="*/ 0 h 2151"/>
                  <a:gd name="T28" fmla="*/ 0 w 2335"/>
                  <a:gd name="T29" fmla="*/ 0 h 2151"/>
                  <a:gd name="T30" fmla="*/ 0 w 2335"/>
                  <a:gd name="T31" fmla="*/ 0 h 2151"/>
                  <a:gd name="T32" fmla="*/ 0 w 2335"/>
                  <a:gd name="T33" fmla="*/ 0 h 2151"/>
                  <a:gd name="T34" fmla="*/ 0 w 2335"/>
                  <a:gd name="T35" fmla="*/ 0 h 2151"/>
                  <a:gd name="T36" fmla="*/ 0 w 2335"/>
                  <a:gd name="T37" fmla="*/ 0 h 2151"/>
                  <a:gd name="T38" fmla="*/ 0 w 2335"/>
                  <a:gd name="T39" fmla="*/ 0 h 2151"/>
                  <a:gd name="T40" fmla="*/ 0 w 2335"/>
                  <a:gd name="T41" fmla="*/ 0 h 2151"/>
                  <a:gd name="T42" fmla="*/ 0 w 2335"/>
                  <a:gd name="T43" fmla="*/ 0 h 2151"/>
                  <a:gd name="T44" fmla="*/ 0 w 2335"/>
                  <a:gd name="T45" fmla="*/ 0 h 2151"/>
                  <a:gd name="T46" fmla="*/ 0 w 2335"/>
                  <a:gd name="T47" fmla="*/ 0 h 2151"/>
                  <a:gd name="T48" fmla="*/ 0 w 2335"/>
                  <a:gd name="T49" fmla="*/ 0 h 2151"/>
                  <a:gd name="T50" fmla="*/ 0 w 2335"/>
                  <a:gd name="T51" fmla="*/ 0 h 2151"/>
                  <a:gd name="T52" fmla="*/ 0 w 2335"/>
                  <a:gd name="T53" fmla="*/ 0 h 2151"/>
                  <a:gd name="T54" fmla="*/ 0 w 2335"/>
                  <a:gd name="T55" fmla="*/ 0 h 2151"/>
                  <a:gd name="T56" fmla="*/ 0 w 2335"/>
                  <a:gd name="T57" fmla="*/ 0 h 2151"/>
                  <a:gd name="T58" fmla="*/ 0 w 2335"/>
                  <a:gd name="T59" fmla="*/ 0 h 2151"/>
                  <a:gd name="T60" fmla="*/ 0 w 2335"/>
                  <a:gd name="T61" fmla="*/ 0 h 2151"/>
                  <a:gd name="T62" fmla="*/ 0 w 2335"/>
                  <a:gd name="T63" fmla="*/ 0 h 2151"/>
                  <a:gd name="T64" fmla="*/ 0 w 2335"/>
                  <a:gd name="T65" fmla="*/ 0 h 2151"/>
                  <a:gd name="T66" fmla="*/ 0 w 2335"/>
                  <a:gd name="T67" fmla="*/ 0 h 2151"/>
                  <a:gd name="T68" fmla="*/ 0 w 2335"/>
                  <a:gd name="T69" fmla="*/ 0 h 2151"/>
                  <a:gd name="T70" fmla="*/ 0 w 2335"/>
                  <a:gd name="T71" fmla="*/ 0 h 2151"/>
                  <a:gd name="T72" fmla="*/ 0 w 2335"/>
                  <a:gd name="T73" fmla="*/ 0 h 2151"/>
                  <a:gd name="T74" fmla="*/ 0 w 2335"/>
                  <a:gd name="T75" fmla="*/ 0 h 2151"/>
                  <a:gd name="T76" fmla="*/ 0 w 2335"/>
                  <a:gd name="T77" fmla="*/ 0 h 215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335"/>
                  <a:gd name="T118" fmla="*/ 0 h 2151"/>
                  <a:gd name="T119" fmla="*/ 2335 w 2335"/>
                  <a:gd name="T120" fmla="*/ 2151 h 215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335" h="2151">
                    <a:moveTo>
                      <a:pt x="87" y="1633"/>
                    </a:moveTo>
                    <a:lnTo>
                      <a:pt x="112" y="1705"/>
                    </a:lnTo>
                    <a:lnTo>
                      <a:pt x="123" y="1896"/>
                    </a:lnTo>
                    <a:lnTo>
                      <a:pt x="0" y="1953"/>
                    </a:lnTo>
                    <a:lnTo>
                      <a:pt x="39" y="1978"/>
                    </a:lnTo>
                    <a:lnTo>
                      <a:pt x="182" y="1953"/>
                    </a:lnTo>
                    <a:lnTo>
                      <a:pt x="742" y="2068"/>
                    </a:lnTo>
                    <a:lnTo>
                      <a:pt x="732" y="2032"/>
                    </a:lnTo>
                    <a:lnTo>
                      <a:pt x="732" y="2011"/>
                    </a:lnTo>
                    <a:lnTo>
                      <a:pt x="758" y="1997"/>
                    </a:lnTo>
                    <a:lnTo>
                      <a:pt x="791" y="2002"/>
                    </a:lnTo>
                    <a:lnTo>
                      <a:pt x="806" y="2032"/>
                    </a:lnTo>
                    <a:lnTo>
                      <a:pt x="830" y="2061"/>
                    </a:lnTo>
                    <a:lnTo>
                      <a:pt x="883" y="2068"/>
                    </a:lnTo>
                    <a:lnTo>
                      <a:pt x="958" y="2127"/>
                    </a:lnTo>
                    <a:lnTo>
                      <a:pt x="938" y="2068"/>
                    </a:lnTo>
                    <a:lnTo>
                      <a:pt x="1180" y="2011"/>
                    </a:lnTo>
                    <a:lnTo>
                      <a:pt x="1477" y="1845"/>
                    </a:lnTo>
                    <a:lnTo>
                      <a:pt x="1807" y="1930"/>
                    </a:lnTo>
                    <a:lnTo>
                      <a:pt x="1872" y="2061"/>
                    </a:lnTo>
                    <a:lnTo>
                      <a:pt x="1872" y="2142"/>
                    </a:lnTo>
                    <a:lnTo>
                      <a:pt x="1883" y="2151"/>
                    </a:lnTo>
                    <a:lnTo>
                      <a:pt x="1897" y="2061"/>
                    </a:lnTo>
                    <a:lnTo>
                      <a:pt x="1823" y="1912"/>
                    </a:lnTo>
                    <a:lnTo>
                      <a:pt x="1666" y="1815"/>
                    </a:lnTo>
                    <a:lnTo>
                      <a:pt x="1731" y="1714"/>
                    </a:lnTo>
                    <a:lnTo>
                      <a:pt x="1855" y="1668"/>
                    </a:lnTo>
                    <a:lnTo>
                      <a:pt x="2003" y="1642"/>
                    </a:lnTo>
                    <a:lnTo>
                      <a:pt x="2189" y="1674"/>
                    </a:lnTo>
                    <a:lnTo>
                      <a:pt x="2226" y="1705"/>
                    </a:lnTo>
                    <a:lnTo>
                      <a:pt x="2235" y="1804"/>
                    </a:lnTo>
                    <a:lnTo>
                      <a:pt x="2285" y="1887"/>
                    </a:lnTo>
                    <a:lnTo>
                      <a:pt x="2335" y="1771"/>
                    </a:lnTo>
                    <a:lnTo>
                      <a:pt x="2309" y="1700"/>
                    </a:lnTo>
                    <a:lnTo>
                      <a:pt x="2219" y="1608"/>
                    </a:lnTo>
                    <a:lnTo>
                      <a:pt x="2102" y="1510"/>
                    </a:lnTo>
                    <a:lnTo>
                      <a:pt x="2010" y="1402"/>
                    </a:lnTo>
                    <a:lnTo>
                      <a:pt x="1929" y="1439"/>
                    </a:lnTo>
                    <a:lnTo>
                      <a:pt x="1883" y="1559"/>
                    </a:lnTo>
                    <a:lnTo>
                      <a:pt x="1839" y="1536"/>
                    </a:lnTo>
                    <a:lnTo>
                      <a:pt x="1883" y="1428"/>
                    </a:lnTo>
                    <a:lnTo>
                      <a:pt x="1929" y="1338"/>
                    </a:lnTo>
                    <a:lnTo>
                      <a:pt x="2138" y="1255"/>
                    </a:lnTo>
                    <a:lnTo>
                      <a:pt x="2235" y="1165"/>
                    </a:lnTo>
                    <a:lnTo>
                      <a:pt x="2189" y="1041"/>
                    </a:lnTo>
                    <a:lnTo>
                      <a:pt x="2169" y="1142"/>
                    </a:lnTo>
                    <a:lnTo>
                      <a:pt x="2063" y="1206"/>
                    </a:lnTo>
                    <a:lnTo>
                      <a:pt x="1962" y="1232"/>
                    </a:lnTo>
                    <a:lnTo>
                      <a:pt x="1883" y="1239"/>
                    </a:lnTo>
                    <a:lnTo>
                      <a:pt x="1855" y="1213"/>
                    </a:lnTo>
                    <a:lnTo>
                      <a:pt x="1872" y="1181"/>
                    </a:lnTo>
                    <a:lnTo>
                      <a:pt x="2039" y="1066"/>
                    </a:lnTo>
                    <a:lnTo>
                      <a:pt x="2169" y="943"/>
                    </a:lnTo>
                    <a:lnTo>
                      <a:pt x="2197" y="1001"/>
                    </a:lnTo>
                    <a:lnTo>
                      <a:pt x="2201" y="868"/>
                    </a:lnTo>
                    <a:lnTo>
                      <a:pt x="2180" y="720"/>
                    </a:lnTo>
                    <a:lnTo>
                      <a:pt x="2169" y="565"/>
                    </a:lnTo>
                    <a:lnTo>
                      <a:pt x="2180" y="337"/>
                    </a:lnTo>
                    <a:lnTo>
                      <a:pt x="2153" y="114"/>
                    </a:lnTo>
                    <a:lnTo>
                      <a:pt x="2111" y="0"/>
                    </a:lnTo>
                    <a:lnTo>
                      <a:pt x="2144" y="182"/>
                    </a:lnTo>
                    <a:lnTo>
                      <a:pt x="2144" y="400"/>
                    </a:lnTo>
                    <a:lnTo>
                      <a:pt x="2111" y="582"/>
                    </a:lnTo>
                    <a:lnTo>
                      <a:pt x="1982" y="868"/>
                    </a:lnTo>
                    <a:lnTo>
                      <a:pt x="2088" y="706"/>
                    </a:lnTo>
                    <a:lnTo>
                      <a:pt x="2127" y="771"/>
                    </a:lnTo>
                    <a:lnTo>
                      <a:pt x="2144" y="861"/>
                    </a:lnTo>
                    <a:lnTo>
                      <a:pt x="2120" y="936"/>
                    </a:lnTo>
                    <a:lnTo>
                      <a:pt x="2003" y="1041"/>
                    </a:lnTo>
                    <a:lnTo>
                      <a:pt x="1865" y="1125"/>
                    </a:lnTo>
                    <a:lnTo>
                      <a:pt x="1872" y="1050"/>
                    </a:lnTo>
                    <a:lnTo>
                      <a:pt x="1673" y="1273"/>
                    </a:lnTo>
                    <a:lnTo>
                      <a:pt x="1402" y="1476"/>
                    </a:lnTo>
                    <a:lnTo>
                      <a:pt x="1169" y="1584"/>
                    </a:lnTo>
                    <a:lnTo>
                      <a:pt x="965" y="1633"/>
                    </a:lnTo>
                    <a:lnTo>
                      <a:pt x="615" y="1600"/>
                    </a:lnTo>
                    <a:lnTo>
                      <a:pt x="410" y="1608"/>
                    </a:lnTo>
                    <a:lnTo>
                      <a:pt x="195" y="1626"/>
                    </a:lnTo>
                    <a:lnTo>
                      <a:pt x="87" y="16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1" name="Freeform 485"/>
              <p:cNvSpPr>
                <a:spLocks/>
              </p:cNvSpPr>
              <p:nvPr/>
            </p:nvSpPr>
            <p:spPr bwMode="auto">
              <a:xfrm>
                <a:off x="2599" y="1689"/>
                <a:ext cx="22" cy="176"/>
              </a:xfrm>
              <a:custGeom>
                <a:avLst/>
                <a:gdLst>
                  <a:gd name="T0" fmla="*/ 0 w 180"/>
                  <a:gd name="T1" fmla="*/ 0 h 1411"/>
                  <a:gd name="T2" fmla="*/ 0 w 180"/>
                  <a:gd name="T3" fmla="*/ 0 h 1411"/>
                  <a:gd name="T4" fmla="*/ 0 w 180"/>
                  <a:gd name="T5" fmla="*/ 0 h 1411"/>
                  <a:gd name="T6" fmla="*/ 0 w 180"/>
                  <a:gd name="T7" fmla="*/ 0 h 1411"/>
                  <a:gd name="T8" fmla="*/ 0 w 180"/>
                  <a:gd name="T9" fmla="*/ 0 h 1411"/>
                  <a:gd name="T10" fmla="*/ 0 w 180"/>
                  <a:gd name="T11" fmla="*/ 0 h 1411"/>
                  <a:gd name="T12" fmla="*/ 0 w 180"/>
                  <a:gd name="T13" fmla="*/ 0 h 1411"/>
                  <a:gd name="T14" fmla="*/ 0 w 180"/>
                  <a:gd name="T15" fmla="*/ 0 h 1411"/>
                  <a:gd name="T16" fmla="*/ 0 w 180"/>
                  <a:gd name="T17" fmla="*/ 0 h 1411"/>
                  <a:gd name="T18" fmla="*/ 0 w 180"/>
                  <a:gd name="T19" fmla="*/ 0 h 1411"/>
                  <a:gd name="T20" fmla="*/ 0 w 180"/>
                  <a:gd name="T21" fmla="*/ 0 h 1411"/>
                  <a:gd name="T22" fmla="*/ 0 w 180"/>
                  <a:gd name="T23" fmla="*/ 0 h 1411"/>
                  <a:gd name="T24" fmla="*/ 0 w 180"/>
                  <a:gd name="T25" fmla="*/ 0 h 1411"/>
                  <a:gd name="T26" fmla="*/ 0 w 180"/>
                  <a:gd name="T27" fmla="*/ 0 h 1411"/>
                  <a:gd name="T28" fmla="*/ 0 w 180"/>
                  <a:gd name="T29" fmla="*/ 0 h 1411"/>
                  <a:gd name="T30" fmla="*/ 0 w 180"/>
                  <a:gd name="T31" fmla="*/ 0 h 14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0"/>
                  <a:gd name="T49" fmla="*/ 0 h 1411"/>
                  <a:gd name="T50" fmla="*/ 180 w 180"/>
                  <a:gd name="T51" fmla="*/ 1411 h 14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0" h="1411">
                    <a:moveTo>
                      <a:pt x="0" y="33"/>
                    </a:moveTo>
                    <a:lnTo>
                      <a:pt x="99" y="263"/>
                    </a:lnTo>
                    <a:lnTo>
                      <a:pt x="129" y="483"/>
                    </a:lnTo>
                    <a:lnTo>
                      <a:pt x="124" y="802"/>
                    </a:lnTo>
                    <a:lnTo>
                      <a:pt x="81" y="1075"/>
                    </a:lnTo>
                    <a:lnTo>
                      <a:pt x="9" y="1411"/>
                    </a:lnTo>
                    <a:lnTo>
                      <a:pt x="90" y="1386"/>
                    </a:lnTo>
                    <a:lnTo>
                      <a:pt x="140" y="1303"/>
                    </a:lnTo>
                    <a:lnTo>
                      <a:pt x="171" y="1140"/>
                    </a:lnTo>
                    <a:lnTo>
                      <a:pt x="180" y="886"/>
                    </a:lnTo>
                    <a:lnTo>
                      <a:pt x="171" y="556"/>
                    </a:lnTo>
                    <a:lnTo>
                      <a:pt x="145" y="344"/>
                    </a:lnTo>
                    <a:lnTo>
                      <a:pt x="105" y="180"/>
                    </a:lnTo>
                    <a:lnTo>
                      <a:pt x="39" y="22"/>
                    </a:lnTo>
                    <a:lnTo>
                      <a:pt x="9" y="0"/>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2" name="Freeform 486"/>
              <p:cNvSpPr>
                <a:spLocks/>
              </p:cNvSpPr>
              <p:nvPr/>
            </p:nvSpPr>
            <p:spPr bwMode="auto">
              <a:xfrm>
                <a:off x="2552" y="1804"/>
                <a:ext cx="18" cy="18"/>
              </a:xfrm>
              <a:custGeom>
                <a:avLst/>
                <a:gdLst>
                  <a:gd name="T0" fmla="*/ 0 w 141"/>
                  <a:gd name="T1" fmla="*/ 0 h 141"/>
                  <a:gd name="T2" fmla="*/ 0 w 141"/>
                  <a:gd name="T3" fmla="*/ 0 h 141"/>
                  <a:gd name="T4" fmla="*/ 0 w 141"/>
                  <a:gd name="T5" fmla="*/ 0 h 141"/>
                  <a:gd name="T6" fmla="*/ 0 w 141"/>
                  <a:gd name="T7" fmla="*/ 0 h 141"/>
                  <a:gd name="T8" fmla="*/ 0 w 141"/>
                  <a:gd name="T9" fmla="*/ 0 h 141"/>
                  <a:gd name="T10" fmla="*/ 0 w 141"/>
                  <a:gd name="T11" fmla="*/ 0 h 141"/>
                  <a:gd name="T12" fmla="*/ 0 w 141"/>
                  <a:gd name="T13" fmla="*/ 0 h 141"/>
                  <a:gd name="T14" fmla="*/ 0 w 141"/>
                  <a:gd name="T15" fmla="*/ 0 h 141"/>
                  <a:gd name="T16" fmla="*/ 0 w 141"/>
                  <a:gd name="T17" fmla="*/ 0 h 141"/>
                  <a:gd name="T18" fmla="*/ 0 w 141"/>
                  <a:gd name="T19" fmla="*/ 0 h 141"/>
                  <a:gd name="T20" fmla="*/ 0 w 141"/>
                  <a:gd name="T21" fmla="*/ 0 h 141"/>
                  <a:gd name="T22" fmla="*/ 0 w 141"/>
                  <a:gd name="T23" fmla="*/ 0 h 141"/>
                  <a:gd name="T24" fmla="*/ 0 w 141"/>
                  <a:gd name="T25" fmla="*/ 0 h 141"/>
                  <a:gd name="T26" fmla="*/ 0 w 141"/>
                  <a:gd name="T27" fmla="*/ 0 h 141"/>
                  <a:gd name="T28" fmla="*/ 0 w 141"/>
                  <a:gd name="T29" fmla="*/ 0 h 141"/>
                  <a:gd name="T30" fmla="*/ 0 w 141"/>
                  <a:gd name="T31" fmla="*/ 0 h 14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1"/>
                  <a:gd name="T49" fmla="*/ 0 h 141"/>
                  <a:gd name="T50" fmla="*/ 141 w 141"/>
                  <a:gd name="T51" fmla="*/ 141 h 14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1" h="141">
                    <a:moveTo>
                      <a:pt x="101" y="7"/>
                    </a:moveTo>
                    <a:lnTo>
                      <a:pt x="66" y="7"/>
                    </a:lnTo>
                    <a:lnTo>
                      <a:pt x="42" y="31"/>
                    </a:lnTo>
                    <a:lnTo>
                      <a:pt x="51" y="62"/>
                    </a:lnTo>
                    <a:lnTo>
                      <a:pt x="77" y="88"/>
                    </a:lnTo>
                    <a:lnTo>
                      <a:pt x="110" y="72"/>
                    </a:lnTo>
                    <a:lnTo>
                      <a:pt x="123" y="49"/>
                    </a:lnTo>
                    <a:lnTo>
                      <a:pt x="123" y="31"/>
                    </a:lnTo>
                    <a:lnTo>
                      <a:pt x="141" y="62"/>
                    </a:lnTo>
                    <a:lnTo>
                      <a:pt x="123" y="113"/>
                    </a:lnTo>
                    <a:lnTo>
                      <a:pt x="77" y="141"/>
                    </a:lnTo>
                    <a:lnTo>
                      <a:pt x="18" y="106"/>
                    </a:lnTo>
                    <a:lnTo>
                      <a:pt x="0" y="49"/>
                    </a:lnTo>
                    <a:lnTo>
                      <a:pt x="42" y="7"/>
                    </a:lnTo>
                    <a:lnTo>
                      <a:pt x="66" y="0"/>
                    </a:lnTo>
                    <a:lnTo>
                      <a:pt x="10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3" name="Freeform 487"/>
              <p:cNvSpPr>
                <a:spLocks/>
              </p:cNvSpPr>
              <p:nvPr/>
            </p:nvSpPr>
            <p:spPr bwMode="auto">
              <a:xfrm>
                <a:off x="2705" y="1850"/>
                <a:ext cx="33" cy="63"/>
              </a:xfrm>
              <a:custGeom>
                <a:avLst/>
                <a:gdLst>
                  <a:gd name="T0" fmla="*/ 0 w 265"/>
                  <a:gd name="T1" fmla="*/ 0 h 505"/>
                  <a:gd name="T2" fmla="*/ 0 w 265"/>
                  <a:gd name="T3" fmla="*/ 0 h 505"/>
                  <a:gd name="T4" fmla="*/ 0 w 265"/>
                  <a:gd name="T5" fmla="*/ 0 h 505"/>
                  <a:gd name="T6" fmla="*/ 0 w 265"/>
                  <a:gd name="T7" fmla="*/ 0 h 505"/>
                  <a:gd name="T8" fmla="*/ 0 w 265"/>
                  <a:gd name="T9" fmla="*/ 0 h 505"/>
                  <a:gd name="T10" fmla="*/ 0 w 265"/>
                  <a:gd name="T11" fmla="*/ 0 h 505"/>
                  <a:gd name="T12" fmla="*/ 0 w 265"/>
                  <a:gd name="T13" fmla="*/ 0 h 505"/>
                  <a:gd name="T14" fmla="*/ 0 w 265"/>
                  <a:gd name="T15" fmla="*/ 0 h 505"/>
                  <a:gd name="T16" fmla="*/ 0 w 265"/>
                  <a:gd name="T17" fmla="*/ 0 h 505"/>
                  <a:gd name="T18" fmla="*/ 0 w 265"/>
                  <a:gd name="T19" fmla="*/ 0 h 505"/>
                  <a:gd name="T20" fmla="*/ 0 w 265"/>
                  <a:gd name="T21" fmla="*/ 0 h 505"/>
                  <a:gd name="T22" fmla="*/ 0 w 265"/>
                  <a:gd name="T23" fmla="*/ 0 h 505"/>
                  <a:gd name="T24" fmla="*/ 0 w 265"/>
                  <a:gd name="T25" fmla="*/ 0 h 505"/>
                  <a:gd name="T26" fmla="*/ 0 w 265"/>
                  <a:gd name="T27" fmla="*/ 0 h 5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5"/>
                  <a:gd name="T43" fmla="*/ 0 h 505"/>
                  <a:gd name="T44" fmla="*/ 265 w 265"/>
                  <a:gd name="T45" fmla="*/ 505 h 50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5" h="505">
                    <a:moveTo>
                      <a:pt x="215" y="0"/>
                    </a:moveTo>
                    <a:lnTo>
                      <a:pt x="215" y="71"/>
                    </a:lnTo>
                    <a:lnTo>
                      <a:pt x="0" y="193"/>
                    </a:lnTo>
                    <a:lnTo>
                      <a:pt x="131" y="152"/>
                    </a:lnTo>
                    <a:lnTo>
                      <a:pt x="131" y="277"/>
                    </a:lnTo>
                    <a:lnTo>
                      <a:pt x="57" y="258"/>
                    </a:lnTo>
                    <a:lnTo>
                      <a:pt x="239" y="431"/>
                    </a:lnTo>
                    <a:lnTo>
                      <a:pt x="265" y="505"/>
                    </a:lnTo>
                    <a:lnTo>
                      <a:pt x="255" y="405"/>
                    </a:lnTo>
                    <a:lnTo>
                      <a:pt x="180" y="308"/>
                    </a:lnTo>
                    <a:lnTo>
                      <a:pt x="180" y="143"/>
                    </a:lnTo>
                    <a:lnTo>
                      <a:pt x="233" y="92"/>
                    </a:lnTo>
                    <a:lnTo>
                      <a:pt x="233" y="51"/>
                    </a:lnTo>
                    <a:lnTo>
                      <a:pt x="2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4" name="Freeform 488"/>
              <p:cNvSpPr>
                <a:spLocks/>
              </p:cNvSpPr>
              <p:nvPr/>
            </p:nvSpPr>
            <p:spPr bwMode="auto">
              <a:xfrm>
                <a:off x="2667" y="1919"/>
                <a:ext cx="115" cy="67"/>
              </a:xfrm>
              <a:custGeom>
                <a:avLst/>
                <a:gdLst>
                  <a:gd name="T0" fmla="*/ 0 w 918"/>
                  <a:gd name="T1" fmla="*/ 0 h 541"/>
                  <a:gd name="T2" fmla="*/ 0 w 918"/>
                  <a:gd name="T3" fmla="*/ 0 h 541"/>
                  <a:gd name="T4" fmla="*/ 0 w 918"/>
                  <a:gd name="T5" fmla="*/ 0 h 541"/>
                  <a:gd name="T6" fmla="*/ 0 w 918"/>
                  <a:gd name="T7" fmla="*/ 0 h 541"/>
                  <a:gd name="T8" fmla="*/ 0 w 918"/>
                  <a:gd name="T9" fmla="*/ 0 h 541"/>
                  <a:gd name="T10" fmla="*/ 0 w 918"/>
                  <a:gd name="T11" fmla="*/ 0 h 541"/>
                  <a:gd name="T12" fmla="*/ 0 w 918"/>
                  <a:gd name="T13" fmla="*/ 0 h 541"/>
                  <a:gd name="T14" fmla="*/ 0 w 918"/>
                  <a:gd name="T15" fmla="*/ 0 h 541"/>
                  <a:gd name="T16" fmla="*/ 0 w 918"/>
                  <a:gd name="T17" fmla="*/ 0 h 541"/>
                  <a:gd name="T18" fmla="*/ 0 w 918"/>
                  <a:gd name="T19" fmla="*/ 0 h 541"/>
                  <a:gd name="T20" fmla="*/ 0 w 918"/>
                  <a:gd name="T21" fmla="*/ 0 h 541"/>
                  <a:gd name="T22" fmla="*/ 0 w 918"/>
                  <a:gd name="T23" fmla="*/ 0 h 541"/>
                  <a:gd name="T24" fmla="*/ 0 w 918"/>
                  <a:gd name="T25" fmla="*/ 0 h 541"/>
                  <a:gd name="T26" fmla="*/ 0 w 918"/>
                  <a:gd name="T27" fmla="*/ 0 h 541"/>
                  <a:gd name="T28" fmla="*/ 0 w 918"/>
                  <a:gd name="T29" fmla="*/ 0 h 541"/>
                  <a:gd name="T30" fmla="*/ 0 w 918"/>
                  <a:gd name="T31" fmla="*/ 0 h 541"/>
                  <a:gd name="T32" fmla="*/ 0 w 918"/>
                  <a:gd name="T33" fmla="*/ 0 h 541"/>
                  <a:gd name="T34" fmla="*/ 0 w 918"/>
                  <a:gd name="T35" fmla="*/ 0 h 541"/>
                  <a:gd name="T36" fmla="*/ 0 w 918"/>
                  <a:gd name="T37" fmla="*/ 0 h 541"/>
                  <a:gd name="T38" fmla="*/ 0 w 918"/>
                  <a:gd name="T39" fmla="*/ 0 h 541"/>
                  <a:gd name="T40" fmla="*/ 0 w 918"/>
                  <a:gd name="T41" fmla="*/ 0 h 541"/>
                  <a:gd name="T42" fmla="*/ 0 w 918"/>
                  <a:gd name="T43" fmla="*/ 0 h 54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918"/>
                  <a:gd name="T67" fmla="*/ 0 h 541"/>
                  <a:gd name="T68" fmla="*/ 918 w 918"/>
                  <a:gd name="T69" fmla="*/ 541 h 54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918" h="541">
                    <a:moveTo>
                      <a:pt x="529" y="181"/>
                    </a:moveTo>
                    <a:lnTo>
                      <a:pt x="520" y="211"/>
                    </a:lnTo>
                    <a:lnTo>
                      <a:pt x="470" y="211"/>
                    </a:lnTo>
                    <a:lnTo>
                      <a:pt x="379" y="55"/>
                    </a:lnTo>
                    <a:lnTo>
                      <a:pt x="217" y="0"/>
                    </a:lnTo>
                    <a:lnTo>
                      <a:pt x="35" y="55"/>
                    </a:lnTo>
                    <a:lnTo>
                      <a:pt x="0" y="123"/>
                    </a:lnTo>
                    <a:lnTo>
                      <a:pt x="65" y="186"/>
                    </a:lnTo>
                    <a:lnTo>
                      <a:pt x="123" y="294"/>
                    </a:lnTo>
                    <a:lnTo>
                      <a:pt x="245" y="172"/>
                    </a:lnTo>
                    <a:lnTo>
                      <a:pt x="373" y="195"/>
                    </a:lnTo>
                    <a:lnTo>
                      <a:pt x="553" y="283"/>
                    </a:lnTo>
                    <a:lnTo>
                      <a:pt x="613" y="319"/>
                    </a:lnTo>
                    <a:lnTo>
                      <a:pt x="619" y="411"/>
                    </a:lnTo>
                    <a:lnTo>
                      <a:pt x="529" y="474"/>
                    </a:lnTo>
                    <a:lnTo>
                      <a:pt x="619" y="541"/>
                    </a:lnTo>
                    <a:lnTo>
                      <a:pt x="918" y="541"/>
                    </a:lnTo>
                    <a:lnTo>
                      <a:pt x="793" y="424"/>
                    </a:lnTo>
                    <a:lnTo>
                      <a:pt x="727" y="424"/>
                    </a:lnTo>
                    <a:lnTo>
                      <a:pt x="660" y="253"/>
                    </a:lnTo>
                    <a:lnTo>
                      <a:pt x="577" y="204"/>
                    </a:lnTo>
                    <a:lnTo>
                      <a:pt x="529"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5" name="Freeform 489"/>
              <p:cNvSpPr>
                <a:spLocks/>
              </p:cNvSpPr>
              <p:nvPr/>
            </p:nvSpPr>
            <p:spPr bwMode="auto">
              <a:xfrm>
                <a:off x="2573" y="1950"/>
                <a:ext cx="163" cy="58"/>
              </a:xfrm>
              <a:custGeom>
                <a:avLst/>
                <a:gdLst>
                  <a:gd name="T0" fmla="*/ 0 w 1305"/>
                  <a:gd name="T1" fmla="*/ 0 h 464"/>
                  <a:gd name="T2" fmla="*/ 0 w 1305"/>
                  <a:gd name="T3" fmla="*/ 0 h 464"/>
                  <a:gd name="T4" fmla="*/ 0 w 1305"/>
                  <a:gd name="T5" fmla="*/ 0 h 464"/>
                  <a:gd name="T6" fmla="*/ 0 w 1305"/>
                  <a:gd name="T7" fmla="*/ 0 h 464"/>
                  <a:gd name="T8" fmla="*/ 0 w 1305"/>
                  <a:gd name="T9" fmla="*/ 0 h 464"/>
                  <a:gd name="T10" fmla="*/ 0 w 1305"/>
                  <a:gd name="T11" fmla="*/ 0 h 464"/>
                  <a:gd name="T12" fmla="*/ 0 w 1305"/>
                  <a:gd name="T13" fmla="*/ 0 h 464"/>
                  <a:gd name="T14" fmla="*/ 0 w 1305"/>
                  <a:gd name="T15" fmla="*/ 0 h 464"/>
                  <a:gd name="T16" fmla="*/ 0 w 1305"/>
                  <a:gd name="T17" fmla="*/ 0 h 464"/>
                  <a:gd name="T18" fmla="*/ 0 w 1305"/>
                  <a:gd name="T19" fmla="*/ 0 h 464"/>
                  <a:gd name="T20" fmla="*/ 0 w 1305"/>
                  <a:gd name="T21" fmla="*/ 0 h 464"/>
                  <a:gd name="T22" fmla="*/ 0 w 1305"/>
                  <a:gd name="T23" fmla="*/ 0 h 464"/>
                  <a:gd name="T24" fmla="*/ 0 w 1305"/>
                  <a:gd name="T25" fmla="*/ 0 h 464"/>
                  <a:gd name="T26" fmla="*/ 0 w 1305"/>
                  <a:gd name="T27" fmla="*/ 0 h 464"/>
                  <a:gd name="T28" fmla="*/ 0 w 1305"/>
                  <a:gd name="T29" fmla="*/ 0 h 464"/>
                  <a:gd name="T30" fmla="*/ 0 w 1305"/>
                  <a:gd name="T31" fmla="*/ 0 h 464"/>
                  <a:gd name="T32" fmla="*/ 0 w 1305"/>
                  <a:gd name="T33" fmla="*/ 0 h 464"/>
                  <a:gd name="T34" fmla="*/ 0 w 1305"/>
                  <a:gd name="T35" fmla="*/ 0 h 464"/>
                  <a:gd name="T36" fmla="*/ 0 w 1305"/>
                  <a:gd name="T37" fmla="*/ 0 h 464"/>
                  <a:gd name="T38" fmla="*/ 0 w 1305"/>
                  <a:gd name="T39" fmla="*/ 0 h 464"/>
                  <a:gd name="T40" fmla="*/ 0 w 1305"/>
                  <a:gd name="T41" fmla="*/ 0 h 464"/>
                  <a:gd name="T42" fmla="*/ 0 w 1305"/>
                  <a:gd name="T43" fmla="*/ 0 h 464"/>
                  <a:gd name="T44" fmla="*/ 0 w 1305"/>
                  <a:gd name="T45" fmla="*/ 0 h 464"/>
                  <a:gd name="T46" fmla="*/ 0 w 1305"/>
                  <a:gd name="T47" fmla="*/ 0 h 464"/>
                  <a:gd name="T48" fmla="*/ 0 w 1305"/>
                  <a:gd name="T49" fmla="*/ 0 h 464"/>
                  <a:gd name="T50" fmla="*/ 0 w 1305"/>
                  <a:gd name="T51" fmla="*/ 0 h 464"/>
                  <a:gd name="T52" fmla="*/ 0 w 1305"/>
                  <a:gd name="T53" fmla="*/ 0 h 464"/>
                  <a:gd name="T54" fmla="*/ 0 w 1305"/>
                  <a:gd name="T55" fmla="*/ 0 h 464"/>
                  <a:gd name="T56" fmla="*/ 0 w 1305"/>
                  <a:gd name="T57" fmla="*/ 0 h 464"/>
                  <a:gd name="T58" fmla="*/ 0 w 1305"/>
                  <a:gd name="T59" fmla="*/ 0 h 4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05"/>
                  <a:gd name="T91" fmla="*/ 0 h 464"/>
                  <a:gd name="T92" fmla="*/ 1305 w 1305"/>
                  <a:gd name="T93" fmla="*/ 464 h 46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05" h="464">
                    <a:moveTo>
                      <a:pt x="1248" y="185"/>
                    </a:moveTo>
                    <a:lnTo>
                      <a:pt x="1184" y="130"/>
                    </a:lnTo>
                    <a:lnTo>
                      <a:pt x="1149" y="53"/>
                    </a:lnTo>
                    <a:lnTo>
                      <a:pt x="1066" y="71"/>
                    </a:lnTo>
                    <a:lnTo>
                      <a:pt x="1033" y="242"/>
                    </a:lnTo>
                    <a:lnTo>
                      <a:pt x="1089" y="293"/>
                    </a:lnTo>
                    <a:lnTo>
                      <a:pt x="944" y="293"/>
                    </a:lnTo>
                    <a:lnTo>
                      <a:pt x="826" y="341"/>
                    </a:lnTo>
                    <a:lnTo>
                      <a:pt x="497" y="433"/>
                    </a:lnTo>
                    <a:lnTo>
                      <a:pt x="308" y="464"/>
                    </a:lnTo>
                    <a:lnTo>
                      <a:pt x="149" y="464"/>
                    </a:lnTo>
                    <a:lnTo>
                      <a:pt x="50" y="433"/>
                    </a:lnTo>
                    <a:lnTo>
                      <a:pt x="0" y="350"/>
                    </a:lnTo>
                    <a:lnTo>
                      <a:pt x="50" y="350"/>
                    </a:lnTo>
                    <a:lnTo>
                      <a:pt x="200" y="415"/>
                    </a:lnTo>
                    <a:lnTo>
                      <a:pt x="349" y="424"/>
                    </a:lnTo>
                    <a:lnTo>
                      <a:pt x="547" y="392"/>
                    </a:lnTo>
                    <a:lnTo>
                      <a:pt x="769" y="311"/>
                    </a:lnTo>
                    <a:lnTo>
                      <a:pt x="826" y="286"/>
                    </a:lnTo>
                    <a:lnTo>
                      <a:pt x="769" y="176"/>
                    </a:lnTo>
                    <a:lnTo>
                      <a:pt x="695" y="110"/>
                    </a:lnTo>
                    <a:lnTo>
                      <a:pt x="605" y="14"/>
                    </a:lnTo>
                    <a:lnTo>
                      <a:pt x="769" y="46"/>
                    </a:lnTo>
                    <a:lnTo>
                      <a:pt x="810" y="110"/>
                    </a:lnTo>
                    <a:lnTo>
                      <a:pt x="870" y="64"/>
                    </a:lnTo>
                    <a:lnTo>
                      <a:pt x="870" y="130"/>
                    </a:lnTo>
                    <a:lnTo>
                      <a:pt x="1033" y="0"/>
                    </a:lnTo>
                    <a:lnTo>
                      <a:pt x="1257" y="46"/>
                    </a:lnTo>
                    <a:lnTo>
                      <a:pt x="1305" y="145"/>
                    </a:lnTo>
                    <a:lnTo>
                      <a:pt x="1248" y="1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6" name="Line 490"/>
              <p:cNvSpPr>
                <a:spLocks noChangeShapeType="1"/>
              </p:cNvSpPr>
              <p:nvPr/>
            </p:nvSpPr>
            <p:spPr bwMode="auto">
              <a:xfrm>
                <a:off x="2684" y="1988"/>
                <a:ext cx="37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7" name="Freeform 491"/>
              <p:cNvSpPr>
                <a:spLocks/>
              </p:cNvSpPr>
              <p:nvPr/>
            </p:nvSpPr>
            <p:spPr bwMode="auto">
              <a:xfrm>
                <a:off x="2601" y="1576"/>
                <a:ext cx="7" cy="16"/>
              </a:xfrm>
              <a:custGeom>
                <a:avLst/>
                <a:gdLst>
                  <a:gd name="T0" fmla="*/ 0 w 50"/>
                  <a:gd name="T1" fmla="*/ 0 h 123"/>
                  <a:gd name="T2" fmla="*/ 0 w 50"/>
                  <a:gd name="T3" fmla="*/ 0 h 123"/>
                  <a:gd name="T4" fmla="*/ 0 w 50"/>
                  <a:gd name="T5" fmla="*/ 0 h 123"/>
                  <a:gd name="T6" fmla="*/ 0 w 50"/>
                  <a:gd name="T7" fmla="*/ 0 h 123"/>
                  <a:gd name="T8" fmla="*/ 0 w 50"/>
                  <a:gd name="T9" fmla="*/ 0 h 123"/>
                  <a:gd name="T10" fmla="*/ 0 w 50"/>
                  <a:gd name="T11" fmla="*/ 0 h 123"/>
                  <a:gd name="T12" fmla="*/ 0 w 50"/>
                  <a:gd name="T13" fmla="*/ 0 h 123"/>
                  <a:gd name="T14" fmla="*/ 0 w 50"/>
                  <a:gd name="T15" fmla="*/ 0 h 123"/>
                  <a:gd name="T16" fmla="*/ 0 w 50"/>
                  <a:gd name="T17" fmla="*/ 0 h 123"/>
                  <a:gd name="T18" fmla="*/ 0 w 50"/>
                  <a:gd name="T19" fmla="*/ 0 h 123"/>
                  <a:gd name="T20" fmla="*/ 0 w 50"/>
                  <a:gd name="T21" fmla="*/ 0 h 123"/>
                  <a:gd name="T22" fmla="*/ 0 w 50"/>
                  <a:gd name="T23" fmla="*/ 0 h 1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
                  <a:gd name="T37" fmla="*/ 0 h 123"/>
                  <a:gd name="T38" fmla="*/ 50 w 50"/>
                  <a:gd name="T39" fmla="*/ 123 h 1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 h="123">
                    <a:moveTo>
                      <a:pt x="32" y="0"/>
                    </a:moveTo>
                    <a:lnTo>
                      <a:pt x="50" y="42"/>
                    </a:lnTo>
                    <a:lnTo>
                      <a:pt x="50" y="83"/>
                    </a:lnTo>
                    <a:lnTo>
                      <a:pt x="32" y="118"/>
                    </a:lnTo>
                    <a:lnTo>
                      <a:pt x="14" y="123"/>
                    </a:lnTo>
                    <a:lnTo>
                      <a:pt x="0" y="123"/>
                    </a:lnTo>
                    <a:lnTo>
                      <a:pt x="0" y="111"/>
                    </a:lnTo>
                    <a:lnTo>
                      <a:pt x="19" y="111"/>
                    </a:lnTo>
                    <a:lnTo>
                      <a:pt x="32" y="83"/>
                    </a:lnTo>
                    <a:lnTo>
                      <a:pt x="39" y="48"/>
                    </a:lnTo>
                    <a:lnTo>
                      <a:pt x="19" y="12"/>
                    </a:lnTo>
                    <a:lnTo>
                      <a:pt x="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8" name="Freeform 492"/>
              <p:cNvSpPr>
                <a:spLocks/>
              </p:cNvSpPr>
              <p:nvPr/>
            </p:nvSpPr>
            <p:spPr bwMode="auto">
              <a:xfrm>
                <a:off x="2503" y="1537"/>
                <a:ext cx="39" cy="18"/>
              </a:xfrm>
              <a:custGeom>
                <a:avLst/>
                <a:gdLst>
                  <a:gd name="T0" fmla="*/ 0 w 311"/>
                  <a:gd name="T1" fmla="*/ 0 h 142"/>
                  <a:gd name="T2" fmla="*/ 0 w 311"/>
                  <a:gd name="T3" fmla="*/ 0 h 142"/>
                  <a:gd name="T4" fmla="*/ 0 w 311"/>
                  <a:gd name="T5" fmla="*/ 0 h 142"/>
                  <a:gd name="T6" fmla="*/ 0 w 311"/>
                  <a:gd name="T7" fmla="*/ 0 h 142"/>
                  <a:gd name="T8" fmla="*/ 0 w 311"/>
                  <a:gd name="T9" fmla="*/ 0 h 142"/>
                  <a:gd name="T10" fmla="*/ 0 w 311"/>
                  <a:gd name="T11" fmla="*/ 0 h 142"/>
                  <a:gd name="T12" fmla="*/ 0 w 311"/>
                  <a:gd name="T13" fmla="*/ 0 h 142"/>
                  <a:gd name="T14" fmla="*/ 0 w 311"/>
                  <a:gd name="T15" fmla="*/ 0 h 142"/>
                  <a:gd name="T16" fmla="*/ 0 w 311"/>
                  <a:gd name="T17" fmla="*/ 0 h 142"/>
                  <a:gd name="T18" fmla="*/ 0 w 311"/>
                  <a:gd name="T19" fmla="*/ 0 h 142"/>
                  <a:gd name="T20" fmla="*/ 0 w 311"/>
                  <a:gd name="T21" fmla="*/ 0 h 142"/>
                  <a:gd name="T22" fmla="*/ 0 w 311"/>
                  <a:gd name="T23" fmla="*/ 0 h 142"/>
                  <a:gd name="T24" fmla="*/ 0 w 311"/>
                  <a:gd name="T25" fmla="*/ 0 h 142"/>
                  <a:gd name="T26" fmla="*/ 0 w 311"/>
                  <a:gd name="T27" fmla="*/ 0 h 142"/>
                  <a:gd name="T28" fmla="*/ 0 w 311"/>
                  <a:gd name="T29" fmla="*/ 0 h 142"/>
                  <a:gd name="T30" fmla="*/ 0 w 311"/>
                  <a:gd name="T31" fmla="*/ 0 h 142"/>
                  <a:gd name="T32" fmla="*/ 0 w 311"/>
                  <a:gd name="T33" fmla="*/ 0 h 142"/>
                  <a:gd name="T34" fmla="*/ 0 w 311"/>
                  <a:gd name="T35" fmla="*/ 0 h 142"/>
                  <a:gd name="T36" fmla="*/ 0 w 311"/>
                  <a:gd name="T37" fmla="*/ 0 h 142"/>
                  <a:gd name="T38" fmla="*/ 0 w 311"/>
                  <a:gd name="T39" fmla="*/ 0 h 142"/>
                  <a:gd name="T40" fmla="*/ 0 w 311"/>
                  <a:gd name="T41" fmla="*/ 0 h 142"/>
                  <a:gd name="T42" fmla="*/ 0 w 311"/>
                  <a:gd name="T43" fmla="*/ 0 h 142"/>
                  <a:gd name="T44" fmla="*/ 0 w 311"/>
                  <a:gd name="T45" fmla="*/ 0 h 142"/>
                  <a:gd name="T46" fmla="*/ 0 w 311"/>
                  <a:gd name="T47" fmla="*/ 0 h 142"/>
                  <a:gd name="T48" fmla="*/ 0 w 311"/>
                  <a:gd name="T49" fmla="*/ 0 h 142"/>
                  <a:gd name="T50" fmla="*/ 0 w 311"/>
                  <a:gd name="T51" fmla="*/ 0 h 142"/>
                  <a:gd name="T52" fmla="*/ 0 w 311"/>
                  <a:gd name="T53" fmla="*/ 0 h 142"/>
                  <a:gd name="T54" fmla="*/ 0 w 311"/>
                  <a:gd name="T55" fmla="*/ 0 h 142"/>
                  <a:gd name="T56" fmla="*/ 0 w 311"/>
                  <a:gd name="T57" fmla="*/ 0 h 142"/>
                  <a:gd name="T58" fmla="*/ 0 w 311"/>
                  <a:gd name="T59" fmla="*/ 0 h 142"/>
                  <a:gd name="T60" fmla="*/ 0 w 311"/>
                  <a:gd name="T61" fmla="*/ 0 h 14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1"/>
                  <a:gd name="T94" fmla="*/ 0 h 142"/>
                  <a:gd name="T95" fmla="*/ 311 w 311"/>
                  <a:gd name="T96" fmla="*/ 142 h 14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1" h="142">
                    <a:moveTo>
                      <a:pt x="0" y="49"/>
                    </a:moveTo>
                    <a:lnTo>
                      <a:pt x="48" y="39"/>
                    </a:lnTo>
                    <a:lnTo>
                      <a:pt x="14" y="26"/>
                    </a:lnTo>
                    <a:lnTo>
                      <a:pt x="55" y="0"/>
                    </a:lnTo>
                    <a:lnTo>
                      <a:pt x="117" y="1"/>
                    </a:lnTo>
                    <a:lnTo>
                      <a:pt x="179" y="1"/>
                    </a:lnTo>
                    <a:lnTo>
                      <a:pt x="255" y="37"/>
                    </a:lnTo>
                    <a:lnTo>
                      <a:pt x="218" y="37"/>
                    </a:lnTo>
                    <a:lnTo>
                      <a:pt x="267" y="83"/>
                    </a:lnTo>
                    <a:lnTo>
                      <a:pt x="278" y="54"/>
                    </a:lnTo>
                    <a:lnTo>
                      <a:pt x="311" y="107"/>
                    </a:lnTo>
                    <a:lnTo>
                      <a:pt x="273" y="142"/>
                    </a:lnTo>
                    <a:lnTo>
                      <a:pt x="276" y="109"/>
                    </a:lnTo>
                    <a:lnTo>
                      <a:pt x="223" y="122"/>
                    </a:lnTo>
                    <a:lnTo>
                      <a:pt x="188" y="120"/>
                    </a:lnTo>
                    <a:lnTo>
                      <a:pt x="240" y="109"/>
                    </a:lnTo>
                    <a:lnTo>
                      <a:pt x="253" y="92"/>
                    </a:lnTo>
                    <a:lnTo>
                      <a:pt x="235" y="61"/>
                    </a:lnTo>
                    <a:lnTo>
                      <a:pt x="191" y="39"/>
                    </a:lnTo>
                    <a:lnTo>
                      <a:pt x="156" y="37"/>
                    </a:lnTo>
                    <a:lnTo>
                      <a:pt x="101" y="41"/>
                    </a:lnTo>
                    <a:lnTo>
                      <a:pt x="60" y="46"/>
                    </a:lnTo>
                    <a:lnTo>
                      <a:pt x="95" y="81"/>
                    </a:lnTo>
                    <a:lnTo>
                      <a:pt x="140" y="109"/>
                    </a:lnTo>
                    <a:lnTo>
                      <a:pt x="122" y="122"/>
                    </a:lnTo>
                    <a:lnTo>
                      <a:pt x="106" y="104"/>
                    </a:lnTo>
                    <a:lnTo>
                      <a:pt x="71" y="109"/>
                    </a:lnTo>
                    <a:lnTo>
                      <a:pt x="66" y="81"/>
                    </a:lnTo>
                    <a:lnTo>
                      <a:pt x="36" y="79"/>
                    </a:lnTo>
                    <a:lnTo>
                      <a:pt x="43" y="61"/>
                    </a:lnTo>
                    <a:lnTo>
                      <a:pt x="0"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9" name="Freeform 493"/>
              <p:cNvSpPr>
                <a:spLocks/>
              </p:cNvSpPr>
              <p:nvPr/>
            </p:nvSpPr>
            <p:spPr bwMode="auto">
              <a:xfrm>
                <a:off x="2567" y="1541"/>
                <a:ext cx="33" cy="15"/>
              </a:xfrm>
              <a:custGeom>
                <a:avLst/>
                <a:gdLst>
                  <a:gd name="T0" fmla="*/ 0 w 263"/>
                  <a:gd name="T1" fmla="*/ 0 h 121"/>
                  <a:gd name="T2" fmla="*/ 0 w 263"/>
                  <a:gd name="T3" fmla="*/ 0 h 121"/>
                  <a:gd name="T4" fmla="*/ 0 w 263"/>
                  <a:gd name="T5" fmla="*/ 0 h 121"/>
                  <a:gd name="T6" fmla="*/ 0 w 263"/>
                  <a:gd name="T7" fmla="*/ 0 h 121"/>
                  <a:gd name="T8" fmla="*/ 0 w 263"/>
                  <a:gd name="T9" fmla="*/ 0 h 121"/>
                  <a:gd name="T10" fmla="*/ 0 w 263"/>
                  <a:gd name="T11" fmla="*/ 0 h 121"/>
                  <a:gd name="T12" fmla="*/ 0 w 263"/>
                  <a:gd name="T13" fmla="*/ 0 h 121"/>
                  <a:gd name="T14" fmla="*/ 0 w 263"/>
                  <a:gd name="T15" fmla="*/ 0 h 121"/>
                  <a:gd name="T16" fmla="*/ 0 w 263"/>
                  <a:gd name="T17" fmla="*/ 0 h 121"/>
                  <a:gd name="T18" fmla="*/ 0 w 263"/>
                  <a:gd name="T19" fmla="*/ 0 h 121"/>
                  <a:gd name="T20" fmla="*/ 0 w 263"/>
                  <a:gd name="T21" fmla="*/ 0 h 121"/>
                  <a:gd name="T22" fmla="*/ 0 w 263"/>
                  <a:gd name="T23" fmla="*/ 0 h 121"/>
                  <a:gd name="T24" fmla="*/ 0 w 263"/>
                  <a:gd name="T25" fmla="*/ 0 h 121"/>
                  <a:gd name="T26" fmla="*/ 0 w 263"/>
                  <a:gd name="T27" fmla="*/ 0 h 121"/>
                  <a:gd name="T28" fmla="*/ 0 w 263"/>
                  <a:gd name="T29" fmla="*/ 0 h 121"/>
                  <a:gd name="T30" fmla="*/ 0 w 263"/>
                  <a:gd name="T31" fmla="*/ 0 h 121"/>
                  <a:gd name="T32" fmla="*/ 0 w 263"/>
                  <a:gd name="T33" fmla="*/ 0 h 121"/>
                  <a:gd name="T34" fmla="*/ 0 w 263"/>
                  <a:gd name="T35" fmla="*/ 0 h 121"/>
                  <a:gd name="T36" fmla="*/ 0 w 263"/>
                  <a:gd name="T37" fmla="*/ 0 h 121"/>
                  <a:gd name="T38" fmla="*/ 0 w 263"/>
                  <a:gd name="T39" fmla="*/ 0 h 121"/>
                  <a:gd name="T40" fmla="*/ 0 w 263"/>
                  <a:gd name="T41" fmla="*/ 0 h 121"/>
                  <a:gd name="T42" fmla="*/ 0 w 263"/>
                  <a:gd name="T43" fmla="*/ 0 h 121"/>
                  <a:gd name="T44" fmla="*/ 0 w 263"/>
                  <a:gd name="T45" fmla="*/ 0 h 121"/>
                  <a:gd name="T46" fmla="*/ 0 w 263"/>
                  <a:gd name="T47" fmla="*/ 0 h 121"/>
                  <a:gd name="T48" fmla="*/ 0 w 263"/>
                  <a:gd name="T49" fmla="*/ 0 h 121"/>
                  <a:gd name="T50" fmla="*/ 0 w 263"/>
                  <a:gd name="T51" fmla="*/ 0 h 121"/>
                  <a:gd name="T52" fmla="*/ 0 w 263"/>
                  <a:gd name="T53" fmla="*/ 0 h 12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3"/>
                  <a:gd name="T82" fmla="*/ 0 h 121"/>
                  <a:gd name="T83" fmla="*/ 263 w 263"/>
                  <a:gd name="T84" fmla="*/ 121 h 12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3" h="121">
                    <a:moveTo>
                      <a:pt x="0" y="75"/>
                    </a:moveTo>
                    <a:lnTo>
                      <a:pt x="26" y="31"/>
                    </a:lnTo>
                    <a:lnTo>
                      <a:pt x="92" y="0"/>
                    </a:lnTo>
                    <a:lnTo>
                      <a:pt x="127" y="0"/>
                    </a:lnTo>
                    <a:lnTo>
                      <a:pt x="109" y="24"/>
                    </a:lnTo>
                    <a:lnTo>
                      <a:pt x="145" y="24"/>
                    </a:lnTo>
                    <a:lnTo>
                      <a:pt x="151" y="5"/>
                    </a:lnTo>
                    <a:lnTo>
                      <a:pt x="175" y="17"/>
                    </a:lnTo>
                    <a:lnTo>
                      <a:pt x="208" y="12"/>
                    </a:lnTo>
                    <a:lnTo>
                      <a:pt x="217" y="29"/>
                    </a:lnTo>
                    <a:lnTo>
                      <a:pt x="259" y="24"/>
                    </a:lnTo>
                    <a:lnTo>
                      <a:pt x="226" y="58"/>
                    </a:lnTo>
                    <a:lnTo>
                      <a:pt x="263" y="77"/>
                    </a:lnTo>
                    <a:lnTo>
                      <a:pt x="208" y="86"/>
                    </a:lnTo>
                    <a:lnTo>
                      <a:pt x="206" y="104"/>
                    </a:lnTo>
                    <a:lnTo>
                      <a:pt x="180" y="97"/>
                    </a:lnTo>
                    <a:lnTo>
                      <a:pt x="151" y="121"/>
                    </a:lnTo>
                    <a:lnTo>
                      <a:pt x="134" y="110"/>
                    </a:lnTo>
                    <a:lnTo>
                      <a:pt x="97" y="110"/>
                    </a:lnTo>
                    <a:lnTo>
                      <a:pt x="151" y="97"/>
                    </a:lnTo>
                    <a:lnTo>
                      <a:pt x="184" y="77"/>
                    </a:lnTo>
                    <a:lnTo>
                      <a:pt x="206" y="68"/>
                    </a:lnTo>
                    <a:lnTo>
                      <a:pt x="169" y="51"/>
                    </a:lnTo>
                    <a:lnTo>
                      <a:pt x="134" y="38"/>
                    </a:lnTo>
                    <a:lnTo>
                      <a:pt x="85" y="31"/>
                    </a:lnTo>
                    <a:lnTo>
                      <a:pt x="37" y="58"/>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0" name="Freeform 494"/>
              <p:cNvSpPr>
                <a:spLocks/>
              </p:cNvSpPr>
              <p:nvPr/>
            </p:nvSpPr>
            <p:spPr bwMode="auto">
              <a:xfrm>
                <a:off x="2570" y="1552"/>
                <a:ext cx="6" cy="3"/>
              </a:xfrm>
              <a:custGeom>
                <a:avLst/>
                <a:gdLst>
                  <a:gd name="T0" fmla="*/ 0 w 51"/>
                  <a:gd name="T1" fmla="*/ 0 h 17"/>
                  <a:gd name="T2" fmla="*/ 0 w 51"/>
                  <a:gd name="T3" fmla="*/ 0 h 17"/>
                  <a:gd name="T4" fmla="*/ 0 w 51"/>
                  <a:gd name="T5" fmla="*/ 0 h 17"/>
                  <a:gd name="T6" fmla="*/ 0 w 51"/>
                  <a:gd name="T7" fmla="*/ 0 h 17"/>
                  <a:gd name="T8" fmla="*/ 0 60000 65536"/>
                  <a:gd name="T9" fmla="*/ 0 60000 65536"/>
                  <a:gd name="T10" fmla="*/ 0 60000 65536"/>
                  <a:gd name="T11" fmla="*/ 0 60000 65536"/>
                  <a:gd name="T12" fmla="*/ 0 w 51"/>
                  <a:gd name="T13" fmla="*/ 0 h 17"/>
                  <a:gd name="T14" fmla="*/ 51 w 51"/>
                  <a:gd name="T15" fmla="*/ 17 h 17"/>
                </a:gdLst>
                <a:ahLst/>
                <a:cxnLst>
                  <a:cxn ang="T8">
                    <a:pos x="T0" y="T1"/>
                  </a:cxn>
                  <a:cxn ang="T9">
                    <a:pos x="T2" y="T3"/>
                  </a:cxn>
                  <a:cxn ang="T10">
                    <a:pos x="T4" y="T5"/>
                  </a:cxn>
                  <a:cxn ang="T11">
                    <a:pos x="T6" y="T7"/>
                  </a:cxn>
                </a:cxnLst>
                <a:rect l="T12" t="T13" r="T14" b="T15"/>
                <a:pathLst>
                  <a:path w="51" h="17">
                    <a:moveTo>
                      <a:pt x="14" y="0"/>
                    </a:moveTo>
                    <a:lnTo>
                      <a:pt x="51" y="17"/>
                    </a:lnTo>
                    <a:lnTo>
                      <a:pt x="0" y="4"/>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1" name="Freeform 495"/>
              <p:cNvSpPr>
                <a:spLocks/>
              </p:cNvSpPr>
              <p:nvPr/>
            </p:nvSpPr>
            <p:spPr bwMode="auto">
              <a:xfrm>
                <a:off x="2506" y="1523"/>
                <a:ext cx="39" cy="18"/>
              </a:xfrm>
              <a:custGeom>
                <a:avLst/>
                <a:gdLst>
                  <a:gd name="T0" fmla="*/ 0 w 310"/>
                  <a:gd name="T1" fmla="*/ 0 h 140"/>
                  <a:gd name="T2" fmla="*/ 0 w 310"/>
                  <a:gd name="T3" fmla="*/ 0 h 140"/>
                  <a:gd name="T4" fmla="*/ 0 w 310"/>
                  <a:gd name="T5" fmla="*/ 0 h 140"/>
                  <a:gd name="T6" fmla="*/ 0 w 310"/>
                  <a:gd name="T7" fmla="*/ 0 h 140"/>
                  <a:gd name="T8" fmla="*/ 0 w 310"/>
                  <a:gd name="T9" fmla="*/ 0 h 140"/>
                  <a:gd name="T10" fmla="*/ 0 w 310"/>
                  <a:gd name="T11" fmla="*/ 0 h 140"/>
                  <a:gd name="T12" fmla="*/ 0 w 310"/>
                  <a:gd name="T13" fmla="*/ 0 h 140"/>
                  <a:gd name="T14" fmla="*/ 0 w 310"/>
                  <a:gd name="T15" fmla="*/ 0 h 140"/>
                  <a:gd name="T16" fmla="*/ 0 60000 65536"/>
                  <a:gd name="T17" fmla="*/ 0 60000 65536"/>
                  <a:gd name="T18" fmla="*/ 0 60000 65536"/>
                  <a:gd name="T19" fmla="*/ 0 60000 65536"/>
                  <a:gd name="T20" fmla="*/ 0 60000 65536"/>
                  <a:gd name="T21" fmla="*/ 0 60000 65536"/>
                  <a:gd name="T22" fmla="*/ 0 60000 65536"/>
                  <a:gd name="T23" fmla="*/ 0 60000 65536"/>
                  <a:gd name="T24" fmla="*/ 0 w 310"/>
                  <a:gd name="T25" fmla="*/ 0 h 140"/>
                  <a:gd name="T26" fmla="*/ 310 w 310"/>
                  <a:gd name="T27" fmla="*/ 140 h 1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0" h="140">
                    <a:moveTo>
                      <a:pt x="0" y="28"/>
                    </a:moveTo>
                    <a:lnTo>
                      <a:pt x="93" y="0"/>
                    </a:lnTo>
                    <a:lnTo>
                      <a:pt x="238" y="57"/>
                    </a:lnTo>
                    <a:lnTo>
                      <a:pt x="310" y="140"/>
                    </a:lnTo>
                    <a:lnTo>
                      <a:pt x="244" y="74"/>
                    </a:lnTo>
                    <a:lnTo>
                      <a:pt x="145" y="28"/>
                    </a:lnTo>
                    <a:lnTo>
                      <a:pt x="81" y="21"/>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2" name="Freeform 496"/>
              <p:cNvSpPr>
                <a:spLocks/>
              </p:cNvSpPr>
              <p:nvPr/>
            </p:nvSpPr>
            <p:spPr bwMode="auto">
              <a:xfrm>
                <a:off x="2570" y="1528"/>
                <a:ext cx="30" cy="8"/>
              </a:xfrm>
              <a:custGeom>
                <a:avLst/>
                <a:gdLst>
                  <a:gd name="T0" fmla="*/ 0 w 245"/>
                  <a:gd name="T1" fmla="*/ 0 h 64"/>
                  <a:gd name="T2" fmla="*/ 0 w 245"/>
                  <a:gd name="T3" fmla="*/ 0 h 64"/>
                  <a:gd name="T4" fmla="*/ 0 w 245"/>
                  <a:gd name="T5" fmla="*/ 0 h 64"/>
                  <a:gd name="T6" fmla="*/ 0 w 245"/>
                  <a:gd name="T7" fmla="*/ 0 h 64"/>
                  <a:gd name="T8" fmla="*/ 0 w 245"/>
                  <a:gd name="T9" fmla="*/ 0 h 64"/>
                  <a:gd name="T10" fmla="*/ 0 w 245"/>
                  <a:gd name="T11" fmla="*/ 0 h 64"/>
                  <a:gd name="T12" fmla="*/ 0 w 245"/>
                  <a:gd name="T13" fmla="*/ 0 h 64"/>
                  <a:gd name="T14" fmla="*/ 0 w 245"/>
                  <a:gd name="T15" fmla="*/ 0 h 64"/>
                  <a:gd name="T16" fmla="*/ 0 w 245"/>
                  <a:gd name="T17" fmla="*/ 0 h 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5"/>
                  <a:gd name="T28" fmla="*/ 0 h 64"/>
                  <a:gd name="T29" fmla="*/ 245 w 245"/>
                  <a:gd name="T30" fmla="*/ 64 h 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5" h="64">
                    <a:moveTo>
                      <a:pt x="0" y="64"/>
                    </a:moveTo>
                    <a:lnTo>
                      <a:pt x="86" y="31"/>
                    </a:lnTo>
                    <a:lnTo>
                      <a:pt x="157" y="18"/>
                    </a:lnTo>
                    <a:lnTo>
                      <a:pt x="218" y="18"/>
                    </a:lnTo>
                    <a:lnTo>
                      <a:pt x="245" y="35"/>
                    </a:lnTo>
                    <a:lnTo>
                      <a:pt x="229" y="0"/>
                    </a:lnTo>
                    <a:lnTo>
                      <a:pt x="168" y="0"/>
                    </a:lnTo>
                    <a:lnTo>
                      <a:pt x="69" y="18"/>
                    </a:lnTo>
                    <a:lnTo>
                      <a:pt x="0"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3" name="Freeform 497"/>
              <p:cNvSpPr>
                <a:spLocks/>
              </p:cNvSpPr>
              <p:nvPr/>
            </p:nvSpPr>
            <p:spPr bwMode="auto">
              <a:xfrm>
                <a:off x="2536" y="1584"/>
                <a:ext cx="25" cy="13"/>
              </a:xfrm>
              <a:custGeom>
                <a:avLst/>
                <a:gdLst>
                  <a:gd name="T0" fmla="*/ 0 w 207"/>
                  <a:gd name="T1" fmla="*/ 0 h 103"/>
                  <a:gd name="T2" fmla="*/ 0 w 207"/>
                  <a:gd name="T3" fmla="*/ 0 h 103"/>
                  <a:gd name="T4" fmla="*/ 0 w 207"/>
                  <a:gd name="T5" fmla="*/ 0 h 103"/>
                  <a:gd name="T6" fmla="*/ 0 w 207"/>
                  <a:gd name="T7" fmla="*/ 0 h 103"/>
                  <a:gd name="T8" fmla="*/ 0 w 207"/>
                  <a:gd name="T9" fmla="*/ 0 h 103"/>
                  <a:gd name="T10" fmla="*/ 0 w 207"/>
                  <a:gd name="T11" fmla="*/ 0 h 103"/>
                  <a:gd name="T12" fmla="*/ 0 w 207"/>
                  <a:gd name="T13" fmla="*/ 0 h 103"/>
                  <a:gd name="T14" fmla="*/ 0 w 207"/>
                  <a:gd name="T15" fmla="*/ 0 h 103"/>
                  <a:gd name="T16" fmla="*/ 0 w 207"/>
                  <a:gd name="T17" fmla="*/ 0 h 103"/>
                  <a:gd name="T18" fmla="*/ 0 w 207"/>
                  <a:gd name="T19" fmla="*/ 0 h 103"/>
                  <a:gd name="T20" fmla="*/ 0 w 207"/>
                  <a:gd name="T21" fmla="*/ 0 h 103"/>
                  <a:gd name="T22" fmla="*/ 0 w 207"/>
                  <a:gd name="T23" fmla="*/ 0 h 103"/>
                  <a:gd name="T24" fmla="*/ 0 w 207"/>
                  <a:gd name="T25" fmla="*/ 0 h 103"/>
                  <a:gd name="T26" fmla="*/ 0 w 207"/>
                  <a:gd name="T27" fmla="*/ 0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7"/>
                  <a:gd name="T43" fmla="*/ 0 h 103"/>
                  <a:gd name="T44" fmla="*/ 207 w 207"/>
                  <a:gd name="T45" fmla="*/ 103 h 10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7" h="103">
                    <a:moveTo>
                      <a:pt x="207" y="38"/>
                    </a:moveTo>
                    <a:lnTo>
                      <a:pt x="152" y="73"/>
                    </a:lnTo>
                    <a:lnTo>
                      <a:pt x="130" y="66"/>
                    </a:lnTo>
                    <a:lnTo>
                      <a:pt x="101" y="38"/>
                    </a:lnTo>
                    <a:lnTo>
                      <a:pt x="58" y="29"/>
                    </a:lnTo>
                    <a:lnTo>
                      <a:pt x="11" y="22"/>
                    </a:lnTo>
                    <a:lnTo>
                      <a:pt x="11" y="0"/>
                    </a:lnTo>
                    <a:lnTo>
                      <a:pt x="0" y="22"/>
                    </a:lnTo>
                    <a:lnTo>
                      <a:pt x="11" y="38"/>
                    </a:lnTo>
                    <a:lnTo>
                      <a:pt x="67" y="57"/>
                    </a:lnTo>
                    <a:lnTo>
                      <a:pt x="125" y="103"/>
                    </a:lnTo>
                    <a:lnTo>
                      <a:pt x="148" y="103"/>
                    </a:lnTo>
                    <a:lnTo>
                      <a:pt x="207" y="66"/>
                    </a:lnTo>
                    <a:lnTo>
                      <a:pt x="207"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4" name="Freeform 498"/>
              <p:cNvSpPr>
                <a:spLocks/>
              </p:cNvSpPr>
              <p:nvPr/>
            </p:nvSpPr>
            <p:spPr bwMode="auto">
              <a:xfrm>
                <a:off x="2560" y="1538"/>
                <a:ext cx="7" cy="22"/>
              </a:xfrm>
              <a:custGeom>
                <a:avLst/>
                <a:gdLst>
                  <a:gd name="T0" fmla="*/ 0 w 57"/>
                  <a:gd name="T1" fmla="*/ 0 h 172"/>
                  <a:gd name="T2" fmla="*/ 0 w 57"/>
                  <a:gd name="T3" fmla="*/ 0 h 172"/>
                  <a:gd name="T4" fmla="*/ 0 w 57"/>
                  <a:gd name="T5" fmla="*/ 0 h 172"/>
                  <a:gd name="T6" fmla="*/ 0 w 57"/>
                  <a:gd name="T7" fmla="*/ 0 h 172"/>
                  <a:gd name="T8" fmla="*/ 0 w 57"/>
                  <a:gd name="T9" fmla="*/ 0 h 172"/>
                  <a:gd name="T10" fmla="*/ 0 w 57"/>
                  <a:gd name="T11" fmla="*/ 0 h 172"/>
                  <a:gd name="T12" fmla="*/ 0 w 57"/>
                  <a:gd name="T13" fmla="*/ 0 h 172"/>
                  <a:gd name="T14" fmla="*/ 0 w 57"/>
                  <a:gd name="T15" fmla="*/ 0 h 172"/>
                  <a:gd name="T16" fmla="*/ 0 w 57"/>
                  <a:gd name="T17" fmla="*/ 0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172"/>
                  <a:gd name="T29" fmla="*/ 57 w 57"/>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172">
                    <a:moveTo>
                      <a:pt x="57" y="0"/>
                    </a:moveTo>
                    <a:lnTo>
                      <a:pt x="15" y="51"/>
                    </a:lnTo>
                    <a:lnTo>
                      <a:pt x="0" y="106"/>
                    </a:lnTo>
                    <a:lnTo>
                      <a:pt x="4" y="141"/>
                    </a:lnTo>
                    <a:lnTo>
                      <a:pt x="33" y="172"/>
                    </a:lnTo>
                    <a:lnTo>
                      <a:pt x="15" y="134"/>
                    </a:lnTo>
                    <a:lnTo>
                      <a:pt x="15" y="95"/>
                    </a:lnTo>
                    <a:lnTo>
                      <a:pt x="28" y="49"/>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5" name="Freeform 499"/>
              <p:cNvSpPr>
                <a:spLocks/>
              </p:cNvSpPr>
              <p:nvPr/>
            </p:nvSpPr>
            <p:spPr bwMode="auto">
              <a:xfrm>
                <a:off x="2518" y="1541"/>
                <a:ext cx="10" cy="9"/>
              </a:xfrm>
              <a:custGeom>
                <a:avLst/>
                <a:gdLst>
                  <a:gd name="T0" fmla="*/ 0 w 81"/>
                  <a:gd name="T1" fmla="*/ 0 h 74"/>
                  <a:gd name="T2" fmla="*/ 0 w 81"/>
                  <a:gd name="T3" fmla="*/ 0 h 74"/>
                  <a:gd name="T4" fmla="*/ 0 w 81"/>
                  <a:gd name="T5" fmla="*/ 0 h 74"/>
                  <a:gd name="T6" fmla="*/ 0 w 81"/>
                  <a:gd name="T7" fmla="*/ 0 h 74"/>
                  <a:gd name="T8" fmla="*/ 0 w 81"/>
                  <a:gd name="T9" fmla="*/ 0 h 74"/>
                  <a:gd name="T10" fmla="*/ 0 w 81"/>
                  <a:gd name="T11" fmla="*/ 0 h 74"/>
                  <a:gd name="T12" fmla="*/ 0 w 81"/>
                  <a:gd name="T13" fmla="*/ 0 h 74"/>
                  <a:gd name="T14" fmla="*/ 0 w 81"/>
                  <a:gd name="T15" fmla="*/ 0 h 74"/>
                  <a:gd name="T16" fmla="*/ 0 w 81"/>
                  <a:gd name="T17" fmla="*/ 0 h 74"/>
                  <a:gd name="T18" fmla="*/ 0 w 81"/>
                  <a:gd name="T19" fmla="*/ 0 h 74"/>
                  <a:gd name="T20" fmla="*/ 0 w 81"/>
                  <a:gd name="T21" fmla="*/ 0 h 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1"/>
                  <a:gd name="T34" fmla="*/ 0 h 74"/>
                  <a:gd name="T35" fmla="*/ 81 w 81"/>
                  <a:gd name="T36" fmla="*/ 74 h 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1" h="74">
                    <a:moveTo>
                      <a:pt x="0" y="6"/>
                    </a:moveTo>
                    <a:lnTo>
                      <a:pt x="6" y="57"/>
                    </a:lnTo>
                    <a:lnTo>
                      <a:pt x="30" y="74"/>
                    </a:lnTo>
                    <a:lnTo>
                      <a:pt x="57" y="74"/>
                    </a:lnTo>
                    <a:lnTo>
                      <a:pt x="72" y="39"/>
                    </a:lnTo>
                    <a:lnTo>
                      <a:pt x="81" y="17"/>
                    </a:lnTo>
                    <a:lnTo>
                      <a:pt x="57" y="32"/>
                    </a:lnTo>
                    <a:lnTo>
                      <a:pt x="37" y="50"/>
                    </a:lnTo>
                    <a:lnTo>
                      <a:pt x="30" y="39"/>
                    </a:lnTo>
                    <a:lnTo>
                      <a:pt x="34" y="0"/>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6" name="Freeform 500"/>
              <p:cNvSpPr>
                <a:spLocks/>
              </p:cNvSpPr>
              <p:nvPr/>
            </p:nvSpPr>
            <p:spPr bwMode="auto">
              <a:xfrm>
                <a:off x="2574" y="1545"/>
                <a:ext cx="11" cy="8"/>
              </a:xfrm>
              <a:custGeom>
                <a:avLst/>
                <a:gdLst>
                  <a:gd name="T0" fmla="*/ 0 w 92"/>
                  <a:gd name="T1" fmla="*/ 0 h 64"/>
                  <a:gd name="T2" fmla="*/ 0 w 92"/>
                  <a:gd name="T3" fmla="*/ 0 h 64"/>
                  <a:gd name="T4" fmla="*/ 0 w 92"/>
                  <a:gd name="T5" fmla="*/ 0 h 64"/>
                  <a:gd name="T6" fmla="*/ 0 w 92"/>
                  <a:gd name="T7" fmla="*/ 0 h 64"/>
                  <a:gd name="T8" fmla="*/ 0 w 92"/>
                  <a:gd name="T9" fmla="*/ 0 h 64"/>
                  <a:gd name="T10" fmla="*/ 0 w 92"/>
                  <a:gd name="T11" fmla="*/ 0 h 64"/>
                  <a:gd name="T12" fmla="*/ 0 w 92"/>
                  <a:gd name="T13" fmla="*/ 0 h 64"/>
                  <a:gd name="T14" fmla="*/ 0 w 92"/>
                  <a:gd name="T15" fmla="*/ 0 h 64"/>
                  <a:gd name="T16" fmla="*/ 0 w 92"/>
                  <a:gd name="T17" fmla="*/ 0 h 64"/>
                  <a:gd name="T18" fmla="*/ 0 w 92"/>
                  <a:gd name="T19" fmla="*/ 0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2"/>
                  <a:gd name="T31" fmla="*/ 0 h 64"/>
                  <a:gd name="T32" fmla="*/ 92 w 92"/>
                  <a:gd name="T33" fmla="*/ 64 h 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2" h="64">
                    <a:moveTo>
                      <a:pt x="0" y="12"/>
                    </a:moveTo>
                    <a:lnTo>
                      <a:pt x="5" y="64"/>
                    </a:lnTo>
                    <a:lnTo>
                      <a:pt x="64" y="64"/>
                    </a:lnTo>
                    <a:lnTo>
                      <a:pt x="89" y="35"/>
                    </a:lnTo>
                    <a:lnTo>
                      <a:pt x="92" y="0"/>
                    </a:lnTo>
                    <a:lnTo>
                      <a:pt x="55" y="0"/>
                    </a:lnTo>
                    <a:lnTo>
                      <a:pt x="64" y="31"/>
                    </a:lnTo>
                    <a:lnTo>
                      <a:pt x="41" y="42"/>
                    </a:lnTo>
                    <a:lnTo>
                      <a:pt x="27"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7" name="Freeform 501"/>
              <p:cNvSpPr>
                <a:spLocks/>
              </p:cNvSpPr>
              <p:nvPr/>
            </p:nvSpPr>
            <p:spPr bwMode="auto">
              <a:xfrm>
                <a:off x="2527" y="1605"/>
                <a:ext cx="43" cy="4"/>
              </a:xfrm>
              <a:custGeom>
                <a:avLst/>
                <a:gdLst>
                  <a:gd name="T0" fmla="*/ 0 w 350"/>
                  <a:gd name="T1" fmla="*/ 0 h 31"/>
                  <a:gd name="T2" fmla="*/ 0 w 350"/>
                  <a:gd name="T3" fmla="*/ 0 h 31"/>
                  <a:gd name="T4" fmla="*/ 0 w 350"/>
                  <a:gd name="T5" fmla="*/ 0 h 31"/>
                  <a:gd name="T6" fmla="*/ 0 w 350"/>
                  <a:gd name="T7" fmla="*/ 0 h 31"/>
                  <a:gd name="T8" fmla="*/ 0 w 350"/>
                  <a:gd name="T9" fmla="*/ 0 h 31"/>
                  <a:gd name="T10" fmla="*/ 0 w 350"/>
                  <a:gd name="T11" fmla="*/ 0 h 31"/>
                  <a:gd name="T12" fmla="*/ 0 w 350"/>
                  <a:gd name="T13" fmla="*/ 0 h 31"/>
                  <a:gd name="T14" fmla="*/ 0 w 350"/>
                  <a:gd name="T15" fmla="*/ 0 h 31"/>
                  <a:gd name="T16" fmla="*/ 0 w 350"/>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50"/>
                  <a:gd name="T28" fmla="*/ 0 h 31"/>
                  <a:gd name="T29" fmla="*/ 350 w 35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50" h="31">
                    <a:moveTo>
                      <a:pt x="0" y="5"/>
                    </a:moveTo>
                    <a:lnTo>
                      <a:pt x="111" y="0"/>
                    </a:lnTo>
                    <a:lnTo>
                      <a:pt x="198" y="14"/>
                    </a:lnTo>
                    <a:lnTo>
                      <a:pt x="251" y="5"/>
                    </a:lnTo>
                    <a:lnTo>
                      <a:pt x="350" y="14"/>
                    </a:lnTo>
                    <a:lnTo>
                      <a:pt x="276" y="24"/>
                    </a:lnTo>
                    <a:lnTo>
                      <a:pt x="198" y="31"/>
                    </a:lnTo>
                    <a:lnTo>
                      <a:pt x="46" y="18"/>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8" name="Freeform 502"/>
              <p:cNvSpPr>
                <a:spLocks/>
              </p:cNvSpPr>
              <p:nvPr/>
            </p:nvSpPr>
            <p:spPr bwMode="auto">
              <a:xfrm>
                <a:off x="2535" y="1612"/>
                <a:ext cx="29" cy="5"/>
              </a:xfrm>
              <a:custGeom>
                <a:avLst/>
                <a:gdLst>
                  <a:gd name="T0" fmla="*/ 0 w 233"/>
                  <a:gd name="T1" fmla="*/ 0 h 42"/>
                  <a:gd name="T2" fmla="*/ 0 w 233"/>
                  <a:gd name="T3" fmla="*/ 0 h 42"/>
                  <a:gd name="T4" fmla="*/ 0 w 233"/>
                  <a:gd name="T5" fmla="*/ 0 h 42"/>
                  <a:gd name="T6" fmla="*/ 0 w 233"/>
                  <a:gd name="T7" fmla="*/ 0 h 42"/>
                  <a:gd name="T8" fmla="*/ 0 w 233"/>
                  <a:gd name="T9" fmla="*/ 0 h 42"/>
                  <a:gd name="T10" fmla="*/ 0 w 233"/>
                  <a:gd name="T11" fmla="*/ 0 h 42"/>
                  <a:gd name="T12" fmla="*/ 0 w 233"/>
                  <a:gd name="T13" fmla="*/ 0 h 42"/>
                  <a:gd name="T14" fmla="*/ 0 60000 65536"/>
                  <a:gd name="T15" fmla="*/ 0 60000 65536"/>
                  <a:gd name="T16" fmla="*/ 0 60000 65536"/>
                  <a:gd name="T17" fmla="*/ 0 60000 65536"/>
                  <a:gd name="T18" fmla="*/ 0 60000 65536"/>
                  <a:gd name="T19" fmla="*/ 0 60000 65536"/>
                  <a:gd name="T20" fmla="*/ 0 60000 65536"/>
                  <a:gd name="T21" fmla="*/ 0 w 233"/>
                  <a:gd name="T22" fmla="*/ 0 h 42"/>
                  <a:gd name="T23" fmla="*/ 233 w 233"/>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 h="42">
                    <a:moveTo>
                      <a:pt x="0" y="0"/>
                    </a:moveTo>
                    <a:lnTo>
                      <a:pt x="60" y="35"/>
                    </a:lnTo>
                    <a:lnTo>
                      <a:pt x="159" y="42"/>
                    </a:lnTo>
                    <a:lnTo>
                      <a:pt x="233" y="7"/>
                    </a:lnTo>
                    <a:lnTo>
                      <a:pt x="164" y="24"/>
                    </a:lnTo>
                    <a:lnTo>
                      <a:pt x="77" y="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9" name="Freeform 503"/>
              <p:cNvSpPr>
                <a:spLocks/>
              </p:cNvSpPr>
              <p:nvPr/>
            </p:nvSpPr>
            <p:spPr bwMode="auto">
              <a:xfrm>
                <a:off x="2977" y="1628"/>
                <a:ext cx="75" cy="64"/>
              </a:xfrm>
              <a:custGeom>
                <a:avLst/>
                <a:gdLst>
                  <a:gd name="T0" fmla="*/ 0 w 595"/>
                  <a:gd name="T1" fmla="*/ 0 h 512"/>
                  <a:gd name="T2" fmla="*/ 0 w 595"/>
                  <a:gd name="T3" fmla="*/ 0 h 512"/>
                  <a:gd name="T4" fmla="*/ 0 w 595"/>
                  <a:gd name="T5" fmla="*/ 0 h 512"/>
                  <a:gd name="T6" fmla="*/ 0 w 595"/>
                  <a:gd name="T7" fmla="*/ 0 h 512"/>
                  <a:gd name="T8" fmla="*/ 0 w 595"/>
                  <a:gd name="T9" fmla="*/ 0 h 512"/>
                  <a:gd name="T10" fmla="*/ 0 w 595"/>
                  <a:gd name="T11" fmla="*/ 0 h 512"/>
                  <a:gd name="T12" fmla="*/ 0 w 595"/>
                  <a:gd name="T13" fmla="*/ 0 h 512"/>
                  <a:gd name="T14" fmla="*/ 0 w 595"/>
                  <a:gd name="T15" fmla="*/ 0 h 512"/>
                  <a:gd name="T16" fmla="*/ 0 w 595"/>
                  <a:gd name="T17" fmla="*/ 0 h 512"/>
                  <a:gd name="T18" fmla="*/ 0 w 595"/>
                  <a:gd name="T19" fmla="*/ 0 h 512"/>
                  <a:gd name="T20" fmla="*/ 0 w 595"/>
                  <a:gd name="T21" fmla="*/ 0 h 512"/>
                  <a:gd name="T22" fmla="*/ 0 w 595"/>
                  <a:gd name="T23" fmla="*/ 0 h 512"/>
                  <a:gd name="T24" fmla="*/ 0 w 595"/>
                  <a:gd name="T25" fmla="*/ 0 h 512"/>
                  <a:gd name="T26" fmla="*/ 0 w 595"/>
                  <a:gd name="T27" fmla="*/ 0 h 512"/>
                  <a:gd name="T28" fmla="*/ 0 w 595"/>
                  <a:gd name="T29" fmla="*/ 0 h 512"/>
                  <a:gd name="T30" fmla="*/ 0 w 595"/>
                  <a:gd name="T31" fmla="*/ 0 h 512"/>
                  <a:gd name="T32" fmla="*/ 0 w 595"/>
                  <a:gd name="T33" fmla="*/ 0 h 512"/>
                  <a:gd name="T34" fmla="*/ 0 w 595"/>
                  <a:gd name="T35" fmla="*/ 0 h 512"/>
                  <a:gd name="T36" fmla="*/ 0 w 595"/>
                  <a:gd name="T37" fmla="*/ 0 h 512"/>
                  <a:gd name="T38" fmla="*/ 0 w 595"/>
                  <a:gd name="T39" fmla="*/ 0 h 512"/>
                  <a:gd name="T40" fmla="*/ 0 w 595"/>
                  <a:gd name="T41" fmla="*/ 0 h 512"/>
                  <a:gd name="T42" fmla="*/ 0 w 595"/>
                  <a:gd name="T43" fmla="*/ 0 h 512"/>
                  <a:gd name="T44" fmla="*/ 0 w 595"/>
                  <a:gd name="T45" fmla="*/ 0 h 512"/>
                  <a:gd name="T46" fmla="*/ 0 w 595"/>
                  <a:gd name="T47" fmla="*/ 0 h 512"/>
                  <a:gd name="T48" fmla="*/ 0 w 595"/>
                  <a:gd name="T49" fmla="*/ 0 h 512"/>
                  <a:gd name="T50" fmla="*/ 0 w 595"/>
                  <a:gd name="T51" fmla="*/ 0 h 512"/>
                  <a:gd name="T52" fmla="*/ 0 w 595"/>
                  <a:gd name="T53" fmla="*/ 0 h 512"/>
                  <a:gd name="T54" fmla="*/ 0 w 595"/>
                  <a:gd name="T55" fmla="*/ 0 h 51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5"/>
                  <a:gd name="T85" fmla="*/ 0 h 512"/>
                  <a:gd name="T86" fmla="*/ 595 w 595"/>
                  <a:gd name="T87" fmla="*/ 512 h 51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5" h="512">
                    <a:moveTo>
                      <a:pt x="97" y="215"/>
                    </a:moveTo>
                    <a:lnTo>
                      <a:pt x="120" y="122"/>
                    </a:lnTo>
                    <a:lnTo>
                      <a:pt x="305" y="0"/>
                    </a:lnTo>
                    <a:lnTo>
                      <a:pt x="498" y="68"/>
                    </a:lnTo>
                    <a:lnTo>
                      <a:pt x="395" y="68"/>
                    </a:lnTo>
                    <a:lnTo>
                      <a:pt x="514" y="209"/>
                    </a:lnTo>
                    <a:lnTo>
                      <a:pt x="569" y="191"/>
                    </a:lnTo>
                    <a:lnTo>
                      <a:pt x="525" y="96"/>
                    </a:lnTo>
                    <a:lnTo>
                      <a:pt x="595" y="209"/>
                    </a:lnTo>
                    <a:lnTo>
                      <a:pt x="551" y="261"/>
                    </a:lnTo>
                    <a:lnTo>
                      <a:pt x="595" y="503"/>
                    </a:lnTo>
                    <a:lnTo>
                      <a:pt x="533" y="512"/>
                    </a:lnTo>
                    <a:lnTo>
                      <a:pt x="464" y="494"/>
                    </a:lnTo>
                    <a:lnTo>
                      <a:pt x="542" y="486"/>
                    </a:lnTo>
                    <a:lnTo>
                      <a:pt x="475" y="329"/>
                    </a:lnTo>
                    <a:lnTo>
                      <a:pt x="351" y="200"/>
                    </a:lnTo>
                    <a:lnTo>
                      <a:pt x="489" y="311"/>
                    </a:lnTo>
                    <a:lnTo>
                      <a:pt x="542" y="424"/>
                    </a:lnTo>
                    <a:lnTo>
                      <a:pt x="510" y="244"/>
                    </a:lnTo>
                    <a:lnTo>
                      <a:pt x="305" y="41"/>
                    </a:lnTo>
                    <a:lnTo>
                      <a:pt x="261" y="122"/>
                    </a:lnTo>
                    <a:lnTo>
                      <a:pt x="305" y="173"/>
                    </a:lnTo>
                    <a:lnTo>
                      <a:pt x="228" y="173"/>
                    </a:lnTo>
                    <a:lnTo>
                      <a:pt x="323" y="306"/>
                    </a:lnTo>
                    <a:lnTo>
                      <a:pt x="191" y="209"/>
                    </a:lnTo>
                    <a:lnTo>
                      <a:pt x="0" y="373"/>
                    </a:lnTo>
                    <a:lnTo>
                      <a:pt x="17" y="253"/>
                    </a:lnTo>
                    <a:lnTo>
                      <a:pt x="97" y="2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0" name="Freeform 504"/>
              <p:cNvSpPr>
                <a:spLocks/>
              </p:cNvSpPr>
              <p:nvPr/>
            </p:nvSpPr>
            <p:spPr bwMode="auto">
              <a:xfrm>
                <a:off x="2989" y="1670"/>
                <a:ext cx="53" cy="66"/>
              </a:xfrm>
              <a:custGeom>
                <a:avLst/>
                <a:gdLst>
                  <a:gd name="T0" fmla="*/ 0 w 417"/>
                  <a:gd name="T1" fmla="*/ 0 h 531"/>
                  <a:gd name="T2" fmla="*/ 0 w 417"/>
                  <a:gd name="T3" fmla="*/ 0 h 531"/>
                  <a:gd name="T4" fmla="*/ 0 w 417"/>
                  <a:gd name="T5" fmla="*/ 0 h 531"/>
                  <a:gd name="T6" fmla="*/ 0 w 417"/>
                  <a:gd name="T7" fmla="*/ 0 h 531"/>
                  <a:gd name="T8" fmla="*/ 0 w 417"/>
                  <a:gd name="T9" fmla="*/ 0 h 531"/>
                  <a:gd name="T10" fmla="*/ 0 w 417"/>
                  <a:gd name="T11" fmla="*/ 0 h 531"/>
                  <a:gd name="T12" fmla="*/ 0 w 417"/>
                  <a:gd name="T13" fmla="*/ 0 h 531"/>
                  <a:gd name="T14" fmla="*/ 0 w 417"/>
                  <a:gd name="T15" fmla="*/ 0 h 531"/>
                  <a:gd name="T16" fmla="*/ 0 w 417"/>
                  <a:gd name="T17" fmla="*/ 0 h 531"/>
                  <a:gd name="T18" fmla="*/ 0 w 417"/>
                  <a:gd name="T19" fmla="*/ 0 h 531"/>
                  <a:gd name="T20" fmla="*/ 0 w 417"/>
                  <a:gd name="T21" fmla="*/ 0 h 531"/>
                  <a:gd name="T22" fmla="*/ 0 w 417"/>
                  <a:gd name="T23" fmla="*/ 0 h 531"/>
                  <a:gd name="T24" fmla="*/ 0 w 417"/>
                  <a:gd name="T25" fmla="*/ 0 h 531"/>
                  <a:gd name="T26" fmla="*/ 0 w 417"/>
                  <a:gd name="T27" fmla="*/ 0 h 531"/>
                  <a:gd name="T28" fmla="*/ 0 w 417"/>
                  <a:gd name="T29" fmla="*/ 0 h 531"/>
                  <a:gd name="T30" fmla="*/ 0 w 417"/>
                  <a:gd name="T31" fmla="*/ 0 h 531"/>
                  <a:gd name="T32" fmla="*/ 0 w 417"/>
                  <a:gd name="T33" fmla="*/ 0 h 531"/>
                  <a:gd name="T34" fmla="*/ 0 w 417"/>
                  <a:gd name="T35" fmla="*/ 0 h 531"/>
                  <a:gd name="T36" fmla="*/ 0 w 417"/>
                  <a:gd name="T37" fmla="*/ 0 h 531"/>
                  <a:gd name="T38" fmla="*/ 0 w 417"/>
                  <a:gd name="T39" fmla="*/ 0 h 531"/>
                  <a:gd name="T40" fmla="*/ 0 w 417"/>
                  <a:gd name="T41" fmla="*/ 0 h 531"/>
                  <a:gd name="T42" fmla="*/ 0 w 417"/>
                  <a:gd name="T43" fmla="*/ 0 h 531"/>
                  <a:gd name="T44" fmla="*/ 0 w 417"/>
                  <a:gd name="T45" fmla="*/ 0 h 531"/>
                  <a:gd name="T46" fmla="*/ 0 w 417"/>
                  <a:gd name="T47" fmla="*/ 0 h 531"/>
                  <a:gd name="T48" fmla="*/ 0 w 417"/>
                  <a:gd name="T49" fmla="*/ 0 h 531"/>
                  <a:gd name="T50" fmla="*/ 0 w 417"/>
                  <a:gd name="T51" fmla="*/ 0 h 531"/>
                  <a:gd name="T52" fmla="*/ 0 w 417"/>
                  <a:gd name="T53" fmla="*/ 0 h 531"/>
                  <a:gd name="T54" fmla="*/ 0 w 417"/>
                  <a:gd name="T55" fmla="*/ 0 h 531"/>
                  <a:gd name="T56" fmla="*/ 0 w 417"/>
                  <a:gd name="T57" fmla="*/ 0 h 531"/>
                  <a:gd name="T58" fmla="*/ 0 w 417"/>
                  <a:gd name="T59" fmla="*/ 0 h 53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17"/>
                  <a:gd name="T91" fmla="*/ 0 h 531"/>
                  <a:gd name="T92" fmla="*/ 417 w 417"/>
                  <a:gd name="T93" fmla="*/ 531 h 53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17" h="531">
                    <a:moveTo>
                      <a:pt x="351" y="198"/>
                    </a:moveTo>
                    <a:lnTo>
                      <a:pt x="307" y="183"/>
                    </a:lnTo>
                    <a:lnTo>
                      <a:pt x="254" y="114"/>
                    </a:lnTo>
                    <a:lnTo>
                      <a:pt x="208" y="114"/>
                    </a:lnTo>
                    <a:lnTo>
                      <a:pt x="146" y="62"/>
                    </a:lnTo>
                    <a:lnTo>
                      <a:pt x="146" y="104"/>
                    </a:lnTo>
                    <a:lnTo>
                      <a:pt x="94" y="114"/>
                    </a:lnTo>
                    <a:lnTo>
                      <a:pt x="44" y="53"/>
                    </a:lnTo>
                    <a:lnTo>
                      <a:pt x="72" y="132"/>
                    </a:lnTo>
                    <a:lnTo>
                      <a:pt x="0" y="132"/>
                    </a:lnTo>
                    <a:lnTo>
                      <a:pt x="87" y="189"/>
                    </a:lnTo>
                    <a:lnTo>
                      <a:pt x="78" y="270"/>
                    </a:lnTo>
                    <a:lnTo>
                      <a:pt x="131" y="383"/>
                    </a:lnTo>
                    <a:lnTo>
                      <a:pt x="131" y="305"/>
                    </a:lnTo>
                    <a:lnTo>
                      <a:pt x="164" y="279"/>
                    </a:lnTo>
                    <a:lnTo>
                      <a:pt x="182" y="321"/>
                    </a:lnTo>
                    <a:lnTo>
                      <a:pt x="219" y="288"/>
                    </a:lnTo>
                    <a:lnTo>
                      <a:pt x="272" y="288"/>
                    </a:lnTo>
                    <a:lnTo>
                      <a:pt x="340" y="347"/>
                    </a:lnTo>
                    <a:lnTo>
                      <a:pt x="332" y="436"/>
                    </a:lnTo>
                    <a:lnTo>
                      <a:pt x="291" y="531"/>
                    </a:lnTo>
                    <a:lnTo>
                      <a:pt x="383" y="383"/>
                    </a:lnTo>
                    <a:lnTo>
                      <a:pt x="413" y="288"/>
                    </a:lnTo>
                    <a:lnTo>
                      <a:pt x="417" y="156"/>
                    </a:lnTo>
                    <a:lnTo>
                      <a:pt x="383" y="156"/>
                    </a:lnTo>
                    <a:lnTo>
                      <a:pt x="323" y="42"/>
                    </a:lnTo>
                    <a:lnTo>
                      <a:pt x="261" y="0"/>
                    </a:lnTo>
                    <a:lnTo>
                      <a:pt x="314" y="77"/>
                    </a:lnTo>
                    <a:lnTo>
                      <a:pt x="351" y="148"/>
                    </a:lnTo>
                    <a:lnTo>
                      <a:pt x="351" y="1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1" name="Freeform 505"/>
              <p:cNvSpPr>
                <a:spLocks/>
              </p:cNvSpPr>
              <p:nvPr/>
            </p:nvSpPr>
            <p:spPr bwMode="auto">
              <a:xfrm>
                <a:off x="2925" y="1679"/>
                <a:ext cx="214" cy="306"/>
              </a:xfrm>
              <a:custGeom>
                <a:avLst/>
                <a:gdLst>
                  <a:gd name="T0" fmla="*/ 0 w 1712"/>
                  <a:gd name="T1" fmla="*/ 0 h 2448"/>
                  <a:gd name="T2" fmla="*/ 0 w 1712"/>
                  <a:gd name="T3" fmla="*/ 0 h 2448"/>
                  <a:gd name="T4" fmla="*/ 0 w 1712"/>
                  <a:gd name="T5" fmla="*/ 0 h 2448"/>
                  <a:gd name="T6" fmla="*/ 0 w 1712"/>
                  <a:gd name="T7" fmla="*/ 0 h 2448"/>
                  <a:gd name="T8" fmla="*/ 0 w 1712"/>
                  <a:gd name="T9" fmla="*/ 0 h 2448"/>
                  <a:gd name="T10" fmla="*/ 0 w 1712"/>
                  <a:gd name="T11" fmla="*/ 0 h 2448"/>
                  <a:gd name="T12" fmla="*/ 0 w 1712"/>
                  <a:gd name="T13" fmla="*/ 0 h 2448"/>
                  <a:gd name="T14" fmla="*/ 0 w 1712"/>
                  <a:gd name="T15" fmla="*/ 0 h 2448"/>
                  <a:gd name="T16" fmla="*/ 0 w 1712"/>
                  <a:gd name="T17" fmla="*/ 0 h 2448"/>
                  <a:gd name="T18" fmla="*/ 0 w 1712"/>
                  <a:gd name="T19" fmla="*/ 0 h 2448"/>
                  <a:gd name="T20" fmla="*/ 0 w 1712"/>
                  <a:gd name="T21" fmla="*/ 0 h 2448"/>
                  <a:gd name="T22" fmla="*/ 0 w 1712"/>
                  <a:gd name="T23" fmla="*/ 0 h 2448"/>
                  <a:gd name="T24" fmla="*/ 0 w 1712"/>
                  <a:gd name="T25" fmla="*/ 0 h 2448"/>
                  <a:gd name="T26" fmla="*/ 0 w 1712"/>
                  <a:gd name="T27" fmla="*/ 0 h 2448"/>
                  <a:gd name="T28" fmla="*/ 0 w 1712"/>
                  <a:gd name="T29" fmla="*/ 0 h 2448"/>
                  <a:gd name="T30" fmla="*/ 0 w 1712"/>
                  <a:gd name="T31" fmla="*/ 0 h 2448"/>
                  <a:gd name="T32" fmla="*/ 0 w 1712"/>
                  <a:gd name="T33" fmla="*/ 0 h 2448"/>
                  <a:gd name="T34" fmla="*/ 0 w 1712"/>
                  <a:gd name="T35" fmla="*/ 0 h 2448"/>
                  <a:gd name="T36" fmla="*/ 0 w 1712"/>
                  <a:gd name="T37" fmla="*/ 0 h 2448"/>
                  <a:gd name="T38" fmla="*/ 0 w 1712"/>
                  <a:gd name="T39" fmla="*/ 0 h 2448"/>
                  <a:gd name="T40" fmla="*/ 0 w 1712"/>
                  <a:gd name="T41" fmla="*/ 0 h 2448"/>
                  <a:gd name="T42" fmla="*/ 0 w 1712"/>
                  <a:gd name="T43" fmla="*/ 0 h 2448"/>
                  <a:gd name="T44" fmla="*/ 0 w 1712"/>
                  <a:gd name="T45" fmla="*/ 0 h 2448"/>
                  <a:gd name="T46" fmla="*/ 0 w 1712"/>
                  <a:gd name="T47" fmla="*/ 0 h 2448"/>
                  <a:gd name="T48" fmla="*/ 0 w 1712"/>
                  <a:gd name="T49" fmla="*/ 0 h 2448"/>
                  <a:gd name="T50" fmla="*/ 0 w 1712"/>
                  <a:gd name="T51" fmla="*/ 0 h 2448"/>
                  <a:gd name="T52" fmla="*/ 0 w 1712"/>
                  <a:gd name="T53" fmla="*/ 0 h 2448"/>
                  <a:gd name="T54" fmla="*/ 0 w 1712"/>
                  <a:gd name="T55" fmla="*/ 0 h 2448"/>
                  <a:gd name="T56" fmla="*/ 0 w 1712"/>
                  <a:gd name="T57" fmla="*/ 0 h 2448"/>
                  <a:gd name="T58" fmla="*/ 0 w 1712"/>
                  <a:gd name="T59" fmla="*/ 0 h 2448"/>
                  <a:gd name="T60" fmla="*/ 0 w 1712"/>
                  <a:gd name="T61" fmla="*/ 0 h 2448"/>
                  <a:gd name="T62" fmla="*/ 0 w 1712"/>
                  <a:gd name="T63" fmla="*/ 0 h 2448"/>
                  <a:gd name="T64" fmla="*/ 0 w 1712"/>
                  <a:gd name="T65" fmla="*/ 0 h 2448"/>
                  <a:gd name="T66" fmla="*/ 0 w 1712"/>
                  <a:gd name="T67" fmla="*/ 0 h 2448"/>
                  <a:gd name="T68" fmla="*/ 0 w 1712"/>
                  <a:gd name="T69" fmla="*/ 0 h 2448"/>
                  <a:gd name="T70" fmla="*/ 0 w 1712"/>
                  <a:gd name="T71" fmla="*/ 0 h 2448"/>
                  <a:gd name="T72" fmla="*/ 0 w 1712"/>
                  <a:gd name="T73" fmla="*/ 0 h 2448"/>
                  <a:gd name="T74" fmla="*/ 0 w 1712"/>
                  <a:gd name="T75" fmla="*/ 0 h 2448"/>
                  <a:gd name="T76" fmla="*/ 0 w 1712"/>
                  <a:gd name="T77" fmla="*/ 0 h 2448"/>
                  <a:gd name="T78" fmla="*/ 0 w 1712"/>
                  <a:gd name="T79" fmla="*/ 0 h 2448"/>
                  <a:gd name="T80" fmla="*/ 0 w 1712"/>
                  <a:gd name="T81" fmla="*/ 0 h 2448"/>
                  <a:gd name="T82" fmla="*/ 0 w 1712"/>
                  <a:gd name="T83" fmla="*/ 0 h 2448"/>
                  <a:gd name="T84" fmla="*/ 0 w 1712"/>
                  <a:gd name="T85" fmla="*/ 0 h 2448"/>
                  <a:gd name="T86" fmla="*/ 0 w 1712"/>
                  <a:gd name="T87" fmla="*/ 0 h 244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12"/>
                  <a:gd name="T133" fmla="*/ 0 h 2448"/>
                  <a:gd name="T134" fmla="*/ 1712 w 1712"/>
                  <a:gd name="T135" fmla="*/ 2448 h 244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12" h="2448">
                    <a:moveTo>
                      <a:pt x="420" y="0"/>
                    </a:moveTo>
                    <a:lnTo>
                      <a:pt x="499" y="424"/>
                    </a:lnTo>
                    <a:lnTo>
                      <a:pt x="522" y="451"/>
                    </a:lnTo>
                    <a:lnTo>
                      <a:pt x="561" y="468"/>
                    </a:lnTo>
                    <a:lnTo>
                      <a:pt x="534" y="495"/>
                    </a:lnTo>
                    <a:lnTo>
                      <a:pt x="483" y="486"/>
                    </a:lnTo>
                    <a:lnTo>
                      <a:pt x="475" y="550"/>
                    </a:lnTo>
                    <a:lnTo>
                      <a:pt x="499" y="599"/>
                    </a:lnTo>
                    <a:lnTo>
                      <a:pt x="540" y="615"/>
                    </a:lnTo>
                    <a:lnTo>
                      <a:pt x="589" y="606"/>
                    </a:lnTo>
                    <a:lnTo>
                      <a:pt x="611" y="479"/>
                    </a:lnTo>
                    <a:lnTo>
                      <a:pt x="663" y="479"/>
                    </a:lnTo>
                    <a:lnTo>
                      <a:pt x="711" y="451"/>
                    </a:lnTo>
                    <a:lnTo>
                      <a:pt x="743" y="398"/>
                    </a:lnTo>
                    <a:lnTo>
                      <a:pt x="743" y="461"/>
                    </a:lnTo>
                    <a:lnTo>
                      <a:pt x="771" y="451"/>
                    </a:lnTo>
                    <a:lnTo>
                      <a:pt x="824" y="424"/>
                    </a:lnTo>
                    <a:lnTo>
                      <a:pt x="798" y="461"/>
                    </a:lnTo>
                    <a:lnTo>
                      <a:pt x="743" y="530"/>
                    </a:lnTo>
                    <a:lnTo>
                      <a:pt x="699" y="650"/>
                    </a:lnTo>
                    <a:lnTo>
                      <a:pt x="909" y="415"/>
                    </a:lnTo>
                    <a:lnTo>
                      <a:pt x="945" y="444"/>
                    </a:lnTo>
                    <a:lnTo>
                      <a:pt x="815" y="798"/>
                    </a:lnTo>
                    <a:lnTo>
                      <a:pt x="824" y="1260"/>
                    </a:lnTo>
                    <a:lnTo>
                      <a:pt x="1172" y="1295"/>
                    </a:lnTo>
                    <a:lnTo>
                      <a:pt x="1331" y="1371"/>
                    </a:lnTo>
                    <a:lnTo>
                      <a:pt x="1417" y="1371"/>
                    </a:lnTo>
                    <a:lnTo>
                      <a:pt x="1460" y="1442"/>
                    </a:lnTo>
                    <a:lnTo>
                      <a:pt x="1172" y="1332"/>
                    </a:lnTo>
                    <a:lnTo>
                      <a:pt x="953" y="1314"/>
                    </a:lnTo>
                    <a:lnTo>
                      <a:pt x="1059" y="1380"/>
                    </a:lnTo>
                    <a:lnTo>
                      <a:pt x="953" y="1380"/>
                    </a:lnTo>
                    <a:lnTo>
                      <a:pt x="798" y="1362"/>
                    </a:lnTo>
                    <a:lnTo>
                      <a:pt x="909" y="1459"/>
                    </a:lnTo>
                    <a:lnTo>
                      <a:pt x="1296" y="1523"/>
                    </a:lnTo>
                    <a:lnTo>
                      <a:pt x="971" y="1493"/>
                    </a:lnTo>
                    <a:lnTo>
                      <a:pt x="1172" y="1611"/>
                    </a:lnTo>
                    <a:lnTo>
                      <a:pt x="1147" y="1636"/>
                    </a:lnTo>
                    <a:lnTo>
                      <a:pt x="875" y="1503"/>
                    </a:lnTo>
                    <a:lnTo>
                      <a:pt x="918" y="1636"/>
                    </a:lnTo>
                    <a:lnTo>
                      <a:pt x="1349" y="1747"/>
                    </a:lnTo>
                    <a:lnTo>
                      <a:pt x="1626" y="1921"/>
                    </a:lnTo>
                    <a:lnTo>
                      <a:pt x="1349" y="1867"/>
                    </a:lnTo>
                    <a:lnTo>
                      <a:pt x="1191" y="1765"/>
                    </a:lnTo>
                    <a:lnTo>
                      <a:pt x="953" y="1701"/>
                    </a:lnTo>
                    <a:lnTo>
                      <a:pt x="1068" y="1826"/>
                    </a:lnTo>
                    <a:lnTo>
                      <a:pt x="1712" y="2049"/>
                    </a:lnTo>
                    <a:lnTo>
                      <a:pt x="1068" y="1867"/>
                    </a:lnTo>
                    <a:lnTo>
                      <a:pt x="884" y="1736"/>
                    </a:lnTo>
                    <a:lnTo>
                      <a:pt x="895" y="1809"/>
                    </a:lnTo>
                    <a:lnTo>
                      <a:pt x="1068" y="1973"/>
                    </a:lnTo>
                    <a:lnTo>
                      <a:pt x="1321" y="2024"/>
                    </a:lnTo>
                    <a:lnTo>
                      <a:pt x="1460" y="2121"/>
                    </a:lnTo>
                    <a:lnTo>
                      <a:pt x="1259" y="2097"/>
                    </a:lnTo>
                    <a:lnTo>
                      <a:pt x="1008" y="1973"/>
                    </a:lnTo>
                    <a:lnTo>
                      <a:pt x="934" y="1982"/>
                    </a:lnTo>
                    <a:lnTo>
                      <a:pt x="971" y="2112"/>
                    </a:lnTo>
                    <a:lnTo>
                      <a:pt x="1033" y="2156"/>
                    </a:lnTo>
                    <a:lnTo>
                      <a:pt x="1349" y="2171"/>
                    </a:lnTo>
                    <a:lnTo>
                      <a:pt x="1024" y="2330"/>
                    </a:lnTo>
                    <a:lnTo>
                      <a:pt x="980" y="2314"/>
                    </a:lnTo>
                    <a:lnTo>
                      <a:pt x="909" y="2084"/>
                    </a:lnTo>
                    <a:lnTo>
                      <a:pt x="831" y="2339"/>
                    </a:lnTo>
                    <a:lnTo>
                      <a:pt x="849" y="2448"/>
                    </a:lnTo>
                    <a:lnTo>
                      <a:pt x="760" y="2354"/>
                    </a:lnTo>
                    <a:lnTo>
                      <a:pt x="895" y="2013"/>
                    </a:lnTo>
                    <a:lnTo>
                      <a:pt x="884" y="1921"/>
                    </a:lnTo>
                    <a:lnTo>
                      <a:pt x="824" y="1765"/>
                    </a:lnTo>
                    <a:lnTo>
                      <a:pt x="778" y="1563"/>
                    </a:lnTo>
                    <a:lnTo>
                      <a:pt x="674" y="1304"/>
                    </a:lnTo>
                    <a:lnTo>
                      <a:pt x="554" y="1523"/>
                    </a:lnTo>
                    <a:lnTo>
                      <a:pt x="554" y="1747"/>
                    </a:lnTo>
                    <a:lnTo>
                      <a:pt x="316" y="2033"/>
                    </a:lnTo>
                    <a:lnTo>
                      <a:pt x="0" y="2148"/>
                    </a:lnTo>
                    <a:lnTo>
                      <a:pt x="37" y="1973"/>
                    </a:lnTo>
                    <a:lnTo>
                      <a:pt x="217" y="1791"/>
                    </a:lnTo>
                    <a:lnTo>
                      <a:pt x="437" y="1685"/>
                    </a:lnTo>
                    <a:lnTo>
                      <a:pt x="534" y="1436"/>
                    </a:lnTo>
                    <a:lnTo>
                      <a:pt x="522" y="1314"/>
                    </a:lnTo>
                    <a:lnTo>
                      <a:pt x="611" y="1026"/>
                    </a:lnTo>
                    <a:lnTo>
                      <a:pt x="510" y="1000"/>
                    </a:lnTo>
                    <a:lnTo>
                      <a:pt x="420" y="938"/>
                    </a:lnTo>
                    <a:lnTo>
                      <a:pt x="522" y="650"/>
                    </a:lnTo>
                    <a:lnTo>
                      <a:pt x="475" y="627"/>
                    </a:lnTo>
                    <a:lnTo>
                      <a:pt x="448" y="541"/>
                    </a:lnTo>
                    <a:lnTo>
                      <a:pt x="448" y="433"/>
                    </a:lnTo>
                    <a:lnTo>
                      <a:pt x="420" y="53"/>
                    </a:lnTo>
                    <a:lnTo>
                      <a:pt x="4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2" name="Freeform 506"/>
              <p:cNvSpPr>
                <a:spLocks/>
              </p:cNvSpPr>
              <p:nvPr/>
            </p:nvSpPr>
            <p:spPr bwMode="auto">
              <a:xfrm>
                <a:off x="2878" y="1705"/>
                <a:ext cx="86" cy="218"/>
              </a:xfrm>
              <a:custGeom>
                <a:avLst/>
                <a:gdLst>
                  <a:gd name="T0" fmla="*/ 0 w 691"/>
                  <a:gd name="T1" fmla="*/ 0 h 1748"/>
                  <a:gd name="T2" fmla="*/ 0 w 691"/>
                  <a:gd name="T3" fmla="*/ 0 h 1748"/>
                  <a:gd name="T4" fmla="*/ 0 w 691"/>
                  <a:gd name="T5" fmla="*/ 0 h 1748"/>
                  <a:gd name="T6" fmla="*/ 0 w 691"/>
                  <a:gd name="T7" fmla="*/ 0 h 1748"/>
                  <a:gd name="T8" fmla="*/ 0 w 691"/>
                  <a:gd name="T9" fmla="*/ 0 h 1748"/>
                  <a:gd name="T10" fmla="*/ 0 w 691"/>
                  <a:gd name="T11" fmla="*/ 0 h 1748"/>
                  <a:gd name="T12" fmla="*/ 0 w 691"/>
                  <a:gd name="T13" fmla="*/ 0 h 1748"/>
                  <a:gd name="T14" fmla="*/ 0 w 691"/>
                  <a:gd name="T15" fmla="*/ 0 h 1748"/>
                  <a:gd name="T16" fmla="*/ 0 w 691"/>
                  <a:gd name="T17" fmla="*/ 0 h 1748"/>
                  <a:gd name="T18" fmla="*/ 0 w 691"/>
                  <a:gd name="T19" fmla="*/ 0 h 1748"/>
                  <a:gd name="T20" fmla="*/ 0 w 691"/>
                  <a:gd name="T21" fmla="*/ 0 h 1748"/>
                  <a:gd name="T22" fmla="*/ 0 w 691"/>
                  <a:gd name="T23" fmla="*/ 0 h 1748"/>
                  <a:gd name="T24" fmla="*/ 0 w 691"/>
                  <a:gd name="T25" fmla="*/ 0 h 1748"/>
                  <a:gd name="T26" fmla="*/ 0 w 691"/>
                  <a:gd name="T27" fmla="*/ 0 h 1748"/>
                  <a:gd name="T28" fmla="*/ 0 w 691"/>
                  <a:gd name="T29" fmla="*/ 0 h 1748"/>
                  <a:gd name="T30" fmla="*/ 0 w 691"/>
                  <a:gd name="T31" fmla="*/ 0 h 1748"/>
                  <a:gd name="T32" fmla="*/ 0 w 691"/>
                  <a:gd name="T33" fmla="*/ 0 h 1748"/>
                  <a:gd name="T34" fmla="*/ 0 w 691"/>
                  <a:gd name="T35" fmla="*/ 0 h 1748"/>
                  <a:gd name="T36" fmla="*/ 0 w 691"/>
                  <a:gd name="T37" fmla="*/ 0 h 1748"/>
                  <a:gd name="T38" fmla="*/ 0 w 691"/>
                  <a:gd name="T39" fmla="*/ 0 h 1748"/>
                  <a:gd name="T40" fmla="*/ 0 w 691"/>
                  <a:gd name="T41" fmla="*/ 0 h 1748"/>
                  <a:gd name="T42" fmla="*/ 0 w 691"/>
                  <a:gd name="T43" fmla="*/ 0 h 1748"/>
                  <a:gd name="T44" fmla="*/ 0 w 691"/>
                  <a:gd name="T45" fmla="*/ 0 h 1748"/>
                  <a:gd name="T46" fmla="*/ 0 w 691"/>
                  <a:gd name="T47" fmla="*/ 0 h 1748"/>
                  <a:gd name="T48" fmla="*/ 0 w 691"/>
                  <a:gd name="T49" fmla="*/ 0 h 1748"/>
                  <a:gd name="T50" fmla="*/ 0 w 691"/>
                  <a:gd name="T51" fmla="*/ 0 h 1748"/>
                  <a:gd name="T52" fmla="*/ 0 w 691"/>
                  <a:gd name="T53" fmla="*/ 0 h 1748"/>
                  <a:gd name="T54" fmla="*/ 0 w 691"/>
                  <a:gd name="T55" fmla="*/ 0 h 1748"/>
                  <a:gd name="T56" fmla="*/ 0 w 691"/>
                  <a:gd name="T57" fmla="*/ 0 h 1748"/>
                  <a:gd name="T58" fmla="*/ 0 w 691"/>
                  <a:gd name="T59" fmla="*/ 0 h 1748"/>
                  <a:gd name="T60" fmla="*/ 0 w 691"/>
                  <a:gd name="T61" fmla="*/ 0 h 174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91"/>
                  <a:gd name="T94" fmla="*/ 0 h 1748"/>
                  <a:gd name="T95" fmla="*/ 691 w 691"/>
                  <a:gd name="T96" fmla="*/ 1748 h 174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91" h="1748">
                    <a:moveTo>
                      <a:pt x="691" y="312"/>
                    </a:moveTo>
                    <a:lnTo>
                      <a:pt x="586" y="572"/>
                    </a:lnTo>
                    <a:lnTo>
                      <a:pt x="516" y="729"/>
                    </a:lnTo>
                    <a:lnTo>
                      <a:pt x="392" y="982"/>
                    </a:lnTo>
                    <a:lnTo>
                      <a:pt x="334" y="1017"/>
                    </a:lnTo>
                    <a:lnTo>
                      <a:pt x="351" y="1243"/>
                    </a:lnTo>
                    <a:lnTo>
                      <a:pt x="412" y="1527"/>
                    </a:lnTo>
                    <a:lnTo>
                      <a:pt x="472" y="1748"/>
                    </a:lnTo>
                    <a:lnTo>
                      <a:pt x="388" y="1485"/>
                    </a:lnTo>
                    <a:lnTo>
                      <a:pt x="334" y="1233"/>
                    </a:lnTo>
                    <a:lnTo>
                      <a:pt x="243" y="1171"/>
                    </a:lnTo>
                    <a:lnTo>
                      <a:pt x="254" y="1330"/>
                    </a:lnTo>
                    <a:lnTo>
                      <a:pt x="351" y="1591"/>
                    </a:lnTo>
                    <a:lnTo>
                      <a:pt x="239" y="1345"/>
                    </a:lnTo>
                    <a:lnTo>
                      <a:pt x="193" y="1153"/>
                    </a:lnTo>
                    <a:lnTo>
                      <a:pt x="87" y="1153"/>
                    </a:lnTo>
                    <a:lnTo>
                      <a:pt x="0" y="1227"/>
                    </a:lnTo>
                    <a:lnTo>
                      <a:pt x="87" y="1139"/>
                    </a:lnTo>
                    <a:lnTo>
                      <a:pt x="157" y="1112"/>
                    </a:lnTo>
                    <a:lnTo>
                      <a:pt x="219" y="895"/>
                    </a:lnTo>
                    <a:lnTo>
                      <a:pt x="219" y="782"/>
                    </a:lnTo>
                    <a:lnTo>
                      <a:pt x="175" y="721"/>
                    </a:lnTo>
                    <a:lnTo>
                      <a:pt x="175" y="644"/>
                    </a:lnTo>
                    <a:lnTo>
                      <a:pt x="279" y="235"/>
                    </a:lnTo>
                    <a:lnTo>
                      <a:pt x="388" y="0"/>
                    </a:lnTo>
                    <a:lnTo>
                      <a:pt x="307" y="341"/>
                    </a:lnTo>
                    <a:lnTo>
                      <a:pt x="219" y="685"/>
                    </a:lnTo>
                    <a:lnTo>
                      <a:pt x="307" y="798"/>
                    </a:lnTo>
                    <a:lnTo>
                      <a:pt x="366" y="914"/>
                    </a:lnTo>
                    <a:lnTo>
                      <a:pt x="606" y="462"/>
                    </a:lnTo>
                    <a:lnTo>
                      <a:pt x="691" y="3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3" name="Freeform 507"/>
              <p:cNvSpPr>
                <a:spLocks/>
              </p:cNvSpPr>
              <p:nvPr/>
            </p:nvSpPr>
            <p:spPr bwMode="auto">
              <a:xfrm>
                <a:off x="2942" y="1815"/>
                <a:ext cx="10" cy="54"/>
              </a:xfrm>
              <a:custGeom>
                <a:avLst/>
                <a:gdLst>
                  <a:gd name="T0" fmla="*/ 0 w 83"/>
                  <a:gd name="T1" fmla="*/ 0 h 431"/>
                  <a:gd name="T2" fmla="*/ 0 w 83"/>
                  <a:gd name="T3" fmla="*/ 0 h 431"/>
                  <a:gd name="T4" fmla="*/ 0 w 83"/>
                  <a:gd name="T5" fmla="*/ 0 h 431"/>
                  <a:gd name="T6" fmla="*/ 0 w 83"/>
                  <a:gd name="T7" fmla="*/ 0 h 431"/>
                  <a:gd name="T8" fmla="*/ 0 w 83"/>
                  <a:gd name="T9" fmla="*/ 0 h 431"/>
                  <a:gd name="T10" fmla="*/ 0 w 83"/>
                  <a:gd name="T11" fmla="*/ 0 h 431"/>
                  <a:gd name="T12" fmla="*/ 0 w 83"/>
                  <a:gd name="T13" fmla="*/ 0 h 431"/>
                  <a:gd name="T14" fmla="*/ 0 60000 65536"/>
                  <a:gd name="T15" fmla="*/ 0 60000 65536"/>
                  <a:gd name="T16" fmla="*/ 0 60000 65536"/>
                  <a:gd name="T17" fmla="*/ 0 60000 65536"/>
                  <a:gd name="T18" fmla="*/ 0 60000 65536"/>
                  <a:gd name="T19" fmla="*/ 0 60000 65536"/>
                  <a:gd name="T20" fmla="*/ 0 60000 65536"/>
                  <a:gd name="T21" fmla="*/ 0 w 83"/>
                  <a:gd name="T22" fmla="*/ 0 h 431"/>
                  <a:gd name="T23" fmla="*/ 83 w 83"/>
                  <a:gd name="T24" fmla="*/ 431 h 4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431">
                    <a:moveTo>
                      <a:pt x="0" y="0"/>
                    </a:moveTo>
                    <a:lnTo>
                      <a:pt x="51" y="106"/>
                    </a:lnTo>
                    <a:lnTo>
                      <a:pt x="51" y="297"/>
                    </a:lnTo>
                    <a:lnTo>
                      <a:pt x="83" y="385"/>
                    </a:lnTo>
                    <a:lnTo>
                      <a:pt x="42" y="431"/>
                    </a:lnTo>
                    <a:lnTo>
                      <a:pt x="24" y="20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4" name="Freeform 508"/>
              <p:cNvSpPr>
                <a:spLocks/>
              </p:cNvSpPr>
              <p:nvPr/>
            </p:nvSpPr>
            <p:spPr bwMode="auto">
              <a:xfrm>
                <a:off x="2878" y="1862"/>
                <a:ext cx="53" cy="85"/>
              </a:xfrm>
              <a:custGeom>
                <a:avLst/>
                <a:gdLst>
                  <a:gd name="T0" fmla="*/ 0 w 427"/>
                  <a:gd name="T1" fmla="*/ 0 h 680"/>
                  <a:gd name="T2" fmla="*/ 0 w 427"/>
                  <a:gd name="T3" fmla="*/ 0 h 680"/>
                  <a:gd name="T4" fmla="*/ 0 w 427"/>
                  <a:gd name="T5" fmla="*/ 0 h 680"/>
                  <a:gd name="T6" fmla="*/ 0 w 427"/>
                  <a:gd name="T7" fmla="*/ 0 h 680"/>
                  <a:gd name="T8" fmla="*/ 0 w 427"/>
                  <a:gd name="T9" fmla="*/ 0 h 680"/>
                  <a:gd name="T10" fmla="*/ 0 w 427"/>
                  <a:gd name="T11" fmla="*/ 0 h 680"/>
                  <a:gd name="T12" fmla="*/ 0 w 427"/>
                  <a:gd name="T13" fmla="*/ 0 h 680"/>
                  <a:gd name="T14" fmla="*/ 0 w 427"/>
                  <a:gd name="T15" fmla="*/ 0 h 680"/>
                  <a:gd name="T16" fmla="*/ 0 60000 65536"/>
                  <a:gd name="T17" fmla="*/ 0 60000 65536"/>
                  <a:gd name="T18" fmla="*/ 0 60000 65536"/>
                  <a:gd name="T19" fmla="*/ 0 60000 65536"/>
                  <a:gd name="T20" fmla="*/ 0 60000 65536"/>
                  <a:gd name="T21" fmla="*/ 0 60000 65536"/>
                  <a:gd name="T22" fmla="*/ 0 60000 65536"/>
                  <a:gd name="T23" fmla="*/ 0 60000 65536"/>
                  <a:gd name="T24" fmla="*/ 0 w 427"/>
                  <a:gd name="T25" fmla="*/ 0 h 680"/>
                  <a:gd name="T26" fmla="*/ 427 w 427"/>
                  <a:gd name="T27" fmla="*/ 680 h 6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7" h="680">
                    <a:moveTo>
                      <a:pt x="0" y="0"/>
                    </a:moveTo>
                    <a:lnTo>
                      <a:pt x="175" y="532"/>
                    </a:lnTo>
                    <a:lnTo>
                      <a:pt x="307" y="543"/>
                    </a:lnTo>
                    <a:lnTo>
                      <a:pt x="427" y="629"/>
                    </a:lnTo>
                    <a:lnTo>
                      <a:pt x="366" y="680"/>
                    </a:lnTo>
                    <a:lnTo>
                      <a:pt x="175" y="611"/>
                    </a:lnTo>
                    <a:lnTo>
                      <a:pt x="81" y="32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5" name="Freeform 509"/>
              <p:cNvSpPr>
                <a:spLocks/>
              </p:cNvSpPr>
              <p:nvPr/>
            </p:nvSpPr>
            <p:spPr bwMode="auto">
              <a:xfrm>
                <a:off x="2887" y="1847"/>
                <a:ext cx="16" cy="41"/>
              </a:xfrm>
              <a:custGeom>
                <a:avLst/>
                <a:gdLst>
                  <a:gd name="T0" fmla="*/ 0 w 131"/>
                  <a:gd name="T1" fmla="*/ 0 h 329"/>
                  <a:gd name="T2" fmla="*/ 0 w 131"/>
                  <a:gd name="T3" fmla="*/ 0 h 329"/>
                  <a:gd name="T4" fmla="*/ 0 w 131"/>
                  <a:gd name="T5" fmla="*/ 0 h 329"/>
                  <a:gd name="T6" fmla="*/ 0 w 131"/>
                  <a:gd name="T7" fmla="*/ 0 h 329"/>
                  <a:gd name="T8" fmla="*/ 0 w 131"/>
                  <a:gd name="T9" fmla="*/ 0 h 329"/>
                  <a:gd name="T10" fmla="*/ 0 60000 65536"/>
                  <a:gd name="T11" fmla="*/ 0 60000 65536"/>
                  <a:gd name="T12" fmla="*/ 0 60000 65536"/>
                  <a:gd name="T13" fmla="*/ 0 60000 65536"/>
                  <a:gd name="T14" fmla="*/ 0 60000 65536"/>
                  <a:gd name="T15" fmla="*/ 0 w 131"/>
                  <a:gd name="T16" fmla="*/ 0 h 329"/>
                  <a:gd name="T17" fmla="*/ 131 w 131"/>
                  <a:gd name="T18" fmla="*/ 329 h 329"/>
                </a:gdLst>
                <a:ahLst/>
                <a:cxnLst>
                  <a:cxn ang="T10">
                    <a:pos x="T0" y="T1"/>
                  </a:cxn>
                  <a:cxn ang="T11">
                    <a:pos x="T2" y="T3"/>
                  </a:cxn>
                  <a:cxn ang="T12">
                    <a:pos x="T4" y="T5"/>
                  </a:cxn>
                  <a:cxn ang="T13">
                    <a:pos x="T6" y="T7"/>
                  </a:cxn>
                  <a:cxn ang="T14">
                    <a:pos x="T8" y="T9"/>
                  </a:cxn>
                </a:cxnLst>
                <a:rect l="T15" t="T16" r="T17" b="T18"/>
                <a:pathLst>
                  <a:path w="131" h="329">
                    <a:moveTo>
                      <a:pt x="131" y="14"/>
                    </a:moveTo>
                    <a:lnTo>
                      <a:pt x="43" y="329"/>
                    </a:lnTo>
                    <a:lnTo>
                      <a:pt x="0" y="226"/>
                    </a:lnTo>
                    <a:lnTo>
                      <a:pt x="112" y="0"/>
                    </a:lnTo>
                    <a:lnTo>
                      <a:pt x="1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6" name="Freeform 510"/>
              <p:cNvSpPr>
                <a:spLocks/>
              </p:cNvSpPr>
              <p:nvPr/>
            </p:nvSpPr>
            <p:spPr bwMode="auto">
              <a:xfrm>
                <a:off x="2911" y="1739"/>
                <a:ext cx="13" cy="39"/>
              </a:xfrm>
              <a:custGeom>
                <a:avLst/>
                <a:gdLst>
                  <a:gd name="T0" fmla="*/ 0 w 103"/>
                  <a:gd name="T1" fmla="*/ 0 h 319"/>
                  <a:gd name="T2" fmla="*/ 0 w 103"/>
                  <a:gd name="T3" fmla="*/ 0 h 319"/>
                  <a:gd name="T4" fmla="*/ 0 w 103"/>
                  <a:gd name="T5" fmla="*/ 0 h 319"/>
                  <a:gd name="T6" fmla="*/ 0 w 103"/>
                  <a:gd name="T7" fmla="*/ 0 h 319"/>
                  <a:gd name="T8" fmla="*/ 0 w 103"/>
                  <a:gd name="T9" fmla="*/ 0 h 319"/>
                  <a:gd name="T10" fmla="*/ 0 60000 65536"/>
                  <a:gd name="T11" fmla="*/ 0 60000 65536"/>
                  <a:gd name="T12" fmla="*/ 0 60000 65536"/>
                  <a:gd name="T13" fmla="*/ 0 60000 65536"/>
                  <a:gd name="T14" fmla="*/ 0 60000 65536"/>
                  <a:gd name="T15" fmla="*/ 0 w 103"/>
                  <a:gd name="T16" fmla="*/ 0 h 319"/>
                  <a:gd name="T17" fmla="*/ 103 w 103"/>
                  <a:gd name="T18" fmla="*/ 319 h 319"/>
                </a:gdLst>
                <a:ahLst/>
                <a:cxnLst>
                  <a:cxn ang="T10">
                    <a:pos x="T0" y="T1"/>
                  </a:cxn>
                  <a:cxn ang="T11">
                    <a:pos x="T2" y="T3"/>
                  </a:cxn>
                  <a:cxn ang="T12">
                    <a:pos x="T4" y="T5"/>
                  </a:cxn>
                  <a:cxn ang="T13">
                    <a:pos x="T6" y="T7"/>
                  </a:cxn>
                  <a:cxn ang="T14">
                    <a:pos x="T8" y="T9"/>
                  </a:cxn>
                </a:cxnLst>
                <a:rect l="T15" t="T16" r="T17" b="T18"/>
                <a:pathLst>
                  <a:path w="103" h="319">
                    <a:moveTo>
                      <a:pt x="71" y="0"/>
                    </a:moveTo>
                    <a:lnTo>
                      <a:pt x="71" y="171"/>
                    </a:lnTo>
                    <a:lnTo>
                      <a:pt x="103" y="319"/>
                    </a:lnTo>
                    <a:lnTo>
                      <a:pt x="0" y="210"/>
                    </a:lnTo>
                    <a:lnTo>
                      <a:pt x="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7" name="Freeform 511"/>
              <p:cNvSpPr>
                <a:spLocks/>
              </p:cNvSpPr>
              <p:nvPr/>
            </p:nvSpPr>
            <p:spPr bwMode="auto">
              <a:xfrm>
                <a:off x="2928" y="1648"/>
                <a:ext cx="67" cy="89"/>
              </a:xfrm>
              <a:custGeom>
                <a:avLst/>
                <a:gdLst>
                  <a:gd name="T0" fmla="*/ 0 w 533"/>
                  <a:gd name="T1" fmla="*/ 0 h 711"/>
                  <a:gd name="T2" fmla="*/ 0 w 533"/>
                  <a:gd name="T3" fmla="*/ 0 h 711"/>
                  <a:gd name="T4" fmla="*/ 0 w 533"/>
                  <a:gd name="T5" fmla="*/ 0 h 711"/>
                  <a:gd name="T6" fmla="*/ 0 w 533"/>
                  <a:gd name="T7" fmla="*/ 0 h 711"/>
                  <a:gd name="T8" fmla="*/ 0 w 533"/>
                  <a:gd name="T9" fmla="*/ 0 h 711"/>
                  <a:gd name="T10" fmla="*/ 0 w 533"/>
                  <a:gd name="T11" fmla="*/ 0 h 711"/>
                  <a:gd name="T12" fmla="*/ 0 w 533"/>
                  <a:gd name="T13" fmla="*/ 0 h 711"/>
                  <a:gd name="T14" fmla="*/ 0 w 533"/>
                  <a:gd name="T15" fmla="*/ 0 h 711"/>
                  <a:gd name="T16" fmla="*/ 0 w 533"/>
                  <a:gd name="T17" fmla="*/ 0 h 711"/>
                  <a:gd name="T18" fmla="*/ 0 w 533"/>
                  <a:gd name="T19" fmla="*/ 0 h 711"/>
                  <a:gd name="T20" fmla="*/ 0 w 533"/>
                  <a:gd name="T21" fmla="*/ 0 h 711"/>
                  <a:gd name="T22" fmla="*/ 0 w 533"/>
                  <a:gd name="T23" fmla="*/ 0 h 711"/>
                  <a:gd name="T24" fmla="*/ 0 w 533"/>
                  <a:gd name="T25" fmla="*/ 0 h 711"/>
                  <a:gd name="T26" fmla="*/ 0 w 533"/>
                  <a:gd name="T27" fmla="*/ 0 h 7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33"/>
                  <a:gd name="T43" fmla="*/ 0 h 711"/>
                  <a:gd name="T44" fmla="*/ 533 w 533"/>
                  <a:gd name="T45" fmla="*/ 711 h 7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33" h="711">
                    <a:moveTo>
                      <a:pt x="0" y="393"/>
                    </a:moveTo>
                    <a:lnTo>
                      <a:pt x="60" y="393"/>
                    </a:lnTo>
                    <a:lnTo>
                      <a:pt x="174" y="520"/>
                    </a:lnTo>
                    <a:lnTo>
                      <a:pt x="254" y="711"/>
                    </a:lnTo>
                    <a:lnTo>
                      <a:pt x="189" y="503"/>
                    </a:lnTo>
                    <a:lnTo>
                      <a:pt x="93" y="329"/>
                    </a:lnTo>
                    <a:lnTo>
                      <a:pt x="51" y="305"/>
                    </a:lnTo>
                    <a:lnTo>
                      <a:pt x="227" y="164"/>
                    </a:lnTo>
                    <a:lnTo>
                      <a:pt x="427" y="141"/>
                    </a:lnTo>
                    <a:lnTo>
                      <a:pt x="533" y="0"/>
                    </a:lnTo>
                    <a:lnTo>
                      <a:pt x="306" y="35"/>
                    </a:lnTo>
                    <a:lnTo>
                      <a:pt x="189" y="153"/>
                    </a:lnTo>
                    <a:lnTo>
                      <a:pt x="21" y="305"/>
                    </a:lnTo>
                    <a:lnTo>
                      <a:pt x="0" y="3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8" name="Freeform 512"/>
              <p:cNvSpPr>
                <a:spLocks/>
              </p:cNvSpPr>
              <p:nvPr/>
            </p:nvSpPr>
            <p:spPr bwMode="auto">
              <a:xfrm>
                <a:off x="3023" y="1613"/>
                <a:ext cx="15" cy="20"/>
              </a:xfrm>
              <a:custGeom>
                <a:avLst/>
                <a:gdLst>
                  <a:gd name="T0" fmla="*/ 0 w 118"/>
                  <a:gd name="T1" fmla="*/ 0 h 158"/>
                  <a:gd name="T2" fmla="*/ 0 w 118"/>
                  <a:gd name="T3" fmla="*/ 0 h 158"/>
                  <a:gd name="T4" fmla="*/ 0 w 118"/>
                  <a:gd name="T5" fmla="*/ 0 h 158"/>
                  <a:gd name="T6" fmla="*/ 0 w 118"/>
                  <a:gd name="T7" fmla="*/ 0 h 158"/>
                  <a:gd name="T8" fmla="*/ 0 w 118"/>
                  <a:gd name="T9" fmla="*/ 0 h 158"/>
                  <a:gd name="T10" fmla="*/ 0 60000 65536"/>
                  <a:gd name="T11" fmla="*/ 0 60000 65536"/>
                  <a:gd name="T12" fmla="*/ 0 60000 65536"/>
                  <a:gd name="T13" fmla="*/ 0 60000 65536"/>
                  <a:gd name="T14" fmla="*/ 0 60000 65536"/>
                  <a:gd name="T15" fmla="*/ 0 w 118"/>
                  <a:gd name="T16" fmla="*/ 0 h 158"/>
                  <a:gd name="T17" fmla="*/ 118 w 118"/>
                  <a:gd name="T18" fmla="*/ 158 h 158"/>
                </a:gdLst>
                <a:ahLst/>
                <a:cxnLst>
                  <a:cxn ang="T10">
                    <a:pos x="T0" y="T1"/>
                  </a:cxn>
                  <a:cxn ang="T11">
                    <a:pos x="T2" y="T3"/>
                  </a:cxn>
                  <a:cxn ang="T12">
                    <a:pos x="T4" y="T5"/>
                  </a:cxn>
                  <a:cxn ang="T13">
                    <a:pos x="T6" y="T7"/>
                  </a:cxn>
                  <a:cxn ang="T14">
                    <a:pos x="T8" y="T9"/>
                  </a:cxn>
                </a:cxnLst>
                <a:rect l="T15" t="T16" r="T17" b="T18"/>
                <a:pathLst>
                  <a:path w="118" h="158">
                    <a:moveTo>
                      <a:pt x="63" y="0"/>
                    </a:moveTo>
                    <a:lnTo>
                      <a:pt x="0" y="158"/>
                    </a:lnTo>
                    <a:lnTo>
                      <a:pt x="26" y="158"/>
                    </a:lnTo>
                    <a:lnTo>
                      <a:pt x="118" y="38"/>
                    </a:lnTo>
                    <a:lnTo>
                      <a:pt x="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9" name="Freeform 513"/>
              <p:cNvSpPr>
                <a:spLocks/>
              </p:cNvSpPr>
              <p:nvPr/>
            </p:nvSpPr>
            <p:spPr bwMode="auto">
              <a:xfrm>
                <a:off x="3042" y="1668"/>
                <a:ext cx="123" cy="76"/>
              </a:xfrm>
              <a:custGeom>
                <a:avLst/>
                <a:gdLst>
                  <a:gd name="T0" fmla="*/ 0 w 985"/>
                  <a:gd name="T1" fmla="*/ 0 h 611"/>
                  <a:gd name="T2" fmla="*/ 0 w 985"/>
                  <a:gd name="T3" fmla="*/ 0 h 611"/>
                  <a:gd name="T4" fmla="*/ 0 w 985"/>
                  <a:gd name="T5" fmla="*/ 0 h 611"/>
                  <a:gd name="T6" fmla="*/ 0 w 985"/>
                  <a:gd name="T7" fmla="*/ 0 h 611"/>
                  <a:gd name="T8" fmla="*/ 0 w 985"/>
                  <a:gd name="T9" fmla="*/ 0 h 611"/>
                  <a:gd name="T10" fmla="*/ 0 w 985"/>
                  <a:gd name="T11" fmla="*/ 0 h 611"/>
                  <a:gd name="T12" fmla="*/ 0 w 985"/>
                  <a:gd name="T13" fmla="*/ 0 h 611"/>
                  <a:gd name="T14" fmla="*/ 0 w 985"/>
                  <a:gd name="T15" fmla="*/ 0 h 611"/>
                  <a:gd name="T16" fmla="*/ 0 w 985"/>
                  <a:gd name="T17" fmla="*/ 0 h 611"/>
                  <a:gd name="T18" fmla="*/ 0 w 985"/>
                  <a:gd name="T19" fmla="*/ 0 h 611"/>
                  <a:gd name="T20" fmla="*/ 0 w 985"/>
                  <a:gd name="T21" fmla="*/ 0 h 611"/>
                  <a:gd name="T22" fmla="*/ 0 w 985"/>
                  <a:gd name="T23" fmla="*/ 0 h 611"/>
                  <a:gd name="T24" fmla="*/ 0 w 985"/>
                  <a:gd name="T25" fmla="*/ 0 h 611"/>
                  <a:gd name="T26" fmla="*/ 0 w 985"/>
                  <a:gd name="T27" fmla="*/ 0 h 611"/>
                  <a:gd name="T28" fmla="*/ 0 w 985"/>
                  <a:gd name="T29" fmla="*/ 0 h 611"/>
                  <a:gd name="T30" fmla="*/ 0 w 985"/>
                  <a:gd name="T31" fmla="*/ 0 h 611"/>
                  <a:gd name="T32" fmla="*/ 0 w 985"/>
                  <a:gd name="T33" fmla="*/ 0 h 611"/>
                  <a:gd name="T34" fmla="*/ 0 w 985"/>
                  <a:gd name="T35" fmla="*/ 0 h 611"/>
                  <a:gd name="T36" fmla="*/ 0 w 985"/>
                  <a:gd name="T37" fmla="*/ 0 h 611"/>
                  <a:gd name="T38" fmla="*/ 0 w 985"/>
                  <a:gd name="T39" fmla="*/ 0 h 611"/>
                  <a:gd name="T40" fmla="*/ 0 w 985"/>
                  <a:gd name="T41" fmla="*/ 0 h 611"/>
                  <a:gd name="T42" fmla="*/ 0 w 985"/>
                  <a:gd name="T43" fmla="*/ 0 h 611"/>
                  <a:gd name="T44" fmla="*/ 0 w 985"/>
                  <a:gd name="T45" fmla="*/ 0 h 611"/>
                  <a:gd name="T46" fmla="*/ 0 w 985"/>
                  <a:gd name="T47" fmla="*/ 0 h 611"/>
                  <a:gd name="T48" fmla="*/ 0 w 985"/>
                  <a:gd name="T49" fmla="*/ 0 h 611"/>
                  <a:gd name="T50" fmla="*/ 0 w 985"/>
                  <a:gd name="T51" fmla="*/ 0 h 611"/>
                  <a:gd name="T52" fmla="*/ 0 w 985"/>
                  <a:gd name="T53" fmla="*/ 0 h 611"/>
                  <a:gd name="T54" fmla="*/ 0 w 985"/>
                  <a:gd name="T55" fmla="*/ 0 h 611"/>
                  <a:gd name="T56" fmla="*/ 0 w 985"/>
                  <a:gd name="T57" fmla="*/ 0 h 611"/>
                  <a:gd name="T58" fmla="*/ 0 w 985"/>
                  <a:gd name="T59" fmla="*/ 0 h 611"/>
                  <a:gd name="T60" fmla="*/ 0 w 985"/>
                  <a:gd name="T61" fmla="*/ 0 h 611"/>
                  <a:gd name="T62" fmla="*/ 0 w 985"/>
                  <a:gd name="T63" fmla="*/ 0 h 611"/>
                  <a:gd name="T64" fmla="*/ 0 w 985"/>
                  <a:gd name="T65" fmla="*/ 0 h 611"/>
                  <a:gd name="T66" fmla="*/ 0 w 985"/>
                  <a:gd name="T67" fmla="*/ 0 h 611"/>
                  <a:gd name="T68" fmla="*/ 0 w 985"/>
                  <a:gd name="T69" fmla="*/ 0 h 61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85"/>
                  <a:gd name="T106" fmla="*/ 0 h 611"/>
                  <a:gd name="T107" fmla="*/ 985 w 985"/>
                  <a:gd name="T108" fmla="*/ 611 h 61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85" h="611">
                    <a:moveTo>
                      <a:pt x="55" y="194"/>
                    </a:moveTo>
                    <a:lnTo>
                      <a:pt x="107" y="264"/>
                    </a:lnTo>
                    <a:lnTo>
                      <a:pt x="182" y="334"/>
                    </a:lnTo>
                    <a:lnTo>
                      <a:pt x="199" y="354"/>
                    </a:lnTo>
                    <a:lnTo>
                      <a:pt x="257" y="334"/>
                    </a:lnTo>
                    <a:lnTo>
                      <a:pt x="254" y="387"/>
                    </a:lnTo>
                    <a:lnTo>
                      <a:pt x="301" y="424"/>
                    </a:lnTo>
                    <a:lnTo>
                      <a:pt x="413" y="470"/>
                    </a:lnTo>
                    <a:lnTo>
                      <a:pt x="479" y="502"/>
                    </a:lnTo>
                    <a:lnTo>
                      <a:pt x="538" y="543"/>
                    </a:lnTo>
                    <a:lnTo>
                      <a:pt x="580" y="585"/>
                    </a:lnTo>
                    <a:lnTo>
                      <a:pt x="901" y="20"/>
                    </a:lnTo>
                    <a:lnTo>
                      <a:pt x="938" y="0"/>
                    </a:lnTo>
                    <a:lnTo>
                      <a:pt x="976" y="0"/>
                    </a:lnTo>
                    <a:lnTo>
                      <a:pt x="985" y="20"/>
                    </a:lnTo>
                    <a:lnTo>
                      <a:pt x="967" y="29"/>
                    </a:lnTo>
                    <a:lnTo>
                      <a:pt x="936" y="29"/>
                    </a:lnTo>
                    <a:lnTo>
                      <a:pt x="899" y="48"/>
                    </a:lnTo>
                    <a:lnTo>
                      <a:pt x="865" y="90"/>
                    </a:lnTo>
                    <a:lnTo>
                      <a:pt x="580" y="611"/>
                    </a:lnTo>
                    <a:lnTo>
                      <a:pt x="459" y="565"/>
                    </a:lnTo>
                    <a:lnTo>
                      <a:pt x="538" y="578"/>
                    </a:lnTo>
                    <a:lnTo>
                      <a:pt x="485" y="532"/>
                    </a:lnTo>
                    <a:lnTo>
                      <a:pt x="404" y="486"/>
                    </a:lnTo>
                    <a:lnTo>
                      <a:pt x="325" y="458"/>
                    </a:lnTo>
                    <a:lnTo>
                      <a:pt x="296" y="453"/>
                    </a:lnTo>
                    <a:lnTo>
                      <a:pt x="362" y="519"/>
                    </a:lnTo>
                    <a:lnTo>
                      <a:pt x="301" y="475"/>
                    </a:lnTo>
                    <a:lnTo>
                      <a:pt x="257" y="440"/>
                    </a:lnTo>
                    <a:lnTo>
                      <a:pt x="204" y="383"/>
                    </a:lnTo>
                    <a:lnTo>
                      <a:pt x="136" y="315"/>
                    </a:lnTo>
                    <a:lnTo>
                      <a:pt x="74" y="269"/>
                    </a:lnTo>
                    <a:lnTo>
                      <a:pt x="24" y="224"/>
                    </a:lnTo>
                    <a:lnTo>
                      <a:pt x="0" y="185"/>
                    </a:lnTo>
                    <a:lnTo>
                      <a:pt x="55"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0" name="Freeform 514"/>
              <p:cNvSpPr>
                <a:spLocks/>
              </p:cNvSpPr>
              <p:nvPr/>
            </p:nvSpPr>
            <p:spPr bwMode="auto">
              <a:xfrm>
                <a:off x="3042" y="1595"/>
                <a:ext cx="36" cy="44"/>
              </a:xfrm>
              <a:custGeom>
                <a:avLst/>
                <a:gdLst>
                  <a:gd name="T0" fmla="*/ 0 w 281"/>
                  <a:gd name="T1" fmla="*/ 0 h 354"/>
                  <a:gd name="T2" fmla="*/ 0 w 281"/>
                  <a:gd name="T3" fmla="*/ 0 h 354"/>
                  <a:gd name="T4" fmla="*/ 0 w 281"/>
                  <a:gd name="T5" fmla="*/ 0 h 354"/>
                  <a:gd name="T6" fmla="*/ 0 w 281"/>
                  <a:gd name="T7" fmla="*/ 0 h 354"/>
                  <a:gd name="T8" fmla="*/ 0 w 281"/>
                  <a:gd name="T9" fmla="*/ 0 h 354"/>
                  <a:gd name="T10" fmla="*/ 0 w 281"/>
                  <a:gd name="T11" fmla="*/ 0 h 354"/>
                  <a:gd name="T12" fmla="*/ 0 w 281"/>
                  <a:gd name="T13" fmla="*/ 0 h 354"/>
                  <a:gd name="T14" fmla="*/ 0 w 281"/>
                  <a:gd name="T15" fmla="*/ 0 h 354"/>
                  <a:gd name="T16" fmla="*/ 0 w 281"/>
                  <a:gd name="T17" fmla="*/ 0 h 3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1"/>
                  <a:gd name="T28" fmla="*/ 0 h 354"/>
                  <a:gd name="T29" fmla="*/ 281 w 281"/>
                  <a:gd name="T30" fmla="*/ 354 h 3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1" h="354">
                    <a:moveTo>
                      <a:pt x="0" y="338"/>
                    </a:moveTo>
                    <a:lnTo>
                      <a:pt x="199" y="42"/>
                    </a:lnTo>
                    <a:lnTo>
                      <a:pt x="228" y="17"/>
                    </a:lnTo>
                    <a:lnTo>
                      <a:pt x="254" y="0"/>
                    </a:lnTo>
                    <a:lnTo>
                      <a:pt x="281" y="6"/>
                    </a:lnTo>
                    <a:lnTo>
                      <a:pt x="241" y="22"/>
                    </a:lnTo>
                    <a:lnTo>
                      <a:pt x="206" y="54"/>
                    </a:lnTo>
                    <a:lnTo>
                      <a:pt x="4" y="354"/>
                    </a:lnTo>
                    <a:lnTo>
                      <a:pt x="0" y="3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1" name="Freeform 515"/>
              <p:cNvSpPr>
                <a:spLocks/>
              </p:cNvSpPr>
              <p:nvPr/>
            </p:nvSpPr>
            <p:spPr bwMode="auto">
              <a:xfrm>
                <a:off x="3046" y="1640"/>
                <a:ext cx="87" cy="30"/>
              </a:xfrm>
              <a:custGeom>
                <a:avLst/>
                <a:gdLst>
                  <a:gd name="T0" fmla="*/ 0 w 696"/>
                  <a:gd name="T1" fmla="*/ 0 h 242"/>
                  <a:gd name="T2" fmla="*/ 0 w 696"/>
                  <a:gd name="T3" fmla="*/ 0 h 242"/>
                  <a:gd name="T4" fmla="*/ 0 w 696"/>
                  <a:gd name="T5" fmla="*/ 0 h 242"/>
                  <a:gd name="T6" fmla="*/ 0 w 696"/>
                  <a:gd name="T7" fmla="*/ 0 h 242"/>
                  <a:gd name="T8" fmla="*/ 0 w 696"/>
                  <a:gd name="T9" fmla="*/ 0 h 242"/>
                  <a:gd name="T10" fmla="*/ 0 w 696"/>
                  <a:gd name="T11" fmla="*/ 0 h 242"/>
                  <a:gd name="T12" fmla="*/ 0 w 696"/>
                  <a:gd name="T13" fmla="*/ 0 h 242"/>
                  <a:gd name="T14" fmla="*/ 0 w 696"/>
                  <a:gd name="T15" fmla="*/ 0 h 242"/>
                  <a:gd name="T16" fmla="*/ 0 w 696"/>
                  <a:gd name="T17" fmla="*/ 0 h 242"/>
                  <a:gd name="T18" fmla="*/ 0 w 696"/>
                  <a:gd name="T19" fmla="*/ 0 h 242"/>
                  <a:gd name="T20" fmla="*/ 0 w 696"/>
                  <a:gd name="T21" fmla="*/ 0 h 242"/>
                  <a:gd name="T22" fmla="*/ 0 w 696"/>
                  <a:gd name="T23" fmla="*/ 0 h 242"/>
                  <a:gd name="T24" fmla="*/ 0 w 696"/>
                  <a:gd name="T25" fmla="*/ 0 h 242"/>
                  <a:gd name="T26" fmla="*/ 0 w 696"/>
                  <a:gd name="T27" fmla="*/ 0 h 242"/>
                  <a:gd name="T28" fmla="*/ 0 w 696"/>
                  <a:gd name="T29" fmla="*/ 0 h 242"/>
                  <a:gd name="T30" fmla="*/ 0 w 696"/>
                  <a:gd name="T31" fmla="*/ 0 h 242"/>
                  <a:gd name="T32" fmla="*/ 0 w 696"/>
                  <a:gd name="T33" fmla="*/ 0 h 242"/>
                  <a:gd name="T34" fmla="*/ 0 w 696"/>
                  <a:gd name="T35" fmla="*/ 0 h 242"/>
                  <a:gd name="T36" fmla="*/ 0 w 696"/>
                  <a:gd name="T37" fmla="*/ 0 h 242"/>
                  <a:gd name="T38" fmla="*/ 0 w 696"/>
                  <a:gd name="T39" fmla="*/ 0 h 242"/>
                  <a:gd name="T40" fmla="*/ 0 w 696"/>
                  <a:gd name="T41" fmla="*/ 0 h 242"/>
                  <a:gd name="T42" fmla="*/ 0 w 696"/>
                  <a:gd name="T43" fmla="*/ 0 h 242"/>
                  <a:gd name="T44" fmla="*/ 0 w 696"/>
                  <a:gd name="T45" fmla="*/ 0 h 242"/>
                  <a:gd name="T46" fmla="*/ 0 w 696"/>
                  <a:gd name="T47" fmla="*/ 0 h 242"/>
                  <a:gd name="T48" fmla="*/ 0 w 696"/>
                  <a:gd name="T49" fmla="*/ 0 h 242"/>
                  <a:gd name="T50" fmla="*/ 0 w 696"/>
                  <a:gd name="T51" fmla="*/ 0 h 242"/>
                  <a:gd name="T52" fmla="*/ 0 w 696"/>
                  <a:gd name="T53" fmla="*/ 0 h 242"/>
                  <a:gd name="T54" fmla="*/ 0 w 696"/>
                  <a:gd name="T55" fmla="*/ 0 h 242"/>
                  <a:gd name="T56" fmla="*/ 0 w 696"/>
                  <a:gd name="T57" fmla="*/ 0 h 242"/>
                  <a:gd name="T58" fmla="*/ 0 w 696"/>
                  <a:gd name="T59" fmla="*/ 0 h 242"/>
                  <a:gd name="T60" fmla="*/ 0 w 696"/>
                  <a:gd name="T61" fmla="*/ 0 h 242"/>
                  <a:gd name="T62" fmla="*/ 0 w 696"/>
                  <a:gd name="T63" fmla="*/ 0 h 242"/>
                  <a:gd name="T64" fmla="*/ 0 w 696"/>
                  <a:gd name="T65" fmla="*/ 0 h 242"/>
                  <a:gd name="T66" fmla="*/ 0 w 696"/>
                  <a:gd name="T67" fmla="*/ 0 h 242"/>
                  <a:gd name="T68" fmla="*/ 0 w 696"/>
                  <a:gd name="T69" fmla="*/ 0 h 242"/>
                  <a:gd name="T70" fmla="*/ 0 w 696"/>
                  <a:gd name="T71" fmla="*/ 0 h 242"/>
                  <a:gd name="T72" fmla="*/ 0 w 696"/>
                  <a:gd name="T73" fmla="*/ 0 h 2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96"/>
                  <a:gd name="T112" fmla="*/ 0 h 242"/>
                  <a:gd name="T113" fmla="*/ 696 w 696"/>
                  <a:gd name="T114" fmla="*/ 242 h 24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96" h="242">
                    <a:moveTo>
                      <a:pt x="0" y="242"/>
                    </a:moveTo>
                    <a:lnTo>
                      <a:pt x="39" y="215"/>
                    </a:lnTo>
                    <a:lnTo>
                      <a:pt x="81" y="180"/>
                    </a:lnTo>
                    <a:lnTo>
                      <a:pt x="131" y="111"/>
                    </a:lnTo>
                    <a:lnTo>
                      <a:pt x="156" y="69"/>
                    </a:lnTo>
                    <a:lnTo>
                      <a:pt x="180" y="49"/>
                    </a:lnTo>
                    <a:lnTo>
                      <a:pt x="208" y="31"/>
                    </a:lnTo>
                    <a:lnTo>
                      <a:pt x="248" y="21"/>
                    </a:lnTo>
                    <a:lnTo>
                      <a:pt x="369" y="0"/>
                    </a:lnTo>
                    <a:lnTo>
                      <a:pt x="439" y="3"/>
                    </a:lnTo>
                    <a:lnTo>
                      <a:pt x="527" y="40"/>
                    </a:lnTo>
                    <a:lnTo>
                      <a:pt x="592" y="88"/>
                    </a:lnTo>
                    <a:lnTo>
                      <a:pt x="696" y="137"/>
                    </a:lnTo>
                    <a:lnTo>
                      <a:pt x="617" y="125"/>
                    </a:lnTo>
                    <a:lnTo>
                      <a:pt x="564" y="106"/>
                    </a:lnTo>
                    <a:lnTo>
                      <a:pt x="527" y="86"/>
                    </a:lnTo>
                    <a:lnTo>
                      <a:pt x="483" y="75"/>
                    </a:lnTo>
                    <a:lnTo>
                      <a:pt x="459" y="79"/>
                    </a:lnTo>
                    <a:lnTo>
                      <a:pt x="435" y="150"/>
                    </a:lnTo>
                    <a:lnTo>
                      <a:pt x="384" y="211"/>
                    </a:lnTo>
                    <a:lnTo>
                      <a:pt x="421" y="152"/>
                    </a:lnTo>
                    <a:lnTo>
                      <a:pt x="447" y="69"/>
                    </a:lnTo>
                    <a:lnTo>
                      <a:pt x="447" y="49"/>
                    </a:lnTo>
                    <a:lnTo>
                      <a:pt x="430" y="28"/>
                    </a:lnTo>
                    <a:lnTo>
                      <a:pt x="384" y="16"/>
                    </a:lnTo>
                    <a:lnTo>
                      <a:pt x="329" y="21"/>
                    </a:lnTo>
                    <a:lnTo>
                      <a:pt x="313" y="44"/>
                    </a:lnTo>
                    <a:lnTo>
                      <a:pt x="343" y="222"/>
                    </a:lnTo>
                    <a:lnTo>
                      <a:pt x="325" y="222"/>
                    </a:lnTo>
                    <a:lnTo>
                      <a:pt x="256" y="198"/>
                    </a:lnTo>
                    <a:lnTo>
                      <a:pt x="195" y="174"/>
                    </a:lnTo>
                    <a:lnTo>
                      <a:pt x="164" y="150"/>
                    </a:lnTo>
                    <a:lnTo>
                      <a:pt x="145" y="137"/>
                    </a:lnTo>
                    <a:lnTo>
                      <a:pt x="108" y="174"/>
                    </a:lnTo>
                    <a:lnTo>
                      <a:pt x="67" y="210"/>
                    </a:lnTo>
                    <a:lnTo>
                      <a:pt x="25" y="231"/>
                    </a:lnTo>
                    <a:lnTo>
                      <a:pt x="0" y="2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2" name="Freeform 516"/>
              <p:cNvSpPr>
                <a:spLocks/>
              </p:cNvSpPr>
              <p:nvPr/>
            </p:nvSpPr>
            <p:spPr bwMode="auto">
              <a:xfrm>
                <a:off x="3129" y="1594"/>
                <a:ext cx="49" cy="55"/>
              </a:xfrm>
              <a:custGeom>
                <a:avLst/>
                <a:gdLst>
                  <a:gd name="T0" fmla="*/ 0 w 385"/>
                  <a:gd name="T1" fmla="*/ 0 h 439"/>
                  <a:gd name="T2" fmla="*/ 0 w 385"/>
                  <a:gd name="T3" fmla="*/ 0 h 439"/>
                  <a:gd name="T4" fmla="*/ 0 w 385"/>
                  <a:gd name="T5" fmla="*/ 0 h 439"/>
                  <a:gd name="T6" fmla="*/ 0 w 385"/>
                  <a:gd name="T7" fmla="*/ 0 h 439"/>
                  <a:gd name="T8" fmla="*/ 0 w 385"/>
                  <a:gd name="T9" fmla="*/ 0 h 439"/>
                  <a:gd name="T10" fmla="*/ 0 w 385"/>
                  <a:gd name="T11" fmla="*/ 0 h 439"/>
                  <a:gd name="T12" fmla="*/ 0 w 385"/>
                  <a:gd name="T13" fmla="*/ 0 h 439"/>
                  <a:gd name="T14" fmla="*/ 0 w 385"/>
                  <a:gd name="T15" fmla="*/ 0 h 439"/>
                  <a:gd name="T16" fmla="*/ 0 w 385"/>
                  <a:gd name="T17" fmla="*/ 0 h 439"/>
                  <a:gd name="T18" fmla="*/ 0 w 385"/>
                  <a:gd name="T19" fmla="*/ 0 h 439"/>
                  <a:gd name="T20" fmla="*/ 0 w 385"/>
                  <a:gd name="T21" fmla="*/ 0 h 439"/>
                  <a:gd name="T22" fmla="*/ 0 w 385"/>
                  <a:gd name="T23" fmla="*/ 0 h 439"/>
                  <a:gd name="T24" fmla="*/ 0 w 385"/>
                  <a:gd name="T25" fmla="*/ 0 h 439"/>
                  <a:gd name="T26" fmla="*/ 0 w 385"/>
                  <a:gd name="T27" fmla="*/ 0 h 439"/>
                  <a:gd name="T28" fmla="*/ 0 w 385"/>
                  <a:gd name="T29" fmla="*/ 0 h 439"/>
                  <a:gd name="T30" fmla="*/ 0 w 385"/>
                  <a:gd name="T31" fmla="*/ 0 h 439"/>
                  <a:gd name="T32" fmla="*/ 0 w 385"/>
                  <a:gd name="T33" fmla="*/ 0 h 439"/>
                  <a:gd name="T34" fmla="*/ 0 w 385"/>
                  <a:gd name="T35" fmla="*/ 0 h 439"/>
                  <a:gd name="T36" fmla="*/ 0 w 385"/>
                  <a:gd name="T37" fmla="*/ 0 h 4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5"/>
                  <a:gd name="T58" fmla="*/ 0 h 439"/>
                  <a:gd name="T59" fmla="*/ 385 w 385"/>
                  <a:gd name="T60" fmla="*/ 439 h 43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5" h="439">
                    <a:moveTo>
                      <a:pt x="0" y="0"/>
                    </a:moveTo>
                    <a:lnTo>
                      <a:pt x="40" y="55"/>
                    </a:lnTo>
                    <a:lnTo>
                      <a:pt x="63" y="111"/>
                    </a:lnTo>
                    <a:lnTo>
                      <a:pt x="86" y="256"/>
                    </a:lnTo>
                    <a:lnTo>
                      <a:pt x="75" y="439"/>
                    </a:lnTo>
                    <a:lnTo>
                      <a:pt x="114" y="274"/>
                    </a:lnTo>
                    <a:lnTo>
                      <a:pt x="148" y="189"/>
                    </a:lnTo>
                    <a:lnTo>
                      <a:pt x="204" y="107"/>
                    </a:lnTo>
                    <a:lnTo>
                      <a:pt x="235" y="111"/>
                    </a:lnTo>
                    <a:lnTo>
                      <a:pt x="211" y="256"/>
                    </a:lnTo>
                    <a:lnTo>
                      <a:pt x="215" y="292"/>
                    </a:lnTo>
                    <a:lnTo>
                      <a:pt x="385" y="74"/>
                    </a:lnTo>
                    <a:lnTo>
                      <a:pt x="310" y="26"/>
                    </a:lnTo>
                    <a:lnTo>
                      <a:pt x="252" y="67"/>
                    </a:lnTo>
                    <a:lnTo>
                      <a:pt x="204" y="58"/>
                    </a:lnTo>
                    <a:lnTo>
                      <a:pt x="112" y="81"/>
                    </a:lnTo>
                    <a:lnTo>
                      <a:pt x="81" y="81"/>
                    </a:lnTo>
                    <a:lnTo>
                      <a:pt x="37"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3" name="Freeform 517"/>
              <p:cNvSpPr>
                <a:spLocks/>
              </p:cNvSpPr>
              <p:nvPr/>
            </p:nvSpPr>
            <p:spPr bwMode="auto">
              <a:xfrm>
                <a:off x="3082" y="1664"/>
                <a:ext cx="103" cy="290"/>
              </a:xfrm>
              <a:custGeom>
                <a:avLst/>
                <a:gdLst>
                  <a:gd name="T0" fmla="*/ 0 w 819"/>
                  <a:gd name="T1" fmla="*/ 0 h 2318"/>
                  <a:gd name="T2" fmla="*/ 0 w 819"/>
                  <a:gd name="T3" fmla="*/ 0 h 2318"/>
                  <a:gd name="T4" fmla="*/ 0 w 819"/>
                  <a:gd name="T5" fmla="*/ 0 h 2318"/>
                  <a:gd name="T6" fmla="*/ 0 w 819"/>
                  <a:gd name="T7" fmla="*/ 0 h 2318"/>
                  <a:gd name="T8" fmla="*/ 0 w 819"/>
                  <a:gd name="T9" fmla="*/ 0 h 2318"/>
                  <a:gd name="T10" fmla="*/ 0 w 819"/>
                  <a:gd name="T11" fmla="*/ 0 h 2318"/>
                  <a:gd name="T12" fmla="*/ 0 w 819"/>
                  <a:gd name="T13" fmla="*/ 0 h 2318"/>
                  <a:gd name="T14" fmla="*/ 0 w 819"/>
                  <a:gd name="T15" fmla="*/ 0 h 2318"/>
                  <a:gd name="T16" fmla="*/ 0 w 819"/>
                  <a:gd name="T17" fmla="*/ 0 h 2318"/>
                  <a:gd name="T18" fmla="*/ 0 w 819"/>
                  <a:gd name="T19" fmla="*/ 0 h 2318"/>
                  <a:gd name="T20" fmla="*/ 0 w 819"/>
                  <a:gd name="T21" fmla="*/ 0 h 2318"/>
                  <a:gd name="T22" fmla="*/ 0 w 819"/>
                  <a:gd name="T23" fmla="*/ 0 h 2318"/>
                  <a:gd name="T24" fmla="*/ 0 w 819"/>
                  <a:gd name="T25" fmla="*/ 0 h 2318"/>
                  <a:gd name="T26" fmla="*/ 0 w 819"/>
                  <a:gd name="T27" fmla="*/ 0 h 2318"/>
                  <a:gd name="T28" fmla="*/ 0 w 819"/>
                  <a:gd name="T29" fmla="*/ 0 h 2318"/>
                  <a:gd name="T30" fmla="*/ 0 w 819"/>
                  <a:gd name="T31" fmla="*/ 0 h 2318"/>
                  <a:gd name="T32" fmla="*/ 0 w 819"/>
                  <a:gd name="T33" fmla="*/ 0 h 2318"/>
                  <a:gd name="T34" fmla="*/ 0 w 819"/>
                  <a:gd name="T35" fmla="*/ 0 h 2318"/>
                  <a:gd name="T36" fmla="*/ 0 w 819"/>
                  <a:gd name="T37" fmla="*/ 0 h 2318"/>
                  <a:gd name="T38" fmla="*/ 0 w 819"/>
                  <a:gd name="T39" fmla="*/ 0 h 2318"/>
                  <a:gd name="T40" fmla="*/ 0 w 819"/>
                  <a:gd name="T41" fmla="*/ 0 h 2318"/>
                  <a:gd name="T42" fmla="*/ 0 w 819"/>
                  <a:gd name="T43" fmla="*/ 0 h 2318"/>
                  <a:gd name="T44" fmla="*/ 0 w 819"/>
                  <a:gd name="T45" fmla="*/ 0 h 2318"/>
                  <a:gd name="T46" fmla="*/ 0 w 819"/>
                  <a:gd name="T47" fmla="*/ 0 h 2318"/>
                  <a:gd name="T48" fmla="*/ 0 w 819"/>
                  <a:gd name="T49" fmla="*/ 0 h 2318"/>
                  <a:gd name="T50" fmla="*/ 0 w 819"/>
                  <a:gd name="T51" fmla="*/ 0 h 2318"/>
                  <a:gd name="T52" fmla="*/ 0 w 819"/>
                  <a:gd name="T53" fmla="*/ 0 h 2318"/>
                  <a:gd name="T54" fmla="*/ 0 w 819"/>
                  <a:gd name="T55" fmla="*/ 0 h 2318"/>
                  <a:gd name="T56" fmla="*/ 0 w 819"/>
                  <a:gd name="T57" fmla="*/ 0 h 2318"/>
                  <a:gd name="T58" fmla="*/ 0 w 819"/>
                  <a:gd name="T59" fmla="*/ 0 h 2318"/>
                  <a:gd name="T60" fmla="*/ 0 w 819"/>
                  <a:gd name="T61" fmla="*/ 0 h 2318"/>
                  <a:gd name="T62" fmla="*/ 0 w 819"/>
                  <a:gd name="T63" fmla="*/ 0 h 2318"/>
                  <a:gd name="T64" fmla="*/ 0 w 819"/>
                  <a:gd name="T65" fmla="*/ 0 h 2318"/>
                  <a:gd name="T66" fmla="*/ 0 w 819"/>
                  <a:gd name="T67" fmla="*/ 0 h 23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19"/>
                  <a:gd name="T103" fmla="*/ 0 h 2318"/>
                  <a:gd name="T104" fmla="*/ 819 w 819"/>
                  <a:gd name="T105" fmla="*/ 2318 h 23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19" h="2318">
                    <a:moveTo>
                      <a:pt x="102" y="23"/>
                    </a:moveTo>
                    <a:lnTo>
                      <a:pt x="196" y="140"/>
                    </a:lnTo>
                    <a:lnTo>
                      <a:pt x="275" y="327"/>
                    </a:lnTo>
                    <a:lnTo>
                      <a:pt x="424" y="714"/>
                    </a:lnTo>
                    <a:lnTo>
                      <a:pt x="579" y="1265"/>
                    </a:lnTo>
                    <a:lnTo>
                      <a:pt x="712" y="1680"/>
                    </a:lnTo>
                    <a:lnTo>
                      <a:pt x="819" y="1925"/>
                    </a:lnTo>
                    <a:lnTo>
                      <a:pt x="660" y="2318"/>
                    </a:lnTo>
                    <a:lnTo>
                      <a:pt x="526" y="2190"/>
                    </a:lnTo>
                    <a:lnTo>
                      <a:pt x="252" y="1992"/>
                    </a:lnTo>
                    <a:lnTo>
                      <a:pt x="35" y="546"/>
                    </a:lnTo>
                    <a:lnTo>
                      <a:pt x="0" y="274"/>
                    </a:lnTo>
                    <a:lnTo>
                      <a:pt x="17" y="103"/>
                    </a:lnTo>
                    <a:lnTo>
                      <a:pt x="35" y="41"/>
                    </a:lnTo>
                    <a:lnTo>
                      <a:pt x="35" y="0"/>
                    </a:lnTo>
                    <a:lnTo>
                      <a:pt x="60" y="41"/>
                    </a:lnTo>
                    <a:lnTo>
                      <a:pt x="53" y="134"/>
                    </a:lnTo>
                    <a:lnTo>
                      <a:pt x="60" y="292"/>
                    </a:lnTo>
                    <a:lnTo>
                      <a:pt x="77" y="465"/>
                    </a:lnTo>
                    <a:lnTo>
                      <a:pt x="116" y="707"/>
                    </a:lnTo>
                    <a:lnTo>
                      <a:pt x="284" y="1487"/>
                    </a:lnTo>
                    <a:lnTo>
                      <a:pt x="343" y="1953"/>
                    </a:lnTo>
                    <a:lnTo>
                      <a:pt x="360" y="2010"/>
                    </a:lnTo>
                    <a:lnTo>
                      <a:pt x="512" y="2142"/>
                    </a:lnTo>
                    <a:lnTo>
                      <a:pt x="642" y="2252"/>
                    </a:lnTo>
                    <a:lnTo>
                      <a:pt x="734" y="2019"/>
                    </a:lnTo>
                    <a:lnTo>
                      <a:pt x="778" y="1925"/>
                    </a:lnTo>
                    <a:lnTo>
                      <a:pt x="651" y="1604"/>
                    </a:lnTo>
                    <a:lnTo>
                      <a:pt x="561" y="1296"/>
                    </a:lnTo>
                    <a:lnTo>
                      <a:pt x="433" y="863"/>
                    </a:lnTo>
                    <a:lnTo>
                      <a:pt x="351" y="555"/>
                    </a:lnTo>
                    <a:lnTo>
                      <a:pt x="235" y="239"/>
                    </a:lnTo>
                    <a:lnTo>
                      <a:pt x="162" y="116"/>
                    </a:lnTo>
                    <a:lnTo>
                      <a:pt x="102"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4" name="Freeform 518"/>
              <p:cNvSpPr>
                <a:spLocks/>
              </p:cNvSpPr>
              <p:nvPr/>
            </p:nvSpPr>
            <p:spPr bwMode="auto">
              <a:xfrm>
                <a:off x="3053" y="1755"/>
                <a:ext cx="283" cy="233"/>
              </a:xfrm>
              <a:custGeom>
                <a:avLst/>
                <a:gdLst>
                  <a:gd name="T0" fmla="*/ 0 w 2266"/>
                  <a:gd name="T1" fmla="*/ 0 h 1862"/>
                  <a:gd name="T2" fmla="*/ 0 w 2266"/>
                  <a:gd name="T3" fmla="*/ 0 h 1862"/>
                  <a:gd name="T4" fmla="*/ 0 w 2266"/>
                  <a:gd name="T5" fmla="*/ 0 h 1862"/>
                  <a:gd name="T6" fmla="*/ 0 w 2266"/>
                  <a:gd name="T7" fmla="*/ 0 h 1862"/>
                  <a:gd name="T8" fmla="*/ 0 w 2266"/>
                  <a:gd name="T9" fmla="*/ 0 h 1862"/>
                  <a:gd name="T10" fmla="*/ 0 w 2266"/>
                  <a:gd name="T11" fmla="*/ 0 h 1862"/>
                  <a:gd name="T12" fmla="*/ 0 w 2266"/>
                  <a:gd name="T13" fmla="*/ 0 h 1862"/>
                  <a:gd name="T14" fmla="*/ 0 w 2266"/>
                  <a:gd name="T15" fmla="*/ 0 h 1862"/>
                  <a:gd name="T16" fmla="*/ 0 w 2266"/>
                  <a:gd name="T17" fmla="*/ 0 h 1862"/>
                  <a:gd name="T18" fmla="*/ 0 w 2266"/>
                  <a:gd name="T19" fmla="*/ 0 h 1862"/>
                  <a:gd name="T20" fmla="*/ 0 w 2266"/>
                  <a:gd name="T21" fmla="*/ 0 h 1862"/>
                  <a:gd name="T22" fmla="*/ 0 w 2266"/>
                  <a:gd name="T23" fmla="*/ 0 h 1862"/>
                  <a:gd name="T24" fmla="*/ 0 w 2266"/>
                  <a:gd name="T25" fmla="*/ 0 h 1862"/>
                  <a:gd name="T26" fmla="*/ 0 w 2266"/>
                  <a:gd name="T27" fmla="*/ 0 h 1862"/>
                  <a:gd name="T28" fmla="*/ 0 w 2266"/>
                  <a:gd name="T29" fmla="*/ 0 h 1862"/>
                  <a:gd name="T30" fmla="*/ 0 w 2266"/>
                  <a:gd name="T31" fmla="*/ 0 h 1862"/>
                  <a:gd name="T32" fmla="*/ 0 w 2266"/>
                  <a:gd name="T33" fmla="*/ 0 h 1862"/>
                  <a:gd name="T34" fmla="*/ 0 w 2266"/>
                  <a:gd name="T35" fmla="*/ 0 h 1862"/>
                  <a:gd name="T36" fmla="*/ 0 w 2266"/>
                  <a:gd name="T37" fmla="*/ 0 h 1862"/>
                  <a:gd name="T38" fmla="*/ 0 w 2266"/>
                  <a:gd name="T39" fmla="*/ 0 h 1862"/>
                  <a:gd name="T40" fmla="*/ 0 w 2266"/>
                  <a:gd name="T41" fmla="*/ 0 h 1862"/>
                  <a:gd name="T42" fmla="*/ 0 w 2266"/>
                  <a:gd name="T43" fmla="*/ 0 h 1862"/>
                  <a:gd name="T44" fmla="*/ 0 w 2266"/>
                  <a:gd name="T45" fmla="*/ 0 h 1862"/>
                  <a:gd name="T46" fmla="*/ 0 w 2266"/>
                  <a:gd name="T47" fmla="*/ 0 h 1862"/>
                  <a:gd name="T48" fmla="*/ 0 w 2266"/>
                  <a:gd name="T49" fmla="*/ 0 h 1862"/>
                  <a:gd name="T50" fmla="*/ 0 w 2266"/>
                  <a:gd name="T51" fmla="*/ 0 h 1862"/>
                  <a:gd name="T52" fmla="*/ 0 w 2266"/>
                  <a:gd name="T53" fmla="*/ 0 h 1862"/>
                  <a:gd name="T54" fmla="*/ 0 w 2266"/>
                  <a:gd name="T55" fmla="*/ 0 h 1862"/>
                  <a:gd name="T56" fmla="*/ 0 w 2266"/>
                  <a:gd name="T57" fmla="*/ 0 h 1862"/>
                  <a:gd name="T58" fmla="*/ 0 w 2266"/>
                  <a:gd name="T59" fmla="*/ 0 h 1862"/>
                  <a:gd name="T60" fmla="*/ 0 w 2266"/>
                  <a:gd name="T61" fmla="*/ 0 h 1862"/>
                  <a:gd name="T62" fmla="*/ 0 w 2266"/>
                  <a:gd name="T63" fmla="*/ 0 h 1862"/>
                  <a:gd name="T64" fmla="*/ 0 w 2266"/>
                  <a:gd name="T65" fmla="*/ 0 h 1862"/>
                  <a:gd name="T66" fmla="*/ 0 w 2266"/>
                  <a:gd name="T67" fmla="*/ 0 h 1862"/>
                  <a:gd name="T68" fmla="*/ 0 w 2266"/>
                  <a:gd name="T69" fmla="*/ 0 h 1862"/>
                  <a:gd name="T70" fmla="*/ 0 w 2266"/>
                  <a:gd name="T71" fmla="*/ 0 h 1862"/>
                  <a:gd name="T72" fmla="*/ 0 w 2266"/>
                  <a:gd name="T73" fmla="*/ 0 h 186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266"/>
                  <a:gd name="T112" fmla="*/ 0 h 1862"/>
                  <a:gd name="T113" fmla="*/ 2266 w 2266"/>
                  <a:gd name="T114" fmla="*/ 1862 h 186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266" h="1862">
                    <a:moveTo>
                      <a:pt x="947" y="954"/>
                    </a:moveTo>
                    <a:lnTo>
                      <a:pt x="1211" y="1046"/>
                    </a:lnTo>
                    <a:lnTo>
                      <a:pt x="1455" y="1180"/>
                    </a:lnTo>
                    <a:lnTo>
                      <a:pt x="1630" y="1244"/>
                    </a:lnTo>
                    <a:lnTo>
                      <a:pt x="1747" y="1362"/>
                    </a:lnTo>
                    <a:lnTo>
                      <a:pt x="1925" y="1436"/>
                    </a:lnTo>
                    <a:lnTo>
                      <a:pt x="1914" y="1348"/>
                    </a:lnTo>
                    <a:lnTo>
                      <a:pt x="1764" y="1189"/>
                    </a:lnTo>
                    <a:lnTo>
                      <a:pt x="1582" y="1055"/>
                    </a:lnTo>
                    <a:lnTo>
                      <a:pt x="1854" y="1194"/>
                    </a:lnTo>
                    <a:lnTo>
                      <a:pt x="1905" y="908"/>
                    </a:lnTo>
                    <a:lnTo>
                      <a:pt x="1815" y="921"/>
                    </a:lnTo>
                    <a:lnTo>
                      <a:pt x="1747" y="908"/>
                    </a:lnTo>
                    <a:lnTo>
                      <a:pt x="1663" y="855"/>
                    </a:lnTo>
                    <a:lnTo>
                      <a:pt x="1738" y="839"/>
                    </a:lnTo>
                    <a:lnTo>
                      <a:pt x="1815" y="765"/>
                    </a:lnTo>
                    <a:lnTo>
                      <a:pt x="1863" y="682"/>
                    </a:lnTo>
                    <a:lnTo>
                      <a:pt x="1905" y="506"/>
                    </a:lnTo>
                    <a:lnTo>
                      <a:pt x="1914" y="273"/>
                    </a:lnTo>
                    <a:lnTo>
                      <a:pt x="1872" y="0"/>
                    </a:lnTo>
                    <a:lnTo>
                      <a:pt x="2048" y="168"/>
                    </a:lnTo>
                    <a:lnTo>
                      <a:pt x="2131" y="308"/>
                    </a:lnTo>
                    <a:lnTo>
                      <a:pt x="2110" y="325"/>
                    </a:lnTo>
                    <a:lnTo>
                      <a:pt x="1988" y="242"/>
                    </a:lnTo>
                    <a:lnTo>
                      <a:pt x="2013" y="541"/>
                    </a:lnTo>
                    <a:lnTo>
                      <a:pt x="2165" y="839"/>
                    </a:lnTo>
                    <a:lnTo>
                      <a:pt x="2206" y="1014"/>
                    </a:lnTo>
                    <a:lnTo>
                      <a:pt x="2149" y="1079"/>
                    </a:lnTo>
                    <a:lnTo>
                      <a:pt x="2156" y="1180"/>
                    </a:lnTo>
                    <a:lnTo>
                      <a:pt x="2266" y="1348"/>
                    </a:lnTo>
                    <a:lnTo>
                      <a:pt x="2266" y="1398"/>
                    </a:lnTo>
                    <a:lnTo>
                      <a:pt x="2215" y="1459"/>
                    </a:lnTo>
                    <a:lnTo>
                      <a:pt x="2013" y="1593"/>
                    </a:lnTo>
                    <a:lnTo>
                      <a:pt x="1896" y="1680"/>
                    </a:lnTo>
                    <a:lnTo>
                      <a:pt x="1738" y="1862"/>
                    </a:lnTo>
                    <a:lnTo>
                      <a:pt x="1496" y="1862"/>
                    </a:lnTo>
                    <a:lnTo>
                      <a:pt x="1444" y="1833"/>
                    </a:lnTo>
                    <a:lnTo>
                      <a:pt x="1356" y="1824"/>
                    </a:lnTo>
                    <a:lnTo>
                      <a:pt x="1305" y="1862"/>
                    </a:lnTo>
                    <a:lnTo>
                      <a:pt x="0" y="1862"/>
                    </a:lnTo>
                    <a:lnTo>
                      <a:pt x="169" y="1752"/>
                    </a:lnTo>
                    <a:lnTo>
                      <a:pt x="344" y="1662"/>
                    </a:lnTo>
                    <a:lnTo>
                      <a:pt x="542" y="1578"/>
                    </a:lnTo>
                    <a:lnTo>
                      <a:pt x="747" y="1512"/>
                    </a:lnTo>
                    <a:lnTo>
                      <a:pt x="830" y="1496"/>
                    </a:lnTo>
                    <a:lnTo>
                      <a:pt x="865" y="1545"/>
                    </a:lnTo>
                    <a:lnTo>
                      <a:pt x="837" y="1668"/>
                    </a:lnTo>
                    <a:lnTo>
                      <a:pt x="877" y="1721"/>
                    </a:lnTo>
                    <a:lnTo>
                      <a:pt x="1178" y="1680"/>
                    </a:lnTo>
                    <a:lnTo>
                      <a:pt x="1187" y="1653"/>
                    </a:lnTo>
                    <a:lnTo>
                      <a:pt x="1174" y="1629"/>
                    </a:lnTo>
                    <a:lnTo>
                      <a:pt x="947" y="1653"/>
                    </a:lnTo>
                    <a:lnTo>
                      <a:pt x="911" y="1635"/>
                    </a:lnTo>
                    <a:lnTo>
                      <a:pt x="906" y="1545"/>
                    </a:lnTo>
                    <a:lnTo>
                      <a:pt x="964" y="1503"/>
                    </a:lnTo>
                    <a:lnTo>
                      <a:pt x="994" y="1539"/>
                    </a:lnTo>
                    <a:lnTo>
                      <a:pt x="1037" y="1593"/>
                    </a:lnTo>
                    <a:lnTo>
                      <a:pt x="1103" y="1593"/>
                    </a:lnTo>
                    <a:lnTo>
                      <a:pt x="1139" y="1521"/>
                    </a:lnTo>
                    <a:lnTo>
                      <a:pt x="1019" y="1479"/>
                    </a:lnTo>
                    <a:lnTo>
                      <a:pt x="969" y="1470"/>
                    </a:lnTo>
                    <a:lnTo>
                      <a:pt x="1156" y="1459"/>
                    </a:lnTo>
                    <a:lnTo>
                      <a:pt x="1428" y="1452"/>
                    </a:lnTo>
                    <a:lnTo>
                      <a:pt x="1571" y="1459"/>
                    </a:lnTo>
                    <a:lnTo>
                      <a:pt x="1413" y="1398"/>
                    </a:lnTo>
                    <a:lnTo>
                      <a:pt x="1331" y="1319"/>
                    </a:lnTo>
                    <a:lnTo>
                      <a:pt x="1437" y="1353"/>
                    </a:lnTo>
                    <a:lnTo>
                      <a:pt x="1707" y="1459"/>
                    </a:lnTo>
                    <a:lnTo>
                      <a:pt x="1848" y="1479"/>
                    </a:lnTo>
                    <a:lnTo>
                      <a:pt x="1531" y="1256"/>
                    </a:lnTo>
                    <a:lnTo>
                      <a:pt x="1266" y="1106"/>
                    </a:lnTo>
                    <a:lnTo>
                      <a:pt x="1095" y="1064"/>
                    </a:lnTo>
                    <a:lnTo>
                      <a:pt x="1037" y="1002"/>
                    </a:lnTo>
                    <a:lnTo>
                      <a:pt x="947" y="9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5" name="Freeform 519"/>
              <p:cNvSpPr>
                <a:spLocks/>
              </p:cNvSpPr>
              <p:nvPr/>
            </p:nvSpPr>
            <p:spPr bwMode="auto">
              <a:xfrm>
                <a:off x="3190" y="1595"/>
                <a:ext cx="55" cy="25"/>
              </a:xfrm>
              <a:custGeom>
                <a:avLst/>
                <a:gdLst>
                  <a:gd name="T0" fmla="*/ 0 w 443"/>
                  <a:gd name="T1" fmla="*/ 0 h 201"/>
                  <a:gd name="T2" fmla="*/ 0 w 443"/>
                  <a:gd name="T3" fmla="*/ 0 h 201"/>
                  <a:gd name="T4" fmla="*/ 0 w 443"/>
                  <a:gd name="T5" fmla="*/ 0 h 201"/>
                  <a:gd name="T6" fmla="*/ 0 w 443"/>
                  <a:gd name="T7" fmla="*/ 0 h 201"/>
                  <a:gd name="T8" fmla="*/ 0 w 443"/>
                  <a:gd name="T9" fmla="*/ 0 h 201"/>
                  <a:gd name="T10" fmla="*/ 0 w 443"/>
                  <a:gd name="T11" fmla="*/ 0 h 201"/>
                  <a:gd name="T12" fmla="*/ 0 w 443"/>
                  <a:gd name="T13" fmla="*/ 0 h 201"/>
                  <a:gd name="T14" fmla="*/ 0 w 443"/>
                  <a:gd name="T15" fmla="*/ 0 h 201"/>
                  <a:gd name="T16" fmla="*/ 0 w 443"/>
                  <a:gd name="T17" fmla="*/ 0 h 201"/>
                  <a:gd name="T18" fmla="*/ 0 w 443"/>
                  <a:gd name="T19" fmla="*/ 0 h 201"/>
                  <a:gd name="T20" fmla="*/ 0 w 443"/>
                  <a:gd name="T21" fmla="*/ 0 h 2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3"/>
                  <a:gd name="T34" fmla="*/ 0 h 201"/>
                  <a:gd name="T35" fmla="*/ 443 w 443"/>
                  <a:gd name="T36" fmla="*/ 201 h 20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3" h="201">
                    <a:moveTo>
                      <a:pt x="0" y="69"/>
                    </a:moveTo>
                    <a:lnTo>
                      <a:pt x="0" y="201"/>
                    </a:lnTo>
                    <a:lnTo>
                      <a:pt x="236" y="46"/>
                    </a:lnTo>
                    <a:lnTo>
                      <a:pt x="261" y="69"/>
                    </a:lnTo>
                    <a:lnTo>
                      <a:pt x="351" y="78"/>
                    </a:lnTo>
                    <a:lnTo>
                      <a:pt x="443" y="19"/>
                    </a:lnTo>
                    <a:lnTo>
                      <a:pt x="342" y="51"/>
                    </a:lnTo>
                    <a:lnTo>
                      <a:pt x="287" y="46"/>
                    </a:lnTo>
                    <a:lnTo>
                      <a:pt x="236" y="0"/>
                    </a:lnTo>
                    <a:lnTo>
                      <a:pt x="134" y="69"/>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6" name="Freeform 520"/>
              <p:cNvSpPr>
                <a:spLocks/>
              </p:cNvSpPr>
              <p:nvPr/>
            </p:nvSpPr>
            <p:spPr bwMode="auto">
              <a:xfrm>
                <a:off x="3262" y="1604"/>
                <a:ext cx="87" cy="135"/>
              </a:xfrm>
              <a:custGeom>
                <a:avLst/>
                <a:gdLst>
                  <a:gd name="T0" fmla="*/ 0 w 701"/>
                  <a:gd name="T1" fmla="*/ 0 h 1079"/>
                  <a:gd name="T2" fmla="*/ 0 w 701"/>
                  <a:gd name="T3" fmla="*/ 0 h 1079"/>
                  <a:gd name="T4" fmla="*/ 0 w 701"/>
                  <a:gd name="T5" fmla="*/ 0 h 1079"/>
                  <a:gd name="T6" fmla="*/ 0 w 701"/>
                  <a:gd name="T7" fmla="*/ 0 h 1079"/>
                  <a:gd name="T8" fmla="*/ 0 w 701"/>
                  <a:gd name="T9" fmla="*/ 0 h 1079"/>
                  <a:gd name="T10" fmla="*/ 0 w 701"/>
                  <a:gd name="T11" fmla="*/ 0 h 1079"/>
                  <a:gd name="T12" fmla="*/ 0 w 701"/>
                  <a:gd name="T13" fmla="*/ 0 h 1079"/>
                  <a:gd name="T14" fmla="*/ 0 w 701"/>
                  <a:gd name="T15" fmla="*/ 0 h 1079"/>
                  <a:gd name="T16" fmla="*/ 0 w 701"/>
                  <a:gd name="T17" fmla="*/ 0 h 1079"/>
                  <a:gd name="T18" fmla="*/ 0 w 701"/>
                  <a:gd name="T19" fmla="*/ 0 h 1079"/>
                  <a:gd name="T20" fmla="*/ 0 w 701"/>
                  <a:gd name="T21" fmla="*/ 0 h 1079"/>
                  <a:gd name="T22" fmla="*/ 0 w 701"/>
                  <a:gd name="T23" fmla="*/ 0 h 1079"/>
                  <a:gd name="T24" fmla="*/ 0 w 701"/>
                  <a:gd name="T25" fmla="*/ 0 h 1079"/>
                  <a:gd name="T26" fmla="*/ 0 w 701"/>
                  <a:gd name="T27" fmla="*/ 0 h 1079"/>
                  <a:gd name="T28" fmla="*/ 0 w 701"/>
                  <a:gd name="T29" fmla="*/ 0 h 10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01"/>
                  <a:gd name="T46" fmla="*/ 0 h 1079"/>
                  <a:gd name="T47" fmla="*/ 701 w 701"/>
                  <a:gd name="T48" fmla="*/ 1079 h 10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01" h="1079">
                    <a:moveTo>
                      <a:pt x="0" y="0"/>
                    </a:moveTo>
                    <a:lnTo>
                      <a:pt x="281" y="374"/>
                    </a:lnTo>
                    <a:lnTo>
                      <a:pt x="424" y="438"/>
                    </a:lnTo>
                    <a:lnTo>
                      <a:pt x="438" y="688"/>
                    </a:lnTo>
                    <a:lnTo>
                      <a:pt x="519" y="823"/>
                    </a:lnTo>
                    <a:lnTo>
                      <a:pt x="519" y="1079"/>
                    </a:lnTo>
                    <a:lnTo>
                      <a:pt x="551" y="1035"/>
                    </a:lnTo>
                    <a:lnTo>
                      <a:pt x="551" y="680"/>
                    </a:lnTo>
                    <a:lnTo>
                      <a:pt x="659" y="747"/>
                    </a:lnTo>
                    <a:lnTo>
                      <a:pt x="684" y="862"/>
                    </a:lnTo>
                    <a:lnTo>
                      <a:pt x="701" y="754"/>
                    </a:lnTo>
                    <a:lnTo>
                      <a:pt x="627" y="583"/>
                    </a:lnTo>
                    <a:lnTo>
                      <a:pt x="361" y="316"/>
                    </a:lnTo>
                    <a:lnTo>
                      <a:pt x="253" y="2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7" name="Freeform 521"/>
              <p:cNvSpPr>
                <a:spLocks/>
              </p:cNvSpPr>
              <p:nvPr/>
            </p:nvSpPr>
            <p:spPr bwMode="auto">
              <a:xfrm>
                <a:off x="3217" y="1660"/>
                <a:ext cx="47" cy="66"/>
              </a:xfrm>
              <a:custGeom>
                <a:avLst/>
                <a:gdLst>
                  <a:gd name="T0" fmla="*/ 0 w 378"/>
                  <a:gd name="T1" fmla="*/ 0 h 533"/>
                  <a:gd name="T2" fmla="*/ 0 w 378"/>
                  <a:gd name="T3" fmla="*/ 0 h 533"/>
                  <a:gd name="T4" fmla="*/ 0 w 378"/>
                  <a:gd name="T5" fmla="*/ 0 h 533"/>
                  <a:gd name="T6" fmla="*/ 0 w 378"/>
                  <a:gd name="T7" fmla="*/ 0 h 533"/>
                  <a:gd name="T8" fmla="*/ 0 w 378"/>
                  <a:gd name="T9" fmla="*/ 0 h 533"/>
                  <a:gd name="T10" fmla="*/ 0 w 378"/>
                  <a:gd name="T11" fmla="*/ 0 h 533"/>
                  <a:gd name="T12" fmla="*/ 0 w 378"/>
                  <a:gd name="T13" fmla="*/ 0 h 533"/>
                  <a:gd name="T14" fmla="*/ 0 w 378"/>
                  <a:gd name="T15" fmla="*/ 0 h 533"/>
                  <a:gd name="T16" fmla="*/ 0 w 378"/>
                  <a:gd name="T17" fmla="*/ 0 h 533"/>
                  <a:gd name="T18" fmla="*/ 0 w 378"/>
                  <a:gd name="T19" fmla="*/ 0 h 5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8"/>
                  <a:gd name="T31" fmla="*/ 0 h 533"/>
                  <a:gd name="T32" fmla="*/ 378 w 378"/>
                  <a:gd name="T33" fmla="*/ 533 h 5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8" h="533">
                    <a:moveTo>
                      <a:pt x="0" y="257"/>
                    </a:moveTo>
                    <a:lnTo>
                      <a:pt x="70" y="107"/>
                    </a:lnTo>
                    <a:lnTo>
                      <a:pt x="143" y="98"/>
                    </a:lnTo>
                    <a:lnTo>
                      <a:pt x="235" y="118"/>
                    </a:lnTo>
                    <a:lnTo>
                      <a:pt x="253" y="0"/>
                    </a:lnTo>
                    <a:lnTo>
                      <a:pt x="378" y="533"/>
                    </a:lnTo>
                    <a:lnTo>
                      <a:pt x="235" y="272"/>
                    </a:lnTo>
                    <a:lnTo>
                      <a:pt x="166" y="233"/>
                    </a:lnTo>
                    <a:lnTo>
                      <a:pt x="83" y="222"/>
                    </a:lnTo>
                    <a:lnTo>
                      <a:pt x="0" y="2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8" name="Freeform 522"/>
              <p:cNvSpPr>
                <a:spLocks/>
              </p:cNvSpPr>
              <p:nvPr/>
            </p:nvSpPr>
            <p:spPr bwMode="auto">
              <a:xfrm>
                <a:off x="3324" y="1707"/>
                <a:ext cx="90" cy="145"/>
              </a:xfrm>
              <a:custGeom>
                <a:avLst/>
                <a:gdLst>
                  <a:gd name="T0" fmla="*/ 0 w 717"/>
                  <a:gd name="T1" fmla="*/ 0 h 1161"/>
                  <a:gd name="T2" fmla="*/ 0 w 717"/>
                  <a:gd name="T3" fmla="*/ 0 h 1161"/>
                  <a:gd name="T4" fmla="*/ 0 w 717"/>
                  <a:gd name="T5" fmla="*/ 0 h 1161"/>
                  <a:gd name="T6" fmla="*/ 0 w 717"/>
                  <a:gd name="T7" fmla="*/ 0 h 1161"/>
                  <a:gd name="T8" fmla="*/ 0 w 717"/>
                  <a:gd name="T9" fmla="*/ 0 h 1161"/>
                  <a:gd name="T10" fmla="*/ 0 w 717"/>
                  <a:gd name="T11" fmla="*/ 0 h 1161"/>
                  <a:gd name="T12" fmla="*/ 0 w 717"/>
                  <a:gd name="T13" fmla="*/ 0 h 1161"/>
                  <a:gd name="T14" fmla="*/ 0 w 717"/>
                  <a:gd name="T15" fmla="*/ 0 h 1161"/>
                  <a:gd name="T16" fmla="*/ 0 w 717"/>
                  <a:gd name="T17" fmla="*/ 0 h 1161"/>
                  <a:gd name="T18" fmla="*/ 0 w 717"/>
                  <a:gd name="T19" fmla="*/ 0 h 1161"/>
                  <a:gd name="T20" fmla="*/ 0 w 717"/>
                  <a:gd name="T21" fmla="*/ 0 h 1161"/>
                  <a:gd name="T22" fmla="*/ 0 w 717"/>
                  <a:gd name="T23" fmla="*/ 0 h 1161"/>
                  <a:gd name="T24" fmla="*/ 0 w 717"/>
                  <a:gd name="T25" fmla="*/ 0 h 1161"/>
                  <a:gd name="T26" fmla="*/ 0 w 717"/>
                  <a:gd name="T27" fmla="*/ 0 h 1161"/>
                  <a:gd name="T28" fmla="*/ 0 w 717"/>
                  <a:gd name="T29" fmla="*/ 0 h 1161"/>
                  <a:gd name="T30" fmla="*/ 0 w 717"/>
                  <a:gd name="T31" fmla="*/ 0 h 1161"/>
                  <a:gd name="T32" fmla="*/ 0 w 717"/>
                  <a:gd name="T33" fmla="*/ 0 h 1161"/>
                  <a:gd name="T34" fmla="*/ 0 w 717"/>
                  <a:gd name="T35" fmla="*/ 0 h 1161"/>
                  <a:gd name="T36" fmla="*/ 0 w 717"/>
                  <a:gd name="T37" fmla="*/ 0 h 1161"/>
                  <a:gd name="T38" fmla="*/ 0 w 717"/>
                  <a:gd name="T39" fmla="*/ 0 h 1161"/>
                  <a:gd name="T40" fmla="*/ 0 w 717"/>
                  <a:gd name="T41" fmla="*/ 0 h 1161"/>
                  <a:gd name="T42" fmla="*/ 0 w 717"/>
                  <a:gd name="T43" fmla="*/ 0 h 1161"/>
                  <a:gd name="T44" fmla="*/ 0 w 717"/>
                  <a:gd name="T45" fmla="*/ 0 h 1161"/>
                  <a:gd name="T46" fmla="*/ 0 w 717"/>
                  <a:gd name="T47" fmla="*/ 0 h 1161"/>
                  <a:gd name="T48" fmla="*/ 0 w 717"/>
                  <a:gd name="T49" fmla="*/ 0 h 1161"/>
                  <a:gd name="T50" fmla="*/ 0 w 717"/>
                  <a:gd name="T51" fmla="*/ 0 h 1161"/>
                  <a:gd name="T52" fmla="*/ 0 w 717"/>
                  <a:gd name="T53" fmla="*/ 0 h 1161"/>
                  <a:gd name="T54" fmla="*/ 0 w 717"/>
                  <a:gd name="T55" fmla="*/ 0 h 1161"/>
                  <a:gd name="T56" fmla="*/ 0 w 717"/>
                  <a:gd name="T57" fmla="*/ 0 h 1161"/>
                  <a:gd name="T58" fmla="*/ 0 w 717"/>
                  <a:gd name="T59" fmla="*/ 0 h 1161"/>
                  <a:gd name="T60" fmla="*/ 0 w 717"/>
                  <a:gd name="T61" fmla="*/ 0 h 1161"/>
                  <a:gd name="T62" fmla="*/ 0 w 717"/>
                  <a:gd name="T63" fmla="*/ 0 h 1161"/>
                  <a:gd name="T64" fmla="*/ 0 w 717"/>
                  <a:gd name="T65" fmla="*/ 0 h 11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7"/>
                  <a:gd name="T100" fmla="*/ 0 h 1161"/>
                  <a:gd name="T101" fmla="*/ 717 w 717"/>
                  <a:gd name="T102" fmla="*/ 1161 h 116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7" h="1161">
                    <a:moveTo>
                      <a:pt x="261" y="0"/>
                    </a:moveTo>
                    <a:lnTo>
                      <a:pt x="252" y="99"/>
                    </a:lnTo>
                    <a:lnTo>
                      <a:pt x="177" y="240"/>
                    </a:lnTo>
                    <a:lnTo>
                      <a:pt x="76" y="390"/>
                    </a:lnTo>
                    <a:lnTo>
                      <a:pt x="34" y="509"/>
                    </a:lnTo>
                    <a:lnTo>
                      <a:pt x="34" y="572"/>
                    </a:lnTo>
                    <a:lnTo>
                      <a:pt x="67" y="656"/>
                    </a:lnTo>
                    <a:lnTo>
                      <a:pt x="94" y="724"/>
                    </a:lnTo>
                    <a:lnTo>
                      <a:pt x="0" y="724"/>
                    </a:lnTo>
                    <a:lnTo>
                      <a:pt x="127" y="763"/>
                    </a:lnTo>
                    <a:lnTo>
                      <a:pt x="177" y="889"/>
                    </a:lnTo>
                    <a:lnTo>
                      <a:pt x="325" y="889"/>
                    </a:lnTo>
                    <a:lnTo>
                      <a:pt x="496" y="1161"/>
                    </a:lnTo>
                    <a:lnTo>
                      <a:pt x="535" y="1091"/>
                    </a:lnTo>
                    <a:lnTo>
                      <a:pt x="535" y="970"/>
                    </a:lnTo>
                    <a:lnTo>
                      <a:pt x="643" y="774"/>
                    </a:lnTo>
                    <a:lnTo>
                      <a:pt x="717" y="473"/>
                    </a:lnTo>
                    <a:lnTo>
                      <a:pt x="616" y="756"/>
                    </a:lnTo>
                    <a:lnTo>
                      <a:pt x="560" y="733"/>
                    </a:lnTo>
                    <a:lnTo>
                      <a:pt x="595" y="673"/>
                    </a:lnTo>
                    <a:lnTo>
                      <a:pt x="217" y="839"/>
                    </a:lnTo>
                    <a:lnTo>
                      <a:pt x="210" y="763"/>
                    </a:lnTo>
                    <a:lnTo>
                      <a:pt x="127" y="708"/>
                    </a:lnTo>
                    <a:lnTo>
                      <a:pt x="337" y="524"/>
                    </a:lnTo>
                    <a:lnTo>
                      <a:pt x="184" y="608"/>
                    </a:lnTo>
                    <a:lnTo>
                      <a:pt x="153" y="524"/>
                    </a:lnTo>
                    <a:lnTo>
                      <a:pt x="159" y="422"/>
                    </a:lnTo>
                    <a:lnTo>
                      <a:pt x="201" y="341"/>
                    </a:lnTo>
                    <a:lnTo>
                      <a:pt x="344" y="168"/>
                    </a:lnTo>
                    <a:lnTo>
                      <a:pt x="360" y="99"/>
                    </a:lnTo>
                    <a:lnTo>
                      <a:pt x="344" y="58"/>
                    </a:lnTo>
                    <a:lnTo>
                      <a:pt x="293" y="58"/>
                    </a:lnTo>
                    <a:lnTo>
                      <a:pt x="26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9" name="Freeform 523"/>
              <p:cNvSpPr>
                <a:spLocks/>
              </p:cNvSpPr>
              <p:nvPr/>
            </p:nvSpPr>
            <p:spPr bwMode="auto">
              <a:xfrm>
                <a:off x="3341" y="1858"/>
                <a:ext cx="97" cy="63"/>
              </a:xfrm>
              <a:custGeom>
                <a:avLst/>
                <a:gdLst>
                  <a:gd name="T0" fmla="*/ 0 w 775"/>
                  <a:gd name="T1" fmla="*/ 0 h 510"/>
                  <a:gd name="T2" fmla="*/ 0 w 775"/>
                  <a:gd name="T3" fmla="*/ 0 h 510"/>
                  <a:gd name="T4" fmla="*/ 0 w 775"/>
                  <a:gd name="T5" fmla="*/ 0 h 510"/>
                  <a:gd name="T6" fmla="*/ 0 w 775"/>
                  <a:gd name="T7" fmla="*/ 0 h 510"/>
                  <a:gd name="T8" fmla="*/ 0 w 775"/>
                  <a:gd name="T9" fmla="*/ 0 h 510"/>
                  <a:gd name="T10" fmla="*/ 0 w 775"/>
                  <a:gd name="T11" fmla="*/ 0 h 510"/>
                  <a:gd name="T12" fmla="*/ 0 w 775"/>
                  <a:gd name="T13" fmla="*/ 0 h 510"/>
                  <a:gd name="T14" fmla="*/ 0 w 775"/>
                  <a:gd name="T15" fmla="*/ 0 h 510"/>
                  <a:gd name="T16" fmla="*/ 0 w 775"/>
                  <a:gd name="T17" fmla="*/ 0 h 510"/>
                  <a:gd name="T18" fmla="*/ 0 w 775"/>
                  <a:gd name="T19" fmla="*/ 0 h 510"/>
                  <a:gd name="T20" fmla="*/ 0 w 775"/>
                  <a:gd name="T21" fmla="*/ 0 h 510"/>
                  <a:gd name="T22" fmla="*/ 0 w 775"/>
                  <a:gd name="T23" fmla="*/ 0 h 510"/>
                  <a:gd name="T24" fmla="*/ 0 w 775"/>
                  <a:gd name="T25" fmla="*/ 0 h 510"/>
                  <a:gd name="T26" fmla="*/ 0 w 775"/>
                  <a:gd name="T27" fmla="*/ 0 h 510"/>
                  <a:gd name="T28" fmla="*/ 0 w 775"/>
                  <a:gd name="T29" fmla="*/ 0 h 5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5"/>
                  <a:gd name="T46" fmla="*/ 0 h 510"/>
                  <a:gd name="T47" fmla="*/ 775 w 775"/>
                  <a:gd name="T48" fmla="*/ 510 h 5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5" h="510">
                    <a:moveTo>
                      <a:pt x="0" y="510"/>
                    </a:moveTo>
                    <a:lnTo>
                      <a:pt x="92" y="353"/>
                    </a:lnTo>
                    <a:lnTo>
                      <a:pt x="472" y="182"/>
                    </a:lnTo>
                    <a:lnTo>
                      <a:pt x="672" y="182"/>
                    </a:lnTo>
                    <a:lnTo>
                      <a:pt x="775" y="118"/>
                    </a:lnTo>
                    <a:lnTo>
                      <a:pt x="540" y="118"/>
                    </a:lnTo>
                    <a:lnTo>
                      <a:pt x="393" y="171"/>
                    </a:lnTo>
                    <a:lnTo>
                      <a:pt x="327" y="143"/>
                    </a:lnTo>
                    <a:lnTo>
                      <a:pt x="342" y="0"/>
                    </a:lnTo>
                    <a:lnTo>
                      <a:pt x="261" y="14"/>
                    </a:lnTo>
                    <a:lnTo>
                      <a:pt x="261" y="171"/>
                    </a:lnTo>
                    <a:lnTo>
                      <a:pt x="197" y="251"/>
                    </a:lnTo>
                    <a:lnTo>
                      <a:pt x="105" y="261"/>
                    </a:lnTo>
                    <a:lnTo>
                      <a:pt x="12" y="393"/>
                    </a:lnTo>
                    <a:lnTo>
                      <a:pt x="0" y="5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0" name="Freeform 524"/>
              <p:cNvSpPr>
                <a:spLocks/>
              </p:cNvSpPr>
              <p:nvPr/>
            </p:nvSpPr>
            <p:spPr bwMode="auto">
              <a:xfrm>
                <a:off x="3349" y="2036"/>
                <a:ext cx="149" cy="56"/>
              </a:xfrm>
              <a:custGeom>
                <a:avLst/>
                <a:gdLst>
                  <a:gd name="T0" fmla="*/ 0 w 1191"/>
                  <a:gd name="T1" fmla="*/ 0 h 446"/>
                  <a:gd name="T2" fmla="*/ 0 w 1191"/>
                  <a:gd name="T3" fmla="*/ 0 h 446"/>
                  <a:gd name="T4" fmla="*/ 0 w 1191"/>
                  <a:gd name="T5" fmla="*/ 0 h 446"/>
                  <a:gd name="T6" fmla="*/ 0 w 1191"/>
                  <a:gd name="T7" fmla="*/ 0 h 446"/>
                  <a:gd name="T8" fmla="*/ 0 w 1191"/>
                  <a:gd name="T9" fmla="*/ 0 h 446"/>
                  <a:gd name="T10" fmla="*/ 0 w 1191"/>
                  <a:gd name="T11" fmla="*/ 0 h 446"/>
                  <a:gd name="T12" fmla="*/ 0 w 1191"/>
                  <a:gd name="T13" fmla="*/ 0 h 446"/>
                  <a:gd name="T14" fmla="*/ 0 w 1191"/>
                  <a:gd name="T15" fmla="*/ 0 h 446"/>
                  <a:gd name="T16" fmla="*/ 0 w 1191"/>
                  <a:gd name="T17" fmla="*/ 0 h 446"/>
                  <a:gd name="T18" fmla="*/ 0 w 1191"/>
                  <a:gd name="T19" fmla="*/ 0 h 446"/>
                  <a:gd name="T20" fmla="*/ 0 w 1191"/>
                  <a:gd name="T21" fmla="*/ 0 h 446"/>
                  <a:gd name="T22" fmla="*/ 0 w 1191"/>
                  <a:gd name="T23" fmla="*/ 0 h 446"/>
                  <a:gd name="T24" fmla="*/ 0 w 1191"/>
                  <a:gd name="T25" fmla="*/ 0 h 446"/>
                  <a:gd name="T26" fmla="*/ 0 w 1191"/>
                  <a:gd name="T27" fmla="*/ 0 h 446"/>
                  <a:gd name="T28" fmla="*/ 0 w 1191"/>
                  <a:gd name="T29" fmla="*/ 0 h 446"/>
                  <a:gd name="T30" fmla="*/ 0 w 1191"/>
                  <a:gd name="T31" fmla="*/ 0 h 446"/>
                  <a:gd name="T32" fmla="*/ 0 w 1191"/>
                  <a:gd name="T33" fmla="*/ 0 h 446"/>
                  <a:gd name="T34" fmla="*/ 0 w 1191"/>
                  <a:gd name="T35" fmla="*/ 0 h 446"/>
                  <a:gd name="T36" fmla="*/ 0 w 1191"/>
                  <a:gd name="T37" fmla="*/ 0 h 446"/>
                  <a:gd name="T38" fmla="*/ 0 w 1191"/>
                  <a:gd name="T39" fmla="*/ 0 h 446"/>
                  <a:gd name="T40" fmla="*/ 0 w 1191"/>
                  <a:gd name="T41" fmla="*/ 0 h 446"/>
                  <a:gd name="T42" fmla="*/ 0 w 1191"/>
                  <a:gd name="T43" fmla="*/ 0 h 44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91"/>
                  <a:gd name="T67" fmla="*/ 0 h 446"/>
                  <a:gd name="T68" fmla="*/ 1191 w 1191"/>
                  <a:gd name="T69" fmla="*/ 446 h 44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91" h="446">
                    <a:moveTo>
                      <a:pt x="1191" y="174"/>
                    </a:moveTo>
                    <a:lnTo>
                      <a:pt x="841" y="283"/>
                    </a:lnTo>
                    <a:lnTo>
                      <a:pt x="622" y="446"/>
                    </a:lnTo>
                    <a:lnTo>
                      <a:pt x="609" y="374"/>
                    </a:lnTo>
                    <a:lnTo>
                      <a:pt x="912" y="176"/>
                    </a:lnTo>
                    <a:lnTo>
                      <a:pt x="877" y="137"/>
                    </a:lnTo>
                    <a:lnTo>
                      <a:pt x="708" y="149"/>
                    </a:lnTo>
                    <a:lnTo>
                      <a:pt x="490" y="213"/>
                    </a:lnTo>
                    <a:lnTo>
                      <a:pt x="512" y="108"/>
                    </a:lnTo>
                    <a:lnTo>
                      <a:pt x="313" y="96"/>
                    </a:lnTo>
                    <a:lnTo>
                      <a:pt x="205" y="55"/>
                    </a:lnTo>
                    <a:lnTo>
                      <a:pt x="69" y="24"/>
                    </a:lnTo>
                    <a:lnTo>
                      <a:pt x="0" y="61"/>
                    </a:lnTo>
                    <a:lnTo>
                      <a:pt x="80" y="0"/>
                    </a:lnTo>
                    <a:lnTo>
                      <a:pt x="246" y="47"/>
                    </a:lnTo>
                    <a:lnTo>
                      <a:pt x="409" y="77"/>
                    </a:lnTo>
                    <a:lnTo>
                      <a:pt x="537" y="73"/>
                    </a:lnTo>
                    <a:lnTo>
                      <a:pt x="652" y="55"/>
                    </a:lnTo>
                    <a:lnTo>
                      <a:pt x="749" y="112"/>
                    </a:lnTo>
                    <a:lnTo>
                      <a:pt x="1028" y="96"/>
                    </a:lnTo>
                    <a:lnTo>
                      <a:pt x="1164" y="154"/>
                    </a:lnTo>
                    <a:lnTo>
                      <a:pt x="1191" y="1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1" name="Freeform 525"/>
              <p:cNvSpPr>
                <a:spLocks/>
              </p:cNvSpPr>
              <p:nvPr/>
            </p:nvSpPr>
            <p:spPr bwMode="auto">
              <a:xfrm>
                <a:off x="3172" y="1981"/>
                <a:ext cx="219" cy="153"/>
              </a:xfrm>
              <a:custGeom>
                <a:avLst/>
                <a:gdLst>
                  <a:gd name="T0" fmla="*/ 0 w 1754"/>
                  <a:gd name="T1" fmla="*/ 0 h 1222"/>
                  <a:gd name="T2" fmla="*/ 0 w 1754"/>
                  <a:gd name="T3" fmla="*/ 0 h 1222"/>
                  <a:gd name="T4" fmla="*/ 0 w 1754"/>
                  <a:gd name="T5" fmla="*/ 0 h 1222"/>
                  <a:gd name="T6" fmla="*/ 0 w 1754"/>
                  <a:gd name="T7" fmla="*/ 0 h 1222"/>
                  <a:gd name="T8" fmla="*/ 0 w 1754"/>
                  <a:gd name="T9" fmla="*/ 0 h 1222"/>
                  <a:gd name="T10" fmla="*/ 0 w 1754"/>
                  <a:gd name="T11" fmla="*/ 0 h 1222"/>
                  <a:gd name="T12" fmla="*/ 0 w 1754"/>
                  <a:gd name="T13" fmla="*/ 0 h 1222"/>
                  <a:gd name="T14" fmla="*/ 0 w 1754"/>
                  <a:gd name="T15" fmla="*/ 0 h 1222"/>
                  <a:gd name="T16" fmla="*/ 0 w 1754"/>
                  <a:gd name="T17" fmla="*/ 0 h 1222"/>
                  <a:gd name="T18" fmla="*/ 0 w 1754"/>
                  <a:gd name="T19" fmla="*/ 0 h 1222"/>
                  <a:gd name="T20" fmla="*/ 0 w 1754"/>
                  <a:gd name="T21" fmla="*/ 0 h 1222"/>
                  <a:gd name="T22" fmla="*/ 0 w 1754"/>
                  <a:gd name="T23" fmla="*/ 0 h 1222"/>
                  <a:gd name="T24" fmla="*/ 0 w 1754"/>
                  <a:gd name="T25" fmla="*/ 0 h 1222"/>
                  <a:gd name="T26" fmla="*/ 0 w 1754"/>
                  <a:gd name="T27" fmla="*/ 0 h 1222"/>
                  <a:gd name="T28" fmla="*/ 0 w 1754"/>
                  <a:gd name="T29" fmla="*/ 0 h 1222"/>
                  <a:gd name="T30" fmla="*/ 0 w 1754"/>
                  <a:gd name="T31" fmla="*/ 0 h 1222"/>
                  <a:gd name="T32" fmla="*/ 0 w 1754"/>
                  <a:gd name="T33" fmla="*/ 0 h 1222"/>
                  <a:gd name="T34" fmla="*/ 0 w 1754"/>
                  <a:gd name="T35" fmla="*/ 0 h 1222"/>
                  <a:gd name="T36" fmla="*/ 0 w 1754"/>
                  <a:gd name="T37" fmla="*/ 0 h 1222"/>
                  <a:gd name="T38" fmla="*/ 0 w 1754"/>
                  <a:gd name="T39" fmla="*/ 0 h 1222"/>
                  <a:gd name="T40" fmla="*/ 0 w 1754"/>
                  <a:gd name="T41" fmla="*/ 0 h 1222"/>
                  <a:gd name="T42" fmla="*/ 0 w 1754"/>
                  <a:gd name="T43" fmla="*/ 0 h 1222"/>
                  <a:gd name="T44" fmla="*/ 0 w 1754"/>
                  <a:gd name="T45" fmla="*/ 0 h 1222"/>
                  <a:gd name="T46" fmla="*/ 0 w 1754"/>
                  <a:gd name="T47" fmla="*/ 0 h 1222"/>
                  <a:gd name="T48" fmla="*/ 0 w 1754"/>
                  <a:gd name="T49" fmla="*/ 0 h 1222"/>
                  <a:gd name="T50" fmla="*/ 0 w 1754"/>
                  <a:gd name="T51" fmla="*/ 0 h 1222"/>
                  <a:gd name="T52" fmla="*/ 0 w 1754"/>
                  <a:gd name="T53" fmla="*/ 0 h 1222"/>
                  <a:gd name="T54" fmla="*/ 0 w 1754"/>
                  <a:gd name="T55" fmla="*/ 0 h 1222"/>
                  <a:gd name="T56" fmla="*/ 0 w 1754"/>
                  <a:gd name="T57" fmla="*/ 0 h 1222"/>
                  <a:gd name="T58" fmla="*/ 0 w 1754"/>
                  <a:gd name="T59" fmla="*/ 0 h 1222"/>
                  <a:gd name="T60" fmla="*/ 0 w 1754"/>
                  <a:gd name="T61" fmla="*/ 0 h 1222"/>
                  <a:gd name="T62" fmla="*/ 0 w 1754"/>
                  <a:gd name="T63" fmla="*/ 0 h 1222"/>
                  <a:gd name="T64" fmla="*/ 0 w 1754"/>
                  <a:gd name="T65" fmla="*/ 0 h 1222"/>
                  <a:gd name="T66" fmla="*/ 0 w 1754"/>
                  <a:gd name="T67" fmla="*/ 0 h 122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754"/>
                  <a:gd name="T103" fmla="*/ 0 h 1222"/>
                  <a:gd name="T104" fmla="*/ 1754 w 1754"/>
                  <a:gd name="T105" fmla="*/ 1222 h 122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754" h="1222">
                    <a:moveTo>
                      <a:pt x="1289" y="666"/>
                    </a:moveTo>
                    <a:lnTo>
                      <a:pt x="1258" y="826"/>
                    </a:lnTo>
                    <a:lnTo>
                      <a:pt x="1258" y="945"/>
                    </a:lnTo>
                    <a:lnTo>
                      <a:pt x="1289" y="1042"/>
                    </a:lnTo>
                    <a:lnTo>
                      <a:pt x="1311" y="1098"/>
                    </a:lnTo>
                    <a:lnTo>
                      <a:pt x="1754" y="1222"/>
                    </a:lnTo>
                    <a:lnTo>
                      <a:pt x="1293" y="1160"/>
                    </a:lnTo>
                    <a:lnTo>
                      <a:pt x="1251" y="1098"/>
                    </a:lnTo>
                    <a:lnTo>
                      <a:pt x="876" y="1092"/>
                    </a:lnTo>
                    <a:lnTo>
                      <a:pt x="576" y="1035"/>
                    </a:lnTo>
                    <a:lnTo>
                      <a:pt x="311" y="955"/>
                    </a:lnTo>
                    <a:lnTo>
                      <a:pt x="93" y="860"/>
                    </a:lnTo>
                    <a:lnTo>
                      <a:pt x="69" y="826"/>
                    </a:lnTo>
                    <a:lnTo>
                      <a:pt x="51" y="749"/>
                    </a:lnTo>
                    <a:lnTo>
                      <a:pt x="0" y="652"/>
                    </a:lnTo>
                    <a:lnTo>
                      <a:pt x="12" y="615"/>
                    </a:lnTo>
                    <a:lnTo>
                      <a:pt x="32" y="588"/>
                    </a:lnTo>
                    <a:lnTo>
                      <a:pt x="32" y="452"/>
                    </a:lnTo>
                    <a:lnTo>
                      <a:pt x="51" y="406"/>
                    </a:lnTo>
                    <a:lnTo>
                      <a:pt x="80" y="382"/>
                    </a:lnTo>
                    <a:lnTo>
                      <a:pt x="58" y="433"/>
                    </a:lnTo>
                    <a:lnTo>
                      <a:pt x="51" y="547"/>
                    </a:lnTo>
                    <a:lnTo>
                      <a:pt x="58" y="613"/>
                    </a:lnTo>
                    <a:lnTo>
                      <a:pt x="230" y="756"/>
                    </a:lnTo>
                    <a:lnTo>
                      <a:pt x="258" y="749"/>
                    </a:lnTo>
                    <a:lnTo>
                      <a:pt x="278" y="670"/>
                    </a:lnTo>
                    <a:lnTo>
                      <a:pt x="170" y="494"/>
                    </a:lnTo>
                    <a:lnTo>
                      <a:pt x="140" y="344"/>
                    </a:lnTo>
                    <a:lnTo>
                      <a:pt x="201" y="202"/>
                    </a:lnTo>
                    <a:lnTo>
                      <a:pt x="201" y="426"/>
                    </a:lnTo>
                    <a:lnTo>
                      <a:pt x="361" y="786"/>
                    </a:lnTo>
                    <a:lnTo>
                      <a:pt x="438" y="802"/>
                    </a:lnTo>
                    <a:lnTo>
                      <a:pt x="489" y="770"/>
                    </a:lnTo>
                    <a:lnTo>
                      <a:pt x="480" y="685"/>
                    </a:lnTo>
                    <a:lnTo>
                      <a:pt x="320" y="286"/>
                    </a:lnTo>
                    <a:lnTo>
                      <a:pt x="320" y="166"/>
                    </a:lnTo>
                    <a:lnTo>
                      <a:pt x="320" y="72"/>
                    </a:lnTo>
                    <a:lnTo>
                      <a:pt x="361" y="0"/>
                    </a:lnTo>
                    <a:lnTo>
                      <a:pt x="343" y="136"/>
                    </a:lnTo>
                    <a:lnTo>
                      <a:pt x="350" y="272"/>
                    </a:lnTo>
                    <a:lnTo>
                      <a:pt x="451" y="540"/>
                    </a:lnTo>
                    <a:lnTo>
                      <a:pt x="493" y="560"/>
                    </a:lnTo>
                    <a:lnTo>
                      <a:pt x="535" y="516"/>
                    </a:lnTo>
                    <a:lnTo>
                      <a:pt x="553" y="468"/>
                    </a:lnTo>
                    <a:lnTo>
                      <a:pt x="546" y="362"/>
                    </a:lnTo>
                    <a:lnTo>
                      <a:pt x="528" y="219"/>
                    </a:lnTo>
                    <a:lnTo>
                      <a:pt x="553" y="215"/>
                    </a:lnTo>
                    <a:lnTo>
                      <a:pt x="581" y="459"/>
                    </a:lnTo>
                    <a:lnTo>
                      <a:pt x="570" y="523"/>
                    </a:lnTo>
                    <a:lnTo>
                      <a:pt x="541" y="569"/>
                    </a:lnTo>
                    <a:lnTo>
                      <a:pt x="498" y="613"/>
                    </a:lnTo>
                    <a:lnTo>
                      <a:pt x="511" y="740"/>
                    </a:lnTo>
                    <a:lnTo>
                      <a:pt x="504" y="826"/>
                    </a:lnTo>
                    <a:lnTo>
                      <a:pt x="456" y="844"/>
                    </a:lnTo>
                    <a:lnTo>
                      <a:pt x="392" y="839"/>
                    </a:lnTo>
                    <a:lnTo>
                      <a:pt x="311" y="795"/>
                    </a:lnTo>
                    <a:lnTo>
                      <a:pt x="265" y="802"/>
                    </a:lnTo>
                    <a:lnTo>
                      <a:pt x="93" y="724"/>
                    </a:lnTo>
                    <a:lnTo>
                      <a:pt x="87" y="806"/>
                    </a:lnTo>
                    <a:lnTo>
                      <a:pt x="152" y="867"/>
                    </a:lnTo>
                    <a:lnTo>
                      <a:pt x="504" y="986"/>
                    </a:lnTo>
                    <a:lnTo>
                      <a:pt x="792" y="1048"/>
                    </a:lnTo>
                    <a:lnTo>
                      <a:pt x="1042" y="1058"/>
                    </a:lnTo>
                    <a:lnTo>
                      <a:pt x="1238" y="1058"/>
                    </a:lnTo>
                    <a:lnTo>
                      <a:pt x="1229" y="955"/>
                    </a:lnTo>
                    <a:lnTo>
                      <a:pt x="1238" y="826"/>
                    </a:lnTo>
                    <a:lnTo>
                      <a:pt x="1263" y="722"/>
                    </a:lnTo>
                    <a:lnTo>
                      <a:pt x="1289" y="6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2" name="Freeform 526"/>
              <p:cNvSpPr>
                <a:spLocks/>
              </p:cNvSpPr>
              <p:nvPr/>
            </p:nvSpPr>
            <p:spPr bwMode="auto">
              <a:xfrm>
                <a:off x="3237" y="1981"/>
                <a:ext cx="105" cy="68"/>
              </a:xfrm>
              <a:custGeom>
                <a:avLst/>
                <a:gdLst>
                  <a:gd name="T0" fmla="*/ 0 w 846"/>
                  <a:gd name="T1" fmla="*/ 0 h 547"/>
                  <a:gd name="T2" fmla="*/ 0 w 846"/>
                  <a:gd name="T3" fmla="*/ 0 h 547"/>
                  <a:gd name="T4" fmla="*/ 0 w 846"/>
                  <a:gd name="T5" fmla="*/ 0 h 547"/>
                  <a:gd name="T6" fmla="*/ 0 w 846"/>
                  <a:gd name="T7" fmla="*/ 0 h 547"/>
                  <a:gd name="T8" fmla="*/ 0 w 846"/>
                  <a:gd name="T9" fmla="*/ 0 h 547"/>
                  <a:gd name="T10" fmla="*/ 0 w 846"/>
                  <a:gd name="T11" fmla="*/ 0 h 547"/>
                  <a:gd name="T12" fmla="*/ 0 w 846"/>
                  <a:gd name="T13" fmla="*/ 0 h 547"/>
                  <a:gd name="T14" fmla="*/ 0 w 846"/>
                  <a:gd name="T15" fmla="*/ 0 h 547"/>
                  <a:gd name="T16" fmla="*/ 0 w 846"/>
                  <a:gd name="T17" fmla="*/ 0 h 547"/>
                  <a:gd name="T18" fmla="*/ 0 w 846"/>
                  <a:gd name="T19" fmla="*/ 0 h 547"/>
                  <a:gd name="T20" fmla="*/ 0 w 846"/>
                  <a:gd name="T21" fmla="*/ 0 h 547"/>
                  <a:gd name="T22" fmla="*/ 0 w 846"/>
                  <a:gd name="T23" fmla="*/ 0 h 547"/>
                  <a:gd name="T24" fmla="*/ 0 w 846"/>
                  <a:gd name="T25" fmla="*/ 0 h 547"/>
                  <a:gd name="T26" fmla="*/ 0 w 846"/>
                  <a:gd name="T27" fmla="*/ 0 h 547"/>
                  <a:gd name="T28" fmla="*/ 0 w 846"/>
                  <a:gd name="T29" fmla="*/ 0 h 547"/>
                  <a:gd name="T30" fmla="*/ 0 w 846"/>
                  <a:gd name="T31" fmla="*/ 0 h 547"/>
                  <a:gd name="T32" fmla="*/ 0 w 846"/>
                  <a:gd name="T33" fmla="*/ 0 h 547"/>
                  <a:gd name="T34" fmla="*/ 0 w 846"/>
                  <a:gd name="T35" fmla="*/ 0 h 547"/>
                  <a:gd name="T36" fmla="*/ 0 w 846"/>
                  <a:gd name="T37" fmla="*/ 0 h 547"/>
                  <a:gd name="T38" fmla="*/ 0 w 846"/>
                  <a:gd name="T39" fmla="*/ 0 h 547"/>
                  <a:gd name="T40" fmla="*/ 0 w 846"/>
                  <a:gd name="T41" fmla="*/ 0 h 547"/>
                  <a:gd name="T42" fmla="*/ 0 w 846"/>
                  <a:gd name="T43" fmla="*/ 0 h 547"/>
                  <a:gd name="T44" fmla="*/ 0 w 846"/>
                  <a:gd name="T45" fmla="*/ 0 h 547"/>
                  <a:gd name="T46" fmla="*/ 0 w 846"/>
                  <a:gd name="T47" fmla="*/ 0 h 547"/>
                  <a:gd name="T48" fmla="*/ 0 w 846"/>
                  <a:gd name="T49" fmla="*/ 0 h 547"/>
                  <a:gd name="T50" fmla="*/ 0 w 846"/>
                  <a:gd name="T51" fmla="*/ 0 h 547"/>
                  <a:gd name="T52" fmla="*/ 0 w 846"/>
                  <a:gd name="T53" fmla="*/ 0 h 547"/>
                  <a:gd name="T54" fmla="*/ 0 w 846"/>
                  <a:gd name="T55" fmla="*/ 0 h 547"/>
                  <a:gd name="T56" fmla="*/ 0 w 846"/>
                  <a:gd name="T57" fmla="*/ 0 h 54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6"/>
                  <a:gd name="T88" fmla="*/ 0 h 547"/>
                  <a:gd name="T89" fmla="*/ 846 w 846"/>
                  <a:gd name="T90" fmla="*/ 547 h 54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6" h="547">
                    <a:moveTo>
                      <a:pt x="0" y="30"/>
                    </a:moveTo>
                    <a:lnTo>
                      <a:pt x="45" y="94"/>
                    </a:lnTo>
                    <a:lnTo>
                      <a:pt x="101" y="210"/>
                    </a:lnTo>
                    <a:lnTo>
                      <a:pt x="36" y="219"/>
                    </a:lnTo>
                    <a:lnTo>
                      <a:pt x="36" y="237"/>
                    </a:lnTo>
                    <a:lnTo>
                      <a:pt x="174" y="246"/>
                    </a:lnTo>
                    <a:lnTo>
                      <a:pt x="322" y="254"/>
                    </a:lnTo>
                    <a:lnTo>
                      <a:pt x="248" y="233"/>
                    </a:lnTo>
                    <a:lnTo>
                      <a:pt x="394" y="178"/>
                    </a:lnTo>
                    <a:lnTo>
                      <a:pt x="472" y="189"/>
                    </a:lnTo>
                    <a:lnTo>
                      <a:pt x="598" y="297"/>
                    </a:lnTo>
                    <a:lnTo>
                      <a:pt x="675" y="422"/>
                    </a:lnTo>
                    <a:lnTo>
                      <a:pt x="767" y="512"/>
                    </a:lnTo>
                    <a:lnTo>
                      <a:pt x="820" y="547"/>
                    </a:lnTo>
                    <a:lnTo>
                      <a:pt x="846" y="523"/>
                    </a:lnTo>
                    <a:lnTo>
                      <a:pt x="758" y="468"/>
                    </a:lnTo>
                    <a:lnTo>
                      <a:pt x="679" y="392"/>
                    </a:lnTo>
                    <a:lnTo>
                      <a:pt x="611" y="286"/>
                    </a:lnTo>
                    <a:lnTo>
                      <a:pt x="534" y="184"/>
                    </a:lnTo>
                    <a:lnTo>
                      <a:pt x="394" y="136"/>
                    </a:lnTo>
                    <a:lnTo>
                      <a:pt x="317" y="154"/>
                    </a:lnTo>
                    <a:lnTo>
                      <a:pt x="223" y="189"/>
                    </a:lnTo>
                    <a:lnTo>
                      <a:pt x="161" y="184"/>
                    </a:lnTo>
                    <a:lnTo>
                      <a:pt x="244" y="90"/>
                    </a:lnTo>
                    <a:lnTo>
                      <a:pt x="283" y="30"/>
                    </a:lnTo>
                    <a:lnTo>
                      <a:pt x="275" y="0"/>
                    </a:lnTo>
                    <a:lnTo>
                      <a:pt x="223" y="79"/>
                    </a:lnTo>
                    <a:lnTo>
                      <a:pt x="119" y="15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3" name="Freeform 527"/>
              <p:cNvSpPr>
                <a:spLocks/>
              </p:cNvSpPr>
              <p:nvPr/>
            </p:nvSpPr>
            <p:spPr bwMode="auto">
              <a:xfrm>
                <a:off x="2981" y="1422"/>
                <a:ext cx="165" cy="154"/>
              </a:xfrm>
              <a:custGeom>
                <a:avLst/>
                <a:gdLst>
                  <a:gd name="T0" fmla="*/ 0 w 1323"/>
                  <a:gd name="T1" fmla="*/ 0 h 1233"/>
                  <a:gd name="T2" fmla="*/ 0 w 1323"/>
                  <a:gd name="T3" fmla="*/ 0 h 1233"/>
                  <a:gd name="T4" fmla="*/ 0 w 1323"/>
                  <a:gd name="T5" fmla="*/ 0 h 1233"/>
                  <a:gd name="T6" fmla="*/ 0 w 1323"/>
                  <a:gd name="T7" fmla="*/ 0 h 1233"/>
                  <a:gd name="T8" fmla="*/ 0 w 1323"/>
                  <a:gd name="T9" fmla="*/ 0 h 1233"/>
                  <a:gd name="T10" fmla="*/ 0 w 1323"/>
                  <a:gd name="T11" fmla="*/ 0 h 1233"/>
                  <a:gd name="T12" fmla="*/ 0 w 1323"/>
                  <a:gd name="T13" fmla="*/ 0 h 1233"/>
                  <a:gd name="T14" fmla="*/ 0 w 1323"/>
                  <a:gd name="T15" fmla="*/ 0 h 1233"/>
                  <a:gd name="T16" fmla="*/ 0 w 1323"/>
                  <a:gd name="T17" fmla="*/ 0 h 1233"/>
                  <a:gd name="T18" fmla="*/ 0 w 1323"/>
                  <a:gd name="T19" fmla="*/ 0 h 1233"/>
                  <a:gd name="T20" fmla="*/ 0 w 1323"/>
                  <a:gd name="T21" fmla="*/ 0 h 1233"/>
                  <a:gd name="T22" fmla="*/ 0 w 1323"/>
                  <a:gd name="T23" fmla="*/ 0 h 1233"/>
                  <a:gd name="T24" fmla="*/ 0 w 1323"/>
                  <a:gd name="T25" fmla="*/ 0 h 1233"/>
                  <a:gd name="T26" fmla="*/ 0 w 1323"/>
                  <a:gd name="T27" fmla="*/ 0 h 1233"/>
                  <a:gd name="T28" fmla="*/ 0 w 1323"/>
                  <a:gd name="T29" fmla="*/ 0 h 1233"/>
                  <a:gd name="T30" fmla="*/ 0 w 1323"/>
                  <a:gd name="T31" fmla="*/ 0 h 1233"/>
                  <a:gd name="T32" fmla="*/ 0 w 1323"/>
                  <a:gd name="T33" fmla="*/ 0 h 1233"/>
                  <a:gd name="T34" fmla="*/ 0 w 1323"/>
                  <a:gd name="T35" fmla="*/ 0 h 1233"/>
                  <a:gd name="T36" fmla="*/ 0 w 1323"/>
                  <a:gd name="T37" fmla="*/ 0 h 1233"/>
                  <a:gd name="T38" fmla="*/ 0 w 1323"/>
                  <a:gd name="T39" fmla="*/ 0 h 1233"/>
                  <a:gd name="T40" fmla="*/ 0 w 1323"/>
                  <a:gd name="T41" fmla="*/ 0 h 1233"/>
                  <a:gd name="T42" fmla="*/ 0 w 1323"/>
                  <a:gd name="T43" fmla="*/ 0 h 1233"/>
                  <a:gd name="T44" fmla="*/ 0 w 1323"/>
                  <a:gd name="T45" fmla="*/ 0 h 1233"/>
                  <a:gd name="T46" fmla="*/ 0 w 1323"/>
                  <a:gd name="T47" fmla="*/ 0 h 1233"/>
                  <a:gd name="T48" fmla="*/ 0 w 1323"/>
                  <a:gd name="T49" fmla="*/ 0 h 1233"/>
                  <a:gd name="T50" fmla="*/ 0 w 1323"/>
                  <a:gd name="T51" fmla="*/ 0 h 1233"/>
                  <a:gd name="T52" fmla="*/ 0 w 1323"/>
                  <a:gd name="T53" fmla="*/ 0 h 1233"/>
                  <a:gd name="T54" fmla="*/ 0 w 1323"/>
                  <a:gd name="T55" fmla="*/ 0 h 1233"/>
                  <a:gd name="T56" fmla="*/ 0 w 1323"/>
                  <a:gd name="T57" fmla="*/ 0 h 1233"/>
                  <a:gd name="T58" fmla="*/ 0 w 1323"/>
                  <a:gd name="T59" fmla="*/ 0 h 1233"/>
                  <a:gd name="T60" fmla="*/ 0 w 1323"/>
                  <a:gd name="T61" fmla="*/ 0 h 1233"/>
                  <a:gd name="T62" fmla="*/ 0 w 1323"/>
                  <a:gd name="T63" fmla="*/ 0 h 1233"/>
                  <a:gd name="T64" fmla="*/ 0 w 1323"/>
                  <a:gd name="T65" fmla="*/ 0 h 1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23"/>
                  <a:gd name="T100" fmla="*/ 0 h 1233"/>
                  <a:gd name="T101" fmla="*/ 1323 w 1323"/>
                  <a:gd name="T102" fmla="*/ 1233 h 1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23" h="1233">
                    <a:moveTo>
                      <a:pt x="680" y="329"/>
                    </a:moveTo>
                    <a:lnTo>
                      <a:pt x="759" y="233"/>
                    </a:lnTo>
                    <a:lnTo>
                      <a:pt x="833" y="191"/>
                    </a:lnTo>
                    <a:lnTo>
                      <a:pt x="918" y="186"/>
                    </a:lnTo>
                    <a:lnTo>
                      <a:pt x="1026" y="239"/>
                    </a:lnTo>
                    <a:lnTo>
                      <a:pt x="1086" y="329"/>
                    </a:lnTo>
                    <a:lnTo>
                      <a:pt x="1116" y="433"/>
                    </a:lnTo>
                    <a:lnTo>
                      <a:pt x="1128" y="539"/>
                    </a:lnTo>
                    <a:lnTo>
                      <a:pt x="1123" y="648"/>
                    </a:lnTo>
                    <a:lnTo>
                      <a:pt x="1112" y="753"/>
                    </a:lnTo>
                    <a:lnTo>
                      <a:pt x="1141" y="857"/>
                    </a:lnTo>
                    <a:lnTo>
                      <a:pt x="1165" y="744"/>
                    </a:lnTo>
                    <a:lnTo>
                      <a:pt x="1242" y="689"/>
                    </a:lnTo>
                    <a:lnTo>
                      <a:pt x="1291" y="728"/>
                    </a:lnTo>
                    <a:lnTo>
                      <a:pt x="1305" y="857"/>
                    </a:lnTo>
                    <a:lnTo>
                      <a:pt x="1296" y="960"/>
                    </a:lnTo>
                    <a:lnTo>
                      <a:pt x="1238" y="1046"/>
                    </a:lnTo>
                    <a:lnTo>
                      <a:pt x="1209" y="1083"/>
                    </a:lnTo>
                    <a:lnTo>
                      <a:pt x="1152" y="1127"/>
                    </a:lnTo>
                    <a:lnTo>
                      <a:pt x="1222" y="1101"/>
                    </a:lnTo>
                    <a:lnTo>
                      <a:pt x="1310" y="966"/>
                    </a:lnTo>
                    <a:lnTo>
                      <a:pt x="1323" y="834"/>
                    </a:lnTo>
                    <a:lnTo>
                      <a:pt x="1296" y="696"/>
                    </a:lnTo>
                    <a:lnTo>
                      <a:pt x="1242" y="666"/>
                    </a:lnTo>
                    <a:lnTo>
                      <a:pt x="1242" y="585"/>
                    </a:lnTo>
                    <a:lnTo>
                      <a:pt x="1183" y="323"/>
                    </a:lnTo>
                    <a:lnTo>
                      <a:pt x="1086" y="175"/>
                    </a:lnTo>
                    <a:lnTo>
                      <a:pt x="971" y="74"/>
                    </a:lnTo>
                    <a:lnTo>
                      <a:pt x="840" y="32"/>
                    </a:lnTo>
                    <a:lnTo>
                      <a:pt x="629" y="0"/>
                    </a:lnTo>
                    <a:lnTo>
                      <a:pt x="392" y="32"/>
                    </a:lnTo>
                    <a:lnTo>
                      <a:pt x="213" y="131"/>
                    </a:lnTo>
                    <a:lnTo>
                      <a:pt x="97" y="255"/>
                    </a:lnTo>
                    <a:lnTo>
                      <a:pt x="26" y="404"/>
                    </a:lnTo>
                    <a:lnTo>
                      <a:pt x="12" y="562"/>
                    </a:lnTo>
                    <a:lnTo>
                      <a:pt x="26" y="786"/>
                    </a:lnTo>
                    <a:lnTo>
                      <a:pt x="0" y="857"/>
                    </a:lnTo>
                    <a:lnTo>
                      <a:pt x="23" y="995"/>
                    </a:lnTo>
                    <a:lnTo>
                      <a:pt x="97" y="1113"/>
                    </a:lnTo>
                    <a:lnTo>
                      <a:pt x="198" y="1196"/>
                    </a:lnTo>
                    <a:lnTo>
                      <a:pt x="249" y="1201"/>
                    </a:lnTo>
                    <a:lnTo>
                      <a:pt x="279" y="1233"/>
                    </a:lnTo>
                    <a:lnTo>
                      <a:pt x="264" y="1152"/>
                    </a:lnTo>
                    <a:lnTo>
                      <a:pt x="213" y="1187"/>
                    </a:lnTo>
                    <a:lnTo>
                      <a:pt x="104" y="1106"/>
                    </a:lnTo>
                    <a:lnTo>
                      <a:pt x="33" y="973"/>
                    </a:lnTo>
                    <a:lnTo>
                      <a:pt x="26" y="868"/>
                    </a:lnTo>
                    <a:lnTo>
                      <a:pt x="49" y="843"/>
                    </a:lnTo>
                    <a:lnTo>
                      <a:pt x="121" y="857"/>
                    </a:lnTo>
                    <a:lnTo>
                      <a:pt x="213" y="936"/>
                    </a:lnTo>
                    <a:lnTo>
                      <a:pt x="194" y="830"/>
                    </a:lnTo>
                    <a:lnTo>
                      <a:pt x="167" y="771"/>
                    </a:lnTo>
                    <a:lnTo>
                      <a:pt x="130" y="668"/>
                    </a:lnTo>
                    <a:lnTo>
                      <a:pt x="108" y="551"/>
                    </a:lnTo>
                    <a:lnTo>
                      <a:pt x="108" y="459"/>
                    </a:lnTo>
                    <a:lnTo>
                      <a:pt x="130" y="382"/>
                    </a:lnTo>
                    <a:lnTo>
                      <a:pt x="171" y="323"/>
                    </a:lnTo>
                    <a:lnTo>
                      <a:pt x="227" y="281"/>
                    </a:lnTo>
                    <a:lnTo>
                      <a:pt x="286" y="265"/>
                    </a:lnTo>
                    <a:lnTo>
                      <a:pt x="354" y="281"/>
                    </a:lnTo>
                    <a:lnTo>
                      <a:pt x="420" y="318"/>
                    </a:lnTo>
                    <a:lnTo>
                      <a:pt x="466" y="355"/>
                    </a:lnTo>
                    <a:lnTo>
                      <a:pt x="521" y="369"/>
                    </a:lnTo>
                    <a:lnTo>
                      <a:pt x="607" y="362"/>
                    </a:lnTo>
                    <a:lnTo>
                      <a:pt x="655" y="345"/>
                    </a:lnTo>
                    <a:lnTo>
                      <a:pt x="680" y="3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4" name="Freeform 528"/>
              <p:cNvSpPr>
                <a:spLocks/>
              </p:cNvSpPr>
              <p:nvPr/>
            </p:nvSpPr>
            <p:spPr bwMode="auto">
              <a:xfrm>
                <a:off x="3017" y="1531"/>
                <a:ext cx="53" cy="10"/>
              </a:xfrm>
              <a:custGeom>
                <a:avLst/>
                <a:gdLst>
                  <a:gd name="T0" fmla="*/ 0 w 424"/>
                  <a:gd name="T1" fmla="*/ 0 h 83"/>
                  <a:gd name="T2" fmla="*/ 0 w 424"/>
                  <a:gd name="T3" fmla="*/ 0 h 83"/>
                  <a:gd name="T4" fmla="*/ 0 w 424"/>
                  <a:gd name="T5" fmla="*/ 0 h 83"/>
                  <a:gd name="T6" fmla="*/ 0 w 424"/>
                  <a:gd name="T7" fmla="*/ 0 h 83"/>
                  <a:gd name="T8" fmla="*/ 0 w 424"/>
                  <a:gd name="T9" fmla="*/ 0 h 83"/>
                  <a:gd name="T10" fmla="*/ 0 w 424"/>
                  <a:gd name="T11" fmla="*/ 0 h 83"/>
                  <a:gd name="T12" fmla="*/ 0 w 424"/>
                  <a:gd name="T13" fmla="*/ 0 h 83"/>
                  <a:gd name="T14" fmla="*/ 0 w 424"/>
                  <a:gd name="T15" fmla="*/ 0 h 83"/>
                  <a:gd name="T16" fmla="*/ 0 w 424"/>
                  <a:gd name="T17" fmla="*/ 0 h 83"/>
                  <a:gd name="T18" fmla="*/ 0 w 424"/>
                  <a:gd name="T19" fmla="*/ 0 h 83"/>
                  <a:gd name="T20" fmla="*/ 0 w 424"/>
                  <a:gd name="T21" fmla="*/ 0 h 83"/>
                  <a:gd name="T22" fmla="*/ 0 w 424"/>
                  <a:gd name="T23" fmla="*/ 0 h 83"/>
                  <a:gd name="T24" fmla="*/ 0 w 424"/>
                  <a:gd name="T25" fmla="*/ 0 h 83"/>
                  <a:gd name="T26" fmla="*/ 0 w 424"/>
                  <a:gd name="T27" fmla="*/ 0 h 83"/>
                  <a:gd name="T28" fmla="*/ 0 w 424"/>
                  <a:gd name="T29" fmla="*/ 0 h 83"/>
                  <a:gd name="T30" fmla="*/ 0 w 424"/>
                  <a:gd name="T31" fmla="*/ 0 h 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4"/>
                  <a:gd name="T49" fmla="*/ 0 h 83"/>
                  <a:gd name="T50" fmla="*/ 424 w 424"/>
                  <a:gd name="T51" fmla="*/ 83 h 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4" h="83">
                    <a:moveTo>
                      <a:pt x="0" y="42"/>
                    </a:moveTo>
                    <a:lnTo>
                      <a:pt x="74" y="22"/>
                    </a:lnTo>
                    <a:lnTo>
                      <a:pt x="157" y="15"/>
                    </a:lnTo>
                    <a:lnTo>
                      <a:pt x="274" y="15"/>
                    </a:lnTo>
                    <a:lnTo>
                      <a:pt x="338" y="8"/>
                    </a:lnTo>
                    <a:lnTo>
                      <a:pt x="424" y="0"/>
                    </a:lnTo>
                    <a:lnTo>
                      <a:pt x="389" y="46"/>
                    </a:lnTo>
                    <a:lnTo>
                      <a:pt x="300" y="52"/>
                    </a:lnTo>
                    <a:lnTo>
                      <a:pt x="305" y="83"/>
                    </a:lnTo>
                    <a:lnTo>
                      <a:pt x="263" y="52"/>
                    </a:lnTo>
                    <a:lnTo>
                      <a:pt x="204" y="46"/>
                    </a:lnTo>
                    <a:lnTo>
                      <a:pt x="129" y="56"/>
                    </a:lnTo>
                    <a:lnTo>
                      <a:pt x="210" y="28"/>
                    </a:lnTo>
                    <a:lnTo>
                      <a:pt x="134" y="28"/>
                    </a:lnTo>
                    <a:lnTo>
                      <a:pt x="63" y="42"/>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5" name="Freeform 529"/>
              <p:cNvSpPr>
                <a:spLocks/>
              </p:cNvSpPr>
              <p:nvPr/>
            </p:nvSpPr>
            <p:spPr bwMode="auto">
              <a:xfrm>
                <a:off x="3015" y="1533"/>
                <a:ext cx="40" cy="21"/>
              </a:xfrm>
              <a:custGeom>
                <a:avLst/>
                <a:gdLst>
                  <a:gd name="T0" fmla="*/ 0 w 318"/>
                  <a:gd name="T1" fmla="*/ 0 h 161"/>
                  <a:gd name="T2" fmla="*/ 0 w 318"/>
                  <a:gd name="T3" fmla="*/ 0 h 161"/>
                  <a:gd name="T4" fmla="*/ 0 w 318"/>
                  <a:gd name="T5" fmla="*/ 0 h 161"/>
                  <a:gd name="T6" fmla="*/ 0 w 318"/>
                  <a:gd name="T7" fmla="*/ 0 h 161"/>
                  <a:gd name="T8" fmla="*/ 0 w 318"/>
                  <a:gd name="T9" fmla="*/ 0 h 161"/>
                  <a:gd name="T10" fmla="*/ 0 w 318"/>
                  <a:gd name="T11" fmla="*/ 0 h 161"/>
                  <a:gd name="T12" fmla="*/ 0 w 318"/>
                  <a:gd name="T13" fmla="*/ 0 h 161"/>
                  <a:gd name="T14" fmla="*/ 0 w 318"/>
                  <a:gd name="T15" fmla="*/ 0 h 161"/>
                  <a:gd name="T16" fmla="*/ 0 w 318"/>
                  <a:gd name="T17" fmla="*/ 0 h 161"/>
                  <a:gd name="T18" fmla="*/ 0 w 318"/>
                  <a:gd name="T19" fmla="*/ 0 h 161"/>
                  <a:gd name="T20" fmla="*/ 0 w 318"/>
                  <a:gd name="T21" fmla="*/ 0 h 161"/>
                  <a:gd name="T22" fmla="*/ 0 w 318"/>
                  <a:gd name="T23" fmla="*/ 0 h 161"/>
                  <a:gd name="T24" fmla="*/ 0 w 318"/>
                  <a:gd name="T25" fmla="*/ 0 h 161"/>
                  <a:gd name="T26" fmla="*/ 0 w 318"/>
                  <a:gd name="T27" fmla="*/ 0 h 161"/>
                  <a:gd name="T28" fmla="*/ 0 w 318"/>
                  <a:gd name="T29" fmla="*/ 0 h 161"/>
                  <a:gd name="T30" fmla="*/ 0 w 318"/>
                  <a:gd name="T31" fmla="*/ 0 h 161"/>
                  <a:gd name="T32" fmla="*/ 0 w 318"/>
                  <a:gd name="T33" fmla="*/ 0 h 161"/>
                  <a:gd name="T34" fmla="*/ 0 w 318"/>
                  <a:gd name="T35" fmla="*/ 0 h 161"/>
                  <a:gd name="T36" fmla="*/ 0 w 318"/>
                  <a:gd name="T37" fmla="*/ 0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8"/>
                  <a:gd name="T58" fmla="*/ 0 h 161"/>
                  <a:gd name="T59" fmla="*/ 318 w 318"/>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8" h="161">
                    <a:moveTo>
                      <a:pt x="0" y="22"/>
                    </a:moveTo>
                    <a:lnTo>
                      <a:pt x="24" y="50"/>
                    </a:lnTo>
                    <a:lnTo>
                      <a:pt x="92" y="74"/>
                    </a:lnTo>
                    <a:lnTo>
                      <a:pt x="138" y="108"/>
                    </a:lnTo>
                    <a:lnTo>
                      <a:pt x="119" y="127"/>
                    </a:lnTo>
                    <a:lnTo>
                      <a:pt x="175" y="161"/>
                    </a:lnTo>
                    <a:lnTo>
                      <a:pt x="237" y="145"/>
                    </a:lnTo>
                    <a:lnTo>
                      <a:pt x="281" y="117"/>
                    </a:lnTo>
                    <a:lnTo>
                      <a:pt x="228" y="108"/>
                    </a:lnTo>
                    <a:lnTo>
                      <a:pt x="318" y="59"/>
                    </a:lnTo>
                    <a:lnTo>
                      <a:pt x="310" y="44"/>
                    </a:lnTo>
                    <a:lnTo>
                      <a:pt x="222" y="97"/>
                    </a:lnTo>
                    <a:lnTo>
                      <a:pt x="175" y="103"/>
                    </a:lnTo>
                    <a:lnTo>
                      <a:pt x="119" y="81"/>
                    </a:lnTo>
                    <a:lnTo>
                      <a:pt x="99" y="53"/>
                    </a:lnTo>
                    <a:lnTo>
                      <a:pt x="156" y="32"/>
                    </a:lnTo>
                    <a:lnTo>
                      <a:pt x="99" y="39"/>
                    </a:lnTo>
                    <a:lnTo>
                      <a:pt x="77" y="0"/>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6" name="Freeform 530"/>
              <p:cNvSpPr>
                <a:spLocks/>
              </p:cNvSpPr>
              <p:nvPr/>
            </p:nvSpPr>
            <p:spPr bwMode="auto">
              <a:xfrm>
                <a:off x="3074" y="1519"/>
                <a:ext cx="41" cy="10"/>
              </a:xfrm>
              <a:custGeom>
                <a:avLst/>
                <a:gdLst>
                  <a:gd name="T0" fmla="*/ 0 w 327"/>
                  <a:gd name="T1" fmla="*/ 0 h 85"/>
                  <a:gd name="T2" fmla="*/ 0 w 327"/>
                  <a:gd name="T3" fmla="*/ 0 h 85"/>
                  <a:gd name="T4" fmla="*/ 0 w 327"/>
                  <a:gd name="T5" fmla="*/ 0 h 85"/>
                  <a:gd name="T6" fmla="*/ 0 w 327"/>
                  <a:gd name="T7" fmla="*/ 0 h 85"/>
                  <a:gd name="T8" fmla="*/ 0 w 327"/>
                  <a:gd name="T9" fmla="*/ 0 h 85"/>
                  <a:gd name="T10" fmla="*/ 0 w 327"/>
                  <a:gd name="T11" fmla="*/ 0 h 85"/>
                  <a:gd name="T12" fmla="*/ 0 w 327"/>
                  <a:gd name="T13" fmla="*/ 0 h 85"/>
                  <a:gd name="T14" fmla="*/ 0 w 327"/>
                  <a:gd name="T15" fmla="*/ 0 h 85"/>
                  <a:gd name="T16" fmla="*/ 0 60000 65536"/>
                  <a:gd name="T17" fmla="*/ 0 60000 65536"/>
                  <a:gd name="T18" fmla="*/ 0 60000 65536"/>
                  <a:gd name="T19" fmla="*/ 0 60000 65536"/>
                  <a:gd name="T20" fmla="*/ 0 60000 65536"/>
                  <a:gd name="T21" fmla="*/ 0 60000 65536"/>
                  <a:gd name="T22" fmla="*/ 0 60000 65536"/>
                  <a:gd name="T23" fmla="*/ 0 60000 65536"/>
                  <a:gd name="T24" fmla="*/ 0 w 327"/>
                  <a:gd name="T25" fmla="*/ 0 h 85"/>
                  <a:gd name="T26" fmla="*/ 327 w 327"/>
                  <a:gd name="T27" fmla="*/ 85 h 8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7" h="85">
                    <a:moveTo>
                      <a:pt x="0" y="85"/>
                    </a:moveTo>
                    <a:lnTo>
                      <a:pt x="211" y="0"/>
                    </a:lnTo>
                    <a:lnTo>
                      <a:pt x="269" y="12"/>
                    </a:lnTo>
                    <a:lnTo>
                      <a:pt x="327" y="35"/>
                    </a:lnTo>
                    <a:lnTo>
                      <a:pt x="253" y="28"/>
                    </a:lnTo>
                    <a:lnTo>
                      <a:pt x="200" y="28"/>
                    </a:lnTo>
                    <a:lnTo>
                      <a:pt x="130" y="48"/>
                    </a:lnTo>
                    <a:lnTo>
                      <a:pt x="0"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7" name="Freeform 531"/>
              <p:cNvSpPr>
                <a:spLocks/>
              </p:cNvSpPr>
              <p:nvPr/>
            </p:nvSpPr>
            <p:spPr bwMode="auto">
              <a:xfrm>
                <a:off x="3077" y="1529"/>
                <a:ext cx="33" cy="12"/>
              </a:xfrm>
              <a:custGeom>
                <a:avLst/>
                <a:gdLst>
                  <a:gd name="T0" fmla="*/ 0 w 261"/>
                  <a:gd name="T1" fmla="*/ 0 h 99"/>
                  <a:gd name="T2" fmla="*/ 0 w 261"/>
                  <a:gd name="T3" fmla="*/ 0 h 99"/>
                  <a:gd name="T4" fmla="*/ 0 w 261"/>
                  <a:gd name="T5" fmla="*/ 0 h 99"/>
                  <a:gd name="T6" fmla="*/ 0 w 261"/>
                  <a:gd name="T7" fmla="*/ 0 h 99"/>
                  <a:gd name="T8" fmla="*/ 0 w 261"/>
                  <a:gd name="T9" fmla="*/ 0 h 99"/>
                  <a:gd name="T10" fmla="*/ 0 w 261"/>
                  <a:gd name="T11" fmla="*/ 0 h 99"/>
                  <a:gd name="T12" fmla="*/ 0 w 261"/>
                  <a:gd name="T13" fmla="*/ 0 h 99"/>
                  <a:gd name="T14" fmla="*/ 0 w 261"/>
                  <a:gd name="T15" fmla="*/ 0 h 99"/>
                  <a:gd name="T16" fmla="*/ 0 w 261"/>
                  <a:gd name="T17" fmla="*/ 0 h 99"/>
                  <a:gd name="T18" fmla="*/ 0 w 261"/>
                  <a:gd name="T19" fmla="*/ 0 h 99"/>
                  <a:gd name="T20" fmla="*/ 0 w 261"/>
                  <a:gd name="T21" fmla="*/ 0 h 99"/>
                  <a:gd name="T22" fmla="*/ 0 w 261"/>
                  <a:gd name="T23" fmla="*/ 0 h 99"/>
                  <a:gd name="T24" fmla="*/ 0 w 261"/>
                  <a:gd name="T25" fmla="*/ 0 h 99"/>
                  <a:gd name="T26" fmla="*/ 0 w 261"/>
                  <a:gd name="T27" fmla="*/ 0 h 99"/>
                  <a:gd name="T28" fmla="*/ 0 w 261"/>
                  <a:gd name="T29" fmla="*/ 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1"/>
                  <a:gd name="T46" fmla="*/ 0 h 99"/>
                  <a:gd name="T47" fmla="*/ 261 w 261"/>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1" h="99">
                    <a:moveTo>
                      <a:pt x="0" y="53"/>
                    </a:moveTo>
                    <a:lnTo>
                      <a:pt x="70" y="2"/>
                    </a:lnTo>
                    <a:lnTo>
                      <a:pt x="166" y="0"/>
                    </a:lnTo>
                    <a:lnTo>
                      <a:pt x="261" y="11"/>
                    </a:lnTo>
                    <a:lnTo>
                      <a:pt x="224" y="57"/>
                    </a:lnTo>
                    <a:lnTo>
                      <a:pt x="166" y="85"/>
                    </a:lnTo>
                    <a:lnTo>
                      <a:pt x="116" y="99"/>
                    </a:lnTo>
                    <a:lnTo>
                      <a:pt x="42" y="88"/>
                    </a:lnTo>
                    <a:lnTo>
                      <a:pt x="116" y="88"/>
                    </a:lnTo>
                    <a:lnTo>
                      <a:pt x="193" y="57"/>
                    </a:lnTo>
                    <a:lnTo>
                      <a:pt x="240" y="15"/>
                    </a:lnTo>
                    <a:lnTo>
                      <a:pt x="153" y="11"/>
                    </a:lnTo>
                    <a:lnTo>
                      <a:pt x="83" y="15"/>
                    </a:lnTo>
                    <a:lnTo>
                      <a:pt x="30" y="53"/>
                    </a:lnTo>
                    <a:lnTo>
                      <a:pt x="0"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8" name="Freeform 532"/>
              <p:cNvSpPr>
                <a:spLocks/>
              </p:cNvSpPr>
              <p:nvPr/>
            </p:nvSpPr>
            <p:spPr bwMode="auto">
              <a:xfrm>
                <a:off x="3069" y="1523"/>
                <a:ext cx="31" cy="35"/>
              </a:xfrm>
              <a:custGeom>
                <a:avLst/>
                <a:gdLst>
                  <a:gd name="T0" fmla="*/ 0 w 248"/>
                  <a:gd name="T1" fmla="*/ 0 h 281"/>
                  <a:gd name="T2" fmla="*/ 0 w 248"/>
                  <a:gd name="T3" fmla="*/ 0 h 281"/>
                  <a:gd name="T4" fmla="*/ 0 w 248"/>
                  <a:gd name="T5" fmla="*/ 0 h 281"/>
                  <a:gd name="T6" fmla="*/ 0 w 248"/>
                  <a:gd name="T7" fmla="*/ 0 h 281"/>
                  <a:gd name="T8" fmla="*/ 0 w 248"/>
                  <a:gd name="T9" fmla="*/ 0 h 281"/>
                  <a:gd name="T10" fmla="*/ 0 w 248"/>
                  <a:gd name="T11" fmla="*/ 0 h 281"/>
                  <a:gd name="T12" fmla="*/ 0 w 248"/>
                  <a:gd name="T13" fmla="*/ 0 h 281"/>
                  <a:gd name="T14" fmla="*/ 0 w 248"/>
                  <a:gd name="T15" fmla="*/ 0 h 281"/>
                  <a:gd name="T16" fmla="*/ 0 w 248"/>
                  <a:gd name="T17" fmla="*/ 0 h 281"/>
                  <a:gd name="T18" fmla="*/ 0 w 248"/>
                  <a:gd name="T19" fmla="*/ 0 h 281"/>
                  <a:gd name="T20" fmla="*/ 0 w 248"/>
                  <a:gd name="T21" fmla="*/ 0 h 281"/>
                  <a:gd name="T22" fmla="*/ 0 w 248"/>
                  <a:gd name="T23" fmla="*/ 0 h 281"/>
                  <a:gd name="T24" fmla="*/ 0 w 248"/>
                  <a:gd name="T25" fmla="*/ 0 h 281"/>
                  <a:gd name="T26" fmla="*/ 0 w 248"/>
                  <a:gd name="T27" fmla="*/ 0 h 281"/>
                  <a:gd name="T28" fmla="*/ 0 w 248"/>
                  <a:gd name="T29" fmla="*/ 0 h 28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8"/>
                  <a:gd name="T46" fmla="*/ 0 h 281"/>
                  <a:gd name="T47" fmla="*/ 248 w 248"/>
                  <a:gd name="T48" fmla="*/ 281 h 28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8" h="281">
                    <a:moveTo>
                      <a:pt x="173" y="11"/>
                    </a:moveTo>
                    <a:lnTo>
                      <a:pt x="248" y="25"/>
                    </a:lnTo>
                    <a:lnTo>
                      <a:pt x="158" y="25"/>
                    </a:lnTo>
                    <a:lnTo>
                      <a:pt x="122" y="63"/>
                    </a:lnTo>
                    <a:lnTo>
                      <a:pt x="74" y="94"/>
                    </a:lnTo>
                    <a:lnTo>
                      <a:pt x="55" y="133"/>
                    </a:lnTo>
                    <a:lnTo>
                      <a:pt x="55" y="186"/>
                    </a:lnTo>
                    <a:lnTo>
                      <a:pt x="74" y="281"/>
                    </a:lnTo>
                    <a:lnTo>
                      <a:pt x="43" y="191"/>
                    </a:lnTo>
                    <a:lnTo>
                      <a:pt x="37" y="142"/>
                    </a:lnTo>
                    <a:lnTo>
                      <a:pt x="34" y="105"/>
                    </a:lnTo>
                    <a:lnTo>
                      <a:pt x="0" y="63"/>
                    </a:lnTo>
                    <a:lnTo>
                      <a:pt x="140" y="21"/>
                    </a:lnTo>
                    <a:lnTo>
                      <a:pt x="204" y="0"/>
                    </a:lnTo>
                    <a:lnTo>
                      <a:pt x="173"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9" name="Freeform 533"/>
              <p:cNvSpPr>
                <a:spLocks/>
              </p:cNvSpPr>
              <p:nvPr/>
            </p:nvSpPr>
            <p:spPr bwMode="auto">
              <a:xfrm>
                <a:off x="3057" y="1536"/>
                <a:ext cx="6" cy="29"/>
              </a:xfrm>
              <a:custGeom>
                <a:avLst/>
                <a:gdLst>
                  <a:gd name="T0" fmla="*/ 0 w 48"/>
                  <a:gd name="T1" fmla="*/ 0 h 233"/>
                  <a:gd name="T2" fmla="*/ 0 w 48"/>
                  <a:gd name="T3" fmla="*/ 0 h 233"/>
                  <a:gd name="T4" fmla="*/ 0 w 48"/>
                  <a:gd name="T5" fmla="*/ 0 h 233"/>
                  <a:gd name="T6" fmla="*/ 0 w 48"/>
                  <a:gd name="T7" fmla="*/ 0 h 233"/>
                  <a:gd name="T8" fmla="*/ 0 w 48"/>
                  <a:gd name="T9" fmla="*/ 0 h 233"/>
                  <a:gd name="T10" fmla="*/ 0 w 48"/>
                  <a:gd name="T11" fmla="*/ 0 h 233"/>
                  <a:gd name="T12" fmla="*/ 0 w 48"/>
                  <a:gd name="T13" fmla="*/ 0 h 233"/>
                  <a:gd name="T14" fmla="*/ 0 w 48"/>
                  <a:gd name="T15" fmla="*/ 0 h 233"/>
                  <a:gd name="T16" fmla="*/ 0 w 48"/>
                  <a:gd name="T17" fmla="*/ 0 h 2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233"/>
                  <a:gd name="T29" fmla="*/ 48 w 48"/>
                  <a:gd name="T30" fmla="*/ 233 h 2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233">
                    <a:moveTo>
                      <a:pt x="0" y="10"/>
                    </a:moveTo>
                    <a:lnTo>
                      <a:pt x="22" y="90"/>
                    </a:lnTo>
                    <a:lnTo>
                      <a:pt x="27" y="153"/>
                    </a:lnTo>
                    <a:lnTo>
                      <a:pt x="39" y="233"/>
                    </a:lnTo>
                    <a:lnTo>
                      <a:pt x="48" y="149"/>
                    </a:lnTo>
                    <a:lnTo>
                      <a:pt x="41" y="85"/>
                    </a:lnTo>
                    <a:lnTo>
                      <a:pt x="35" y="32"/>
                    </a:lnTo>
                    <a:lnTo>
                      <a:pt x="27" y="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0" name="Freeform 534"/>
              <p:cNvSpPr>
                <a:spLocks/>
              </p:cNvSpPr>
              <p:nvPr/>
            </p:nvSpPr>
            <p:spPr bwMode="auto">
              <a:xfrm>
                <a:off x="3082" y="1540"/>
                <a:ext cx="22" cy="7"/>
              </a:xfrm>
              <a:custGeom>
                <a:avLst/>
                <a:gdLst>
                  <a:gd name="T0" fmla="*/ 0 w 171"/>
                  <a:gd name="T1" fmla="*/ 0 h 55"/>
                  <a:gd name="T2" fmla="*/ 0 w 171"/>
                  <a:gd name="T3" fmla="*/ 0 h 55"/>
                  <a:gd name="T4" fmla="*/ 0 w 171"/>
                  <a:gd name="T5" fmla="*/ 0 h 55"/>
                  <a:gd name="T6" fmla="*/ 0 w 171"/>
                  <a:gd name="T7" fmla="*/ 0 h 55"/>
                  <a:gd name="T8" fmla="*/ 0 w 171"/>
                  <a:gd name="T9" fmla="*/ 0 h 55"/>
                  <a:gd name="T10" fmla="*/ 0 w 171"/>
                  <a:gd name="T11" fmla="*/ 0 h 55"/>
                  <a:gd name="T12" fmla="*/ 0 w 171"/>
                  <a:gd name="T13" fmla="*/ 0 h 55"/>
                  <a:gd name="T14" fmla="*/ 0 w 171"/>
                  <a:gd name="T15" fmla="*/ 0 h 55"/>
                  <a:gd name="T16" fmla="*/ 0 60000 65536"/>
                  <a:gd name="T17" fmla="*/ 0 60000 65536"/>
                  <a:gd name="T18" fmla="*/ 0 60000 65536"/>
                  <a:gd name="T19" fmla="*/ 0 60000 65536"/>
                  <a:gd name="T20" fmla="*/ 0 60000 65536"/>
                  <a:gd name="T21" fmla="*/ 0 60000 65536"/>
                  <a:gd name="T22" fmla="*/ 0 60000 65536"/>
                  <a:gd name="T23" fmla="*/ 0 60000 65536"/>
                  <a:gd name="T24" fmla="*/ 0 w 171"/>
                  <a:gd name="T25" fmla="*/ 0 h 55"/>
                  <a:gd name="T26" fmla="*/ 171 w 171"/>
                  <a:gd name="T27" fmla="*/ 55 h 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1" h="55">
                    <a:moveTo>
                      <a:pt x="32" y="11"/>
                    </a:moveTo>
                    <a:lnTo>
                      <a:pt x="0" y="44"/>
                    </a:lnTo>
                    <a:lnTo>
                      <a:pt x="65" y="55"/>
                    </a:lnTo>
                    <a:lnTo>
                      <a:pt x="106" y="44"/>
                    </a:lnTo>
                    <a:lnTo>
                      <a:pt x="171" y="11"/>
                    </a:lnTo>
                    <a:lnTo>
                      <a:pt x="124" y="11"/>
                    </a:lnTo>
                    <a:lnTo>
                      <a:pt x="81" y="0"/>
                    </a:lnTo>
                    <a:lnTo>
                      <a:pt x="32"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1" name="Freeform 535"/>
              <p:cNvSpPr>
                <a:spLocks/>
              </p:cNvSpPr>
              <p:nvPr/>
            </p:nvSpPr>
            <p:spPr bwMode="auto">
              <a:xfrm>
                <a:off x="2988" y="1539"/>
                <a:ext cx="21" cy="21"/>
              </a:xfrm>
              <a:custGeom>
                <a:avLst/>
                <a:gdLst>
                  <a:gd name="T0" fmla="*/ 0 w 174"/>
                  <a:gd name="T1" fmla="*/ 0 h 170"/>
                  <a:gd name="T2" fmla="*/ 0 w 174"/>
                  <a:gd name="T3" fmla="*/ 0 h 170"/>
                  <a:gd name="T4" fmla="*/ 0 w 174"/>
                  <a:gd name="T5" fmla="*/ 0 h 170"/>
                  <a:gd name="T6" fmla="*/ 0 w 174"/>
                  <a:gd name="T7" fmla="*/ 0 h 170"/>
                  <a:gd name="T8" fmla="*/ 0 w 174"/>
                  <a:gd name="T9" fmla="*/ 0 h 170"/>
                  <a:gd name="T10" fmla="*/ 0 w 174"/>
                  <a:gd name="T11" fmla="*/ 0 h 170"/>
                  <a:gd name="T12" fmla="*/ 0 w 174"/>
                  <a:gd name="T13" fmla="*/ 0 h 170"/>
                  <a:gd name="T14" fmla="*/ 0 w 174"/>
                  <a:gd name="T15" fmla="*/ 0 h 170"/>
                  <a:gd name="T16" fmla="*/ 0 w 174"/>
                  <a:gd name="T17" fmla="*/ 0 h 170"/>
                  <a:gd name="T18" fmla="*/ 0 w 174"/>
                  <a:gd name="T19" fmla="*/ 0 h 170"/>
                  <a:gd name="T20" fmla="*/ 0 w 174"/>
                  <a:gd name="T21" fmla="*/ 0 h 170"/>
                  <a:gd name="T22" fmla="*/ 0 w 174"/>
                  <a:gd name="T23" fmla="*/ 0 h 170"/>
                  <a:gd name="T24" fmla="*/ 0 w 174"/>
                  <a:gd name="T25" fmla="*/ 0 h 170"/>
                  <a:gd name="T26" fmla="*/ 0 w 174"/>
                  <a:gd name="T27" fmla="*/ 0 h 170"/>
                  <a:gd name="T28" fmla="*/ 0 w 174"/>
                  <a:gd name="T29" fmla="*/ 0 h 170"/>
                  <a:gd name="T30" fmla="*/ 0 w 174"/>
                  <a:gd name="T31" fmla="*/ 0 h 170"/>
                  <a:gd name="T32" fmla="*/ 0 w 174"/>
                  <a:gd name="T33" fmla="*/ 0 h 17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4"/>
                  <a:gd name="T52" fmla="*/ 0 h 170"/>
                  <a:gd name="T53" fmla="*/ 174 w 174"/>
                  <a:gd name="T54" fmla="*/ 170 h 17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4" h="170">
                    <a:moveTo>
                      <a:pt x="157" y="30"/>
                    </a:moveTo>
                    <a:lnTo>
                      <a:pt x="88" y="6"/>
                    </a:lnTo>
                    <a:lnTo>
                      <a:pt x="0" y="0"/>
                    </a:lnTo>
                    <a:lnTo>
                      <a:pt x="33" y="20"/>
                    </a:lnTo>
                    <a:lnTo>
                      <a:pt x="51" y="90"/>
                    </a:lnTo>
                    <a:lnTo>
                      <a:pt x="77" y="129"/>
                    </a:lnTo>
                    <a:lnTo>
                      <a:pt x="60" y="78"/>
                    </a:lnTo>
                    <a:lnTo>
                      <a:pt x="70" y="37"/>
                    </a:lnTo>
                    <a:lnTo>
                      <a:pt x="104" y="44"/>
                    </a:lnTo>
                    <a:lnTo>
                      <a:pt x="97" y="78"/>
                    </a:lnTo>
                    <a:lnTo>
                      <a:pt x="108" y="123"/>
                    </a:lnTo>
                    <a:lnTo>
                      <a:pt x="136" y="136"/>
                    </a:lnTo>
                    <a:lnTo>
                      <a:pt x="174" y="170"/>
                    </a:lnTo>
                    <a:lnTo>
                      <a:pt x="157" y="123"/>
                    </a:lnTo>
                    <a:lnTo>
                      <a:pt x="167" y="83"/>
                    </a:lnTo>
                    <a:lnTo>
                      <a:pt x="160" y="59"/>
                    </a:lnTo>
                    <a:lnTo>
                      <a:pt x="157"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2" name="Freeform 536"/>
              <p:cNvSpPr>
                <a:spLocks/>
              </p:cNvSpPr>
              <p:nvPr/>
            </p:nvSpPr>
            <p:spPr bwMode="auto">
              <a:xfrm>
                <a:off x="3124" y="1518"/>
                <a:ext cx="16" cy="36"/>
              </a:xfrm>
              <a:custGeom>
                <a:avLst/>
                <a:gdLst>
                  <a:gd name="T0" fmla="*/ 0 w 129"/>
                  <a:gd name="T1" fmla="*/ 0 h 292"/>
                  <a:gd name="T2" fmla="*/ 0 w 129"/>
                  <a:gd name="T3" fmla="*/ 0 h 292"/>
                  <a:gd name="T4" fmla="*/ 0 w 129"/>
                  <a:gd name="T5" fmla="*/ 0 h 292"/>
                  <a:gd name="T6" fmla="*/ 0 w 129"/>
                  <a:gd name="T7" fmla="*/ 0 h 292"/>
                  <a:gd name="T8" fmla="*/ 0 w 129"/>
                  <a:gd name="T9" fmla="*/ 0 h 292"/>
                  <a:gd name="T10" fmla="*/ 0 w 129"/>
                  <a:gd name="T11" fmla="*/ 0 h 292"/>
                  <a:gd name="T12" fmla="*/ 0 w 129"/>
                  <a:gd name="T13" fmla="*/ 0 h 292"/>
                  <a:gd name="T14" fmla="*/ 0 w 129"/>
                  <a:gd name="T15" fmla="*/ 0 h 292"/>
                  <a:gd name="T16" fmla="*/ 0 w 129"/>
                  <a:gd name="T17" fmla="*/ 0 h 292"/>
                  <a:gd name="T18" fmla="*/ 0 w 129"/>
                  <a:gd name="T19" fmla="*/ 0 h 292"/>
                  <a:gd name="T20" fmla="*/ 0 w 129"/>
                  <a:gd name="T21" fmla="*/ 0 h 292"/>
                  <a:gd name="T22" fmla="*/ 0 w 129"/>
                  <a:gd name="T23" fmla="*/ 0 h 292"/>
                  <a:gd name="T24" fmla="*/ 0 w 129"/>
                  <a:gd name="T25" fmla="*/ 0 h 292"/>
                  <a:gd name="T26" fmla="*/ 0 w 129"/>
                  <a:gd name="T27" fmla="*/ 0 h 292"/>
                  <a:gd name="T28" fmla="*/ 0 w 129"/>
                  <a:gd name="T29" fmla="*/ 0 h 292"/>
                  <a:gd name="T30" fmla="*/ 0 w 129"/>
                  <a:gd name="T31" fmla="*/ 0 h 292"/>
                  <a:gd name="T32" fmla="*/ 0 w 129"/>
                  <a:gd name="T33" fmla="*/ 0 h 292"/>
                  <a:gd name="T34" fmla="*/ 0 w 129"/>
                  <a:gd name="T35" fmla="*/ 0 h 292"/>
                  <a:gd name="T36" fmla="*/ 0 w 129"/>
                  <a:gd name="T37" fmla="*/ 0 h 292"/>
                  <a:gd name="T38" fmla="*/ 0 w 129"/>
                  <a:gd name="T39" fmla="*/ 0 h 292"/>
                  <a:gd name="T40" fmla="*/ 0 w 129"/>
                  <a:gd name="T41" fmla="*/ 0 h 292"/>
                  <a:gd name="T42" fmla="*/ 0 w 129"/>
                  <a:gd name="T43" fmla="*/ 0 h 2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9"/>
                  <a:gd name="T67" fmla="*/ 0 h 292"/>
                  <a:gd name="T68" fmla="*/ 129 w 129"/>
                  <a:gd name="T69" fmla="*/ 292 h 2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9" h="292">
                    <a:moveTo>
                      <a:pt x="0" y="116"/>
                    </a:moveTo>
                    <a:lnTo>
                      <a:pt x="23" y="109"/>
                    </a:lnTo>
                    <a:lnTo>
                      <a:pt x="63" y="55"/>
                    </a:lnTo>
                    <a:lnTo>
                      <a:pt x="116" y="0"/>
                    </a:lnTo>
                    <a:lnTo>
                      <a:pt x="104" y="46"/>
                    </a:lnTo>
                    <a:lnTo>
                      <a:pt x="129" y="90"/>
                    </a:lnTo>
                    <a:lnTo>
                      <a:pt x="129" y="147"/>
                    </a:lnTo>
                    <a:lnTo>
                      <a:pt x="104" y="199"/>
                    </a:lnTo>
                    <a:lnTo>
                      <a:pt x="116" y="136"/>
                    </a:lnTo>
                    <a:lnTo>
                      <a:pt x="113" y="105"/>
                    </a:lnTo>
                    <a:lnTo>
                      <a:pt x="83" y="76"/>
                    </a:lnTo>
                    <a:lnTo>
                      <a:pt x="69" y="109"/>
                    </a:lnTo>
                    <a:lnTo>
                      <a:pt x="92" y="147"/>
                    </a:lnTo>
                    <a:lnTo>
                      <a:pt x="83" y="184"/>
                    </a:lnTo>
                    <a:lnTo>
                      <a:pt x="54" y="199"/>
                    </a:lnTo>
                    <a:lnTo>
                      <a:pt x="37" y="228"/>
                    </a:lnTo>
                    <a:lnTo>
                      <a:pt x="19" y="292"/>
                    </a:lnTo>
                    <a:lnTo>
                      <a:pt x="17" y="237"/>
                    </a:lnTo>
                    <a:lnTo>
                      <a:pt x="30" y="184"/>
                    </a:lnTo>
                    <a:lnTo>
                      <a:pt x="19" y="164"/>
                    </a:lnTo>
                    <a:lnTo>
                      <a:pt x="0" y="143"/>
                    </a:lnTo>
                    <a:lnTo>
                      <a:pt x="0"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3" name="Freeform 537"/>
              <p:cNvSpPr>
                <a:spLocks/>
              </p:cNvSpPr>
              <p:nvPr/>
            </p:nvSpPr>
            <p:spPr bwMode="auto">
              <a:xfrm>
                <a:off x="3034" y="1536"/>
                <a:ext cx="12" cy="8"/>
              </a:xfrm>
              <a:custGeom>
                <a:avLst/>
                <a:gdLst>
                  <a:gd name="T0" fmla="*/ 0 w 99"/>
                  <a:gd name="T1" fmla="*/ 0 h 63"/>
                  <a:gd name="T2" fmla="*/ 0 w 99"/>
                  <a:gd name="T3" fmla="*/ 0 h 63"/>
                  <a:gd name="T4" fmla="*/ 0 w 99"/>
                  <a:gd name="T5" fmla="*/ 0 h 63"/>
                  <a:gd name="T6" fmla="*/ 0 w 99"/>
                  <a:gd name="T7" fmla="*/ 0 h 63"/>
                  <a:gd name="T8" fmla="*/ 0 w 99"/>
                  <a:gd name="T9" fmla="*/ 0 h 63"/>
                  <a:gd name="T10" fmla="*/ 0 w 99"/>
                  <a:gd name="T11" fmla="*/ 0 h 63"/>
                  <a:gd name="T12" fmla="*/ 0 w 99"/>
                  <a:gd name="T13" fmla="*/ 0 h 63"/>
                  <a:gd name="T14" fmla="*/ 0 w 99"/>
                  <a:gd name="T15" fmla="*/ 0 h 63"/>
                  <a:gd name="T16" fmla="*/ 0 w 99"/>
                  <a:gd name="T17" fmla="*/ 0 h 63"/>
                  <a:gd name="T18" fmla="*/ 0 w 99"/>
                  <a:gd name="T19" fmla="*/ 0 h 63"/>
                  <a:gd name="T20" fmla="*/ 0 w 99"/>
                  <a:gd name="T21" fmla="*/ 0 h 63"/>
                  <a:gd name="T22" fmla="*/ 0 w 99"/>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9"/>
                  <a:gd name="T37" fmla="*/ 0 h 63"/>
                  <a:gd name="T38" fmla="*/ 99 w 99"/>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9" h="63">
                    <a:moveTo>
                      <a:pt x="0" y="14"/>
                    </a:moveTo>
                    <a:lnTo>
                      <a:pt x="16" y="46"/>
                    </a:lnTo>
                    <a:lnTo>
                      <a:pt x="42" y="63"/>
                    </a:lnTo>
                    <a:lnTo>
                      <a:pt x="81" y="50"/>
                    </a:lnTo>
                    <a:lnTo>
                      <a:pt x="99" y="32"/>
                    </a:lnTo>
                    <a:lnTo>
                      <a:pt x="99" y="0"/>
                    </a:lnTo>
                    <a:lnTo>
                      <a:pt x="64" y="4"/>
                    </a:lnTo>
                    <a:lnTo>
                      <a:pt x="69" y="21"/>
                    </a:lnTo>
                    <a:lnTo>
                      <a:pt x="53" y="35"/>
                    </a:lnTo>
                    <a:lnTo>
                      <a:pt x="42" y="26"/>
                    </a:lnTo>
                    <a:lnTo>
                      <a:pt x="37" y="4"/>
                    </a:lnTo>
                    <a:lnTo>
                      <a:pt x="0"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4" name="Freeform 538"/>
              <p:cNvSpPr>
                <a:spLocks/>
              </p:cNvSpPr>
              <p:nvPr/>
            </p:nvSpPr>
            <p:spPr bwMode="auto">
              <a:xfrm>
                <a:off x="3087" y="1529"/>
                <a:ext cx="11" cy="8"/>
              </a:xfrm>
              <a:custGeom>
                <a:avLst/>
                <a:gdLst>
                  <a:gd name="T0" fmla="*/ 0 w 92"/>
                  <a:gd name="T1" fmla="*/ 0 h 61"/>
                  <a:gd name="T2" fmla="*/ 0 w 92"/>
                  <a:gd name="T3" fmla="*/ 0 h 61"/>
                  <a:gd name="T4" fmla="*/ 0 w 92"/>
                  <a:gd name="T5" fmla="*/ 0 h 61"/>
                  <a:gd name="T6" fmla="*/ 0 w 92"/>
                  <a:gd name="T7" fmla="*/ 0 h 61"/>
                  <a:gd name="T8" fmla="*/ 0 w 92"/>
                  <a:gd name="T9" fmla="*/ 0 h 61"/>
                  <a:gd name="T10" fmla="*/ 0 w 92"/>
                  <a:gd name="T11" fmla="*/ 0 h 61"/>
                  <a:gd name="T12" fmla="*/ 0 w 92"/>
                  <a:gd name="T13" fmla="*/ 0 h 61"/>
                  <a:gd name="T14" fmla="*/ 0 w 92"/>
                  <a:gd name="T15" fmla="*/ 0 h 61"/>
                  <a:gd name="T16" fmla="*/ 0 w 92"/>
                  <a:gd name="T17" fmla="*/ 0 h 61"/>
                  <a:gd name="T18" fmla="*/ 0 w 92"/>
                  <a:gd name="T19" fmla="*/ 0 h 61"/>
                  <a:gd name="T20" fmla="*/ 0 w 92"/>
                  <a:gd name="T21" fmla="*/ 0 h 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2"/>
                  <a:gd name="T34" fmla="*/ 0 h 61"/>
                  <a:gd name="T35" fmla="*/ 92 w 92"/>
                  <a:gd name="T36" fmla="*/ 61 h 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2" h="61">
                    <a:moveTo>
                      <a:pt x="0" y="17"/>
                    </a:moveTo>
                    <a:lnTo>
                      <a:pt x="9" y="55"/>
                    </a:lnTo>
                    <a:lnTo>
                      <a:pt x="42" y="61"/>
                    </a:lnTo>
                    <a:lnTo>
                      <a:pt x="74" y="51"/>
                    </a:lnTo>
                    <a:lnTo>
                      <a:pt x="92" y="31"/>
                    </a:lnTo>
                    <a:lnTo>
                      <a:pt x="86" y="0"/>
                    </a:lnTo>
                    <a:lnTo>
                      <a:pt x="64" y="0"/>
                    </a:lnTo>
                    <a:lnTo>
                      <a:pt x="60" y="33"/>
                    </a:lnTo>
                    <a:lnTo>
                      <a:pt x="37" y="33"/>
                    </a:lnTo>
                    <a:lnTo>
                      <a:pt x="27" y="13"/>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5" name="Freeform 539"/>
              <p:cNvSpPr>
                <a:spLocks/>
              </p:cNvSpPr>
              <p:nvPr/>
            </p:nvSpPr>
            <p:spPr bwMode="auto">
              <a:xfrm>
                <a:off x="3048" y="1563"/>
                <a:ext cx="47" cy="25"/>
              </a:xfrm>
              <a:custGeom>
                <a:avLst/>
                <a:gdLst>
                  <a:gd name="T0" fmla="*/ 0 w 374"/>
                  <a:gd name="T1" fmla="*/ 0 h 198"/>
                  <a:gd name="T2" fmla="*/ 0 w 374"/>
                  <a:gd name="T3" fmla="*/ 0 h 198"/>
                  <a:gd name="T4" fmla="*/ 0 w 374"/>
                  <a:gd name="T5" fmla="*/ 0 h 198"/>
                  <a:gd name="T6" fmla="*/ 0 w 374"/>
                  <a:gd name="T7" fmla="*/ 0 h 198"/>
                  <a:gd name="T8" fmla="*/ 0 w 374"/>
                  <a:gd name="T9" fmla="*/ 0 h 198"/>
                  <a:gd name="T10" fmla="*/ 0 w 374"/>
                  <a:gd name="T11" fmla="*/ 0 h 198"/>
                  <a:gd name="T12" fmla="*/ 0 w 374"/>
                  <a:gd name="T13" fmla="*/ 0 h 198"/>
                  <a:gd name="T14" fmla="*/ 0 w 374"/>
                  <a:gd name="T15" fmla="*/ 0 h 198"/>
                  <a:gd name="T16" fmla="*/ 0 w 374"/>
                  <a:gd name="T17" fmla="*/ 0 h 198"/>
                  <a:gd name="T18" fmla="*/ 0 w 374"/>
                  <a:gd name="T19" fmla="*/ 0 h 198"/>
                  <a:gd name="T20" fmla="*/ 0 w 374"/>
                  <a:gd name="T21" fmla="*/ 0 h 198"/>
                  <a:gd name="T22" fmla="*/ 0 w 374"/>
                  <a:gd name="T23" fmla="*/ 0 h 198"/>
                  <a:gd name="T24" fmla="*/ 0 w 374"/>
                  <a:gd name="T25" fmla="*/ 0 h 198"/>
                  <a:gd name="T26" fmla="*/ 0 w 374"/>
                  <a:gd name="T27" fmla="*/ 0 h 198"/>
                  <a:gd name="T28" fmla="*/ 0 w 374"/>
                  <a:gd name="T29" fmla="*/ 0 h 198"/>
                  <a:gd name="T30" fmla="*/ 0 w 374"/>
                  <a:gd name="T31" fmla="*/ 0 h 198"/>
                  <a:gd name="T32" fmla="*/ 0 w 374"/>
                  <a:gd name="T33" fmla="*/ 0 h 198"/>
                  <a:gd name="T34" fmla="*/ 0 w 374"/>
                  <a:gd name="T35" fmla="*/ 0 h 198"/>
                  <a:gd name="T36" fmla="*/ 0 w 374"/>
                  <a:gd name="T37" fmla="*/ 0 h 198"/>
                  <a:gd name="T38" fmla="*/ 0 w 374"/>
                  <a:gd name="T39" fmla="*/ 0 h 198"/>
                  <a:gd name="T40" fmla="*/ 0 w 374"/>
                  <a:gd name="T41" fmla="*/ 0 h 198"/>
                  <a:gd name="T42" fmla="*/ 0 w 374"/>
                  <a:gd name="T43" fmla="*/ 0 h 198"/>
                  <a:gd name="T44" fmla="*/ 0 w 374"/>
                  <a:gd name="T45" fmla="*/ 0 h 198"/>
                  <a:gd name="T46" fmla="*/ 0 w 374"/>
                  <a:gd name="T47" fmla="*/ 0 h 198"/>
                  <a:gd name="T48" fmla="*/ 0 w 374"/>
                  <a:gd name="T49" fmla="*/ 0 h 198"/>
                  <a:gd name="T50" fmla="*/ 0 w 374"/>
                  <a:gd name="T51" fmla="*/ 0 h 198"/>
                  <a:gd name="T52" fmla="*/ 0 w 374"/>
                  <a:gd name="T53" fmla="*/ 0 h 1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74"/>
                  <a:gd name="T82" fmla="*/ 0 h 198"/>
                  <a:gd name="T83" fmla="*/ 374 w 374"/>
                  <a:gd name="T84" fmla="*/ 198 h 19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74" h="198">
                    <a:moveTo>
                      <a:pt x="31" y="0"/>
                    </a:moveTo>
                    <a:lnTo>
                      <a:pt x="0" y="37"/>
                    </a:lnTo>
                    <a:lnTo>
                      <a:pt x="0" y="79"/>
                    </a:lnTo>
                    <a:lnTo>
                      <a:pt x="26" y="90"/>
                    </a:lnTo>
                    <a:lnTo>
                      <a:pt x="46" y="132"/>
                    </a:lnTo>
                    <a:lnTo>
                      <a:pt x="127" y="163"/>
                    </a:lnTo>
                    <a:lnTo>
                      <a:pt x="199" y="198"/>
                    </a:lnTo>
                    <a:lnTo>
                      <a:pt x="235" y="198"/>
                    </a:lnTo>
                    <a:lnTo>
                      <a:pt x="305" y="120"/>
                    </a:lnTo>
                    <a:lnTo>
                      <a:pt x="360" y="90"/>
                    </a:lnTo>
                    <a:lnTo>
                      <a:pt x="374" y="37"/>
                    </a:lnTo>
                    <a:lnTo>
                      <a:pt x="365" y="22"/>
                    </a:lnTo>
                    <a:lnTo>
                      <a:pt x="342" y="0"/>
                    </a:lnTo>
                    <a:lnTo>
                      <a:pt x="354" y="25"/>
                    </a:lnTo>
                    <a:lnTo>
                      <a:pt x="347" y="46"/>
                    </a:lnTo>
                    <a:lnTo>
                      <a:pt x="325" y="46"/>
                    </a:lnTo>
                    <a:lnTo>
                      <a:pt x="285" y="69"/>
                    </a:lnTo>
                    <a:lnTo>
                      <a:pt x="261" y="97"/>
                    </a:lnTo>
                    <a:lnTo>
                      <a:pt x="235" y="120"/>
                    </a:lnTo>
                    <a:lnTo>
                      <a:pt x="187" y="127"/>
                    </a:lnTo>
                    <a:lnTo>
                      <a:pt x="141" y="117"/>
                    </a:lnTo>
                    <a:lnTo>
                      <a:pt x="107" y="97"/>
                    </a:lnTo>
                    <a:lnTo>
                      <a:pt x="63" y="79"/>
                    </a:lnTo>
                    <a:lnTo>
                      <a:pt x="26" y="79"/>
                    </a:lnTo>
                    <a:lnTo>
                      <a:pt x="8" y="60"/>
                    </a:lnTo>
                    <a:lnTo>
                      <a:pt x="15" y="37"/>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6" name="Freeform 540"/>
              <p:cNvSpPr>
                <a:spLocks/>
              </p:cNvSpPr>
              <p:nvPr/>
            </p:nvSpPr>
            <p:spPr bwMode="auto">
              <a:xfrm>
                <a:off x="3044" y="1587"/>
                <a:ext cx="65" cy="11"/>
              </a:xfrm>
              <a:custGeom>
                <a:avLst/>
                <a:gdLst>
                  <a:gd name="T0" fmla="*/ 0 w 520"/>
                  <a:gd name="T1" fmla="*/ 0 h 90"/>
                  <a:gd name="T2" fmla="*/ 0 w 520"/>
                  <a:gd name="T3" fmla="*/ 0 h 90"/>
                  <a:gd name="T4" fmla="*/ 0 w 520"/>
                  <a:gd name="T5" fmla="*/ 0 h 90"/>
                  <a:gd name="T6" fmla="*/ 0 w 520"/>
                  <a:gd name="T7" fmla="*/ 0 h 90"/>
                  <a:gd name="T8" fmla="*/ 0 w 520"/>
                  <a:gd name="T9" fmla="*/ 0 h 90"/>
                  <a:gd name="T10" fmla="*/ 0 w 520"/>
                  <a:gd name="T11" fmla="*/ 0 h 90"/>
                  <a:gd name="T12" fmla="*/ 0 w 520"/>
                  <a:gd name="T13" fmla="*/ 0 h 90"/>
                  <a:gd name="T14" fmla="*/ 0 w 520"/>
                  <a:gd name="T15" fmla="*/ 0 h 90"/>
                  <a:gd name="T16" fmla="*/ 0 w 520"/>
                  <a:gd name="T17" fmla="*/ 0 h 90"/>
                  <a:gd name="T18" fmla="*/ 0 w 520"/>
                  <a:gd name="T19" fmla="*/ 0 h 90"/>
                  <a:gd name="T20" fmla="*/ 0 w 520"/>
                  <a:gd name="T21" fmla="*/ 0 h 90"/>
                  <a:gd name="T22" fmla="*/ 0 w 520"/>
                  <a:gd name="T23" fmla="*/ 0 h 90"/>
                  <a:gd name="T24" fmla="*/ 0 w 520"/>
                  <a:gd name="T25" fmla="*/ 0 h 90"/>
                  <a:gd name="T26" fmla="*/ 0 w 520"/>
                  <a:gd name="T27" fmla="*/ 0 h 90"/>
                  <a:gd name="T28" fmla="*/ 0 w 520"/>
                  <a:gd name="T29" fmla="*/ 0 h 90"/>
                  <a:gd name="T30" fmla="*/ 0 w 520"/>
                  <a:gd name="T31" fmla="*/ 0 h 90"/>
                  <a:gd name="T32" fmla="*/ 0 w 520"/>
                  <a:gd name="T33" fmla="*/ 0 h 90"/>
                  <a:gd name="T34" fmla="*/ 0 w 520"/>
                  <a:gd name="T35" fmla="*/ 0 h 90"/>
                  <a:gd name="T36" fmla="*/ 0 w 520"/>
                  <a:gd name="T37" fmla="*/ 0 h 90"/>
                  <a:gd name="T38" fmla="*/ 0 w 520"/>
                  <a:gd name="T39" fmla="*/ 0 h 9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90"/>
                  <a:gd name="T62" fmla="*/ 520 w 520"/>
                  <a:gd name="T63" fmla="*/ 90 h 9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90">
                    <a:moveTo>
                      <a:pt x="48" y="60"/>
                    </a:moveTo>
                    <a:lnTo>
                      <a:pt x="101" y="40"/>
                    </a:lnTo>
                    <a:lnTo>
                      <a:pt x="174" y="23"/>
                    </a:lnTo>
                    <a:lnTo>
                      <a:pt x="259" y="24"/>
                    </a:lnTo>
                    <a:lnTo>
                      <a:pt x="343" y="7"/>
                    </a:lnTo>
                    <a:lnTo>
                      <a:pt x="488" y="23"/>
                    </a:lnTo>
                    <a:lnTo>
                      <a:pt x="511" y="0"/>
                    </a:lnTo>
                    <a:lnTo>
                      <a:pt x="520" y="31"/>
                    </a:lnTo>
                    <a:lnTo>
                      <a:pt x="501" y="46"/>
                    </a:lnTo>
                    <a:lnTo>
                      <a:pt x="477" y="31"/>
                    </a:lnTo>
                    <a:lnTo>
                      <a:pt x="417" y="24"/>
                    </a:lnTo>
                    <a:lnTo>
                      <a:pt x="327" y="46"/>
                    </a:lnTo>
                    <a:lnTo>
                      <a:pt x="253" y="64"/>
                    </a:lnTo>
                    <a:lnTo>
                      <a:pt x="128" y="60"/>
                    </a:lnTo>
                    <a:lnTo>
                      <a:pt x="41" y="70"/>
                    </a:lnTo>
                    <a:lnTo>
                      <a:pt x="20" y="90"/>
                    </a:lnTo>
                    <a:lnTo>
                      <a:pt x="0" y="79"/>
                    </a:lnTo>
                    <a:lnTo>
                      <a:pt x="4" y="53"/>
                    </a:lnTo>
                    <a:lnTo>
                      <a:pt x="27" y="46"/>
                    </a:lnTo>
                    <a:lnTo>
                      <a:pt x="48"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7" name="Freeform 541"/>
              <p:cNvSpPr>
                <a:spLocks/>
              </p:cNvSpPr>
              <p:nvPr/>
            </p:nvSpPr>
            <p:spPr bwMode="auto">
              <a:xfrm>
                <a:off x="3058" y="1601"/>
                <a:ext cx="36" cy="12"/>
              </a:xfrm>
              <a:custGeom>
                <a:avLst/>
                <a:gdLst>
                  <a:gd name="T0" fmla="*/ 0 w 286"/>
                  <a:gd name="T1" fmla="*/ 0 h 94"/>
                  <a:gd name="T2" fmla="*/ 0 w 286"/>
                  <a:gd name="T3" fmla="*/ 0 h 94"/>
                  <a:gd name="T4" fmla="*/ 0 w 286"/>
                  <a:gd name="T5" fmla="*/ 0 h 94"/>
                  <a:gd name="T6" fmla="*/ 0 w 286"/>
                  <a:gd name="T7" fmla="*/ 0 h 94"/>
                  <a:gd name="T8" fmla="*/ 0 w 286"/>
                  <a:gd name="T9" fmla="*/ 0 h 94"/>
                  <a:gd name="T10" fmla="*/ 0 w 286"/>
                  <a:gd name="T11" fmla="*/ 0 h 94"/>
                  <a:gd name="T12" fmla="*/ 0 w 286"/>
                  <a:gd name="T13" fmla="*/ 0 h 94"/>
                  <a:gd name="T14" fmla="*/ 0 w 286"/>
                  <a:gd name="T15" fmla="*/ 0 h 94"/>
                  <a:gd name="T16" fmla="*/ 0 w 286"/>
                  <a:gd name="T17" fmla="*/ 0 h 94"/>
                  <a:gd name="T18" fmla="*/ 0 w 286"/>
                  <a:gd name="T19" fmla="*/ 0 h 94"/>
                  <a:gd name="T20" fmla="*/ 0 w 286"/>
                  <a:gd name="T21" fmla="*/ 0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6"/>
                  <a:gd name="T34" fmla="*/ 0 h 94"/>
                  <a:gd name="T35" fmla="*/ 286 w 286"/>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6" h="94">
                    <a:moveTo>
                      <a:pt x="0" y="22"/>
                    </a:moveTo>
                    <a:lnTo>
                      <a:pt x="64" y="31"/>
                    </a:lnTo>
                    <a:lnTo>
                      <a:pt x="123" y="31"/>
                    </a:lnTo>
                    <a:lnTo>
                      <a:pt x="194" y="26"/>
                    </a:lnTo>
                    <a:lnTo>
                      <a:pt x="286" y="0"/>
                    </a:lnTo>
                    <a:lnTo>
                      <a:pt x="231" y="46"/>
                    </a:lnTo>
                    <a:lnTo>
                      <a:pt x="244" y="83"/>
                    </a:lnTo>
                    <a:lnTo>
                      <a:pt x="171" y="83"/>
                    </a:lnTo>
                    <a:lnTo>
                      <a:pt x="64" y="94"/>
                    </a:lnTo>
                    <a:lnTo>
                      <a:pt x="70" y="63"/>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8" name="Freeform 542"/>
              <p:cNvSpPr>
                <a:spLocks/>
              </p:cNvSpPr>
              <p:nvPr/>
            </p:nvSpPr>
            <p:spPr bwMode="auto">
              <a:xfrm>
                <a:off x="3013" y="1561"/>
                <a:ext cx="114" cy="76"/>
              </a:xfrm>
              <a:custGeom>
                <a:avLst/>
                <a:gdLst>
                  <a:gd name="T0" fmla="*/ 0 w 911"/>
                  <a:gd name="T1" fmla="*/ 0 h 609"/>
                  <a:gd name="T2" fmla="*/ 0 w 911"/>
                  <a:gd name="T3" fmla="*/ 0 h 609"/>
                  <a:gd name="T4" fmla="*/ 0 w 911"/>
                  <a:gd name="T5" fmla="*/ 0 h 609"/>
                  <a:gd name="T6" fmla="*/ 0 w 911"/>
                  <a:gd name="T7" fmla="*/ 0 h 609"/>
                  <a:gd name="T8" fmla="*/ 0 w 911"/>
                  <a:gd name="T9" fmla="*/ 0 h 609"/>
                  <a:gd name="T10" fmla="*/ 0 w 911"/>
                  <a:gd name="T11" fmla="*/ 0 h 609"/>
                  <a:gd name="T12" fmla="*/ 0 w 911"/>
                  <a:gd name="T13" fmla="*/ 0 h 609"/>
                  <a:gd name="T14" fmla="*/ 0 w 911"/>
                  <a:gd name="T15" fmla="*/ 0 h 609"/>
                  <a:gd name="T16" fmla="*/ 0 w 911"/>
                  <a:gd name="T17" fmla="*/ 0 h 609"/>
                  <a:gd name="T18" fmla="*/ 0 w 911"/>
                  <a:gd name="T19" fmla="*/ 0 h 609"/>
                  <a:gd name="T20" fmla="*/ 0 w 911"/>
                  <a:gd name="T21" fmla="*/ 0 h 609"/>
                  <a:gd name="T22" fmla="*/ 0 w 911"/>
                  <a:gd name="T23" fmla="*/ 0 h 609"/>
                  <a:gd name="T24" fmla="*/ 0 w 911"/>
                  <a:gd name="T25" fmla="*/ 0 h 609"/>
                  <a:gd name="T26" fmla="*/ 0 w 911"/>
                  <a:gd name="T27" fmla="*/ 0 h 609"/>
                  <a:gd name="T28" fmla="*/ 0 w 911"/>
                  <a:gd name="T29" fmla="*/ 0 h 609"/>
                  <a:gd name="T30" fmla="*/ 0 w 911"/>
                  <a:gd name="T31" fmla="*/ 0 h 609"/>
                  <a:gd name="T32" fmla="*/ 0 w 911"/>
                  <a:gd name="T33" fmla="*/ 0 h 609"/>
                  <a:gd name="T34" fmla="*/ 0 w 911"/>
                  <a:gd name="T35" fmla="*/ 0 h 609"/>
                  <a:gd name="T36" fmla="*/ 0 w 911"/>
                  <a:gd name="T37" fmla="*/ 0 h 609"/>
                  <a:gd name="T38" fmla="*/ 0 w 911"/>
                  <a:gd name="T39" fmla="*/ 0 h 609"/>
                  <a:gd name="T40" fmla="*/ 0 w 911"/>
                  <a:gd name="T41" fmla="*/ 0 h 609"/>
                  <a:gd name="T42" fmla="*/ 0 w 911"/>
                  <a:gd name="T43" fmla="*/ 0 h 609"/>
                  <a:gd name="T44" fmla="*/ 0 w 911"/>
                  <a:gd name="T45" fmla="*/ 0 h 609"/>
                  <a:gd name="T46" fmla="*/ 0 w 911"/>
                  <a:gd name="T47" fmla="*/ 0 h 609"/>
                  <a:gd name="T48" fmla="*/ 0 w 911"/>
                  <a:gd name="T49" fmla="*/ 0 h 609"/>
                  <a:gd name="T50" fmla="*/ 0 w 911"/>
                  <a:gd name="T51" fmla="*/ 0 h 609"/>
                  <a:gd name="T52" fmla="*/ 0 w 911"/>
                  <a:gd name="T53" fmla="*/ 0 h 609"/>
                  <a:gd name="T54" fmla="*/ 0 w 911"/>
                  <a:gd name="T55" fmla="*/ 0 h 609"/>
                  <a:gd name="T56" fmla="*/ 0 w 911"/>
                  <a:gd name="T57" fmla="*/ 0 h 609"/>
                  <a:gd name="T58" fmla="*/ 0 w 911"/>
                  <a:gd name="T59" fmla="*/ 0 h 609"/>
                  <a:gd name="T60" fmla="*/ 0 w 911"/>
                  <a:gd name="T61" fmla="*/ 0 h 609"/>
                  <a:gd name="T62" fmla="*/ 0 w 911"/>
                  <a:gd name="T63" fmla="*/ 0 h 609"/>
                  <a:gd name="T64" fmla="*/ 0 w 911"/>
                  <a:gd name="T65" fmla="*/ 0 h 60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1"/>
                  <a:gd name="T100" fmla="*/ 0 h 609"/>
                  <a:gd name="T101" fmla="*/ 911 w 911"/>
                  <a:gd name="T102" fmla="*/ 609 h 60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1" h="609">
                    <a:moveTo>
                      <a:pt x="0" y="83"/>
                    </a:moveTo>
                    <a:lnTo>
                      <a:pt x="96" y="339"/>
                    </a:lnTo>
                    <a:lnTo>
                      <a:pt x="157" y="438"/>
                    </a:lnTo>
                    <a:lnTo>
                      <a:pt x="226" y="498"/>
                    </a:lnTo>
                    <a:lnTo>
                      <a:pt x="304" y="546"/>
                    </a:lnTo>
                    <a:lnTo>
                      <a:pt x="394" y="576"/>
                    </a:lnTo>
                    <a:lnTo>
                      <a:pt x="487" y="609"/>
                    </a:lnTo>
                    <a:lnTo>
                      <a:pt x="570" y="609"/>
                    </a:lnTo>
                    <a:lnTo>
                      <a:pt x="669" y="581"/>
                    </a:lnTo>
                    <a:lnTo>
                      <a:pt x="735" y="535"/>
                    </a:lnTo>
                    <a:lnTo>
                      <a:pt x="793" y="464"/>
                    </a:lnTo>
                    <a:lnTo>
                      <a:pt x="848" y="374"/>
                    </a:lnTo>
                    <a:lnTo>
                      <a:pt x="883" y="288"/>
                    </a:lnTo>
                    <a:lnTo>
                      <a:pt x="898" y="183"/>
                    </a:lnTo>
                    <a:lnTo>
                      <a:pt x="911" y="0"/>
                    </a:lnTo>
                    <a:lnTo>
                      <a:pt x="892" y="14"/>
                    </a:lnTo>
                    <a:lnTo>
                      <a:pt x="869" y="265"/>
                    </a:lnTo>
                    <a:lnTo>
                      <a:pt x="839" y="353"/>
                    </a:lnTo>
                    <a:lnTo>
                      <a:pt x="793" y="434"/>
                    </a:lnTo>
                    <a:lnTo>
                      <a:pt x="724" y="517"/>
                    </a:lnTo>
                    <a:lnTo>
                      <a:pt x="659" y="558"/>
                    </a:lnTo>
                    <a:lnTo>
                      <a:pt x="659" y="528"/>
                    </a:lnTo>
                    <a:lnTo>
                      <a:pt x="595" y="551"/>
                    </a:lnTo>
                    <a:lnTo>
                      <a:pt x="511" y="557"/>
                    </a:lnTo>
                    <a:lnTo>
                      <a:pt x="450" y="551"/>
                    </a:lnTo>
                    <a:lnTo>
                      <a:pt x="392" y="528"/>
                    </a:lnTo>
                    <a:lnTo>
                      <a:pt x="408" y="558"/>
                    </a:lnTo>
                    <a:lnTo>
                      <a:pt x="293" y="524"/>
                    </a:lnTo>
                    <a:lnTo>
                      <a:pt x="203" y="445"/>
                    </a:lnTo>
                    <a:lnTo>
                      <a:pt x="138" y="368"/>
                    </a:lnTo>
                    <a:lnTo>
                      <a:pt x="90" y="279"/>
                    </a:lnTo>
                    <a:lnTo>
                      <a:pt x="10" y="74"/>
                    </a:lnTo>
                    <a:lnTo>
                      <a:pt x="0"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9" name="Freeform 543"/>
              <p:cNvSpPr>
                <a:spLocks/>
              </p:cNvSpPr>
              <p:nvPr/>
            </p:nvSpPr>
            <p:spPr bwMode="auto">
              <a:xfrm>
                <a:off x="3023" y="1572"/>
                <a:ext cx="23" cy="35"/>
              </a:xfrm>
              <a:custGeom>
                <a:avLst/>
                <a:gdLst>
                  <a:gd name="T0" fmla="*/ 0 w 187"/>
                  <a:gd name="T1" fmla="*/ 0 h 278"/>
                  <a:gd name="T2" fmla="*/ 0 w 187"/>
                  <a:gd name="T3" fmla="*/ 0 h 278"/>
                  <a:gd name="T4" fmla="*/ 0 w 187"/>
                  <a:gd name="T5" fmla="*/ 0 h 278"/>
                  <a:gd name="T6" fmla="*/ 0 w 187"/>
                  <a:gd name="T7" fmla="*/ 0 h 278"/>
                  <a:gd name="T8" fmla="*/ 0 w 187"/>
                  <a:gd name="T9" fmla="*/ 0 h 278"/>
                  <a:gd name="T10" fmla="*/ 0 w 187"/>
                  <a:gd name="T11" fmla="*/ 0 h 278"/>
                  <a:gd name="T12" fmla="*/ 0 w 187"/>
                  <a:gd name="T13" fmla="*/ 0 h 278"/>
                  <a:gd name="T14" fmla="*/ 0 w 187"/>
                  <a:gd name="T15" fmla="*/ 0 h 278"/>
                  <a:gd name="T16" fmla="*/ 0 w 187"/>
                  <a:gd name="T17" fmla="*/ 0 h 278"/>
                  <a:gd name="T18" fmla="*/ 0 w 187"/>
                  <a:gd name="T19" fmla="*/ 0 h 278"/>
                  <a:gd name="T20" fmla="*/ 0 w 187"/>
                  <a:gd name="T21" fmla="*/ 0 h 278"/>
                  <a:gd name="T22" fmla="*/ 0 w 187"/>
                  <a:gd name="T23" fmla="*/ 0 h 278"/>
                  <a:gd name="T24" fmla="*/ 0 w 187"/>
                  <a:gd name="T25" fmla="*/ 0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7"/>
                  <a:gd name="T40" fmla="*/ 0 h 278"/>
                  <a:gd name="T41" fmla="*/ 187 w 187"/>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7" h="278">
                    <a:moveTo>
                      <a:pt x="22" y="58"/>
                    </a:moveTo>
                    <a:lnTo>
                      <a:pt x="97" y="53"/>
                    </a:lnTo>
                    <a:lnTo>
                      <a:pt x="134" y="36"/>
                    </a:lnTo>
                    <a:lnTo>
                      <a:pt x="187" y="0"/>
                    </a:lnTo>
                    <a:lnTo>
                      <a:pt x="157" y="58"/>
                    </a:lnTo>
                    <a:lnTo>
                      <a:pt x="111" y="117"/>
                    </a:lnTo>
                    <a:lnTo>
                      <a:pt x="118" y="181"/>
                    </a:lnTo>
                    <a:lnTo>
                      <a:pt x="163" y="278"/>
                    </a:lnTo>
                    <a:lnTo>
                      <a:pt x="111" y="207"/>
                    </a:lnTo>
                    <a:lnTo>
                      <a:pt x="77" y="133"/>
                    </a:lnTo>
                    <a:lnTo>
                      <a:pt x="40" y="117"/>
                    </a:lnTo>
                    <a:lnTo>
                      <a:pt x="0" y="64"/>
                    </a:lnTo>
                    <a:lnTo>
                      <a:pt x="22"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0" name="Freeform 544"/>
              <p:cNvSpPr>
                <a:spLocks/>
              </p:cNvSpPr>
              <p:nvPr/>
            </p:nvSpPr>
            <p:spPr bwMode="auto">
              <a:xfrm>
                <a:off x="3097" y="1567"/>
                <a:ext cx="20" cy="28"/>
              </a:xfrm>
              <a:custGeom>
                <a:avLst/>
                <a:gdLst>
                  <a:gd name="T0" fmla="*/ 0 w 156"/>
                  <a:gd name="T1" fmla="*/ 0 h 222"/>
                  <a:gd name="T2" fmla="*/ 0 w 156"/>
                  <a:gd name="T3" fmla="*/ 0 h 222"/>
                  <a:gd name="T4" fmla="*/ 0 w 156"/>
                  <a:gd name="T5" fmla="*/ 0 h 222"/>
                  <a:gd name="T6" fmla="*/ 0 w 156"/>
                  <a:gd name="T7" fmla="*/ 0 h 222"/>
                  <a:gd name="T8" fmla="*/ 0 w 156"/>
                  <a:gd name="T9" fmla="*/ 0 h 222"/>
                  <a:gd name="T10" fmla="*/ 0 w 156"/>
                  <a:gd name="T11" fmla="*/ 0 h 222"/>
                  <a:gd name="T12" fmla="*/ 0 w 156"/>
                  <a:gd name="T13" fmla="*/ 0 h 222"/>
                  <a:gd name="T14" fmla="*/ 0 w 156"/>
                  <a:gd name="T15" fmla="*/ 0 h 222"/>
                  <a:gd name="T16" fmla="*/ 0 w 156"/>
                  <a:gd name="T17" fmla="*/ 0 h 222"/>
                  <a:gd name="T18" fmla="*/ 0 w 156"/>
                  <a:gd name="T19" fmla="*/ 0 h 222"/>
                  <a:gd name="T20" fmla="*/ 0 w 156"/>
                  <a:gd name="T21" fmla="*/ 0 h 222"/>
                  <a:gd name="T22" fmla="*/ 0 w 156"/>
                  <a:gd name="T23" fmla="*/ 0 h 2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22"/>
                  <a:gd name="T38" fmla="*/ 156 w 156"/>
                  <a:gd name="T39" fmla="*/ 222 h 2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22">
                    <a:moveTo>
                      <a:pt x="0" y="0"/>
                    </a:moveTo>
                    <a:lnTo>
                      <a:pt x="31" y="29"/>
                    </a:lnTo>
                    <a:lnTo>
                      <a:pt x="94" y="68"/>
                    </a:lnTo>
                    <a:lnTo>
                      <a:pt x="112" y="94"/>
                    </a:lnTo>
                    <a:lnTo>
                      <a:pt x="124" y="140"/>
                    </a:lnTo>
                    <a:lnTo>
                      <a:pt x="117" y="222"/>
                    </a:lnTo>
                    <a:lnTo>
                      <a:pt x="134" y="136"/>
                    </a:lnTo>
                    <a:lnTo>
                      <a:pt x="156" y="46"/>
                    </a:lnTo>
                    <a:lnTo>
                      <a:pt x="156" y="9"/>
                    </a:lnTo>
                    <a:lnTo>
                      <a:pt x="88" y="13"/>
                    </a:lnTo>
                    <a:lnTo>
                      <a:pt x="37"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1" name="Freeform 545"/>
              <p:cNvSpPr>
                <a:spLocks/>
              </p:cNvSpPr>
              <p:nvPr/>
            </p:nvSpPr>
            <p:spPr bwMode="auto">
              <a:xfrm>
                <a:off x="3369" y="1720"/>
                <a:ext cx="82" cy="36"/>
              </a:xfrm>
              <a:custGeom>
                <a:avLst/>
                <a:gdLst>
                  <a:gd name="T0" fmla="*/ 0 w 652"/>
                  <a:gd name="T1" fmla="*/ 0 h 291"/>
                  <a:gd name="T2" fmla="*/ 0 w 652"/>
                  <a:gd name="T3" fmla="*/ 0 h 291"/>
                  <a:gd name="T4" fmla="*/ 0 w 652"/>
                  <a:gd name="T5" fmla="*/ 0 h 291"/>
                  <a:gd name="T6" fmla="*/ 0 w 652"/>
                  <a:gd name="T7" fmla="*/ 0 h 291"/>
                  <a:gd name="T8" fmla="*/ 0 w 652"/>
                  <a:gd name="T9" fmla="*/ 0 h 291"/>
                  <a:gd name="T10" fmla="*/ 0 w 652"/>
                  <a:gd name="T11" fmla="*/ 0 h 291"/>
                  <a:gd name="T12" fmla="*/ 0 w 652"/>
                  <a:gd name="T13" fmla="*/ 0 h 291"/>
                  <a:gd name="T14" fmla="*/ 0 w 652"/>
                  <a:gd name="T15" fmla="*/ 0 h 291"/>
                  <a:gd name="T16" fmla="*/ 0 w 652"/>
                  <a:gd name="T17" fmla="*/ 0 h 291"/>
                  <a:gd name="T18" fmla="*/ 0 w 652"/>
                  <a:gd name="T19" fmla="*/ 0 h 291"/>
                  <a:gd name="T20" fmla="*/ 0 w 652"/>
                  <a:gd name="T21" fmla="*/ 0 h 291"/>
                  <a:gd name="T22" fmla="*/ 0 w 652"/>
                  <a:gd name="T23" fmla="*/ 0 h 291"/>
                  <a:gd name="T24" fmla="*/ 0 w 652"/>
                  <a:gd name="T25" fmla="*/ 0 h 291"/>
                  <a:gd name="T26" fmla="*/ 0 w 652"/>
                  <a:gd name="T27" fmla="*/ 0 h 291"/>
                  <a:gd name="T28" fmla="*/ 0 w 652"/>
                  <a:gd name="T29" fmla="*/ 0 h 291"/>
                  <a:gd name="T30" fmla="*/ 0 w 652"/>
                  <a:gd name="T31" fmla="*/ 0 h 291"/>
                  <a:gd name="T32" fmla="*/ 0 w 652"/>
                  <a:gd name="T33" fmla="*/ 0 h 29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52"/>
                  <a:gd name="T52" fmla="*/ 0 h 291"/>
                  <a:gd name="T53" fmla="*/ 652 w 652"/>
                  <a:gd name="T54" fmla="*/ 291 h 29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52" h="291">
                    <a:moveTo>
                      <a:pt x="50" y="0"/>
                    </a:moveTo>
                    <a:lnTo>
                      <a:pt x="59" y="44"/>
                    </a:lnTo>
                    <a:lnTo>
                      <a:pt x="59" y="85"/>
                    </a:lnTo>
                    <a:lnTo>
                      <a:pt x="34" y="126"/>
                    </a:lnTo>
                    <a:lnTo>
                      <a:pt x="0" y="152"/>
                    </a:lnTo>
                    <a:lnTo>
                      <a:pt x="136" y="291"/>
                    </a:lnTo>
                    <a:lnTo>
                      <a:pt x="294" y="192"/>
                    </a:lnTo>
                    <a:lnTo>
                      <a:pt x="384" y="291"/>
                    </a:lnTo>
                    <a:lnTo>
                      <a:pt x="452" y="233"/>
                    </a:lnTo>
                    <a:lnTo>
                      <a:pt x="583" y="152"/>
                    </a:lnTo>
                    <a:lnTo>
                      <a:pt x="652" y="69"/>
                    </a:lnTo>
                    <a:lnTo>
                      <a:pt x="553" y="152"/>
                    </a:lnTo>
                    <a:lnTo>
                      <a:pt x="410" y="210"/>
                    </a:lnTo>
                    <a:lnTo>
                      <a:pt x="343" y="159"/>
                    </a:lnTo>
                    <a:lnTo>
                      <a:pt x="184" y="159"/>
                    </a:lnTo>
                    <a:lnTo>
                      <a:pt x="94" y="9"/>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2" name="Freeform 546"/>
              <p:cNvSpPr>
                <a:spLocks/>
              </p:cNvSpPr>
              <p:nvPr/>
            </p:nvSpPr>
            <p:spPr bwMode="auto">
              <a:xfrm>
                <a:off x="3402" y="1574"/>
                <a:ext cx="53" cy="55"/>
              </a:xfrm>
              <a:custGeom>
                <a:avLst/>
                <a:gdLst>
                  <a:gd name="T0" fmla="*/ 0 w 419"/>
                  <a:gd name="T1" fmla="*/ 0 h 442"/>
                  <a:gd name="T2" fmla="*/ 0 w 419"/>
                  <a:gd name="T3" fmla="*/ 0 h 442"/>
                  <a:gd name="T4" fmla="*/ 0 w 419"/>
                  <a:gd name="T5" fmla="*/ 0 h 442"/>
                  <a:gd name="T6" fmla="*/ 0 w 419"/>
                  <a:gd name="T7" fmla="*/ 0 h 442"/>
                  <a:gd name="T8" fmla="*/ 0 w 419"/>
                  <a:gd name="T9" fmla="*/ 0 h 442"/>
                  <a:gd name="T10" fmla="*/ 0 w 419"/>
                  <a:gd name="T11" fmla="*/ 0 h 442"/>
                  <a:gd name="T12" fmla="*/ 0 w 419"/>
                  <a:gd name="T13" fmla="*/ 0 h 442"/>
                  <a:gd name="T14" fmla="*/ 0 w 419"/>
                  <a:gd name="T15" fmla="*/ 0 h 442"/>
                  <a:gd name="T16" fmla="*/ 0 w 419"/>
                  <a:gd name="T17" fmla="*/ 0 h 442"/>
                  <a:gd name="T18" fmla="*/ 0 w 419"/>
                  <a:gd name="T19" fmla="*/ 0 h 442"/>
                  <a:gd name="T20" fmla="*/ 0 w 419"/>
                  <a:gd name="T21" fmla="*/ 0 h 442"/>
                  <a:gd name="T22" fmla="*/ 0 w 419"/>
                  <a:gd name="T23" fmla="*/ 0 h 442"/>
                  <a:gd name="T24" fmla="*/ 0 w 419"/>
                  <a:gd name="T25" fmla="*/ 0 h 442"/>
                  <a:gd name="T26" fmla="*/ 0 w 419"/>
                  <a:gd name="T27" fmla="*/ 0 h 442"/>
                  <a:gd name="T28" fmla="*/ 0 w 419"/>
                  <a:gd name="T29" fmla="*/ 0 h 442"/>
                  <a:gd name="T30" fmla="*/ 0 w 419"/>
                  <a:gd name="T31" fmla="*/ 0 h 442"/>
                  <a:gd name="T32" fmla="*/ 0 w 419"/>
                  <a:gd name="T33" fmla="*/ 0 h 442"/>
                  <a:gd name="T34" fmla="*/ 0 w 419"/>
                  <a:gd name="T35" fmla="*/ 0 h 442"/>
                  <a:gd name="T36" fmla="*/ 0 w 419"/>
                  <a:gd name="T37" fmla="*/ 0 h 442"/>
                  <a:gd name="T38" fmla="*/ 0 w 419"/>
                  <a:gd name="T39" fmla="*/ 0 h 442"/>
                  <a:gd name="T40" fmla="*/ 0 w 419"/>
                  <a:gd name="T41" fmla="*/ 0 h 442"/>
                  <a:gd name="T42" fmla="*/ 0 w 419"/>
                  <a:gd name="T43" fmla="*/ 0 h 442"/>
                  <a:gd name="T44" fmla="*/ 0 w 419"/>
                  <a:gd name="T45" fmla="*/ 0 h 442"/>
                  <a:gd name="T46" fmla="*/ 0 w 419"/>
                  <a:gd name="T47" fmla="*/ 0 h 442"/>
                  <a:gd name="T48" fmla="*/ 0 w 419"/>
                  <a:gd name="T49" fmla="*/ 0 h 442"/>
                  <a:gd name="T50" fmla="*/ 0 w 419"/>
                  <a:gd name="T51" fmla="*/ 0 h 442"/>
                  <a:gd name="T52" fmla="*/ 0 w 419"/>
                  <a:gd name="T53" fmla="*/ 0 h 442"/>
                  <a:gd name="T54" fmla="*/ 0 w 419"/>
                  <a:gd name="T55" fmla="*/ 0 h 442"/>
                  <a:gd name="T56" fmla="*/ 0 w 419"/>
                  <a:gd name="T57" fmla="*/ 0 h 442"/>
                  <a:gd name="T58" fmla="*/ 0 w 419"/>
                  <a:gd name="T59" fmla="*/ 0 h 442"/>
                  <a:gd name="T60" fmla="*/ 0 w 419"/>
                  <a:gd name="T61" fmla="*/ 0 h 442"/>
                  <a:gd name="T62" fmla="*/ 0 w 419"/>
                  <a:gd name="T63" fmla="*/ 0 h 4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9"/>
                  <a:gd name="T97" fmla="*/ 0 h 442"/>
                  <a:gd name="T98" fmla="*/ 419 w 419"/>
                  <a:gd name="T99" fmla="*/ 442 h 4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9" h="442">
                    <a:moveTo>
                      <a:pt x="36" y="0"/>
                    </a:moveTo>
                    <a:lnTo>
                      <a:pt x="134" y="35"/>
                    </a:lnTo>
                    <a:lnTo>
                      <a:pt x="260" y="13"/>
                    </a:lnTo>
                    <a:lnTo>
                      <a:pt x="382" y="42"/>
                    </a:lnTo>
                    <a:lnTo>
                      <a:pt x="396" y="0"/>
                    </a:lnTo>
                    <a:lnTo>
                      <a:pt x="419" y="92"/>
                    </a:lnTo>
                    <a:lnTo>
                      <a:pt x="419" y="189"/>
                    </a:lnTo>
                    <a:lnTo>
                      <a:pt x="403" y="334"/>
                    </a:lnTo>
                    <a:lnTo>
                      <a:pt x="373" y="442"/>
                    </a:lnTo>
                    <a:lnTo>
                      <a:pt x="396" y="316"/>
                    </a:lnTo>
                    <a:lnTo>
                      <a:pt x="396" y="260"/>
                    </a:lnTo>
                    <a:lnTo>
                      <a:pt x="290" y="327"/>
                    </a:lnTo>
                    <a:lnTo>
                      <a:pt x="269" y="327"/>
                    </a:lnTo>
                    <a:lnTo>
                      <a:pt x="260" y="308"/>
                    </a:lnTo>
                    <a:lnTo>
                      <a:pt x="359" y="202"/>
                    </a:lnTo>
                    <a:lnTo>
                      <a:pt x="352" y="145"/>
                    </a:lnTo>
                    <a:lnTo>
                      <a:pt x="246" y="214"/>
                    </a:lnTo>
                    <a:lnTo>
                      <a:pt x="274" y="165"/>
                    </a:lnTo>
                    <a:lnTo>
                      <a:pt x="260" y="154"/>
                    </a:lnTo>
                    <a:lnTo>
                      <a:pt x="253" y="110"/>
                    </a:lnTo>
                    <a:lnTo>
                      <a:pt x="218" y="110"/>
                    </a:lnTo>
                    <a:lnTo>
                      <a:pt x="154" y="175"/>
                    </a:lnTo>
                    <a:lnTo>
                      <a:pt x="134" y="175"/>
                    </a:lnTo>
                    <a:lnTo>
                      <a:pt x="134" y="141"/>
                    </a:lnTo>
                    <a:lnTo>
                      <a:pt x="163" y="103"/>
                    </a:lnTo>
                    <a:lnTo>
                      <a:pt x="62" y="79"/>
                    </a:lnTo>
                    <a:lnTo>
                      <a:pt x="62" y="117"/>
                    </a:lnTo>
                    <a:lnTo>
                      <a:pt x="90" y="161"/>
                    </a:lnTo>
                    <a:lnTo>
                      <a:pt x="29" y="117"/>
                    </a:lnTo>
                    <a:lnTo>
                      <a:pt x="0" y="55"/>
                    </a:lnTo>
                    <a:lnTo>
                      <a:pt x="7" y="13"/>
                    </a:lnTo>
                    <a:lnTo>
                      <a:pt x="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3" name="Freeform 547"/>
              <p:cNvSpPr>
                <a:spLocks/>
              </p:cNvSpPr>
              <p:nvPr/>
            </p:nvSpPr>
            <p:spPr bwMode="auto">
              <a:xfrm>
                <a:off x="3416" y="1598"/>
                <a:ext cx="13" cy="7"/>
              </a:xfrm>
              <a:custGeom>
                <a:avLst/>
                <a:gdLst>
                  <a:gd name="T0" fmla="*/ 0 w 96"/>
                  <a:gd name="T1" fmla="*/ 0 h 60"/>
                  <a:gd name="T2" fmla="*/ 0 w 96"/>
                  <a:gd name="T3" fmla="*/ 0 h 60"/>
                  <a:gd name="T4" fmla="*/ 0 w 96"/>
                  <a:gd name="T5" fmla="*/ 0 h 60"/>
                  <a:gd name="T6" fmla="*/ 0 w 96"/>
                  <a:gd name="T7" fmla="*/ 0 h 60"/>
                  <a:gd name="T8" fmla="*/ 0 w 96"/>
                  <a:gd name="T9" fmla="*/ 0 h 60"/>
                  <a:gd name="T10" fmla="*/ 0 w 96"/>
                  <a:gd name="T11" fmla="*/ 0 h 60"/>
                  <a:gd name="T12" fmla="*/ 0 w 96"/>
                  <a:gd name="T13" fmla="*/ 0 h 60"/>
                  <a:gd name="T14" fmla="*/ 0 60000 65536"/>
                  <a:gd name="T15" fmla="*/ 0 60000 65536"/>
                  <a:gd name="T16" fmla="*/ 0 60000 65536"/>
                  <a:gd name="T17" fmla="*/ 0 60000 65536"/>
                  <a:gd name="T18" fmla="*/ 0 60000 65536"/>
                  <a:gd name="T19" fmla="*/ 0 60000 65536"/>
                  <a:gd name="T20" fmla="*/ 0 60000 65536"/>
                  <a:gd name="T21" fmla="*/ 0 w 96"/>
                  <a:gd name="T22" fmla="*/ 0 h 60"/>
                  <a:gd name="T23" fmla="*/ 96 w 96"/>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 h="60">
                    <a:moveTo>
                      <a:pt x="13" y="0"/>
                    </a:moveTo>
                    <a:lnTo>
                      <a:pt x="96" y="35"/>
                    </a:lnTo>
                    <a:lnTo>
                      <a:pt x="96" y="57"/>
                    </a:lnTo>
                    <a:lnTo>
                      <a:pt x="72" y="60"/>
                    </a:lnTo>
                    <a:lnTo>
                      <a:pt x="4" y="29"/>
                    </a:lnTo>
                    <a:lnTo>
                      <a:pt x="0" y="7"/>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4" name="Freeform 548"/>
              <p:cNvSpPr>
                <a:spLocks/>
              </p:cNvSpPr>
              <p:nvPr/>
            </p:nvSpPr>
            <p:spPr bwMode="auto">
              <a:xfrm>
                <a:off x="3456" y="1542"/>
                <a:ext cx="82" cy="60"/>
              </a:xfrm>
              <a:custGeom>
                <a:avLst/>
                <a:gdLst>
                  <a:gd name="T0" fmla="*/ 0 w 655"/>
                  <a:gd name="T1" fmla="*/ 0 h 483"/>
                  <a:gd name="T2" fmla="*/ 0 w 655"/>
                  <a:gd name="T3" fmla="*/ 0 h 483"/>
                  <a:gd name="T4" fmla="*/ 0 w 655"/>
                  <a:gd name="T5" fmla="*/ 0 h 483"/>
                  <a:gd name="T6" fmla="*/ 0 w 655"/>
                  <a:gd name="T7" fmla="*/ 0 h 483"/>
                  <a:gd name="T8" fmla="*/ 0 w 655"/>
                  <a:gd name="T9" fmla="*/ 0 h 483"/>
                  <a:gd name="T10" fmla="*/ 0 w 655"/>
                  <a:gd name="T11" fmla="*/ 0 h 483"/>
                  <a:gd name="T12" fmla="*/ 0 w 655"/>
                  <a:gd name="T13" fmla="*/ 0 h 483"/>
                  <a:gd name="T14" fmla="*/ 0 w 655"/>
                  <a:gd name="T15" fmla="*/ 0 h 483"/>
                  <a:gd name="T16" fmla="*/ 0 w 655"/>
                  <a:gd name="T17" fmla="*/ 0 h 483"/>
                  <a:gd name="T18" fmla="*/ 0 w 655"/>
                  <a:gd name="T19" fmla="*/ 0 h 483"/>
                  <a:gd name="T20" fmla="*/ 0 w 655"/>
                  <a:gd name="T21" fmla="*/ 0 h 483"/>
                  <a:gd name="T22" fmla="*/ 0 w 655"/>
                  <a:gd name="T23" fmla="*/ 0 h 483"/>
                  <a:gd name="T24" fmla="*/ 0 w 655"/>
                  <a:gd name="T25" fmla="*/ 0 h 483"/>
                  <a:gd name="T26" fmla="*/ 0 w 655"/>
                  <a:gd name="T27" fmla="*/ 0 h 483"/>
                  <a:gd name="T28" fmla="*/ 0 w 655"/>
                  <a:gd name="T29" fmla="*/ 0 h 483"/>
                  <a:gd name="T30" fmla="*/ 0 w 655"/>
                  <a:gd name="T31" fmla="*/ 0 h 483"/>
                  <a:gd name="T32" fmla="*/ 0 w 655"/>
                  <a:gd name="T33" fmla="*/ 0 h 483"/>
                  <a:gd name="T34" fmla="*/ 0 w 655"/>
                  <a:gd name="T35" fmla="*/ 0 h 483"/>
                  <a:gd name="T36" fmla="*/ 0 w 655"/>
                  <a:gd name="T37" fmla="*/ 0 h 483"/>
                  <a:gd name="T38" fmla="*/ 0 w 655"/>
                  <a:gd name="T39" fmla="*/ 0 h 483"/>
                  <a:gd name="T40" fmla="*/ 0 w 655"/>
                  <a:gd name="T41" fmla="*/ 0 h 483"/>
                  <a:gd name="T42" fmla="*/ 0 w 655"/>
                  <a:gd name="T43" fmla="*/ 0 h 483"/>
                  <a:gd name="T44" fmla="*/ 0 w 655"/>
                  <a:gd name="T45" fmla="*/ 0 h 483"/>
                  <a:gd name="T46" fmla="*/ 0 w 655"/>
                  <a:gd name="T47" fmla="*/ 0 h 483"/>
                  <a:gd name="T48" fmla="*/ 0 w 655"/>
                  <a:gd name="T49" fmla="*/ 0 h 483"/>
                  <a:gd name="T50" fmla="*/ 0 w 655"/>
                  <a:gd name="T51" fmla="*/ 0 h 483"/>
                  <a:gd name="T52" fmla="*/ 0 w 655"/>
                  <a:gd name="T53" fmla="*/ 0 h 48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55"/>
                  <a:gd name="T82" fmla="*/ 0 h 483"/>
                  <a:gd name="T83" fmla="*/ 655 w 655"/>
                  <a:gd name="T84" fmla="*/ 483 h 48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55" h="483">
                    <a:moveTo>
                      <a:pt x="0" y="132"/>
                    </a:moveTo>
                    <a:lnTo>
                      <a:pt x="41" y="279"/>
                    </a:lnTo>
                    <a:lnTo>
                      <a:pt x="103" y="351"/>
                    </a:lnTo>
                    <a:lnTo>
                      <a:pt x="103" y="473"/>
                    </a:lnTo>
                    <a:lnTo>
                      <a:pt x="161" y="362"/>
                    </a:lnTo>
                    <a:lnTo>
                      <a:pt x="364" y="483"/>
                    </a:lnTo>
                    <a:lnTo>
                      <a:pt x="521" y="376"/>
                    </a:lnTo>
                    <a:lnTo>
                      <a:pt x="352" y="376"/>
                    </a:lnTo>
                    <a:lnTo>
                      <a:pt x="297" y="356"/>
                    </a:lnTo>
                    <a:lnTo>
                      <a:pt x="224" y="356"/>
                    </a:lnTo>
                    <a:lnTo>
                      <a:pt x="217" y="332"/>
                    </a:lnTo>
                    <a:lnTo>
                      <a:pt x="329" y="314"/>
                    </a:lnTo>
                    <a:lnTo>
                      <a:pt x="329" y="259"/>
                    </a:lnTo>
                    <a:lnTo>
                      <a:pt x="391" y="224"/>
                    </a:lnTo>
                    <a:lnTo>
                      <a:pt x="323" y="224"/>
                    </a:lnTo>
                    <a:lnTo>
                      <a:pt x="308" y="208"/>
                    </a:lnTo>
                    <a:lnTo>
                      <a:pt x="426" y="160"/>
                    </a:lnTo>
                    <a:lnTo>
                      <a:pt x="479" y="107"/>
                    </a:lnTo>
                    <a:lnTo>
                      <a:pt x="631" y="169"/>
                    </a:lnTo>
                    <a:lnTo>
                      <a:pt x="655" y="160"/>
                    </a:lnTo>
                    <a:lnTo>
                      <a:pt x="527" y="0"/>
                    </a:lnTo>
                    <a:lnTo>
                      <a:pt x="479" y="0"/>
                    </a:lnTo>
                    <a:lnTo>
                      <a:pt x="290" y="99"/>
                    </a:lnTo>
                    <a:lnTo>
                      <a:pt x="140" y="187"/>
                    </a:lnTo>
                    <a:lnTo>
                      <a:pt x="134" y="238"/>
                    </a:lnTo>
                    <a:lnTo>
                      <a:pt x="90" y="245"/>
                    </a:lnTo>
                    <a:lnTo>
                      <a:pt x="0" y="1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5" name="Freeform 549"/>
              <p:cNvSpPr>
                <a:spLocks/>
              </p:cNvSpPr>
              <p:nvPr/>
            </p:nvSpPr>
            <p:spPr bwMode="auto">
              <a:xfrm>
                <a:off x="3502" y="1570"/>
                <a:ext cx="24" cy="10"/>
              </a:xfrm>
              <a:custGeom>
                <a:avLst/>
                <a:gdLst>
                  <a:gd name="T0" fmla="*/ 0 w 191"/>
                  <a:gd name="T1" fmla="*/ 0 h 81"/>
                  <a:gd name="T2" fmla="*/ 0 w 191"/>
                  <a:gd name="T3" fmla="*/ 0 h 81"/>
                  <a:gd name="T4" fmla="*/ 0 w 191"/>
                  <a:gd name="T5" fmla="*/ 0 h 81"/>
                  <a:gd name="T6" fmla="*/ 0 w 191"/>
                  <a:gd name="T7" fmla="*/ 0 h 81"/>
                  <a:gd name="T8" fmla="*/ 0 w 191"/>
                  <a:gd name="T9" fmla="*/ 0 h 81"/>
                  <a:gd name="T10" fmla="*/ 0 w 191"/>
                  <a:gd name="T11" fmla="*/ 0 h 81"/>
                  <a:gd name="T12" fmla="*/ 0 w 191"/>
                  <a:gd name="T13" fmla="*/ 0 h 81"/>
                  <a:gd name="T14" fmla="*/ 0 w 191"/>
                  <a:gd name="T15" fmla="*/ 0 h 81"/>
                  <a:gd name="T16" fmla="*/ 0 60000 65536"/>
                  <a:gd name="T17" fmla="*/ 0 60000 65536"/>
                  <a:gd name="T18" fmla="*/ 0 60000 65536"/>
                  <a:gd name="T19" fmla="*/ 0 60000 65536"/>
                  <a:gd name="T20" fmla="*/ 0 60000 65536"/>
                  <a:gd name="T21" fmla="*/ 0 60000 65536"/>
                  <a:gd name="T22" fmla="*/ 0 60000 65536"/>
                  <a:gd name="T23" fmla="*/ 0 60000 65536"/>
                  <a:gd name="T24" fmla="*/ 0 w 191"/>
                  <a:gd name="T25" fmla="*/ 0 h 81"/>
                  <a:gd name="T26" fmla="*/ 191 w 191"/>
                  <a:gd name="T27" fmla="*/ 81 h 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1" h="81">
                    <a:moveTo>
                      <a:pt x="0" y="0"/>
                    </a:moveTo>
                    <a:lnTo>
                      <a:pt x="34" y="65"/>
                    </a:lnTo>
                    <a:lnTo>
                      <a:pt x="20" y="81"/>
                    </a:lnTo>
                    <a:lnTo>
                      <a:pt x="176" y="72"/>
                    </a:lnTo>
                    <a:lnTo>
                      <a:pt x="191" y="50"/>
                    </a:lnTo>
                    <a:lnTo>
                      <a:pt x="101" y="0"/>
                    </a:lnTo>
                    <a:lnTo>
                      <a:pt x="29"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6" name="Freeform 550"/>
              <p:cNvSpPr>
                <a:spLocks/>
              </p:cNvSpPr>
              <p:nvPr/>
            </p:nvSpPr>
            <p:spPr bwMode="auto">
              <a:xfrm>
                <a:off x="3449" y="1630"/>
                <a:ext cx="49" cy="29"/>
              </a:xfrm>
              <a:custGeom>
                <a:avLst/>
                <a:gdLst>
                  <a:gd name="T0" fmla="*/ 0 w 396"/>
                  <a:gd name="T1" fmla="*/ 0 h 226"/>
                  <a:gd name="T2" fmla="*/ 0 w 396"/>
                  <a:gd name="T3" fmla="*/ 0 h 226"/>
                  <a:gd name="T4" fmla="*/ 0 w 396"/>
                  <a:gd name="T5" fmla="*/ 0 h 226"/>
                  <a:gd name="T6" fmla="*/ 0 w 396"/>
                  <a:gd name="T7" fmla="*/ 0 h 226"/>
                  <a:gd name="T8" fmla="*/ 0 w 396"/>
                  <a:gd name="T9" fmla="*/ 0 h 226"/>
                  <a:gd name="T10" fmla="*/ 0 w 396"/>
                  <a:gd name="T11" fmla="*/ 0 h 226"/>
                  <a:gd name="T12" fmla="*/ 0 w 396"/>
                  <a:gd name="T13" fmla="*/ 0 h 226"/>
                  <a:gd name="T14" fmla="*/ 0 w 396"/>
                  <a:gd name="T15" fmla="*/ 0 h 226"/>
                  <a:gd name="T16" fmla="*/ 0 w 396"/>
                  <a:gd name="T17" fmla="*/ 0 h 226"/>
                  <a:gd name="T18" fmla="*/ 0 w 396"/>
                  <a:gd name="T19" fmla="*/ 0 h 226"/>
                  <a:gd name="T20" fmla="*/ 0 w 396"/>
                  <a:gd name="T21" fmla="*/ 0 h 226"/>
                  <a:gd name="T22" fmla="*/ 0 w 396"/>
                  <a:gd name="T23" fmla="*/ 0 h 226"/>
                  <a:gd name="T24" fmla="*/ 0 w 396"/>
                  <a:gd name="T25" fmla="*/ 0 h 226"/>
                  <a:gd name="T26" fmla="*/ 0 w 396"/>
                  <a:gd name="T27" fmla="*/ 0 h 226"/>
                  <a:gd name="T28" fmla="*/ 0 w 396"/>
                  <a:gd name="T29" fmla="*/ 0 h 226"/>
                  <a:gd name="T30" fmla="*/ 0 w 396"/>
                  <a:gd name="T31" fmla="*/ 0 h 2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226"/>
                  <a:gd name="T50" fmla="*/ 396 w 396"/>
                  <a:gd name="T51" fmla="*/ 226 h 2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226">
                    <a:moveTo>
                      <a:pt x="0" y="41"/>
                    </a:moveTo>
                    <a:lnTo>
                      <a:pt x="69" y="83"/>
                    </a:lnTo>
                    <a:lnTo>
                      <a:pt x="136" y="83"/>
                    </a:lnTo>
                    <a:lnTo>
                      <a:pt x="228" y="14"/>
                    </a:lnTo>
                    <a:lnTo>
                      <a:pt x="297" y="0"/>
                    </a:lnTo>
                    <a:lnTo>
                      <a:pt x="302" y="14"/>
                    </a:lnTo>
                    <a:lnTo>
                      <a:pt x="339" y="26"/>
                    </a:lnTo>
                    <a:lnTo>
                      <a:pt x="396" y="14"/>
                    </a:lnTo>
                    <a:lnTo>
                      <a:pt x="359" y="63"/>
                    </a:lnTo>
                    <a:lnTo>
                      <a:pt x="219" y="109"/>
                    </a:lnTo>
                    <a:lnTo>
                      <a:pt x="214" y="180"/>
                    </a:lnTo>
                    <a:lnTo>
                      <a:pt x="168" y="226"/>
                    </a:lnTo>
                    <a:lnTo>
                      <a:pt x="99" y="118"/>
                    </a:lnTo>
                    <a:lnTo>
                      <a:pt x="46" y="104"/>
                    </a:lnTo>
                    <a:lnTo>
                      <a:pt x="0" y="63"/>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7" name="Freeform 551"/>
              <p:cNvSpPr>
                <a:spLocks/>
              </p:cNvSpPr>
              <p:nvPr/>
            </p:nvSpPr>
            <p:spPr bwMode="auto">
              <a:xfrm>
                <a:off x="3476" y="1615"/>
                <a:ext cx="19" cy="7"/>
              </a:xfrm>
              <a:custGeom>
                <a:avLst/>
                <a:gdLst>
                  <a:gd name="T0" fmla="*/ 0 w 155"/>
                  <a:gd name="T1" fmla="*/ 0 h 58"/>
                  <a:gd name="T2" fmla="*/ 0 w 155"/>
                  <a:gd name="T3" fmla="*/ 0 h 58"/>
                  <a:gd name="T4" fmla="*/ 0 w 155"/>
                  <a:gd name="T5" fmla="*/ 0 h 58"/>
                  <a:gd name="T6" fmla="*/ 0 w 155"/>
                  <a:gd name="T7" fmla="*/ 0 h 58"/>
                  <a:gd name="T8" fmla="*/ 0 w 155"/>
                  <a:gd name="T9" fmla="*/ 0 h 58"/>
                  <a:gd name="T10" fmla="*/ 0 w 155"/>
                  <a:gd name="T11" fmla="*/ 0 h 58"/>
                  <a:gd name="T12" fmla="*/ 0 60000 65536"/>
                  <a:gd name="T13" fmla="*/ 0 60000 65536"/>
                  <a:gd name="T14" fmla="*/ 0 60000 65536"/>
                  <a:gd name="T15" fmla="*/ 0 60000 65536"/>
                  <a:gd name="T16" fmla="*/ 0 60000 65536"/>
                  <a:gd name="T17" fmla="*/ 0 60000 65536"/>
                  <a:gd name="T18" fmla="*/ 0 w 155"/>
                  <a:gd name="T19" fmla="*/ 0 h 58"/>
                  <a:gd name="T20" fmla="*/ 155 w 155"/>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55" h="58">
                    <a:moveTo>
                      <a:pt x="0" y="58"/>
                    </a:moveTo>
                    <a:lnTo>
                      <a:pt x="106" y="32"/>
                    </a:lnTo>
                    <a:lnTo>
                      <a:pt x="155" y="44"/>
                    </a:lnTo>
                    <a:lnTo>
                      <a:pt x="106" y="0"/>
                    </a:lnTo>
                    <a:lnTo>
                      <a:pt x="41" y="0"/>
                    </a:lnTo>
                    <a:lnTo>
                      <a:pt x="0"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8" name="Freeform 552"/>
              <p:cNvSpPr>
                <a:spLocks/>
              </p:cNvSpPr>
              <p:nvPr/>
            </p:nvSpPr>
            <p:spPr bwMode="auto">
              <a:xfrm>
                <a:off x="3498" y="1624"/>
                <a:ext cx="41" cy="57"/>
              </a:xfrm>
              <a:custGeom>
                <a:avLst/>
                <a:gdLst>
                  <a:gd name="T0" fmla="*/ 0 w 323"/>
                  <a:gd name="T1" fmla="*/ 0 h 453"/>
                  <a:gd name="T2" fmla="*/ 0 w 323"/>
                  <a:gd name="T3" fmla="*/ 0 h 453"/>
                  <a:gd name="T4" fmla="*/ 0 w 323"/>
                  <a:gd name="T5" fmla="*/ 0 h 453"/>
                  <a:gd name="T6" fmla="*/ 0 w 323"/>
                  <a:gd name="T7" fmla="*/ 0 h 453"/>
                  <a:gd name="T8" fmla="*/ 0 w 323"/>
                  <a:gd name="T9" fmla="*/ 0 h 453"/>
                  <a:gd name="T10" fmla="*/ 0 w 323"/>
                  <a:gd name="T11" fmla="*/ 0 h 453"/>
                  <a:gd name="T12" fmla="*/ 0 w 323"/>
                  <a:gd name="T13" fmla="*/ 0 h 453"/>
                  <a:gd name="T14" fmla="*/ 0 w 323"/>
                  <a:gd name="T15" fmla="*/ 0 h 453"/>
                  <a:gd name="T16" fmla="*/ 0 w 323"/>
                  <a:gd name="T17" fmla="*/ 0 h 453"/>
                  <a:gd name="T18" fmla="*/ 0 w 323"/>
                  <a:gd name="T19" fmla="*/ 0 h 453"/>
                  <a:gd name="T20" fmla="*/ 0 w 323"/>
                  <a:gd name="T21" fmla="*/ 0 h 453"/>
                  <a:gd name="T22" fmla="*/ 0 w 323"/>
                  <a:gd name="T23" fmla="*/ 0 h 453"/>
                  <a:gd name="T24" fmla="*/ 0 w 323"/>
                  <a:gd name="T25" fmla="*/ 0 h 4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3"/>
                  <a:gd name="T40" fmla="*/ 0 h 453"/>
                  <a:gd name="T41" fmla="*/ 323 w 323"/>
                  <a:gd name="T42" fmla="*/ 453 h 4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3" h="453">
                    <a:moveTo>
                      <a:pt x="0" y="0"/>
                    </a:moveTo>
                    <a:lnTo>
                      <a:pt x="7" y="54"/>
                    </a:lnTo>
                    <a:lnTo>
                      <a:pt x="84" y="119"/>
                    </a:lnTo>
                    <a:lnTo>
                      <a:pt x="169" y="229"/>
                    </a:lnTo>
                    <a:lnTo>
                      <a:pt x="99" y="275"/>
                    </a:lnTo>
                    <a:lnTo>
                      <a:pt x="209" y="453"/>
                    </a:lnTo>
                    <a:lnTo>
                      <a:pt x="282" y="453"/>
                    </a:lnTo>
                    <a:lnTo>
                      <a:pt x="323" y="299"/>
                    </a:lnTo>
                    <a:lnTo>
                      <a:pt x="308" y="250"/>
                    </a:lnTo>
                    <a:lnTo>
                      <a:pt x="224" y="222"/>
                    </a:lnTo>
                    <a:lnTo>
                      <a:pt x="205" y="119"/>
                    </a:lnTo>
                    <a:lnTo>
                      <a:pt x="104" y="4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9" name="Freeform 553"/>
              <p:cNvSpPr>
                <a:spLocks/>
              </p:cNvSpPr>
              <p:nvPr/>
            </p:nvSpPr>
            <p:spPr bwMode="auto">
              <a:xfrm>
                <a:off x="3412" y="1603"/>
                <a:ext cx="51" cy="104"/>
              </a:xfrm>
              <a:custGeom>
                <a:avLst/>
                <a:gdLst>
                  <a:gd name="T0" fmla="*/ 0 w 411"/>
                  <a:gd name="T1" fmla="*/ 0 h 827"/>
                  <a:gd name="T2" fmla="*/ 0 w 411"/>
                  <a:gd name="T3" fmla="*/ 0 h 827"/>
                  <a:gd name="T4" fmla="*/ 0 w 411"/>
                  <a:gd name="T5" fmla="*/ 0 h 827"/>
                  <a:gd name="T6" fmla="*/ 0 w 411"/>
                  <a:gd name="T7" fmla="*/ 0 h 827"/>
                  <a:gd name="T8" fmla="*/ 0 w 411"/>
                  <a:gd name="T9" fmla="*/ 0 h 827"/>
                  <a:gd name="T10" fmla="*/ 0 w 411"/>
                  <a:gd name="T11" fmla="*/ 0 h 827"/>
                  <a:gd name="T12" fmla="*/ 0 w 411"/>
                  <a:gd name="T13" fmla="*/ 0 h 827"/>
                  <a:gd name="T14" fmla="*/ 0 w 411"/>
                  <a:gd name="T15" fmla="*/ 0 h 827"/>
                  <a:gd name="T16" fmla="*/ 0 w 411"/>
                  <a:gd name="T17" fmla="*/ 0 h 827"/>
                  <a:gd name="T18" fmla="*/ 0 w 411"/>
                  <a:gd name="T19" fmla="*/ 0 h 827"/>
                  <a:gd name="T20" fmla="*/ 0 w 411"/>
                  <a:gd name="T21" fmla="*/ 0 h 827"/>
                  <a:gd name="T22" fmla="*/ 0 w 411"/>
                  <a:gd name="T23" fmla="*/ 0 h 827"/>
                  <a:gd name="T24" fmla="*/ 0 w 411"/>
                  <a:gd name="T25" fmla="*/ 0 h 827"/>
                  <a:gd name="T26" fmla="*/ 0 w 411"/>
                  <a:gd name="T27" fmla="*/ 0 h 827"/>
                  <a:gd name="T28" fmla="*/ 0 w 411"/>
                  <a:gd name="T29" fmla="*/ 0 h 827"/>
                  <a:gd name="T30" fmla="*/ 0 w 411"/>
                  <a:gd name="T31" fmla="*/ 0 h 827"/>
                  <a:gd name="T32" fmla="*/ 0 w 411"/>
                  <a:gd name="T33" fmla="*/ 0 h 827"/>
                  <a:gd name="T34" fmla="*/ 0 w 411"/>
                  <a:gd name="T35" fmla="*/ 0 h 827"/>
                  <a:gd name="T36" fmla="*/ 0 w 411"/>
                  <a:gd name="T37" fmla="*/ 0 h 827"/>
                  <a:gd name="T38" fmla="*/ 0 w 411"/>
                  <a:gd name="T39" fmla="*/ 0 h 82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11"/>
                  <a:gd name="T61" fmla="*/ 0 h 827"/>
                  <a:gd name="T62" fmla="*/ 411 w 411"/>
                  <a:gd name="T63" fmla="*/ 827 h 82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11" h="827">
                    <a:moveTo>
                      <a:pt x="290" y="272"/>
                    </a:moveTo>
                    <a:lnTo>
                      <a:pt x="197" y="272"/>
                    </a:lnTo>
                    <a:lnTo>
                      <a:pt x="121" y="230"/>
                    </a:lnTo>
                    <a:lnTo>
                      <a:pt x="51" y="167"/>
                    </a:lnTo>
                    <a:lnTo>
                      <a:pt x="0" y="0"/>
                    </a:lnTo>
                    <a:lnTo>
                      <a:pt x="29" y="193"/>
                    </a:lnTo>
                    <a:lnTo>
                      <a:pt x="160" y="378"/>
                    </a:lnTo>
                    <a:lnTo>
                      <a:pt x="282" y="629"/>
                    </a:lnTo>
                    <a:lnTo>
                      <a:pt x="342" y="708"/>
                    </a:lnTo>
                    <a:lnTo>
                      <a:pt x="395" y="827"/>
                    </a:lnTo>
                    <a:lnTo>
                      <a:pt x="354" y="636"/>
                    </a:lnTo>
                    <a:lnTo>
                      <a:pt x="411" y="609"/>
                    </a:lnTo>
                    <a:lnTo>
                      <a:pt x="354" y="565"/>
                    </a:lnTo>
                    <a:lnTo>
                      <a:pt x="354" y="530"/>
                    </a:lnTo>
                    <a:lnTo>
                      <a:pt x="386" y="507"/>
                    </a:lnTo>
                    <a:lnTo>
                      <a:pt x="319" y="523"/>
                    </a:lnTo>
                    <a:lnTo>
                      <a:pt x="282" y="507"/>
                    </a:lnTo>
                    <a:lnTo>
                      <a:pt x="268" y="466"/>
                    </a:lnTo>
                    <a:lnTo>
                      <a:pt x="268" y="356"/>
                    </a:lnTo>
                    <a:lnTo>
                      <a:pt x="290"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0" name="Freeform 554"/>
              <p:cNvSpPr>
                <a:spLocks/>
              </p:cNvSpPr>
              <p:nvPr/>
            </p:nvSpPr>
            <p:spPr bwMode="auto">
              <a:xfrm>
                <a:off x="3466" y="1657"/>
                <a:ext cx="47" cy="9"/>
              </a:xfrm>
              <a:custGeom>
                <a:avLst/>
                <a:gdLst>
                  <a:gd name="T0" fmla="*/ 0 w 381"/>
                  <a:gd name="T1" fmla="*/ 0 h 76"/>
                  <a:gd name="T2" fmla="*/ 0 w 381"/>
                  <a:gd name="T3" fmla="*/ 0 h 76"/>
                  <a:gd name="T4" fmla="*/ 0 w 381"/>
                  <a:gd name="T5" fmla="*/ 0 h 76"/>
                  <a:gd name="T6" fmla="*/ 0 w 381"/>
                  <a:gd name="T7" fmla="*/ 0 h 76"/>
                  <a:gd name="T8" fmla="*/ 0 w 381"/>
                  <a:gd name="T9" fmla="*/ 0 h 76"/>
                  <a:gd name="T10" fmla="*/ 0 60000 65536"/>
                  <a:gd name="T11" fmla="*/ 0 60000 65536"/>
                  <a:gd name="T12" fmla="*/ 0 60000 65536"/>
                  <a:gd name="T13" fmla="*/ 0 60000 65536"/>
                  <a:gd name="T14" fmla="*/ 0 60000 65536"/>
                  <a:gd name="T15" fmla="*/ 0 w 381"/>
                  <a:gd name="T16" fmla="*/ 0 h 76"/>
                  <a:gd name="T17" fmla="*/ 381 w 381"/>
                  <a:gd name="T18" fmla="*/ 76 h 76"/>
                </a:gdLst>
                <a:ahLst/>
                <a:cxnLst>
                  <a:cxn ang="T10">
                    <a:pos x="T0" y="T1"/>
                  </a:cxn>
                  <a:cxn ang="T11">
                    <a:pos x="T2" y="T3"/>
                  </a:cxn>
                  <a:cxn ang="T12">
                    <a:pos x="T4" y="T5"/>
                  </a:cxn>
                  <a:cxn ang="T13">
                    <a:pos x="T6" y="T7"/>
                  </a:cxn>
                  <a:cxn ang="T14">
                    <a:pos x="T8" y="T9"/>
                  </a:cxn>
                </a:cxnLst>
                <a:rect l="T15" t="T16" r="T17" b="T18"/>
                <a:pathLst>
                  <a:path w="381" h="76">
                    <a:moveTo>
                      <a:pt x="0" y="76"/>
                    </a:moveTo>
                    <a:lnTo>
                      <a:pt x="175" y="40"/>
                    </a:lnTo>
                    <a:lnTo>
                      <a:pt x="260" y="0"/>
                    </a:lnTo>
                    <a:lnTo>
                      <a:pt x="313" y="0"/>
                    </a:lnTo>
                    <a:lnTo>
                      <a:pt x="381" y="2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61" name="Freeform 555"/>
              <p:cNvSpPr>
                <a:spLocks/>
              </p:cNvSpPr>
              <p:nvPr/>
            </p:nvSpPr>
            <p:spPr bwMode="auto">
              <a:xfrm>
                <a:off x="3470" y="1669"/>
                <a:ext cx="39" cy="24"/>
              </a:xfrm>
              <a:custGeom>
                <a:avLst/>
                <a:gdLst>
                  <a:gd name="T0" fmla="*/ 0 w 316"/>
                  <a:gd name="T1" fmla="*/ 0 h 191"/>
                  <a:gd name="T2" fmla="*/ 0 w 316"/>
                  <a:gd name="T3" fmla="*/ 0 h 191"/>
                  <a:gd name="T4" fmla="*/ 0 w 316"/>
                  <a:gd name="T5" fmla="*/ 0 h 191"/>
                  <a:gd name="T6" fmla="*/ 0 w 316"/>
                  <a:gd name="T7" fmla="*/ 0 h 191"/>
                  <a:gd name="T8" fmla="*/ 0 w 316"/>
                  <a:gd name="T9" fmla="*/ 0 h 191"/>
                  <a:gd name="T10" fmla="*/ 0 w 316"/>
                  <a:gd name="T11" fmla="*/ 0 h 191"/>
                  <a:gd name="T12" fmla="*/ 0 w 316"/>
                  <a:gd name="T13" fmla="*/ 0 h 191"/>
                  <a:gd name="T14" fmla="*/ 0 w 316"/>
                  <a:gd name="T15" fmla="*/ 0 h 191"/>
                  <a:gd name="T16" fmla="*/ 0 w 316"/>
                  <a:gd name="T17" fmla="*/ 0 h 191"/>
                  <a:gd name="T18" fmla="*/ 0 w 316"/>
                  <a:gd name="T19" fmla="*/ 0 h 191"/>
                  <a:gd name="T20" fmla="*/ 0 w 316"/>
                  <a:gd name="T21" fmla="*/ 0 h 191"/>
                  <a:gd name="T22" fmla="*/ 0 w 316"/>
                  <a:gd name="T23" fmla="*/ 0 h 191"/>
                  <a:gd name="T24" fmla="*/ 0 w 316"/>
                  <a:gd name="T25" fmla="*/ 0 h 191"/>
                  <a:gd name="T26" fmla="*/ 0 w 316"/>
                  <a:gd name="T27" fmla="*/ 0 h 1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16"/>
                  <a:gd name="T43" fmla="*/ 0 h 191"/>
                  <a:gd name="T44" fmla="*/ 316 w 316"/>
                  <a:gd name="T45" fmla="*/ 191 h 1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16" h="191">
                    <a:moveTo>
                      <a:pt x="0" y="79"/>
                    </a:moveTo>
                    <a:lnTo>
                      <a:pt x="242" y="26"/>
                    </a:lnTo>
                    <a:lnTo>
                      <a:pt x="295" y="0"/>
                    </a:lnTo>
                    <a:lnTo>
                      <a:pt x="303" y="19"/>
                    </a:lnTo>
                    <a:lnTo>
                      <a:pt x="219" y="64"/>
                    </a:lnTo>
                    <a:lnTo>
                      <a:pt x="235" y="112"/>
                    </a:lnTo>
                    <a:lnTo>
                      <a:pt x="316" y="191"/>
                    </a:lnTo>
                    <a:lnTo>
                      <a:pt x="228" y="162"/>
                    </a:lnTo>
                    <a:lnTo>
                      <a:pt x="150" y="162"/>
                    </a:lnTo>
                    <a:lnTo>
                      <a:pt x="72" y="182"/>
                    </a:lnTo>
                    <a:lnTo>
                      <a:pt x="46" y="191"/>
                    </a:lnTo>
                    <a:lnTo>
                      <a:pt x="60" y="156"/>
                    </a:lnTo>
                    <a:lnTo>
                      <a:pt x="24" y="99"/>
                    </a:lnTo>
                    <a:lnTo>
                      <a:pt x="0" y="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2" name="Freeform 556"/>
              <p:cNvSpPr>
                <a:spLocks/>
              </p:cNvSpPr>
              <p:nvPr/>
            </p:nvSpPr>
            <p:spPr bwMode="auto">
              <a:xfrm>
                <a:off x="3371" y="1448"/>
                <a:ext cx="214" cy="129"/>
              </a:xfrm>
              <a:custGeom>
                <a:avLst/>
                <a:gdLst>
                  <a:gd name="T0" fmla="*/ 0 w 1704"/>
                  <a:gd name="T1" fmla="*/ 0 h 1028"/>
                  <a:gd name="T2" fmla="*/ 0 w 1704"/>
                  <a:gd name="T3" fmla="*/ 0 h 1028"/>
                  <a:gd name="T4" fmla="*/ 0 w 1704"/>
                  <a:gd name="T5" fmla="*/ 0 h 1028"/>
                  <a:gd name="T6" fmla="*/ 0 w 1704"/>
                  <a:gd name="T7" fmla="*/ 0 h 1028"/>
                  <a:gd name="T8" fmla="*/ 0 w 1704"/>
                  <a:gd name="T9" fmla="*/ 0 h 1028"/>
                  <a:gd name="T10" fmla="*/ 0 w 1704"/>
                  <a:gd name="T11" fmla="*/ 0 h 1028"/>
                  <a:gd name="T12" fmla="*/ 0 w 1704"/>
                  <a:gd name="T13" fmla="*/ 0 h 1028"/>
                  <a:gd name="T14" fmla="*/ 0 w 1704"/>
                  <a:gd name="T15" fmla="*/ 0 h 1028"/>
                  <a:gd name="T16" fmla="*/ 0 w 1704"/>
                  <a:gd name="T17" fmla="*/ 0 h 1028"/>
                  <a:gd name="T18" fmla="*/ 0 w 1704"/>
                  <a:gd name="T19" fmla="*/ 0 h 1028"/>
                  <a:gd name="T20" fmla="*/ 0 w 1704"/>
                  <a:gd name="T21" fmla="*/ 0 h 1028"/>
                  <a:gd name="T22" fmla="*/ 0 w 1704"/>
                  <a:gd name="T23" fmla="*/ 0 h 1028"/>
                  <a:gd name="T24" fmla="*/ 0 w 1704"/>
                  <a:gd name="T25" fmla="*/ 0 h 1028"/>
                  <a:gd name="T26" fmla="*/ 0 w 1704"/>
                  <a:gd name="T27" fmla="*/ 0 h 1028"/>
                  <a:gd name="T28" fmla="*/ 0 w 1704"/>
                  <a:gd name="T29" fmla="*/ 0 h 1028"/>
                  <a:gd name="T30" fmla="*/ 0 w 1704"/>
                  <a:gd name="T31" fmla="*/ 0 h 1028"/>
                  <a:gd name="T32" fmla="*/ 0 w 1704"/>
                  <a:gd name="T33" fmla="*/ 0 h 1028"/>
                  <a:gd name="T34" fmla="*/ 0 w 1704"/>
                  <a:gd name="T35" fmla="*/ 0 h 1028"/>
                  <a:gd name="T36" fmla="*/ 0 w 1704"/>
                  <a:gd name="T37" fmla="*/ 0 h 1028"/>
                  <a:gd name="T38" fmla="*/ 0 w 1704"/>
                  <a:gd name="T39" fmla="*/ 0 h 1028"/>
                  <a:gd name="T40" fmla="*/ 0 w 1704"/>
                  <a:gd name="T41" fmla="*/ 0 h 1028"/>
                  <a:gd name="T42" fmla="*/ 0 w 1704"/>
                  <a:gd name="T43" fmla="*/ 0 h 1028"/>
                  <a:gd name="T44" fmla="*/ 0 w 1704"/>
                  <a:gd name="T45" fmla="*/ 0 h 1028"/>
                  <a:gd name="T46" fmla="*/ 0 w 1704"/>
                  <a:gd name="T47" fmla="*/ 0 h 1028"/>
                  <a:gd name="T48" fmla="*/ 0 w 1704"/>
                  <a:gd name="T49" fmla="*/ 0 h 1028"/>
                  <a:gd name="T50" fmla="*/ 0 w 1704"/>
                  <a:gd name="T51" fmla="*/ 0 h 1028"/>
                  <a:gd name="T52" fmla="*/ 0 w 1704"/>
                  <a:gd name="T53" fmla="*/ 0 h 1028"/>
                  <a:gd name="T54" fmla="*/ 0 w 1704"/>
                  <a:gd name="T55" fmla="*/ 0 h 1028"/>
                  <a:gd name="T56" fmla="*/ 0 w 1704"/>
                  <a:gd name="T57" fmla="*/ 0 h 1028"/>
                  <a:gd name="T58" fmla="*/ 0 w 1704"/>
                  <a:gd name="T59" fmla="*/ 0 h 1028"/>
                  <a:gd name="T60" fmla="*/ 0 w 1704"/>
                  <a:gd name="T61" fmla="*/ 0 h 1028"/>
                  <a:gd name="T62" fmla="*/ 0 w 1704"/>
                  <a:gd name="T63" fmla="*/ 0 h 1028"/>
                  <a:gd name="T64" fmla="*/ 0 w 1704"/>
                  <a:gd name="T65" fmla="*/ 0 h 1028"/>
                  <a:gd name="T66" fmla="*/ 0 w 1704"/>
                  <a:gd name="T67" fmla="*/ 0 h 1028"/>
                  <a:gd name="T68" fmla="*/ 0 w 1704"/>
                  <a:gd name="T69" fmla="*/ 0 h 1028"/>
                  <a:gd name="T70" fmla="*/ 0 w 1704"/>
                  <a:gd name="T71" fmla="*/ 0 h 1028"/>
                  <a:gd name="T72" fmla="*/ 0 w 1704"/>
                  <a:gd name="T73" fmla="*/ 0 h 1028"/>
                  <a:gd name="T74" fmla="*/ 0 w 1704"/>
                  <a:gd name="T75" fmla="*/ 0 h 1028"/>
                  <a:gd name="T76" fmla="*/ 0 w 1704"/>
                  <a:gd name="T77" fmla="*/ 0 h 1028"/>
                  <a:gd name="T78" fmla="*/ 0 w 1704"/>
                  <a:gd name="T79" fmla="*/ 0 h 1028"/>
                  <a:gd name="T80" fmla="*/ 0 w 1704"/>
                  <a:gd name="T81" fmla="*/ 0 h 1028"/>
                  <a:gd name="T82" fmla="*/ 0 w 1704"/>
                  <a:gd name="T83" fmla="*/ 0 h 1028"/>
                  <a:gd name="T84" fmla="*/ 0 w 1704"/>
                  <a:gd name="T85" fmla="*/ 0 h 1028"/>
                  <a:gd name="T86" fmla="*/ 0 w 1704"/>
                  <a:gd name="T87" fmla="*/ 0 h 1028"/>
                  <a:gd name="T88" fmla="*/ 0 w 1704"/>
                  <a:gd name="T89" fmla="*/ 0 h 1028"/>
                  <a:gd name="T90" fmla="*/ 0 w 1704"/>
                  <a:gd name="T91" fmla="*/ 0 h 1028"/>
                  <a:gd name="T92" fmla="*/ 0 w 1704"/>
                  <a:gd name="T93" fmla="*/ 0 h 1028"/>
                  <a:gd name="T94" fmla="*/ 0 w 1704"/>
                  <a:gd name="T95" fmla="*/ 0 h 1028"/>
                  <a:gd name="T96" fmla="*/ 0 w 1704"/>
                  <a:gd name="T97" fmla="*/ 0 h 1028"/>
                  <a:gd name="T98" fmla="*/ 0 w 1704"/>
                  <a:gd name="T99" fmla="*/ 0 h 1028"/>
                  <a:gd name="T100" fmla="*/ 0 w 1704"/>
                  <a:gd name="T101" fmla="*/ 0 h 1028"/>
                  <a:gd name="T102" fmla="*/ 0 w 1704"/>
                  <a:gd name="T103" fmla="*/ 0 h 1028"/>
                  <a:gd name="T104" fmla="*/ 0 w 1704"/>
                  <a:gd name="T105" fmla="*/ 0 h 1028"/>
                  <a:gd name="T106" fmla="*/ 0 w 1704"/>
                  <a:gd name="T107" fmla="*/ 0 h 102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04"/>
                  <a:gd name="T163" fmla="*/ 0 h 1028"/>
                  <a:gd name="T164" fmla="*/ 1704 w 1704"/>
                  <a:gd name="T165" fmla="*/ 1028 h 102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04" h="1028">
                    <a:moveTo>
                      <a:pt x="159" y="340"/>
                    </a:moveTo>
                    <a:lnTo>
                      <a:pt x="122" y="404"/>
                    </a:lnTo>
                    <a:lnTo>
                      <a:pt x="0" y="551"/>
                    </a:lnTo>
                    <a:lnTo>
                      <a:pt x="0" y="609"/>
                    </a:lnTo>
                    <a:lnTo>
                      <a:pt x="76" y="749"/>
                    </a:lnTo>
                    <a:lnTo>
                      <a:pt x="48" y="874"/>
                    </a:lnTo>
                    <a:lnTo>
                      <a:pt x="111" y="978"/>
                    </a:lnTo>
                    <a:lnTo>
                      <a:pt x="245" y="987"/>
                    </a:lnTo>
                    <a:lnTo>
                      <a:pt x="286" y="1028"/>
                    </a:lnTo>
                    <a:lnTo>
                      <a:pt x="252" y="692"/>
                    </a:lnTo>
                    <a:lnTo>
                      <a:pt x="252" y="588"/>
                    </a:lnTo>
                    <a:lnTo>
                      <a:pt x="265" y="507"/>
                    </a:lnTo>
                    <a:lnTo>
                      <a:pt x="286" y="457"/>
                    </a:lnTo>
                    <a:lnTo>
                      <a:pt x="408" y="507"/>
                    </a:lnTo>
                    <a:lnTo>
                      <a:pt x="555" y="529"/>
                    </a:lnTo>
                    <a:lnTo>
                      <a:pt x="738" y="529"/>
                    </a:lnTo>
                    <a:lnTo>
                      <a:pt x="966" y="507"/>
                    </a:lnTo>
                    <a:lnTo>
                      <a:pt x="851" y="503"/>
                    </a:lnTo>
                    <a:lnTo>
                      <a:pt x="708" y="434"/>
                    </a:lnTo>
                    <a:lnTo>
                      <a:pt x="865" y="441"/>
                    </a:lnTo>
                    <a:lnTo>
                      <a:pt x="992" y="434"/>
                    </a:lnTo>
                    <a:lnTo>
                      <a:pt x="1162" y="397"/>
                    </a:lnTo>
                    <a:lnTo>
                      <a:pt x="1280" y="349"/>
                    </a:lnTo>
                    <a:lnTo>
                      <a:pt x="1441" y="334"/>
                    </a:lnTo>
                    <a:lnTo>
                      <a:pt x="1513" y="362"/>
                    </a:lnTo>
                    <a:lnTo>
                      <a:pt x="1586" y="397"/>
                    </a:lnTo>
                    <a:lnTo>
                      <a:pt x="1644" y="397"/>
                    </a:lnTo>
                    <a:lnTo>
                      <a:pt x="1704" y="362"/>
                    </a:lnTo>
                    <a:lnTo>
                      <a:pt x="1634" y="272"/>
                    </a:lnTo>
                    <a:lnTo>
                      <a:pt x="1526" y="286"/>
                    </a:lnTo>
                    <a:lnTo>
                      <a:pt x="1441" y="259"/>
                    </a:lnTo>
                    <a:lnTo>
                      <a:pt x="1358" y="250"/>
                    </a:lnTo>
                    <a:lnTo>
                      <a:pt x="1280" y="279"/>
                    </a:lnTo>
                    <a:lnTo>
                      <a:pt x="1139" y="340"/>
                    </a:lnTo>
                    <a:lnTo>
                      <a:pt x="1014" y="371"/>
                    </a:lnTo>
                    <a:lnTo>
                      <a:pt x="878" y="378"/>
                    </a:lnTo>
                    <a:lnTo>
                      <a:pt x="766" y="384"/>
                    </a:lnTo>
                    <a:lnTo>
                      <a:pt x="590" y="362"/>
                    </a:lnTo>
                    <a:lnTo>
                      <a:pt x="696" y="334"/>
                    </a:lnTo>
                    <a:lnTo>
                      <a:pt x="570" y="318"/>
                    </a:lnTo>
                    <a:lnTo>
                      <a:pt x="443" y="291"/>
                    </a:lnTo>
                    <a:lnTo>
                      <a:pt x="379" y="265"/>
                    </a:lnTo>
                    <a:lnTo>
                      <a:pt x="482" y="226"/>
                    </a:lnTo>
                    <a:lnTo>
                      <a:pt x="300" y="201"/>
                    </a:lnTo>
                    <a:lnTo>
                      <a:pt x="265" y="173"/>
                    </a:lnTo>
                    <a:lnTo>
                      <a:pt x="258" y="145"/>
                    </a:lnTo>
                    <a:lnTo>
                      <a:pt x="265" y="102"/>
                    </a:lnTo>
                    <a:lnTo>
                      <a:pt x="295" y="54"/>
                    </a:lnTo>
                    <a:lnTo>
                      <a:pt x="373" y="0"/>
                    </a:lnTo>
                    <a:lnTo>
                      <a:pt x="217" y="67"/>
                    </a:lnTo>
                    <a:lnTo>
                      <a:pt x="60" y="164"/>
                    </a:lnTo>
                    <a:lnTo>
                      <a:pt x="69" y="189"/>
                    </a:lnTo>
                    <a:lnTo>
                      <a:pt x="118" y="286"/>
                    </a:lnTo>
                    <a:lnTo>
                      <a:pt x="159"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3" name="Freeform 557"/>
              <p:cNvSpPr>
                <a:spLocks/>
              </p:cNvSpPr>
              <p:nvPr/>
            </p:nvSpPr>
            <p:spPr bwMode="auto">
              <a:xfrm>
                <a:off x="3429" y="1420"/>
                <a:ext cx="207" cy="329"/>
              </a:xfrm>
              <a:custGeom>
                <a:avLst/>
                <a:gdLst>
                  <a:gd name="T0" fmla="*/ 0 w 1658"/>
                  <a:gd name="T1" fmla="*/ 0 h 2635"/>
                  <a:gd name="T2" fmla="*/ 0 w 1658"/>
                  <a:gd name="T3" fmla="*/ 0 h 2635"/>
                  <a:gd name="T4" fmla="*/ 0 w 1658"/>
                  <a:gd name="T5" fmla="*/ 0 h 2635"/>
                  <a:gd name="T6" fmla="*/ 0 w 1658"/>
                  <a:gd name="T7" fmla="*/ 0 h 2635"/>
                  <a:gd name="T8" fmla="*/ 0 w 1658"/>
                  <a:gd name="T9" fmla="*/ 0 h 2635"/>
                  <a:gd name="T10" fmla="*/ 0 w 1658"/>
                  <a:gd name="T11" fmla="*/ 0 h 2635"/>
                  <a:gd name="T12" fmla="*/ 0 w 1658"/>
                  <a:gd name="T13" fmla="*/ 0 h 2635"/>
                  <a:gd name="T14" fmla="*/ 0 w 1658"/>
                  <a:gd name="T15" fmla="*/ 0 h 2635"/>
                  <a:gd name="T16" fmla="*/ 0 w 1658"/>
                  <a:gd name="T17" fmla="*/ 0 h 2635"/>
                  <a:gd name="T18" fmla="*/ 0 w 1658"/>
                  <a:gd name="T19" fmla="*/ 0 h 2635"/>
                  <a:gd name="T20" fmla="*/ 0 w 1658"/>
                  <a:gd name="T21" fmla="*/ 0 h 2635"/>
                  <a:gd name="T22" fmla="*/ 0 w 1658"/>
                  <a:gd name="T23" fmla="*/ 0 h 2635"/>
                  <a:gd name="T24" fmla="*/ 0 w 1658"/>
                  <a:gd name="T25" fmla="*/ 0 h 2635"/>
                  <a:gd name="T26" fmla="*/ 0 w 1658"/>
                  <a:gd name="T27" fmla="*/ 0 h 2635"/>
                  <a:gd name="T28" fmla="*/ 0 w 1658"/>
                  <a:gd name="T29" fmla="*/ 0 h 2635"/>
                  <a:gd name="T30" fmla="*/ 0 w 1658"/>
                  <a:gd name="T31" fmla="*/ 0 h 2635"/>
                  <a:gd name="T32" fmla="*/ 0 w 1658"/>
                  <a:gd name="T33" fmla="*/ 0 h 2635"/>
                  <a:gd name="T34" fmla="*/ 0 w 1658"/>
                  <a:gd name="T35" fmla="*/ 0 h 2635"/>
                  <a:gd name="T36" fmla="*/ 0 w 1658"/>
                  <a:gd name="T37" fmla="*/ 0 h 2635"/>
                  <a:gd name="T38" fmla="*/ 0 w 1658"/>
                  <a:gd name="T39" fmla="*/ 0 h 2635"/>
                  <a:gd name="T40" fmla="*/ 0 w 1658"/>
                  <a:gd name="T41" fmla="*/ 0 h 2635"/>
                  <a:gd name="T42" fmla="*/ 0 w 1658"/>
                  <a:gd name="T43" fmla="*/ 0 h 2635"/>
                  <a:gd name="T44" fmla="*/ 0 w 1658"/>
                  <a:gd name="T45" fmla="*/ 0 h 2635"/>
                  <a:gd name="T46" fmla="*/ 0 w 1658"/>
                  <a:gd name="T47" fmla="*/ 0 h 2635"/>
                  <a:gd name="T48" fmla="*/ 0 w 1658"/>
                  <a:gd name="T49" fmla="*/ 0 h 2635"/>
                  <a:gd name="T50" fmla="*/ 0 w 1658"/>
                  <a:gd name="T51" fmla="*/ 0 h 2635"/>
                  <a:gd name="T52" fmla="*/ 0 w 1658"/>
                  <a:gd name="T53" fmla="*/ 0 h 2635"/>
                  <a:gd name="T54" fmla="*/ 0 w 1658"/>
                  <a:gd name="T55" fmla="*/ 0 h 2635"/>
                  <a:gd name="T56" fmla="*/ 0 w 1658"/>
                  <a:gd name="T57" fmla="*/ 0 h 2635"/>
                  <a:gd name="T58" fmla="*/ 0 w 1658"/>
                  <a:gd name="T59" fmla="*/ 0 h 2635"/>
                  <a:gd name="T60" fmla="*/ 0 w 1658"/>
                  <a:gd name="T61" fmla="*/ 0 h 2635"/>
                  <a:gd name="T62" fmla="*/ 0 w 1658"/>
                  <a:gd name="T63" fmla="*/ 0 h 2635"/>
                  <a:gd name="T64" fmla="*/ 0 w 1658"/>
                  <a:gd name="T65" fmla="*/ 0 h 2635"/>
                  <a:gd name="T66" fmla="*/ 0 w 1658"/>
                  <a:gd name="T67" fmla="*/ 0 h 2635"/>
                  <a:gd name="T68" fmla="*/ 0 w 1658"/>
                  <a:gd name="T69" fmla="*/ 0 h 2635"/>
                  <a:gd name="T70" fmla="*/ 0 w 1658"/>
                  <a:gd name="T71" fmla="*/ 0 h 2635"/>
                  <a:gd name="T72" fmla="*/ 0 w 1658"/>
                  <a:gd name="T73" fmla="*/ 0 h 2635"/>
                  <a:gd name="T74" fmla="*/ 0 w 1658"/>
                  <a:gd name="T75" fmla="*/ 0 h 2635"/>
                  <a:gd name="T76" fmla="*/ 0 w 1658"/>
                  <a:gd name="T77" fmla="*/ 0 h 2635"/>
                  <a:gd name="T78" fmla="*/ 0 w 1658"/>
                  <a:gd name="T79" fmla="*/ 0 h 2635"/>
                  <a:gd name="T80" fmla="*/ 0 w 1658"/>
                  <a:gd name="T81" fmla="*/ 0 h 2635"/>
                  <a:gd name="T82" fmla="*/ 0 w 1658"/>
                  <a:gd name="T83" fmla="*/ 0 h 2635"/>
                  <a:gd name="T84" fmla="*/ 0 w 1658"/>
                  <a:gd name="T85" fmla="*/ 0 h 2635"/>
                  <a:gd name="T86" fmla="*/ 0 w 1658"/>
                  <a:gd name="T87" fmla="*/ 0 h 2635"/>
                  <a:gd name="T88" fmla="*/ 0 w 1658"/>
                  <a:gd name="T89" fmla="*/ 0 h 2635"/>
                  <a:gd name="T90" fmla="*/ 0 w 1658"/>
                  <a:gd name="T91" fmla="*/ 0 h 2635"/>
                  <a:gd name="T92" fmla="*/ 0 w 1658"/>
                  <a:gd name="T93" fmla="*/ 0 h 2635"/>
                  <a:gd name="T94" fmla="*/ 0 w 1658"/>
                  <a:gd name="T95" fmla="*/ 0 h 2635"/>
                  <a:gd name="T96" fmla="*/ 0 w 1658"/>
                  <a:gd name="T97" fmla="*/ 0 h 2635"/>
                  <a:gd name="T98" fmla="*/ 0 w 1658"/>
                  <a:gd name="T99" fmla="*/ 0 h 2635"/>
                  <a:gd name="T100" fmla="*/ 0 w 1658"/>
                  <a:gd name="T101" fmla="*/ 0 h 2635"/>
                  <a:gd name="T102" fmla="*/ 0 w 1658"/>
                  <a:gd name="T103" fmla="*/ 0 h 2635"/>
                  <a:gd name="T104" fmla="*/ 0 w 1658"/>
                  <a:gd name="T105" fmla="*/ 0 h 2635"/>
                  <a:gd name="T106" fmla="*/ 0 w 1658"/>
                  <a:gd name="T107" fmla="*/ 0 h 2635"/>
                  <a:gd name="T108" fmla="*/ 0 w 1658"/>
                  <a:gd name="T109" fmla="*/ 0 h 2635"/>
                  <a:gd name="T110" fmla="*/ 0 w 1658"/>
                  <a:gd name="T111" fmla="*/ 0 h 2635"/>
                  <a:gd name="T112" fmla="*/ 0 w 1658"/>
                  <a:gd name="T113" fmla="*/ 0 h 2635"/>
                  <a:gd name="T114" fmla="*/ 0 w 1658"/>
                  <a:gd name="T115" fmla="*/ 0 h 2635"/>
                  <a:gd name="T116" fmla="*/ 0 w 1658"/>
                  <a:gd name="T117" fmla="*/ 0 h 2635"/>
                  <a:gd name="T118" fmla="*/ 0 w 1658"/>
                  <a:gd name="T119" fmla="*/ 0 h 2635"/>
                  <a:gd name="T120" fmla="*/ 0 w 1658"/>
                  <a:gd name="T121" fmla="*/ 0 h 263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658"/>
                  <a:gd name="T184" fmla="*/ 0 h 2635"/>
                  <a:gd name="T185" fmla="*/ 1658 w 1658"/>
                  <a:gd name="T186" fmla="*/ 2635 h 263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658" h="2635">
                    <a:moveTo>
                      <a:pt x="7" y="196"/>
                    </a:moveTo>
                    <a:lnTo>
                      <a:pt x="0" y="216"/>
                    </a:lnTo>
                    <a:lnTo>
                      <a:pt x="14" y="231"/>
                    </a:lnTo>
                    <a:lnTo>
                      <a:pt x="58" y="251"/>
                    </a:lnTo>
                    <a:lnTo>
                      <a:pt x="106" y="260"/>
                    </a:lnTo>
                    <a:lnTo>
                      <a:pt x="185" y="260"/>
                    </a:lnTo>
                    <a:lnTo>
                      <a:pt x="291" y="244"/>
                    </a:lnTo>
                    <a:lnTo>
                      <a:pt x="208" y="279"/>
                    </a:lnTo>
                    <a:lnTo>
                      <a:pt x="114" y="292"/>
                    </a:lnTo>
                    <a:lnTo>
                      <a:pt x="35" y="292"/>
                    </a:lnTo>
                    <a:lnTo>
                      <a:pt x="35" y="315"/>
                    </a:lnTo>
                    <a:lnTo>
                      <a:pt x="58" y="341"/>
                    </a:lnTo>
                    <a:lnTo>
                      <a:pt x="114" y="366"/>
                    </a:lnTo>
                    <a:lnTo>
                      <a:pt x="185" y="354"/>
                    </a:lnTo>
                    <a:lnTo>
                      <a:pt x="231" y="385"/>
                    </a:lnTo>
                    <a:lnTo>
                      <a:pt x="226" y="398"/>
                    </a:lnTo>
                    <a:lnTo>
                      <a:pt x="185" y="420"/>
                    </a:lnTo>
                    <a:lnTo>
                      <a:pt x="141" y="426"/>
                    </a:lnTo>
                    <a:lnTo>
                      <a:pt x="220" y="435"/>
                    </a:lnTo>
                    <a:lnTo>
                      <a:pt x="354" y="435"/>
                    </a:lnTo>
                    <a:lnTo>
                      <a:pt x="510" y="414"/>
                    </a:lnTo>
                    <a:lnTo>
                      <a:pt x="611" y="385"/>
                    </a:lnTo>
                    <a:lnTo>
                      <a:pt x="487" y="426"/>
                    </a:lnTo>
                    <a:lnTo>
                      <a:pt x="345" y="456"/>
                    </a:lnTo>
                    <a:lnTo>
                      <a:pt x="244" y="475"/>
                    </a:lnTo>
                    <a:lnTo>
                      <a:pt x="305" y="504"/>
                    </a:lnTo>
                    <a:lnTo>
                      <a:pt x="437" y="523"/>
                    </a:lnTo>
                    <a:lnTo>
                      <a:pt x="543" y="532"/>
                    </a:lnTo>
                    <a:lnTo>
                      <a:pt x="662" y="532"/>
                    </a:lnTo>
                    <a:lnTo>
                      <a:pt x="741" y="511"/>
                    </a:lnTo>
                    <a:lnTo>
                      <a:pt x="625" y="475"/>
                    </a:lnTo>
                    <a:lnTo>
                      <a:pt x="824" y="398"/>
                    </a:lnTo>
                    <a:lnTo>
                      <a:pt x="763" y="370"/>
                    </a:lnTo>
                    <a:lnTo>
                      <a:pt x="875" y="378"/>
                    </a:lnTo>
                    <a:lnTo>
                      <a:pt x="945" y="414"/>
                    </a:lnTo>
                    <a:lnTo>
                      <a:pt x="1029" y="470"/>
                    </a:lnTo>
                    <a:lnTo>
                      <a:pt x="1095" y="511"/>
                    </a:lnTo>
                    <a:lnTo>
                      <a:pt x="1142" y="622"/>
                    </a:lnTo>
                    <a:lnTo>
                      <a:pt x="1204" y="622"/>
                    </a:lnTo>
                    <a:lnTo>
                      <a:pt x="1257" y="609"/>
                    </a:lnTo>
                    <a:lnTo>
                      <a:pt x="1296" y="580"/>
                    </a:lnTo>
                    <a:lnTo>
                      <a:pt x="1331" y="537"/>
                    </a:lnTo>
                    <a:lnTo>
                      <a:pt x="1354" y="511"/>
                    </a:lnTo>
                    <a:lnTo>
                      <a:pt x="1361" y="559"/>
                    </a:lnTo>
                    <a:lnTo>
                      <a:pt x="1347" y="609"/>
                    </a:lnTo>
                    <a:lnTo>
                      <a:pt x="1310" y="651"/>
                    </a:lnTo>
                    <a:lnTo>
                      <a:pt x="1382" y="651"/>
                    </a:lnTo>
                    <a:lnTo>
                      <a:pt x="1446" y="638"/>
                    </a:lnTo>
                    <a:lnTo>
                      <a:pt x="1485" y="651"/>
                    </a:lnTo>
                    <a:lnTo>
                      <a:pt x="1508" y="684"/>
                    </a:lnTo>
                    <a:lnTo>
                      <a:pt x="1523" y="765"/>
                    </a:lnTo>
                    <a:lnTo>
                      <a:pt x="1517" y="936"/>
                    </a:lnTo>
                    <a:lnTo>
                      <a:pt x="1543" y="996"/>
                    </a:lnTo>
                    <a:lnTo>
                      <a:pt x="1580" y="1030"/>
                    </a:lnTo>
                    <a:lnTo>
                      <a:pt x="1591" y="1073"/>
                    </a:lnTo>
                    <a:lnTo>
                      <a:pt x="1559" y="1073"/>
                    </a:lnTo>
                    <a:lnTo>
                      <a:pt x="1469" y="1014"/>
                    </a:lnTo>
                    <a:lnTo>
                      <a:pt x="1354" y="1009"/>
                    </a:lnTo>
                    <a:lnTo>
                      <a:pt x="1287" y="1095"/>
                    </a:lnTo>
                    <a:lnTo>
                      <a:pt x="1268" y="1226"/>
                    </a:lnTo>
                    <a:lnTo>
                      <a:pt x="1340" y="1284"/>
                    </a:lnTo>
                    <a:lnTo>
                      <a:pt x="1319" y="1457"/>
                    </a:lnTo>
                    <a:lnTo>
                      <a:pt x="1361" y="1374"/>
                    </a:lnTo>
                    <a:lnTo>
                      <a:pt x="1460" y="1330"/>
                    </a:lnTo>
                    <a:lnTo>
                      <a:pt x="1422" y="1240"/>
                    </a:lnTo>
                    <a:lnTo>
                      <a:pt x="1340" y="1219"/>
                    </a:lnTo>
                    <a:lnTo>
                      <a:pt x="1409" y="1143"/>
                    </a:lnTo>
                    <a:lnTo>
                      <a:pt x="1508" y="1212"/>
                    </a:lnTo>
                    <a:lnTo>
                      <a:pt x="1479" y="1106"/>
                    </a:lnTo>
                    <a:lnTo>
                      <a:pt x="1517" y="1095"/>
                    </a:lnTo>
                    <a:lnTo>
                      <a:pt x="1422" y="1099"/>
                    </a:lnTo>
                    <a:lnTo>
                      <a:pt x="1303" y="1189"/>
                    </a:lnTo>
                    <a:lnTo>
                      <a:pt x="1319" y="1099"/>
                    </a:lnTo>
                    <a:lnTo>
                      <a:pt x="1367" y="1035"/>
                    </a:lnTo>
                    <a:lnTo>
                      <a:pt x="1460" y="1035"/>
                    </a:lnTo>
                    <a:lnTo>
                      <a:pt x="1559" y="1095"/>
                    </a:lnTo>
                    <a:lnTo>
                      <a:pt x="1564" y="1198"/>
                    </a:lnTo>
                    <a:lnTo>
                      <a:pt x="1543" y="1316"/>
                    </a:lnTo>
                    <a:lnTo>
                      <a:pt x="1469" y="1435"/>
                    </a:lnTo>
                    <a:lnTo>
                      <a:pt x="1446" y="1519"/>
                    </a:lnTo>
                    <a:lnTo>
                      <a:pt x="1361" y="1560"/>
                    </a:lnTo>
                    <a:lnTo>
                      <a:pt x="1296" y="1493"/>
                    </a:lnTo>
                    <a:lnTo>
                      <a:pt x="1220" y="1968"/>
                    </a:lnTo>
                    <a:lnTo>
                      <a:pt x="1163" y="2261"/>
                    </a:lnTo>
                    <a:lnTo>
                      <a:pt x="939" y="2501"/>
                    </a:lnTo>
                    <a:lnTo>
                      <a:pt x="851" y="2635"/>
                    </a:lnTo>
                    <a:lnTo>
                      <a:pt x="958" y="2492"/>
                    </a:lnTo>
                    <a:lnTo>
                      <a:pt x="1257" y="2174"/>
                    </a:lnTo>
                    <a:lnTo>
                      <a:pt x="1446" y="1827"/>
                    </a:lnTo>
                    <a:lnTo>
                      <a:pt x="1430" y="1807"/>
                    </a:lnTo>
                    <a:lnTo>
                      <a:pt x="1382" y="1811"/>
                    </a:lnTo>
                    <a:lnTo>
                      <a:pt x="1384" y="1730"/>
                    </a:lnTo>
                    <a:lnTo>
                      <a:pt x="1494" y="1701"/>
                    </a:lnTo>
                    <a:lnTo>
                      <a:pt x="1494" y="1624"/>
                    </a:lnTo>
                    <a:lnTo>
                      <a:pt x="1591" y="1592"/>
                    </a:lnTo>
                    <a:lnTo>
                      <a:pt x="1619" y="1457"/>
                    </a:lnTo>
                    <a:lnTo>
                      <a:pt x="1658" y="1394"/>
                    </a:lnTo>
                    <a:lnTo>
                      <a:pt x="1580" y="1350"/>
                    </a:lnTo>
                    <a:lnTo>
                      <a:pt x="1573" y="1306"/>
                    </a:lnTo>
                    <a:lnTo>
                      <a:pt x="1591" y="1240"/>
                    </a:lnTo>
                    <a:lnTo>
                      <a:pt x="1591" y="1154"/>
                    </a:lnTo>
                    <a:lnTo>
                      <a:pt x="1580" y="1122"/>
                    </a:lnTo>
                    <a:lnTo>
                      <a:pt x="1642" y="1143"/>
                    </a:lnTo>
                    <a:lnTo>
                      <a:pt x="1619" y="1057"/>
                    </a:lnTo>
                    <a:lnTo>
                      <a:pt x="1564" y="967"/>
                    </a:lnTo>
                    <a:lnTo>
                      <a:pt x="1550" y="897"/>
                    </a:lnTo>
                    <a:lnTo>
                      <a:pt x="1550" y="813"/>
                    </a:lnTo>
                    <a:lnTo>
                      <a:pt x="1543" y="741"/>
                    </a:lnTo>
                    <a:lnTo>
                      <a:pt x="1550" y="700"/>
                    </a:lnTo>
                    <a:lnTo>
                      <a:pt x="1501" y="580"/>
                    </a:lnTo>
                    <a:lnTo>
                      <a:pt x="1418" y="462"/>
                    </a:lnTo>
                    <a:lnTo>
                      <a:pt x="1326" y="389"/>
                    </a:lnTo>
                    <a:lnTo>
                      <a:pt x="1257" y="341"/>
                    </a:lnTo>
                    <a:lnTo>
                      <a:pt x="1227" y="225"/>
                    </a:lnTo>
                    <a:lnTo>
                      <a:pt x="1137" y="147"/>
                    </a:lnTo>
                    <a:lnTo>
                      <a:pt x="1044" y="119"/>
                    </a:lnTo>
                    <a:lnTo>
                      <a:pt x="909" y="40"/>
                    </a:lnTo>
                    <a:lnTo>
                      <a:pt x="747" y="0"/>
                    </a:lnTo>
                    <a:lnTo>
                      <a:pt x="584" y="4"/>
                    </a:lnTo>
                    <a:lnTo>
                      <a:pt x="427" y="36"/>
                    </a:lnTo>
                    <a:lnTo>
                      <a:pt x="298" y="97"/>
                    </a:lnTo>
                    <a:lnTo>
                      <a:pt x="127" y="161"/>
                    </a:lnTo>
                    <a:lnTo>
                      <a:pt x="7" y="1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4" name="Freeform 558"/>
              <p:cNvSpPr>
                <a:spLocks/>
              </p:cNvSpPr>
              <p:nvPr/>
            </p:nvSpPr>
            <p:spPr bwMode="auto">
              <a:xfrm>
                <a:off x="3526" y="1487"/>
                <a:ext cx="56" cy="44"/>
              </a:xfrm>
              <a:custGeom>
                <a:avLst/>
                <a:gdLst>
                  <a:gd name="T0" fmla="*/ 0 w 445"/>
                  <a:gd name="T1" fmla="*/ 0 h 358"/>
                  <a:gd name="T2" fmla="*/ 0 w 445"/>
                  <a:gd name="T3" fmla="*/ 0 h 358"/>
                  <a:gd name="T4" fmla="*/ 0 w 445"/>
                  <a:gd name="T5" fmla="*/ 0 h 358"/>
                  <a:gd name="T6" fmla="*/ 0 w 445"/>
                  <a:gd name="T7" fmla="*/ 0 h 358"/>
                  <a:gd name="T8" fmla="*/ 0 w 445"/>
                  <a:gd name="T9" fmla="*/ 0 h 358"/>
                  <a:gd name="T10" fmla="*/ 0 w 445"/>
                  <a:gd name="T11" fmla="*/ 0 h 358"/>
                  <a:gd name="T12" fmla="*/ 0 w 445"/>
                  <a:gd name="T13" fmla="*/ 0 h 358"/>
                  <a:gd name="T14" fmla="*/ 0 w 445"/>
                  <a:gd name="T15" fmla="*/ 0 h 358"/>
                  <a:gd name="T16" fmla="*/ 0 w 445"/>
                  <a:gd name="T17" fmla="*/ 0 h 358"/>
                  <a:gd name="T18" fmla="*/ 0 w 445"/>
                  <a:gd name="T19" fmla="*/ 0 h 358"/>
                  <a:gd name="T20" fmla="*/ 0 w 445"/>
                  <a:gd name="T21" fmla="*/ 0 h 358"/>
                  <a:gd name="T22" fmla="*/ 0 w 445"/>
                  <a:gd name="T23" fmla="*/ 0 h 358"/>
                  <a:gd name="T24" fmla="*/ 0 w 445"/>
                  <a:gd name="T25" fmla="*/ 0 h 358"/>
                  <a:gd name="T26" fmla="*/ 0 w 445"/>
                  <a:gd name="T27" fmla="*/ 0 h 358"/>
                  <a:gd name="T28" fmla="*/ 0 w 445"/>
                  <a:gd name="T29" fmla="*/ 0 h 358"/>
                  <a:gd name="T30" fmla="*/ 0 w 445"/>
                  <a:gd name="T31" fmla="*/ 0 h 358"/>
                  <a:gd name="T32" fmla="*/ 0 w 445"/>
                  <a:gd name="T33" fmla="*/ 0 h 358"/>
                  <a:gd name="T34" fmla="*/ 0 w 445"/>
                  <a:gd name="T35" fmla="*/ 0 h 358"/>
                  <a:gd name="T36" fmla="*/ 0 w 445"/>
                  <a:gd name="T37" fmla="*/ 0 h 358"/>
                  <a:gd name="T38" fmla="*/ 0 w 445"/>
                  <a:gd name="T39" fmla="*/ 0 h 358"/>
                  <a:gd name="T40" fmla="*/ 0 w 445"/>
                  <a:gd name="T41" fmla="*/ 0 h 358"/>
                  <a:gd name="T42" fmla="*/ 0 w 445"/>
                  <a:gd name="T43" fmla="*/ 0 h 358"/>
                  <a:gd name="T44" fmla="*/ 0 w 445"/>
                  <a:gd name="T45" fmla="*/ 0 h 358"/>
                  <a:gd name="T46" fmla="*/ 0 w 445"/>
                  <a:gd name="T47" fmla="*/ 0 h 358"/>
                  <a:gd name="T48" fmla="*/ 0 w 445"/>
                  <a:gd name="T49" fmla="*/ 0 h 358"/>
                  <a:gd name="T50" fmla="*/ 0 w 445"/>
                  <a:gd name="T51" fmla="*/ 0 h 358"/>
                  <a:gd name="T52" fmla="*/ 0 w 445"/>
                  <a:gd name="T53" fmla="*/ 0 h 35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45"/>
                  <a:gd name="T82" fmla="*/ 0 h 358"/>
                  <a:gd name="T83" fmla="*/ 445 w 445"/>
                  <a:gd name="T84" fmla="*/ 358 h 35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45" h="358">
                    <a:moveTo>
                      <a:pt x="141" y="27"/>
                    </a:moveTo>
                    <a:lnTo>
                      <a:pt x="69" y="48"/>
                    </a:lnTo>
                    <a:lnTo>
                      <a:pt x="0" y="113"/>
                    </a:lnTo>
                    <a:lnTo>
                      <a:pt x="84" y="113"/>
                    </a:lnTo>
                    <a:lnTo>
                      <a:pt x="42" y="209"/>
                    </a:lnTo>
                    <a:lnTo>
                      <a:pt x="93" y="233"/>
                    </a:lnTo>
                    <a:lnTo>
                      <a:pt x="127" y="358"/>
                    </a:lnTo>
                    <a:lnTo>
                      <a:pt x="115" y="222"/>
                    </a:lnTo>
                    <a:lnTo>
                      <a:pt x="163" y="180"/>
                    </a:lnTo>
                    <a:lnTo>
                      <a:pt x="240" y="161"/>
                    </a:lnTo>
                    <a:lnTo>
                      <a:pt x="316" y="161"/>
                    </a:lnTo>
                    <a:lnTo>
                      <a:pt x="385" y="173"/>
                    </a:lnTo>
                    <a:lnTo>
                      <a:pt x="445" y="209"/>
                    </a:lnTo>
                    <a:lnTo>
                      <a:pt x="374" y="161"/>
                    </a:lnTo>
                    <a:lnTo>
                      <a:pt x="268" y="134"/>
                    </a:lnTo>
                    <a:lnTo>
                      <a:pt x="189" y="134"/>
                    </a:lnTo>
                    <a:lnTo>
                      <a:pt x="99" y="161"/>
                    </a:lnTo>
                    <a:lnTo>
                      <a:pt x="106" y="119"/>
                    </a:lnTo>
                    <a:lnTo>
                      <a:pt x="150" y="90"/>
                    </a:lnTo>
                    <a:lnTo>
                      <a:pt x="62" y="90"/>
                    </a:lnTo>
                    <a:lnTo>
                      <a:pt x="99" y="64"/>
                    </a:lnTo>
                    <a:lnTo>
                      <a:pt x="163" y="33"/>
                    </a:lnTo>
                    <a:lnTo>
                      <a:pt x="219" y="42"/>
                    </a:lnTo>
                    <a:lnTo>
                      <a:pt x="316" y="64"/>
                    </a:lnTo>
                    <a:lnTo>
                      <a:pt x="247" y="20"/>
                    </a:lnTo>
                    <a:lnTo>
                      <a:pt x="163" y="0"/>
                    </a:lnTo>
                    <a:lnTo>
                      <a:pt x="1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5" name="Freeform 559"/>
              <p:cNvSpPr>
                <a:spLocks/>
              </p:cNvSpPr>
              <p:nvPr/>
            </p:nvSpPr>
            <p:spPr bwMode="auto">
              <a:xfrm>
                <a:off x="3544" y="1538"/>
                <a:ext cx="48" cy="38"/>
              </a:xfrm>
              <a:custGeom>
                <a:avLst/>
                <a:gdLst>
                  <a:gd name="T0" fmla="*/ 0 w 387"/>
                  <a:gd name="T1" fmla="*/ 0 h 303"/>
                  <a:gd name="T2" fmla="*/ 0 w 387"/>
                  <a:gd name="T3" fmla="*/ 0 h 303"/>
                  <a:gd name="T4" fmla="*/ 0 w 387"/>
                  <a:gd name="T5" fmla="*/ 0 h 303"/>
                  <a:gd name="T6" fmla="*/ 0 w 387"/>
                  <a:gd name="T7" fmla="*/ 0 h 303"/>
                  <a:gd name="T8" fmla="*/ 0 w 387"/>
                  <a:gd name="T9" fmla="*/ 0 h 303"/>
                  <a:gd name="T10" fmla="*/ 0 w 387"/>
                  <a:gd name="T11" fmla="*/ 0 h 303"/>
                  <a:gd name="T12" fmla="*/ 0 w 387"/>
                  <a:gd name="T13" fmla="*/ 0 h 303"/>
                  <a:gd name="T14" fmla="*/ 0 w 387"/>
                  <a:gd name="T15" fmla="*/ 0 h 303"/>
                  <a:gd name="T16" fmla="*/ 0 w 387"/>
                  <a:gd name="T17" fmla="*/ 0 h 303"/>
                  <a:gd name="T18" fmla="*/ 0 w 387"/>
                  <a:gd name="T19" fmla="*/ 0 h 303"/>
                  <a:gd name="T20" fmla="*/ 0 w 387"/>
                  <a:gd name="T21" fmla="*/ 0 h 303"/>
                  <a:gd name="T22" fmla="*/ 0 w 387"/>
                  <a:gd name="T23" fmla="*/ 0 h 303"/>
                  <a:gd name="T24" fmla="*/ 0 w 387"/>
                  <a:gd name="T25" fmla="*/ 0 h 303"/>
                  <a:gd name="T26" fmla="*/ 0 w 387"/>
                  <a:gd name="T27" fmla="*/ 0 h 303"/>
                  <a:gd name="T28" fmla="*/ 0 w 387"/>
                  <a:gd name="T29" fmla="*/ 0 h 303"/>
                  <a:gd name="T30" fmla="*/ 0 w 387"/>
                  <a:gd name="T31" fmla="*/ 0 h 303"/>
                  <a:gd name="T32" fmla="*/ 0 w 387"/>
                  <a:gd name="T33" fmla="*/ 0 h 303"/>
                  <a:gd name="T34" fmla="*/ 0 w 387"/>
                  <a:gd name="T35" fmla="*/ 0 h 303"/>
                  <a:gd name="T36" fmla="*/ 0 w 387"/>
                  <a:gd name="T37" fmla="*/ 0 h 303"/>
                  <a:gd name="T38" fmla="*/ 0 w 387"/>
                  <a:gd name="T39" fmla="*/ 0 h 303"/>
                  <a:gd name="T40" fmla="*/ 0 w 387"/>
                  <a:gd name="T41" fmla="*/ 0 h 303"/>
                  <a:gd name="T42" fmla="*/ 0 w 387"/>
                  <a:gd name="T43" fmla="*/ 0 h 303"/>
                  <a:gd name="T44" fmla="*/ 0 w 387"/>
                  <a:gd name="T45" fmla="*/ 0 h 303"/>
                  <a:gd name="T46" fmla="*/ 0 w 387"/>
                  <a:gd name="T47" fmla="*/ 0 h 3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7"/>
                  <a:gd name="T73" fmla="*/ 0 h 303"/>
                  <a:gd name="T74" fmla="*/ 387 w 387"/>
                  <a:gd name="T75" fmla="*/ 303 h 3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7" h="303">
                    <a:moveTo>
                      <a:pt x="22" y="18"/>
                    </a:moveTo>
                    <a:lnTo>
                      <a:pt x="115" y="0"/>
                    </a:lnTo>
                    <a:lnTo>
                      <a:pt x="191" y="18"/>
                    </a:lnTo>
                    <a:lnTo>
                      <a:pt x="244" y="53"/>
                    </a:lnTo>
                    <a:lnTo>
                      <a:pt x="281" y="92"/>
                    </a:lnTo>
                    <a:lnTo>
                      <a:pt x="288" y="138"/>
                    </a:lnTo>
                    <a:lnTo>
                      <a:pt x="281" y="156"/>
                    </a:lnTo>
                    <a:lnTo>
                      <a:pt x="255" y="152"/>
                    </a:lnTo>
                    <a:lnTo>
                      <a:pt x="219" y="130"/>
                    </a:lnTo>
                    <a:lnTo>
                      <a:pt x="175" y="92"/>
                    </a:lnTo>
                    <a:lnTo>
                      <a:pt x="127" y="87"/>
                    </a:lnTo>
                    <a:lnTo>
                      <a:pt x="172" y="152"/>
                    </a:lnTo>
                    <a:lnTo>
                      <a:pt x="191" y="207"/>
                    </a:lnTo>
                    <a:lnTo>
                      <a:pt x="182" y="260"/>
                    </a:lnTo>
                    <a:lnTo>
                      <a:pt x="360" y="290"/>
                    </a:lnTo>
                    <a:lnTo>
                      <a:pt x="387" y="303"/>
                    </a:lnTo>
                    <a:lnTo>
                      <a:pt x="147" y="276"/>
                    </a:lnTo>
                    <a:lnTo>
                      <a:pt x="163" y="239"/>
                    </a:lnTo>
                    <a:lnTo>
                      <a:pt x="156" y="191"/>
                    </a:lnTo>
                    <a:lnTo>
                      <a:pt x="121" y="130"/>
                    </a:lnTo>
                    <a:lnTo>
                      <a:pt x="83" y="87"/>
                    </a:lnTo>
                    <a:lnTo>
                      <a:pt x="16" y="53"/>
                    </a:lnTo>
                    <a:lnTo>
                      <a:pt x="0" y="9"/>
                    </a:lnTo>
                    <a:lnTo>
                      <a:pt x="2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6" name="Freeform 560"/>
              <p:cNvSpPr>
                <a:spLocks/>
              </p:cNvSpPr>
              <p:nvPr/>
            </p:nvSpPr>
            <p:spPr bwMode="auto">
              <a:xfrm>
                <a:off x="3554" y="1572"/>
                <a:ext cx="27" cy="40"/>
              </a:xfrm>
              <a:custGeom>
                <a:avLst/>
                <a:gdLst>
                  <a:gd name="T0" fmla="*/ 0 w 214"/>
                  <a:gd name="T1" fmla="*/ 0 h 313"/>
                  <a:gd name="T2" fmla="*/ 0 w 214"/>
                  <a:gd name="T3" fmla="*/ 0 h 313"/>
                  <a:gd name="T4" fmla="*/ 0 w 214"/>
                  <a:gd name="T5" fmla="*/ 0 h 313"/>
                  <a:gd name="T6" fmla="*/ 0 w 214"/>
                  <a:gd name="T7" fmla="*/ 0 h 313"/>
                  <a:gd name="T8" fmla="*/ 0 w 214"/>
                  <a:gd name="T9" fmla="*/ 0 h 313"/>
                  <a:gd name="T10" fmla="*/ 0 w 214"/>
                  <a:gd name="T11" fmla="*/ 0 h 313"/>
                  <a:gd name="T12" fmla="*/ 0 60000 65536"/>
                  <a:gd name="T13" fmla="*/ 0 60000 65536"/>
                  <a:gd name="T14" fmla="*/ 0 60000 65536"/>
                  <a:gd name="T15" fmla="*/ 0 60000 65536"/>
                  <a:gd name="T16" fmla="*/ 0 60000 65536"/>
                  <a:gd name="T17" fmla="*/ 0 60000 65536"/>
                  <a:gd name="T18" fmla="*/ 0 w 214"/>
                  <a:gd name="T19" fmla="*/ 0 h 313"/>
                  <a:gd name="T20" fmla="*/ 214 w 214"/>
                  <a:gd name="T21" fmla="*/ 313 h 313"/>
                </a:gdLst>
                <a:ahLst/>
                <a:cxnLst>
                  <a:cxn ang="T12">
                    <a:pos x="T0" y="T1"/>
                  </a:cxn>
                  <a:cxn ang="T13">
                    <a:pos x="T2" y="T3"/>
                  </a:cxn>
                  <a:cxn ang="T14">
                    <a:pos x="T4" y="T5"/>
                  </a:cxn>
                  <a:cxn ang="T15">
                    <a:pos x="T6" y="T7"/>
                  </a:cxn>
                  <a:cxn ang="T16">
                    <a:pos x="T8" y="T9"/>
                  </a:cxn>
                  <a:cxn ang="T17">
                    <a:pos x="T10" y="T11"/>
                  </a:cxn>
                </a:cxnLst>
                <a:rect l="T18" t="T19" r="T20" b="T21"/>
                <a:pathLst>
                  <a:path w="214" h="313">
                    <a:moveTo>
                      <a:pt x="89" y="0"/>
                    </a:moveTo>
                    <a:lnTo>
                      <a:pt x="0" y="179"/>
                    </a:lnTo>
                    <a:lnTo>
                      <a:pt x="9" y="313"/>
                    </a:lnTo>
                    <a:lnTo>
                      <a:pt x="214" y="65"/>
                    </a:lnTo>
                    <a:lnTo>
                      <a:pt x="214" y="14"/>
                    </a:lnTo>
                    <a:lnTo>
                      <a:pt x="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7" name="Freeform 561"/>
              <p:cNvSpPr>
                <a:spLocks/>
              </p:cNvSpPr>
              <p:nvPr/>
            </p:nvSpPr>
            <p:spPr bwMode="auto">
              <a:xfrm>
                <a:off x="3464" y="1673"/>
                <a:ext cx="107" cy="80"/>
              </a:xfrm>
              <a:custGeom>
                <a:avLst/>
                <a:gdLst>
                  <a:gd name="T0" fmla="*/ 0 w 857"/>
                  <a:gd name="T1" fmla="*/ 0 h 640"/>
                  <a:gd name="T2" fmla="*/ 0 w 857"/>
                  <a:gd name="T3" fmla="*/ 0 h 640"/>
                  <a:gd name="T4" fmla="*/ 0 w 857"/>
                  <a:gd name="T5" fmla="*/ 0 h 640"/>
                  <a:gd name="T6" fmla="*/ 0 w 857"/>
                  <a:gd name="T7" fmla="*/ 0 h 640"/>
                  <a:gd name="T8" fmla="*/ 0 w 857"/>
                  <a:gd name="T9" fmla="*/ 0 h 640"/>
                  <a:gd name="T10" fmla="*/ 0 w 857"/>
                  <a:gd name="T11" fmla="*/ 0 h 640"/>
                  <a:gd name="T12" fmla="*/ 0 w 857"/>
                  <a:gd name="T13" fmla="*/ 0 h 640"/>
                  <a:gd name="T14" fmla="*/ 0 w 857"/>
                  <a:gd name="T15" fmla="*/ 0 h 640"/>
                  <a:gd name="T16" fmla="*/ 0 w 857"/>
                  <a:gd name="T17" fmla="*/ 0 h 640"/>
                  <a:gd name="T18" fmla="*/ 0 w 857"/>
                  <a:gd name="T19" fmla="*/ 0 h 640"/>
                  <a:gd name="T20" fmla="*/ 0 w 857"/>
                  <a:gd name="T21" fmla="*/ 0 h 640"/>
                  <a:gd name="T22" fmla="*/ 0 w 857"/>
                  <a:gd name="T23" fmla="*/ 0 h 640"/>
                  <a:gd name="T24" fmla="*/ 0 w 857"/>
                  <a:gd name="T25" fmla="*/ 0 h 640"/>
                  <a:gd name="T26" fmla="*/ 0 w 857"/>
                  <a:gd name="T27" fmla="*/ 0 h 640"/>
                  <a:gd name="T28" fmla="*/ 0 w 857"/>
                  <a:gd name="T29" fmla="*/ 0 h 640"/>
                  <a:gd name="T30" fmla="*/ 0 w 857"/>
                  <a:gd name="T31" fmla="*/ 0 h 640"/>
                  <a:gd name="T32" fmla="*/ 0 w 857"/>
                  <a:gd name="T33" fmla="*/ 0 h 640"/>
                  <a:gd name="T34" fmla="*/ 0 w 857"/>
                  <a:gd name="T35" fmla="*/ 0 h 640"/>
                  <a:gd name="T36" fmla="*/ 0 w 857"/>
                  <a:gd name="T37" fmla="*/ 0 h 640"/>
                  <a:gd name="T38" fmla="*/ 0 w 857"/>
                  <a:gd name="T39" fmla="*/ 0 h 640"/>
                  <a:gd name="T40" fmla="*/ 0 w 857"/>
                  <a:gd name="T41" fmla="*/ 0 h 640"/>
                  <a:gd name="T42" fmla="*/ 0 w 857"/>
                  <a:gd name="T43" fmla="*/ 0 h 640"/>
                  <a:gd name="T44" fmla="*/ 0 w 857"/>
                  <a:gd name="T45" fmla="*/ 0 h 640"/>
                  <a:gd name="T46" fmla="*/ 0 w 857"/>
                  <a:gd name="T47" fmla="*/ 0 h 640"/>
                  <a:gd name="T48" fmla="*/ 0 w 857"/>
                  <a:gd name="T49" fmla="*/ 0 h 640"/>
                  <a:gd name="T50" fmla="*/ 0 w 857"/>
                  <a:gd name="T51" fmla="*/ 0 h 640"/>
                  <a:gd name="T52" fmla="*/ 0 w 857"/>
                  <a:gd name="T53" fmla="*/ 0 h 640"/>
                  <a:gd name="T54" fmla="*/ 0 w 857"/>
                  <a:gd name="T55" fmla="*/ 0 h 6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57"/>
                  <a:gd name="T85" fmla="*/ 0 h 640"/>
                  <a:gd name="T86" fmla="*/ 857 w 857"/>
                  <a:gd name="T87" fmla="*/ 640 h 6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57" h="640">
                    <a:moveTo>
                      <a:pt x="857" y="0"/>
                    </a:moveTo>
                    <a:lnTo>
                      <a:pt x="749" y="53"/>
                    </a:lnTo>
                    <a:lnTo>
                      <a:pt x="648" y="198"/>
                    </a:lnTo>
                    <a:lnTo>
                      <a:pt x="514" y="187"/>
                    </a:lnTo>
                    <a:lnTo>
                      <a:pt x="470" y="260"/>
                    </a:lnTo>
                    <a:lnTo>
                      <a:pt x="415" y="297"/>
                    </a:lnTo>
                    <a:lnTo>
                      <a:pt x="276" y="288"/>
                    </a:lnTo>
                    <a:lnTo>
                      <a:pt x="186" y="321"/>
                    </a:lnTo>
                    <a:lnTo>
                      <a:pt x="118" y="345"/>
                    </a:lnTo>
                    <a:lnTo>
                      <a:pt x="48" y="345"/>
                    </a:lnTo>
                    <a:lnTo>
                      <a:pt x="0" y="317"/>
                    </a:lnTo>
                    <a:lnTo>
                      <a:pt x="48" y="359"/>
                    </a:lnTo>
                    <a:lnTo>
                      <a:pt x="105" y="366"/>
                    </a:lnTo>
                    <a:lnTo>
                      <a:pt x="223" y="366"/>
                    </a:lnTo>
                    <a:lnTo>
                      <a:pt x="294" y="391"/>
                    </a:lnTo>
                    <a:lnTo>
                      <a:pt x="382" y="514"/>
                    </a:lnTo>
                    <a:lnTo>
                      <a:pt x="507" y="611"/>
                    </a:lnTo>
                    <a:lnTo>
                      <a:pt x="527" y="640"/>
                    </a:lnTo>
                    <a:lnTo>
                      <a:pt x="564" y="615"/>
                    </a:lnTo>
                    <a:lnTo>
                      <a:pt x="555" y="550"/>
                    </a:lnTo>
                    <a:lnTo>
                      <a:pt x="544" y="461"/>
                    </a:lnTo>
                    <a:lnTo>
                      <a:pt x="555" y="380"/>
                    </a:lnTo>
                    <a:lnTo>
                      <a:pt x="569" y="327"/>
                    </a:lnTo>
                    <a:lnTo>
                      <a:pt x="630" y="267"/>
                    </a:lnTo>
                    <a:lnTo>
                      <a:pt x="685" y="226"/>
                    </a:lnTo>
                    <a:lnTo>
                      <a:pt x="738" y="132"/>
                    </a:lnTo>
                    <a:lnTo>
                      <a:pt x="800" y="57"/>
                    </a:lnTo>
                    <a:lnTo>
                      <a:pt x="8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8" name="Freeform 562"/>
              <p:cNvSpPr>
                <a:spLocks/>
              </p:cNvSpPr>
              <p:nvPr/>
            </p:nvSpPr>
            <p:spPr bwMode="auto">
              <a:xfrm>
                <a:off x="3547" y="1625"/>
                <a:ext cx="9" cy="43"/>
              </a:xfrm>
              <a:custGeom>
                <a:avLst/>
                <a:gdLst>
                  <a:gd name="T0" fmla="*/ 0 w 72"/>
                  <a:gd name="T1" fmla="*/ 0 h 339"/>
                  <a:gd name="T2" fmla="*/ 0 w 72"/>
                  <a:gd name="T3" fmla="*/ 0 h 339"/>
                  <a:gd name="T4" fmla="*/ 0 w 72"/>
                  <a:gd name="T5" fmla="*/ 0 h 339"/>
                  <a:gd name="T6" fmla="*/ 0 w 72"/>
                  <a:gd name="T7" fmla="*/ 0 h 339"/>
                  <a:gd name="T8" fmla="*/ 0 60000 65536"/>
                  <a:gd name="T9" fmla="*/ 0 60000 65536"/>
                  <a:gd name="T10" fmla="*/ 0 60000 65536"/>
                  <a:gd name="T11" fmla="*/ 0 60000 65536"/>
                  <a:gd name="T12" fmla="*/ 0 w 72"/>
                  <a:gd name="T13" fmla="*/ 0 h 339"/>
                  <a:gd name="T14" fmla="*/ 72 w 72"/>
                  <a:gd name="T15" fmla="*/ 339 h 339"/>
                </a:gdLst>
                <a:ahLst/>
                <a:cxnLst>
                  <a:cxn ang="T8">
                    <a:pos x="T0" y="T1"/>
                  </a:cxn>
                  <a:cxn ang="T9">
                    <a:pos x="T2" y="T3"/>
                  </a:cxn>
                  <a:cxn ang="T10">
                    <a:pos x="T4" y="T5"/>
                  </a:cxn>
                  <a:cxn ang="T11">
                    <a:pos x="T6" y="T7"/>
                  </a:cxn>
                </a:cxnLst>
                <a:rect l="T12" t="T13" r="T14" b="T15"/>
                <a:pathLst>
                  <a:path w="72" h="339">
                    <a:moveTo>
                      <a:pt x="56" y="0"/>
                    </a:moveTo>
                    <a:lnTo>
                      <a:pt x="0" y="339"/>
                    </a:lnTo>
                    <a:lnTo>
                      <a:pt x="72" y="117"/>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9" name="Freeform 563"/>
              <p:cNvSpPr>
                <a:spLocks/>
              </p:cNvSpPr>
              <p:nvPr/>
            </p:nvSpPr>
            <p:spPr bwMode="auto">
              <a:xfrm>
                <a:off x="3437" y="1527"/>
                <a:ext cx="94" cy="23"/>
              </a:xfrm>
              <a:custGeom>
                <a:avLst/>
                <a:gdLst>
                  <a:gd name="T0" fmla="*/ 0 w 747"/>
                  <a:gd name="T1" fmla="*/ 0 h 189"/>
                  <a:gd name="T2" fmla="*/ 0 w 747"/>
                  <a:gd name="T3" fmla="*/ 0 h 189"/>
                  <a:gd name="T4" fmla="*/ 0 w 747"/>
                  <a:gd name="T5" fmla="*/ 0 h 189"/>
                  <a:gd name="T6" fmla="*/ 0 w 747"/>
                  <a:gd name="T7" fmla="*/ 0 h 189"/>
                  <a:gd name="T8" fmla="*/ 0 w 747"/>
                  <a:gd name="T9" fmla="*/ 0 h 189"/>
                  <a:gd name="T10" fmla="*/ 0 w 747"/>
                  <a:gd name="T11" fmla="*/ 0 h 189"/>
                  <a:gd name="T12" fmla="*/ 0 w 747"/>
                  <a:gd name="T13" fmla="*/ 0 h 189"/>
                  <a:gd name="T14" fmla="*/ 0 w 747"/>
                  <a:gd name="T15" fmla="*/ 0 h 189"/>
                  <a:gd name="T16" fmla="*/ 0 w 747"/>
                  <a:gd name="T17" fmla="*/ 0 h 189"/>
                  <a:gd name="T18" fmla="*/ 0 w 747"/>
                  <a:gd name="T19" fmla="*/ 0 h 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89"/>
                  <a:gd name="T32" fmla="*/ 747 w 747"/>
                  <a:gd name="T33" fmla="*/ 189 h 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89">
                    <a:moveTo>
                      <a:pt x="0" y="189"/>
                    </a:moveTo>
                    <a:lnTo>
                      <a:pt x="38" y="145"/>
                    </a:lnTo>
                    <a:lnTo>
                      <a:pt x="95" y="117"/>
                    </a:lnTo>
                    <a:lnTo>
                      <a:pt x="189" y="97"/>
                    </a:lnTo>
                    <a:lnTo>
                      <a:pt x="341" y="78"/>
                    </a:lnTo>
                    <a:lnTo>
                      <a:pt x="460" y="39"/>
                    </a:lnTo>
                    <a:lnTo>
                      <a:pt x="581" y="0"/>
                    </a:lnTo>
                    <a:lnTo>
                      <a:pt x="664" y="0"/>
                    </a:lnTo>
                    <a:lnTo>
                      <a:pt x="715" y="29"/>
                    </a:lnTo>
                    <a:lnTo>
                      <a:pt x="747" y="4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70" name="Freeform 564"/>
              <p:cNvSpPr>
                <a:spLocks/>
              </p:cNvSpPr>
              <p:nvPr/>
            </p:nvSpPr>
            <p:spPr bwMode="auto">
              <a:xfrm>
                <a:off x="3458" y="1519"/>
                <a:ext cx="70" cy="14"/>
              </a:xfrm>
              <a:custGeom>
                <a:avLst/>
                <a:gdLst>
                  <a:gd name="T0" fmla="*/ 0 w 563"/>
                  <a:gd name="T1" fmla="*/ 0 h 118"/>
                  <a:gd name="T2" fmla="*/ 0 w 563"/>
                  <a:gd name="T3" fmla="*/ 0 h 118"/>
                  <a:gd name="T4" fmla="*/ 0 w 563"/>
                  <a:gd name="T5" fmla="*/ 0 h 118"/>
                  <a:gd name="T6" fmla="*/ 0 w 563"/>
                  <a:gd name="T7" fmla="*/ 0 h 118"/>
                  <a:gd name="T8" fmla="*/ 0 w 563"/>
                  <a:gd name="T9" fmla="*/ 0 h 118"/>
                  <a:gd name="T10" fmla="*/ 0 w 563"/>
                  <a:gd name="T11" fmla="*/ 0 h 118"/>
                  <a:gd name="T12" fmla="*/ 0 w 563"/>
                  <a:gd name="T13" fmla="*/ 0 h 118"/>
                  <a:gd name="T14" fmla="*/ 0 60000 65536"/>
                  <a:gd name="T15" fmla="*/ 0 60000 65536"/>
                  <a:gd name="T16" fmla="*/ 0 60000 65536"/>
                  <a:gd name="T17" fmla="*/ 0 60000 65536"/>
                  <a:gd name="T18" fmla="*/ 0 60000 65536"/>
                  <a:gd name="T19" fmla="*/ 0 60000 65536"/>
                  <a:gd name="T20" fmla="*/ 0 60000 65536"/>
                  <a:gd name="T21" fmla="*/ 0 w 563"/>
                  <a:gd name="T22" fmla="*/ 0 h 118"/>
                  <a:gd name="T23" fmla="*/ 563 w 563"/>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3" h="118">
                    <a:moveTo>
                      <a:pt x="0" y="118"/>
                    </a:moveTo>
                    <a:lnTo>
                      <a:pt x="134" y="94"/>
                    </a:lnTo>
                    <a:lnTo>
                      <a:pt x="266" y="41"/>
                    </a:lnTo>
                    <a:lnTo>
                      <a:pt x="362" y="4"/>
                    </a:lnTo>
                    <a:lnTo>
                      <a:pt x="436" y="0"/>
                    </a:lnTo>
                    <a:lnTo>
                      <a:pt x="496" y="17"/>
                    </a:lnTo>
                    <a:lnTo>
                      <a:pt x="563" y="48"/>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71" name="Freeform 565"/>
              <p:cNvSpPr>
                <a:spLocks/>
              </p:cNvSpPr>
              <p:nvPr/>
            </p:nvSpPr>
            <p:spPr bwMode="auto">
              <a:xfrm>
                <a:off x="3484" y="1512"/>
                <a:ext cx="35" cy="7"/>
              </a:xfrm>
              <a:custGeom>
                <a:avLst/>
                <a:gdLst>
                  <a:gd name="T0" fmla="*/ 0 w 279"/>
                  <a:gd name="T1" fmla="*/ 0 h 62"/>
                  <a:gd name="T2" fmla="*/ 0 w 279"/>
                  <a:gd name="T3" fmla="*/ 0 h 62"/>
                  <a:gd name="T4" fmla="*/ 0 w 279"/>
                  <a:gd name="T5" fmla="*/ 0 h 62"/>
                  <a:gd name="T6" fmla="*/ 0 w 279"/>
                  <a:gd name="T7" fmla="*/ 0 h 62"/>
                  <a:gd name="T8" fmla="*/ 0 60000 65536"/>
                  <a:gd name="T9" fmla="*/ 0 60000 65536"/>
                  <a:gd name="T10" fmla="*/ 0 60000 65536"/>
                  <a:gd name="T11" fmla="*/ 0 60000 65536"/>
                  <a:gd name="T12" fmla="*/ 0 w 279"/>
                  <a:gd name="T13" fmla="*/ 0 h 62"/>
                  <a:gd name="T14" fmla="*/ 279 w 279"/>
                  <a:gd name="T15" fmla="*/ 62 h 62"/>
                </a:gdLst>
                <a:ahLst/>
                <a:cxnLst>
                  <a:cxn ang="T8">
                    <a:pos x="T0" y="T1"/>
                  </a:cxn>
                  <a:cxn ang="T9">
                    <a:pos x="T2" y="T3"/>
                  </a:cxn>
                  <a:cxn ang="T10">
                    <a:pos x="T4" y="T5"/>
                  </a:cxn>
                  <a:cxn ang="T11">
                    <a:pos x="T6" y="T7"/>
                  </a:cxn>
                </a:cxnLst>
                <a:rect l="T12" t="T13" r="T14" b="T15"/>
                <a:pathLst>
                  <a:path w="279" h="62">
                    <a:moveTo>
                      <a:pt x="0" y="62"/>
                    </a:moveTo>
                    <a:lnTo>
                      <a:pt x="161" y="7"/>
                    </a:lnTo>
                    <a:lnTo>
                      <a:pt x="223" y="0"/>
                    </a:lnTo>
                    <a:lnTo>
                      <a:pt x="279" y="1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72" name="Freeform 566"/>
              <p:cNvSpPr>
                <a:spLocks/>
              </p:cNvSpPr>
              <p:nvPr/>
            </p:nvSpPr>
            <p:spPr bwMode="auto">
              <a:xfrm>
                <a:off x="3524" y="1556"/>
                <a:ext cx="13" cy="16"/>
              </a:xfrm>
              <a:custGeom>
                <a:avLst/>
                <a:gdLst>
                  <a:gd name="T0" fmla="*/ 0 w 105"/>
                  <a:gd name="T1" fmla="*/ 0 h 128"/>
                  <a:gd name="T2" fmla="*/ 0 w 105"/>
                  <a:gd name="T3" fmla="*/ 0 h 128"/>
                  <a:gd name="T4" fmla="*/ 0 w 105"/>
                  <a:gd name="T5" fmla="*/ 0 h 128"/>
                  <a:gd name="T6" fmla="*/ 0 w 105"/>
                  <a:gd name="T7" fmla="*/ 0 h 128"/>
                  <a:gd name="T8" fmla="*/ 0 w 105"/>
                  <a:gd name="T9" fmla="*/ 0 h 128"/>
                  <a:gd name="T10" fmla="*/ 0 60000 65536"/>
                  <a:gd name="T11" fmla="*/ 0 60000 65536"/>
                  <a:gd name="T12" fmla="*/ 0 60000 65536"/>
                  <a:gd name="T13" fmla="*/ 0 60000 65536"/>
                  <a:gd name="T14" fmla="*/ 0 60000 65536"/>
                  <a:gd name="T15" fmla="*/ 0 w 105"/>
                  <a:gd name="T16" fmla="*/ 0 h 128"/>
                  <a:gd name="T17" fmla="*/ 105 w 105"/>
                  <a:gd name="T18" fmla="*/ 128 h 128"/>
                </a:gdLst>
                <a:ahLst/>
                <a:cxnLst>
                  <a:cxn ang="T10">
                    <a:pos x="T0" y="T1"/>
                  </a:cxn>
                  <a:cxn ang="T11">
                    <a:pos x="T2" y="T3"/>
                  </a:cxn>
                  <a:cxn ang="T12">
                    <a:pos x="T4" y="T5"/>
                  </a:cxn>
                  <a:cxn ang="T13">
                    <a:pos x="T6" y="T7"/>
                  </a:cxn>
                  <a:cxn ang="T14">
                    <a:pos x="T8" y="T9"/>
                  </a:cxn>
                </a:cxnLst>
                <a:rect l="T15" t="T16" r="T17" b="T18"/>
                <a:pathLst>
                  <a:path w="105" h="128">
                    <a:moveTo>
                      <a:pt x="0" y="0"/>
                    </a:moveTo>
                    <a:lnTo>
                      <a:pt x="0" y="101"/>
                    </a:lnTo>
                    <a:lnTo>
                      <a:pt x="52" y="128"/>
                    </a:lnTo>
                    <a:lnTo>
                      <a:pt x="105" y="3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3" name="Freeform 567"/>
              <p:cNvSpPr>
                <a:spLocks/>
              </p:cNvSpPr>
              <p:nvPr/>
            </p:nvSpPr>
            <p:spPr bwMode="auto">
              <a:xfrm>
                <a:off x="3653" y="1758"/>
                <a:ext cx="266" cy="472"/>
              </a:xfrm>
              <a:custGeom>
                <a:avLst/>
                <a:gdLst>
                  <a:gd name="T0" fmla="*/ 0 w 2124"/>
                  <a:gd name="T1" fmla="*/ 0 h 3774"/>
                  <a:gd name="T2" fmla="*/ 0 w 2124"/>
                  <a:gd name="T3" fmla="*/ 0 h 3774"/>
                  <a:gd name="T4" fmla="*/ 0 w 2124"/>
                  <a:gd name="T5" fmla="*/ 0 h 3774"/>
                  <a:gd name="T6" fmla="*/ 0 w 2124"/>
                  <a:gd name="T7" fmla="*/ 0 h 3774"/>
                  <a:gd name="T8" fmla="*/ 0 w 2124"/>
                  <a:gd name="T9" fmla="*/ 0 h 3774"/>
                  <a:gd name="T10" fmla="*/ 0 w 2124"/>
                  <a:gd name="T11" fmla="*/ 0 h 3774"/>
                  <a:gd name="T12" fmla="*/ 0 w 2124"/>
                  <a:gd name="T13" fmla="*/ 0 h 3774"/>
                  <a:gd name="T14" fmla="*/ 0 w 2124"/>
                  <a:gd name="T15" fmla="*/ 0 h 3774"/>
                  <a:gd name="T16" fmla="*/ 0 w 2124"/>
                  <a:gd name="T17" fmla="*/ 0 h 3774"/>
                  <a:gd name="T18" fmla="*/ 0 w 2124"/>
                  <a:gd name="T19" fmla="*/ 0 h 3774"/>
                  <a:gd name="T20" fmla="*/ 0 w 2124"/>
                  <a:gd name="T21" fmla="*/ 0 h 3774"/>
                  <a:gd name="T22" fmla="*/ 0 w 2124"/>
                  <a:gd name="T23" fmla="*/ 0 h 3774"/>
                  <a:gd name="T24" fmla="*/ 0 w 2124"/>
                  <a:gd name="T25" fmla="*/ 0 h 3774"/>
                  <a:gd name="T26" fmla="*/ 0 w 2124"/>
                  <a:gd name="T27" fmla="*/ 0 h 3774"/>
                  <a:gd name="T28" fmla="*/ 0 w 2124"/>
                  <a:gd name="T29" fmla="*/ 0 h 3774"/>
                  <a:gd name="T30" fmla="*/ 0 w 2124"/>
                  <a:gd name="T31" fmla="*/ 0 h 3774"/>
                  <a:gd name="T32" fmla="*/ 0 w 2124"/>
                  <a:gd name="T33" fmla="*/ 0 h 3774"/>
                  <a:gd name="T34" fmla="*/ 0 w 2124"/>
                  <a:gd name="T35" fmla="*/ 0 h 3774"/>
                  <a:gd name="T36" fmla="*/ 0 w 2124"/>
                  <a:gd name="T37" fmla="*/ 0 h 3774"/>
                  <a:gd name="T38" fmla="*/ 0 w 2124"/>
                  <a:gd name="T39" fmla="*/ 0 h 3774"/>
                  <a:gd name="T40" fmla="*/ 0 w 2124"/>
                  <a:gd name="T41" fmla="*/ 0 h 3774"/>
                  <a:gd name="T42" fmla="*/ 0 w 2124"/>
                  <a:gd name="T43" fmla="*/ 0 h 3774"/>
                  <a:gd name="T44" fmla="*/ 0 w 2124"/>
                  <a:gd name="T45" fmla="*/ 0 h 3774"/>
                  <a:gd name="T46" fmla="*/ 0 w 2124"/>
                  <a:gd name="T47" fmla="*/ 0 h 3774"/>
                  <a:gd name="T48" fmla="*/ 0 w 2124"/>
                  <a:gd name="T49" fmla="*/ 0 h 3774"/>
                  <a:gd name="T50" fmla="*/ 0 w 2124"/>
                  <a:gd name="T51" fmla="*/ 0 h 3774"/>
                  <a:gd name="T52" fmla="*/ 0 w 2124"/>
                  <a:gd name="T53" fmla="*/ 0 h 3774"/>
                  <a:gd name="T54" fmla="*/ 0 w 2124"/>
                  <a:gd name="T55" fmla="*/ 0 h 3774"/>
                  <a:gd name="T56" fmla="*/ 0 w 2124"/>
                  <a:gd name="T57" fmla="*/ 0 h 3774"/>
                  <a:gd name="T58" fmla="*/ 0 w 2124"/>
                  <a:gd name="T59" fmla="*/ 0 h 377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124"/>
                  <a:gd name="T91" fmla="*/ 0 h 3774"/>
                  <a:gd name="T92" fmla="*/ 2124 w 2124"/>
                  <a:gd name="T93" fmla="*/ 3774 h 377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124" h="3774">
                    <a:moveTo>
                      <a:pt x="1483" y="509"/>
                    </a:moveTo>
                    <a:lnTo>
                      <a:pt x="1612" y="966"/>
                    </a:lnTo>
                    <a:lnTo>
                      <a:pt x="1929" y="1474"/>
                    </a:lnTo>
                    <a:lnTo>
                      <a:pt x="1810" y="2116"/>
                    </a:lnTo>
                    <a:lnTo>
                      <a:pt x="2124" y="3119"/>
                    </a:lnTo>
                    <a:lnTo>
                      <a:pt x="2124" y="3774"/>
                    </a:lnTo>
                    <a:lnTo>
                      <a:pt x="916" y="3766"/>
                    </a:lnTo>
                    <a:lnTo>
                      <a:pt x="0" y="3302"/>
                    </a:lnTo>
                    <a:lnTo>
                      <a:pt x="499" y="2990"/>
                    </a:lnTo>
                    <a:lnTo>
                      <a:pt x="510" y="2782"/>
                    </a:lnTo>
                    <a:lnTo>
                      <a:pt x="589" y="2443"/>
                    </a:lnTo>
                    <a:lnTo>
                      <a:pt x="589" y="2755"/>
                    </a:lnTo>
                    <a:lnTo>
                      <a:pt x="932" y="2375"/>
                    </a:lnTo>
                    <a:lnTo>
                      <a:pt x="995" y="2285"/>
                    </a:lnTo>
                    <a:lnTo>
                      <a:pt x="1024" y="2116"/>
                    </a:lnTo>
                    <a:lnTo>
                      <a:pt x="1063" y="1931"/>
                    </a:lnTo>
                    <a:lnTo>
                      <a:pt x="1301" y="1946"/>
                    </a:lnTo>
                    <a:lnTo>
                      <a:pt x="1377" y="1812"/>
                    </a:lnTo>
                    <a:lnTo>
                      <a:pt x="1206" y="1501"/>
                    </a:lnTo>
                    <a:lnTo>
                      <a:pt x="1377" y="1501"/>
                    </a:lnTo>
                    <a:lnTo>
                      <a:pt x="1377" y="1434"/>
                    </a:lnTo>
                    <a:lnTo>
                      <a:pt x="1232" y="1265"/>
                    </a:lnTo>
                    <a:lnTo>
                      <a:pt x="1246" y="1148"/>
                    </a:lnTo>
                    <a:lnTo>
                      <a:pt x="1457" y="966"/>
                    </a:lnTo>
                    <a:lnTo>
                      <a:pt x="1470" y="717"/>
                    </a:lnTo>
                    <a:lnTo>
                      <a:pt x="1351" y="496"/>
                    </a:lnTo>
                    <a:lnTo>
                      <a:pt x="1324" y="258"/>
                    </a:lnTo>
                    <a:lnTo>
                      <a:pt x="1206" y="0"/>
                    </a:lnTo>
                    <a:lnTo>
                      <a:pt x="1419" y="351"/>
                    </a:lnTo>
                    <a:lnTo>
                      <a:pt x="1483" y="5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4" name="Freeform 568"/>
              <p:cNvSpPr>
                <a:spLocks/>
              </p:cNvSpPr>
              <p:nvPr/>
            </p:nvSpPr>
            <p:spPr bwMode="auto">
              <a:xfrm>
                <a:off x="3612" y="1641"/>
                <a:ext cx="92" cy="109"/>
              </a:xfrm>
              <a:custGeom>
                <a:avLst/>
                <a:gdLst>
                  <a:gd name="T0" fmla="*/ 0 w 734"/>
                  <a:gd name="T1" fmla="*/ 0 h 874"/>
                  <a:gd name="T2" fmla="*/ 0 w 734"/>
                  <a:gd name="T3" fmla="*/ 0 h 874"/>
                  <a:gd name="T4" fmla="*/ 0 w 734"/>
                  <a:gd name="T5" fmla="*/ 0 h 874"/>
                  <a:gd name="T6" fmla="*/ 0 w 734"/>
                  <a:gd name="T7" fmla="*/ 0 h 874"/>
                  <a:gd name="T8" fmla="*/ 0 w 734"/>
                  <a:gd name="T9" fmla="*/ 0 h 874"/>
                  <a:gd name="T10" fmla="*/ 0 w 734"/>
                  <a:gd name="T11" fmla="*/ 0 h 874"/>
                  <a:gd name="T12" fmla="*/ 0 w 734"/>
                  <a:gd name="T13" fmla="*/ 0 h 874"/>
                  <a:gd name="T14" fmla="*/ 0 w 734"/>
                  <a:gd name="T15" fmla="*/ 0 h 874"/>
                  <a:gd name="T16" fmla="*/ 0 w 734"/>
                  <a:gd name="T17" fmla="*/ 0 h 874"/>
                  <a:gd name="T18" fmla="*/ 0 w 734"/>
                  <a:gd name="T19" fmla="*/ 0 h 874"/>
                  <a:gd name="T20" fmla="*/ 0 w 734"/>
                  <a:gd name="T21" fmla="*/ 0 h 874"/>
                  <a:gd name="T22" fmla="*/ 0 w 734"/>
                  <a:gd name="T23" fmla="*/ 0 h 874"/>
                  <a:gd name="T24" fmla="*/ 0 w 734"/>
                  <a:gd name="T25" fmla="*/ 0 h 874"/>
                  <a:gd name="T26" fmla="*/ 0 w 734"/>
                  <a:gd name="T27" fmla="*/ 0 h 874"/>
                  <a:gd name="T28" fmla="*/ 0 w 734"/>
                  <a:gd name="T29" fmla="*/ 0 h 874"/>
                  <a:gd name="T30" fmla="*/ 0 w 734"/>
                  <a:gd name="T31" fmla="*/ 0 h 874"/>
                  <a:gd name="T32" fmla="*/ 0 w 734"/>
                  <a:gd name="T33" fmla="*/ 0 h 874"/>
                  <a:gd name="T34" fmla="*/ 0 w 734"/>
                  <a:gd name="T35" fmla="*/ 0 h 874"/>
                  <a:gd name="T36" fmla="*/ 0 w 734"/>
                  <a:gd name="T37" fmla="*/ 0 h 874"/>
                  <a:gd name="T38" fmla="*/ 0 w 734"/>
                  <a:gd name="T39" fmla="*/ 0 h 874"/>
                  <a:gd name="T40" fmla="*/ 0 w 734"/>
                  <a:gd name="T41" fmla="*/ 0 h 874"/>
                  <a:gd name="T42" fmla="*/ 0 w 734"/>
                  <a:gd name="T43" fmla="*/ 0 h 874"/>
                  <a:gd name="T44" fmla="*/ 0 w 734"/>
                  <a:gd name="T45" fmla="*/ 0 h 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4"/>
                  <a:gd name="T70" fmla="*/ 0 h 874"/>
                  <a:gd name="T71" fmla="*/ 734 w 734"/>
                  <a:gd name="T72" fmla="*/ 874 h 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4" h="874">
                    <a:moveTo>
                      <a:pt x="38" y="65"/>
                    </a:moveTo>
                    <a:lnTo>
                      <a:pt x="156" y="301"/>
                    </a:lnTo>
                    <a:lnTo>
                      <a:pt x="0" y="874"/>
                    </a:lnTo>
                    <a:lnTo>
                      <a:pt x="220" y="222"/>
                    </a:lnTo>
                    <a:lnTo>
                      <a:pt x="220" y="158"/>
                    </a:lnTo>
                    <a:lnTo>
                      <a:pt x="195" y="106"/>
                    </a:lnTo>
                    <a:lnTo>
                      <a:pt x="328" y="158"/>
                    </a:lnTo>
                    <a:lnTo>
                      <a:pt x="420" y="250"/>
                    </a:lnTo>
                    <a:lnTo>
                      <a:pt x="446" y="367"/>
                    </a:lnTo>
                    <a:lnTo>
                      <a:pt x="378" y="547"/>
                    </a:lnTo>
                    <a:lnTo>
                      <a:pt x="486" y="404"/>
                    </a:lnTo>
                    <a:lnTo>
                      <a:pt x="576" y="433"/>
                    </a:lnTo>
                    <a:lnTo>
                      <a:pt x="290" y="874"/>
                    </a:lnTo>
                    <a:lnTo>
                      <a:pt x="734" y="378"/>
                    </a:lnTo>
                    <a:lnTo>
                      <a:pt x="681" y="325"/>
                    </a:lnTo>
                    <a:lnTo>
                      <a:pt x="617" y="367"/>
                    </a:lnTo>
                    <a:lnTo>
                      <a:pt x="499" y="339"/>
                    </a:lnTo>
                    <a:lnTo>
                      <a:pt x="472" y="235"/>
                    </a:lnTo>
                    <a:lnTo>
                      <a:pt x="393" y="158"/>
                    </a:lnTo>
                    <a:lnTo>
                      <a:pt x="248" y="79"/>
                    </a:lnTo>
                    <a:lnTo>
                      <a:pt x="156" y="79"/>
                    </a:lnTo>
                    <a:lnTo>
                      <a:pt x="0" y="0"/>
                    </a:lnTo>
                    <a:lnTo>
                      <a:pt x="38"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5" name="Freeform 569"/>
              <p:cNvSpPr>
                <a:spLocks/>
              </p:cNvSpPr>
              <p:nvPr/>
            </p:nvSpPr>
            <p:spPr bwMode="auto">
              <a:xfrm>
                <a:off x="3719" y="1693"/>
                <a:ext cx="80" cy="62"/>
              </a:xfrm>
              <a:custGeom>
                <a:avLst/>
                <a:gdLst>
                  <a:gd name="T0" fmla="*/ 0 w 643"/>
                  <a:gd name="T1" fmla="*/ 0 h 496"/>
                  <a:gd name="T2" fmla="*/ 0 w 643"/>
                  <a:gd name="T3" fmla="*/ 0 h 496"/>
                  <a:gd name="T4" fmla="*/ 0 w 643"/>
                  <a:gd name="T5" fmla="*/ 0 h 496"/>
                  <a:gd name="T6" fmla="*/ 0 w 643"/>
                  <a:gd name="T7" fmla="*/ 0 h 496"/>
                  <a:gd name="T8" fmla="*/ 0 w 643"/>
                  <a:gd name="T9" fmla="*/ 0 h 496"/>
                  <a:gd name="T10" fmla="*/ 0 w 643"/>
                  <a:gd name="T11" fmla="*/ 0 h 496"/>
                  <a:gd name="T12" fmla="*/ 0 w 643"/>
                  <a:gd name="T13" fmla="*/ 0 h 496"/>
                  <a:gd name="T14" fmla="*/ 0 60000 65536"/>
                  <a:gd name="T15" fmla="*/ 0 60000 65536"/>
                  <a:gd name="T16" fmla="*/ 0 60000 65536"/>
                  <a:gd name="T17" fmla="*/ 0 60000 65536"/>
                  <a:gd name="T18" fmla="*/ 0 60000 65536"/>
                  <a:gd name="T19" fmla="*/ 0 60000 65536"/>
                  <a:gd name="T20" fmla="*/ 0 60000 65536"/>
                  <a:gd name="T21" fmla="*/ 0 w 643"/>
                  <a:gd name="T22" fmla="*/ 0 h 496"/>
                  <a:gd name="T23" fmla="*/ 643 w 643"/>
                  <a:gd name="T24" fmla="*/ 496 h 4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3" h="496">
                    <a:moveTo>
                      <a:pt x="0" y="0"/>
                    </a:moveTo>
                    <a:lnTo>
                      <a:pt x="198" y="94"/>
                    </a:lnTo>
                    <a:lnTo>
                      <a:pt x="420" y="168"/>
                    </a:lnTo>
                    <a:lnTo>
                      <a:pt x="643" y="496"/>
                    </a:lnTo>
                    <a:lnTo>
                      <a:pt x="500" y="442"/>
                    </a:lnTo>
                    <a:lnTo>
                      <a:pt x="408" y="22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6" name="Freeform 570"/>
              <p:cNvSpPr>
                <a:spLocks/>
              </p:cNvSpPr>
              <p:nvPr/>
            </p:nvSpPr>
            <p:spPr bwMode="auto">
              <a:xfrm>
                <a:off x="3506" y="1757"/>
                <a:ext cx="83" cy="305"/>
              </a:xfrm>
              <a:custGeom>
                <a:avLst/>
                <a:gdLst>
                  <a:gd name="T0" fmla="*/ 0 w 667"/>
                  <a:gd name="T1" fmla="*/ 0 h 2442"/>
                  <a:gd name="T2" fmla="*/ 0 w 667"/>
                  <a:gd name="T3" fmla="*/ 0 h 2442"/>
                  <a:gd name="T4" fmla="*/ 0 w 667"/>
                  <a:gd name="T5" fmla="*/ 0 h 2442"/>
                  <a:gd name="T6" fmla="*/ 0 w 667"/>
                  <a:gd name="T7" fmla="*/ 0 h 2442"/>
                  <a:gd name="T8" fmla="*/ 0 w 667"/>
                  <a:gd name="T9" fmla="*/ 0 h 2442"/>
                  <a:gd name="T10" fmla="*/ 0 w 667"/>
                  <a:gd name="T11" fmla="*/ 0 h 2442"/>
                  <a:gd name="T12" fmla="*/ 0 w 667"/>
                  <a:gd name="T13" fmla="*/ 0 h 2442"/>
                  <a:gd name="T14" fmla="*/ 0 w 667"/>
                  <a:gd name="T15" fmla="*/ 0 h 2442"/>
                  <a:gd name="T16" fmla="*/ 0 w 667"/>
                  <a:gd name="T17" fmla="*/ 0 h 2442"/>
                  <a:gd name="T18" fmla="*/ 0 w 667"/>
                  <a:gd name="T19" fmla="*/ 0 h 2442"/>
                  <a:gd name="T20" fmla="*/ 0 w 667"/>
                  <a:gd name="T21" fmla="*/ 0 h 2442"/>
                  <a:gd name="T22" fmla="*/ 0 w 667"/>
                  <a:gd name="T23" fmla="*/ 0 h 2442"/>
                  <a:gd name="T24" fmla="*/ 0 w 667"/>
                  <a:gd name="T25" fmla="*/ 0 h 2442"/>
                  <a:gd name="T26" fmla="*/ 0 w 667"/>
                  <a:gd name="T27" fmla="*/ 0 h 2442"/>
                  <a:gd name="T28" fmla="*/ 0 w 667"/>
                  <a:gd name="T29" fmla="*/ 0 h 2442"/>
                  <a:gd name="T30" fmla="*/ 0 w 667"/>
                  <a:gd name="T31" fmla="*/ 0 h 2442"/>
                  <a:gd name="T32" fmla="*/ 0 w 667"/>
                  <a:gd name="T33" fmla="*/ 0 h 2442"/>
                  <a:gd name="T34" fmla="*/ 0 w 667"/>
                  <a:gd name="T35" fmla="*/ 0 h 2442"/>
                  <a:gd name="T36" fmla="*/ 0 w 667"/>
                  <a:gd name="T37" fmla="*/ 0 h 2442"/>
                  <a:gd name="T38" fmla="*/ 0 w 667"/>
                  <a:gd name="T39" fmla="*/ 0 h 2442"/>
                  <a:gd name="T40" fmla="*/ 0 w 667"/>
                  <a:gd name="T41" fmla="*/ 0 h 2442"/>
                  <a:gd name="T42" fmla="*/ 0 w 667"/>
                  <a:gd name="T43" fmla="*/ 0 h 2442"/>
                  <a:gd name="T44" fmla="*/ 0 w 667"/>
                  <a:gd name="T45" fmla="*/ 0 h 2442"/>
                  <a:gd name="T46" fmla="*/ 0 w 667"/>
                  <a:gd name="T47" fmla="*/ 0 h 2442"/>
                  <a:gd name="T48" fmla="*/ 0 w 667"/>
                  <a:gd name="T49" fmla="*/ 0 h 2442"/>
                  <a:gd name="T50" fmla="*/ 0 w 667"/>
                  <a:gd name="T51" fmla="*/ 0 h 2442"/>
                  <a:gd name="T52" fmla="*/ 0 w 667"/>
                  <a:gd name="T53" fmla="*/ 0 h 2442"/>
                  <a:gd name="T54" fmla="*/ 0 w 667"/>
                  <a:gd name="T55" fmla="*/ 0 h 2442"/>
                  <a:gd name="T56" fmla="*/ 0 w 667"/>
                  <a:gd name="T57" fmla="*/ 0 h 2442"/>
                  <a:gd name="T58" fmla="*/ 0 w 667"/>
                  <a:gd name="T59" fmla="*/ 0 h 244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67"/>
                  <a:gd name="T91" fmla="*/ 0 h 2442"/>
                  <a:gd name="T92" fmla="*/ 667 w 667"/>
                  <a:gd name="T93" fmla="*/ 2442 h 244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67" h="2442">
                    <a:moveTo>
                      <a:pt x="208" y="0"/>
                    </a:moveTo>
                    <a:lnTo>
                      <a:pt x="208" y="88"/>
                    </a:lnTo>
                    <a:lnTo>
                      <a:pt x="618" y="326"/>
                    </a:lnTo>
                    <a:lnTo>
                      <a:pt x="272" y="194"/>
                    </a:lnTo>
                    <a:lnTo>
                      <a:pt x="208" y="440"/>
                    </a:lnTo>
                    <a:lnTo>
                      <a:pt x="272" y="625"/>
                    </a:lnTo>
                    <a:lnTo>
                      <a:pt x="272" y="794"/>
                    </a:lnTo>
                    <a:lnTo>
                      <a:pt x="208" y="1190"/>
                    </a:lnTo>
                    <a:lnTo>
                      <a:pt x="153" y="1543"/>
                    </a:lnTo>
                    <a:lnTo>
                      <a:pt x="185" y="1734"/>
                    </a:lnTo>
                    <a:lnTo>
                      <a:pt x="314" y="1996"/>
                    </a:lnTo>
                    <a:lnTo>
                      <a:pt x="512" y="2218"/>
                    </a:lnTo>
                    <a:lnTo>
                      <a:pt x="667" y="2257"/>
                    </a:lnTo>
                    <a:lnTo>
                      <a:pt x="470" y="2242"/>
                    </a:lnTo>
                    <a:lnTo>
                      <a:pt x="404" y="2273"/>
                    </a:lnTo>
                    <a:lnTo>
                      <a:pt x="404" y="2442"/>
                    </a:lnTo>
                    <a:lnTo>
                      <a:pt x="272" y="2321"/>
                    </a:lnTo>
                    <a:lnTo>
                      <a:pt x="0" y="2400"/>
                    </a:lnTo>
                    <a:lnTo>
                      <a:pt x="245" y="2297"/>
                    </a:lnTo>
                    <a:lnTo>
                      <a:pt x="185" y="2089"/>
                    </a:lnTo>
                    <a:lnTo>
                      <a:pt x="129" y="1801"/>
                    </a:lnTo>
                    <a:lnTo>
                      <a:pt x="116" y="1501"/>
                    </a:lnTo>
                    <a:lnTo>
                      <a:pt x="143" y="1200"/>
                    </a:lnTo>
                    <a:lnTo>
                      <a:pt x="208" y="911"/>
                    </a:lnTo>
                    <a:lnTo>
                      <a:pt x="233" y="756"/>
                    </a:lnTo>
                    <a:lnTo>
                      <a:pt x="233" y="598"/>
                    </a:lnTo>
                    <a:lnTo>
                      <a:pt x="185" y="494"/>
                    </a:lnTo>
                    <a:lnTo>
                      <a:pt x="51" y="440"/>
                    </a:lnTo>
                    <a:lnTo>
                      <a:pt x="185" y="130"/>
                    </a:lnTo>
                    <a:lnTo>
                      <a:pt x="20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371" name="Freeform 571"/>
            <p:cNvSpPr>
              <a:spLocks/>
            </p:cNvSpPr>
            <p:nvPr/>
          </p:nvSpPr>
          <p:spPr bwMode="auto">
            <a:xfrm>
              <a:off x="3384" y="1753"/>
              <a:ext cx="136" cy="305"/>
            </a:xfrm>
            <a:custGeom>
              <a:avLst/>
              <a:gdLst>
                <a:gd name="T0" fmla="*/ 0 w 1088"/>
                <a:gd name="T1" fmla="*/ 0 h 2442"/>
                <a:gd name="T2" fmla="*/ 0 w 1088"/>
                <a:gd name="T3" fmla="*/ 0 h 2442"/>
                <a:gd name="T4" fmla="*/ 0 w 1088"/>
                <a:gd name="T5" fmla="*/ 0 h 2442"/>
                <a:gd name="T6" fmla="*/ 0 w 1088"/>
                <a:gd name="T7" fmla="*/ 0 h 2442"/>
                <a:gd name="T8" fmla="*/ 0 w 1088"/>
                <a:gd name="T9" fmla="*/ 0 h 2442"/>
                <a:gd name="T10" fmla="*/ 0 w 1088"/>
                <a:gd name="T11" fmla="*/ 0 h 2442"/>
                <a:gd name="T12" fmla="*/ 0 w 1088"/>
                <a:gd name="T13" fmla="*/ 0 h 2442"/>
                <a:gd name="T14" fmla="*/ 0 w 1088"/>
                <a:gd name="T15" fmla="*/ 0 h 2442"/>
                <a:gd name="T16" fmla="*/ 0 w 1088"/>
                <a:gd name="T17" fmla="*/ 0 h 2442"/>
                <a:gd name="T18" fmla="*/ 0 w 1088"/>
                <a:gd name="T19" fmla="*/ 0 h 2442"/>
                <a:gd name="T20" fmla="*/ 0 w 1088"/>
                <a:gd name="T21" fmla="*/ 0 h 2442"/>
                <a:gd name="T22" fmla="*/ 0 w 1088"/>
                <a:gd name="T23" fmla="*/ 0 h 2442"/>
                <a:gd name="T24" fmla="*/ 0 w 1088"/>
                <a:gd name="T25" fmla="*/ 0 h 2442"/>
                <a:gd name="T26" fmla="*/ 0 w 1088"/>
                <a:gd name="T27" fmla="*/ 0 h 2442"/>
                <a:gd name="T28" fmla="*/ 0 w 1088"/>
                <a:gd name="T29" fmla="*/ 0 h 2442"/>
                <a:gd name="T30" fmla="*/ 0 w 1088"/>
                <a:gd name="T31" fmla="*/ 0 h 2442"/>
                <a:gd name="T32" fmla="*/ 0 w 1088"/>
                <a:gd name="T33" fmla="*/ 0 h 2442"/>
                <a:gd name="T34" fmla="*/ 0 w 1088"/>
                <a:gd name="T35" fmla="*/ 0 h 2442"/>
                <a:gd name="T36" fmla="*/ 0 w 1088"/>
                <a:gd name="T37" fmla="*/ 0 h 2442"/>
                <a:gd name="T38" fmla="*/ 0 w 1088"/>
                <a:gd name="T39" fmla="*/ 0 h 2442"/>
                <a:gd name="T40" fmla="*/ 0 w 1088"/>
                <a:gd name="T41" fmla="*/ 0 h 2442"/>
                <a:gd name="T42" fmla="*/ 0 w 1088"/>
                <a:gd name="T43" fmla="*/ 0 h 2442"/>
                <a:gd name="T44" fmla="*/ 0 w 1088"/>
                <a:gd name="T45" fmla="*/ 0 h 2442"/>
                <a:gd name="T46" fmla="*/ 0 w 1088"/>
                <a:gd name="T47" fmla="*/ 0 h 2442"/>
                <a:gd name="T48" fmla="*/ 0 w 1088"/>
                <a:gd name="T49" fmla="*/ 0 h 2442"/>
                <a:gd name="T50" fmla="*/ 0 w 1088"/>
                <a:gd name="T51" fmla="*/ 0 h 2442"/>
                <a:gd name="T52" fmla="*/ 0 w 1088"/>
                <a:gd name="T53" fmla="*/ 0 h 2442"/>
                <a:gd name="T54" fmla="*/ 0 w 1088"/>
                <a:gd name="T55" fmla="*/ 0 h 2442"/>
                <a:gd name="T56" fmla="*/ 0 w 1088"/>
                <a:gd name="T57" fmla="*/ 0 h 2442"/>
                <a:gd name="T58" fmla="*/ 0 w 1088"/>
                <a:gd name="T59" fmla="*/ 0 h 2442"/>
                <a:gd name="T60" fmla="*/ 0 w 1088"/>
                <a:gd name="T61" fmla="*/ 0 h 2442"/>
                <a:gd name="T62" fmla="*/ 0 w 1088"/>
                <a:gd name="T63" fmla="*/ 0 h 2442"/>
                <a:gd name="T64" fmla="*/ 0 w 1088"/>
                <a:gd name="T65" fmla="*/ 0 h 24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88"/>
                <a:gd name="T100" fmla="*/ 0 h 2442"/>
                <a:gd name="T101" fmla="*/ 1088 w 1088"/>
                <a:gd name="T102" fmla="*/ 2442 h 24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88" h="2442">
                  <a:moveTo>
                    <a:pt x="1035" y="0"/>
                  </a:moveTo>
                  <a:lnTo>
                    <a:pt x="958" y="116"/>
                  </a:lnTo>
                  <a:lnTo>
                    <a:pt x="943" y="238"/>
                  </a:lnTo>
                  <a:lnTo>
                    <a:pt x="943" y="455"/>
                  </a:lnTo>
                  <a:lnTo>
                    <a:pt x="931" y="784"/>
                  </a:lnTo>
                  <a:lnTo>
                    <a:pt x="866" y="1292"/>
                  </a:lnTo>
                  <a:lnTo>
                    <a:pt x="838" y="1672"/>
                  </a:lnTo>
                  <a:lnTo>
                    <a:pt x="853" y="1894"/>
                  </a:lnTo>
                  <a:lnTo>
                    <a:pt x="890" y="2074"/>
                  </a:lnTo>
                  <a:lnTo>
                    <a:pt x="943" y="2207"/>
                  </a:lnTo>
                  <a:lnTo>
                    <a:pt x="1023" y="2338"/>
                  </a:lnTo>
                  <a:lnTo>
                    <a:pt x="1088" y="2378"/>
                  </a:lnTo>
                  <a:lnTo>
                    <a:pt x="980" y="2442"/>
                  </a:lnTo>
                  <a:lnTo>
                    <a:pt x="866" y="2442"/>
                  </a:lnTo>
                  <a:lnTo>
                    <a:pt x="866" y="2232"/>
                  </a:lnTo>
                  <a:lnTo>
                    <a:pt x="798" y="2052"/>
                  </a:lnTo>
                  <a:lnTo>
                    <a:pt x="576" y="1424"/>
                  </a:lnTo>
                  <a:lnTo>
                    <a:pt x="156" y="1488"/>
                  </a:lnTo>
                  <a:lnTo>
                    <a:pt x="75" y="1474"/>
                  </a:lnTo>
                  <a:lnTo>
                    <a:pt x="391" y="1345"/>
                  </a:lnTo>
                  <a:lnTo>
                    <a:pt x="341" y="1228"/>
                  </a:lnTo>
                  <a:lnTo>
                    <a:pt x="0" y="1228"/>
                  </a:lnTo>
                  <a:lnTo>
                    <a:pt x="260" y="1110"/>
                  </a:lnTo>
                  <a:lnTo>
                    <a:pt x="456" y="1096"/>
                  </a:lnTo>
                  <a:lnTo>
                    <a:pt x="417" y="849"/>
                  </a:lnTo>
                  <a:lnTo>
                    <a:pt x="798" y="1905"/>
                  </a:lnTo>
                  <a:lnTo>
                    <a:pt x="798" y="1608"/>
                  </a:lnTo>
                  <a:lnTo>
                    <a:pt x="838" y="1257"/>
                  </a:lnTo>
                  <a:lnTo>
                    <a:pt x="890" y="863"/>
                  </a:lnTo>
                  <a:lnTo>
                    <a:pt x="919" y="575"/>
                  </a:lnTo>
                  <a:lnTo>
                    <a:pt x="919" y="169"/>
                  </a:lnTo>
                  <a:lnTo>
                    <a:pt x="972" y="53"/>
                  </a:lnTo>
                  <a:lnTo>
                    <a:pt x="103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2" name="Freeform 572"/>
            <p:cNvSpPr>
              <a:spLocks/>
            </p:cNvSpPr>
            <p:nvPr/>
          </p:nvSpPr>
          <p:spPr bwMode="auto">
            <a:xfrm>
              <a:off x="3566" y="1797"/>
              <a:ext cx="181" cy="263"/>
            </a:xfrm>
            <a:custGeom>
              <a:avLst/>
              <a:gdLst>
                <a:gd name="T0" fmla="*/ 0 w 1444"/>
                <a:gd name="T1" fmla="*/ 0 h 2100"/>
                <a:gd name="T2" fmla="*/ 0 w 1444"/>
                <a:gd name="T3" fmla="*/ 0 h 2100"/>
                <a:gd name="T4" fmla="*/ 0 w 1444"/>
                <a:gd name="T5" fmla="*/ 0 h 2100"/>
                <a:gd name="T6" fmla="*/ 0 w 1444"/>
                <a:gd name="T7" fmla="*/ 0 h 2100"/>
                <a:gd name="T8" fmla="*/ 0 w 1444"/>
                <a:gd name="T9" fmla="*/ 0 h 2100"/>
                <a:gd name="T10" fmla="*/ 0 w 1444"/>
                <a:gd name="T11" fmla="*/ 0 h 2100"/>
                <a:gd name="T12" fmla="*/ 0 w 1444"/>
                <a:gd name="T13" fmla="*/ 0 h 2100"/>
                <a:gd name="T14" fmla="*/ 0 w 1444"/>
                <a:gd name="T15" fmla="*/ 0 h 2100"/>
                <a:gd name="T16" fmla="*/ 0 w 1444"/>
                <a:gd name="T17" fmla="*/ 0 h 2100"/>
                <a:gd name="T18" fmla="*/ 0 w 1444"/>
                <a:gd name="T19" fmla="*/ 0 h 2100"/>
                <a:gd name="T20" fmla="*/ 0 w 1444"/>
                <a:gd name="T21" fmla="*/ 0 h 2100"/>
                <a:gd name="T22" fmla="*/ 0 w 1444"/>
                <a:gd name="T23" fmla="*/ 0 h 2100"/>
                <a:gd name="T24" fmla="*/ 0 w 1444"/>
                <a:gd name="T25" fmla="*/ 0 h 2100"/>
                <a:gd name="T26" fmla="*/ 0 w 1444"/>
                <a:gd name="T27" fmla="*/ 0 h 2100"/>
                <a:gd name="T28" fmla="*/ 0 w 1444"/>
                <a:gd name="T29" fmla="*/ 0 h 2100"/>
                <a:gd name="T30" fmla="*/ 0 w 1444"/>
                <a:gd name="T31" fmla="*/ 0 h 2100"/>
                <a:gd name="T32" fmla="*/ 0 w 1444"/>
                <a:gd name="T33" fmla="*/ 0 h 2100"/>
                <a:gd name="T34" fmla="*/ 0 w 1444"/>
                <a:gd name="T35" fmla="*/ 0 h 2100"/>
                <a:gd name="T36" fmla="*/ 0 w 1444"/>
                <a:gd name="T37" fmla="*/ 0 h 2100"/>
                <a:gd name="T38" fmla="*/ 0 w 1444"/>
                <a:gd name="T39" fmla="*/ 0 h 2100"/>
                <a:gd name="T40" fmla="*/ 0 w 1444"/>
                <a:gd name="T41" fmla="*/ 0 h 2100"/>
                <a:gd name="T42" fmla="*/ 0 w 1444"/>
                <a:gd name="T43" fmla="*/ 0 h 2100"/>
                <a:gd name="T44" fmla="*/ 0 w 1444"/>
                <a:gd name="T45" fmla="*/ 0 h 2100"/>
                <a:gd name="T46" fmla="*/ 0 w 1444"/>
                <a:gd name="T47" fmla="*/ 0 h 2100"/>
                <a:gd name="T48" fmla="*/ 0 w 1444"/>
                <a:gd name="T49" fmla="*/ 0 h 2100"/>
                <a:gd name="T50" fmla="*/ 0 w 1444"/>
                <a:gd name="T51" fmla="*/ 0 h 2100"/>
                <a:gd name="T52" fmla="*/ 0 w 1444"/>
                <a:gd name="T53" fmla="*/ 0 h 2100"/>
                <a:gd name="T54" fmla="*/ 0 w 1444"/>
                <a:gd name="T55" fmla="*/ 0 h 2100"/>
                <a:gd name="T56" fmla="*/ 0 w 1444"/>
                <a:gd name="T57" fmla="*/ 0 h 2100"/>
                <a:gd name="T58" fmla="*/ 0 w 1444"/>
                <a:gd name="T59" fmla="*/ 0 h 2100"/>
                <a:gd name="T60" fmla="*/ 0 w 1444"/>
                <a:gd name="T61" fmla="*/ 0 h 210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444"/>
                <a:gd name="T94" fmla="*/ 0 h 2100"/>
                <a:gd name="T95" fmla="*/ 1444 w 1444"/>
                <a:gd name="T96" fmla="*/ 2100 h 210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444" h="2100">
                  <a:moveTo>
                    <a:pt x="198" y="1931"/>
                  </a:moveTo>
                  <a:lnTo>
                    <a:pt x="407" y="1995"/>
                  </a:lnTo>
                  <a:lnTo>
                    <a:pt x="589" y="2100"/>
                  </a:lnTo>
                  <a:lnTo>
                    <a:pt x="446" y="1931"/>
                  </a:lnTo>
                  <a:lnTo>
                    <a:pt x="343" y="1841"/>
                  </a:lnTo>
                  <a:lnTo>
                    <a:pt x="248" y="1826"/>
                  </a:lnTo>
                  <a:lnTo>
                    <a:pt x="211" y="1812"/>
                  </a:lnTo>
                  <a:lnTo>
                    <a:pt x="211" y="1632"/>
                  </a:lnTo>
                  <a:lnTo>
                    <a:pt x="264" y="1593"/>
                  </a:lnTo>
                  <a:lnTo>
                    <a:pt x="499" y="1498"/>
                  </a:lnTo>
                  <a:lnTo>
                    <a:pt x="776" y="1318"/>
                  </a:lnTo>
                  <a:lnTo>
                    <a:pt x="1025" y="1070"/>
                  </a:lnTo>
                  <a:lnTo>
                    <a:pt x="1444" y="495"/>
                  </a:lnTo>
                  <a:lnTo>
                    <a:pt x="1444" y="403"/>
                  </a:lnTo>
                  <a:lnTo>
                    <a:pt x="1092" y="834"/>
                  </a:lnTo>
                  <a:lnTo>
                    <a:pt x="710" y="1217"/>
                  </a:lnTo>
                  <a:lnTo>
                    <a:pt x="369" y="1448"/>
                  </a:lnTo>
                  <a:lnTo>
                    <a:pt x="578" y="1081"/>
                  </a:lnTo>
                  <a:lnTo>
                    <a:pt x="684" y="732"/>
                  </a:lnTo>
                  <a:lnTo>
                    <a:pt x="710" y="495"/>
                  </a:lnTo>
                  <a:lnTo>
                    <a:pt x="879" y="140"/>
                  </a:lnTo>
                  <a:lnTo>
                    <a:pt x="1117" y="0"/>
                  </a:lnTo>
                  <a:lnTo>
                    <a:pt x="855" y="127"/>
                  </a:lnTo>
                  <a:lnTo>
                    <a:pt x="644" y="442"/>
                  </a:lnTo>
                  <a:lnTo>
                    <a:pt x="644" y="769"/>
                  </a:lnTo>
                  <a:lnTo>
                    <a:pt x="525" y="1081"/>
                  </a:lnTo>
                  <a:lnTo>
                    <a:pt x="356" y="1371"/>
                  </a:lnTo>
                  <a:lnTo>
                    <a:pt x="184" y="1604"/>
                  </a:lnTo>
                  <a:lnTo>
                    <a:pt x="184" y="1826"/>
                  </a:lnTo>
                  <a:lnTo>
                    <a:pt x="0" y="1905"/>
                  </a:lnTo>
                  <a:lnTo>
                    <a:pt x="198" y="19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3" name="Freeform 573"/>
            <p:cNvSpPr>
              <a:spLocks/>
            </p:cNvSpPr>
            <p:nvPr/>
          </p:nvSpPr>
          <p:spPr bwMode="auto">
            <a:xfrm>
              <a:off x="3561" y="2070"/>
              <a:ext cx="102" cy="96"/>
            </a:xfrm>
            <a:custGeom>
              <a:avLst/>
              <a:gdLst>
                <a:gd name="T0" fmla="*/ 0 w 818"/>
                <a:gd name="T1" fmla="*/ 0 h 773"/>
                <a:gd name="T2" fmla="*/ 0 w 818"/>
                <a:gd name="T3" fmla="*/ 0 h 773"/>
                <a:gd name="T4" fmla="*/ 0 w 818"/>
                <a:gd name="T5" fmla="*/ 0 h 773"/>
                <a:gd name="T6" fmla="*/ 0 w 818"/>
                <a:gd name="T7" fmla="*/ 0 h 773"/>
                <a:gd name="T8" fmla="*/ 0 w 818"/>
                <a:gd name="T9" fmla="*/ 0 h 773"/>
                <a:gd name="T10" fmla="*/ 0 w 818"/>
                <a:gd name="T11" fmla="*/ 0 h 773"/>
                <a:gd name="T12" fmla="*/ 0 w 818"/>
                <a:gd name="T13" fmla="*/ 0 h 773"/>
                <a:gd name="T14" fmla="*/ 0 w 818"/>
                <a:gd name="T15" fmla="*/ 0 h 773"/>
                <a:gd name="T16" fmla="*/ 0 w 818"/>
                <a:gd name="T17" fmla="*/ 0 h 773"/>
                <a:gd name="T18" fmla="*/ 0 w 818"/>
                <a:gd name="T19" fmla="*/ 0 h 773"/>
                <a:gd name="T20" fmla="*/ 0 w 818"/>
                <a:gd name="T21" fmla="*/ 0 h 773"/>
                <a:gd name="T22" fmla="*/ 0 w 818"/>
                <a:gd name="T23" fmla="*/ 0 h 773"/>
                <a:gd name="T24" fmla="*/ 0 w 818"/>
                <a:gd name="T25" fmla="*/ 0 h 773"/>
                <a:gd name="T26" fmla="*/ 0 w 818"/>
                <a:gd name="T27" fmla="*/ 0 h 773"/>
                <a:gd name="T28" fmla="*/ 0 w 818"/>
                <a:gd name="T29" fmla="*/ 0 h 773"/>
                <a:gd name="T30" fmla="*/ 0 w 818"/>
                <a:gd name="T31" fmla="*/ 0 h 773"/>
                <a:gd name="T32" fmla="*/ 0 w 818"/>
                <a:gd name="T33" fmla="*/ 0 h 773"/>
                <a:gd name="T34" fmla="*/ 0 w 818"/>
                <a:gd name="T35" fmla="*/ 0 h 773"/>
                <a:gd name="T36" fmla="*/ 0 w 818"/>
                <a:gd name="T37" fmla="*/ 0 h 77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8"/>
                <a:gd name="T58" fmla="*/ 0 h 773"/>
                <a:gd name="T59" fmla="*/ 818 w 818"/>
                <a:gd name="T60" fmla="*/ 773 h 77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8" h="773">
                  <a:moveTo>
                    <a:pt x="671" y="0"/>
                  </a:moveTo>
                  <a:lnTo>
                    <a:pt x="776" y="184"/>
                  </a:lnTo>
                  <a:lnTo>
                    <a:pt x="818" y="419"/>
                  </a:lnTo>
                  <a:lnTo>
                    <a:pt x="818" y="564"/>
                  </a:lnTo>
                  <a:lnTo>
                    <a:pt x="739" y="758"/>
                  </a:lnTo>
                  <a:lnTo>
                    <a:pt x="606" y="773"/>
                  </a:lnTo>
                  <a:lnTo>
                    <a:pt x="369" y="654"/>
                  </a:lnTo>
                  <a:lnTo>
                    <a:pt x="226" y="498"/>
                  </a:lnTo>
                  <a:lnTo>
                    <a:pt x="0" y="14"/>
                  </a:lnTo>
                  <a:lnTo>
                    <a:pt x="161" y="290"/>
                  </a:lnTo>
                  <a:lnTo>
                    <a:pt x="435" y="512"/>
                  </a:lnTo>
                  <a:lnTo>
                    <a:pt x="739" y="588"/>
                  </a:lnTo>
                  <a:lnTo>
                    <a:pt x="752" y="474"/>
                  </a:lnTo>
                  <a:lnTo>
                    <a:pt x="712" y="327"/>
                  </a:lnTo>
                  <a:lnTo>
                    <a:pt x="620" y="235"/>
                  </a:lnTo>
                  <a:lnTo>
                    <a:pt x="477" y="184"/>
                  </a:lnTo>
                  <a:lnTo>
                    <a:pt x="620" y="147"/>
                  </a:lnTo>
                  <a:lnTo>
                    <a:pt x="671" y="65"/>
                  </a:lnTo>
                  <a:lnTo>
                    <a:pt x="6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4" name="Freeform 574"/>
            <p:cNvSpPr>
              <a:spLocks/>
            </p:cNvSpPr>
            <p:nvPr/>
          </p:nvSpPr>
          <p:spPr bwMode="auto">
            <a:xfrm>
              <a:off x="3351" y="2093"/>
              <a:ext cx="264" cy="76"/>
            </a:xfrm>
            <a:custGeom>
              <a:avLst/>
              <a:gdLst>
                <a:gd name="T0" fmla="*/ 0 w 2111"/>
                <a:gd name="T1" fmla="*/ 0 h 613"/>
                <a:gd name="T2" fmla="*/ 0 w 2111"/>
                <a:gd name="T3" fmla="*/ 0 h 613"/>
                <a:gd name="T4" fmla="*/ 0 w 2111"/>
                <a:gd name="T5" fmla="*/ 0 h 613"/>
                <a:gd name="T6" fmla="*/ 0 w 2111"/>
                <a:gd name="T7" fmla="*/ 0 h 613"/>
                <a:gd name="T8" fmla="*/ 0 w 2111"/>
                <a:gd name="T9" fmla="*/ 0 h 613"/>
                <a:gd name="T10" fmla="*/ 0 w 2111"/>
                <a:gd name="T11" fmla="*/ 0 h 613"/>
                <a:gd name="T12" fmla="*/ 0 w 2111"/>
                <a:gd name="T13" fmla="*/ 0 h 613"/>
                <a:gd name="T14" fmla="*/ 0 w 2111"/>
                <a:gd name="T15" fmla="*/ 0 h 613"/>
                <a:gd name="T16" fmla="*/ 0 w 2111"/>
                <a:gd name="T17" fmla="*/ 0 h 613"/>
                <a:gd name="T18" fmla="*/ 0 w 2111"/>
                <a:gd name="T19" fmla="*/ 0 h 613"/>
                <a:gd name="T20" fmla="*/ 0 w 2111"/>
                <a:gd name="T21" fmla="*/ 0 h 613"/>
                <a:gd name="T22" fmla="*/ 0 w 2111"/>
                <a:gd name="T23" fmla="*/ 0 h 613"/>
                <a:gd name="T24" fmla="*/ 0 w 2111"/>
                <a:gd name="T25" fmla="*/ 0 h 613"/>
                <a:gd name="T26" fmla="*/ 0 w 2111"/>
                <a:gd name="T27" fmla="*/ 0 h 613"/>
                <a:gd name="T28" fmla="*/ 0 w 2111"/>
                <a:gd name="T29" fmla="*/ 0 h 613"/>
                <a:gd name="T30" fmla="*/ 0 w 2111"/>
                <a:gd name="T31" fmla="*/ 0 h 613"/>
                <a:gd name="T32" fmla="*/ 0 w 2111"/>
                <a:gd name="T33" fmla="*/ 0 h 613"/>
                <a:gd name="T34" fmla="*/ 0 w 2111"/>
                <a:gd name="T35" fmla="*/ 0 h 613"/>
                <a:gd name="T36" fmla="*/ 0 w 2111"/>
                <a:gd name="T37" fmla="*/ 0 h 613"/>
                <a:gd name="T38" fmla="*/ 0 w 2111"/>
                <a:gd name="T39" fmla="*/ 0 h 613"/>
                <a:gd name="T40" fmla="*/ 0 w 2111"/>
                <a:gd name="T41" fmla="*/ 0 h 613"/>
                <a:gd name="T42" fmla="*/ 0 w 2111"/>
                <a:gd name="T43" fmla="*/ 0 h 613"/>
                <a:gd name="T44" fmla="*/ 0 w 2111"/>
                <a:gd name="T45" fmla="*/ 0 h 613"/>
                <a:gd name="T46" fmla="*/ 0 w 2111"/>
                <a:gd name="T47" fmla="*/ 0 h 613"/>
                <a:gd name="T48" fmla="*/ 0 w 2111"/>
                <a:gd name="T49" fmla="*/ 0 h 613"/>
                <a:gd name="T50" fmla="*/ 0 w 2111"/>
                <a:gd name="T51" fmla="*/ 0 h 61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11"/>
                <a:gd name="T79" fmla="*/ 0 h 613"/>
                <a:gd name="T80" fmla="*/ 2111 w 2111"/>
                <a:gd name="T81" fmla="*/ 613 h 61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11" h="613">
                  <a:moveTo>
                    <a:pt x="2111" y="613"/>
                  </a:moveTo>
                  <a:lnTo>
                    <a:pt x="1718" y="602"/>
                  </a:lnTo>
                  <a:lnTo>
                    <a:pt x="1194" y="549"/>
                  </a:lnTo>
                  <a:lnTo>
                    <a:pt x="593" y="380"/>
                  </a:lnTo>
                  <a:lnTo>
                    <a:pt x="103" y="301"/>
                  </a:lnTo>
                  <a:lnTo>
                    <a:pt x="26" y="235"/>
                  </a:lnTo>
                  <a:lnTo>
                    <a:pt x="0" y="90"/>
                  </a:lnTo>
                  <a:lnTo>
                    <a:pt x="353" y="143"/>
                  </a:lnTo>
                  <a:lnTo>
                    <a:pt x="364" y="0"/>
                  </a:lnTo>
                  <a:lnTo>
                    <a:pt x="406" y="143"/>
                  </a:lnTo>
                  <a:lnTo>
                    <a:pt x="643" y="143"/>
                  </a:lnTo>
                  <a:lnTo>
                    <a:pt x="419" y="249"/>
                  </a:lnTo>
                  <a:lnTo>
                    <a:pt x="445" y="328"/>
                  </a:lnTo>
                  <a:lnTo>
                    <a:pt x="929" y="290"/>
                  </a:lnTo>
                  <a:lnTo>
                    <a:pt x="1243" y="301"/>
                  </a:lnTo>
                  <a:lnTo>
                    <a:pt x="1586" y="362"/>
                  </a:lnTo>
                  <a:lnTo>
                    <a:pt x="1773" y="433"/>
                  </a:lnTo>
                  <a:lnTo>
                    <a:pt x="1625" y="249"/>
                  </a:lnTo>
                  <a:lnTo>
                    <a:pt x="1494" y="169"/>
                  </a:lnTo>
                  <a:lnTo>
                    <a:pt x="1221" y="106"/>
                  </a:lnTo>
                  <a:lnTo>
                    <a:pt x="1549" y="106"/>
                  </a:lnTo>
                  <a:lnTo>
                    <a:pt x="1747" y="235"/>
                  </a:lnTo>
                  <a:lnTo>
                    <a:pt x="1821" y="393"/>
                  </a:lnTo>
                  <a:lnTo>
                    <a:pt x="1929" y="496"/>
                  </a:lnTo>
                  <a:lnTo>
                    <a:pt x="2019" y="574"/>
                  </a:lnTo>
                  <a:lnTo>
                    <a:pt x="2111" y="6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5" name="Freeform 575"/>
            <p:cNvSpPr>
              <a:spLocks/>
            </p:cNvSpPr>
            <p:nvPr/>
          </p:nvSpPr>
          <p:spPr bwMode="auto">
            <a:xfrm>
              <a:off x="3351" y="1948"/>
              <a:ext cx="114" cy="91"/>
            </a:xfrm>
            <a:custGeom>
              <a:avLst/>
              <a:gdLst>
                <a:gd name="T0" fmla="*/ 0 w 905"/>
                <a:gd name="T1" fmla="*/ 0 h 731"/>
                <a:gd name="T2" fmla="*/ 0 w 905"/>
                <a:gd name="T3" fmla="*/ 0 h 731"/>
                <a:gd name="T4" fmla="*/ 0 w 905"/>
                <a:gd name="T5" fmla="*/ 0 h 731"/>
                <a:gd name="T6" fmla="*/ 0 w 905"/>
                <a:gd name="T7" fmla="*/ 0 h 731"/>
                <a:gd name="T8" fmla="*/ 0 w 905"/>
                <a:gd name="T9" fmla="*/ 0 h 731"/>
                <a:gd name="T10" fmla="*/ 0 w 905"/>
                <a:gd name="T11" fmla="*/ 0 h 731"/>
                <a:gd name="T12" fmla="*/ 0 w 905"/>
                <a:gd name="T13" fmla="*/ 0 h 731"/>
                <a:gd name="T14" fmla="*/ 0 w 905"/>
                <a:gd name="T15" fmla="*/ 0 h 731"/>
                <a:gd name="T16" fmla="*/ 0 w 905"/>
                <a:gd name="T17" fmla="*/ 0 h 731"/>
                <a:gd name="T18" fmla="*/ 0 w 905"/>
                <a:gd name="T19" fmla="*/ 0 h 731"/>
                <a:gd name="T20" fmla="*/ 0 w 905"/>
                <a:gd name="T21" fmla="*/ 0 h 731"/>
                <a:gd name="T22" fmla="*/ 0 w 905"/>
                <a:gd name="T23" fmla="*/ 0 h 731"/>
                <a:gd name="T24" fmla="*/ 0 w 905"/>
                <a:gd name="T25" fmla="*/ 0 h 731"/>
                <a:gd name="T26" fmla="*/ 0 w 905"/>
                <a:gd name="T27" fmla="*/ 0 h 731"/>
                <a:gd name="T28" fmla="*/ 0 w 905"/>
                <a:gd name="T29" fmla="*/ 0 h 731"/>
                <a:gd name="T30" fmla="*/ 0 w 905"/>
                <a:gd name="T31" fmla="*/ 0 h 731"/>
                <a:gd name="T32" fmla="*/ 0 w 905"/>
                <a:gd name="T33" fmla="*/ 0 h 731"/>
                <a:gd name="T34" fmla="*/ 0 w 905"/>
                <a:gd name="T35" fmla="*/ 0 h 731"/>
                <a:gd name="T36" fmla="*/ 0 w 905"/>
                <a:gd name="T37" fmla="*/ 0 h 731"/>
                <a:gd name="T38" fmla="*/ 0 w 905"/>
                <a:gd name="T39" fmla="*/ 0 h 731"/>
                <a:gd name="T40" fmla="*/ 0 w 905"/>
                <a:gd name="T41" fmla="*/ 0 h 731"/>
                <a:gd name="T42" fmla="*/ 0 w 905"/>
                <a:gd name="T43" fmla="*/ 0 h 731"/>
                <a:gd name="T44" fmla="*/ 0 w 905"/>
                <a:gd name="T45" fmla="*/ 0 h 731"/>
                <a:gd name="T46" fmla="*/ 0 w 905"/>
                <a:gd name="T47" fmla="*/ 0 h 731"/>
                <a:gd name="T48" fmla="*/ 0 w 905"/>
                <a:gd name="T49" fmla="*/ 0 h 731"/>
                <a:gd name="T50" fmla="*/ 0 w 905"/>
                <a:gd name="T51" fmla="*/ 0 h 731"/>
                <a:gd name="T52" fmla="*/ 0 w 905"/>
                <a:gd name="T53" fmla="*/ 0 h 731"/>
                <a:gd name="T54" fmla="*/ 0 w 905"/>
                <a:gd name="T55" fmla="*/ 0 h 731"/>
                <a:gd name="T56" fmla="*/ 0 w 905"/>
                <a:gd name="T57" fmla="*/ 0 h 731"/>
                <a:gd name="T58" fmla="*/ 0 w 905"/>
                <a:gd name="T59" fmla="*/ 0 h 731"/>
                <a:gd name="T60" fmla="*/ 0 w 905"/>
                <a:gd name="T61" fmla="*/ 0 h 731"/>
                <a:gd name="T62" fmla="*/ 0 w 905"/>
                <a:gd name="T63" fmla="*/ 0 h 731"/>
                <a:gd name="T64" fmla="*/ 0 w 905"/>
                <a:gd name="T65" fmla="*/ 0 h 7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5"/>
                <a:gd name="T100" fmla="*/ 0 h 731"/>
                <a:gd name="T101" fmla="*/ 905 w 905"/>
                <a:gd name="T102" fmla="*/ 731 h 7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5" h="731">
                  <a:moveTo>
                    <a:pt x="168" y="731"/>
                  </a:moveTo>
                  <a:lnTo>
                    <a:pt x="301" y="612"/>
                  </a:lnTo>
                  <a:lnTo>
                    <a:pt x="301" y="563"/>
                  </a:lnTo>
                  <a:lnTo>
                    <a:pt x="263" y="512"/>
                  </a:lnTo>
                  <a:lnTo>
                    <a:pt x="143" y="457"/>
                  </a:lnTo>
                  <a:lnTo>
                    <a:pt x="26" y="417"/>
                  </a:lnTo>
                  <a:lnTo>
                    <a:pt x="0" y="393"/>
                  </a:lnTo>
                  <a:lnTo>
                    <a:pt x="0" y="340"/>
                  </a:lnTo>
                  <a:lnTo>
                    <a:pt x="26" y="312"/>
                  </a:lnTo>
                  <a:lnTo>
                    <a:pt x="103" y="275"/>
                  </a:lnTo>
                  <a:lnTo>
                    <a:pt x="118" y="312"/>
                  </a:lnTo>
                  <a:lnTo>
                    <a:pt x="158" y="351"/>
                  </a:lnTo>
                  <a:lnTo>
                    <a:pt x="301" y="379"/>
                  </a:lnTo>
                  <a:lnTo>
                    <a:pt x="285" y="287"/>
                  </a:lnTo>
                  <a:lnTo>
                    <a:pt x="221" y="208"/>
                  </a:lnTo>
                  <a:lnTo>
                    <a:pt x="143" y="129"/>
                  </a:lnTo>
                  <a:lnTo>
                    <a:pt x="13" y="54"/>
                  </a:lnTo>
                  <a:lnTo>
                    <a:pt x="90" y="39"/>
                  </a:lnTo>
                  <a:lnTo>
                    <a:pt x="237" y="79"/>
                  </a:lnTo>
                  <a:lnTo>
                    <a:pt x="364" y="158"/>
                  </a:lnTo>
                  <a:lnTo>
                    <a:pt x="472" y="298"/>
                  </a:lnTo>
                  <a:lnTo>
                    <a:pt x="617" y="235"/>
                  </a:lnTo>
                  <a:lnTo>
                    <a:pt x="461" y="158"/>
                  </a:lnTo>
                  <a:lnTo>
                    <a:pt x="433" y="118"/>
                  </a:lnTo>
                  <a:lnTo>
                    <a:pt x="461" y="79"/>
                  </a:lnTo>
                  <a:lnTo>
                    <a:pt x="562" y="39"/>
                  </a:lnTo>
                  <a:lnTo>
                    <a:pt x="747" y="0"/>
                  </a:lnTo>
                  <a:lnTo>
                    <a:pt x="905" y="0"/>
                  </a:lnTo>
                  <a:lnTo>
                    <a:pt x="823" y="158"/>
                  </a:lnTo>
                  <a:lnTo>
                    <a:pt x="643" y="362"/>
                  </a:lnTo>
                  <a:lnTo>
                    <a:pt x="445" y="549"/>
                  </a:lnTo>
                  <a:lnTo>
                    <a:pt x="301" y="667"/>
                  </a:lnTo>
                  <a:lnTo>
                    <a:pt x="168" y="7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6" name="Freeform 576"/>
            <p:cNvSpPr>
              <a:spLocks/>
            </p:cNvSpPr>
            <p:nvPr/>
          </p:nvSpPr>
          <p:spPr bwMode="auto">
            <a:xfrm>
              <a:off x="3410" y="1753"/>
              <a:ext cx="20" cy="97"/>
            </a:xfrm>
            <a:custGeom>
              <a:avLst/>
              <a:gdLst>
                <a:gd name="T0" fmla="*/ 0 w 157"/>
                <a:gd name="T1" fmla="*/ 0 h 771"/>
                <a:gd name="T2" fmla="*/ 0 w 157"/>
                <a:gd name="T3" fmla="*/ 0 h 771"/>
                <a:gd name="T4" fmla="*/ 0 w 157"/>
                <a:gd name="T5" fmla="*/ 0 h 771"/>
                <a:gd name="T6" fmla="*/ 0 w 157"/>
                <a:gd name="T7" fmla="*/ 0 h 771"/>
                <a:gd name="T8" fmla="*/ 0 w 157"/>
                <a:gd name="T9" fmla="*/ 0 h 771"/>
                <a:gd name="T10" fmla="*/ 0 w 157"/>
                <a:gd name="T11" fmla="*/ 0 h 771"/>
                <a:gd name="T12" fmla="*/ 0 w 157"/>
                <a:gd name="T13" fmla="*/ 0 h 771"/>
                <a:gd name="T14" fmla="*/ 0 w 157"/>
                <a:gd name="T15" fmla="*/ 0 h 771"/>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771"/>
                <a:gd name="T26" fmla="*/ 157 w 157"/>
                <a:gd name="T27" fmla="*/ 771 h 77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771">
                  <a:moveTo>
                    <a:pt x="65" y="116"/>
                  </a:moveTo>
                  <a:lnTo>
                    <a:pt x="90" y="378"/>
                  </a:lnTo>
                  <a:lnTo>
                    <a:pt x="132" y="626"/>
                  </a:lnTo>
                  <a:lnTo>
                    <a:pt x="157" y="771"/>
                  </a:lnTo>
                  <a:lnTo>
                    <a:pt x="24" y="354"/>
                  </a:lnTo>
                  <a:lnTo>
                    <a:pt x="0" y="222"/>
                  </a:lnTo>
                  <a:lnTo>
                    <a:pt x="51" y="0"/>
                  </a:lnTo>
                  <a:lnTo>
                    <a:pt x="65"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577" name="Text Box 577"/>
          <p:cNvSpPr txBox="1">
            <a:spLocks noChangeArrowheads="1"/>
          </p:cNvSpPr>
          <p:nvPr/>
        </p:nvSpPr>
        <p:spPr bwMode="auto">
          <a:xfrm>
            <a:off x="8156497" y="6519645"/>
            <a:ext cx="19208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a:solidFill>
                  <a:srgbClr val="000000"/>
                </a:solidFill>
              </a:rPr>
              <a:t>time de avaliação</a:t>
            </a:r>
          </a:p>
        </p:txBody>
      </p:sp>
      <p:sp>
        <p:nvSpPr>
          <p:cNvPr id="578" name="AutoShape 578"/>
          <p:cNvSpPr>
            <a:spLocks noChangeArrowheads="1"/>
          </p:cNvSpPr>
          <p:nvPr/>
        </p:nvSpPr>
        <p:spPr bwMode="auto">
          <a:xfrm>
            <a:off x="6962697" y="5529045"/>
            <a:ext cx="404812" cy="188912"/>
          </a:xfrm>
          <a:prstGeom prst="rightArrow">
            <a:avLst>
              <a:gd name="adj1" fmla="val 50000"/>
              <a:gd name="adj2" fmla="val 53572"/>
            </a:avLst>
          </a:prstGeom>
          <a:solidFill>
            <a:srgbClr val="FFFF00"/>
          </a:solidFill>
          <a:ln w="3175">
            <a:solidFill>
              <a:schemeClr val="tx1"/>
            </a:solidFill>
            <a:miter lim="800000"/>
            <a:headEnd/>
            <a:tailEnd/>
          </a:ln>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79" name="AutoShape 579"/>
          <p:cNvSpPr>
            <a:spLocks noChangeArrowheads="1"/>
          </p:cNvSpPr>
          <p:nvPr/>
        </p:nvSpPr>
        <p:spPr bwMode="auto">
          <a:xfrm>
            <a:off x="7953297" y="5529045"/>
            <a:ext cx="404812" cy="188912"/>
          </a:xfrm>
          <a:prstGeom prst="rightArrow">
            <a:avLst>
              <a:gd name="adj1" fmla="val 50000"/>
              <a:gd name="adj2" fmla="val 53572"/>
            </a:avLst>
          </a:prstGeom>
          <a:solidFill>
            <a:srgbClr val="FFFF00"/>
          </a:solidFill>
          <a:ln w="3175">
            <a:solidFill>
              <a:schemeClr val="tx1"/>
            </a:solidFill>
            <a:miter lim="800000"/>
            <a:headEnd/>
            <a:tailEnd/>
          </a:ln>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80" name="Text Box 580"/>
          <p:cNvSpPr txBox="1">
            <a:spLocks noChangeArrowheads="1"/>
          </p:cNvSpPr>
          <p:nvPr/>
        </p:nvSpPr>
        <p:spPr bwMode="auto">
          <a:xfrm>
            <a:off x="6429297" y="2709645"/>
            <a:ext cx="722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b="1">
                <a:solidFill>
                  <a:srgbClr val="000000"/>
                </a:solidFill>
              </a:rPr>
              <a:t>Fase</a:t>
            </a:r>
          </a:p>
        </p:txBody>
      </p:sp>
      <p:sp>
        <p:nvSpPr>
          <p:cNvPr id="581" name="Text Box 581"/>
          <p:cNvSpPr txBox="1">
            <a:spLocks noChangeArrowheads="1"/>
          </p:cNvSpPr>
          <p:nvPr/>
        </p:nvSpPr>
        <p:spPr bwMode="auto">
          <a:xfrm>
            <a:off x="4067097" y="2862045"/>
            <a:ext cx="939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a:solidFill>
                  <a:srgbClr val="000000"/>
                </a:solidFill>
              </a:rPr>
              <a:t>gate anterior</a:t>
            </a:r>
          </a:p>
        </p:txBody>
      </p:sp>
      <p:sp>
        <p:nvSpPr>
          <p:cNvPr id="582" name="Text Box 582"/>
          <p:cNvSpPr txBox="1">
            <a:spLocks noChangeArrowheads="1"/>
          </p:cNvSpPr>
          <p:nvPr/>
        </p:nvSpPr>
        <p:spPr bwMode="auto">
          <a:xfrm>
            <a:off x="8375572" y="2962057"/>
            <a:ext cx="812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a:solidFill>
                  <a:srgbClr val="000000"/>
                </a:solidFill>
              </a:rPr>
              <a:t>gate atual</a:t>
            </a:r>
          </a:p>
        </p:txBody>
      </p:sp>
      <p:grpSp>
        <p:nvGrpSpPr>
          <p:cNvPr id="583" name="Group 583"/>
          <p:cNvGrpSpPr>
            <a:grpSpLocks/>
          </p:cNvGrpSpPr>
          <p:nvPr/>
        </p:nvGrpSpPr>
        <p:grpSpPr bwMode="auto">
          <a:xfrm>
            <a:off x="5614909" y="4001870"/>
            <a:ext cx="519113" cy="600075"/>
            <a:chOff x="4800" y="1776"/>
            <a:chExt cx="432" cy="579"/>
          </a:xfrm>
        </p:grpSpPr>
        <p:sp>
          <p:nvSpPr>
            <p:cNvPr id="584" name="AutoShape 584"/>
            <p:cNvSpPr>
              <a:spLocks noChangeArrowheads="1"/>
            </p:cNvSpPr>
            <p:nvPr/>
          </p:nvSpPr>
          <p:spPr bwMode="auto">
            <a:xfrm>
              <a:off x="4800" y="1776"/>
              <a:ext cx="432" cy="579"/>
            </a:xfrm>
            <a:prstGeom prst="foldedCorner">
              <a:avLst>
                <a:gd name="adj" fmla="val 12500"/>
              </a:avLst>
            </a:prstGeom>
            <a:solidFill>
              <a:srgbClr val="FFFFCC"/>
            </a:solidFill>
            <a:ln w="9525">
              <a:solidFill>
                <a:srgbClr val="000000"/>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85" name="Line 585"/>
            <p:cNvSpPr>
              <a:spLocks noChangeShapeType="1"/>
            </p:cNvSpPr>
            <p:nvPr/>
          </p:nvSpPr>
          <p:spPr bwMode="auto">
            <a:xfrm>
              <a:off x="4848" y="187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86" name="Line 586"/>
            <p:cNvSpPr>
              <a:spLocks noChangeShapeType="1"/>
            </p:cNvSpPr>
            <p:nvPr/>
          </p:nvSpPr>
          <p:spPr bwMode="auto">
            <a:xfrm>
              <a:off x="4848" y="192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87" name="Line 587"/>
            <p:cNvSpPr>
              <a:spLocks noChangeShapeType="1"/>
            </p:cNvSpPr>
            <p:nvPr/>
          </p:nvSpPr>
          <p:spPr bwMode="auto">
            <a:xfrm>
              <a:off x="4848" y="196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88" name="Line 588"/>
            <p:cNvSpPr>
              <a:spLocks noChangeShapeType="1"/>
            </p:cNvSpPr>
            <p:nvPr/>
          </p:nvSpPr>
          <p:spPr bwMode="auto">
            <a:xfrm>
              <a:off x="4848" y="201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89" name="Line 589"/>
            <p:cNvSpPr>
              <a:spLocks noChangeShapeType="1"/>
            </p:cNvSpPr>
            <p:nvPr/>
          </p:nvSpPr>
          <p:spPr bwMode="auto">
            <a:xfrm>
              <a:off x="4848" y="2064"/>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90" name="Line 590"/>
            <p:cNvSpPr>
              <a:spLocks noChangeShapeType="1"/>
            </p:cNvSpPr>
            <p:nvPr/>
          </p:nvSpPr>
          <p:spPr bwMode="auto">
            <a:xfrm>
              <a:off x="4848" y="211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91" name="Line 591"/>
            <p:cNvSpPr>
              <a:spLocks noChangeShapeType="1"/>
            </p:cNvSpPr>
            <p:nvPr/>
          </p:nvSpPr>
          <p:spPr bwMode="auto">
            <a:xfrm>
              <a:off x="4848" y="216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92" name="Line 592"/>
            <p:cNvSpPr>
              <a:spLocks noChangeShapeType="1"/>
            </p:cNvSpPr>
            <p:nvPr/>
          </p:nvSpPr>
          <p:spPr bwMode="auto">
            <a:xfrm>
              <a:off x="4848" y="220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93" name="Line 593"/>
            <p:cNvSpPr>
              <a:spLocks noChangeShapeType="1"/>
            </p:cNvSpPr>
            <p:nvPr/>
          </p:nvSpPr>
          <p:spPr bwMode="auto">
            <a:xfrm>
              <a:off x="4848" y="225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sp>
        <p:nvSpPr>
          <p:cNvPr id="594" name="AutoShape 594"/>
          <p:cNvSpPr>
            <a:spLocks noChangeArrowheads="1"/>
          </p:cNvSpPr>
          <p:nvPr/>
        </p:nvSpPr>
        <p:spPr bwMode="auto">
          <a:xfrm>
            <a:off x="5176759" y="4206657"/>
            <a:ext cx="404813" cy="188913"/>
          </a:xfrm>
          <a:prstGeom prst="rightArrow">
            <a:avLst>
              <a:gd name="adj1" fmla="val 50000"/>
              <a:gd name="adj2" fmla="val 53571"/>
            </a:avLst>
          </a:prstGeom>
          <a:solidFill>
            <a:srgbClr val="FFFF00"/>
          </a:solidFill>
          <a:ln w="3175">
            <a:solidFill>
              <a:schemeClr val="tx1"/>
            </a:solidFill>
            <a:miter lim="800000"/>
            <a:headEnd/>
            <a:tailEnd/>
          </a:ln>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95" name="AutoShape 595"/>
          <p:cNvSpPr>
            <a:spLocks noChangeArrowheads="1"/>
          </p:cNvSpPr>
          <p:nvPr/>
        </p:nvSpPr>
        <p:spPr bwMode="auto">
          <a:xfrm>
            <a:off x="6167359" y="4206657"/>
            <a:ext cx="404813" cy="188913"/>
          </a:xfrm>
          <a:prstGeom prst="rightArrow">
            <a:avLst>
              <a:gd name="adj1" fmla="val 50000"/>
              <a:gd name="adj2" fmla="val 53571"/>
            </a:avLst>
          </a:prstGeom>
          <a:solidFill>
            <a:srgbClr val="FFFF00"/>
          </a:solidFill>
          <a:ln w="3175">
            <a:solidFill>
              <a:schemeClr val="tx1"/>
            </a:solidFill>
            <a:miter lim="800000"/>
            <a:headEnd/>
            <a:tailEnd/>
          </a:ln>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596" name="Group 596"/>
          <p:cNvGrpSpPr>
            <a:grpSpLocks/>
          </p:cNvGrpSpPr>
          <p:nvPr/>
        </p:nvGrpSpPr>
        <p:grpSpPr bwMode="auto">
          <a:xfrm>
            <a:off x="9897984" y="5187732"/>
            <a:ext cx="471488" cy="852488"/>
            <a:chOff x="3483" y="2688"/>
            <a:chExt cx="480" cy="960"/>
          </a:xfrm>
        </p:grpSpPr>
        <p:sp>
          <p:nvSpPr>
            <p:cNvPr id="597" name="Arc 597"/>
            <p:cNvSpPr>
              <a:spLocks/>
            </p:cNvSpPr>
            <p:nvPr/>
          </p:nvSpPr>
          <p:spPr bwMode="auto">
            <a:xfrm>
              <a:off x="3505" y="2875"/>
              <a:ext cx="64" cy="201"/>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21600" y="43200"/>
                  </a:moveTo>
                  <a:cubicBezTo>
                    <a:pt x="9670" y="43200"/>
                    <a:pt x="0" y="33529"/>
                    <a:pt x="0" y="21600"/>
                  </a:cubicBezTo>
                  <a:cubicBezTo>
                    <a:pt x="-1" y="9670"/>
                    <a:pt x="9670" y="0"/>
                    <a:pt x="21599" y="0"/>
                  </a:cubicBezTo>
                </a:path>
                <a:path w="21600" h="43200" stroke="0" extrusionOk="0">
                  <a:moveTo>
                    <a:pt x="21600" y="43200"/>
                  </a:moveTo>
                  <a:cubicBezTo>
                    <a:pt x="9670" y="43200"/>
                    <a:pt x="0" y="33529"/>
                    <a:pt x="0" y="21600"/>
                  </a:cubicBezTo>
                  <a:cubicBezTo>
                    <a:pt x="-1" y="9670"/>
                    <a:pt x="9670" y="0"/>
                    <a:pt x="21599" y="0"/>
                  </a:cubicBezTo>
                  <a:lnTo>
                    <a:pt x="21600" y="21600"/>
                  </a:lnTo>
                  <a:close/>
                </a:path>
              </a:pathLst>
            </a:custGeom>
            <a:solidFill>
              <a:srgbClr val="FF4040"/>
            </a:solidFill>
            <a:ln w="3175">
              <a:solidFill>
                <a:srgbClr val="000000"/>
              </a:solidFill>
              <a:round/>
              <a:headEnd/>
              <a:tailEnd/>
            </a:ln>
          </p:spPr>
          <p:txBody>
            <a:bodyPr/>
            <a:lstStyle/>
            <a:p>
              <a:endParaRPr lang="pt-BR"/>
            </a:p>
          </p:txBody>
        </p:sp>
        <p:sp>
          <p:nvSpPr>
            <p:cNvPr id="598" name="Freeform 598"/>
            <p:cNvSpPr>
              <a:spLocks/>
            </p:cNvSpPr>
            <p:nvPr/>
          </p:nvSpPr>
          <p:spPr bwMode="auto">
            <a:xfrm>
              <a:off x="3483" y="2865"/>
              <a:ext cx="90" cy="223"/>
            </a:xfrm>
            <a:custGeom>
              <a:avLst/>
              <a:gdLst>
                <a:gd name="T0" fmla="*/ 1 w 243"/>
                <a:gd name="T1" fmla="*/ 0 h 556"/>
                <a:gd name="T2" fmla="*/ 0 w 243"/>
                <a:gd name="T3" fmla="*/ 0 h 556"/>
                <a:gd name="T4" fmla="*/ 0 w 243"/>
                <a:gd name="T5" fmla="*/ 0 h 556"/>
                <a:gd name="T6" fmla="*/ 0 w 243"/>
                <a:gd name="T7" fmla="*/ 0 h 556"/>
                <a:gd name="T8" fmla="*/ 0 w 243"/>
                <a:gd name="T9" fmla="*/ 0 h 556"/>
                <a:gd name="T10" fmla="*/ 0 w 243"/>
                <a:gd name="T11" fmla="*/ 0 h 556"/>
                <a:gd name="T12" fmla="*/ 0 w 243"/>
                <a:gd name="T13" fmla="*/ 0 h 556"/>
                <a:gd name="T14" fmla="*/ 0 w 243"/>
                <a:gd name="T15" fmla="*/ 0 h 556"/>
                <a:gd name="T16" fmla="*/ 1 w 243"/>
                <a:gd name="T17" fmla="*/ 1 h 556"/>
                <a:gd name="T18" fmla="*/ 1 w 243"/>
                <a:gd name="T19" fmla="*/ 1 h 556"/>
                <a:gd name="T20" fmla="*/ 1 w 243"/>
                <a:gd name="T21" fmla="*/ 1 h 556"/>
                <a:gd name="T22" fmla="*/ 1 w 243"/>
                <a:gd name="T23" fmla="*/ 1 h 556"/>
                <a:gd name="T24" fmla="*/ 1 w 243"/>
                <a:gd name="T25" fmla="*/ 1 h 556"/>
                <a:gd name="T26" fmla="*/ 1 w 243"/>
                <a:gd name="T27" fmla="*/ 2 h 556"/>
                <a:gd name="T28" fmla="*/ 1 w 243"/>
                <a:gd name="T29" fmla="*/ 2 h 556"/>
                <a:gd name="T30" fmla="*/ 1 w 243"/>
                <a:gd name="T31" fmla="*/ 4 h 556"/>
                <a:gd name="T32" fmla="*/ 1 w 243"/>
                <a:gd name="T33" fmla="*/ 4 h 556"/>
                <a:gd name="T34" fmla="*/ 1 w 243"/>
                <a:gd name="T35" fmla="*/ 5 h 556"/>
                <a:gd name="T36" fmla="*/ 1 w 243"/>
                <a:gd name="T37" fmla="*/ 5 h 556"/>
                <a:gd name="T38" fmla="*/ 1 w 243"/>
                <a:gd name="T39" fmla="*/ 6 h 556"/>
                <a:gd name="T40" fmla="*/ 1 w 243"/>
                <a:gd name="T41" fmla="*/ 6 h 556"/>
                <a:gd name="T42" fmla="*/ 1 w 243"/>
                <a:gd name="T43" fmla="*/ 0 h 5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3"/>
                <a:gd name="T67" fmla="*/ 0 h 556"/>
                <a:gd name="T68" fmla="*/ 243 w 243"/>
                <a:gd name="T69" fmla="*/ 556 h 5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3" h="556">
                  <a:moveTo>
                    <a:pt x="240" y="0"/>
                  </a:moveTo>
                  <a:lnTo>
                    <a:pt x="0" y="0"/>
                  </a:lnTo>
                  <a:lnTo>
                    <a:pt x="28" y="7"/>
                  </a:lnTo>
                  <a:lnTo>
                    <a:pt x="42" y="14"/>
                  </a:lnTo>
                  <a:lnTo>
                    <a:pt x="54" y="22"/>
                  </a:lnTo>
                  <a:lnTo>
                    <a:pt x="69" y="31"/>
                  </a:lnTo>
                  <a:lnTo>
                    <a:pt x="81" y="42"/>
                  </a:lnTo>
                  <a:lnTo>
                    <a:pt x="90" y="53"/>
                  </a:lnTo>
                  <a:lnTo>
                    <a:pt x="101" y="65"/>
                  </a:lnTo>
                  <a:lnTo>
                    <a:pt x="107" y="76"/>
                  </a:lnTo>
                  <a:lnTo>
                    <a:pt x="114" y="90"/>
                  </a:lnTo>
                  <a:lnTo>
                    <a:pt x="121" y="105"/>
                  </a:lnTo>
                  <a:lnTo>
                    <a:pt x="129" y="121"/>
                  </a:lnTo>
                  <a:lnTo>
                    <a:pt x="133" y="136"/>
                  </a:lnTo>
                  <a:lnTo>
                    <a:pt x="139" y="150"/>
                  </a:lnTo>
                  <a:lnTo>
                    <a:pt x="179" y="333"/>
                  </a:lnTo>
                  <a:lnTo>
                    <a:pt x="194" y="409"/>
                  </a:lnTo>
                  <a:lnTo>
                    <a:pt x="203" y="459"/>
                  </a:lnTo>
                  <a:lnTo>
                    <a:pt x="215" y="510"/>
                  </a:lnTo>
                  <a:lnTo>
                    <a:pt x="233" y="556"/>
                  </a:lnTo>
                  <a:lnTo>
                    <a:pt x="243" y="556"/>
                  </a:lnTo>
                  <a:lnTo>
                    <a:pt x="240" y="0"/>
                  </a:lnTo>
                  <a:close/>
                </a:path>
              </a:pathLst>
            </a:custGeom>
            <a:solidFill>
              <a:srgbClr val="FF8000"/>
            </a:solidFill>
            <a:ln w="3175">
              <a:solidFill>
                <a:srgbClr val="000000"/>
              </a:solidFill>
              <a:round/>
              <a:headEnd/>
              <a:tailEnd/>
            </a:ln>
          </p:spPr>
          <p:txBody>
            <a:bodyPr/>
            <a:lstStyle/>
            <a:p>
              <a:endParaRPr lang="pt-BR"/>
            </a:p>
          </p:txBody>
        </p:sp>
        <p:sp>
          <p:nvSpPr>
            <p:cNvPr id="599" name="Arc 599"/>
            <p:cNvSpPr>
              <a:spLocks/>
            </p:cNvSpPr>
            <p:nvPr/>
          </p:nvSpPr>
          <p:spPr bwMode="auto">
            <a:xfrm>
              <a:off x="3879" y="2877"/>
              <a:ext cx="66" cy="201"/>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rgbClr val="FF4040"/>
            </a:solidFill>
            <a:ln w="3175">
              <a:solidFill>
                <a:srgbClr val="000000"/>
              </a:solidFill>
              <a:round/>
              <a:headEnd/>
              <a:tailEnd/>
            </a:ln>
          </p:spPr>
          <p:txBody>
            <a:bodyPr/>
            <a:lstStyle/>
            <a:p>
              <a:endParaRPr lang="pt-BR"/>
            </a:p>
          </p:txBody>
        </p:sp>
        <p:sp>
          <p:nvSpPr>
            <p:cNvPr id="600" name="Freeform 600"/>
            <p:cNvSpPr>
              <a:spLocks/>
            </p:cNvSpPr>
            <p:nvPr/>
          </p:nvSpPr>
          <p:spPr bwMode="auto">
            <a:xfrm>
              <a:off x="3875" y="2867"/>
              <a:ext cx="88" cy="223"/>
            </a:xfrm>
            <a:custGeom>
              <a:avLst/>
              <a:gdLst>
                <a:gd name="T0" fmla="*/ 0 w 243"/>
                <a:gd name="T1" fmla="*/ 0 h 556"/>
                <a:gd name="T2" fmla="*/ 1 w 243"/>
                <a:gd name="T3" fmla="*/ 0 h 556"/>
                <a:gd name="T4" fmla="*/ 1 w 243"/>
                <a:gd name="T5" fmla="*/ 0 h 556"/>
                <a:gd name="T6" fmla="*/ 1 w 243"/>
                <a:gd name="T7" fmla="*/ 0 h 556"/>
                <a:gd name="T8" fmla="*/ 1 w 243"/>
                <a:gd name="T9" fmla="*/ 0 h 556"/>
                <a:gd name="T10" fmla="*/ 1 w 243"/>
                <a:gd name="T11" fmla="*/ 0 h 556"/>
                <a:gd name="T12" fmla="*/ 1 w 243"/>
                <a:gd name="T13" fmla="*/ 0 h 556"/>
                <a:gd name="T14" fmla="*/ 1 w 243"/>
                <a:gd name="T15" fmla="*/ 0 h 556"/>
                <a:gd name="T16" fmla="*/ 1 w 243"/>
                <a:gd name="T17" fmla="*/ 1 h 556"/>
                <a:gd name="T18" fmla="*/ 1 w 243"/>
                <a:gd name="T19" fmla="*/ 1 h 556"/>
                <a:gd name="T20" fmla="*/ 1 w 243"/>
                <a:gd name="T21" fmla="*/ 1 h 556"/>
                <a:gd name="T22" fmla="*/ 1 w 243"/>
                <a:gd name="T23" fmla="*/ 1 h 556"/>
                <a:gd name="T24" fmla="*/ 1 w 243"/>
                <a:gd name="T25" fmla="*/ 1 h 556"/>
                <a:gd name="T26" fmla="*/ 1 w 243"/>
                <a:gd name="T27" fmla="*/ 2 h 556"/>
                <a:gd name="T28" fmla="*/ 1 w 243"/>
                <a:gd name="T29" fmla="*/ 2 h 556"/>
                <a:gd name="T30" fmla="*/ 0 w 243"/>
                <a:gd name="T31" fmla="*/ 4 h 556"/>
                <a:gd name="T32" fmla="*/ 0 w 243"/>
                <a:gd name="T33" fmla="*/ 4 h 556"/>
                <a:gd name="T34" fmla="*/ 0 w 243"/>
                <a:gd name="T35" fmla="*/ 5 h 556"/>
                <a:gd name="T36" fmla="*/ 0 w 243"/>
                <a:gd name="T37" fmla="*/ 5 h 556"/>
                <a:gd name="T38" fmla="*/ 0 w 243"/>
                <a:gd name="T39" fmla="*/ 6 h 556"/>
                <a:gd name="T40" fmla="*/ 0 w 243"/>
                <a:gd name="T41" fmla="*/ 6 h 556"/>
                <a:gd name="T42" fmla="*/ 0 w 243"/>
                <a:gd name="T43" fmla="*/ 0 h 5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3"/>
                <a:gd name="T67" fmla="*/ 0 h 556"/>
                <a:gd name="T68" fmla="*/ 243 w 243"/>
                <a:gd name="T69" fmla="*/ 556 h 5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3" h="556">
                  <a:moveTo>
                    <a:pt x="3" y="0"/>
                  </a:moveTo>
                  <a:lnTo>
                    <a:pt x="243" y="0"/>
                  </a:lnTo>
                  <a:lnTo>
                    <a:pt x="216" y="7"/>
                  </a:lnTo>
                  <a:lnTo>
                    <a:pt x="201" y="14"/>
                  </a:lnTo>
                  <a:lnTo>
                    <a:pt x="189" y="21"/>
                  </a:lnTo>
                  <a:lnTo>
                    <a:pt x="175" y="31"/>
                  </a:lnTo>
                  <a:lnTo>
                    <a:pt x="163" y="42"/>
                  </a:lnTo>
                  <a:lnTo>
                    <a:pt x="153" y="53"/>
                  </a:lnTo>
                  <a:lnTo>
                    <a:pt x="142" y="65"/>
                  </a:lnTo>
                  <a:lnTo>
                    <a:pt x="136" y="75"/>
                  </a:lnTo>
                  <a:lnTo>
                    <a:pt x="129" y="90"/>
                  </a:lnTo>
                  <a:lnTo>
                    <a:pt x="122" y="104"/>
                  </a:lnTo>
                  <a:lnTo>
                    <a:pt x="115" y="121"/>
                  </a:lnTo>
                  <a:lnTo>
                    <a:pt x="110" y="135"/>
                  </a:lnTo>
                  <a:lnTo>
                    <a:pt x="104" y="150"/>
                  </a:lnTo>
                  <a:lnTo>
                    <a:pt x="64" y="333"/>
                  </a:lnTo>
                  <a:lnTo>
                    <a:pt x="50" y="408"/>
                  </a:lnTo>
                  <a:lnTo>
                    <a:pt x="40" y="459"/>
                  </a:lnTo>
                  <a:lnTo>
                    <a:pt x="28" y="509"/>
                  </a:lnTo>
                  <a:lnTo>
                    <a:pt x="10" y="556"/>
                  </a:lnTo>
                  <a:lnTo>
                    <a:pt x="0" y="556"/>
                  </a:lnTo>
                  <a:lnTo>
                    <a:pt x="3" y="0"/>
                  </a:lnTo>
                  <a:close/>
                </a:path>
              </a:pathLst>
            </a:custGeom>
            <a:solidFill>
              <a:srgbClr val="FF8000"/>
            </a:solidFill>
            <a:ln w="3175">
              <a:solidFill>
                <a:srgbClr val="000000"/>
              </a:solidFill>
              <a:round/>
              <a:headEnd/>
              <a:tailEnd/>
            </a:ln>
          </p:spPr>
          <p:txBody>
            <a:bodyPr/>
            <a:lstStyle/>
            <a:p>
              <a:endParaRPr lang="pt-BR"/>
            </a:p>
          </p:txBody>
        </p:sp>
        <p:sp>
          <p:nvSpPr>
            <p:cNvPr id="601" name="Arc 601"/>
            <p:cNvSpPr>
              <a:spLocks/>
            </p:cNvSpPr>
            <p:nvPr/>
          </p:nvSpPr>
          <p:spPr bwMode="auto">
            <a:xfrm>
              <a:off x="3505" y="3399"/>
              <a:ext cx="64" cy="201"/>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21600" y="43200"/>
                  </a:moveTo>
                  <a:cubicBezTo>
                    <a:pt x="9670" y="43200"/>
                    <a:pt x="0" y="33529"/>
                    <a:pt x="0" y="21600"/>
                  </a:cubicBezTo>
                  <a:cubicBezTo>
                    <a:pt x="-1" y="9670"/>
                    <a:pt x="9670" y="0"/>
                    <a:pt x="21599" y="0"/>
                  </a:cubicBezTo>
                </a:path>
                <a:path w="21600" h="43200" stroke="0" extrusionOk="0">
                  <a:moveTo>
                    <a:pt x="21600" y="43200"/>
                  </a:moveTo>
                  <a:cubicBezTo>
                    <a:pt x="9670" y="43200"/>
                    <a:pt x="0" y="33529"/>
                    <a:pt x="0" y="21600"/>
                  </a:cubicBezTo>
                  <a:cubicBezTo>
                    <a:pt x="-1" y="9670"/>
                    <a:pt x="9670" y="0"/>
                    <a:pt x="21599" y="0"/>
                  </a:cubicBezTo>
                  <a:lnTo>
                    <a:pt x="21600" y="21600"/>
                  </a:lnTo>
                  <a:close/>
                </a:path>
              </a:pathLst>
            </a:custGeom>
            <a:solidFill>
              <a:srgbClr val="66FF66"/>
            </a:solidFill>
            <a:ln w="3175">
              <a:solidFill>
                <a:srgbClr val="000000"/>
              </a:solidFill>
              <a:round/>
              <a:headEnd/>
              <a:tailEnd/>
            </a:ln>
          </p:spPr>
          <p:txBody>
            <a:bodyPr/>
            <a:lstStyle/>
            <a:p>
              <a:endParaRPr lang="pt-BR"/>
            </a:p>
          </p:txBody>
        </p:sp>
        <p:sp>
          <p:nvSpPr>
            <p:cNvPr id="602" name="Freeform 602"/>
            <p:cNvSpPr>
              <a:spLocks/>
            </p:cNvSpPr>
            <p:nvPr/>
          </p:nvSpPr>
          <p:spPr bwMode="auto">
            <a:xfrm>
              <a:off x="3483" y="3389"/>
              <a:ext cx="90" cy="223"/>
            </a:xfrm>
            <a:custGeom>
              <a:avLst/>
              <a:gdLst>
                <a:gd name="T0" fmla="*/ 1 w 243"/>
                <a:gd name="T1" fmla="*/ 0 h 555"/>
                <a:gd name="T2" fmla="*/ 0 w 243"/>
                <a:gd name="T3" fmla="*/ 0 h 555"/>
                <a:gd name="T4" fmla="*/ 0 w 243"/>
                <a:gd name="T5" fmla="*/ 0 h 555"/>
                <a:gd name="T6" fmla="*/ 0 w 243"/>
                <a:gd name="T7" fmla="*/ 0 h 555"/>
                <a:gd name="T8" fmla="*/ 0 w 243"/>
                <a:gd name="T9" fmla="*/ 0 h 555"/>
                <a:gd name="T10" fmla="*/ 0 w 243"/>
                <a:gd name="T11" fmla="*/ 0 h 555"/>
                <a:gd name="T12" fmla="*/ 0 w 243"/>
                <a:gd name="T13" fmla="*/ 0 h 555"/>
                <a:gd name="T14" fmla="*/ 0 w 243"/>
                <a:gd name="T15" fmla="*/ 0 h 555"/>
                <a:gd name="T16" fmla="*/ 1 w 243"/>
                <a:gd name="T17" fmla="*/ 1 h 555"/>
                <a:gd name="T18" fmla="*/ 1 w 243"/>
                <a:gd name="T19" fmla="*/ 1 h 555"/>
                <a:gd name="T20" fmla="*/ 1 w 243"/>
                <a:gd name="T21" fmla="*/ 1 h 555"/>
                <a:gd name="T22" fmla="*/ 1 w 243"/>
                <a:gd name="T23" fmla="*/ 1 h 555"/>
                <a:gd name="T24" fmla="*/ 1 w 243"/>
                <a:gd name="T25" fmla="*/ 1 h 555"/>
                <a:gd name="T26" fmla="*/ 1 w 243"/>
                <a:gd name="T27" fmla="*/ 2 h 555"/>
                <a:gd name="T28" fmla="*/ 1 w 243"/>
                <a:gd name="T29" fmla="*/ 2 h 555"/>
                <a:gd name="T30" fmla="*/ 1 w 243"/>
                <a:gd name="T31" fmla="*/ 4 h 555"/>
                <a:gd name="T32" fmla="*/ 1 w 243"/>
                <a:gd name="T33" fmla="*/ 4 h 555"/>
                <a:gd name="T34" fmla="*/ 1 w 243"/>
                <a:gd name="T35" fmla="*/ 5 h 555"/>
                <a:gd name="T36" fmla="*/ 1 w 243"/>
                <a:gd name="T37" fmla="*/ 5 h 555"/>
                <a:gd name="T38" fmla="*/ 1 w 243"/>
                <a:gd name="T39" fmla="*/ 6 h 555"/>
                <a:gd name="T40" fmla="*/ 1 w 243"/>
                <a:gd name="T41" fmla="*/ 6 h 555"/>
                <a:gd name="T42" fmla="*/ 1 w 243"/>
                <a:gd name="T43" fmla="*/ 0 h 5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3"/>
                <a:gd name="T67" fmla="*/ 0 h 555"/>
                <a:gd name="T68" fmla="*/ 243 w 243"/>
                <a:gd name="T69" fmla="*/ 555 h 55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3" h="555">
                  <a:moveTo>
                    <a:pt x="240" y="0"/>
                  </a:moveTo>
                  <a:lnTo>
                    <a:pt x="0" y="0"/>
                  </a:lnTo>
                  <a:lnTo>
                    <a:pt x="28" y="7"/>
                  </a:lnTo>
                  <a:lnTo>
                    <a:pt x="42" y="15"/>
                  </a:lnTo>
                  <a:lnTo>
                    <a:pt x="54" y="22"/>
                  </a:lnTo>
                  <a:lnTo>
                    <a:pt x="69" y="31"/>
                  </a:lnTo>
                  <a:lnTo>
                    <a:pt x="81" y="42"/>
                  </a:lnTo>
                  <a:lnTo>
                    <a:pt x="90" y="53"/>
                  </a:lnTo>
                  <a:lnTo>
                    <a:pt x="101" y="64"/>
                  </a:lnTo>
                  <a:lnTo>
                    <a:pt x="107" y="75"/>
                  </a:lnTo>
                  <a:lnTo>
                    <a:pt x="114" y="89"/>
                  </a:lnTo>
                  <a:lnTo>
                    <a:pt x="121" y="104"/>
                  </a:lnTo>
                  <a:lnTo>
                    <a:pt x="129" y="120"/>
                  </a:lnTo>
                  <a:lnTo>
                    <a:pt x="133" y="135"/>
                  </a:lnTo>
                  <a:lnTo>
                    <a:pt x="139" y="149"/>
                  </a:lnTo>
                  <a:lnTo>
                    <a:pt x="179" y="333"/>
                  </a:lnTo>
                  <a:lnTo>
                    <a:pt x="194" y="409"/>
                  </a:lnTo>
                  <a:lnTo>
                    <a:pt x="203" y="458"/>
                  </a:lnTo>
                  <a:lnTo>
                    <a:pt x="215" y="509"/>
                  </a:lnTo>
                  <a:lnTo>
                    <a:pt x="233" y="555"/>
                  </a:lnTo>
                  <a:lnTo>
                    <a:pt x="243" y="555"/>
                  </a:lnTo>
                  <a:lnTo>
                    <a:pt x="240" y="0"/>
                  </a:lnTo>
                  <a:close/>
                </a:path>
              </a:pathLst>
            </a:custGeom>
            <a:solidFill>
              <a:srgbClr val="FF8000"/>
            </a:solidFill>
            <a:ln w="3175">
              <a:solidFill>
                <a:srgbClr val="000000"/>
              </a:solidFill>
              <a:round/>
              <a:headEnd/>
              <a:tailEnd/>
            </a:ln>
          </p:spPr>
          <p:txBody>
            <a:bodyPr/>
            <a:lstStyle/>
            <a:p>
              <a:endParaRPr lang="pt-BR"/>
            </a:p>
          </p:txBody>
        </p:sp>
        <p:sp>
          <p:nvSpPr>
            <p:cNvPr id="603" name="Arc 603"/>
            <p:cNvSpPr>
              <a:spLocks/>
            </p:cNvSpPr>
            <p:nvPr/>
          </p:nvSpPr>
          <p:spPr bwMode="auto">
            <a:xfrm>
              <a:off x="3879" y="3401"/>
              <a:ext cx="66" cy="199"/>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rgbClr val="66FF66"/>
            </a:solidFill>
            <a:ln w="3175">
              <a:solidFill>
                <a:srgbClr val="000000"/>
              </a:solidFill>
              <a:round/>
              <a:headEnd/>
              <a:tailEnd/>
            </a:ln>
          </p:spPr>
          <p:txBody>
            <a:bodyPr/>
            <a:lstStyle/>
            <a:p>
              <a:endParaRPr lang="pt-BR"/>
            </a:p>
          </p:txBody>
        </p:sp>
        <p:sp>
          <p:nvSpPr>
            <p:cNvPr id="604" name="Freeform 604"/>
            <p:cNvSpPr>
              <a:spLocks/>
            </p:cNvSpPr>
            <p:nvPr/>
          </p:nvSpPr>
          <p:spPr bwMode="auto">
            <a:xfrm>
              <a:off x="3875" y="3391"/>
              <a:ext cx="88" cy="223"/>
            </a:xfrm>
            <a:custGeom>
              <a:avLst/>
              <a:gdLst>
                <a:gd name="T0" fmla="*/ 0 w 243"/>
                <a:gd name="T1" fmla="*/ 0 h 555"/>
                <a:gd name="T2" fmla="*/ 1 w 243"/>
                <a:gd name="T3" fmla="*/ 0 h 555"/>
                <a:gd name="T4" fmla="*/ 1 w 243"/>
                <a:gd name="T5" fmla="*/ 0 h 555"/>
                <a:gd name="T6" fmla="*/ 1 w 243"/>
                <a:gd name="T7" fmla="*/ 0 h 555"/>
                <a:gd name="T8" fmla="*/ 1 w 243"/>
                <a:gd name="T9" fmla="*/ 0 h 555"/>
                <a:gd name="T10" fmla="*/ 1 w 243"/>
                <a:gd name="T11" fmla="*/ 0 h 555"/>
                <a:gd name="T12" fmla="*/ 1 w 243"/>
                <a:gd name="T13" fmla="*/ 0 h 555"/>
                <a:gd name="T14" fmla="*/ 1 w 243"/>
                <a:gd name="T15" fmla="*/ 0 h 555"/>
                <a:gd name="T16" fmla="*/ 1 w 243"/>
                <a:gd name="T17" fmla="*/ 1 h 555"/>
                <a:gd name="T18" fmla="*/ 1 w 243"/>
                <a:gd name="T19" fmla="*/ 1 h 555"/>
                <a:gd name="T20" fmla="*/ 1 w 243"/>
                <a:gd name="T21" fmla="*/ 1 h 555"/>
                <a:gd name="T22" fmla="*/ 1 w 243"/>
                <a:gd name="T23" fmla="*/ 1 h 555"/>
                <a:gd name="T24" fmla="*/ 1 w 243"/>
                <a:gd name="T25" fmla="*/ 1 h 555"/>
                <a:gd name="T26" fmla="*/ 1 w 243"/>
                <a:gd name="T27" fmla="*/ 2 h 555"/>
                <a:gd name="T28" fmla="*/ 1 w 243"/>
                <a:gd name="T29" fmla="*/ 2 h 555"/>
                <a:gd name="T30" fmla="*/ 0 w 243"/>
                <a:gd name="T31" fmla="*/ 4 h 555"/>
                <a:gd name="T32" fmla="*/ 0 w 243"/>
                <a:gd name="T33" fmla="*/ 4 h 555"/>
                <a:gd name="T34" fmla="*/ 0 w 243"/>
                <a:gd name="T35" fmla="*/ 5 h 555"/>
                <a:gd name="T36" fmla="*/ 0 w 243"/>
                <a:gd name="T37" fmla="*/ 5 h 555"/>
                <a:gd name="T38" fmla="*/ 0 w 243"/>
                <a:gd name="T39" fmla="*/ 6 h 555"/>
                <a:gd name="T40" fmla="*/ 0 w 243"/>
                <a:gd name="T41" fmla="*/ 6 h 555"/>
                <a:gd name="T42" fmla="*/ 0 w 243"/>
                <a:gd name="T43" fmla="*/ 0 h 5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3"/>
                <a:gd name="T67" fmla="*/ 0 h 555"/>
                <a:gd name="T68" fmla="*/ 243 w 243"/>
                <a:gd name="T69" fmla="*/ 555 h 55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3" h="555">
                  <a:moveTo>
                    <a:pt x="3" y="0"/>
                  </a:moveTo>
                  <a:lnTo>
                    <a:pt x="243" y="0"/>
                  </a:lnTo>
                  <a:lnTo>
                    <a:pt x="216" y="7"/>
                  </a:lnTo>
                  <a:lnTo>
                    <a:pt x="201" y="14"/>
                  </a:lnTo>
                  <a:lnTo>
                    <a:pt x="189" y="21"/>
                  </a:lnTo>
                  <a:lnTo>
                    <a:pt x="175" y="31"/>
                  </a:lnTo>
                  <a:lnTo>
                    <a:pt x="163" y="42"/>
                  </a:lnTo>
                  <a:lnTo>
                    <a:pt x="153" y="53"/>
                  </a:lnTo>
                  <a:lnTo>
                    <a:pt x="142" y="64"/>
                  </a:lnTo>
                  <a:lnTo>
                    <a:pt x="136" y="74"/>
                  </a:lnTo>
                  <a:lnTo>
                    <a:pt x="129" y="89"/>
                  </a:lnTo>
                  <a:lnTo>
                    <a:pt x="122" y="103"/>
                  </a:lnTo>
                  <a:lnTo>
                    <a:pt x="115" y="120"/>
                  </a:lnTo>
                  <a:lnTo>
                    <a:pt x="110" y="134"/>
                  </a:lnTo>
                  <a:lnTo>
                    <a:pt x="104" y="149"/>
                  </a:lnTo>
                  <a:lnTo>
                    <a:pt x="64" y="333"/>
                  </a:lnTo>
                  <a:lnTo>
                    <a:pt x="50" y="408"/>
                  </a:lnTo>
                  <a:lnTo>
                    <a:pt x="40" y="458"/>
                  </a:lnTo>
                  <a:lnTo>
                    <a:pt x="28" y="508"/>
                  </a:lnTo>
                  <a:lnTo>
                    <a:pt x="10" y="555"/>
                  </a:lnTo>
                  <a:lnTo>
                    <a:pt x="0" y="555"/>
                  </a:lnTo>
                  <a:lnTo>
                    <a:pt x="3" y="0"/>
                  </a:lnTo>
                  <a:close/>
                </a:path>
              </a:pathLst>
            </a:custGeom>
            <a:solidFill>
              <a:srgbClr val="FF8000"/>
            </a:solidFill>
            <a:ln w="3175">
              <a:solidFill>
                <a:srgbClr val="000000"/>
              </a:solidFill>
              <a:round/>
              <a:headEnd/>
              <a:tailEnd/>
            </a:ln>
          </p:spPr>
          <p:txBody>
            <a:bodyPr/>
            <a:lstStyle/>
            <a:p>
              <a:endParaRPr lang="pt-BR"/>
            </a:p>
          </p:txBody>
        </p:sp>
        <p:sp>
          <p:nvSpPr>
            <p:cNvPr id="605" name="Arc 605"/>
            <p:cNvSpPr>
              <a:spLocks/>
            </p:cNvSpPr>
            <p:nvPr/>
          </p:nvSpPr>
          <p:spPr bwMode="auto">
            <a:xfrm>
              <a:off x="3505" y="3136"/>
              <a:ext cx="64" cy="201"/>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21600" y="43200"/>
                  </a:moveTo>
                  <a:cubicBezTo>
                    <a:pt x="9670" y="43200"/>
                    <a:pt x="0" y="33529"/>
                    <a:pt x="0" y="21600"/>
                  </a:cubicBezTo>
                  <a:cubicBezTo>
                    <a:pt x="-1" y="9670"/>
                    <a:pt x="9670" y="0"/>
                    <a:pt x="21599" y="0"/>
                  </a:cubicBezTo>
                </a:path>
                <a:path w="21600" h="43200" stroke="0" extrusionOk="0">
                  <a:moveTo>
                    <a:pt x="21600" y="43200"/>
                  </a:moveTo>
                  <a:cubicBezTo>
                    <a:pt x="9670" y="43200"/>
                    <a:pt x="0" y="33529"/>
                    <a:pt x="0" y="21600"/>
                  </a:cubicBezTo>
                  <a:cubicBezTo>
                    <a:pt x="-1" y="9670"/>
                    <a:pt x="9670" y="0"/>
                    <a:pt x="21599" y="0"/>
                  </a:cubicBezTo>
                  <a:lnTo>
                    <a:pt x="21600" y="21600"/>
                  </a:lnTo>
                  <a:close/>
                </a:path>
              </a:pathLst>
            </a:custGeom>
            <a:solidFill>
              <a:srgbClr val="FFFF00"/>
            </a:solidFill>
            <a:ln w="3175">
              <a:solidFill>
                <a:srgbClr val="000000"/>
              </a:solidFill>
              <a:round/>
              <a:headEnd/>
              <a:tailEnd/>
            </a:ln>
          </p:spPr>
          <p:txBody>
            <a:bodyPr/>
            <a:lstStyle/>
            <a:p>
              <a:endParaRPr lang="pt-BR"/>
            </a:p>
          </p:txBody>
        </p:sp>
        <p:sp>
          <p:nvSpPr>
            <p:cNvPr id="606" name="Freeform 606"/>
            <p:cNvSpPr>
              <a:spLocks/>
            </p:cNvSpPr>
            <p:nvPr/>
          </p:nvSpPr>
          <p:spPr bwMode="auto">
            <a:xfrm>
              <a:off x="3483" y="3126"/>
              <a:ext cx="90" cy="225"/>
            </a:xfrm>
            <a:custGeom>
              <a:avLst/>
              <a:gdLst>
                <a:gd name="T0" fmla="*/ 1 w 243"/>
                <a:gd name="T1" fmla="*/ 0 h 557"/>
                <a:gd name="T2" fmla="*/ 0 w 243"/>
                <a:gd name="T3" fmla="*/ 0 h 557"/>
                <a:gd name="T4" fmla="*/ 0 w 243"/>
                <a:gd name="T5" fmla="*/ 0 h 557"/>
                <a:gd name="T6" fmla="*/ 0 w 243"/>
                <a:gd name="T7" fmla="*/ 0 h 557"/>
                <a:gd name="T8" fmla="*/ 0 w 243"/>
                <a:gd name="T9" fmla="*/ 0 h 557"/>
                <a:gd name="T10" fmla="*/ 0 w 243"/>
                <a:gd name="T11" fmla="*/ 0 h 557"/>
                <a:gd name="T12" fmla="*/ 0 w 243"/>
                <a:gd name="T13" fmla="*/ 0 h 557"/>
                <a:gd name="T14" fmla="*/ 0 w 243"/>
                <a:gd name="T15" fmla="*/ 0 h 557"/>
                <a:gd name="T16" fmla="*/ 1 w 243"/>
                <a:gd name="T17" fmla="*/ 1 h 557"/>
                <a:gd name="T18" fmla="*/ 1 w 243"/>
                <a:gd name="T19" fmla="*/ 1 h 557"/>
                <a:gd name="T20" fmla="*/ 1 w 243"/>
                <a:gd name="T21" fmla="*/ 1 h 557"/>
                <a:gd name="T22" fmla="*/ 1 w 243"/>
                <a:gd name="T23" fmla="*/ 1 h 557"/>
                <a:gd name="T24" fmla="*/ 1 w 243"/>
                <a:gd name="T25" fmla="*/ 1 h 557"/>
                <a:gd name="T26" fmla="*/ 1 w 243"/>
                <a:gd name="T27" fmla="*/ 2 h 557"/>
                <a:gd name="T28" fmla="*/ 1 w 243"/>
                <a:gd name="T29" fmla="*/ 2 h 557"/>
                <a:gd name="T30" fmla="*/ 1 w 243"/>
                <a:gd name="T31" fmla="*/ 4 h 557"/>
                <a:gd name="T32" fmla="*/ 1 w 243"/>
                <a:gd name="T33" fmla="*/ 4 h 557"/>
                <a:gd name="T34" fmla="*/ 1 w 243"/>
                <a:gd name="T35" fmla="*/ 5 h 557"/>
                <a:gd name="T36" fmla="*/ 1 w 243"/>
                <a:gd name="T37" fmla="*/ 6 h 557"/>
                <a:gd name="T38" fmla="*/ 1 w 243"/>
                <a:gd name="T39" fmla="*/ 6 h 557"/>
                <a:gd name="T40" fmla="*/ 1 w 243"/>
                <a:gd name="T41" fmla="*/ 6 h 557"/>
                <a:gd name="T42" fmla="*/ 1 w 243"/>
                <a:gd name="T43" fmla="*/ 0 h 5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3"/>
                <a:gd name="T67" fmla="*/ 0 h 557"/>
                <a:gd name="T68" fmla="*/ 243 w 243"/>
                <a:gd name="T69" fmla="*/ 557 h 5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3" h="557">
                  <a:moveTo>
                    <a:pt x="240" y="0"/>
                  </a:moveTo>
                  <a:lnTo>
                    <a:pt x="0" y="0"/>
                  </a:lnTo>
                  <a:lnTo>
                    <a:pt x="28" y="7"/>
                  </a:lnTo>
                  <a:lnTo>
                    <a:pt x="42" y="15"/>
                  </a:lnTo>
                  <a:lnTo>
                    <a:pt x="54" y="22"/>
                  </a:lnTo>
                  <a:lnTo>
                    <a:pt x="69" y="31"/>
                  </a:lnTo>
                  <a:lnTo>
                    <a:pt x="81" y="42"/>
                  </a:lnTo>
                  <a:lnTo>
                    <a:pt x="90" y="53"/>
                  </a:lnTo>
                  <a:lnTo>
                    <a:pt x="101" y="65"/>
                  </a:lnTo>
                  <a:lnTo>
                    <a:pt x="107" y="76"/>
                  </a:lnTo>
                  <a:lnTo>
                    <a:pt x="114" y="90"/>
                  </a:lnTo>
                  <a:lnTo>
                    <a:pt x="121" y="105"/>
                  </a:lnTo>
                  <a:lnTo>
                    <a:pt x="129" y="122"/>
                  </a:lnTo>
                  <a:lnTo>
                    <a:pt x="133" y="136"/>
                  </a:lnTo>
                  <a:lnTo>
                    <a:pt x="139" y="150"/>
                  </a:lnTo>
                  <a:lnTo>
                    <a:pt x="179" y="333"/>
                  </a:lnTo>
                  <a:lnTo>
                    <a:pt x="194" y="409"/>
                  </a:lnTo>
                  <a:lnTo>
                    <a:pt x="203" y="459"/>
                  </a:lnTo>
                  <a:lnTo>
                    <a:pt x="215" y="510"/>
                  </a:lnTo>
                  <a:lnTo>
                    <a:pt x="233" y="557"/>
                  </a:lnTo>
                  <a:lnTo>
                    <a:pt x="243" y="557"/>
                  </a:lnTo>
                  <a:lnTo>
                    <a:pt x="240" y="0"/>
                  </a:lnTo>
                  <a:close/>
                </a:path>
              </a:pathLst>
            </a:custGeom>
            <a:solidFill>
              <a:srgbClr val="FF8000"/>
            </a:solidFill>
            <a:ln w="3175">
              <a:solidFill>
                <a:srgbClr val="000000"/>
              </a:solidFill>
              <a:round/>
              <a:headEnd/>
              <a:tailEnd/>
            </a:ln>
          </p:spPr>
          <p:txBody>
            <a:bodyPr/>
            <a:lstStyle/>
            <a:p>
              <a:endParaRPr lang="pt-BR"/>
            </a:p>
          </p:txBody>
        </p:sp>
        <p:sp>
          <p:nvSpPr>
            <p:cNvPr id="607" name="Arc 607"/>
            <p:cNvSpPr>
              <a:spLocks/>
            </p:cNvSpPr>
            <p:nvPr/>
          </p:nvSpPr>
          <p:spPr bwMode="auto">
            <a:xfrm>
              <a:off x="3879" y="3138"/>
              <a:ext cx="66" cy="201"/>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rgbClr val="FFFF00"/>
            </a:solidFill>
            <a:ln w="3175">
              <a:solidFill>
                <a:srgbClr val="000000"/>
              </a:solidFill>
              <a:round/>
              <a:headEnd/>
              <a:tailEnd/>
            </a:ln>
          </p:spPr>
          <p:txBody>
            <a:bodyPr/>
            <a:lstStyle/>
            <a:p>
              <a:endParaRPr lang="pt-BR"/>
            </a:p>
          </p:txBody>
        </p:sp>
        <p:sp>
          <p:nvSpPr>
            <p:cNvPr id="608" name="Freeform 608"/>
            <p:cNvSpPr>
              <a:spLocks/>
            </p:cNvSpPr>
            <p:nvPr/>
          </p:nvSpPr>
          <p:spPr bwMode="auto">
            <a:xfrm>
              <a:off x="3875" y="3128"/>
              <a:ext cx="88" cy="223"/>
            </a:xfrm>
            <a:custGeom>
              <a:avLst/>
              <a:gdLst>
                <a:gd name="T0" fmla="*/ 0 w 243"/>
                <a:gd name="T1" fmla="*/ 0 h 556"/>
                <a:gd name="T2" fmla="*/ 1 w 243"/>
                <a:gd name="T3" fmla="*/ 0 h 556"/>
                <a:gd name="T4" fmla="*/ 1 w 243"/>
                <a:gd name="T5" fmla="*/ 0 h 556"/>
                <a:gd name="T6" fmla="*/ 1 w 243"/>
                <a:gd name="T7" fmla="*/ 0 h 556"/>
                <a:gd name="T8" fmla="*/ 1 w 243"/>
                <a:gd name="T9" fmla="*/ 0 h 556"/>
                <a:gd name="T10" fmla="*/ 1 w 243"/>
                <a:gd name="T11" fmla="*/ 0 h 556"/>
                <a:gd name="T12" fmla="*/ 1 w 243"/>
                <a:gd name="T13" fmla="*/ 0 h 556"/>
                <a:gd name="T14" fmla="*/ 1 w 243"/>
                <a:gd name="T15" fmla="*/ 0 h 556"/>
                <a:gd name="T16" fmla="*/ 1 w 243"/>
                <a:gd name="T17" fmla="*/ 1 h 556"/>
                <a:gd name="T18" fmla="*/ 1 w 243"/>
                <a:gd name="T19" fmla="*/ 1 h 556"/>
                <a:gd name="T20" fmla="*/ 1 w 243"/>
                <a:gd name="T21" fmla="*/ 1 h 556"/>
                <a:gd name="T22" fmla="*/ 1 w 243"/>
                <a:gd name="T23" fmla="*/ 1 h 556"/>
                <a:gd name="T24" fmla="*/ 1 w 243"/>
                <a:gd name="T25" fmla="*/ 1 h 556"/>
                <a:gd name="T26" fmla="*/ 1 w 243"/>
                <a:gd name="T27" fmla="*/ 2 h 556"/>
                <a:gd name="T28" fmla="*/ 1 w 243"/>
                <a:gd name="T29" fmla="*/ 2 h 556"/>
                <a:gd name="T30" fmla="*/ 0 w 243"/>
                <a:gd name="T31" fmla="*/ 4 h 556"/>
                <a:gd name="T32" fmla="*/ 0 w 243"/>
                <a:gd name="T33" fmla="*/ 4 h 556"/>
                <a:gd name="T34" fmla="*/ 0 w 243"/>
                <a:gd name="T35" fmla="*/ 5 h 556"/>
                <a:gd name="T36" fmla="*/ 0 w 243"/>
                <a:gd name="T37" fmla="*/ 5 h 556"/>
                <a:gd name="T38" fmla="*/ 0 w 243"/>
                <a:gd name="T39" fmla="*/ 6 h 556"/>
                <a:gd name="T40" fmla="*/ 0 w 243"/>
                <a:gd name="T41" fmla="*/ 6 h 556"/>
                <a:gd name="T42" fmla="*/ 0 w 243"/>
                <a:gd name="T43" fmla="*/ 0 h 5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3"/>
                <a:gd name="T67" fmla="*/ 0 h 556"/>
                <a:gd name="T68" fmla="*/ 243 w 243"/>
                <a:gd name="T69" fmla="*/ 556 h 5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3" h="556">
                  <a:moveTo>
                    <a:pt x="3" y="0"/>
                  </a:moveTo>
                  <a:lnTo>
                    <a:pt x="243" y="0"/>
                  </a:lnTo>
                  <a:lnTo>
                    <a:pt x="216" y="7"/>
                  </a:lnTo>
                  <a:lnTo>
                    <a:pt x="201" y="14"/>
                  </a:lnTo>
                  <a:lnTo>
                    <a:pt x="189" y="21"/>
                  </a:lnTo>
                  <a:lnTo>
                    <a:pt x="175" y="31"/>
                  </a:lnTo>
                  <a:lnTo>
                    <a:pt x="163" y="42"/>
                  </a:lnTo>
                  <a:lnTo>
                    <a:pt x="153" y="53"/>
                  </a:lnTo>
                  <a:lnTo>
                    <a:pt x="142" y="65"/>
                  </a:lnTo>
                  <a:lnTo>
                    <a:pt x="136" y="76"/>
                  </a:lnTo>
                  <a:lnTo>
                    <a:pt x="129" y="90"/>
                  </a:lnTo>
                  <a:lnTo>
                    <a:pt x="122" y="104"/>
                  </a:lnTo>
                  <a:lnTo>
                    <a:pt x="115" y="121"/>
                  </a:lnTo>
                  <a:lnTo>
                    <a:pt x="110" y="136"/>
                  </a:lnTo>
                  <a:lnTo>
                    <a:pt x="104" y="150"/>
                  </a:lnTo>
                  <a:lnTo>
                    <a:pt x="64" y="333"/>
                  </a:lnTo>
                  <a:lnTo>
                    <a:pt x="50" y="408"/>
                  </a:lnTo>
                  <a:lnTo>
                    <a:pt x="40" y="459"/>
                  </a:lnTo>
                  <a:lnTo>
                    <a:pt x="28" y="509"/>
                  </a:lnTo>
                  <a:lnTo>
                    <a:pt x="10" y="556"/>
                  </a:lnTo>
                  <a:lnTo>
                    <a:pt x="0" y="556"/>
                  </a:lnTo>
                  <a:lnTo>
                    <a:pt x="3" y="0"/>
                  </a:lnTo>
                  <a:close/>
                </a:path>
              </a:pathLst>
            </a:custGeom>
            <a:solidFill>
              <a:srgbClr val="FF8000"/>
            </a:solidFill>
            <a:ln w="3175">
              <a:solidFill>
                <a:srgbClr val="000000"/>
              </a:solidFill>
              <a:round/>
              <a:headEnd/>
              <a:tailEnd/>
            </a:ln>
          </p:spPr>
          <p:txBody>
            <a:bodyPr/>
            <a:lstStyle/>
            <a:p>
              <a:endParaRPr lang="pt-BR"/>
            </a:p>
          </p:txBody>
        </p:sp>
        <p:sp>
          <p:nvSpPr>
            <p:cNvPr id="609" name="Freeform 609"/>
            <p:cNvSpPr>
              <a:spLocks/>
            </p:cNvSpPr>
            <p:nvPr/>
          </p:nvSpPr>
          <p:spPr bwMode="auto">
            <a:xfrm>
              <a:off x="3631" y="2688"/>
              <a:ext cx="184" cy="153"/>
            </a:xfrm>
            <a:custGeom>
              <a:avLst/>
              <a:gdLst>
                <a:gd name="T0" fmla="*/ 1 w 500"/>
                <a:gd name="T1" fmla="*/ 4 h 377"/>
                <a:gd name="T2" fmla="*/ 1 w 500"/>
                <a:gd name="T3" fmla="*/ 3 h 377"/>
                <a:gd name="T4" fmla="*/ 0 w 500"/>
                <a:gd name="T5" fmla="*/ 3 h 377"/>
                <a:gd name="T6" fmla="*/ 0 w 500"/>
                <a:gd name="T7" fmla="*/ 3 h 377"/>
                <a:gd name="T8" fmla="*/ 0 w 500"/>
                <a:gd name="T9" fmla="*/ 3 h 377"/>
                <a:gd name="T10" fmla="*/ 0 w 500"/>
                <a:gd name="T11" fmla="*/ 3 h 377"/>
                <a:gd name="T12" fmla="*/ 0 w 500"/>
                <a:gd name="T13" fmla="*/ 3 h 377"/>
                <a:gd name="T14" fmla="*/ 0 w 500"/>
                <a:gd name="T15" fmla="*/ 3 h 377"/>
                <a:gd name="T16" fmla="*/ 0 w 500"/>
                <a:gd name="T17" fmla="*/ 3 h 377"/>
                <a:gd name="T18" fmla="*/ 0 w 500"/>
                <a:gd name="T19" fmla="*/ 3 h 377"/>
                <a:gd name="T20" fmla="*/ 0 w 500"/>
                <a:gd name="T21" fmla="*/ 2 h 377"/>
                <a:gd name="T22" fmla="*/ 0 w 500"/>
                <a:gd name="T23" fmla="*/ 2 h 377"/>
                <a:gd name="T24" fmla="*/ 0 w 500"/>
                <a:gd name="T25" fmla="*/ 2 h 377"/>
                <a:gd name="T26" fmla="*/ 0 w 500"/>
                <a:gd name="T27" fmla="*/ 2 h 377"/>
                <a:gd name="T28" fmla="*/ 0 w 500"/>
                <a:gd name="T29" fmla="*/ 2 h 377"/>
                <a:gd name="T30" fmla="*/ 0 w 500"/>
                <a:gd name="T31" fmla="*/ 2 h 377"/>
                <a:gd name="T32" fmla="*/ 0 w 500"/>
                <a:gd name="T33" fmla="*/ 2 h 377"/>
                <a:gd name="T34" fmla="*/ 0 w 500"/>
                <a:gd name="T35" fmla="*/ 2 h 377"/>
                <a:gd name="T36" fmla="*/ 0 w 500"/>
                <a:gd name="T37" fmla="*/ 2 h 377"/>
                <a:gd name="T38" fmla="*/ 0 w 500"/>
                <a:gd name="T39" fmla="*/ 2 h 377"/>
                <a:gd name="T40" fmla="*/ 1 w 500"/>
                <a:gd name="T41" fmla="*/ 2 h 377"/>
                <a:gd name="T42" fmla="*/ 1 w 500"/>
                <a:gd name="T43" fmla="*/ 1 h 377"/>
                <a:gd name="T44" fmla="*/ 1 w 500"/>
                <a:gd name="T45" fmla="*/ 1 h 377"/>
                <a:gd name="T46" fmla="*/ 1 w 500"/>
                <a:gd name="T47" fmla="*/ 1 h 377"/>
                <a:gd name="T48" fmla="*/ 1 w 500"/>
                <a:gd name="T49" fmla="*/ 0 h 377"/>
                <a:gd name="T50" fmla="*/ 1 w 500"/>
                <a:gd name="T51" fmla="*/ 0 h 377"/>
                <a:gd name="T52" fmla="*/ 1 w 500"/>
                <a:gd name="T53" fmla="*/ 0 h 377"/>
                <a:gd name="T54" fmla="*/ 1 w 500"/>
                <a:gd name="T55" fmla="*/ 0 h 377"/>
                <a:gd name="T56" fmla="*/ 1 w 500"/>
                <a:gd name="T57" fmla="*/ 0 h 377"/>
                <a:gd name="T58" fmla="*/ 1 w 500"/>
                <a:gd name="T59" fmla="*/ 0 h 377"/>
                <a:gd name="T60" fmla="*/ 1 w 500"/>
                <a:gd name="T61" fmla="*/ 0 h 377"/>
                <a:gd name="T62" fmla="*/ 2 w 500"/>
                <a:gd name="T63" fmla="*/ 0 h 377"/>
                <a:gd name="T64" fmla="*/ 2 w 500"/>
                <a:gd name="T65" fmla="*/ 0 h 377"/>
                <a:gd name="T66" fmla="*/ 2 w 500"/>
                <a:gd name="T67" fmla="*/ 0 h 377"/>
                <a:gd name="T68" fmla="*/ 2 w 500"/>
                <a:gd name="T69" fmla="*/ 0 h 377"/>
                <a:gd name="T70" fmla="*/ 2 w 500"/>
                <a:gd name="T71" fmla="*/ 0 h 377"/>
                <a:gd name="T72" fmla="*/ 2 w 500"/>
                <a:gd name="T73" fmla="*/ 0 h 377"/>
                <a:gd name="T74" fmla="*/ 2 w 500"/>
                <a:gd name="T75" fmla="*/ 0 h 377"/>
                <a:gd name="T76" fmla="*/ 2 w 500"/>
                <a:gd name="T77" fmla="*/ 1 h 377"/>
                <a:gd name="T78" fmla="*/ 2 w 500"/>
                <a:gd name="T79" fmla="*/ 1 h 377"/>
                <a:gd name="T80" fmla="*/ 2 w 500"/>
                <a:gd name="T81" fmla="*/ 1 h 377"/>
                <a:gd name="T82" fmla="*/ 2 w 500"/>
                <a:gd name="T83" fmla="*/ 2 h 377"/>
                <a:gd name="T84" fmla="*/ 3 w 500"/>
                <a:gd name="T85" fmla="*/ 2 h 377"/>
                <a:gd name="T86" fmla="*/ 3 w 500"/>
                <a:gd name="T87" fmla="*/ 2 h 377"/>
                <a:gd name="T88" fmla="*/ 3 w 500"/>
                <a:gd name="T89" fmla="*/ 2 h 377"/>
                <a:gd name="T90" fmla="*/ 3 w 500"/>
                <a:gd name="T91" fmla="*/ 2 h 377"/>
                <a:gd name="T92" fmla="*/ 3 w 500"/>
                <a:gd name="T93" fmla="*/ 2 h 377"/>
                <a:gd name="T94" fmla="*/ 3 w 500"/>
                <a:gd name="T95" fmla="*/ 2 h 377"/>
                <a:gd name="T96" fmla="*/ 3 w 500"/>
                <a:gd name="T97" fmla="*/ 2 h 377"/>
                <a:gd name="T98" fmla="*/ 3 w 500"/>
                <a:gd name="T99" fmla="*/ 2 h 377"/>
                <a:gd name="T100" fmla="*/ 3 w 500"/>
                <a:gd name="T101" fmla="*/ 2 h 377"/>
                <a:gd name="T102" fmla="*/ 3 w 500"/>
                <a:gd name="T103" fmla="*/ 2 h 377"/>
                <a:gd name="T104" fmla="*/ 3 w 500"/>
                <a:gd name="T105" fmla="*/ 3 h 377"/>
                <a:gd name="T106" fmla="*/ 3 w 500"/>
                <a:gd name="T107" fmla="*/ 3 h 377"/>
                <a:gd name="T108" fmla="*/ 3 w 500"/>
                <a:gd name="T109" fmla="*/ 3 h 377"/>
                <a:gd name="T110" fmla="*/ 3 w 500"/>
                <a:gd name="T111" fmla="*/ 3 h 377"/>
                <a:gd name="T112" fmla="*/ 3 w 500"/>
                <a:gd name="T113" fmla="*/ 3 h 377"/>
                <a:gd name="T114" fmla="*/ 3 w 500"/>
                <a:gd name="T115" fmla="*/ 3 h 377"/>
                <a:gd name="T116" fmla="*/ 2 w 500"/>
                <a:gd name="T117" fmla="*/ 3 h 377"/>
                <a:gd name="T118" fmla="*/ 2 w 500"/>
                <a:gd name="T119" fmla="*/ 4 h 377"/>
                <a:gd name="T120" fmla="*/ 1 w 500"/>
                <a:gd name="T121" fmla="*/ 4 h 37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00"/>
                <a:gd name="T184" fmla="*/ 0 h 377"/>
                <a:gd name="T185" fmla="*/ 500 w 500"/>
                <a:gd name="T186" fmla="*/ 377 h 37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00" h="377">
                  <a:moveTo>
                    <a:pt x="160" y="375"/>
                  </a:moveTo>
                  <a:lnTo>
                    <a:pt x="160" y="292"/>
                  </a:lnTo>
                  <a:lnTo>
                    <a:pt x="61" y="292"/>
                  </a:lnTo>
                  <a:lnTo>
                    <a:pt x="50" y="289"/>
                  </a:lnTo>
                  <a:lnTo>
                    <a:pt x="41" y="286"/>
                  </a:lnTo>
                  <a:lnTo>
                    <a:pt x="31" y="280"/>
                  </a:lnTo>
                  <a:lnTo>
                    <a:pt x="21" y="273"/>
                  </a:lnTo>
                  <a:lnTo>
                    <a:pt x="13" y="265"/>
                  </a:lnTo>
                  <a:lnTo>
                    <a:pt x="7" y="255"/>
                  </a:lnTo>
                  <a:lnTo>
                    <a:pt x="3" y="248"/>
                  </a:lnTo>
                  <a:lnTo>
                    <a:pt x="0" y="237"/>
                  </a:lnTo>
                  <a:lnTo>
                    <a:pt x="0" y="226"/>
                  </a:lnTo>
                  <a:lnTo>
                    <a:pt x="0" y="216"/>
                  </a:lnTo>
                  <a:lnTo>
                    <a:pt x="3" y="204"/>
                  </a:lnTo>
                  <a:lnTo>
                    <a:pt x="10" y="191"/>
                  </a:lnTo>
                  <a:lnTo>
                    <a:pt x="19" y="181"/>
                  </a:lnTo>
                  <a:lnTo>
                    <a:pt x="29" y="171"/>
                  </a:lnTo>
                  <a:lnTo>
                    <a:pt x="41" y="163"/>
                  </a:lnTo>
                  <a:lnTo>
                    <a:pt x="49" y="157"/>
                  </a:lnTo>
                  <a:lnTo>
                    <a:pt x="60" y="153"/>
                  </a:lnTo>
                  <a:lnTo>
                    <a:pt x="162" y="153"/>
                  </a:lnTo>
                  <a:lnTo>
                    <a:pt x="162" y="80"/>
                  </a:lnTo>
                  <a:lnTo>
                    <a:pt x="166" y="70"/>
                  </a:lnTo>
                  <a:lnTo>
                    <a:pt x="172" y="58"/>
                  </a:lnTo>
                  <a:lnTo>
                    <a:pt x="178" y="47"/>
                  </a:lnTo>
                  <a:lnTo>
                    <a:pt x="187" y="35"/>
                  </a:lnTo>
                  <a:lnTo>
                    <a:pt x="198" y="24"/>
                  </a:lnTo>
                  <a:lnTo>
                    <a:pt x="209" y="16"/>
                  </a:lnTo>
                  <a:lnTo>
                    <a:pt x="218" y="10"/>
                  </a:lnTo>
                  <a:lnTo>
                    <a:pt x="232" y="4"/>
                  </a:lnTo>
                  <a:lnTo>
                    <a:pt x="246" y="0"/>
                  </a:lnTo>
                  <a:lnTo>
                    <a:pt x="261" y="0"/>
                  </a:lnTo>
                  <a:lnTo>
                    <a:pt x="276" y="3"/>
                  </a:lnTo>
                  <a:lnTo>
                    <a:pt x="289" y="9"/>
                  </a:lnTo>
                  <a:lnTo>
                    <a:pt x="300" y="15"/>
                  </a:lnTo>
                  <a:lnTo>
                    <a:pt x="312" y="24"/>
                  </a:lnTo>
                  <a:lnTo>
                    <a:pt x="325" y="36"/>
                  </a:lnTo>
                  <a:lnTo>
                    <a:pt x="335" y="47"/>
                  </a:lnTo>
                  <a:lnTo>
                    <a:pt x="340" y="58"/>
                  </a:lnTo>
                  <a:lnTo>
                    <a:pt x="345" y="70"/>
                  </a:lnTo>
                  <a:lnTo>
                    <a:pt x="347" y="85"/>
                  </a:lnTo>
                  <a:lnTo>
                    <a:pt x="347" y="152"/>
                  </a:lnTo>
                  <a:lnTo>
                    <a:pt x="443" y="152"/>
                  </a:lnTo>
                  <a:lnTo>
                    <a:pt x="454" y="157"/>
                  </a:lnTo>
                  <a:lnTo>
                    <a:pt x="464" y="163"/>
                  </a:lnTo>
                  <a:lnTo>
                    <a:pt x="473" y="170"/>
                  </a:lnTo>
                  <a:lnTo>
                    <a:pt x="483" y="179"/>
                  </a:lnTo>
                  <a:lnTo>
                    <a:pt x="490" y="189"/>
                  </a:lnTo>
                  <a:lnTo>
                    <a:pt x="496" y="200"/>
                  </a:lnTo>
                  <a:lnTo>
                    <a:pt x="498" y="212"/>
                  </a:lnTo>
                  <a:lnTo>
                    <a:pt x="500" y="223"/>
                  </a:lnTo>
                  <a:lnTo>
                    <a:pt x="500" y="236"/>
                  </a:lnTo>
                  <a:lnTo>
                    <a:pt x="496" y="247"/>
                  </a:lnTo>
                  <a:lnTo>
                    <a:pt x="490" y="259"/>
                  </a:lnTo>
                  <a:lnTo>
                    <a:pt x="483" y="268"/>
                  </a:lnTo>
                  <a:lnTo>
                    <a:pt x="474" y="278"/>
                  </a:lnTo>
                  <a:lnTo>
                    <a:pt x="464" y="284"/>
                  </a:lnTo>
                  <a:lnTo>
                    <a:pt x="442" y="292"/>
                  </a:lnTo>
                  <a:lnTo>
                    <a:pt x="347" y="292"/>
                  </a:lnTo>
                  <a:lnTo>
                    <a:pt x="347" y="377"/>
                  </a:lnTo>
                  <a:lnTo>
                    <a:pt x="160" y="375"/>
                  </a:lnTo>
                  <a:close/>
                </a:path>
              </a:pathLst>
            </a:custGeom>
            <a:solidFill>
              <a:srgbClr val="E07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0" name="Oval 610"/>
            <p:cNvSpPr>
              <a:spLocks noChangeArrowheads="1"/>
            </p:cNvSpPr>
            <p:nvPr/>
          </p:nvSpPr>
          <p:spPr bwMode="auto">
            <a:xfrm>
              <a:off x="3699" y="2752"/>
              <a:ext cx="51" cy="57"/>
            </a:xfrm>
            <a:prstGeom prst="ellipse">
              <a:avLst/>
            </a:prstGeom>
            <a:solidFill>
              <a:srgbClr val="FFA040"/>
            </a:solidFill>
            <a:ln w="3175">
              <a:solidFill>
                <a:srgbClr val="000000"/>
              </a:solidFill>
              <a:round/>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11" name="Rectangle 611"/>
            <p:cNvSpPr>
              <a:spLocks noChangeArrowheads="1"/>
            </p:cNvSpPr>
            <p:nvPr/>
          </p:nvSpPr>
          <p:spPr bwMode="auto">
            <a:xfrm>
              <a:off x="3567" y="2829"/>
              <a:ext cx="314" cy="819"/>
            </a:xfrm>
            <a:prstGeom prst="rect">
              <a:avLst/>
            </a:prstGeom>
            <a:solidFill>
              <a:srgbClr val="FF8000"/>
            </a:solidFill>
            <a:ln w="3175">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12" name="Freeform 612"/>
            <p:cNvSpPr>
              <a:spLocks/>
            </p:cNvSpPr>
            <p:nvPr/>
          </p:nvSpPr>
          <p:spPr bwMode="auto">
            <a:xfrm>
              <a:off x="3615" y="2851"/>
              <a:ext cx="218" cy="215"/>
            </a:xfrm>
            <a:custGeom>
              <a:avLst/>
              <a:gdLst>
                <a:gd name="T0" fmla="*/ 0 w 595"/>
                <a:gd name="T1" fmla="*/ 2 h 538"/>
                <a:gd name="T2" fmla="*/ 0 w 595"/>
                <a:gd name="T3" fmla="*/ 2 h 538"/>
                <a:gd name="T4" fmla="*/ 0 w 595"/>
                <a:gd name="T5" fmla="*/ 2 h 538"/>
                <a:gd name="T6" fmla="*/ 0 w 595"/>
                <a:gd name="T7" fmla="*/ 2 h 538"/>
                <a:gd name="T8" fmla="*/ 0 w 595"/>
                <a:gd name="T9" fmla="*/ 1 h 538"/>
                <a:gd name="T10" fmla="*/ 0 w 595"/>
                <a:gd name="T11" fmla="*/ 1 h 538"/>
                <a:gd name="T12" fmla="*/ 0 w 595"/>
                <a:gd name="T13" fmla="*/ 1 h 538"/>
                <a:gd name="T14" fmla="*/ 0 w 595"/>
                <a:gd name="T15" fmla="*/ 1 h 538"/>
                <a:gd name="T16" fmla="*/ 0 w 595"/>
                <a:gd name="T17" fmla="*/ 1 h 538"/>
                <a:gd name="T18" fmla="*/ 0 w 595"/>
                <a:gd name="T19" fmla="*/ 1 h 538"/>
                <a:gd name="T20" fmla="*/ 1 w 595"/>
                <a:gd name="T21" fmla="*/ 0 h 538"/>
                <a:gd name="T22" fmla="*/ 1 w 595"/>
                <a:gd name="T23" fmla="*/ 0 h 538"/>
                <a:gd name="T24" fmla="*/ 1 w 595"/>
                <a:gd name="T25" fmla="*/ 0 h 538"/>
                <a:gd name="T26" fmla="*/ 1 w 595"/>
                <a:gd name="T27" fmla="*/ 0 h 538"/>
                <a:gd name="T28" fmla="*/ 1 w 595"/>
                <a:gd name="T29" fmla="*/ 0 h 538"/>
                <a:gd name="T30" fmla="*/ 1 w 595"/>
                <a:gd name="T31" fmla="*/ 0 h 538"/>
                <a:gd name="T32" fmla="*/ 2 w 595"/>
                <a:gd name="T33" fmla="*/ 0 h 538"/>
                <a:gd name="T34" fmla="*/ 2 w 595"/>
                <a:gd name="T35" fmla="*/ 0 h 538"/>
                <a:gd name="T36" fmla="*/ 2 w 595"/>
                <a:gd name="T37" fmla="*/ 0 h 538"/>
                <a:gd name="T38" fmla="*/ 2 w 595"/>
                <a:gd name="T39" fmla="*/ 0 h 538"/>
                <a:gd name="T40" fmla="*/ 3 w 595"/>
                <a:gd name="T41" fmla="*/ 0 h 538"/>
                <a:gd name="T42" fmla="*/ 3 w 595"/>
                <a:gd name="T43" fmla="*/ 0 h 538"/>
                <a:gd name="T44" fmla="*/ 3 w 595"/>
                <a:gd name="T45" fmla="*/ 0 h 538"/>
                <a:gd name="T46" fmla="*/ 3 w 595"/>
                <a:gd name="T47" fmla="*/ 0 h 538"/>
                <a:gd name="T48" fmla="*/ 3 w 595"/>
                <a:gd name="T49" fmla="*/ 0 h 538"/>
                <a:gd name="T50" fmla="*/ 3 w 595"/>
                <a:gd name="T51" fmla="*/ 0 h 538"/>
                <a:gd name="T52" fmla="*/ 3 w 595"/>
                <a:gd name="T53" fmla="*/ 0 h 538"/>
                <a:gd name="T54" fmla="*/ 3 w 595"/>
                <a:gd name="T55" fmla="*/ 1 h 538"/>
                <a:gd name="T56" fmla="*/ 3 w 595"/>
                <a:gd name="T57" fmla="*/ 1 h 538"/>
                <a:gd name="T58" fmla="*/ 4 w 595"/>
                <a:gd name="T59" fmla="*/ 1 h 538"/>
                <a:gd name="T60" fmla="*/ 4 w 595"/>
                <a:gd name="T61" fmla="*/ 1 h 538"/>
                <a:gd name="T62" fmla="*/ 4 w 595"/>
                <a:gd name="T63" fmla="*/ 1 h 538"/>
                <a:gd name="T64" fmla="*/ 4 w 595"/>
                <a:gd name="T65" fmla="*/ 1 h 538"/>
                <a:gd name="T66" fmla="*/ 4 w 595"/>
                <a:gd name="T67" fmla="*/ 1 h 538"/>
                <a:gd name="T68" fmla="*/ 4 w 595"/>
                <a:gd name="T69" fmla="*/ 1 h 538"/>
                <a:gd name="T70" fmla="*/ 4 w 595"/>
                <a:gd name="T71" fmla="*/ 2 h 538"/>
                <a:gd name="T72" fmla="*/ 4 w 595"/>
                <a:gd name="T73" fmla="*/ 2 h 538"/>
                <a:gd name="T74" fmla="*/ 4 w 595"/>
                <a:gd name="T75" fmla="*/ 2 h 538"/>
                <a:gd name="T76" fmla="*/ 4 w 595"/>
                <a:gd name="T77" fmla="*/ 6 h 538"/>
                <a:gd name="T78" fmla="*/ 0 w 595"/>
                <a:gd name="T79" fmla="*/ 6 h 538"/>
                <a:gd name="T80" fmla="*/ 0 w 595"/>
                <a:gd name="T81" fmla="*/ 2 h 5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95"/>
                <a:gd name="T124" fmla="*/ 0 h 538"/>
                <a:gd name="T125" fmla="*/ 595 w 595"/>
                <a:gd name="T126" fmla="*/ 538 h 5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95" h="538">
                  <a:moveTo>
                    <a:pt x="0" y="185"/>
                  </a:moveTo>
                  <a:lnTo>
                    <a:pt x="1" y="168"/>
                  </a:lnTo>
                  <a:lnTo>
                    <a:pt x="6" y="150"/>
                  </a:lnTo>
                  <a:lnTo>
                    <a:pt x="13" y="134"/>
                  </a:lnTo>
                  <a:lnTo>
                    <a:pt x="23" y="119"/>
                  </a:lnTo>
                  <a:lnTo>
                    <a:pt x="31" y="107"/>
                  </a:lnTo>
                  <a:lnTo>
                    <a:pt x="41" y="95"/>
                  </a:lnTo>
                  <a:lnTo>
                    <a:pt x="53" y="81"/>
                  </a:lnTo>
                  <a:lnTo>
                    <a:pt x="68" y="68"/>
                  </a:lnTo>
                  <a:lnTo>
                    <a:pt x="88" y="56"/>
                  </a:lnTo>
                  <a:lnTo>
                    <a:pt x="112" y="43"/>
                  </a:lnTo>
                  <a:lnTo>
                    <a:pt x="134" y="32"/>
                  </a:lnTo>
                  <a:lnTo>
                    <a:pt x="162" y="22"/>
                  </a:lnTo>
                  <a:lnTo>
                    <a:pt x="187" y="14"/>
                  </a:lnTo>
                  <a:lnTo>
                    <a:pt x="217" y="8"/>
                  </a:lnTo>
                  <a:lnTo>
                    <a:pt x="244" y="3"/>
                  </a:lnTo>
                  <a:lnTo>
                    <a:pt x="265" y="2"/>
                  </a:lnTo>
                  <a:lnTo>
                    <a:pt x="291" y="0"/>
                  </a:lnTo>
                  <a:lnTo>
                    <a:pt x="317" y="0"/>
                  </a:lnTo>
                  <a:lnTo>
                    <a:pt x="338" y="2"/>
                  </a:lnTo>
                  <a:lnTo>
                    <a:pt x="359" y="4"/>
                  </a:lnTo>
                  <a:lnTo>
                    <a:pt x="383" y="9"/>
                  </a:lnTo>
                  <a:lnTo>
                    <a:pt x="405" y="14"/>
                  </a:lnTo>
                  <a:lnTo>
                    <a:pt x="428" y="21"/>
                  </a:lnTo>
                  <a:lnTo>
                    <a:pt x="448" y="28"/>
                  </a:lnTo>
                  <a:lnTo>
                    <a:pt x="470" y="38"/>
                  </a:lnTo>
                  <a:lnTo>
                    <a:pt x="485" y="45"/>
                  </a:lnTo>
                  <a:lnTo>
                    <a:pt x="499" y="54"/>
                  </a:lnTo>
                  <a:lnTo>
                    <a:pt x="512" y="62"/>
                  </a:lnTo>
                  <a:lnTo>
                    <a:pt x="526" y="72"/>
                  </a:lnTo>
                  <a:lnTo>
                    <a:pt x="539" y="83"/>
                  </a:lnTo>
                  <a:lnTo>
                    <a:pt x="553" y="97"/>
                  </a:lnTo>
                  <a:lnTo>
                    <a:pt x="564" y="110"/>
                  </a:lnTo>
                  <a:lnTo>
                    <a:pt x="572" y="122"/>
                  </a:lnTo>
                  <a:lnTo>
                    <a:pt x="579" y="133"/>
                  </a:lnTo>
                  <a:lnTo>
                    <a:pt x="585" y="145"/>
                  </a:lnTo>
                  <a:lnTo>
                    <a:pt x="590" y="157"/>
                  </a:lnTo>
                  <a:lnTo>
                    <a:pt x="595" y="173"/>
                  </a:lnTo>
                  <a:lnTo>
                    <a:pt x="595" y="538"/>
                  </a:lnTo>
                  <a:lnTo>
                    <a:pt x="1" y="536"/>
                  </a:lnTo>
                  <a:lnTo>
                    <a:pt x="0" y="185"/>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3" name="Freeform 613"/>
            <p:cNvSpPr>
              <a:spLocks/>
            </p:cNvSpPr>
            <p:nvPr/>
          </p:nvSpPr>
          <p:spPr bwMode="auto">
            <a:xfrm>
              <a:off x="3615" y="2861"/>
              <a:ext cx="218" cy="217"/>
            </a:xfrm>
            <a:custGeom>
              <a:avLst/>
              <a:gdLst>
                <a:gd name="T0" fmla="*/ 0 w 595"/>
                <a:gd name="T1" fmla="*/ 2 h 539"/>
                <a:gd name="T2" fmla="*/ 0 w 595"/>
                <a:gd name="T3" fmla="*/ 2 h 539"/>
                <a:gd name="T4" fmla="*/ 0 w 595"/>
                <a:gd name="T5" fmla="*/ 2 h 539"/>
                <a:gd name="T6" fmla="*/ 0 w 595"/>
                <a:gd name="T7" fmla="*/ 2 h 539"/>
                <a:gd name="T8" fmla="*/ 0 w 595"/>
                <a:gd name="T9" fmla="*/ 1 h 539"/>
                <a:gd name="T10" fmla="*/ 0 w 595"/>
                <a:gd name="T11" fmla="*/ 1 h 539"/>
                <a:gd name="T12" fmla="*/ 0 w 595"/>
                <a:gd name="T13" fmla="*/ 1 h 539"/>
                <a:gd name="T14" fmla="*/ 0 w 595"/>
                <a:gd name="T15" fmla="*/ 1 h 539"/>
                <a:gd name="T16" fmla="*/ 0 w 595"/>
                <a:gd name="T17" fmla="*/ 1 h 539"/>
                <a:gd name="T18" fmla="*/ 0 w 595"/>
                <a:gd name="T19" fmla="*/ 1 h 539"/>
                <a:gd name="T20" fmla="*/ 1 w 595"/>
                <a:gd name="T21" fmla="*/ 0 h 539"/>
                <a:gd name="T22" fmla="*/ 1 w 595"/>
                <a:gd name="T23" fmla="*/ 0 h 539"/>
                <a:gd name="T24" fmla="*/ 1 w 595"/>
                <a:gd name="T25" fmla="*/ 0 h 539"/>
                <a:gd name="T26" fmla="*/ 1 w 595"/>
                <a:gd name="T27" fmla="*/ 0 h 539"/>
                <a:gd name="T28" fmla="*/ 1 w 595"/>
                <a:gd name="T29" fmla="*/ 0 h 539"/>
                <a:gd name="T30" fmla="*/ 1 w 595"/>
                <a:gd name="T31" fmla="*/ 0 h 539"/>
                <a:gd name="T32" fmla="*/ 2 w 595"/>
                <a:gd name="T33" fmla="*/ 0 h 539"/>
                <a:gd name="T34" fmla="*/ 2 w 595"/>
                <a:gd name="T35" fmla="*/ 0 h 539"/>
                <a:gd name="T36" fmla="*/ 2 w 595"/>
                <a:gd name="T37" fmla="*/ 0 h 539"/>
                <a:gd name="T38" fmla="*/ 2 w 595"/>
                <a:gd name="T39" fmla="*/ 0 h 539"/>
                <a:gd name="T40" fmla="*/ 3 w 595"/>
                <a:gd name="T41" fmla="*/ 0 h 539"/>
                <a:gd name="T42" fmla="*/ 3 w 595"/>
                <a:gd name="T43" fmla="*/ 0 h 539"/>
                <a:gd name="T44" fmla="*/ 3 w 595"/>
                <a:gd name="T45" fmla="*/ 0 h 539"/>
                <a:gd name="T46" fmla="*/ 3 w 595"/>
                <a:gd name="T47" fmla="*/ 0 h 539"/>
                <a:gd name="T48" fmla="*/ 3 w 595"/>
                <a:gd name="T49" fmla="*/ 0 h 539"/>
                <a:gd name="T50" fmla="*/ 3 w 595"/>
                <a:gd name="T51" fmla="*/ 0 h 539"/>
                <a:gd name="T52" fmla="*/ 3 w 595"/>
                <a:gd name="T53" fmla="*/ 0 h 539"/>
                <a:gd name="T54" fmla="*/ 3 w 595"/>
                <a:gd name="T55" fmla="*/ 1 h 539"/>
                <a:gd name="T56" fmla="*/ 3 w 595"/>
                <a:gd name="T57" fmla="*/ 1 h 539"/>
                <a:gd name="T58" fmla="*/ 4 w 595"/>
                <a:gd name="T59" fmla="*/ 1 h 539"/>
                <a:gd name="T60" fmla="*/ 4 w 595"/>
                <a:gd name="T61" fmla="*/ 1 h 539"/>
                <a:gd name="T62" fmla="*/ 4 w 595"/>
                <a:gd name="T63" fmla="*/ 1 h 539"/>
                <a:gd name="T64" fmla="*/ 4 w 595"/>
                <a:gd name="T65" fmla="*/ 1 h 539"/>
                <a:gd name="T66" fmla="*/ 4 w 595"/>
                <a:gd name="T67" fmla="*/ 1 h 539"/>
                <a:gd name="T68" fmla="*/ 4 w 595"/>
                <a:gd name="T69" fmla="*/ 2 h 539"/>
                <a:gd name="T70" fmla="*/ 4 w 595"/>
                <a:gd name="T71" fmla="*/ 2 h 539"/>
                <a:gd name="T72" fmla="*/ 4 w 595"/>
                <a:gd name="T73" fmla="*/ 2 h 539"/>
                <a:gd name="T74" fmla="*/ 4 w 595"/>
                <a:gd name="T75" fmla="*/ 2 h 539"/>
                <a:gd name="T76" fmla="*/ 4 w 595"/>
                <a:gd name="T77" fmla="*/ 6 h 539"/>
                <a:gd name="T78" fmla="*/ 0 w 595"/>
                <a:gd name="T79" fmla="*/ 6 h 539"/>
                <a:gd name="T80" fmla="*/ 0 w 595"/>
                <a:gd name="T81" fmla="*/ 2 h 53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95"/>
                <a:gd name="T124" fmla="*/ 0 h 539"/>
                <a:gd name="T125" fmla="*/ 595 w 595"/>
                <a:gd name="T126" fmla="*/ 539 h 539"/>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95" h="539">
                  <a:moveTo>
                    <a:pt x="0" y="184"/>
                  </a:moveTo>
                  <a:lnTo>
                    <a:pt x="1" y="169"/>
                  </a:lnTo>
                  <a:lnTo>
                    <a:pt x="6" y="151"/>
                  </a:lnTo>
                  <a:lnTo>
                    <a:pt x="13" y="135"/>
                  </a:lnTo>
                  <a:lnTo>
                    <a:pt x="23" y="119"/>
                  </a:lnTo>
                  <a:lnTo>
                    <a:pt x="31" y="107"/>
                  </a:lnTo>
                  <a:lnTo>
                    <a:pt x="41" y="95"/>
                  </a:lnTo>
                  <a:lnTo>
                    <a:pt x="53" y="82"/>
                  </a:lnTo>
                  <a:lnTo>
                    <a:pt x="68" y="69"/>
                  </a:lnTo>
                  <a:lnTo>
                    <a:pt x="88" y="57"/>
                  </a:lnTo>
                  <a:lnTo>
                    <a:pt x="112" y="44"/>
                  </a:lnTo>
                  <a:lnTo>
                    <a:pt x="134" y="33"/>
                  </a:lnTo>
                  <a:lnTo>
                    <a:pt x="162" y="23"/>
                  </a:lnTo>
                  <a:lnTo>
                    <a:pt x="187" y="15"/>
                  </a:lnTo>
                  <a:lnTo>
                    <a:pt x="217" y="9"/>
                  </a:lnTo>
                  <a:lnTo>
                    <a:pt x="244" y="4"/>
                  </a:lnTo>
                  <a:lnTo>
                    <a:pt x="265" y="3"/>
                  </a:lnTo>
                  <a:lnTo>
                    <a:pt x="291" y="0"/>
                  </a:lnTo>
                  <a:lnTo>
                    <a:pt x="317" y="0"/>
                  </a:lnTo>
                  <a:lnTo>
                    <a:pt x="338" y="3"/>
                  </a:lnTo>
                  <a:lnTo>
                    <a:pt x="359" y="5"/>
                  </a:lnTo>
                  <a:lnTo>
                    <a:pt x="383" y="10"/>
                  </a:lnTo>
                  <a:lnTo>
                    <a:pt x="405" y="15"/>
                  </a:lnTo>
                  <a:lnTo>
                    <a:pt x="428" y="22"/>
                  </a:lnTo>
                  <a:lnTo>
                    <a:pt x="448" y="29"/>
                  </a:lnTo>
                  <a:lnTo>
                    <a:pt x="470" y="39"/>
                  </a:lnTo>
                  <a:lnTo>
                    <a:pt x="485" y="46"/>
                  </a:lnTo>
                  <a:lnTo>
                    <a:pt x="499" y="55"/>
                  </a:lnTo>
                  <a:lnTo>
                    <a:pt x="512" y="63"/>
                  </a:lnTo>
                  <a:lnTo>
                    <a:pt x="526" y="73"/>
                  </a:lnTo>
                  <a:lnTo>
                    <a:pt x="539" y="83"/>
                  </a:lnTo>
                  <a:lnTo>
                    <a:pt x="553" y="98"/>
                  </a:lnTo>
                  <a:lnTo>
                    <a:pt x="564" y="111"/>
                  </a:lnTo>
                  <a:lnTo>
                    <a:pt x="572" y="123"/>
                  </a:lnTo>
                  <a:lnTo>
                    <a:pt x="579" y="134"/>
                  </a:lnTo>
                  <a:lnTo>
                    <a:pt x="585" y="146"/>
                  </a:lnTo>
                  <a:lnTo>
                    <a:pt x="590" y="158"/>
                  </a:lnTo>
                  <a:lnTo>
                    <a:pt x="595" y="172"/>
                  </a:lnTo>
                  <a:lnTo>
                    <a:pt x="595" y="539"/>
                  </a:lnTo>
                  <a:lnTo>
                    <a:pt x="1" y="536"/>
                  </a:lnTo>
                  <a:lnTo>
                    <a:pt x="0" y="184"/>
                  </a:lnTo>
                  <a:close/>
                </a:path>
              </a:pathLst>
            </a:custGeom>
            <a:solidFill>
              <a:srgbClr val="E07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4" name="Oval 614"/>
            <p:cNvSpPr>
              <a:spLocks noChangeArrowheads="1"/>
            </p:cNvSpPr>
            <p:nvPr/>
          </p:nvSpPr>
          <p:spPr bwMode="auto">
            <a:xfrm>
              <a:off x="3630" y="2871"/>
              <a:ext cx="185" cy="203"/>
            </a:xfrm>
            <a:prstGeom prst="ellipse">
              <a:avLst/>
            </a:prstGeom>
            <a:solidFill>
              <a:srgbClr val="FF4040"/>
            </a:solidFill>
            <a:ln w="3175">
              <a:solidFill>
                <a:srgbClr val="000000"/>
              </a:solidFill>
              <a:round/>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615" name="Group 615"/>
            <p:cNvGrpSpPr>
              <a:grpSpLocks/>
            </p:cNvGrpSpPr>
            <p:nvPr/>
          </p:nvGrpSpPr>
          <p:grpSpPr bwMode="auto">
            <a:xfrm>
              <a:off x="3734" y="2891"/>
              <a:ext cx="33" cy="32"/>
              <a:chOff x="3019" y="1781"/>
              <a:chExt cx="18" cy="16"/>
            </a:xfrm>
          </p:grpSpPr>
          <p:sp>
            <p:nvSpPr>
              <p:cNvPr id="628" name="Oval 616"/>
              <p:cNvSpPr>
                <a:spLocks noChangeArrowheads="1"/>
              </p:cNvSpPr>
              <p:nvPr/>
            </p:nvSpPr>
            <p:spPr bwMode="auto">
              <a:xfrm>
                <a:off x="3019" y="1781"/>
                <a:ext cx="11" cy="11"/>
              </a:xfrm>
              <a:prstGeom prst="ellipse">
                <a:avLst/>
              </a:pr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29" name="Oval 617"/>
              <p:cNvSpPr>
                <a:spLocks noChangeArrowheads="1"/>
              </p:cNvSpPr>
              <p:nvPr/>
            </p:nvSpPr>
            <p:spPr bwMode="auto">
              <a:xfrm>
                <a:off x="3028" y="1788"/>
                <a:ext cx="9" cy="9"/>
              </a:xfrm>
              <a:prstGeom prst="ellipse">
                <a:avLst/>
              </a:pr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sp>
          <p:nvSpPr>
            <p:cNvPr id="616" name="Freeform 618"/>
            <p:cNvSpPr>
              <a:spLocks/>
            </p:cNvSpPr>
            <p:nvPr/>
          </p:nvSpPr>
          <p:spPr bwMode="auto">
            <a:xfrm>
              <a:off x="3608" y="3124"/>
              <a:ext cx="218" cy="215"/>
            </a:xfrm>
            <a:custGeom>
              <a:avLst/>
              <a:gdLst>
                <a:gd name="T0" fmla="*/ 0 w 595"/>
                <a:gd name="T1" fmla="*/ 2 h 538"/>
                <a:gd name="T2" fmla="*/ 0 w 595"/>
                <a:gd name="T3" fmla="*/ 2 h 538"/>
                <a:gd name="T4" fmla="*/ 0 w 595"/>
                <a:gd name="T5" fmla="*/ 2 h 538"/>
                <a:gd name="T6" fmla="*/ 0 w 595"/>
                <a:gd name="T7" fmla="*/ 2 h 538"/>
                <a:gd name="T8" fmla="*/ 0 w 595"/>
                <a:gd name="T9" fmla="*/ 1 h 538"/>
                <a:gd name="T10" fmla="*/ 0 w 595"/>
                <a:gd name="T11" fmla="*/ 1 h 538"/>
                <a:gd name="T12" fmla="*/ 0 w 595"/>
                <a:gd name="T13" fmla="*/ 1 h 538"/>
                <a:gd name="T14" fmla="*/ 0 w 595"/>
                <a:gd name="T15" fmla="*/ 1 h 538"/>
                <a:gd name="T16" fmla="*/ 0 w 595"/>
                <a:gd name="T17" fmla="*/ 1 h 538"/>
                <a:gd name="T18" fmla="*/ 0 w 595"/>
                <a:gd name="T19" fmla="*/ 1 h 538"/>
                <a:gd name="T20" fmla="*/ 1 w 595"/>
                <a:gd name="T21" fmla="*/ 0 h 538"/>
                <a:gd name="T22" fmla="*/ 1 w 595"/>
                <a:gd name="T23" fmla="*/ 0 h 538"/>
                <a:gd name="T24" fmla="*/ 1 w 595"/>
                <a:gd name="T25" fmla="*/ 0 h 538"/>
                <a:gd name="T26" fmla="*/ 1 w 595"/>
                <a:gd name="T27" fmla="*/ 0 h 538"/>
                <a:gd name="T28" fmla="*/ 1 w 595"/>
                <a:gd name="T29" fmla="*/ 0 h 538"/>
                <a:gd name="T30" fmla="*/ 1 w 595"/>
                <a:gd name="T31" fmla="*/ 0 h 538"/>
                <a:gd name="T32" fmla="*/ 2 w 595"/>
                <a:gd name="T33" fmla="*/ 0 h 538"/>
                <a:gd name="T34" fmla="*/ 2 w 595"/>
                <a:gd name="T35" fmla="*/ 0 h 538"/>
                <a:gd name="T36" fmla="*/ 2 w 595"/>
                <a:gd name="T37" fmla="*/ 0 h 538"/>
                <a:gd name="T38" fmla="*/ 2 w 595"/>
                <a:gd name="T39" fmla="*/ 0 h 538"/>
                <a:gd name="T40" fmla="*/ 3 w 595"/>
                <a:gd name="T41" fmla="*/ 0 h 538"/>
                <a:gd name="T42" fmla="*/ 3 w 595"/>
                <a:gd name="T43" fmla="*/ 0 h 538"/>
                <a:gd name="T44" fmla="*/ 3 w 595"/>
                <a:gd name="T45" fmla="*/ 0 h 538"/>
                <a:gd name="T46" fmla="*/ 3 w 595"/>
                <a:gd name="T47" fmla="*/ 0 h 538"/>
                <a:gd name="T48" fmla="*/ 3 w 595"/>
                <a:gd name="T49" fmla="*/ 0 h 538"/>
                <a:gd name="T50" fmla="*/ 3 w 595"/>
                <a:gd name="T51" fmla="*/ 0 h 538"/>
                <a:gd name="T52" fmla="*/ 3 w 595"/>
                <a:gd name="T53" fmla="*/ 0 h 538"/>
                <a:gd name="T54" fmla="*/ 3 w 595"/>
                <a:gd name="T55" fmla="*/ 1 h 538"/>
                <a:gd name="T56" fmla="*/ 3 w 595"/>
                <a:gd name="T57" fmla="*/ 1 h 538"/>
                <a:gd name="T58" fmla="*/ 4 w 595"/>
                <a:gd name="T59" fmla="*/ 1 h 538"/>
                <a:gd name="T60" fmla="*/ 4 w 595"/>
                <a:gd name="T61" fmla="*/ 1 h 538"/>
                <a:gd name="T62" fmla="*/ 4 w 595"/>
                <a:gd name="T63" fmla="*/ 1 h 538"/>
                <a:gd name="T64" fmla="*/ 4 w 595"/>
                <a:gd name="T65" fmla="*/ 1 h 538"/>
                <a:gd name="T66" fmla="*/ 4 w 595"/>
                <a:gd name="T67" fmla="*/ 1 h 538"/>
                <a:gd name="T68" fmla="*/ 4 w 595"/>
                <a:gd name="T69" fmla="*/ 1 h 538"/>
                <a:gd name="T70" fmla="*/ 4 w 595"/>
                <a:gd name="T71" fmla="*/ 2 h 538"/>
                <a:gd name="T72" fmla="*/ 4 w 595"/>
                <a:gd name="T73" fmla="*/ 2 h 538"/>
                <a:gd name="T74" fmla="*/ 4 w 595"/>
                <a:gd name="T75" fmla="*/ 2 h 538"/>
                <a:gd name="T76" fmla="*/ 4 w 595"/>
                <a:gd name="T77" fmla="*/ 6 h 538"/>
                <a:gd name="T78" fmla="*/ 0 w 595"/>
                <a:gd name="T79" fmla="*/ 6 h 538"/>
                <a:gd name="T80" fmla="*/ 0 w 595"/>
                <a:gd name="T81" fmla="*/ 2 h 5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95"/>
                <a:gd name="T124" fmla="*/ 0 h 538"/>
                <a:gd name="T125" fmla="*/ 595 w 595"/>
                <a:gd name="T126" fmla="*/ 538 h 5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95" h="538">
                  <a:moveTo>
                    <a:pt x="0" y="185"/>
                  </a:moveTo>
                  <a:lnTo>
                    <a:pt x="1" y="168"/>
                  </a:lnTo>
                  <a:lnTo>
                    <a:pt x="6" y="150"/>
                  </a:lnTo>
                  <a:lnTo>
                    <a:pt x="13" y="135"/>
                  </a:lnTo>
                  <a:lnTo>
                    <a:pt x="23" y="119"/>
                  </a:lnTo>
                  <a:lnTo>
                    <a:pt x="31" y="107"/>
                  </a:lnTo>
                  <a:lnTo>
                    <a:pt x="41" y="95"/>
                  </a:lnTo>
                  <a:lnTo>
                    <a:pt x="53" y="82"/>
                  </a:lnTo>
                  <a:lnTo>
                    <a:pt x="69" y="69"/>
                  </a:lnTo>
                  <a:lnTo>
                    <a:pt x="88" y="57"/>
                  </a:lnTo>
                  <a:lnTo>
                    <a:pt x="112" y="43"/>
                  </a:lnTo>
                  <a:lnTo>
                    <a:pt x="135" y="32"/>
                  </a:lnTo>
                  <a:lnTo>
                    <a:pt x="162" y="23"/>
                  </a:lnTo>
                  <a:lnTo>
                    <a:pt x="189" y="14"/>
                  </a:lnTo>
                  <a:lnTo>
                    <a:pt x="218" y="8"/>
                  </a:lnTo>
                  <a:lnTo>
                    <a:pt x="244" y="4"/>
                  </a:lnTo>
                  <a:lnTo>
                    <a:pt x="266" y="2"/>
                  </a:lnTo>
                  <a:lnTo>
                    <a:pt x="291" y="0"/>
                  </a:lnTo>
                  <a:lnTo>
                    <a:pt x="317" y="0"/>
                  </a:lnTo>
                  <a:lnTo>
                    <a:pt x="338" y="2"/>
                  </a:lnTo>
                  <a:lnTo>
                    <a:pt x="360" y="5"/>
                  </a:lnTo>
                  <a:lnTo>
                    <a:pt x="384" y="10"/>
                  </a:lnTo>
                  <a:lnTo>
                    <a:pt x="405" y="14"/>
                  </a:lnTo>
                  <a:lnTo>
                    <a:pt x="428" y="22"/>
                  </a:lnTo>
                  <a:lnTo>
                    <a:pt x="449" y="29"/>
                  </a:lnTo>
                  <a:lnTo>
                    <a:pt x="470" y="38"/>
                  </a:lnTo>
                  <a:lnTo>
                    <a:pt x="486" y="46"/>
                  </a:lnTo>
                  <a:lnTo>
                    <a:pt x="499" y="54"/>
                  </a:lnTo>
                  <a:lnTo>
                    <a:pt x="512" y="63"/>
                  </a:lnTo>
                  <a:lnTo>
                    <a:pt x="527" y="72"/>
                  </a:lnTo>
                  <a:lnTo>
                    <a:pt x="540" y="83"/>
                  </a:lnTo>
                  <a:lnTo>
                    <a:pt x="553" y="97"/>
                  </a:lnTo>
                  <a:lnTo>
                    <a:pt x="564" y="111"/>
                  </a:lnTo>
                  <a:lnTo>
                    <a:pt x="572" y="123"/>
                  </a:lnTo>
                  <a:lnTo>
                    <a:pt x="580" y="133"/>
                  </a:lnTo>
                  <a:lnTo>
                    <a:pt x="586" y="145"/>
                  </a:lnTo>
                  <a:lnTo>
                    <a:pt x="590" y="157"/>
                  </a:lnTo>
                  <a:lnTo>
                    <a:pt x="595" y="173"/>
                  </a:lnTo>
                  <a:lnTo>
                    <a:pt x="595" y="538"/>
                  </a:lnTo>
                  <a:lnTo>
                    <a:pt x="1" y="536"/>
                  </a:lnTo>
                  <a:lnTo>
                    <a:pt x="0" y="185"/>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7" name="Freeform 619"/>
            <p:cNvSpPr>
              <a:spLocks/>
            </p:cNvSpPr>
            <p:nvPr/>
          </p:nvSpPr>
          <p:spPr bwMode="auto">
            <a:xfrm>
              <a:off x="3609" y="3132"/>
              <a:ext cx="218" cy="217"/>
            </a:xfrm>
            <a:custGeom>
              <a:avLst/>
              <a:gdLst>
                <a:gd name="T0" fmla="*/ 0 w 595"/>
                <a:gd name="T1" fmla="*/ 2 h 538"/>
                <a:gd name="T2" fmla="*/ 0 w 595"/>
                <a:gd name="T3" fmla="*/ 2 h 538"/>
                <a:gd name="T4" fmla="*/ 0 w 595"/>
                <a:gd name="T5" fmla="*/ 2 h 538"/>
                <a:gd name="T6" fmla="*/ 0 w 595"/>
                <a:gd name="T7" fmla="*/ 2 h 538"/>
                <a:gd name="T8" fmla="*/ 0 w 595"/>
                <a:gd name="T9" fmla="*/ 1 h 538"/>
                <a:gd name="T10" fmla="*/ 0 w 595"/>
                <a:gd name="T11" fmla="*/ 1 h 538"/>
                <a:gd name="T12" fmla="*/ 0 w 595"/>
                <a:gd name="T13" fmla="*/ 1 h 538"/>
                <a:gd name="T14" fmla="*/ 0 w 595"/>
                <a:gd name="T15" fmla="*/ 1 h 538"/>
                <a:gd name="T16" fmla="*/ 0 w 595"/>
                <a:gd name="T17" fmla="*/ 1 h 538"/>
                <a:gd name="T18" fmla="*/ 0 w 595"/>
                <a:gd name="T19" fmla="*/ 1 h 538"/>
                <a:gd name="T20" fmla="*/ 1 w 595"/>
                <a:gd name="T21" fmla="*/ 0 h 538"/>
                <a:gd name="T22" fmla="*/ 1 w 595"/>
                <a:gd name="T23" fmla="*/ 0 h 538"/>
                <a:gd name="T24" fmla="*/ 1 w 595"/>
                <a:gd name="T25" fmla="*/ 0 h 538"/>
                <a:gd name="T26" fmla="*/ 1 w 595"/>
                <a:gd name="T27" fmla="*/ 0 h 538"/>
                <a:gd name="T28" fmla="*/ 1 w 595"/>
                <a:gd name="T29" fmla="*/ 0 h 538"/>
                <a:gd name="T30" fmla="*/ 1 w 595"/>
                <a:gd name="T31" fmla="*/ 0 h 538"/>
                <a:gd name="T32" fmla="*/ 2 w 595"/>
                <a:gd name="T33" fmla="*/ 0 h 538"/>
                <a:gd name="T34" fmla="*/ 2 w 595"/>
                <a:gd name="T35" fmla="*/ 0 h 538"/>
                <a:gd name="T36" fmla="*/ 2 w 595"/>
                <a:gd name="T37" fmla="*/ 0 h 538"/>
                <a:gd name="T38" fmla="*/ 2 w 595"/>
                <a:gd name="T39" fmla="*/ 0 h 538"/>
                <a:gd name="T40" fmla="*/ 3 w 595"/>
                <a:gd name="T41" fmla="*/ 0 h 538"/>
                <a:gd name="T42" fmla="*/ 3 w 595"/>
                <a:gd name="T43" fmla="*/ 0 h 538"/>
                <a:gd name="T44" fmla="*/ 3 w 595"/>
                <a:gd name="T45" fmla="*/ 0 h 538"/>
                <a:gd name="T46" fmla="*/ 3 w 595"/>
                <a:gd name="T47" fmla="*/ 0 h 538"/>
                <a:gd name="T48" fmla="*/ 3 w 595"/>
                <a:gd name="T49" fmla="*/ 0 h 538"/>
                <a:gd name="T50" fmla="*/ 3 w 595"/>
                <a:gd name="T51" fmla="*/ 0 h 538"/>
                <a:gd name="T52" fmla="*/ 3 w 595"/>
                <a:gd name="T53" fmla="*/ 0 h 538"/>
                <a:gd name="T54" fmla="*/ 3 w 595"/>
                <a:gd name="T55" fmla="*/ 1 h 538"/>
                <a:gd name="T56" fmla="*/ 3 w 595"/>
                <a:gd name="T57" fmla="*/ 1 h 538"/>
                <a:gd name="T58" fmla="*/ 4 w 595"/>
                <a:gd name="T59" fmla="*/ 1 h 538"/>
                <a:gd name="T60" fmla="*/ 4 w 595"/>
                <a:gd name="T61" fmla="*/ 1 h 538"/>
                <a:gd name="T62" fmla="*/ 4 w 595"/>
                <a:gd name="T63" fmla="*/ 1 h 538"/>
                <a:gd name="T64" fmla="*/ 4 w 595"/>
                <a:gd name="T65" fmla="*/ 1 h 538"/>
                <a:gd name="T66" fmla="*/ 4 w 595"/>
                <a:gd name="T67" fmla="*/ 1 h 538"/>
                <a:gd name="T68" fmla="*/ 4 w 595"/>
                <a:gd name="T69" fmla="*/ 2 h 538"/>
                <a:gd name="T70" fmla="*/ 4 w 595"/>
                <a:gd name="T71" fmla="*/ 2 h 538"/>
                <a:gd name="T72" fmla="*/ 4 w 595"/>
                <a:gd name="T73" fmla="*/ 2 h 538"/>
                <a:gd name="T74" fmla="*/ 4 w 595"/>
                <a:gd name="T75" fmla="*/ 2 h 538"/>
                <a:gd name="T76" fmla="*/ 4 w 595"/>
                <a:gd name="T77" fmla="*/ 6 h 538"/>
                <a:gd name="T78" fmla="*/ 0 w 595"/>
                <a:gd name="T79" fmla="*/ 6 h 538"/>
                <a:gd name="T80" fmla="*/ 0 w 595"/>
                <a:gd name="T81" fmla="*/ 2 h 5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95"/>
                <a:gd name="T124" fmla="*/ 0 h 538"/>
                <a:gd name="T125" fmla="*/ 595 w 595"/>
                <a:gd name="T126" fmla="*/ 538 h 5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95" h="538">
                  <a:moveTo>
                    <a:pt x="0" y="185"/>
                  </a:moveTo>
                  <a:lnTo>
                    <a:pt x="2" y="168"/>
                  </a:lnTo>
                  <a:lnTo>
                    <a:pt x="6" y="150"/>
                  </a:lnTo>
                  <a:lnTo>
                    <a:pt x="14" y="134"/>
                  </a:lnTo>
                  <a:lnTo>
                    <a:pt x="23" y="119"/>
                  </a:lnTo>
                  <a:lnTo>
                    <a:pt x="32" y="107"/>
                  </a:lnTo>
                  <a:lnTo>
                    <a:pt x="41" y="95"/>
                  </a:lnTo>
                  <a:lnTo>
                    <a:pt x="53" y="82"/>
                  </a:lnTo>
                  <a:lnTo>
                    <a:pt x="69" y="68"/>
                  </a:lnTo>
                  <a:lnTo>
                    <a:pt x="88" y="56"/>
                  </a:lnTo>
                  <a:lnTo>
                    <a:pt x="112" y="43"/>
                  </a:lnTo>
                  <a:lnTo>
                    <a:pt x="135" y="32"/>
                  </a:lnTo>
                  <a:lnTo>
                    <a:pt x="163" y="23"/>
                  </a:lnTo>
                  <a:lnTo>
                    <a:pt x="189" y="14"/>
                  </a:lnTo>
                  <a:lnTo>
                    <a:pt x="218" y="8"/>
                  </a:lnTo>
                  <a:lnTo>
                    <a:pt x="244" y="3"/>
                  </a:lnTo>
                  <a:lnTo>
                    <a:pt x="266" y="2"/>
                  </a:lnTo>
                  <a:lnTo>
                    <a:pt x="291" y="0"/>
                  </a:lnTo>
                  <a:lnTo>
                    <a:pt x="318" y="0"/>
                  </a:lnTo>
                  <a:lnTo>
                    <a:pt x="338" y="2"/>
                  </a:lnTo>
                  <a:lnTo>
                    <a:pt x="360" y="5"/>
                  </a:lnTo>
                  <a:lnTo>
                    <a:pt x="384" y="9"/>
                  </a:lnTo>
                  <a:lnTo>
                    <a:pt x="405" y="14"/>
                  </a:lnTo>
                  <a:lnTo>
                    <a:pt x="428" y="21"/>
                  </a:lnTo>
                  <a:lnTo>
                    <a:pt x="449" y="29"/>
                  </a:lnTo>
                  <a:lnTo>
                    <a:pt x="470" y="38"/>
                  </a:lnTo>
                  <a:lnTo>
                    <a:pt x="486" y="46"/>
                  </a:lnTo>
                  <a:lnTo>
                    <a:pt x="499" y="54"/>
                  </a:lnTo>
                  <a:lnTo>
                    <a:pt x="512" y="62"/>
                  </a:lnTo>
                  <a:lnTo>
                    <a:pt x="527" y="72"/>
                  </a:lnTo>
                  <a:lnTo>
                    <a:pt x="540" y="83"/>
                  </a:lnTo>
                  <a:lnTo>
                    <a:pt x="553" y="97"/>
                  </a:lnTo>
                  <a:lnTo>
                    <a:pt x="564" y="110"/>
                  </a:lnTo>
                  <a:lnTo>
                    <a:pt x="573" y="122"/>
                  </a:lnTo>
                  <a:lnTo>
                    <a:pt x="580" y="133"/>
                  </a:lnTo>
                  <a:lnTo>
                    <a:pt x="586" y="145"/>
                  </a:lnTo>
                  <a:lnTo>
                    <a:pt x="591" y="157"/>
                  </a:lnTo>
                  <a:lnTo>
                    <a:pt x="595" y="173"/>
                  </a:lnTo>
                  <a:lnTo>
                    <a:pt x="595" y="538"/>
                  </a:lnTo>
                  <a:lnTo>
                    <a:pt x="2" y="536"/>
                  </a:lnTo>
                  <a:lnTo>
                    <a:pt x="0" y="185"/>
                  </a:lnTo>
                  <a:close/>
                </a:path>
              </a:pathLst>
            </a:custGeom>
            <a:solidFill>
              <a:srgbClr val="E07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8" name="Oval 620"/>
            <p:cNvSpPr>
              <a:spLocks noChangeArrowheads="1"/>
            </p:cNvSpPr>
            <p:nvPr/>
          </p:nvSpPr>
          <p:spPr bwMode="auto">
            <a:xfrm>
              <a:off x="3624" y="3142"/>
              <a:ext cx="185" cy="205"/>
            </a:xfrm>
            <a:prstGeom prst="ellipse">
              <a:avLst/>
            </a:prstGeom>
            <a:solidFill>
              <a:srgbClr val="FFFF00"/>
            </a:solidFill>
            <a:ln w="3175">
              <a:solidFill>
                <a:srgbClr val="000000"/>
              </a:solidFill>
              <a:round/>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619" name="Group 621"/>
            <p:cNvGrpSpPr>
              <a:grpSpLocks/>
            </p:cNvGrpSpPr>
            <p:nvPr/>
          </p:nvGrpSpPr>
          <p:grpSpPr bwMode="auto">
            <a:xfrm>
              <a:off x="3728" y="3162"/>
              <a:ext cx="33" cy="32"/>
              <a:chOff x="3016" y="1916"/>
              <a:chExt cx="18" cy="16"/>
            </a:xfrm>
          </p:grpSpPr>
          <p:sp>
            <p:nvSpPr>
              <p:cNvPr id="626" name="Oval 622"/>
              <p:cNvSpPr>
                <a:spLocks noChangeArrowheads="1"/>
              </p:cNvSpPr>
              <p:nvPr/>
            </p:nvSpPr>
            <p:spPr bwMode="auto">
              <a:xfrm>
                <a:off x="3016" y="1916"/>
                <a:ext cx="12" cy="12"/>
              </a:xfrm>
              <a:prstGeom prst="ellipse">
                <a:avLst/>
              </a:prstGeom>
              <a:solidFill>
                <a:srgbClr val="FFFF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27" name="Oval 623"/>
              <p:cNvSpPr>
                <a:spLocks noChangeArrowheads="1"/>
              </p:cNvSpPr>
              <p:nvPr/>
            </p:nvSpPr>
            <p:spPr bwMode="auto">
              <a:xfrm>
                <a:off x="3025" y="1923"/>
                <a:ext cx="9" cy="9"/>
              </a:xfrm>
              <a:prstGeom prst="ellipse">
                <a:avLst/>
              </a:prstGeom>
              <a:solidFill>
                <a:srgbClr val="FFFF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sp>
          <p:nvSpPr>
            <p:cNvPr id="620" name="Freeform 624"/>
            <p:cNvSpPr>
              <a:spLocks/>
            </p:cNvSpPr>
            <p:nvPr/>
          </p:nvSpPr>
          <p:spPr bwMode="auto">
            <a:xfrm>
              <a:off x="3613" y="3383"/>
              <a:ext cx="218" cy="215"/>
            </a:xfrm>
            <a:custGeom>
              <a:avLst/>
              <a:gdLst>
                <a:gd name="T0" fmla="*/ 0 w 595"/>
                <a:gd name="T1" fmla="*/ 2 h 537"/>
                <a:gd name="T2" fmla="*/ 0 w 595"/>
                <a:gd name="T3" fmla="*/ 2 h 537"/>
                <a:gd name="T4" fmla="*/ 0 w 595"/>
                <a:gd name="T5" fmla="*/ 2 h 537"/>
                <a:gd name="T6" fmla="*/ 0 w 595"/>
                <a:gd name="T7" fmla="*/ 2 h 537"/>
                <a:gd name="T8" fmla="*/ 0 w 595"/>
                <a:gd name="T9" fmla="*/ 1 h 537"/>
                <a:gd name="T10" fmla="*/ 0 w 595"/>
                <a:gd name="T11" fmla="*/ 1 h 537"/>
                <a:gd name="T12" fmla="*/ 0 w 595"/>
                <a:gd name="T13" fmla="*/ 1 h 537"/>
                <a:gd name="T14" fmla="*/ 0 w 595"/>
                <a:gd name="T15" fmla="*/ 1 h 537"/>
                <a:gd name="T16" fmla="*/ 0 w 595"/>
                <a:gd name="T17" fmla="*/ 1 h 537"/>
                <a:gd name="T18" fmla="*/ 0 w 595"/>
                <a:gd name="T19" fmla="*/ 1 h 537"/>
                <a:gd name="T20" fmla="*/ 1 w 595"/>
                <a:gd name="T21" fmla="*/ 0 h 537"/>
                <a:gd name="T22" fmla="*/ 1 w 595"/>
                <a:gd name="T23" fmla="*/ 0 h 537"/>
                <a:gd name="T24" fmla="*/ 1 w 595"/>
                <a:gd name="T25" fmla="*/ 0 h 537"/>
                <a:gd name="T26" fmla="*/ 1 w 595"/>
                <a:gd name="T27" fmla="*/ 0 h 537"/>
                <a:gd name="T28" fmla="*/ 1 w 595"/>
                <a:gd name="T29" fmla="*/ 0 h 537"/>
                <a:gd name="T30" fmla="*/ 1 w 595"/>
                <a:gd name="T31" fmla="*/ 0 h 537"/>
                <a:gd name="T32" fmla="*/ 2 w 595"/>
                <a:gd name="T33" fmla="*/ 0 h 537"/>
                <a:gd name="T34" fmla="*/ 2 w 595"/>
                <a:gd name="T35" fmla="*/ 0 h 537"/>
                <a:gd name="T36" fmla="*/ 2 w 595"/>
                <a:gd name="T37" fmla="*/ 0 h 537"/>
                <a:gd name="T38" fmla="*/ 2 w 595"/>
                <a:gd name="T39" fmla="*/ 0 h 537"/>
                <a:gd name="T40" fmla="*/ 3 w 595"/>
                <a:gd name="T41" fmla="*/ 0 h 537"/>
                <a:gd name="T42" fmla="*/ 3 w 595"/>
                <a:gd name="T43" fmla="*/ 0 h 537"/>
                <a:gd name="T44" fmla="*/ 3 w 595"/>
                <a:gd name="T45" fmla="*/ 0 h 537"/>
                <a:gd name="T46" fmla="*/ 3 w 595"/>
                <a:gd name="T47" fmla="*/ 0 h 537"/>
                <a:gd name="T48" fmla="*/ 3 w 595"/>
                <a:gd name="T49" fmla="*/ 0 h 537"/>
                <a:gd name="T50" fmla="*/ 3 w 595"/>
                <a:gd name="T51" fmla="*/ 0 h 537"/>
                <a:gd name="T52" fmla="*/ 3 w 595"/>
                <a:gd name="T53" fmla="*/ 0 h 537"/>
                <a:gd name="T54" fmla="*/ 3 w 595"/>
                <a:gd name="T55" fmla="*/ 1 h 537"/>
                <a:gd name="T56" fmla="*/ 3 w 595"/>
                <a:gd name="T57" fmla="*/ 1 h 537"/>
                <a:gd name="T58" fmla="*/ 4 w 595"/>
                <a:gd name="T59" fmla="*/ 1 h 537"/>
                <a:gd name="T60" fmla="*/ 4 w 595"/>
                <a:gd name="T61" fmla="*/ 1 h 537"/>
                <a:gd name="T62" fmla="*/ 4 w 595"/>
                <a:gd name="T63" fmla="*/ 1 h 537"/>
                <a:gd name="T64" fmla="*/ 4 w 595"/>
                <a:gd name="T65" fmla="*/ 1 h 537"/>
                <a:gd name="T66" fmla="*/ 4 w 595"/>
                <a:gd name="T67" fmla="*/ 1 h 537"/>
                <a:gd name="T68" fmla="*/ 4 w 595"/>
                <a:gd name="T69" fmla="*/ 1 h 537"/>
                <a:gd name="T70" fmla="*/ 4 w 595"/>
                <a:gd name="T71" fmla="*/ 2 h 537"/>
                <a:gd name="T72" fmla="*/ 4 w 595"/>
                <a:gd name="T73" fmla="*/ 2 h 537"/>
                <a:gd name="T74" fmla="*/ 4 w 595"/>
                <a:gd name="T75" fmla="*/ 2 h 537"/>
                <a:gd name="T76" fmla="*/ 4 w 595"/>
                <a:gd name="T77" fmla="*/ 6 h 537"/>
                <a:gd name="T78" fmla="*/ 0 w 595"/>
                <a:gd name="T79" fmla="*/ 6 h 537"/>
                <a:gd name="T80" fmla="*/ 0 w 595"/>
                <a:gd name="T81" fmla="*/ 2 h 53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95"/>
                <a:gd name="T124" fmla="*/ 0 h 537"/>
                <a:gd name="T125" fmla="*/ 595 w 595"/>
                <a:gd name="T126" fmla="*/ 537 h 53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95" h="537">
                  <a:moveTo>
                    <a:pt x="0" y="184"/>
                  </a:moveTo>
                  <a:lnTo>
                    <a:pt x="1" y="167"/>
                  </a:lnTo>
                  <a:lnTo>
                    <a:pt x="6" y="149"/>
                  </a:lnTo>
                  <a:lnTo>
                    <a:pt x="13" y="134"/>
                  </a:lnTo>
                  <a:lnTo>
                    <a:pt x="22" y="118"/>
                  </a:lnTo>
                  <a:lnTo>
                    <a:pt x="31" y="106"/>
                  </a:lnTo>
                  <a:lnTo>
                    <a:pt x="40" y="94"/>
                  </a:lnTo>
                  <a:lnTo>
                    <a:pt x="52" y="81"/>
                  </a:lnTo>
                  <a:lnTo>
                    <a:pt x="68" y="69"/>
                  </a:lnTo>
                  <a:lnTo>
                    <a:pt x="87" y="57"/>
                  </a:lnTo>
                  <a:lnTo>
                    <a:pt x="111" y="43"/>
                  </a:lnTo>
                  <a:lnTo>
                    <a:pt x="134" y="33"/>
                  </a:lnTo>
                  <a:lnTo>
                    <a:pt x="162" y="23"/>
                  </a:lnTo>
                  <a:lnTo>
                    <a:pt x="188" y="15"/>
                  </a:lnTo>
                  <a:lnTo>
                    <a:pt x="217" y="9"/>
                  </a:lnTo>
                  <a:lnTo>
                    <a:pt x="244" y="4"/>
                  </a:lnTo>
                  <a:lnTo>
                    <a:pt x="265" y="3"/>
                  </a:lnTo>
                  <a:lnTo>
                    <a:pt x="290" y="0"/>
                  </a:lnTo>
                  <a:lnTo>
                    <a:pt x="317" y="0"/>
                  </a:lnTo>
                  <a:lnTo>
                    <a:pt x="337" y="3"/>
                  </a:lnTo>
                  <a:lnTo>
                    <a:pt x="359" y="5"/>
                  </a:lnTo>
                  <a:lnTo>
                    <a:pt x="383" y="10"/>
                  </a:lnTo>
                  <a:lnTo>
                    <a:pt x="405" y="15"/>
                  </a:lnTo>
                  <a:lnTo>
                    <a:pt x="427" y="22"/>
                  </a:lnTo>
                  <a:lnTo>
                    <a:pt x="448" y="29"/>
                  </a:lnTo>
                  <a:lnTo>
                    <a:pt x="470" y="39"/>
                  </a:lnTo>
                  <a:lnTo>
                    <a:pt x="485" y="46"/>
                  </a:lnTo>
                  <a:lnTo>
                    <a:pt x="498" y="54"/>
                  </a:lnTo>
                  <a:lnTo>
                    <a:pt x="512" y="63"/>
                  </a:lnTo>
                  <a:lnTo>
                    <a:pt x="526" y="72"/>
                  </a:lnTo>
                  <a:lnTo>
                    <a:pt x="539" y="82"/>
                  </a:lnTo>
                  <a:lnTo>
                    <a:pt x="553" y="96"/>
                  </a:lnTo>
                  <a:lnTo>
                    <a:pt x="563" y="110"/>
                  </a:lnTo>
                  <a:lnTo>
                    <a:pt x="572" y="122"/>
                  </a:lnTo>
                  <a:lnTo>
                    <a:pt x="579" y="132"/>
                  </a:lnTo>
                  <a:lnTo>
                    <a:pt x="585" y="144"/>
                  </a:lnTo>
                  <a:lnTo>
                    <a:pt x="590" y="156"/>
                  </a:lnTo>
                  <a:lnTo>
                    <a:pt x="595" y="172"/>
                  </a:lnTo>
                  <a:lnTo>
                    <a:pt x="595" y="537"/>
                  </a:lnTo>
                  <a:lnTo>
                    <a:pt x="1" y="535"/>
                  </a:lnTo>
                  <a:lnTo>
                    <a:pt x="0" y="184"/>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1" name="Freeform 625"/>
            <p:cNvSpPr>
              <a:spLocks/>
            </p:cNvSpPr>
            <p:nvPr/>
          </p:nvSpPr>
          <p:spPr bwMode="auto">
            <a:xfrm>
              <a:off x="3615" y="3389"/>
              <a:ext cx="218" cy="217"/>
            </a:xfrm>
            <a:custGeom>
              <a:avLst/>
              <a:gdLst>
                <a:gd name="T0" fmla="*/ 0 w 595"/>
                <a:gd name="T1" fmla="*/ 2 h 538"/>
                <a:gd name="T2" fmla="*/ 0 w 595"/>
                <a:gd name="T3" fmla="*/ 2 h 538"/>
                <a:gd name="T4" fmla="*/ 0 w 595"/>
                <a:gd name="T5" fmla="*/ 2 h 538"/>
                <a:gd name="T6" fmla="*/ 0 w 595"/>
                <a:gd name="T7" fmla="*/ 2 h 538"/>
                <a:gd name="T8" fmla="*/ 0 w 595"/>
                <a:gd name="T9" fmla="*/ 1 h 538"/>
                <a:gd name="T10" fmla="*/ 0 w 595"/>
                <a:gd name="T11" fmla="*/ 1 h 538"/>
                <a:gd name="T12" fmla="*/ 0 w 595"/>
                <a:gd name="T13" fmla="*/ 1 h 538"/>
                <a:gd name="T14" fmla="*/ 0 w 595"/>
                <a:gd name="T15" fmla="*/ 1 h 538"/>
                <a:gd name="T16" fmla="*/ 0 w 595"/>
                <a:gd name="T17" fmla="*/ 1 h 538"/>
                <a:gd name="T18" fmla="*/ 0 w 595"/>
                <a:gd name="T19" fmla="*/ 1 h 538"/>
                <a:gd name="T20" fmla="*/ 1 w 595"/>
                <a:gd name="T21" fmla="*/ 0 h 538"/>
                <a:gd name="T22" fmla="*/ 1 w 595"/>
                <a:gd name="T23" fmla="*/ 0 h 538"/>
                <a:gd name="T24" fmla="*/ 1 w 595"/>
                <a:gd name="T25" fmla="*/ 0 h 538"/>
                <a:gd name="T26" fmla="*/ 1 w 595"/>
                <a:gd name="T27" fmla="*/ 0 h 538"/>
                <a:gd name="T28" fmla="*/ 1 w 595"/>
                <a:gd name="T29" fmla="*/ 0 h 538"/>
                <a:gd name="T30" fmla="*/ 1 w 595"/>
                <a:gd name="T31" fmla="*/ 0 h 538"/>
                <a:gd name="T32" fmla="*/ 2 w 595"/>
                <a:gd name="T33" fmla="*/ 0 h 538"/>
                <a:gd name="T34" fmla="*/ 2 w 595"/>
                <a:gd name="T35" fmla="*/ 0 h 538"/>
                <a:gd name="T36" fmla="*/ 2 w 595"/>
                <a:gd name="T37" fmla="*/ 0 h 538"/>
                <a:gd name="T38" fmla="*/ 2 w 595"/>
                <a:gd name="T39" fmla="*/ 0 h 538"/>
                <a:gd name="T40" fmla="*/ 3 w 595"/>
                <a:gd name="T41" fmla="*/ 0 h 538"/>
                <a:gd name="T42" fmla="*/ 3 w 595"/>
                <a:gd name="T43" fmla="*/ 0 h 538"/>
                <a:gd name="T44" fmla="*/ 3 w 595"/>
                <a:gd name="T45" fmla="*/ 0 h 538"/>
                <a:gd name="T46" fmla="*/ 3 w 595"/>
                <a:gd name="T47" fmla="*/ 0 h 538"/>
                <a:gd name="T48" fmla="*/ 3 w 595"/>
                <a:gd name="T49" fmla="*/ 0 h 538"/>
                <a:gd name="T50" fmla="*/ 3 w 595"/>
                <a:gd name="T51" fmla="*/ 0 h 538"/>
                <a:gd name="T52" fmla="*/ 3 w 595"/>
                <a:gd name="T53" fmla="*/ 0 h 538"/>
                <a:gd name="T54" fmla="*/ 3 w 595"/>
                <a:gd name="T55" fmla="*/ 1 h 538"/>
                <a:gd name="T56" fmla="*/ 3 w 595"/>
                <a:gd name="T57" fmla="*/ 1 h 538"/>
                <a:gd name="T58" fmla="*/ 4 w 595"/>
                <a:gd name="T59" fmla="*/ 1 h 538"/>
                <a:gd name="T60" fmla="*/ 4 w 595"/>
                <a:gd name="T61" fmla="*/ 1 h 538"/>
                <a:gd name="T62" fmla="*/ 4 w 595"/>
                <a:gd name="T63" fmla="*/ 1 h 538"/>
                <a:gd name="T64" fmla="*/ 4 w 595"/>
                <a:gd name="T65" fmla="*/ 1 h 538"/>
                <a:gd name="T66" fmla="*/ 4 w 595"/>
                <a:gd name="T67" fmla="*/ 1 h 538"/>
                <a:gd name="T68" fmla="*/ 4 w 595"/>
                <a:gd name="T69" fmla="*/ 2 h 538"/>
                <a:gd name="T70" fmla="*/ 4 w 595"/>
                <a:gd name="T71" fmla="*/ 2 h 538"/>
                <a:gd name="T72" fmla="*/ 4 w 595"/>
                <a:gd name="T73" fmla="*/ 2 h 538"/>
                <a:gd name="T74" fmla="*/ 4 w 595"/>
                <a:gd name="T75" fmla="*/ 2 h 538"/>
                <a:gd name="T76" fmla="*/ 4 w 595"/>
                <a:gd name="T77" fmla="*/ 6 h 538"/>
                <a:gd name="T78" fmla="*/ 0 w 595"/>
                <a:gd name="T79" fmla="*/ 6 h 538"/>
                <a:gd name="T80" fmla="*/ 0 w 595"/>
                <a:gd name="T81" fmla="*/ 2 h 5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95"/>
                <a:gd name="T124" fmla="*/ 0 h 538"/>
                <a:gd name="T125" fmla="*/ 595 w 595"/>
                <a:gd name="T126" fmla="*/ 538 h 5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95" h="538">
                  <a:moveTo>
                    <a:pt x="0" y="184"/>
                  </a:moveTo>
                  <a:lnTo>
                    <a:pt x="1" y="167"/>
                  </a:lnTo>
                  <a:lnTo>
                    <a:pt x="6" y="149"/>
                  </a:lnTo>
                  <a:lnTo>
                    <a:pt x="13" y="134"/>
                  </a:lnTo>
                  <a:lnTo>
                    <a:pt x="23" y="118"/>
                  </a:lnTo>
                  <a:lnTo>
                    <a:pt x="31" y="106"/>
                  </a:lnTo>
                  <a:lnTo>
                    <a:pt x="41" y="94"/>
                  </a:lnTo>
                  <a:lnTo>
                    <a:pt x="53" y="81"/>
                  </a:lnTo>
                  <a:lnTo>
                    <a:pt x="68" y="68"/>
                  </a:lnTo>
                  <a:lnTo>
                    <a:pt x="88" y="56"/>
                  </a:lnTo>
                  <a:lnTo>
                    <a:pt x="112" y="44"/>
                  </a:lnTo>
                  <a:lnTo>
                    <a:pt x="134" y="33"/>
                  </a:lnTo>
                  <a:lnTo>
                    <a:pt x="162" y="23"/>
                  </a:lnTo>
                  <a:lnTo>
                    <a:pt x="187" y="15"/>
                  </a:lnTo>
                  <a:lnTo>
                    <a:pt x="217" y="9"/>
                  </a:lnTo>
                  <a:lnTo>
                    <a:pt x="244" y="4"/>
                  </a:lnTo>
                  <a:lnTo>
                    <a:pt x="265" y="3"/>
                  </a:lnTo>
                  <a:lnTo>
                    <a:pt x="291" y="0"/>
                  </a:lnTo>
                  <a:lnTo>
                    <a:pt x="317" y="0"/>
                  </a:lnTo>
                  <a:lnTo>
                    <a:pt x="338" y="3"/>
                  </a:lnTo>
                  <a:lnTo>
                    <a:pt x="359" y="5"/>
                  </a:lnTo>
                  <a:lnTo>
                    <a:pt x="383" y="10"/>
                  </a:lnTo>
                  <a:lnTo>
                    <a:pt x="405" y="15"/>
                  </a:lnTo>
                  <a:lnTo>
                    <a:pt x="428" y="22"/>
                  </a:lnTo>
                  <a:lnTo>
                    <a:pt x="448" y="29"/>
                  </a:lnTo>
                  <a:lnTo>
                    <a:pt x="470" y="39"/>
                  </a:lnTo>
                  <a:lnTo>
                    <a:pt x="485" y="46"/>
                  </a:lnTo>
                  <a:lnTo>
                    <a:pt x="499" y="55"/>
                  </a:lnTo>
                  <a:lnTo>
                    <a:pt x="512" y="62"/>
                  </a:lnTo>
                  <a:lnTo>
                    <a:pt x="526" y="71"/>
                  </a:lnTo>
                  <a:lnTo>
                    <a:pt x="539" y="82"/>
                  </a:lnTo>
                  <a:lnTo>
                    <a:pt x="553" y="97"/>
                  </a:lnTo>
                  <a:lnTo>
                    <a:pt x="564" y="110"/>
                  </a:lnTo>
                  <a:lnTo>
                    <a:pt x="572" y="122"/>
                  </a:lnTo>
                  <a:lnTo>
                    <a:pt x="579" y="133"/>
                  </a:lnTo>
                  <a:lnTo>
                    <a:pt x="585" y="145"/>
                  </a:lnTo>
                  <a:lnTo>
                    <a:pt x="590" y="157"/>
                  </a:lnTo>
                  <a:lnTo>
                    <a:pt x="595" y="172"/>
                  </a:lnTo>
                  <a:lnTo>
                    <a:pt x="595" y="538"/>
                  </a:lnTo>
                  <a:lnTo>
                    <a:pt x="1" y="535"/>
                  </a:lnTo>
                  <a:lnTo>
                    <a:pt x="0" y="184"/>
                  </a:lnTo>
                  <a:close/>
                </a:path>
              </a:pathLst>
            </a:custGeom>
            <a:solidFill>
              <a:srgbClr val="E07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2" name="Oval 626"/>
            <p:cNvSpPr>
              <a:spLocks noChangeArrowheads="1"/>
            </p:cNvSpPr>
            <p:nvPr/>
          </p:nvSpPr>
          <p:spPr bwMode="auto">
            <a:xfrm>
              <a:off x="3630" y="3399"/>
              <a:ext cx="185" cy="203"/>
            </a:xfrm>
            <a:prstGeom prst="ellipse">
              <a:avLst/>
            </a:prstGeom>
            <a:solidFill>
              <a:srgbClr val="66FF66"/>
            </a:solidFill>
            <a:ln w="3175">
              <a:solidFill>
                <a:srgbClr val="000000"/>
              </a:solidFill>
              <a:round/>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623" name="Group 627"/>
            <p:cNvGrpSpPr>
              <a:grpSpLocks/>
            </p:cNvGrpSpPr>
            <p:nvPr/>
          </p:nvGrpSpPr>
          <p:grpSpPr bwMode="auto">
            <a:xfrm>
              <a:off x="3734" y="3419"/>
              <a:ext cx="33" cy="32"/>
              <a:chOff x="3019" y="2044"/>
              <a:chExt cx="18" cy="16"/>
            </a:xfrm>
          </p:grpSpPr>
          <p:sp>
            <p:nvSpPr>
              <p:cNvPr id="624" name="Oval 628"/>
              <p:cNvSpPr>
                <a:spLocks noChangeArrowheads="1"/>
              </p:cNvSpPr>
              <p:nvPr/>
            </p:nvSpPr>
            <p:spPr bwMode="auto">
              <a:xfrm>
                <a:off x="3019" y="2044"/>
                <a:ext cx="11" cy="11"/>
              </a:xfrm>
              <a:prstGeom prst="ellipse">
                <a:avLst/>
              </a:prstGeom>
              <a:solidFill>
                <a:srgbClr val="80FF8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25" name="Oval 629"/>
              <p:cNvSpPr>
                <a:spLocks noChangeArrowheads="1"/>
              </p:cNvSpPr>
              <p:nvPr/>
            </p:nvSpPr>
            <p:spPr bwMode="auto">
              <a:xfrm>
                <a:off x="3028" y="2051"/>
                <a:ext cx="9" cy="9"/>
              </a:xfrm>
              <a:prstGeom prst="ellipse">
                <a:avLst/>
              </a:prstGeom>
              <a:solidFill>
                <a:srgbClr val="80FF8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grpSp>
        <p:nvGrpSpPr>
          <p:cNvPr id="630" name="Group 630"/>
          <p:cNvGrpSpPr>
            <a:grpSpLocks/>
          </p:cNvGrpSpPr>
          <p:nvPr/>
        </p:nvGrpSpPr>
        <p:grpSpPr bwMode="auto">
          <a:xfrm>
            <a:off x="1690609" y="1338045"/>
            <a:ext cx="3576638" cy="1274762"/>
            <a:chOff x="1296" y="384"/>
            <a:chExt cx="3312" cy="960"/>
          </a:xfrm>
        </p:grpSpPr>
        <p:sp>
          <p:nvSpPr>
            <p:cNvPr id="631" name="Rectangle 631"/>
            <p:cNvSpPr>
              <a:spLocks noChangeArrowheads="1"/>
            </p:cNvSpPr>
            <p:nvPr/>
          </p:nvSpPr>
          <p:spPr bwMode="auto">
            <a:xfrm>
              <a:off x="1296" y="384"/>
              <a:ext cx="3312" cy="960"/>
            </a:xfrm>
            <a:prstGeom prst="rect">
              <a:avLst/>
            </a:prstGeom>
            <a:solidFill>
              <a:srgbClr val="EAEAEA"/>
            </a:solidFill>
            <a:ln w="12700">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pic>
          <p:nvPicPr>
            <p:cNvPr id="632" name="Picture 6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 y="384"/>
              <a:ext cx="3304" cy="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grpSp>
      <p:sp>
        <p:nvSpPr>
          <p:cNvPr id="633" name="Text Box 633"/>
          <p:cNvSpPr txBox="1">
            <a:spLocks noChangeArrowheads="1"/>
          </p:cNvSpPr>
          <p:nvPr/>
        </p:nvSpPr>
        <p:spPr bwMode="auto">
          <a:xfrm>
            <a:off x="2057322" y="1057057"/>
            <a:ext cx="25273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a:solidFill>
                  <a:srgbClr val="000000"/>
                </a:solidFill>
              </a:rPr>
              <a:t>Modelo de referência</a:t>
            </a:r>
          </a:p>
        </p:txBody>
      </p:sp>
      <p:grpSp>
        <p:nvGrpSpPr>
          <p:cNvPr id="634" name="Group 634"/>
          <p:cNvGrpSpPr>
            <a:grpSpLocks/>
          </p:cNvGrpSpPr>
          <p:nvPr/>
        </p:nvGrpSpPr>
        <p:grpSpPr bwMode="auto">
          <a:xfrm>
            <a:off x="1590597" y="3504982"/>
            <a:ext cx="1544637" cy="1673225"/>
            <a:chOff x="224" y="2656"/>
            <a:chExt cx="973" cy="1054"/>
          </a:xfrm>
        </p:grpSpPr>
        <p:sp>
          <p:nvSpPr>
            <p:cNvPr id="635" name="Rectangle 635"/>
            <p:cNvSpPr>
              <a:spLocks noChangeArrowheads="1"/>
            </p:cNvSpPr>
            <p:nvPr/>
          </p:nvSpPr>
          <p:spPr bwMode="auto">
            <a:xfrm>
              <a:off x="224" y="2656"/>
              <a:ext cx="973" cy="1054"/>
            </a:xfrm>
            <a:prstGeom prst="rect">
              <a:avLst/>
            </a:prstGeom>
            <a:solidFill>
              <a:srgbClr val="FFFF00"/>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636" name="Group 636"/>
            <p:cNvGrpSpPr>
              <a:grpSpLocks/>
            </p:cNvGrpSpPr>
            <p:nvPr/>
          </p:nvGrpSpPr>
          <p:grpSpPr bwMode="auto">
            <a:xfrm>
              <a:off x="303" y="2724"/>
              <a:ext cx="327" cy="378"/>
              <a:chOff x="4800" y="1776"/>
              <a:chExt cx="432" cy="579"/>
            </a:xfrm>
          </p:grpSpPr>
          <p:sp>
            <p:nvSpPr>
              <p:cNvPr id="670" name="AutoShape 637"/>
              <p:cNvSpPr>
                <a:spLocks noChangeArrowheads="1"/>
              </p:cNvSpPr>
              <p:nvPr/>
            </p:nvSpPr>
            <p:spPr bwMode="auto">
              <a:xfrm>
                <a:off x="4800" y="1776"/>
                <a:ext cx="432" cy="579"/>
              </a:xfrm>
              <a:prstGeom prst="foldedCorner">
                <a:avLst>
                  <a:gd name="adj" fmla="val 12500"/>
                </a:avLst>
              </a:prstGeom>
              <a:solidFill>
                <a:srgbClr val="FFFFCC"/>
              </a:solidFill>
              <a:ln w="9525">
                <a:solidFill>
                  <a:srgbClr val="000000"/>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71" name="Line 638"/>
              <p:cNvSpPr>
                <a:spLocks noChangeShapeType="1"/>
              </p:cNvSpPr>
              <p:nvPr/>
            </p:nvSpPr>
            <p:spPr bwMode="auto">
              <a:xfrm>
                <a:off x="4848" y="187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2" name="Line 639"/>
              <p:cNvSpPr>
                <a:spLocks noChangeShapeType="1"/>
              </p:cNvSpPr>
              <p:nvPr/>
            </p:nvSpPr>
            <p:spPr bwMode="auto">
              <a:xfrm>
                <a:off x="4848" y="192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3" name="Line 640"/>
              <p:cNvSpPr>
                <a:spLocks noChangeShapeType="1"/>
              </p:cNvSpPr>
              <p:nvPr/>
            </p:nvSpPr>
            <p:spPr bwMode="auto">
              <a:xfrm>
                <a:off x="4848" y="196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4" name="Line 641"/>
              <p:cNvSpPr>
                <a:spLocks noChangeShapeType="1"/>
              </p:cNvSpPr>
              <p:nvPr/>
            </p:nvSpPr>
            <p:spPr bwMode="auto">
              <a:xfrm>
                <a:off x="4848" y="201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5" name="Line 642"/>
              <p:cNvSpPr>
                <a:spLocks noChangeShapeType="1"/>
              </p:cNvSpPr>
              <p:nvPr/>
            </p:nvSpPr>
            <p:spPr bwMode="auto">
              <a:xfrm>
                <a:off x="4848" y="2064"/>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6" name="Line 643"/>
              <p:cNvSpPr>
                <a:spLocks noChangeShapeType="1"/>
              </p:cNvSpPr>
              <p:nvPr/>
            </p:nvSpPr>
            <p:spPr bwMode="auto">
              <a:xfrm>
                <a:off x="4848" y="211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7" name="Line 644"/>
              <p:cNvSpPr>
                <a:spLocks noChangeShapeType="1"/>
              </p:cNvSpPr>
              <p:nvPr/>
            </p:nvSpPr>
            <p:spPr bwMode="auto">
              <a:xfrm>
                <a:off x="4848" y="216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8" name="Line 645"/>
              <p:cNvSpPr>
                <a:spLocks noChangeShapeType="1"/>
              </p:cNvSpPr>
              <p:nvPr/>
            </p:nvSpPr>
            <p:spPr bwMode="auto">
              <a:xfrm>
                <a:off x="4848" y="220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9" name="Line 646"/>
              <p:cNvSpPr>
                <a:spLocks noChangeShapeType="1"/>
              </p:cNvSpPr>
              <p:nvPr/>
            </p:nvSpPr>
            <p:spPr bwMode="auto">
              <a:xfrm>
                <a:off x="4848" y="225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grpSp>
          <p:nvGrpSpPr>
            <p:cNvPr id="637" name="Group 647"/>
            <p:cNvGrpSpPr>
              <a:grpSpLocks/>
            </p:cNvGrpSpPr>
            <p:nvPr/>
          </p:nvGrpSpPr>
          <p:grpSpPr bwMode="auto">
            <a:xfrm>
              <a:off x="433" y="2887"/>
              <a:ext cx="327" cy="378"/>
              <a:chOff x="4800" y="1776"/>
              <a:chExt cx="432" cy="579"/>
            </a:xfrm>
          </p:grpSpPr>
          <p:sp>
            <p:nvSpPr>
              <p:cNvPr id="660" name="AutoShape 648"/>
              <p:cNvSpPr>
                <a:spLocks noChangeArrowheads="1"/>
              </p:cNvSpPr>
              <p:nvPr/>
            </p:nvSpPr>
            <p:spPr bwMode="auto">
              <a:xfrm>
                <a:off x="4800" y="1776"/>
                <a:ext cx="432" cy="579"/>
              </a:xfrm>
              <a:prstGeom prst="foldedCorner">
                <a:avLst>
                  <a:gd name="adj" fmla="val 12500"/>
                </a:avLst>
              </a:prstGeom>
              <a:solidFill>
                <a:srgbClr val="FFFFCC"/>
              </a:solidFill>
              <a:ln w="9525">
                <a:solidFill>
                  <a:srgbClr val="000000"/>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61" name="Line 649"/>
              <p:cNvSpPr>
                <a:spLocks noChangeShapeType="1"/>
              </p:cNvSpPr>
              <p:nvPr/>
            </p:nvSpPr>
            <p:spPr bwMode="auto">
              <a:xfrm>
                <a:off x="4848" y="187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2" name="Line 650"/>
              <p:cNvSpPr>
                <a:spLocks noChangeShapeType="1"/>
              </p:cNvSpPr>
              <p:nvPr/>
            </p:nvSpPr>
            <p:spPr bwMode="auto">
              <a:xfrm>
                <a:off x="4848" y="192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3" name="Line 651"/>
              <p:cNvSpPr>
                <a:spLocks noChangeShapeType="1"/>
              </p:cNvSpPr>
              <p:nvPr/>
            </p:nvSpPr>
            <p:spPr bwMode="auto">
              <a:xfrm>
                <a:off x="4848" y="196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4" name="Line 652"/>
              <p:cNvSpPr>
                <a:spLocks noChangeShapeType="1"/>
              </p:cNvSpPr>
              <p:nvPr/>
            </p:nvSpPr>
            <p:spPr bwMode="auto">
              <a:xfrm>
                <a:off x="4848" y="201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5" name="Line 653"/>
              <p:cNvSpPr>
                <a:spLocks noChangeShapeType="1"/>
              </p:cNvSpPr>
              <p:nvPr/>
            </p:nvSpPr>
            <p:spPr bwMode="auto">
              <a:xfrm>
                <a:off x="4848" y="2064"/>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6" name="Line 654"/>
              <p:cNvSpPr>
                <a:spLocks noChangeShapeType="1"/>
              </p:cNvSpPr>
              <p:nvPr/>
            </p:nvSpPr>
            <p:spPr bwMode="auto">
              <a:xfrm>
                <a:off x="4848" y="211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7" name="Line 655"/>
              <p:cNvSpPr>
                <a:spLocks noChangeShapeType="1"/>
              </p:cNvSpPr>
              <p:nvPr/>
            </p:nvSpPr>
            <p:spPr bwMode="auto">
              <a:xfrm>
                <a:off x="4848" y="216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8" name="Line 656"/>
              <p:cNvSpPr>
                <a:spLocks noChangeShapeType="1"/>
              </p:cNvSpPr>
              <p:nvPr/>
            </p:nvSpPr>
            <p:spPr bwMode="auto">
              <a:xfrm>
                <a:off x="4848" y="220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9" name="Line 657"/>
              <p:cNvSpPr>
                <a:spLocks noChangeShapeType="1"/>
              </p:cNvSpPr>
              <p:nvPr/>
            </p:nvSpPr>
            <p:spPr bwMode="auto">
              <a:xfrm>
                <a:off x="4848" y="225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grpSp>
          <p:nvGrpSpPr>
            <p:cNvPr id="638" name="Group 658"/>
            <p:cNvGrpSpPr>
              <a:grpSpLocks/>
            </p:cNvGrpSpPr>
            <p:nvPr/>
          </p:nvGrpSpPr>
          <p:grpSpPr bwMode="auto">
            <a:xfrm>
              <a:off x="563" y="3050"/>
              <a:ext cx="327" cy="378"/>
              <a:chOff x="4800" y="1776"/>
              <a:chExt cx="432" cy="579"/>
            </a:xfrm>
          </p:grpSpPr>
          <p:sp>
            <p:nvSpPr>
              <p:cNvPr id="650" name="AutoShape 659"/>
              <p:cNvSpPr>
                <a:spLocks noChangeArrowheads="1"/>
              </p:cNvSpPr>
              <p:nvPr/>
            </p:nvSpPr>
            <p:spPr bwMode="auto">
              <a:xfrm>
                <a:off x="4800" y="1776"/>
                <a:ext cx="432" cy="579"/>
              </a:xfrm>
              <a:prstGeom prst="foldedCorner">
                <a:avLst>
                  <a:gd name="adj" fmla="val 12500"/>
                </a:avLst>
              </a:prstGeom>
              <a:solidFill>
                <a:srgbClr val="FFFFCC"/>
              </a:solidFill>
              <a:ln w="9525">
                <a:solidFill>
                  <a:srgbClr val="000000"/>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51" name="Line 660"/>
              <p:cNvSpPr>
                <a:spLocks noChangeShapeType="1"/>
              </p:cNvSpPr>
              <p:nvPr/>
            </p:nvSpPr>
            <p:spPr bwMode="auto">
              <a:xfrm>
                <a:off x="4848" y="187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2" name="Line 661"/>
              <p:cNvSpPr>
                <a:spLocks noChangeShapeType="1"/>
              </p:cNvSpPr>
              <p:nvPr/>
            </p:nvSpPr>
            <p:spPr bwMode="auto">
              <a:xfrm>
                <a:off x="4848" y="192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3" name="Line 662"/>
              <p:cNvSpPr>
                <a:spLocks noChangeShapeType="1"/>
              </p:cNvSpPr>
              <p:nvPr/>
            </p:nvSpPr>
            <p:spPr bwMode="auto">
              <a:xfrm>
                <a:off x="4848" y="196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4" name="Line 663"/>
              <p:cNvSpPr>
                <a:spLocks noChangeShapeType="1"/>
              </p:cNvSpPr>
              <p:nvPr/>
            </p:nvSpPr>
            <p:spPr bwMode="auto">
              <a:xfrm>
                <a:off x="4848" y="201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5" name="Line 664"/>
              <p:cNvSpPr>
                <a:spLocks noChangeShapeType="1"/>
              </p:cNvSpPr>
              <p:nvPr/>
            </p:nvSpPr>
            <p:spPr bwMode="auto">
              <a:xfrm>
                <a:off x="4848" y="2064"/>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6" name="Line 665"/>
              <p:cNvSpPr>
                <a:spLocks noChangeShapeType="1"/>
              </p:cNvSpPr>
              <p:nvPr/>
            </p:nvSpPr>
            <p:spPr bwMode="auto">
              <a:xfrm>
                <a:off x="4848" y="211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7" name="Line 666"/>
              <p:cNvSpPr>
                <a:spLocks noChangeShapeType="1"/>
              </p:cNvSpPr>
              <p:nvPr/>
            </p:nvSpPr>
            <p:spPr bwMode="auto">
              <a:xfrm>
                <a:off x="4848" y="216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8" name="Line 667"/>
              <p:cNvSpPr>
                <a:spLocks noChangeShapeType="1"/>
              </p:cNvSpPr>
              <p:nvPr/>
            </p:nvSpPr>
            <p:spPr bwMode="auto">
              <a:xfrm>
                <a:off x="4848" y="220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9" name="Line 668"/>
              <p:cNvSpPr>
                <a:spLocks noChangeShapeType="1"/>
              </p:cNvSpPr>
              <p:nvPr/>
            </p:nvSpPr>
            <p:spPr bwMode="auto">
              <a:xfrm>
                <a:off x="4848" y="225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grpSp>
          <p:nvGrpSpPr>
            <p:cNvPr id="639" name="Group 669"/>
            <p:cNvGrpSpPr>
              <a:grpSpLocks/>
            </p:cNvGrpSpPr>
            <p:nvPr/>
          </p:nvGrpSpPr>
          <p:grpSpPr bwMode="auto">
            <a:xfrm>
              <a:off x="693" y="3213"/>
              <a:ext cx="327" cy="378"/>
              <a:chOff x="4800" y="1776"/>
              <a:chExt cx="432" cy="579"/>
            </a:xfrm>
          </p:grpSpPr>
          <p:sp>
            <p:nvSpPr>
              <p:cNvPr id="640" name="AutoShape 670"/>
              <p:cNvSpPr>
                <a:spLocks noChangeArrowheads="1"/>
              </p:cNvSpPr>
              <p:nvPr/>
            </p:nvSpPr>
            <p:spPr bwMode="auto">
              <a:xfrm>
                <a:off x="4800" y="1776"/>
                <a:ext cx="432" cy="579"/>
              </a:xfrm>
              <a:prstGeom prst="foldedCorner">
                <a:avLst>
                  <a:gd name="adj" fmla="val 12500"/>
                </a:avLst>
              </a:prstGeom>
              <a:solidFill>
                <a:srgbClr val="FFFFCC"/>
              </a:solidFill>
              <a:ln w="9525">
                <a:solidFill>
                  <a:srgbClr val="000000"/>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41" name="Line 671"/>
              <p:cNvSpPr>
                <a:spLocks noChangeShapeType="1"/>
              </p:cNvSpPr>
              <p:nvPr/>
            </p:nvSpPr>
            <p:spPr bwMode="auto">
              <a:xfrm>
                <a:off x="4848" y="187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2" name="Line 672"/>
              <p:cNvSpPr>
                <a:spLocks noChangeShapeType="1"/>
              </p:cNvSpPr>
              <p:nvPr/>
            </p:nvSpPr>
            <p:spPr bwMode="auto">
              <a:xfrm>
                <a:off x="4848" y="192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3" name="Line 673"/>
              <p:cNvSpPr>
                <a:spLocks noChangeShapeType="1"/>
              </p:cNvSpPr>
              <p:nvPr/>
            </p:nvSpPr>
            <p:spPr bwMode="auto">
              <a:xfrm>
                <a:off x="4848" y="196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4" name="Line 674"/>
              <p:cNvSpPr>
                <a:spLocks noChangeShapeType="1"/>
              </p:cNvSpPr>
              <p:nvPr/>
            </p:nvSpPr>
            <p:spPr bwMode="auto">
              <a:xfrm>
                <a:off x="4848" y="201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5" name="Line 675"/>
              <p:cNvSpPr>
                <a:spLocks noChangeShapeType="1"/>
              </p:cNvSpPr>
              <p:nvPr/>
            </p:nvSpPr>
            <p:spPr bwMode="auto">
              <a:xfrm>
                <a:off x="4848" y="2064"/>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6" name="Line 676"/>
              <p:cNvSpPr>
                <a:spLocks noChangeShapeType="1"/>
              </p:cNvSpPr>
              <p:nvPr/>
            </p:nvSpPr>
            <p:spPr bwMode="auto">
              <a:xfrm>
                <a:off x="4848" y="211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7" name="Line 677"/>
              <p:cNvSpPr>
                <a:spLocks noChangeShapeType="1"/>
              </p:cNvSpPr>
              <p:nvPr/>
            </p:nvSpPr>
            <p:spPr bwMode="auto">
              <a:xfrm>
                <a:off x="4848" y="216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8" name="Line 678"/>
              <p:cNvSpPr>
                <a:spLocks noChangeShapeType="1"/>
              </p:cNvSpPr>
              <p:nvPr/>
            </p:nvSpPr>
            <p:spPr bwMode="auto">
              <a:xfrm>
                <a:off x="4848" y="220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9" name="Line 679"/>
              <p:cNvSpPr>
                <a:spLocks noChangeShapeType="1"/>
              </p:cNvSpPr>
              <p:nvPr/>
            </p:nvSpPr>
            <p:spPr bwMode="auto">
              <a:xfrm>
                <a:off x="4848" y="225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grpSp>
      <p:sp>
        <p:nvSpPr>
          <p:cNvPr id="680" name="AutoShape 680"/>
          <p:cNvSpPr>
            <a:spLocks noChangeArrowheads="1"/>
          </p:cNvSpPr>
          <p:nvPr/>
        </p:nvSpPr>
        <p:spPr bwMode="auto">
          <a:xfrm rot="5400000">
            <a:off x="3113009" y="4187607"/>
            <a:ext cx="485775" cy="225425"/>
          </a:xfrm>
          <a:prstGeom prst="triangle">
            <a:avLst>
              <a:gd name="adj" fmla="val 50000"/>
            </a:avLst>
          </a:prstGeom>
          <a:solidFill>
            <a:srgbClr val="66FF66"/>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81" name="AutoShape 681"/>
          <p:cNvSpPr>
            <a:spLocks noChangeArrowheads="1"/>
          </p:cNvSpPr>
          <p:nvPr/>
        </p:nvSpPr>
        <p:spPr bwMode="auto">
          <a:xfrm rot="5400000">
            <a:off x="5267247" y="1773020"/>
            <a:ext cx="485775" cy="225425"/>
          </a:xfrm>
          <a:prstGeom prst="triangle">
            <a:avLst>
              <a:gd name="adj" fmla="val 50000"/>
            </a:avLst>
          </a:prstGeom>
          <a:solidFill>
            <a:srgbClr val="66FF66"/>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82" name="Line 682"/>
          <p:cNvSpPr>
            <a:spLocks noChangeShapeType="1"/>
          </p:cNvSpPr>
          <p:nvPr/>
        </p:nvSpPr>
        <p:spPr bwMode="auto">
          <a:xfrm flipH="1">
            <a:off x="1628697" y="2181007"/>
            <a:ext cx="1187450" cy="137795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683" name="Line 683"/>
          <p:cNvSpPr>
            <a:spLocks noChangeShapeType="1"/>
          </p:cNvSpPr>
          <p:nvPr/>
        </p:nvSpPr>
        <p:spPr bwMode="auto">
          <a:xfrm flipH="1">
            <a:off x="1889047" y="2217520"/>
            <a:ext cx="1187450" cy="13763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684" name="Line 684"/>
          <p:cNvSpPr>
            <a:spLocks noChangeShapeType="1"/>
          </p:cNvSpPr>
          <p:nvPr/>
        </p:nvSpPr>
        <p:spPr bwMode="auto">
          <a:xfrm flipH="1">
            <a:off x="2138284" y="2193707"/>
            <a:ext cx="1223963" cy="137636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685" name="Line 685"/>
          <p:cNvSpPr>
            <a:spLocks noChangeShapeType="1"/>
          </p:cNvSpPr>
          <p:nvPr/>
        </p:nvSpPr>
        <p:spPr bwMode="auto">
          <a:xfrm flipH="1">
            <a:off x="2374822" y="2181007"/>
            <a:ext cx="1176337" cy="150971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686" name="Line 686"/>
          <p:cNvSpPr>
            <a:spLocks noChangeShapeType="1"/>
          </p:cNvSpPr>
          <p:nvPr/>
        </p:nvSpPr>
        <p:spPr bwMode="auto">
          <a:xfrm flipH="1">
            <a:off x="2566909" y="2193707"/>
            <a:ext cx="1222375" cy="157956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687" name="Line 687"/>
          <p:cNvSpPr>
            <a:spLocks noChangeShapeType="1"/>
          </p:cNvSpPr>
          <p:nvPr/>
        </p:nvSpPr>
        <p:spPr bwMode="auto">
          <a:xfrm flipH="1">
            <a:off x="2814559" y="2193707"/>
            <a:ext cx="1223963" cy="16129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688" name="Text Box 688"/>
          <p:cNvSpPr txBox="1">
            <a:spLocks noChangeArrowheads="1"/>
          </p:cNvSpPr>
          <p:nvPr/>
        </p:nvSpPr>
        <p:spPr bwMode="auto">
          <a:xfrm>
            <a:off x="1665209" y="5143282"/>
            <a:ext cx="20129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a:solidFill>
                  <a:srgbClr val="000000"/>
                </a:solidFill>
              </a:rPr>
              <a:t>“catálogo” de critérios</a:t>
            </a:r>
          </a:p>
        </p:txBody>
      </p:sp>
      <p:sp>
        <p:nvSpPr>
          <p:cNvPr id="689" name="Rectangle 2"/>
          <p:cNvSpPr txBox="1">
            <a:spLocks noChangeArrowheads="1"/>
          </p:cNvSpPr>
          <p:nvPr/>
        </p:nvSpPr>
        <p:spPr>
          <a:xfrm>
            <a:off x="4602377" y="350620"/>
            <a:ext cx="7388225" cy="706437"/>
          </a:xfrm>
          <a:prstGeom prst="rect">
            <a:avLst/>
          </a:prstGeom>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2400" b="1">
                <a:solidFill>
                  <a:srgbClr val="002060"/>
                </a:solidFill>
              </a:rPr>
              <a:t> </a:t>
            </a:r>
            <a:r>
              <a:rPr lang="pt-BR" altLang="pt-BR" sz="2400" b="1" dirty="0">
                <a:solidFill>
                  <a:srgbClr val="002060"/>
                </a:solidFill>
              </a:rPr>
              <a:t>Processo da sistemática de </a:t>
            </a:r>
            <a:r>
              <a:rPr lang="pt-BR" altLang="pt-BR" sz="2400" b="1" dirty="0" err="1">
                <a:solidFill>
                  <a:srgbClr val="002060"/>
                </a:solidFill>
              </a:rPr>
              <a:t>gates</a:t>
            </a:r>
            <a:endParaRPr lang="pt-BR" altLang="pt-BR" sz="2400" b="1" dirty="0">
              <a:solidFill>
                <a:srgbClr val="002060"/>
              </a:solidFill>
            </a:endParaRPr>
          </a:p>
        </p:txBody>
      </p:sp>
    </p:spTree>
    <p:extLst>
      <p:ext uri="{BB962C8B-B14F-4D97-AF65-F5344CB8AC3E}">
        <p14:creationId xmlns:p14="http://schemas.microsoft.com/office/powerpoint/2010/main" val="1343849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a:grpSpLocks/>
          </p:cNvGrpSpPr>
          <p:nvPr/>
        </p:nvGrpSpPr>
        <p:grpSpPr bwMode="auto">
          <a:xfrm>
            <a:off x="1354666" y="1557338"/>
            <a:ext cx="9067800" cy="4576762"/>
            <a:chOff x="0" y="573"/>
            <a:chExt cx="5712" cy="2883"/>
          </a:xfrm>
        </p:grpSpPr>
        <p:sp>
          <p:nvSpPr>
            <p:cNvPr id="3" name="Rectangle 6"/>
            <p:cNvSpPr>
              <a:spLocks noChangeArrowheads="1"/>
            </p:cNvSpPr>
            <p:nvPr/>
          </p:nvSpPr>
          <p:spPr bwMode="auto">
            <a:xfrm>
              <a:off x="498" y="3277"/>
              <a:ext cx="4968" cy="179"/>
            </a:xfrm>
            <a:prstGeom prst="rect">
              <a:avLst/>
            </a:prstGeom>
            <a:solidFill>
              <a:srgbClr val="FFFF00"/>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Melhoria do processo de desenvolvimento de produtos</a:t>
              </a:r>
            </a:p>
          </p:txBody>
        </p:sp>
        <p:sp>
          <p:nvSpPr>
            <p:cNvPr id="4" name="Rectangle 7"/>
            <p:cNvSpPr>
              <a:spLocks noChangeArrowheads="1"/>
            </p:cNvSpPr>
            <p:nvPr/>
          </p:nvSpPr>
          <p:spPr bwMode="auto">
            <a:xfrm>
              <a:off x="1474" y="3048"/>
              <a:ext cx="3838" cy="179"/>
            </a:xfrm>
            <a:prstGeom prst="rect">
              <a:avLst/>
            </a:prstGeom>
            <a:solidFill>
              <a:srgbClr val="EAEAEA"/>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Gerenciamento de mudanças de engenharia</a:t>
              </a:r>
            </a:p>
          </p:txBody>
        </p:sp>
        <p:sp>
          <p:nvSpPr>
            <p:cNvPr id="5" name="Rectangle 8"/>
            <p:cNvSpPr>
              <a:spLocks noChangeArrowheads="1"/>
            </p:cNvSpPr>
            <p:nvPr/>
          </p:nvSpPr>
          <p:spPr bwMode="auto">
            <a:xfrm>
              <a:off x="0" y="3016"/>
              <a:ext cx="782" cy="349"/>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lIns="72000" tIns="0" rIns="72000" bIns="0" anchor="ctr">
              <a:spAutoFit/>
            </a:bodyPr>
            <a:lstStyle/>
            <a:p>
              <a:pPr>
                <a:defRPr/>
              </a:pPr>
              <a:r>
                <a:rPr lang="pt-BR" sz="1800" b="1" dirty="0">
                  <a:solidFill>
                    <a:srgbClr val="C00000"/>
                  </a:solidFill>
                </a:rPr>
                <a:t>Processos</a:t>
              </a:r>
            </a:p>
            <a:p>
              <a:pPr>
                <a:defRPr/>
              </a:pPr>
              <a:r>
                <a:rPr lang="pt-BR" sz="1800" b="1" dirty="0">
                  <a:solidFill>
                    <a:srgbClr val="C00000"/>
                  </a:solidFill>
                </a:rPr>
                <a:t>de apoio</a:t>
              </a:r>
            </a:p>
          </p:txBody>
        </p:sp>
        <p:sp>
          <p:nvSpPr>
            <p:cNvPr id="6" name="AutoShape 9"/>
            <p:cNvSpPr>
              <a:spLocks noChangeArrowheads="1"/>
            </p:cNvSpPr>
            <p:nvPr/>
          </p:nvSpPr>
          <p:spPr bwMode="auto">
            <a:xfrm>
              <a:off x="835"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7" name="AutoShape 10"/>
            <p:cNvSpPr>
              <a:spLocks noChangeArrowheads="1"/>
            </p:cNvSpPr>
            <p:nvPr/>
          </p:nvSpPr>
          <p:spPr bwMode="auto">
            <a:xfrm>
              <a:off x="2088"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 name="AutoShape 11"/>
            <p:cNvSpPr>
              <a:spLocks noChangeArrowheads="1"/>
            </p:cNvSpPr>
            <p:nvPr/>
          </p:nvSpPr>
          <p:spPr bwMode="auto">
            <a:xfrm>
              <a:off x="3342"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 name="AutoShape 12"/>
            <p:cNvSpPr>
              <a:spLocks noChangeArrowheads="1"/>
            </p:cNvSpPr>
            <p:nvPr/>
          </p:nvSpPr>
          <p:spPr bwMode="auto">
            <a:xfrm>
              <a:off x="4596"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0" name="Group 13"/>
            <p:cNvGrpSpPr>
              <a:grpSpLocks/>
            </p:cNvGrpSpPr>
            <p:nvPr/>
          </p:nvGrpSpPr>
          <p:grpSpPr bwMode="auto">
            <a:xfrm>
              <a:off x="48" y="573"/>
              <a:ext cx="5664" cy="2262"/>
              <a:chOff x="48" y="573"/>
              <a:chExt cx="5664" cy="2262"/>
            </a:xfrm>
          </p:grpSpPr>
          <p:grpSp>
            <p:nvGrpSpPr>
              <p:cNvPr id="11" name="Group 14"/>
              <p:cNvGrpSpPr>
                <a:grpSpLocks/>
              </p:cNvGrpSpPr>
              <p:nvPr/>
            </p:nvGrpSpPr>
            <p:grpSpPr bwMode="auto">
              <a:xfrm>
                <a:off x="48" y="673"/>
                <a:ext cx="5664" cy="2162"/>
                <a:chOff x="48" y="673"/>
                <a:chExt cx="5664" cy="2162"/>
              </a:xfrm>
            </p:grpSpPr>
            <p:sp>
              <p:nvSpPr>
                <p:cNvPr id="13" name="Rectangle 15"/>
                <p:cNvSpPr>
                  <a:spLocks noChangeArrowheads="1"/>
                </p:cNvSpPr>
                <p:nvPr/>
              </p:nvSpPr>
              <p:spPr bwMode="auto">
                <a:xfrm>
                  <a:off x="48" y="673"/>
                  <a:ext cx="5664" cy="2162"/>
                </a:xfrm>
                <a:prstGeom prst="rect">
                  <a:avLst/>
                </a:prstGeom>
                <a:solidFill>
                  <a:srgbClr val="CCFFCC"/>
                </a:solidFill>
                <a:ln w="9525">
                  <a:solidFill>
                    <a:schemeClr val="tx1"/>
                  </a:solidFill>
                  <a:miter lim="800000"/>
                  <a:headEnd/>
                  <a:tailEnd/>
                </a:ln>
              </p:spPr>
              <p:txBody>
                <a:bodyPr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4" name="Freeform 16"/>
                <p:cNvSpPr>
                  <a:spLocks/>
                </p:cNvSpPr>
                <p:nvPr/>
              </p:nvSpPr>
              <p:spPr bwMode="auto">
                <a:xfrm>
                  <a:off x="501" y="1460"/>
                  <a:ext cx="4593" cy="1046"/>
                </a:xfrm>
                <a:custGeom>
                  <a:avLst/>
                  <a:gdLst>
                    <a:gd name="T0" fmla="*/ 771 w 4593"/>
                    <a:gd name="T1" fmla="*/ 20 h 1046"/>
                    <a:gd name="T2" fmla="*/ 0 w 4593"/>
                    <a:gd name="T3" fmla="*/ 1046 h 1046"/>
                    <a:gd name="T4" fmla="*/ 4593 w 4593"/>
                    <a:gd name="T5" fmla="*/ 1016 h 1046"/>
                    <a:gd name="T6" fmla="*/ 3302 w 4593"/>
                    <a:gd name="T7" fmla="*/ 0 h 1046"/>
                    <a:gd name="T8" fmla="*/ 0 60000 65536"/>
                    <a:gd name="T9" fmla="*/ 0 60000 65536"/>
                    <a:gd name="T10" fmla="*/ 0 60000 65536"/>
                    <a:gd name="T11" fmla="*/ 0 60000 65536"/>
                    <a:gd name="T12" fmla="*/ 0 w 4593"/>
                    <a:gd name="T13" fmla="*/ 0 h 1046"/>
                    <a:gd name="T14" fmla="*/ 4593 w 4593"/>
                    <a:gd name="T15" fmla="*/ 1046 h 1046"/>
                  </a:gdLst>
                  <a:ahLst/>
                  <a:cxnLst>
                    <a:cxn ang="T8">
                      <a:pos x="T0" y="T1"/>
                    </a:cxn>
                    <a:cxn ang="T9">
                      <a:pos x="T2" y="T3"/>
                    </a:cxn>
                    <a:cxn ang="T10">
                      <a:pos x="T4" y="T5"/>
                    </a:cxn>
                    <a:cxn ang="T11">
                      <a:pos x="T6" y="T7"/>
                    </a:cxn>
                  </a:cxnLst>
                  <a:rect l="T12" t="T13" r="T14" b="T15"/>
                  <a:pathLst>
                    <a:path w="4593" h="1046">
                      <a:moveTo>
                        <a:pt x="771" y="20"/>
                      </a:moveTo>
                      <a:lnTo>
                        <a:pt x="0" y="1046"/>
                      </a:lnTo>
                      <a:lnTo>
                        <a:pt x="4593" y="1016"/>
                      </a:lnTo>
                      <a:lnTo>
                        <a:pt x="3302" y="0"/>
                      </a:lnTo>
                    </a:path>
                  </a:pathLst>
                </a:custGeom>
                <a:gradFill rotWithShape="0">
                  <a:gsLst>
                    <a:gs pos="0">
                      <a:srgbClr val="99CCFF"/>
                    </a:gs>
                    <a:gs pos="100000">
                      <a:srgbClr val="FFCC99"/>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grpSp>
              <p:nvGrpSpPr>
                <p:cNvPr id="15" name="Group 17"/>
                <p:cNvGrpSpPr>
                  <a:grpSpLocks/>
                </p:cNvGrpSpPr>
                <p:nvPr/>
              </p:nvGrpSpPr>
              <p:grpSpPr bwMode="auto">
                <a:xfrm>
                  <a:off x="1411" y="1058"/>
                  <a:ext cx="2612" cy="188"/>
                  <a:chOff x="1411" y="1058"/>
                  <a:chExt cx="2612" cy="188"/>
                </a:xfrm>
              </p:grpSpPr>
              <p:sp>
                <p:nvSpPr>
                  <p:cNvPr id="101" name="AutoShape 18"/>
                  <p:cNvSpPr>
                    <a:spLocks noChangeArrowheads="1"/>
                  </p:cNvSpPr>
                  <p:nvPr/>
                </p:nvSpPr>
                <p:spPr bwMode="auto">
                  <a:xfrm>
                    <a:off x="1411" y="1058"/>
                    <a:ext cx="2612" cy="188"/>
                  </a:xfrm>
                  <a:prstGeom prst="chevron">
                    <a:avLst>
                      <a:gd name="adj" fmla="val 43675"/>
                    </a:avLst>
                  </a:prstGeom>
                  <a:solidFill>
                    <a:srgbClr val="FFFF00"/>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2" name="Text Box 19"/>
                  <p:cNvSpPr txBox="1">
                    <a:spLocks noChangeArrowheads="1"/>
                  </p:cNvSpPr>
                  <p:nvPr/>
                </p:nvSpPr>
                <p:spPr bwMode="auto">
                  <a:xfrm>
                    <a:off x="2074" y="1066"/>
                    <a:ext cx="1189" cy="173"/>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Desenvolvimento</a:t>
                    </a:r>
                    <a:r>
                      <a:rPr lang="pt-BR" altLang="pt-BR" sz="1800" i="1">
                        <a:solidFill>
                          <a:srgbClr val="000000"/>
                        </a:solidFill>
                      </a:rPr>
                      <a:t> </a:t>
                    </a:r>
                  </a:p>
                </p:txBody>
              </p:sp>
            </p:grpSp>
            <p:grpSp>
              <p:nvGrpSpPr>
                <p:cNvPr id="16" name="Group 20"/>
                <p:cNvGrpSpPr>
                  <a:grpSpLocks/>
                </p:cNvGrpSpPr>
                <p:nvPr/>
              </p:nvGrpSpPr>
              <p:grpSpPr bwMode="auto">
                <a:xfrm>
                  <a:off x="586" y="2385"/>
                  <a:ext cx="4435" cy="342"/>
                  <a:chOff x="586" y="2385"/>
                  <a:chExt cx="4435" cy="342"/>
                </a:xfrm>
              </p:grpSpPr>
              <p:grpSp>
                <p:nvGrpSpPr>
                  <p:cNvPr id="94" name="Group 21"/>
                  <p:cNvGrpSpPr>
                    <a:grpSpLocks/>
                  </p:cNvGrpSpPr>
                  <p:nvPr/>
                </p:nvGrpSpPr>
                <p:grpSpPr bwMode="auto">
                  <a:xfrm>
                    <a:off x="1406" y="2394"/>
                    <a:ext cx="3615" cy="333"/>
                    <a:chOff x="1014" y="2394"/>
                    <a:chExt cx="3615" cy="333"/>
                  </a:xfrm>
                </p:grpSpPr>
                <p:sp>
                  <p:nvSpPr>
                    <p:cNvPr id="96" name="AutoShape 22"/>
                    <p:cNvSpPr>
                      <a:spLocks noChangeArrowheads="1"/>
                    </p:cNvSpPr>
                    <p:nvPr/>
                  </p:nvSpPr>
                  <p:spPr bwMode="auto">
                    <a:xfrm>
                      <a:off x="2511" y="2394"/>
                      <a:ext cx="690" cy="333"/>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Detalhado </a:t>
                      </a:r>
                    </a:p>
                  </p:txBody>
                </p:sp>
                <p:sp>
                  <p:nvSpPr>
                    <p:cNvPr id="97" name="AutoShape 23"/>
                    <p:cNvSpPr>
                      <a:spLocks noChangeArrowheads="1"/>
                    </p:cNvSpPr>
                    <p:nvPr/>
                  </p:nvSpPr>
                  <p:spPr bwMode="auto">
                    <a:xfrm>
                      <a:off x="1833" y="2394"/>
                      <a:ext cx="709" cy="333"/>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Conceitual </a:t>
                      </a:r>
                    </a:p>
                  </p:txBody>
                </p:sp>
                <p:sp>
                  <p:nvSpPr>
                    <p:cNvPr id="98" name="AutoShape 24"/>
                    <p:cNvSpPr>
                      <a:spLocks noChangeArrowheads="1"/>
                    </p:cNvSpPr>
                    <p:nvPr/>
                  </p:nvSpPr>
                  <p:spPr bwMode="auto">
                    <a:xfrm>
                      <a:off x="1014" y="2394"/>
                      <a:ext cx="856" cy="333"/>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Informacional </a:t>
                      </a:r>
                    </a:p>
                  </p:txBody>
                </p:sp>
                <p:sp>
                  <p:nvSpPr>
                    <p:cNvPr id="99" name="AutoShape 25"/>
                    <p:cNvSpPr>
                      <a:spLocks noChangeArrowheads="1"/>
                    </p:cNvSpPr>
                    <p:nvPr/>
                  </p:nvSpPr>
                  <p:spPr bwMode="auto">
                    <a:xfrm>
                      <a:off x="3864" y="2394"/>
                      <a:ext cx="765" cy="333"/>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Lançamento</a:t>
                      </a:r>
                    </a:p>
                    <a:p>
                      <a:pPr eaLnBrk="1" hangingPunct="1"/>
                      <a:r>
                        <a:rPr lang="pt-BR" altLang="pt-BR" sz="1400"/>
                        <a:t>do Produto</a:t>
                      </a:r>
                    </a:p>
                  </p:txBody>
                </p:sp>
                <p:sp>
                  <p:nvSpPr>
                    <p:cNvPr id="100" name="AutoShape 26"/>
                    <p:cNvSpPr>
                      <a:spLocks noChangeArrowheads="1"/>
                    </p:cNvSpPr>
                    <p:nvPr/>
                  </p:nvSpPr>
                  <p:spPr bwMode="auto">
                    <a:xfrm>
                      <a:off x="3170" y="2394"/>
                      <a:ext cx="723" cy="333"/>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Preparação</a:t>
                      </a:r>
                    </a:p>
                    <a:p>
                      <a:pPr eaLnBrk="1" hangingPunct="1"/>
                      <a:r>
                        <a:rPr lang="pt-BR" altLang="pt-BR" sz="1400"/>
                        <a:t>Produção</a:t>
                      </a:r>
                    </a:p>
                  </p:txBody>
                </p:sp>
              </p:grpSp>
              <p:sp>
                <p:nvSpPr>
                  <p:cNvPr id="95" name="AutoShape 27"/>
                  <p:cNvSpPr>
                    <a:spLocks noChangeArrowheads="1"/>
                  </p:cNvSpPr>
                  <p:nvPr/>
                </p:nvSpPr>
                <p:spPr bwMode="auto">
                  <a:xfrm>
                    <a:off x="586" y="2385"/>
                    <a:ext cx="841" cy="333"/>
                  </a:xfrm>
                  <a:prstGeom prst="chevron">
                    <a:avLst>
                      <a:gd name="adj" fmla="val 24296"/>
                    </a:avLst>
                  </a:prstGeom>
                  <a:solidFill>
                    <a:srgbClr val="99CCFF"/>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Planejamento</a:t>
                    </a:r>
                  </a:p>
                  <a:p>
                    <a:pPr eaLnBrk="1" hangingPunct="1"/>
                    <a:r>
                      <a:rPr lang="pt-BR" altLang="pt-BR" sz="1400"/>
                      <a:t>Projeto</a:t>
                    </a:r>
                  </a:p>
                </p:txBody>
              </p:sp>
            </p:grpSp>
            <p:grpSp>
              <p:nvGrpSpPr>
                <p:cNvPr id="17" name="Group 28"/>
                <p:cNvGrpSpPr>
                  <a:grpSpLocks/>
                </p:cNvGrpSpPr>
                <p:nvPr/>
              </p:nvGrpSpPr>
              <p:grpSpPr bwMode="auto">
                <a:xfrm>
                  <a:off x="4009" y="1059"/>
                  <a:ext cx="1671" cy="188"/>
                  <a:chOff x="4009" y="1059"/>
                  <a:chExt cx="1671" cy="188"/>
                </a:xfrm>
              </p:grpSpPr>
              <p:sp>
                <p:nvSpPr>
                  <p:cNvPr id="92" name="AutoShape 29"/>
                  <p:cNvSpPr>
                    <a:spLocks noChangeArrowheads="1"/>
                  </p:cNvSpPr>
                  <p:nvPr/>
                </p:nvSpPr>
                <p:spPr bwMode="auto">
                  <a:xfrm>
                    <a:off x="4009" y="1059"/>
                    <a:ext cx="1671" cy="188"/>
                  </a:xfrm>
                  <a:prstGeom prst="chevron">
                    <a:avLst>
                      <a:gd name="adj" fmla="val 39421"/>
                    </a:avLst>
                  </a:prstGeom>
                  <a:solidFill>
                    <a:srgbClr val="FFCC99"/>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3" name="Text Box 30"/>
                  <p:cNvSpPr txBox="1">
                    <a:spLocks noChangeArrowheads="1"/>
                  </p:cNvSpPr>
                  <p:nvPr/>
                </p:nvSpPr>
                <p:spPr bwMode="auto">
                  <a:xfrm>
                    <a:off x="4682" y="1082"/>
                    <a:ext cx="3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Pós</a:t>
                    </a:r>
                  </a:p>
                </p:txBody>
              </p:sp>
            </p:grpSp>
            <p:sp>
              <p:nvSpPr>
                <p:cNvPr id="18" name="Rectangle 31"/>
                <p:cNvSpPr>
                  <a:spLocks noChangeArrowheads="1"/>
                </p:cNvSpPr>
                <p:nvPr/>
              </p:nvSpPr>
              <p:spPr bwMode="auto">
                <a:xfrm>
                  <a:off x="5180" y="1112"/>
                  <a:ext cx="164"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cxnSp>
              <p:nvCxnSpPr>
                <p:cNvPr id="19" name="AutoShape 32"/>
                <p:cNvCxnSpPr>
                  <a:cxnSpLocks noChangeShapeType="1"/>
                </p:cNvCxnSpPr>
                <p:nvPr/>
              </p:nvCxnSpPr>
              <p:spPr bwMode="auto">
                <a:xfrm rot="-5400000" flipH="1" flipV="1">
                  <a:off x="2773" y="-973"/>
                  <a:ext cx="1" cy="4066"/>
                </a:xfrm>
                <a:prstGeom prst="bentConnector3">
                  <a:avLst>
                    <a:gd name="adj1" fmla="val -14400005"/>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20" name="Group 33"/>
                <p:cNvGrpSpPr>
                  <a:grpSpLocks/>
                </p:cNvGrpSpPr>
                <p:nvPr/>
              </p:nvGrpSpPr>
              <p:grpSpPr bwMode="auto">
                <a:xfrm>
                  <a:off x="108" y="1059"/>
                  <a:ext cx="1338" cy="187"/>
                  <a:chOff x="108" y="1059"/>
                  <a:chExt cx="1338" cy="187"/>
                </a:xfrm>
              </p:grpSpPr>
              <p:sp>
                <p:nvSpPr>
                  <p:cNvPr id="90" name="AutoShape 34"/>
                  <p:cNvSpPr>
                    <a:spLocks noChangeArrowheads="1"/>
                  </p:cNvSpPr>
                  <p:nvPr/>
                </p:nvSpPr>
                <p:spPr bwMode="auto">
                  <a:xfrm>
                    <a:off x="108" y="1059"/>
                    <a:ext cx="1338" cy="187"/>
                  </a:xfrm>
                  <a:prstGeom prst="homePlate">
                    <a:avLst>
                      <a:gd name="adj" fmla="val 38194"/>
                    </a:avLst>
                  </a:prstGeom>
                  <a:solidFill>
                    <a:srgbClr val="99CCFF"/>
                  </a:solidFill>
                  <a:ln w="12700">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1" name="Text Box 35"/>
                  <p:cNvSpPr txBox="1">
                    <a:spLocks noChangeArrowheads="1"/>
                  </p:cNvSpPr>
                  <p:nvPr/>
                </p:nvSpPr>
                <p:spPr bwMode="auto">
                  <a:xfrm>
                    <a:off x="630" y="1082"/>
                    <a:ext cx="2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Pré</a:t>
                    </a:r>
                  </a:p>
                </p:txBody>
              </p:sp>
            </p:grpSp>
            <p:sp>
              <p:nvSpPr>
                <p:cNvPr id="21" name="AutoShape 36"/>
                <p:cNvSpPr>
                  <a:spLocks noChangeArrowheads="1"/>
                </p:cNvSpPr>
                <p:nvPr/>
              </p:nvSpPr>
              <p:spPr bwMode="auto">
                <a:xfrm>
                  <a:off x="117" y="1292"/>
                  <a:ext cx="841" cy="496"/>
                </a:xfrm>
                <a:prstGeom prst="chevron">
                  <a:avLst>
                    <a:gd name="adj" fmla="val 16108"/>
                  </a:avLst>
                </a:prstGeom>
                <a:solidFill>
                  <a:srgbClr val="99CCFF"/>
                </a:solidFill>
                <a:ln w="11176">
                  <a:solidFill>
                    <a:srgbClr val="000000"/>
                  </a:solidFill>
                  <a:miter lim="800000"/>
                  <a:headEnd/>
                  <a:tailEnd/>
                </a:ln>
              </p:spPr>
              <p:txBody>
                <a:bodyPr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Planejamento</a:t>
                  </a:r>
                </a:p>
                <a:p>
                  <a:pPr eaLnBrk="1" hangingPunct="1"/>
                  <a:r>
                    <a:rPr lang="pt-BR" altLang="pt-BR" sz="1400"/>
                    <a:t>Estratégico dos Produtos</a:t>
                  </a:r>
                </a:p>
              </p:txBody>
            </p:sp>
            <p:grpSp>
              <p:nvGrpSpPr>
                <p:cNvPr id="22" name="Group 37"/>
                <p:cNvGrpSpPr>
                  <a:grpSpLocks/>
                </p:cNvGrpSpPr>
                <p:nvPr/>
              </p:nvGrpSpPr>
              <p:grpSpPr bwMode="auto">
                <a:xfrm>
                  <a:off x="3883" y="1280"/>
                  <a:ext cx="1809" cy="588"/>
                  <a:chOff x="3883" y="1280"/>
                  <a:chExt cx="1809" cy="588"/>
                </a:xfrm>
              </p:grpSpPr>
              <p:sp>
                <p:nvSpPr>
                  <p:cNvPr id="84" name="AutoShape 38"/>
                  <p:cNvSpPr>
                    <a:spLocks noChangeArrowheads="1"/>
                  </p:cNvSpPr>
                  <p:nvPr/>
                </p:nvSpPr>
                <p:spPr bwMode="auto">
                  <a:xfrm>
                    <a:off x="3883" y="1280"/>
                    <a:ext cx="792" cy="523"/>
                  </a:xfrm>
                  <a:prstGeom prst="chevron">
                    <a:avLst>
                      <a:gd name="adj" fmla="val 18221"/>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5" name="AutoShape 39"/>
                  <p:cNvSpPr>
                    <a:spLocks noChangeArrowheads="1"/>
                  </p:cNvSpPr>
                  <p:nvPr/>
                </p:nvSpPr>
                <p:spPr bwMode="auto">
                  <a:xfrm>
                    <a:off x="4675" y="128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6" name="AutoShape 40"/>
                  <p:cNvSpPr>
                    <a:spLocks noChangeArrowheads="1"/>
                  </p:cNvSpPr>
                  <p:nvPr/>
                </p:nvSpPr>
                <p:spPr bwMode="auto">
                  <a:xfrm>
                    <a:off x="3937" y="1320"/>
                    <a:ext cx="799" cy="523"/>
                  </a:xfrm>
                  <a:prstGeom prst="chevron">
                    <a:avLst>
                      <a:gd name="adj" fmla="val 18382"/>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7" name="AutoShape 41"/>
                  <p:cNvSpPr>
                    <a:spLocks noChangeArrowheads="1"/>
                  </p:cNvSpPr>
                  <p:nvPr/>
                </p:nvSpPr>
                <p:spPr bwMode="auto">
                  <a:xfrm>
                    <a:off x="4747" y="132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8" name="AutoShape 42"/>
                  <p:cNvSpPr>
                    <a:spLocks noChangeArrowheads="1"/>
                  </p:cNvSpPr>
                  <p:nvPr/>
                </p:nvSpPr>
                <p:spPr bwMode="auto">
                  <a:xfrm>
                    <a:off x="4847" y="1345"/>
                    <a:ext cx="845" cy="523"/>
                  </a:xfrm>
                  <a:prstGeom prst="chevron">
                    <a:avLst>
                      <a:gd name="adj" fmla="val 14945"/>
                    </a:avLst>
                  </a:prstGeom>
                  <a:solidFill>
                    <a:srgbClr val="FFCC99"/>
                  </a:solidFill>
                  <a:ln w="9525">
                    <a:solidFill>
                      <a:schemeClr val="tx1"/>
                    </a:solidFill>
                    <a:miter lim="800000"/>
                    <a:headEnd/>
                    <a:tailEnd/>
                  </a:ln>
                </p:spPr>
                <p:txBody>
                  <a:bodyPr lIns="144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Descontinuar</a:t>
                    </a:r>
                  </a:p>
                  <a:p>
                    <a:pPr eaLnBrk="1" hangingPunct="1"/>
                    <a:r>
                      <a:rPr lang="pt-BR" altLang="pt-BR" sz="1400"/>
                      <a:t>Produto</a:t>
                    </a:r>
                  </a:p>
                </p:txBody>
              </p:sp>
              <p:sp>
                <p:nvSpPr>
                  <p:cNvPr id="89" name="AutoShape 43"/>
                  <p:cNvSpPr>
                    <a:spLocks noChangeArrowheads="1"/>
                  </p:cNvSpPr>
                  <p:nvPr/>
                </p:nvSpPr>
                <p:spPr bwMode="auto">
                  <a:xfrm>
                    <a:off x="3999" y="1345"/>
                    <a:ext cx="882" cy="523"/>
                  </a:xfrm>
                  <a:prstGeom prst="chevron">
                    <a:avLst>
                      <a:gd name="adj" fmla="val 14530"/>
                    </a:avLst>
                  </a:prstGeom>
                  <a:solidFill>
                    <a:srgbClr val="FFCC99"/>
                  </a:solidFill>
                  <a:ln w="9525">
                    <a:solidFill>
                      <a:schemeClr val="tx1"/>
                    </a:solidFill>
                    <a:miter lim="800000"/>
                    <a:headEnd/>
                    <a:tailEnd/>
                  </a:ln>
                </p:spPr>
                <p:txBody>
                  <a:bodyPr wrap="none"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Acompanhar</a:t>
                    </a:r>
                  </a:p>
                  <a:p>
                    <a:pPr eaLnBrk="1" hangingPunct="1"/>
                    <a:r>
                      <a:rPr lang="pt-BR" altLang="pt-BR" sz="1400"/>
                      <a:t>Produto/</a:t>
                    </a:r>
                  </a:p>
                  <a:p>
                    <a:pPr eaLnBrk="1" hangingPunct="1"/>
                    <a:r>
                      <a:rPr lang="pt-BR" altLang="pt-BR" sz="1400"/>
                      <a:t>Processo</a:t>
                    </a:r>
                    <a:endParaRPr lang="pt-BR" altLang="pt-BR" sz="1600">
                      <a:solidFill>
                        <a:srgbClr val="000000"/>
                      </a:solidFill>
                    </a:endParaRPr>
                  </a:p>
                </p:txBody>
              </p:sp>
            </p:grpSp>
            <p:grpSp>
              <p:nvGrpSpPr>
                <p:cNvPr id="23" name="Group 44"/>
                <p:cNvGrpSpPr>
                  <a:grpSpLocks/>
                </p:cNvGrpSpPr>
                <p:nvPr/>
              </p:nvGrpSpPr>
              <p:grpSpPr bwMode="auto">
                <a:xfrm>
                  <a:off x="1520" y="1272"/>
                  <a:ext cx="2268" cy="257"/>
                  <a:chOff x="1520" y="1272"/>
                  <a:chExt cx="2268" cy="257"/>
                </a:xfrm>
              </p:grpSpPr>
              <p:sp>
                <p:nvSpPr>
                  <p:cNvPr id="79" name="AutoShape 45"/>
                  <p:cNvSpPr>
                    <a:spLocks noChangeArrowheads="1"/>
                  </p:cNvSpPr>
                  <p:nvPr/>
                </p:nvSpPr>
                <p:spPr bwMode="auto">
                  <a:xfrm flipV="1">
                    <a:off x="152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0" name="AutoShape 46"/>
                  <p:cNvSpPr>
                    <a:spLocks noChangeArrowheads="1"/>
                  </p:cNvSpPr>
                  <p:nvPr/>
                </p:nvSpPr>
                <p:spPr bwMode="auto">
                  <a:xfrm flipV="1">
                    <a:off x="197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1" name="AutoShape 47"/>
                  <p:cNvSpPr>
                    <a:spLocks noChangeArrowheads="1"/>
                  </p:cNvSpPr>
                  <p:nvPr/>
                </p:nvSpPr>
                <p:spPr bwMode="auto">
                  <a:xfrm flipV="1">
                    <a:off x="242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2" name="AutoShape 48"/>
                  <p:cNvSpPr>
                    <a:spLocks noChangeArrowheads="1"/>
                  </p:cNvSpPr>
                  <p:nvPr/>
                </p:nvSpPr>
                <p:spPr bwMode="auto">
                  <a:xfrm flipV="1">
                    <a:off x="2883"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3" name="AutoShape 49"/>
                  <p:cNvSpPr>
                    <a:spLocks noChangeArrowheads="1"/>
                  </p:cNvSpPr>
                  <p:nvPr/>
                </p:nvSpPr>
                <p:spPr bwMode="auto">
                  <a:xfrm flipV="1">
                    <a:off x="3338"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4" name="Group 50"/>
                <p:cNvGrpSpPr>
                  <a:grpSpLocks/>
                </p:cNvGrpSpPr>
                <p:nvPr/>
              </p:nvGrpSpPr>
              <p:grpSpPr bwMode="auto">
                <a:xfrm>
                  <a:off x="1616" y="1368"/>
                  <a:ext cx="2268" cy="257"/>
                  <a:chOff x="1616" y="1368"/>
                  <a:chExt cx="2268" cy="257"/>
                </a:xfrm>
              </p:grpSpPr>
              <p:sp>
                <p:nvSpPr>
                  <p:cNvPr id="74" name="AutoShape 51"/>
                  <p:cNvSpPr>
                    <a:spLocks noChangeArrowheads="1"/>
                  </p:cNvSpPr>
                  <p:nvPr/>
                </p:nvSpPr>
                <p:spPr bwMode="auto">
                  <a:xfrm flipV="1">
                    <a:off x="1616"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5" name="AutoShape 52"/>
                  <p:cNvSpPr>
                    <a:spLocks noChangeArrowheads="1"/>
                  </p:cNvSpPr>
                  <p:nvPr/>
                </p:nvSpPr>
                <p:spPr bwMode="auto">
                  <a:xfrm flipV="1">
                    <a:off x="2070"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6" name="AutoShape 53"/>
                  <p:cNvSpPr>
                    <a:spLocks noChangeArrowheads="1"/>
                  </p:cNvSpPr>
                  <p:nvPr/>
                </p:nvSpPr>
                <p:spPr bwMode="auto">
                  <a:xfrm flipV="1">
                    <a:off x="2525"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7" name="AutoShape 54"/>
                  <p:cNvSpPr>
                    <a:spLocks noChangeArrowheads="1"/>
                  </p:cNvSpPr>
                  <p:nvPr/>
                </p:nvSpPr>
                <p:spPr bwMode="auto">
                  <a:xfrm flipV="1">
                    <a:off x="2979"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8" name="AutoShape 55"/>
                  <p:cNvSpPr>
                    <a:spLocks noChangeArrowheads="1"/>
                  </p:cNvSpPr>
                  <p:nvPr/>
                </p:nvSpPr>
                <p:spPr bwMode="auto">
                  <a:xfrm flipV="1">
                    <a:off x="3434"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5" name="Group 56"/>
                <p:cNvGrpSpPr>
                  <a:grpSpLocks/>
                </p:cNvGrpSpPr>
                <p:nvPr/>
              </p:nvGrpSpPr>
              <p:grpSpPr bwMode="auto">
                <a:xfrm>
                  <a:off x="1712" y="1464"/>
                  <a:ext cx="2268" cy="257"/>
                  <a:chOff x="1712" y="1464"/>
                  <a:chExt cx="2268" cy="257"/>
                </a:xfrm>
              </p:grpSpPr>
              <p:sp>
                <p:nvSpPr>
                  <p:cNvPr id="69" name="AutoShape 57"/>
                  <p:cNvSpPr>
                    <a:spLocks noChangeArrowheads="1"/>
                  </p:cNvSpPr>
                  <p:nvPr/>
                </p:nvSpPr>
                <p:spPr bwMode="auto">
                  <a:xfrm flipV="1">
                    <a:off x="1712"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0" name="AutoShape 58"/>
                  <p:cNvSpPr>
                    <a:spLocks noChangeArrowheads="1"/>
                  </p:cNvSpPr>
                  <p:nvPr/>
                </p:nvSpPr>
                <p:spPr bwMode="auto">
                  <a:xfrm flipV="1">
                    <a:off x="2166"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1" name="AutoShape 59"/>
                  <p:cNvSpPr>
                    <a:spLocks noChangeArrowheads="1"/>
                  </p:cNvSpPr>
                  <p:nvPr/>
                </p:nvSpPr>
                <p:spPr bwMode="auto">
                  <a:xfrm flipV="1">
                    <a:off x="2621"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2" name="AutoShape 60"/>
                  <p:cNvSpPr>
                    <a:spLocks noChangeArrowheads="1"/>
                  </p:cNvSpPr>
                  <p:nvPr/>
                </p:nvSpPr>
                <p:spPr bwMode="auto">
                  <a:xfrm flipV="1">
                    <a:off x="3075"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3" name="AutoShape 61"/>
                  <p:cNvSpPr>
                    <a:spLocks noChangeArrowheads="1"/>
                  </p:cNvSpPr>
                  <p:nvPr/>
                </p:nvSpPr>
                <p:spPr bwMode="auto">
                  <a:xfrm flipV="1">
                    <a:off x="3530"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6" name="Group 62"/>
                <p:cNvGrpSpPr>
                  <a:grpSpLocks/>
                </p:cNvGrpSpPr>
                <p:nvPr/>
              </p:nvGrpSpPr>
              <p:grpSpPr bwMode="auto">
                <a:xfrm>
                  <a:off x="986" y="1298"/>
                  <a:ext cx="599" cy="423"/>
                  <a:chOff x="986" y="1298"/>
                  <a:chExt cx="599" cy="423"/>
                </a:xfrm>
              </p:grpSpPr>
              <p:sp>
                <p:nvSpPr>
                  <p:cNvPr id="66" name="AutoShape 63"/>
                  <p:cNvSpPr>
                    <a:spLocks noChangeArrowheads="1"/>
                  </p:cNvSpPr>
                  <p:nvPr/>
                </p:nvSpPr>
                <p:spPr bwMode="auto">
                  <a:xfrm>
                    <a:off x="986" y="1298"/>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7" name="AutoShape 64"/>
                  <p:cNvSpPr>
                    <a:spLocks noChangeArrowheads="1"/>
                  </p:cNvSpPr>
                  <p:nvPr/>
                </p:nvSpPr>
                <p:spPr bwMode="auto">
                  <a:xfrm>
                    <a:off x="1082" y="1394"/>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8" name="AutoShape 65"/>
                  <p:cNvSpPr>
                    <a:spLocks noChangeArrowheads="1"/>
                  </p:cNvSpPr>
                  <p:nvPr/>
                </p:nvSpPr>
                <p:spPr bwMode="auto">
                  <a:xfrm>
                    <a:off x="1178" y="1490"/>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7" name="Group 66"/>
                <p:cNvGrpSpPr>
                  <a:grpSpLocks/>
                </p:cNvGrpSpPr>
                <p:nvPr/>
              </p:nvGrpSpPr>
              <p:grpSpPr bwMode="auto">
                <a:xfrm>
                  <a:off x="176" y="1685"/>
                  <a:ext cx="3926" cy="489"/>
                  <a:chOff x="176" y="1685"/>
                  <a:chExt cx="3926" cy="489"/>
                </a:xfrm>
              </p:grpSpPr>
              <p:sp>
                <p:nvSpPr>
                  <p:cNvPr id="28" name="Text Box 67"/>
                  <p:cNvSpPr txBox="1">
                    <a:spLocks noChangeArrowheads="1"/>
                  </p:cNvSpPr>
                  <p:nvPr/>
                </p:nvSpPr>
                <p:spPr bwMode="auto">
                  <a:xfrm>
                    <a:off x="176" y="1968"/>
                    <a:ext cx="61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u="sng">
                        <a:solidFill>
                          <a:srgbClr val="000000"/>
                        </a:solidFill>
                      </a:rPr>
                      <a:t>Gates &gt;&gt;</a:t>
                    </a:r>
                  </a:p>
                </p:txBody>
              </p:sp>
              <p:grpSp>
                <p:nvGrpSpPr>
                  <p:cNvPr id="29" name="Group 68"/>
                  <p:cNvGrpSpPr>
                    <a:grpSpLocks/>
                  </p:cNvGrpSpPr>
                  <p:nvPr/>
                </p:nvGrpSpPr>
                <p:grpSpPr bwMode="auto">
                  <a:xfrm>
                    <a:off x="2091" y="1685"/>
                    <a:ext cx="117" cy="389"/>
                    <a:chOff x="2112" y="1705"/>
                    <a:chExt cx="117" cy="389"/>
                  </a:xfrm>
                </p:grpSpPr>
                <p:sp>
                  <p:nvSpPr>
                    <p:cNvPr id="64" name="AutoShape 69"/>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5" name="Line 70"/>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sp>
                <p:nvSpPr>
                  <p:cNvPr id="30" name="AutoShape 71"/>
                  <p:cNvSpPr>
                    <a:spLocks noChangeArrowheads="1"/>
                  </p:cNvSpPr>
                  <p:nvPr/>
                </p:nvSpPr>
                <p:spPr bwMode="auto">
                  <a:xfrm>
                    <a:off x="761" y="1859"/>
                    <a:ext cx="3341" cy="315"/>
                  </a:xfrm>
                  <a:prstGeom prst="roundRect">
                    <a:avLst>
                      <a:gd name="adj"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31" name="Group 72"/>
                  <p:cNvGrpSpPr>
                    <a:grpSpLocks/>
                  </p:cNvGrpSpPr>
                  <p:nvPr/>
                </p:nvGrpSpPr>
                <p:grpSpPr bwMode="auto">
                  <a:xfrm>
                    <a:off x="3918" y="1795"/>
                    <a:ext cx="117" cy="299"/>
                    <a:chOff x="2088" y="1486"/>
                    <a:chExt cx="117" cy="299"/>
                  </a:xfrm>
                </p:grpSpPr>
                <p:sp>
                  <p:nvSpPr>
                    <p:cNvPr id="62" name="AutoShape 73"/>
                    <p:cNvSpPr>
                      <a:spLocks noChangeArrowheads="1"/>
                    </p:cNvSpPr>
                    <p:nvPr/>
                  </p:nvSpPr>
                  <p:spPr bwMode="auto">
                    <a:xfrm>
                      <a:off x="2088" y="1614"/>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3" name="Line 74"/>
                    <p:cNvSpPr>
                      <a:spLocks noChangeShapeType="1"/>
                    </p:cNvSpPr>
                    <p:nvPr/>
                  </p:nvSpPr>
                  <p:spPr bwMode="auto">
                    <a:xfrm flipV="1">
                      <a:off x="2146" y="1486"/>
                      <a:ext cx="0"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2" name="Group 75"/>
                  <p:cNvGrpSpPr>
                    <a:grpSpLocks/>
                  </p:cNvGrpSpPr>
                  <p:nvPr/>
                </p:nvGrpSpPr>
                <p:grpSpPr bwMode="auto">
                  <a:xfrm>
                    <a:off x="2991" y="1685"/>
                    <a:ext cx="117" cy="389"/>
                    <a:chOff x="2112" y="1705"/>
                    <a:chExt cx="117" cy="389"/>
                  </a:xfrm>
                </p:grpSpPr>
                <p:sp>
                  <p:nvSpPr>
                    <p:cNvPr id="60" name="AutoShape 76"/>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1" name="Line 77"/>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3" name="Group 78"/>
                  <p:cNvGrpSpPr>
                    <a:grpSpLocks/>
                  </p:cNvGrpSpPr>
                  <p:nvPr/>
                </p:nvGrpSpPr>
                <p:grpSpPr bwMode="auto">
                  <a:xfrm>
                    <a:off x="3442" y="1685"/>
                    <a:ext cx="117" cy="389"/>
                    <a:chOff x="2112" y="1705"/>
                    <a:chExt cx="117" cy="389"/>
                  </a:xfrm>
                </p:grpSpPr>
                <p:sp>
                  <p:nvSpPr>
                    <p:cNvPr id="58" name="AutoShape 79"/>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9" name="Line 80"/>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4" name="Group 81"/>
                  <p:cNvGrpSpPr>
                    <a:grpSpLocks/>
                  </p:cNvGrpSpPr>
                  <p:nvPr/>
                </p:nvGrpSpPr>
                <p:grpSpPr bwMode="auto">
                  <a:xfrm>
                    <a:off x="1526" y="1705"/>
                    <a:ext cx="117" cy="369"/>
                    <a:chOff x="1526" y="1705"/>
                    <a:chExt cx="117" cy="369"/>
                  </a:xfrm>
                </p:grpSpPr>
                <p:sp>
                  <p:nvSpPr>
                    <p:cNvPr id="56" name="Line 82"/>
                    <p:cNvSpPr>
                      <a:spLocks noChangeShapeType="1"/>
                    </p:cNvSpPr>
                    <p:nvPr/>
                  </p:nvSpPr>
                  <p:spPr bwMode="auto">
                    <a:xfrm flipV="1">
                      <a:off x="1584"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7" name="AutoShape 83"/>
                    <p:cNvSpPr>
                      <a:spLocks noChangeArrowheads="1"/>
                    </p:cNvSpPr>
                    <p:nvPr/>
                  </p:nvSpPr>
                  <p:spPr bwMode="auto">
                    <a:xfrm>
                      <a:off x="1526"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5" name="Group 84"/>
                  <p:cNvGrpSpPr>
                    <a:grpSpLocks/>
                  </p:cNvGrpSpPr>
                  <p:nvPr/>
                </p:nvGrpSpPr>
                <p:grpSpPr bwMode="auto">
                  <a:xfrm>
                    <a:off x="2542" y="1705"/>
                    <a:ext cx="117" cy="369"/>
                    <a:chOff x="2542" y="1705"/>
                    <a:chExt cx="117" cy="369"/>
                  </a:xfrm>
                </p:grpSpPr>
                <p:sp>
                  <p:nvSpPr>
                    <p:cNvPr id="54" name="Line 85"/>
                    <p:cNvSpPr>
                      <a:spLocks noChangeShapeType="1"/>
                    </p:cNvSpPr>
                    <p:nvPr/>
                  </p:nvSpPr>
                  <p:spPr bwMode="auto">
                    <a:xfrm flipV="1">
                      <a:off x="260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5" name="AutoShape 86"/>
                    <p:cNvSpPr>
                      <a:spLocks noChangeArrowheads="1"/>
                    </p:cNvSpPr>
                    <p:nvPr/>
                  </p:nvSpPr>
                  <p:spPr bwMode="auto">
                    <a:xfrm>
                      <a:off x="2542"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6" name="Group 87"/>
                  <p:cNvGrpSpPr>
                    <a:grpSpLocks/>
                  </p:cNvGrpSpPr>
                  <p:nvPr/>
                </p:nvGrpSpPr>
                <p:grpSpPr bwMode="auto">
                  <a:xfrm>
                    <a:off x="2266" y="1721"/>
                    <a:ext cx="89" cy="298"/>
                    <a:chOff x="2266" y="1721"/>
                    <a:chExt cx="89" cy="298"/>
                  </a:xfrm>
                </p:grpSpPr>
                <p:sp>
                  <p:nvSpPr>
                    <p:cNvPr id="52" name="Line 88"/>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3" name="AutoShape 89"/>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7" name="Group 90"/>
                  <p:cNvGrpSpPr>
                    <a:grpSpLocks/>
                  </p:cNvGrpSpPr>
                  <p:nvPr/>
                </p:nvGrpSpPr>
                <p:grpSpPr bwMode="auto">
                  <a:xfrm>
                    <a:off x="2384" y="1721"/>
                    <a:ext cx="89" cy="298"/>
                    <a:chOff x="2266" y="1721"/>
                    <a:chExt cx="89" cy="298"/>
                  </a:xfrm>
                </p:grpSpPr>
                <p:sp>
                  <p:nvSpPr>
                    <p:cNvPr id="50" name="Line 91"/>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1" name="AutoShape 92"/>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8" name="Group 93"/>
                  <p:cNvGrpSpPr>
                    <a:grpSpLocks/>
                  </p:cNvGrpSpPr>
                  <p:nvPr/>
                </p:nvGrpSpPr>
                <p:grpSpPr bwMode="auto">
                  <a:xfrm>
                    <a:off x="2699" y="1721"/>
                    <a:ext cx="89" cy="298"/>
                    <a:chOff x="2266" y="1721"/>
                    <a:chExt cx="89" cy="298"/>
                  </a:xfrm>
                </p:grpSpPr>
                <p:sp>
                  <p:nvSpPr>
                    <p:cNvPr id="48" name="Line 94"/>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9" name="AutoShape 95"/>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9" name="Group 96"/>
                  <p:cNvGrpSpPr>
                    <a:grpSpLocks/>
                  </p:cNvGrpSpPr>
                  <p:nvPr/>
                </p:nvGrpSpPr>
                <p:grpSpPr bwMode="auto">
                  <a:xfrm>
                    <a:off x="2834" y="1721"/>
                    <a:ext cx="89" cy="298"/>
                    <a:chOff x="2266" y="1721"/>
                    <a:chExt cx="89" cy="298"/>
                  </a:xfrm>
                </p:grpSpPr>
                <p:sp>
                  <p:nvSpPr>
                    <p:cNvPr id="46" name="Line 97"/>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7" name="AutoShape 98"/>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0" name="Group 99"/>
                  <p:cNvGrpSpPr>
                    <a:grpSpLocks/>
                  </p:cNvGrpSpPr>
                  <p:nvPr/>
                </p:nvGrpSpPr>
                <p:grpSpPr bwMode="auto">
                  <a:xfrm>
                    <a:off x="1922" y="1721"/>
                    <a:ext cx="89" cy="298"/>
                    <a:chOff x="2266" y="1721"/>
                    <a:chExt cx="89" cy="298"/>
                  </a:xfrm>
                </p:grpSpPr>
                <p:sp>
                  <p:nvSpPr>
                    <p:cNvPr id="44" name="Line 100"/>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5" name="AutoShape 101"/>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1" name="Group 102"/>
                  <p:cNvGrpSpPr>
                    <a:grpSpLocks/>
                  </p:cNvGrpSpPr>
                  <p:nvPr/>
                </p:nvGrpSpPr>
                <p:grpSpPr bwMode="auto">
                  <a:xfrm>
                    <a:off x="3253" y="1721"/>
                    <a:ext cx="89" cy="298"/>
                    <a:chOff x="2266" y="1721"/>
                    <a:chExt cx="89" cy="298"/>
                  </a:xfrm>
                </p:grpSpPr>
                <p:sp>
                  <p:nvSpPr>
                    <p:cNvPr id="42" name="Line 103"/>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3" name="AutoShape 104"/>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grpSp>
          <p:sp>
            <p:nvSpPr>
              <p:cNvPr id="12" name="Rectangle 105"/>
              <p:cNvSpPr>
                <a:spLocks noChangeArrowheads="1"/>
              </p:cNvSpPr>
              <p:nvPr/>
            </p:nvSpPr>
            <p:spPr bwMode="auto">
              <a:xfrm>
                <a:off x="945" y="573"/>
                <a:ext cx="3912" cy="202"/>
              </a:xfrm>
              <a:prstGeom prst="rect">
                <a:avLst/>
              </a:prstGeom>
              <a:solidFill>
                <a:srgbClr val="CCFFCC"/>
              </a:solidFill>
              <a:ln w="9525">
                <a:miter lim="800000"/>
                <a:headEnd/>
                <a:tailEnd/>
              </a:ln>
              <a:scene3d>
                <a:camera prst="legacyObliqueTopRight"/>
                <a:lightRig rig="legacyFlat3" dir="b"/>
              </a:scene3d>
              <a:sp3d extrusionH="277800" contourW="12700" prstMaterial="legacyMatte">
                <a:bevelT w="13500" h="13500" prst="angle"/>
                <a:bevelB w="13500" h="13500" prst="angle"/>
                <a:extrusionClr>
                  <a:srgbClr val="CCFFCC"/>
                </a:extrusionClr>
                <a:contourClr>
                  <a:srgbClr val="CCFFCC"/>
                </a:contourClr>
              </a:sp3d>
            </p:spPr>
            <p:txBody>
              <a:bodyPr lIns="72000" tIns="0" rIns="72000" bIns="0">
                <a:flatTx/>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b="1" i="1">
                    <a:solidFill>
                      <a:srgbClr val="000000"/>
                    </a:solidFill>
                  </a:rPr>
                  <a:t>Processo de Desenvolvimento de Produto</a:t>
                </a:r>
              </a:p>
              <a:p>
                <a:pPr eaLnBrk="1" hangingPunct="1"/>
                <a:endParaRPr lang="pt-BR" altLang="pt-BR" sz="1600">
                  <a:solidFill>
                    <a:srgbClr val="000000"/>
                  </a:solidFill>
                </a:endParaRPr>
              </a:p>
            </p:txBody>
          </p:sp>
        </p:grpSp>
      </p:grpSp>
      <p:sp>
        <p:nvSpPr>
          <p:cNvPr id="103" name="Rectangle 4"/>
          <p:cNvSpPr txBox="1">
            <a:spLocks noChangeArrowheads="1"/>
          </p:cNvSpPr>
          <p:nvPr/>
        </p:nvSpPr>
        <p:spPr>
          <a:xfrm>
            <a:off x="4793191" y="289710"/>
            <a:ext cx="7086706" cy="1293028"/>
          </a:xfrm>
          <a:prstGeom prst="rect">
            <a:avLst/>
          </a:prstGeom>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3200" b="1"/>
              <a:t>Visão geral do modelo de referência </a:t>
            </a:r>
          </a:p>
        </p:txBody>
      </p:sp>
      <p:grpSp>
        <p:nvGrpSpPr>
          <p:cNvPr id="104" name="Group 104"/>
          <p:cNvGrpSpPr>
            <a:grpSpLocks/>
          </p:cNvGrpSpPr>
          <p:nvPr/>
        </p:nvGrpSpPr>
        <p:grpSpPr bwMode="auto">
          <a:xfrm rot="-5976873">
            <a:off x="1793758" y="3709030"/>
            <a:ext cx="2026762" cy="3335111"/>
            <a:chOff x="2181" y="1183"/>
            <a:chExt cx="1419" cy="1966"/>
          </a:xfrm>
        </p:grpSpPr>
        <p:grpSp>
          <p:nvGrpSpPr>
            <p:cNvPr id="105" name="Group 105"/>
            <p:cNvGrpSpPr>
              <a:grpSpLocks/>
            </p:cNvGrpSpPr>
            <p:nvPr/>
          </p:nvGrpSpPr>
          <p:grpSpPr bwMode="auto">
            <a:xfrm>
              <a:off x="2181" y="1183"/>
              <a:ext cx="1203" cy="1195"/>
              <a:chOff x="2181" y="1183"/>
              <a:chExt cx="1203" cy="1195"/>
            </a:xfrm>
          </p:grpSpPr>
          <p:grpSp>
            <p:nvGrpSpPr>
              <p:cNvPr id="142" name="Group 106"/>
              <p:cNvGrpSpPr>
                <a:grpSpLocks/>
              </p:cNvGrpSpPr>
              <p:nvPr/>
            </p:nvGrpSpPr>
            <p:grpSpPr bwMode="auto">
              <a:xfrm>
                <a:off x="2203" y="1197"/>
                <a:ext cx="1181" cy="1180"/>
                <a:chOff x="2203" y="1197"/>
                <a:chExt cx="1181" cy="1180"/>
              </a:xfrm>
            </p:grpSpPr>
            <p:grpSp>
              <p:nvGrpSpPr>
                <p:cNvPr id="148" name="Group 107"/>
                <p:cNvGrpSpPr>
                  <a:grpSpLocks/>
                </p:cNvGrpSpPr>
                <p:nvPr/>
              </p:nvGrpSpPr>
              <p:grpSpPr bwMode="auto">
                <a:xfrm>
                  <a:off x="2203" y="1197"/>
                  <a:ext cx="1181" cy="1180"/>
                  <a:chOff x="2203" y="1197"/>
                  <a:chExt cx="1181" cy="1180"/>
                </a:xfrm>
              </p:grpSpPr>
              <p:sp>
                <p:nvSpPr>
                  <p:cNvPr id="154" name="Freeform 108"/>
                  <p:cNvSpPr>
                    <a:spLocks/>
                  </p:cNvSpPr>
                  <p:nvPr/>
                </p:nvSpPr>
                <p:spPr bwMode="auto">
                  <a:xfrm>
                    <a:off x="2203" y="1197"/>
                    <a:ext cx="1003" cy="685"/>
                  </a:xfrm>
                  <a:custGeom>
                    <a:avLst/>
                    <a:gdLst>
                      <a:gd name="T0" fmla="*/ 21 w 1003"/>
                      <a:gd name="T1" fmla="*/ 685 h 685"/>
                      <a:gd name="T2" fmla="*/ 6 w 1003"/>
                      <a:gd name="T3" fmla="*/ 604 h 685"/>
                      <a:gd name="T4" fmla="*/ 0 w 1003"/>
                      <a:gd name="T5" fmla="*/ 526 h 685"/>
                      <a:gd name="T6" fmla="*/ 3 w 1003"/>
                      <a:gd name="T7" fmla="*/ 472 h 685"/>
                      <a:gd name="T8" fmla="*/ 12 w 1003"/>
                      <a:gd name="T9" fmla="*/ 423 h 685"/>
                      <a:gd name="T10" fmla="*/ 27 w 1003"/>
                      <a:gd name="T11" fmla="*/ 369 h 685"/>
                      <a:gd name="T12" fmla="*/ 51 w 1003"/>
                      <a:gd name="T13" fmla="*/ 315 h 685"/>
                      <a:gd name="T14" fmla="*/ 81 w 1003"/>
                      <a:gd name="T15" fmla="*/ 258 h 685"/>
                      <a:gd name="T16" fmla="*/ 111 w 1003"/>
                      <a:gd name="T17" fmla="*/ 213 h 685"/>
                      <a:gd name="T18" fmla="*/ 147 w 1003"/>
                      <a:gd name="T19" fmla="*/ 168 h 685"/>
                      <a:gd name="T20" fmla="*/ 189 w 1003"/>
                      <a:gd name="T21" fmla="*/ 129 h 685"/>
                      <a:gd name="T22" fmla="*/ 231 w 1003"/>
                      <a:gd name="T23" fmla="*/ 96 h 685"/>
                      <a:gd name="T24" fmla="*/ 276 w 1003"/>
                      <a:gd name="T25" fmla="*/ 69 h 685"/>
                      <a:gd name="T26" fmla="*/ 331 w 1003"/>
                      <a:gd name="T27" fmla="*/ 45 h 685"/>
                      <a:gd name="T28" fmla="*/ 394 w 1003"/>
                      <a:gd name="T29" fmla="*/ 24 h 685"/>
                      <a:gd name="T30" fmla="*/ 448 w 1003"/>
                      <a:gd name="T31" fmla="*/ 9 h 685"/>
                      <a:gd name="T32" fmla="*/ 514 w 1003"/>
                      <a:gd name="T33" fmla="*/ 0 h 685"/>
                      <a:gd name="T34" fmla="*/ 598 w 1003"/>
                      <a:gd name="T35" fmla="*/ 0 h 685"/>
                      <a:gd name="T36" fmla="*/ 661 w 1003"/>
                      <a:gd name="T37" fmla="*/ 12 h 685"/>
                      <a:gd name="T38" fmla="*/ 736 w 1003"/>
                      <a:gd name="T39" fmla="*/ 30 h 685"/>
                      <a:gd name="T40" fmla="*/ 811 w 1003"/>
                      <a:gd name="T41" fmla="*/ 63 h 685"/>
                      <a:gd name="T42" fmla="*/ 877 w 1003"/>
                      <a:gd name="T43" fmla="*/ 102 h 685"/>
                      <a:gd name="T44" fmla="*/ 922 w 1003"/>
                      <a:gd name="T45" fmla="*/ 141 h 685"/>
                      <a:gd name="T46" fmla="*/ 967 w 1003"/>
                      <a:gd name="T47" fmla="*/ 186 h 685"/>
                      <a:gd name="T48" fmla="*/ 1003 w 1003"/>
                      <a:gd name="T49" fmla="*/ 231 h 685"/>
                      <a:gd name="T50" fmla="*/ 907 w 1003"/>
                      <a:gd name="T51" fmla="*/ 159 h 685"/>
                      <a:gd name="T52" fmla="*/ 856 w 1003"/>
                      <a:gd name="T53" fmla="*/ 129 h 685"/>
                      <a:gd name="T54" fmla="*/ 802 w 1003"/>
                      <a:gd name="T55" fmla="*/ 108 h 685"/>
                      <a:gd name="T56" fmla="*/ 733 w 1003"/>
                      <a:gd name="T57" fmla="*/ 87 h 685"/>
                      <a:gd name="T58" fmla="*/ 667 w 1003"/>
                      <a:gd name="T59" fmla="*/ 78 h 685"/>
                      <a:gd name="T60" fmla="*/ 595 w 1003"/>
                      <a:gd name="T61" fmla="*/ 75 h 685"/>
                      <a:gd name="T62" fmla="*/ 541 w 1003"/>
                      <a:gd name="T63" fmla="*/ 78 h 685"/>
                      <a:gd name="T64" fmla="*/ 484 w 1003"/>
                      <a:gd name="T65" fmla="*/ 87 h 685"/>
                      <a:gd name="T66" fmla="*/ 427 w 1003"/>
                      <a:gd name="T67" fmla="*/ 102 h 685"/>
                      <a:gd name="T68" fmla="*/ 373 w 1003"/>
                      <a:gd name="T69" fmla="*/ 120 h 685"/>
                      <a:gd name="T70" fmla="*/ 313 w 1003"/>
                      <a:gd name="T71" fmla="*/ 150 h 685"/>
                      <a:gd name="T72" fmla="*/ 267 w 1003"/>
                      <a:gd name="T73" fmla="*/ 177 h 685"/>
                      <a:gd name="T74" fmla="*/ 228 w 1003"/>
                      <a:gd name="T75" fmla="*/ 210 h 685"/>
                      <a:gd name="T76" fmla="*/ 183 w 1003"/>
                      <a:gd name="T77" fmla="*/ 246 h 685"/>
                      <a:gd name="T78" fmla="*/ 147 w 1003"/>
                      <a:gd name="T79" fmla="*/ 285 h 685"/>
                      <a:gd name="T80" fmla="*/ 111 w 1003"/>
                      <a:gd name="T81" fmla="*/ 339 h 685"/>
                      <a:gd name="T82" fmla="*/ 78 w 1003"/>
                      <a:gd name="T83" fmla="*/ 396 h 685"/>
                      <a:gd name="T84" fmla="*/ 57 w 1003"/>
                      <a:gd name="T85" fmla="*/ 450 h 685"/>
                      <a:gd name="T86" fmla="*/ 39 w 1003"/>
                      <a:gd name="T87" fmla="*/ 514 h 685"/>
                      <a:gd name="T88" fmla="*/ 27 w 1003"/>
                      <a:gd name="T89" fmla="*/ 592 h 685"/>
                      <a:gd name="T90" fmla="*/ 21 w 1003"/>
                      <a:gd name="T91" fmla="*/ 685 h 6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03"/>
                      <a:gd name="T139" fmla="*/ 0 h 685"/>
                      <a:gd name="T140" fmla="*/ 1003 w 1003"/>
                      <a:gd name="T141" fmla="*/ 685 h 68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03" h="685">
                        <a:moveTo>
                          <a:pt x="21" y="685"/>
                        </a:moveTo>
                        <a:lnTo>
                          <a:pt x="6" y="604"/>
                        </a:lnTo>
                        <a:lnTo>
                          <a:pt x="0" y="526"/>
                        </a:lnTo>
                        <a:lnTo>
                          <a:pt x="3" y="472"/>
                        </a:lnTo>
                        <a:lnTo>
                          <a:pt x="12" y="423"/>
                        </a:lnTo>
                        <a:lnTo>
                          <a:pt x="27" y="369"/>
                        </a:lnTo>
                        <a:lnTo>
                          <a:pt x="51" y="315"/>
                        </a:lnTo>
                        <a:lnTo>
                          <a:pt x="81" y="258"/>
                        </a:lnTo>
                        <a:lnTo>
                          <a:pt x="111" y="213"/>
                        </a:lnTo>
                        <a:lnTo>
                          <a:pt x="147" y="168"/>
                        </a:lnTo>
                        <a:lnTo>
                          <a:pt x="189" y="129"/>
                        </a:lnTo>
                        <a:lnTo>
                          <a:pt x="231" y="96"/>
                        </a:lnTo>
                        <a:lnTo>
                          <a:pt x="276" y="69"/>
                        </a:lnTo>
                        <a:lnTo>
                          <a:pt x="331" y="45"/>
                        </a:lnTo>
                        <a:lnTo>
                          <a:pt x="394" y="24"/>
                        </a:lnTo>
                        <a:lnTo>
                          <a:pt x="448" y="9"/>
                        </a:lnTo>
                        <a:lnTo>
                          <a:pt x="514" y="0"/>
                        </a:lnTo>
                        <a:lnTo>
                          <a:pt x="598" y="0"/>
                        </a:lnTo>
                        <a:lnTo>
                          <a:pt x="661" y="12"/>
                        </a:lnTo>
                        <a:lnTo>
                          <a:pt x="736" y="30"/>
                        </a:lnTo>
                        <a:lnTo>
                          <a:pt x="811" y="63"/>
                        </a:lnTo>
                        <a:lnTo>
                          <a:pt x="877" y="102"/>
                        </a:lnTo>
                        <a:lnTo>
                          <a:pt x="922" y="141"/>
                        </a:lnTo>
                        <a:lnTo>
                          <a:pt x="967" y="186"/>
                        </a:lnTo>
                        <a:lnTo>
                          <a:pt x="1003" y="231"/>
                        </a:lnTo>
                        <a:lnTo>
                          <a:pt x="907" y="159"/>
                        </a:lnTo>
                        <a:lnTo>
                          <a:pt x="856" y="129"/>
                        </a:lnTo>
                        <a:lnTo>
                          <a:pt x="802" y="108"/>
                        </a:lnTo>
                        <a:lnTo>
                          <a:pt x="733" y="87"/>
                        </a:lnTo>
                        <a:lnTo>
                          <a:pt x="667" y="78"/>
                        </a:lnTo>
                        <a:lnTo>
                          <a:pt x="595" y="75"/>
                        </a:lnTo>
                        <a:lnTo>
                          <a:pt x="541" y="78"/>
                        </a:lnTo>
                        <a:lnTo>
                          <a:pt x="484" y="87"/>
                        </a:lnTo>
                        <a:lnTo>
                          <a:pt x="427" y="102"/>
                        </a:lnTo>
                        <a:lnTo>
                          <a:pt x="373" y="120"/>
                        </a:lnTo>
                        <a:lnTo>
                          <a:pt x="313" y="150"/>
                        </a:lnTo>
                        <a:lnTo>
                          <a:pt x="267" y="177"/>
                        </a:lnTo>
                        <a:lnTo>
                          <a:pt x="228" y="210"/>
                        </a:lnTo>
                        <a:lnTo>
                          <a:pt x="183" y="246"/>
                        </a:lnTo>
                        <a:lnTo>
                          <a:pt x="147" y="285"/>
                        </a:lnTo>
                        <a:lnTo>
                          <a:pt x="111" y="339"/>
                        </a:lnTo>
                        <a:lnTo>
                          <a:pt x="78" y="396"/>
                        </a:lnTo>
                        <a:lnTo>
                          <a:pt x="57" y="450"/>
                        </a:lnTo>
                        <a:lnTo>
                          <a:pt x="39" y="514"/>
                        </a:lnTo>
                        <a:lnTo>
                          <a:pt x="27" y="592"/>
                        </a:lnTo>
                        <a:lnTo>
                          <a:pt x="21" y="68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5" name="Freeform 109"/>
                  <p:cNvSpPr>
                    <a:spLocks/>
                  </p:cNvSpPr>
                  <p:nvPr/>
                </p:nvSpPr>
                <p:spPr bwMode="auto">
                  <a:xfrm>
                    <a:off x="2278" y="1536"/>
                    <a:ext cx="1106" cy="841"/>
                  </a:xfrm>
                  <a:custGeom>
                    <a:avLst/>
                    <a:gdLst>
                      <a:gd name="T0" fmla="*/ 0 w 1106"/>
                      <a:gd name="T1" fmla="*/ 511 h 841"/>
                      <a:gd name="T2" fmla="*/ 63 w 1106"/>
                      <a:gd name="T3" fmla="*/ 583 h 841"/>
                      <a:gd name="T4" fmla="*/ 132 w 1106"/>
                      <a:gd name="T5" fmla="*/ 646 h 841"/>
                      <a:gd name="T6" fmla="*/ 195 w 1106"/>
                      <a:gd name="T7" fmla="*/ 682 h 841"/>
                      <a:gd name="T8" fmla="*/ 286 w 1106"/>
                      <a:gd name="T9" fmla="*/ 721 h 841"/>
                      <a:gd name="T10" fmla="*/ 358 w 1106"/>
                      <a:gd name="T11" fmla="*/ 742 h 841"/>
                      <a:gd name="T12" fmla="*/ 424 w 1106"/>
                      <a:gd name="T13" fmla="*/ 751 h 841"/>
                      <a:gd name="T14" fmla="*/ 502 w 1106"/>
                      <a:gd name="T15" fmla="*/ 751 h 841"/>
                      <a:gd name="T16" fmla="*/ 559 w 1106"/>
                      <a:gd name="T17" fmla="*/ 745 h 841"/>
                      <a:gd name="T18" fmla="*/ 628 w 1106"/>
                      <a:gd name="T19" fmla="*/ 733 h 841"/>
                      <a:gd name="T20" fmla="*/ 697 w 1106"/>
                      <a:gd name="T21" fmla="*/ 712 h 841"/>
                      <a:gd name="T22" fmla="*/ 754 w 1106"/>
                      <a:gd name="T23" fmla="*/ 682 h 841"/>
                      <a:gd name="T24" fmla="*/ 808 w 1106"/>
                      <a:gd name="T25" fmla="*/ 649 h 841"/>
                      <a:gd name="T26" fmla="*/ 856 w 1106"/>
                      <a:gd name="T27" fmla="*/ 616 h 841"/>
                      <a:gd name="T28" fmla="*/ 904 w 1106"/>
                      <a:gd name="T29" fmla="*/ 568 h 841"/>
                      <a:gd name="T30" fmla="*/ 952 w 1106"/>
                      <a:gd name="T31" fmla="*/ 514 h 841"/>
                      <a:gd name="T32" fmla="*/ 989 w 1106"/>
                      <a:gd name="T33" fmla="*/ 463 h 841"/>
                      <a:gd name="T34" fmla="*/ 1010 w 1106"/>
                      <a:gd name="T35" fmla="*/ 412 h 841"/>
                      <a:gd name="T36" fmla="*/ 1037 w 1106"/>
                      <a:gd name="T37" fmla="*/ 331 h 841"/>
                      <a:gd name="T38" fmla="*/ 1055 w 1106"/>
                      <a:gd name="T39" fmla="*/ 247 h 841"/>
                      <a:gd name="T40" fmla="*/ 1058 w 1106"/>
                      <a:gd name="T41" fmla="*/ 172 h 841"/>
                      <a:gd name="T42" fmla="*/ 1046 w 1106"/>
                      <a:gd name="T43" fmla="*/ 90 h 841"/>
                      <a:gd name="T44" fmla="*/ 1019 w 1106"/>
                      <a:gd name="T45" fmla="*/ 0 h 841"/>
                      <a:gd name="T46" fmla="*/ 1046 w 1106"/>
                      <a:gd name="T47" fmla="*/ 48 h 841"/>
                      <a:gd name="T48" fmla="*/ 1076 w 1106"/>
                      <a:gd name="T49" fmla="*/ 117 h 841"/>
                      <a:gd name="T50" fmla="*/ 1091 w 1106"/>
                      <a:gd name="T51" fmla="*/ 181 h 841"/>
                      <a:gd name="T52" fmla="*/ 1106 w 1106"/>
                      <a:gd name="T53" fmla="*/ 241 h 841"/>
                      <a:gd name="T54" fmla="*/ 1103 w 1106"/>
                      <a:gd name="T55" fmla="*/ 292 h 841"/>
                      <a:gd name="T56" fmla="*/ 1100 w 1106"/>
                      <a:gd name="T57" fmla="*/ 361 h 841"/>
                      <a:gd name="T58" fmla="*/ 1064 w 1106"/>
                      <a:gd name="T59" fmla="*/ 493 h 841"/>
                      <a:gd name="T60" fmla="*/ 1028 w 1106"/>
                      <a:gd name="T61" fmla="*/ 565 h 841"/>
                      <a:gd name="T62" fmla="*/ 983 w 1106"/>
                      <a:gd name="T63" fmla="*/ 628 h 841"/>
                      <a:gd name="T64" fmla="*/ 934 w 1106"/>
                      <a:gd name="T65" fmla="*/ 682 h 841"/>
                      <a:gd name="T66" fmla="*/ 886 w 1106"/>
                      <a:gd name="T67" fmla="*/ 721 h 841"/>
                      <a:gd name="T68" fmla="*/ 820 w 1106"/>
                      <a:gd name="T69" fmla="*/ 766 h 841"/>
                      <a:gd name="T70" fmla="*/ 754 w 1106"/>
                      <a:gd name="T71" fmla="*/ 796 h 841"/>
                      <a:gd name="T72" fmla="*/ 691 w 1106"/>
                      <a:gd name="T73" fmla="*/ 817 h 841"/>
                      <a:gd name="T74" fmla="*/ 610 w 1106"/>
                      <a:gd name="T75" fmla="*/ 838 h 841"/>
                      <a:gd name="T76" fmla="*/ 550 w 1106"/>
                      <a:gd name="T77" fmla="*/ 841 h 841"/>
                      <a:gd name="T78" fmla="*/ 484 w 1106"/>
                      <a:gd name="T79" fmla="*/ 841 h 841"/>
                      <a:gd name="T80" fmla="*/ 418 w 1106"/>
                      <a:gd name="T81" fmla="*/ 829 h 841"/>
                      <a:gd name="T82" fmla="*/ 346 w 1106"/>
                      <a:gd name="T83" fmla="*/ 814 h 841"/>
                      <a:gd name="T84" fmla="*/ 298 w 1106"/>
                      <a:gd name="T85" fmla="*/ 796 h 841"/>
                      <a:gd name="T86" fmla="*/ 234 w 1106"/>
                      <a:gd name="T87" fmla="*/ 763 h 841"/>
                      <a:gd name="T88" fmla="*/ 180 w 1106"/>
                      <a:gd name="T89" fmla="*/ 733 h 841"/>
                      <a:gd name="T90" fmla="*/ 129 w 1106"/>
                      <a:gd name="T91" fmla="*/ 691 h 841"/>
                      <a:gd name="T92" fmla="*/ 75 w 1106"/>
                      <a:gd name="T93" fmla="*/ 634 h 841"/>
                      <a:gd name="T94" fmla="*/ 24 w 1106"/>
                      <a:gd name="T95" fmla="*/ 562 h 841"/>
                      <a:gd name="T96" fmla="*/ 0 w 1106"/>
                      <a:gd name="T97" fmla="*/ 511 h 8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06"/>
                      <a:gd name="T148" fmla="*/ 0 h 841"/>
                      <a:gd name="T149" fmla="*/ 1106 w 1106"/>
                      <a:gd name="T150" fmla="*/ 841 h 84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06" h="841">
                        <a:moveTo>
                          <a:pt x="0" y="511"/>
                        </a:moveTo>
                        <a:lnTo>
                          <a:pt x="63" y="583"/>
                        </a:lnTo>
                        <a:lnTo>
                          <a:pt x="132" y="646"/>
                        </a:lnTo>
                        <a:lnTo>
                          <a:pt x="195" y="682"/>
                        </a:lnTo>
                        <a:lnTo>
                          <a:pt x="286" y="721"/>
                        </a:lnTo>
                        <a:lnTo>
                          <a:pt x="358" y="742"/>
                        </a:lnTo>
                        <a:lnTo>
                          <a:pt x="424" y="751"/>
                        </a:lnTo>
                        <a:lnTo>
                          <a:pt x="502" y="751"/>
                        </a:lnTo>
                        <a:lnTo>
                          <a:pt x="559" y="745"/>
                        </a:lnTo>
                        <a:lnTo>
                          <a:pt x="628" y="733"/>
                        </a:lnTo>
                        <a:lnTo>
                          <a:pt x="697" y="712"/>
                        </a:lnTo>
                        <a:lnTo>
                          <a:pt x="754" y="682"/>
                        </a:lnTo>
                        <a:lnTo>
                          <a:pt x="808" y="649"/>
                        </a:lnTo>
                        <a:lnTo>
                          <a:pt x="856" y="616"/>
                        </a:lnTo>
                        <a:lnTo>
                          <a:pt x="904" y="568"/>
                        </a:lnTo>
                        <a:lnTo>
                          <a:pt x="952" y="514"/>
                        </a:lnTo>
                        <a:lnTo>
                          <a:pt x="989" y="463"/>
                        </a:lnTo>
                        <a:lnTo>
                          <a:pt x="1010" y="412"/>
                        </a:lnTo>
                        <a:lnTo>
                          <a:pt x="1037" y="331"/>
                        </a:lnTo>
                        <a:lnTo>
                          <a:pt x="1055" y="247"/>
                        </a:lnTo>
                        <a:lnTo>
                          <a:pt x="1058" y="172"/>
                        </a:lnTo>
                        <a:lnTo>
                          <a:pt x="1046" y="90"/>
                        </a:lnTo>
                        <a:lnTo>
                          <a:pt x="1019" y="0"/>
                        </a:lnTo>
                        <a:lnTo>
                          <a:pt x="1046" y="48"/>
                        </a:lnTo>
                        <a:lnTo>
                          <a:pt x="1076" y="117"/>
                        </a:lnTo>
                        <a:lnTo>
                          <a:pt x="1091" y="181"/>
                        </a:lnTo>
                        <a:lnTo>
                          <a:pt x="1106" y="241"/>
                        </a:lnTo>
                        <a:lnTo>
                          <a:pt x="1103" y="292"/>
                        </a:lnTo>
                        <a:lnTo>
                          <a:pt x="1100" y="361"/>
                        </a:lnTo>
                        <a:lnTo>
                          <a:pt x="1064" y="493"/>
                        </a:lnTo>
                        <a:lnTo>
                          <a:pt x="1028" y="565"/>
                        </a:lnTo>
                        <a:lnTo>
                          <a:pt x="983" y="628"/>
                        </a:lnTo>
                        <a:lnTo>
                          <a:pt x="934" y="682"/>
                        </a:lnTo>
                        <a:lnTo>
                          <a:pt x="886" y="721"/>
                        </a:lnTo>
                        <a:lnTo>
                          <a:pt x="820" y="766"/>
                        </a:lnTo>
                        <a:lnTo>
                          <a:pt x="754" y="796"/>
                        </a:lnTo>
                        <a:lnTo>
                          <a:pt x="691" y="817"/>
                        </a:lnTo>
                        <a:lnTo>
                          <a:pt x="610" y="838"/>
                        </a:lnTo>
                        <a:lnTo>
                          <a:pt x="550" y="841"/>
                        </a:lnTo>
                        <a:lnTo>
                          <a:pt x="484" y="841"/>
                        </a:lnTo>
                        <a:lnTo>
                          <a:pt x="418" y="829"/>
                        </a:lnTo>
                        <a:lnTo>
                          <a:pt x="346" y="814"/>
                        </a:lnTo>
                        <a:lnTo>
                          <a:pt x="298" y="796"/>
                        </a:lnTo>
                        <a:lnTo>
                          <a:pt x="234" y="763"/>
                        </a:lnTo>
                        <a:lnTo>
                          <a:pt x="180" y="733"/>
                        </a:lnTo>
                        <a:lnTo>
                          <a:pt x="129" y="691"/>
                        </a:lnTo>
                        <a:lnTo>
                          <a:pt x="75" y="634"/>
                        </a:lnTo>
                        <a:lnTo>
                          <a:pt x="24" y="562"/>
                        </a:lnTo>
                        <a:lnTo>
                          <a:pt x="0" y="51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149" name="Group 110"/>
                <p:cNvGrpSpPr>
                  <a:grpSpLocks/>
                </p:cNvGrpSpPr>
                <p:nvPr/>
              </p:nvGrpSpPr>
              <p:grpSpPr bwMode="auto">
                <a:xfrm>
                  <a:off x="2210" y="1213"/>
                  <a:ext cx="1172" cy="1113"/>
                  <a:chOff x="2210" y="1213"/>
                  <a:chExt cx="1172" cy="1113"/>
                </a:xfrm>
              </p:grpSpPr>
              <p:sp>
                <p:nvSpPr>
                  <p:cNvPr id="150" name="Freeform 111"/>
                  <p:cNvSpPr>
                    <a:spLocks/>
                  </p:cNvSpPr>
                  <p:nvPr/>
                </p:nvSpPr>
                <p:spPr bwMode="auto">
                  <a:xfrm>
                    <a:off x="2276" y="2048"/>
                    <a:ext cx="287" cy="278"/>
                  </a:xfrm>
                  <a:custGeom>
                    <a:avLst/>
                    <a:gdLst>
                      <a:gd name="T0" fmla="*/ 0 w 287"/>
                      <a:gd name="T1" fmla="*/ 0 h 278"/>
                      <a:gd name="T2" fmla="*/ 30 w 287"/>
                      <a:gd name="T3" fmla="*/ 56 h 278"/>
                      <a:gd name="T4" fmla="*/ 59 w 287"/>
                      <a:gd name="T5" fmla="*/ 99 h 278"/>
                      <a:gd name="T6" fmla="*/ 90 w 287"/>
                      <a:gd name="T7" fmla="*/ 138 h 278"/>
                      <a:gd name="T8" fmla="*/ 138 w 287"/>
                      <a:gd name="T9" fmla="*/ 185 h 278"/>
                      <a:gd name="T10" fmla="*/ 174 w 287"/>
                      <a:gd name="T11" fmla="*/ 215 h 278"/>
                      <a:gd name="T12" fmla="*/ 220 w 287"/>
                      <a:gd name="T13" fmla="*/ 244 h 278"/>
                      <a:gd name="T14" fmla="*/ 287 w 287"/>
                      <a:gd name="T15" fmla="*/ 278 h 278"/>
                      <a:gd name="T16" fmla="*/ 212 w 287"/>
                      <a:gd name="T17" fmla="*/ 176 h 278"/>
                      <a:gd name="T18" fmla="*/ 170 w 287"/>
                      <a:gd name="T19" fmla="*/ 152 h 278"/>
                      <a:gd name="T20" fmla="*/ 140 w 287"/>
                      <a:gd name="T21" fmla="*/ 131 h 278"/>
                      <a:gd name="T22" fmla="*/ 96 w 287"/>
                      <a:gd name="T23" fmla="*/ 101 h 278"/>
                      <a:gd name="T24" fmla="*/ 62 w 287"/>
                      <a:gd name="T25" fmla="*/ 69 h 278"/>
                      <a:gd name="T26" fmla="*/ 35 w 287"/>
                      <a:gd name="T27" fmla="*/ 42 h 278"/>
                      <a:gd name="T28" fmla="*/ 0 w 287"/>
                      <a:gd name="T29" fmla="*/ 0 h 2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278"/>
                      <a:gd name="T47" fmla="*/ 287 w 287"/>
                      <a:gd name="T48" fmla="*/ 278 h 2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278">
                        <a:moveTo>
                          <a:pt x="0" y="0"/>
                        </a:moveTo>
                        <a:lnTo>
                          <a:pt x="30" y="56"/>
                        </a:lnTo>
                        <a:lnTo>
                          <a:pt x="59" y="99"/>
                        </a:lnTo>
                        <a:lnTo>
                          <a:pt x="90" y="138"/>
                        </a:lnTo>
                        <a:lnTo>
                          <a:pt x="138" y="185"/>
                        </a:lnTo>
                        <a:lnTo>
                          <a:pt x="174" y="215"/>
                        </a:lnTo>
                        <a:lnTo>
                          <a:pt x="220" y="244"/>
                        </a:lnTo>
                        <a:lnTo>
                          <a:pt x="287" y="278"/>
                        </a:lnTo>
                        <a:lnTo>
                          <a:pt x="212" y="176"/>
                        </a:lnTo>
                        <a:lnTo>
                          <a:pt x="170" y="152"/>
                        </a:lnTo>
                        <a:lnTo>
                          <a:pt x="140" y="131"/>
                        </a:lnTo>
                        <a:lnTo>
                          <a:pt x="96" y="101"/>
                        </a:lnTo>
                        <a:lnTo>
                          <a:pt x="62" y="69"/>
                        </a:lnTo>
                        <a:lnTo>
                          <a:pt x="35" y="42"/>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1" name="Freeform 112"/>
                  <p:cNvSpPr>
                    <a:spLocks/>
                  </p:cNvSpPr>
                  <p:nvPr/>
                </p:nvSpPr>
                <p:spPr bwMode="auto">
                  <a:xfrm>
                    <a:off x="3279" y="1530"/>
                    <a:ext cx="103" cy="546"/>
                  </a:xfrm>
                  <a:custGeom>
                    <a:avLst/>
                    <a:gdLst>
                      <a:gd name="T0" fmla="*/ 19 w 103"/>
                      <a:gd name="T1" fmla="*/ 0 h 546"/>
                      <a:gd name="T2" fmla="*/ 39 w 103"/>
                      <a:gd name="T3" fmla="*/ 37 h 546"/>
                      <a:gd name="T4" fmla="*/ 52 w 103"/>
                      <a:gd name="T5" fmla="*/ 69 h 546"/>
                      <a:gd name="T6" fmla="*/ 66 w 103"/>
                      <a:gd name="T7" fmla="*/ 102 h 546"/>
                      <a:gd name="T8" fmla="*/ 76 w 103"/>
                      <a:gd name="T9" fmla="*/ 134 h 546"/>
                      <a:gd name="T10" fmla="*/ 84 w 103"/>
                      <a:gd name="T11" fmla="*/ 164 h 546"/>
                      <a:gd name="T12" fmla="*/ 99 w 103"/>
                      <a:gd name="T13" fmla="*/ 217 h 546"/>
                      <a:gd name="T14" fmla="*/ 103 w 103"/>
                      <a:gd name="T15" fmla="*/ 269 h 546"/>
                      <a:gd name="T16" fmla="*/ 100 w 103"/>
                      <a:gd name="T17" fmla="*/ 349 h 546"/>
                      <a:gd name="T18" fmla="*/ 93 w 103"/>
                      <a:gd name="T19" fmla="*/ 403 h 546"/>
                      <a:gd name="T20" fmla="*/ 82 w 103"/>
                      <a:gd name="T21" fmla="*/ 447 h 546"/>
                      <a:gd name="T22" fmla="*/ 65 w 103"/>
                      <a:gd name="T23" fmla="*/ 493 h 546"/>
                      <a:gd name="T24" fmla="*/ 42 w 103"/>
                      <a:gd name="T25" fmla="*/ 546 h 546"/>
                      <a:gd name="T26" fmla="*/ 0 w 103"/>
                      <a:gd name="T27" fmla="*/ 443 h 546"/>
                      <a:gd name="T28" fmla="*/ 19 w 103"/>
                      <a:gd name="T29" fmla="*/ 398 h 546"/>
                      <a:gd name="T30" fmla="*/ 28 w 103"/>
                      <a:gd name="T31" fmla="*/ 374 h 546"/>
                      <a:gd name="T32" fmla="*/ 39 w 103"/>
                      <a:gd name="T33" fmla="*/ 343 h 546"/>
                      <a:gd name="T34" fmla="*/ 46 w 103"/>
                      <a:gd name="T35" fmla="*/ 311 h 546"/>
                      <a:gd name="T36" fmla="*/ 52 w 103"/>
                      <a:gd name="T37" fmla="*/ 262 h 546"/>
                      <a:gd name="T38" fmla="*/ 55 w 103"/>
                      <a:gd name="T39" fmla="*/ 221 h 546"/>
                      <a:gd name="T40" fmla="*/ 55 w 103"/>
                      <a:gd name="T41" fmla="*/ 160 h 546"/>
                      <a:gd name="T42" fmla="*/ 46 w 103"/>
                      <a:gd name="T43" fmla="*/ 105 h 546"/>
                      <a:gd name="T44" fmla="*/ 36 w 103"/>
                      <a:gd name="T45" fmla="*/ 60 h 546"/>
                      <a:gd name="T46" fmla="*/ 30 w 103"/>
                      <a:gd name="T47" fmla="*/ 36 h 546"/>
                      <a:gd name="T48" fmla="*/ 19 w 103"/>
                      <a:gd name="T49" fmla="*/ 0 h 5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546"/>
                      <a:gd name="T77" fmla="*/ 103 w 103"/>
                      <a:gd name="T78" fmla="*/ 546 h 5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546">
                        <a:moveTo>
                          <a:pt x="19" y="0"/>
                        </a:moveTo>
                        <a:lnTo>
                          <a:pt x="39" y="37"/>
                        </a:lnTo>
                        <a:lnTo>
                          <a:pt x="52" y="69"/>
                        </a:lnTo>
                        <a:lnTo>
                          <a:pt x="66" y="102"/>
                        </a:lnTo>
                        <a:lnTo>
                          <a:pt x="76" y="134"/>
                        </a:lnTo>
                        <a:lnTo>
                          <a:pt x="84" y="164"/>
                        </a:lnTo>
                        <a:lnTo>
                          <a:pt x="99" y="217"/>
                        </a:lnTo>
                        <a:lnTo>
                          <a:pt x="103" y="269"/>
                        </a:lnTo>
                        <a:lnTo>
                          <a:pt x="100" y="349"/>
                        </a:lnTo>
                        <a:lnTo>
                          <a:pt x="93" y="403"/>
                        </a:lnTo>
                        <a:lnTo>
                          <a:pt x="82" y="447"/>
                        </a:lnTo>
                        <a:lnTo>
                          <a:pt x="65" y="493"/>
                        </a:lnTo>
                        <a:lnTo>
                          <a:pt x="42" y="546"/>
                        </a:lnTo>
                        <a:lnTo>
                          <a:pt x="0" y="443"/>
                        </a:lnTo>
                        <a:lnTo>
                          <a:pt x="19" y="398"/>
                        </a:lnTo>
                        <a:lnTo>
                          <a:pt x="28" y="374"/>
                        </a:lnTo>
                        <a:lnTo>
                          <a:pt x="39" y="343"/>
                        </a:lnTo>
                        <a:lnTo>
                          <a:pt x="46" y="311"/>
                        </a:lnTo>
                        <a:lnTo>
                          <a:pt x="52" y="262"/>
                        </a:lnTo>
                        <a:lnTo>
                          <a:pt x="55" y="221"/>
                        </a:lnTo>
                        <a:lnTo>
                          <a:pt x="55" y="160"/>
                        </a:lnTo>
                        <a:lnTo>
                          <a:pt x="46" y="105"/>
                        </a:lnTo>
                        <a:lnTo>
                          <a:pt x="36" y="60"/>
                        </a:lnTo>
                        <a:lnTo>
                          <a:pt x="30" y="36"/>
                        </a:lnTo>
                        <a:lnTo>
                          <a:pt x="19"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2" name="Freeform 113"/>
                  <p:cNvSpPr>
                    <a:spLocks/>
                  </p:cNvSpPr>
                  <p:nvPr/>
                </p:nvSpPr>
                <p:spPr bwMode="auto">
                  <a:xfrm>
                    <a:off x="2741" y="1213"/>
                    <a:ext cx="408" cy="165"/>
                  </a:xfrm>
                  <a:custGeom>
                    <a:avLst/>
                    <a:gdLst>
                      <a:gd name="T0" fmla="*/ 0 w 408"/>
                      <a:gd name="T1" fmla="*/ 0 h 165"/>
                      <a:gd name="T2" fmla="*/ 31 w 408"/>
                      <a:gd name="T3" fmla="*/ 60 h 165"/>
                      <a:gd name="T4" fmla="*/ 79 w 408"/>
                      <a:gd name="T5" fmla="*/ 57 h 165"/>
                      <a:gd name="T6" fmla="*/ 123 w 408"/>
                      <a:gd name="T7" fmla="*/ 60 h 165"/>
                      <a:gd name="T8" fmla="*/ 164 w 408"/>
                      <a:gd name="T9" fmla="*/ 66 h 165"/>
                      <a:gd name="T10" fmla="*/ 202 w 408"/>
                      <a:gd name="T11" fmla="*/ 73 h 165"/>
                      <a:gd name="T12" fmla="*/ 240 w 408"/>
                      <a:gd name="T13" fmla="*/ 83 h 165"/>
                      <a:gd name="T14" fmla="*/ 266 w 408"/>
                      <a:gd name="T15" fmla="*/ 91 h 165"/>
                      <a:gd name="T16" fmla="*/ 300 w 408"/>
                      <a:gd name="T17" fmla="*/ 105 h 165"/>
                      <a:gd name="T18" fmla="*/ 339 w 408"/>
                      <a:gd name="T19" fmla="*/ 124 h 165"/>
                      <a:gd name="T20" fmla="*/ 408 w 408"/>
                      <a:gd name="T21" fmla="*/ 165 h 165"/>
                      <a:gd name="T22" fmla="*/ 368 w 408"/>
                      <a:gd name="T23" fmla="*/ 123 h 165"/>
                      <a:gd name="T24" fmla="*/ 340 w 408"/>
                      <a:gd name="T25" fmla="*/ 102 h 165"/>
                      <a:gd name="T26" fmla="*/ 303 w 408"/>
                      <a:gd name="T27" fmla="*/ 78 h 165"/>
                      <a:gd name="T28" fmla="*/ 280 w 408"/>
                      <a:gd name="T29" fmla="*/ 64 h 165"/>
                      <a:gd name="T30" fmla="*/ 229 w 408"/>
                      <a:gd name="T31" fmla="*/ 40 h 165"/>
                      <a:gd name="T32" fmla="*/ 196 w 408"/>
                      <a:gd name="T33" fmla="*/ 28 h 165"/>
                      <a:gd name="T34" fmla="*/ 169 w 408"/>
                      <a:gd name="T35" fmla="*/ 19 h 165"/>
                      <a:gd name="T36" fmla="*/ 144 w 408"/>
                      <a:gd name="T37" fmla="*/ 13 h 165"/>
                      <a:gd name="T38" fmla="*/ 105 w 408"/>
                      <a:gd name="T39" fmla="*/ 6 h 165"/>
                      <a:gd name="T40" fmla="*/ 64 w 408"/>
                      <a:gd name="T41" fmla="*/ 1 h 165"/>
                      <a:gd name="T42" fmla="*/ 18 w 408"/>
                      <a:gd name="T43" fmla="*/ 0 h 165"/>
                      <a:gd name="T44" fmla="*/ 0 w 408"/>
                      <a:gd name="T45" fmla="*/ 0 h 1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08"/>
                      <a:gd name="T70" fmla="*/ 0 h 165"/>
                      <a:gd name="T71" fmla="*/ 408 w 408"/>
                      <a:gd name="T72" fmla="*/ 165 h 1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08" h="165">
                        <a:moveTo>
                          <a:pt x="0" y="0"/>
                        </a:moveTo>
                        <a:lnTo>
                          <a:pt x="31" y="60"/>
                        </a:lnTo>
                        <a:lnTo>
                          <a:pt x="79" y="57"/>
                        </a:lnTo>
                        <a:lnTo>
                          <a:pt x="123" y="60"/>
                        </a:lnTo>
                        <a:lnTo>
                          <a:pt x="164" y="66"/>
                        </a:lnTo>
                        <a:lnTo>
                          <a:pt x="202" y="73"/>
                        </a:lnTo>
                        <a:lnTo>
                          <a:pt x="240" y="83"/>
                        </a:lnTo>
                        <a:lnTo>
                          <a:pt x="266" y="91"/>
                        </a:lnTo>
                        <a:lnTo>
                          <a:pt x="300" y="105"/>
                        </a:lnTo>
                        <a:lnTo>
                          <a:pt x="339" y="124"/>
                        </a:lnTo>
                        <a:lnTo>
                          <a:pt x="408" y="165"/>
                        </a:lnTo>
                        <a:lnTo>
                          <a:pt x="368" y="123"/>
                        </a:lnTo>
                        <a:lnTo>
                          <a:pt x="340" y="102"/>
                        </a:lnTo>
                        <a:lnTo>
                          <a:pt x="303" y="78"/>
                        </a:lnTo>
                        <a:lnTo>
                          <a:pt x="280" y="64"/>
                        </a:lnTo>
                        <a:lnTo>
                          <a:pt x="229" y="40"/>
                        </a:lnTo>
                        <a:lnTo>
                          <a:pt x="196" y="28"/>
                        </a:lnTo>
                        <a:lnTo>
                          <a:pt x="169" y="19"/>
                        </a:lnTo>
                        <a:lnTo>
                          <a:pt x="144" y="13"/>
                        </a:lnTo>
                        <a:lnTo>
                          <a:pt x="105" y="6"/>
                        </a:lnTo>
                        <a:lnTo>
                          <a:pt x="64" y="1"/>
                        </a:lnTo>
                        <a:lnTo>
                          <a:pt x="18" y="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3" name="Freeform 114"/>
                  <p:cNvSpPr>
                    <a:spLocks/>
                  </p:cNvSpPr>
                  <p:nvPr/>
                </p:nvSpPr>
                <p:spPr bwMode="auto">
                  <a:xfrm>
                    <a:off x="2210" y="1445"/>
                    <a:ext cx="130" cy="387"/>
                  </a:xfrm>
                  <a:custGeom>
                    <a:avLst/>
                    <a:gdLst>
                      <a:gd name="T0" fmla="*/ 0 w 130"/>
                      <a:gd name="T1" fmla="*/ 297 h 387"/>
                      <a:gd name="T2" fmla="*/ 3 w 130"/>
                      <a:gd name="T3" fmla="*/ 267 h 387"/>
                      <a:gd name="T4" fmla="*/ 5 w 130"/>
                      <a:gd name="T5" fmla="*/ 234 h 387"/>
                      <a:gd name="T6" fmla="*/ 14 w 130"/>
                      <a:gd name="T7" fmla="*/ 181 h 387"/>
                      <a:gd name="T8" fmla="*/ 24 w 130"/>
                      <a:gd name="T9" fmla="*/ 139 h 387"/>
                      <a:gd name="T10" fmla="*/ 38 w 130"/>
                      <a:gd name="T11" fmla="*/ 101 h 387"/>
                      <a:gd name="T12" fmla="*/ 56 w 130"/>
                      <a:gd name="T13" fmla="*/ 62 h 387"/>
                      <a:gd name="T14" fmla="*/ 72 w 130"/>
                      <a:gd name="T15" fmla="*/ 32 h 387"/>
                      <a:gd name="T16" fmla="*/ 92 w 130"/>
                      <a:gd name="T17" fmla="*/ 0 h 387"/>
                      <a:gd name="T18" fmla="*/ 130 w 130"/>
                      <a:gd name="T19" fmla="*/ 50 h 387"/>
                      <a:gd name="T20" fmla="*/ 108 w 130"/>
                      <a:gd name="T21" fmla="*/ 80 h 387"/>
                      <a:gd name="T22" fmla="*/ 92 w 130"/>
                      <a:gd name="T23" fmla="*/ 107 h 387"/>
                      <a:gd name="T24" fmla="*/ 79 w 130"/>
                      <a:gd name="T25" fmla="*/ 132 h 387"/>
                      <a:gd name="T26" fmla="*/ 60 w 130"/>
                      <a:gd name="T27" fmla="*/ 167 h 387"/>
                      <a:gd name="T28" fmla="*/ 48 w 130"/>
                      <a:gd name="T29" fmla="*/ 198 h 387"/>
                      <a:gd name="T30" fmla="*/ 41 w 130"/>
                      <a:gd name="T31" fmla="*/ 228 h 387"/>
                      <a:gd name="T32" fmla="*/ 32 w 130"/>
                      <a:gd name="T33" fmla="*/ 258 h 387"/>
                      <a:gd name="T34" fmla="*/ 26 w 130"/>
                      <a:gd name="T35" fmla="*/ 291 h 387"/>
                      <a:gd name="T36" fmla="*/ 21 w 130"/>
                      <a:gd name="T37" fmla="*/ 331 h 387"/>
                      <a:gd name="T38" fmla="*/ 17 w 130"/>
                      <a:gd name="T39" fmla="*/ 371 h 387"/>
                      <a:gd name="T40" fmla="*/ 10 w 130"/>
                      <a:gd name="T41" fmla="*/ 387 h 387"/>
                      <a:gd name="T42" fmla="*/ 0 w 130"/>
                      <a:gd name="T43" fmla="*/ 297 h 3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0"/>
                      <a:gd name="T67" fmla="*/ 0 h 387"/>
                      <a:gd name="T68" fmla="*/ 130 w 130"/>
                      <a:gd name="T69" fmla="*/ 387 h 38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0" h="387">
                        <a:moveTo>
                          <a:pt x="0" y="297"/>
                        </a:moveTo>
                        <a:lnTo>
                          <a:pt x="3" y="267"/>
                        </a:lnTo>
                        <a:lnTo>
                          <a:pt x="5" y="234"/>
                        </a:lnTo>
                        <a:lnTo>
                          <a:pt x="14" y="181"/>
                        </a:lnTo>
                        <a:lnTo>
                          <a:pt x="24" y="139"/>
                        </a:lnTo>
                        <a:lnTo>
                          <a:pt x="38" y="101"/>
                        </a:lnTo>
                        <a:lnTo>
                          <a:pt x="56" y="62"/>
                        </a:lnTo>
                        <a:lnTo>
                          <a:pt x="72" y="32"/>
                        </a:lnTo>
                        <a:lnTo>
                          <a:pt x="92" y="0"/>
                        </a:lnTo>
                        <a:lnTo>
                          <a:pt x="130" y="50"/>
                        </a:lnTo>
                        <a:lnTo>
                          <a:pt x="108" y="80"/>
                        </a:lnTo>
                        <a:lnTo>
                          <a:pt x="92" y="107"/>
                        </a:lnTo>
                        <a:lnTo>
                          <a:pt x="79" y="132"/>
                        </a:lnTo>
                        <a:lnTo>
                          <a:pt x="60" y="167"/>
                        </a:lnTo>
                        <a:lnTo>
                          <a:pt x="48" y="198"/>
                        </a:lnTo>
                        <a:lnTo>
                          <a:pt x="41" y="228"/>
                        </a:lnTo>
                        <a:lnTo>
                          <a:pt x="32" y="258"/>
                        </a:lnTo>
                        <a:lnTo>
                          <a:pt x="26" y="291"/>
                        </a:lnTo>
                        <a:lnTo>
                          <a:pt x="21" y="331"/>
                        </a:lnTo>
                        <a:lnTo>
                          <a:pt x="17" y="371"/>
                        </a:lnTo>
                        <a:lnTo>
                          <a:pt x="10" y="387"/>
                        </a:lnTo>
                        <a:lnTo>
                          <a:pt x="0" y="29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sp>
            <p:nvSpPr>
              <p:cNvPr id="143" name="Oval 115"/>
              <p:cNvSpPr>
                <a:spLocks noChangeArrowheads="1"/>
              </p:cNvSpPr>
              <p:nvPr/>
            </p:nvSpPr>
            <p:spPr bwMode="auto">
              <a:xfrm>
                <a:off x="2229" y="127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44" name="Group 116"/>
              <p:cNvGrpSpPr>
                <a:grpSpLocks/>
              </p:cNvGrpSpPr>
              <p:nvPr/>
            </p:nvGrpSpPr>
            <p:grpSpPr bwMode="auto">
              <a:xfrm>
                <a:off x="2181" y="1183"/>
                <a:ext cx="1154" cy="1105"/>
                <a:chOff x="2181" y="1183"/>
                <a:chExt cx="1154" cy="1105"/>
              </a:xfrm>
            </p:grpSpPr>
            <p:sp>
              <p:nvSpPr>
                <p:cNvPr id="145" name="Oval 117"/>
                <p:cNvSpPr>
                  <a:spLocks noChangeArrowheads="1"/>
                </p:cNvSpPr>
                <p:nvPr/>
              </p:nvSpPr>
              <p:spPr bwMode="auto">
                <a:xfrm>
                  <a:off x="2194" y="1198"/>
                  <a:ext cx="1127" cy="1078"/>
                </a:xfrm>
                <a:prstGeom prst="ellipse">
                  <a:avLst/>
                </a:prstGeom>
                <a:noFill/>
                <a:ln w="63500">
                  <a:solidFill>
                    <a:srgbClr val="9F9F9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46" name="Oval 118"/>
                <p:cNvSpPr>
                  <a:spLocks noChangeArrowheads="1"/>
                </p:cNvSpPr>
                <p:nvPr/>
              </p:nvSpPr>
              <p:spPr bwMode="auto">
                <a:xfrm>
                  <a:off x="2181" y="118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47" name="Oval 119"/>
                <p:cNvSpPr>
                  <a:spLocks noChangeArrowheads="1"/>
                </p:cNvSpPr>
                <p:nvPr/>
              </p:nvSpPr>
              <p:spPr bwMode="auto">
                <a:xfrm>
                  <a:off x="2213" y="1213"/>
                  <a:ext cx="1090" cy="104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grpSp>
          <p:nvGrpSpPr>
            <p:cNvPr id="106" name="Group 120"/>
            <p:cNvGrpSpPr>
              <a:grpSpLocks/>
            </p:cNvGrpSpPr>
            <p:nvPr/>
          </p:nvGrpSpPr>
          <p:grpSpPr bwMode="auto">
            <a:xfrm>
              <a:off x="3008" y="2225"/>
              <a:ext cx="592" cy="924"/>
              <a:chOff x="3008" y="2225"/>
              <a:chExt cx="592" cy="924"/>
            </a:xfrm>
          </p:grpSpPr>
          <p:sp>
            <p:nvSpPr>
              <p:cNvPr id="107" name="Freeform 121"/>
              <p:cNvSpPr>
                <a:spLocks/>
              </p:cNvSpPr>
              <p:nvPr/>
            </p:nvSpPr>
            <p:spPr bwMode="auto">
              <a:xfrm>
                <a:off x="3013" y="2272"/>
                <a:ext cx="564" cy="808"/>
              </a:xfrm>
              <a:custGeom>
                <a:avLst/>
                <a:gdLst>
                  <a:gd name="T0" fmla="*/ 0 w 564"/>
                  <a:gd name="T1" fmla="*/ 60 h 808"/>
                  <a:gd name="T2" fmla="*/ 400 w 564"/>
                  <a:gd name="T3" fmla="*/ 808 h 808"/>
                  <a:gd name="T4" fmla="*/ 564 w 564"/>
                  <a:gd name="T5" fmla="*/ 725 h 808"/>
                  <a:gd name="T6" fmla="*/ 162 w 564"/>
                  <a:gd name="T7" fmla="*/ 0 h 808"/>
                  <a:gd name="T8" fmla="*/ 0 w 564"/>
                  <a:gd name="T9" fmla="*/ 60 h 808"/>
                  <a:gd name="T10" fmla="*/ 0 60000 65536"/>
                  <a:gd name="T11" fmla="*/ 0 60000 65536"/>
                  <a:gd name="T12" fmla="*/ 0 60000 65536"/>
                  <a:gd name="T13" fmla="*/ 0 60000 65536"/>
                  <a:gd name="T14" fmla="*/ 0 60000 65536"/>
                  <a:gd name="T15" fmla="*/ 0 w 564"/>
                  <a:gd name="T16" fmla="*/ 0 h 808"/>
                  <a:gd name="T17" fmla="*/ 564 w 564"/>
                  <a:gd name="T18" fmla="*/ 808 h 808"/>
                </a:gdLst>
                <a:ahLst/>
                <a:cxnLst>
                  <a:cxn ang="T10">
                    <a:pos x="T0" y="T1"/>
                  </a:cxn>
                  <a:cxn ang="T11">
                    <a:pos x="T2" y="T3"/>
                  </a:cxn>
                  <a:cxn ang="T12">
                    <a:pos x="T4" y="T5"/>
                  </a:cxn>
                  <a:cxn ang="T13">
                    <a:pos x="T6" y="T7"/>
                  </a:cxn>
                  <a:cxn ang="T14">
                    <a:pos x="T8" y="T9"/>
                  </a:cxn>
                </a:cxnLst>
                <a:rect l="T15" t="T16" r="T17" b="T18"/>
                <a:pathLst>
                  <a:path w="564" h="808">
                    <a:moveTo>
                      <a:pt x="0" y="60"/>
                    </a:moveTo>
                    <a:lnTo>
                      <a:pt x="400" y="808"/>
                    </a:lnTo>
                    <a:lnTo>
                      <a:pt x="564" y="725"/>
                    </a:lnTo>
                    <a:lnTo>
                      <a:pt x="162" y="0"/>
                    </a:lnTo>
                    <a:lnTo>
                      <a:pt x="0" y="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8" name="Arc 122"/>
              <p:cNvSpPr>
                <a:spLocks/>
              </p:cNvSpPr>
              <p:nvPr/>
            </p:nvSpPr>
            <p:spPr bwMode="auto">
              <a:xfrm>
                <a:off x="3010" y="2225"/>
                <a:ext cx="170" cy="105"/>
              </a:xfrm>
              <a:custGeom>
                <a:avLst/>
                <a:gdLst>
                  <a:gd name="T0" fmla="*/ 4 w 42152"/>
                  <a:gd name="T1" fmla="*/ 105 h 27693"/>
                  <a:gd name="T2" fmla="*/ 170 w 42152"/>
                  <a:gd name="T3" fmla="*/ 57 h 27693"/>
                  <a:gd name="T4" fmla="*/ 87 w 42152"/>
                  <a:gd name="T5" fmla="*/ 82 h 27693"/>
                  <a:gd name="T6" fmla="*/ 0 60000 65536"/>
                  <a:gd name="T7" fmla="*/ 0 60000 65536"/>
                  <a:gd name="T8" fmla="*/ 0 60000 65536"/>
                  <a:gd name="T9" fmla="*/ 0 w 42152"/>
                  <a:gd name="T10" fmla="*/ 0 h 27693"/>
                  <a:gd name="T11" fmla="*/ 42152 w 42152"/>
                  <a:gd name="T12" fmla="*/ 27693 h 27693"/>
                </a:gdLst>
                <a:ahLst/>
                <a:cxnLst>
                  <a:cxn ang="T6">
                    <a:pos x="T0" y="T1"/>
                  </a:cxn>
                  <a:cxn ang="T7">
                    <a:pos x="T2" y="T3"/>
                  </a:cxn>
                  <a:cxn ang="T8">
                    <a:pos x="T4" y="T5"/>
                  </a:cxn>
                </a:cxnLst>
                <a:rect l="T9" t="T10" r="T11" b="T12"/>
                <a:pathLst>
                  <a:path w="42152" h="27693" fill="none" extrusionOk="0">
                    <a:moveTo>
                      <a:pt x="877" y="27692"/>
                    </a:moveTo>
                    <a:cubicBezTo>
                      <a:pt x="295" y="25714"/>
                      <a:pt x="0" y="23662"/>
                      <a:pt x="0" y="21600"/>
                    </a:cubicBezTo>
                    <a:cubicBezTo>
                      <a:pt x="0" y="9670"/>
                      <a:pt x="9670" y="0"/>
                      <a:pt x="21600" y="0"/>
                    </a:cubicBezTo>
                    <a:cubicBezTo>
                      <a:pt x="30968" y="-1"/>
                      <a:pt x="39268" y="6038"/>
                      <a:pt x="42151" y="14952"/>
                    </a:cubicBezTo>
                  </a:path>
                  <a:path w="42152" h="27693" stroke="0" extrusionOk="0">
                    <a:moveTo>
                      <a:pt x="877" y="27692"/>
                    </a:moveTo>
                    <a:cubicBezTo>
                      <a:pt x="295" y="25714"/>
                      <a:pt x="0" y="23662"/>
                      <a:pt x="0" y="21600"/>
                    </a:cubicBezTo>
                    <a:cubicBezTo>
                      <a:pt x="0" y="9670"/>
                      <a:pt x="9670" y="0"/>
                      <a:pt x="21600" y="0"/>
                    </a:cubicBezTo>
                    <a:cubicBezTo>
                      <a:pt x="30968" y="-1"/>
                      <a:pt x="39268" y="6038"/>
                      <a:pt x="42151" y="14952"/>
                    </a:cubicBezTo>
                    <a:lnTo>
                      <a:pt x="21600" y="21600"/>
                    </a:lnTo>
                    <a:close/>
                  </a:path>
                </a:pathLst>
              </a:custGeom>
              <a:solidFill>
                <a:srgbClr val="5F3F1F"/>
              </a:solidFill>
              <a:ln w="12700">
                <a:solidFill>
                  <a:srgbClr val="000000"/>
                </a:solidFill>
                <a:round/>
                <a:headEnd/>
                <a:tailEnd/>
              </a:ln>
            </p:spPr>
            <p:txBody>
              <a:bodyPr/>
              <a:lstStyle/>
              <a:p>
                <a:endParaRPr lang="pt-BR"/>
              </a:p>
            </p:txBody>
          </p:sp>
          <p:sp>
            <p:nvSpPr>
              <p:cNvPr id="109" name="Arc 123"/>
              <p:cNvSpPr>
                <a:spLocks/>
              </p:cNvSpPr>
              <p:nvPr/>
            </p:nvSpPr>
            <p:spPr bwMode="auto">
              <a:xfrm>
                <a:off x="3014" y="2236"/>
                <a:ext cx="172" cy="100"/>
              </a:xfrm>
              <a:custGeom>
                <a:avLst/>
                <a:gdLst>
                  <a:gd name="T0" fmla="*/ 1 w 42065"/>
                  <a:gd name="T1" fmla="*/ 100 h 24039"/>
                  <a:gd name="T2" fmla="*/ 172 w 42065"/>
                  <a:gd name="T3" fmla="*/ 61 h 24039"/>
                  <a:gd name="T4" fmla="*/ 88 w 42065"/>
                  <a:gd name="T5" fmla="*/ 90 h 24039"/>
                  <a:gd name="T6" fmla="*/ 0 60000 65536"/>
                  <a:gd name="T7" fmla="*/ 0 60000 65536"/>
                  <a:gd name="T8" fmla="*/ 0 60000 65536"/>
                  <a:gd name="T9" fmla="*/ 0 w 42065"/>
                  <a:gd name="T10" fmla="*/ 0 h 24039"/>
                  <a:gd name="T11" fmla="*/ 42065 w 42065"/>
                  <a:gd name="T12" fmla="*/ 24039 h 24039"/>
                </a:gdLst>
                <a:ahLst/>
                <a:cxnLst>
                  <a:cxn ang="T6">
                    <a:pos x="T0" y="T1"/>
                  </a:cxn>
                  <a:cxn ang="T7">
                    <a:pos x="T2" y="T3"/>
                  </a:cxn>
                  <a:cxn ang="T8">
                    <a:pos x="T4" y="T5"/>
                  </a:cxn>
                </a:cxnLst>
                <a:rect l="T9" t="T10" r="T11" b="T12"/>
                <a:pathLst>
                  <a:path w="42065" h="24039" fill="none" extrusionOk="0">
                    <a:moveTo>
                      <a:pt x="138" y="24038"/>
                    </a:moveTo>
                    <a:cubicBezTo>
                      <a:pt x="46" y="23229"/>
                      <a:pt x="0" y="22414"/>
                      <a:pt x="0" y="21600"/>
                    </a:cubicBezTo>
                    <a:cubicBezTo>
                      <a:pt x="0" y="9670"/>
                      <a:pt x="9670" y="0"/>
                      <a:pt x="21600" y="0"/>
                    </a:cubicBezTo>
                    <a:cubicBezTo>
                      <a:pt x="30866" y="-1"/>
                      <a:pt x="39100" y="5910"/>
                      <a:pt x="42064" y="14690"/>
                    </a:cubicBezTo>
                  </a:path>
                  <a:path w="42065" h="24039" stroke="0" extrusionOk="0">
                    <a:moveTo>
                      <a:pt x="138" y="24038"/>
                    </a:moveTo>
                    <a:cubicBezTo>
                      <a:pt x="46" y="23229"/>
                      <a:pt x="0" y="22414"/>
                      <a:pt x="0" y="21600"/>
                    </a:cubicBezTo>
                    <a:cubicBezTo>
                      <a:pt x="0" y="9670"/>
                      <a:pt x="9670" y="0"/>
                      <a:pt x="21600" y="0"/>
                    </a:cubicBezTo>
                    <a:cubicBezTo>
                      <a:pt x="30866" y="-1"/>
                      <a:pt x="39100" y="5910"/>
                      <a:pt x="42064" y="14690"/>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0" name="Freeform 124"/>
              <p:cNvSpPr>
                <a:spLocks/>
              </p:cNvSpPr>
              <p:nvPr/>
            </p:nvSpPr>
            <p:spPr bwMode="auto">
              <a:xfrm>
                <a:off x="3008" y="2237"/>
                <a:ext cx="107" cy="207"/>
              </a:xfrm>
              <a:custGeom>
                <a:avLst/>
                <a:gdLst>
                  <a:gd name="T0" fmla="*/ 3 w 107"/>
                  <a:gd name="T1" fmla="*/ 96 h 207"/>
                  <a:gd name="T2" fmla="*/ 0 w 107"/>
                  <a:gd name="T3" fmla="*/ 82 h 207"/>
                  <a:gd name="T4" fmla="*/ 0 w 107"/>
                  <a:gd name="T5" fmla="*/ 69 h 207"/>
                  <a:gd name="T6" fmla="*/ 2 w 107"/>
                  <a:gd name="T7" fmla="*/ 58 h 207"/>
                  <a:gd name="T8" fmla="*/ 6 w 107"/>
                  <a:gd name="T9" fmla="*/ 42 h 207"/>
                  <a:gd name="T10" fmla="*/ 12 w 107"/>
                  <a:gd name="T11" fmla="*/ 29 h 207"/>
                  <a:gd name="T12" fmla="*/ 21 w 107"/>
                  <a:gd name="T13" fmla="*/ 17 h 207"/>
                  <a:gd name="T14" fmla="*/ 31 w 107"/>
                  <a:gd name="T15" fmla="*/ 7 h 207"/>
                  <a:gd name="T16" fmla="*/ 41 w 107"/>
                  <a:gd name="T17" fmla="*/ 0 h 207"/>
                  <a:gd name="T18" fmla="*/ 107 w 107"/>
                  <a:gd name="T19" fmla="*/ 112 h 207"/>
                  <a:gd name="T20" fmla="*/ 95 w 107"/>
                  <a:gd name="T21" fmla="*/ 119 h 207"/>
                  <a:gd name="T22" fmla="*/ 87 w 107"/>
                  <a:gd name="T23" fmla="*/ 127 h 207"/>
                  <a:gd name="T24" fmla="*/ 79 w 107"/>
                  <a:gd name="T25" fmla="*/ 135 h 207"/>
                  <a:gd name="T26" fmla="*/ 73 w 107"/>
                  <a:gd name="T27" fmla="*/ 145 h 207"/>
                  <a:gd name="T28" fmla="*/ 66 w 107"/>
                  <a:gd name="T29" fmla="*/ 163 h 207"/>
                  <a:gd name="T30" fmla="*/ 62 w 107"/>
                  <a:gd name="T31" fmla="*/ 187 h 207"/>
                  <a:gd name="T32" fmla="*/ 62 w 107"/>
                  <a:gd name="T33" fmla="*/ 207 h 207"/>
                  <a:gd name="T34" fmla="*/ 3 w 107"/>
                  <a:gd name="T35" fmla="*/ 96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7"/>
                  <a:gd name="T55" fmla="*/ 0 h 207"/>
                  <a:gd name="T56" fmla="*/ 107 w 107"/>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7" h="207">
                    <a:moveTo>
                      <a:pt x="3" y="96"/>
                    </a:moveTo>
                    <a:lnTo>
                      <a:pt x="0" y="82"/>
                    </a:lnTo>
                    <a:lnTo>
                      <a:pt x="0" y="69"/>
                    </a:lnTo>
                    <a:lnTo>
                      <a:pt x="2" y="58"/>
                    </a:lnTo>
                    <a:lnTo>
                      <a:pt x="6" y="42"/>
                    </a:lnTo>
                    <a:lnTo>
                      <a:pt x="12" y="29"/>
                    </a:lnTo>
                    <a:lnTo>
                      <a:pt x="21" y="17"/>
                    </a:lnTo>
                    <a:lnTo>
                      <a:pt x="31" y="7"/>
                    </a:lnTo>
                    <a:lnTo>
                      <a:pt x="41" y="0"/>
                    </a:lnTo>
                    <a:lnTo>
                      <a:pt x="107" y="112"/>
                    </a:lnTo>
                    <a:lnTo>
                      <a:pt x="95" y="119"/>
                    </a:lnTo>
                    <a:lnTo>
                      <a:pt x="87" y="127"/>
                    </a:lnTo>
                    <a:lnTo>
                      <a:pt x="79" y="135"/>
                    </a:lnTo>
                    <a:lnTo>
                      <a:pt x="73" y="145"/>
                    </a:lnTo>
                    <a:lnTo>
                      <a:pt x="66" y="163"/>
                    </a:lnTo>
                    <a:lnTo>
                      <a:pt x="62" y="187"/>
                    </a:lnTo>
                    <a:lnTo>
                      <a:pt x="62" y="207"/>
                    </a:lnTo>
                    <a:lnTo>
                      <a:pt x="3" y="96"/>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1" name="Arc 125"/>
              <p:cNvSpPr>
                <a:spLocks/>
              </p:cNvSpPr>
              <p:nvPr/>
            </p:nvSpPr>
            <p:spPr bwMode="auto">
              <a:xfrm>
                <a:off x="3009" y="2229"/>
                <a:ext cx="87" cy="99"/>
              </a:xfrm>
              <a:custGeom>
                <a:avLst/>
                <a:gdLst>
                  <a:gd name="T0" fmla="*/ 3 w 21600"/>
                  <a:gd name="T1" fmla="*/ 99 h 26092"/>
                  <a:gd name="T2" fmla="*/ 57 w 21600"/>
                  <a:gd name="T3" fmla="*/ 0 h 26092"/>
                  <a:gd name="T4" fmla="*/ 87 w 21600"/>
                  <a:gd name="T5" fmla="*/ 77 h 26092"/>
                  <a:gd name="T6" fmla="*/ 0 60000 65536"/>
                  <a:gd name="T7" fmla="*/ 0 60000 65536"/>
                  <a:gd name="T8" fmla="*/ 0 60000 65536"/>
                  <a:gd name="T9" fmla="*/ 0 w 21600"/>
                  <a:gd name="T10" fmla="*/ 0 h 26092"/>
                  <a:gd name="T11" fmla="*/ 21600 w 21600"/>
                  <a:gd name="T12" fmla="*/ 26092 h 26092"/>
                </a:gdLst>
                <a:ahLst/>
                <a:cxnLst>
                  <a:cxn ang="T6">
                    <a:pos x="T0" y="T1"/>
                  </a:cxn>
                  <a:cxn ang="T7">
                    <a:pos x="T2" y="T3"/>
                  </a:cxn>
                  <a:cxn ang="T8">
                    <a:pos x="T4" y="T5"/>
                  </a:cxn>
                </a:cxnLst>
                <a:rect l="T9" t="T10" r="T11" b="T12"/>
                <a:pathLst>
                  <a:path w="21600" h="26092" fill="none" extrusionOk="0">
                    <a:moveTo>
                      <a:pt x="806" y="26092"/>
                    </a:moveTo>
                    <a:cubicBezTo>
                      <a:pt x="271" y="24188"/>
                      <a:pt x="0" y="22221"/>
                      <a:pt x="0" y="20244"/>
                    </a:cubicBezTo>
                    <a:cubicBezTo>
                      <a:pt x="-1" y="11219"/>
                      <a:pt x="5610" y="3146"/>
                      <a:pt x="14067" y="-1"/>
                    </a:cubicBezTo>
                  </a:path>
                  <a:path w="21600" h="26092" stroke="0" extrusionOk="0">
                    <a:moveTo>
                      <a:pt x="806" y="26092"/>
                    </a:moveTo>
                    <a:cubicBezTo>
                      <a:pt x="271" y="24188"/>
                      <a:pt x="0" y="22221"/>
                      <a:pt x="0" y="20244"/>
                    </a:cubicBezTo>
                    <a:cubicBezTo>
                      <a:pt x="-1" y="11219"/>
                      <a:pt x="5610" y="3146"/>
                      <a:pt x="14067" y="-1"/>
                    </a:cubicBezTo>
                    <a:lnTo>
                      <a:pt x="21600" y="20244"/>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12" name="Arc 126"/>
              <p:cNvSpPr>
                <a:spLocks/>
              </p:cNvSpPr>
              <p:nvPr/>
            </p:nvSpPr>
            <p:spPr bwMode="auto">
              <a:xfrm>
                <a:off x="3072" y="2338"/>
                <a:ext cx="171" cy="103"/>
              </a:xfrm>
              <a:custGeom>
                <a:avLst/>
                <a:gdLst>
                  <a:gd name="T0" fmla="*/ 3 w 42293"/>
                  <a:gd name="T1" fmla="*/ 103 h 27167"/>
                  <a:gd name="T2" fmla="*/ 171 w 42293"/>
                  <a:gd name="T3" fmla="*/ 58 h 27167"/>
                  <a:gd name="T4" fmla="*/ 87 w 42293"/>
                  <a:gd name="T5" fmla="*/ 82 h 27167"/>
                  <a:gd name="T6" fmla="*/ 0 60000 65536"/>
                  <a:gd name="T7" fmla="*/ 0 60000 65536"/>
                  <a:gd name="T8" fmla="*/ 0 60000 65536"/>
                  <a:gd name="T9" fmla="*/ 0 w 42293"/>
                  <a:gd name="T10" fmla="*/ 0 h 27167"/>
                  <a:gd name="T11" fmla="*/ 42293 w 42293"/>
                  <a:gd name="T12" fmla="*/ 27167 h 27167"/>
                </a:gdLst>
                <a:ahLst/>
                <a:cxnLst>
                  <a:cxn ang="T6">
                    <a:pos x="T0" y="T1"/>
                  </a:cxn>
                  <a:cxn ang="T7">
                    <a:pos x="T2" y="T3"/>
                  </a:cxn>
                  <a:cxn ang="T8">
                    <a:pos x="T4" y="T5"/>
                  </a:cxn>
                </a:cxnLst>
                <a:rect l="T9" t="T10" r="T11" b="T12"/>
                <a:pathLst>
                  <a:path w="42293" h="27167" fill="none" extrusionOk="0">
                    <a:moveTo>
                      <a:pt x="729" y="27167"/>
                    </a:moveTo>
                    <a:cubicBezTo>
                      <a:pt x="245" y="25351"/>
                      <a:pt x="0" y="23479"/>
                      <a:pt x="0" y="21600"/>
                    </a:cubicBezTo>
                    <a:cubicBezTo>
                      <a:pt x="0" y="9670"/>
                      <a:pt x="9670" y="0"/>
                      <a:pt x="21600" y="0"/>
                    </a:cubicBezTo>
                    <a:cubicBezTo>
                      <a:pt x="31144" y="-1"/>
                      <a:pt x="39556" y="6263"/>
                      <a:pt x="42293" y="15406"/>
                    </a:cubicBezTo>
                  </a:path>
                  <a:path w="42293" h="27167" stroke="0" extrusionOk="0">
                    <a:moveTo>
                      <a:pt x="729" y="27167"/>
                    </a:moveTo>
                    <a:cubicBezTo>
                      <a:pt x="245" y="25351"/>
                      <a:pt x="0" y="23479"/>
                      <a:pt x="0" y="21600"/>
                    </a:cubicBezTo>
                    <a:cubicBezTo>
                      <a:pt x="0" y="9670"/>
                      <a:pt x="9670" y="0"/>
                      <a:pt x="21600" y="0"/>
                    </a:cubicBezTo>
                    <a:cubicBezTo>
                      <a:pt x="31144" y="-1"/>
                      <a:pt x="39556" y="6263"/>
                      <a:pt x="42293" y="15406"/>
                    </a:cubicBezTo>
                    <a:lnTo>
                      <a:pt x="21600" y="21600"/>
                    </a:lnTo>
                    <a:close/>
                  </a:path>
                </a:pathLst>
              </a:custGeom>
              <a:solidFill>
                <a:srgbClr val="7F3F00"/>
              </a:solidFill>
              <a:ln w="12700">
                <a:solidFill>
                  <a:srgbClr val="000000"/>
                </a:solidFill>
                <a:round/>
                <a:headEnd/>
                <a:tailEnd/>
              </a:ln>
            </p:spPr>
            <p:txBody>
              <a:bodyPr/>
              <a:lstStyle/>
              <a:p>
                <a:endParaRPr lang="pt-BR"/>
              </a:p>
            </p:txBody>
          </p:sp>
          <p:grpSp>
            <p:nvGrpSpPr>
              <p:cNvPr id="113" name="Group 127"/>
              <p:cNvGrpSpPr>
                <a:grpSpLocks/>
              </p:cNvGrpSpPr>
              <p:nvPr/>
            </p:nvGrpSpPr>
            <p:grpSpPr bwMode="auto">
              <a:xfrm>
                <a:off x="3078" y="2354"/>
                <a:ext cx="182" cy="119"/>
                <a:chOff x="3078" y="2354"/>
                <a:chExt cx="182" cy="119"/>
              </a:xfrm>
            </p:grpSpPr>
            <p:grpSp>
              <p:nvGrpSpPr>
                <p:cNvPr id="137" name="Group 128"/>
                <p:cNvGrpSpPr>
                  <a:grpSpLocks/>
                </p:cNvGrpSpPr>
                <p:nvPr/>
              </p:nvGrpSpPr>
              <p:grpSpPr bwMode="auto">
                <a:xfrm>
                  <a:off x="3078" y="2354"/>
                  <a:ext cx="173" cy="101"/>
                  <a:chOff x="3078" y="2354"/>
                  <a:chExt cx="173" cy="101"/>
                </a:xfrm>
              </p:grpSpPr>
              <p:sp>
                <p:nvSpPr>
                  <p:cNvPr id="139" name="Arc 129"/>
                  <p:cNvSpPr>
                    <a:spLocks/>
                  </p:cNvSpPr>
                  <p:nvPr/>
                </p:nvSpPr>
                <p:spPr bwMode="auto">
                  <a:xfrm>
                    <a:off x="3078" y="2354"/>
                    <a:ext cx="172" cy="100"/>
                  </a:xfrm>
                  <a:custGeom>
                    <a:avLst/>
                    <a:gdLst>
                      <a:gd name="T0" fmla="*/ 2 w 42520"/>
                      <a:gd name="T1" fmla="*/ 100 h 26361"/>
                      <a:gd name="T2" fmla="*/ 172 w 42520"/>
                      <a:gd name="T3" fmla="*/ 62 h 26361"/>
                      <a:gd name="T4" fmla="*/ 87 w 42520"/>
                      <a:gd name="T5" fmla="*/ 82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0" name="Arc 130"/>
                  <p:cNvSpPr>
                    <a:spLocks/>
                  </p:cNvSpPr>
                  <p:nvPr/>
                </p:nvSpPr>
                <p:spPr bwMode="auto">
                  <a:xfrm>
                    <a:off x="3078" y="2364"/>
                    <a:ext cx="88" cy="90"/>
                  </a:xfrm>
                  <a:custGeom>
                    <a:avLst/>
                    <a:gdLst>
                      <a:gd name="T0" fmla="*/ 2 w 21600"/>
                      <a:gd name="T1" fmla="*/ 90 h 23652"/>
                      <a:gd name="T2" fmla="*/ 45 w 21600"/>
                      <a:gd name="T3" fmla="*/ 0 h 23652"/>
                      <a:gd name="T4" fmla="*/ 88 w 21600"/>
                      <a:gd name="T5" fmla="*/ 72 h 23652"/>
                      <a:gd name="T6" fmla="*/ 0 60000 65536"/>
                      <a:gd name="T7" fmla="*/ 0 60000 65536"/>
                      <a:gd name="T8" fmla="*/ 0 60000 65536"/>
                      <a:gd name="T9" fmla="*/ 0 w 21600"/>
                      <a:gd name="T10" fmla="*/ 0 h 23652"/>
                      <a:gd name="T11" fmla="*/ 21600 w 21600"/>
                      <a:gd name="T12" fmla="*/ 23652 h 23652"/>
                    </a:gdLst>
                    <a:ahLst/>
                    <a:cxnLst>
                      <a:cxn ang="T6">
                        <a:pos x="T0" y="T1"/>
                      </a:cxn>
                      <a:cxn ang="T7">
                        <a:pos x="T2" y="T3"/>
                      </a:cxn>
                      <a:cxn ang="T8">
                        <a:pos x="T4" y="T5"/>
                      </a:cxn>
                    </a:cxnLst>
                    <a:rect l="T9" t="T10" r="T11" b="T12"/>
                    <a:pathLst>
                      <a:path w="21600" h="23652" fill="none" extrusionOk="0">
                        <a:moveTo>
                          <a:pt x="531" y="23651"/>
                        </a:moveTo>
                        <a:cubicBezTo>
                          <a:pt x="178" y="22089"/>
                          <a:pt x="0" y="20492"/>
                          <a:pt x="0" y="18891"/>
                        </a:cubicBezTo>
                        <a:cubicBezTo>
                          <a:pt x="-1" y="11039"/>
                          <a:pt x="4260" y="3806"/>
                          <a:pt x="11126" y="-1"/>
                        </a:cubicBezTo>
                      </a:path>
                      <a:path w="21600" h="23652" stroke="0" extrusionOk="0">
                        <a:moveTo>
                          <a:pt x="531" y="23651"/>
                        </a:moveTo>
                        <a:cubicBezTo>
                          <a:pt x="178" y="22089"/>
                          <a:pt x="0" y="20492"/>
                          <a:pt x="0" y="18891"/>
                        </a:cubicBezTo>
                        <a:cubicBezTo>
                          <a:pt x="-1" y="11039"/>
                          <a:pt x="4260" y="3806"/>
                          <a:pt x="11126" y="-1"/>
                        </a:cubicBezTo>
                        <a:lnTo>
                          <a:pt x="21600" y="1889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1" name="Arc 131"/>
                  <p:cNvSpPr>
                    <a:spLocks/>
                  </p:cNvSpPr>
                  <p:nvPr/>
                </p:nvSpPr>
                <p:spPr bwMode="auto">
                  <a:xfrm>
                    <a:off x="3079" y="2354"/>
                    <a:ext cx="172" cy="101"/>
                  </a:xfrm>
                  <a:custGeom>
                    <a:avLst/>
                    <a:gdLst>
                      <a:gd name="T0" fmla="*/ 2 w 42453"/>
                      <a:gd name="T1" fmla="*/ 101 h 26668"/>
                      <a:gd name="T2" fmla="*/ 172 w 42453"/>
                      <a:gd name="T3" fmla="*/ 60 h 26668"/>
                      <a:gd name="T4" fmla="*/ 88 w 42453"/>
                      <a:gd name="T5" fmla="*/ 82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138" name="Arc 132"/>
                <p:cNvSpPr>
                  <a:spLocks/>
                </p:cNvSpPr>
                <p:nvPr/>
              </p:nvSpPr>
              <p:spPr bwMode="auto">
                <a:xfrm>
                  <a:off x="3088" y="2372"/>
                  <a:ext cx="172" cy="101"/>
                </a:xfrm>
                <a:custGeom>
                  <a:avLst/>
                  <a:gdLst>
                    <a:gd name="T0" fmla="*/ 2 w 42453"/>
                    <a:gd name="T1" fmla="*/ 101 h 26668"/>
                    <a:gd name="T2" fmla="*/ 172 w 42453"/>
                    <a:gd name="T3" fmla="*/ 60 h 26668"/>
                    <a:gd name="T4" fmla="*/ 88 w 42453"/>
                    <a:gd name="T5" fmla="*/ 82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close/>
                    </a:path>
                  </a:pathLst>
                </a:custGeom>
                <a:solidFill>
                  <a:srgbClr val="7F3F00"/>
                </a:solidFill>
                <a:ln w="12700">
                  <a:solidFill>
                    <a:srgbClr val="000000"/>
                  </a:solidFill>
                  <a:round/>
                  <a:headEnd/>
                  <a:tailEnd/>
                </a:ln>
              </p:spPr>
              <p:txBody>
                <a:bodyPr/>
                <a:lstStyle/>
                <a:p>
                  <a:endParaRPr lang="pt-BR"/>
                </a:p>
              </p:txBody>
            </p:sp>
          </p:grpSp>
          <p:grpSp>
            <p:nvGrpSpPr>
              <p:cNvPr id="114" name="Group 133"/>
              <p:cNvGrpSpPr>
                <a:grpSpLocks/>
              </p:cNvGrpSpPr>
              <p:nvPr/>
            </p:nvGrpSpPr>
            <p:grpSpPr bwMode="auto">
              <a:xfrm>
                <a:off x="3095" y="2388"/>
                <a:ext cx="182" cy="118"/>
                <a:chOff x="3095" y="2388"/>
                <a:chExt cx="182" cy="118"/>
              </a:xfrm>
            </p:grpSpPr>
            <p:grpSp>
              <p:nvGrpSpPr>
                <p:cNvPr id="132" name="Group 134"/>
                <p:cNvGrpSpPr>
                  <a:grpSpLocks/>
                </p:cNvGrpSpPr>
                <p:nvPr/>
              </p:nvGrpSpPr>
              <p:grpSpPr bwMode="auto">
                <a:xfrm>
                  <a:off x="3095" y="2388"/>
                  <a:ext cx="173" cy="100"/>
                  <a:chOff x="3095" y="2388"/>
                  <a:chExt cx="173" cy="100"/>
                </a:xfrm>
              </p:grpSpPr>
              <p:sp>
                <p:nvSpPr>
                  <p:cNvPr id="134" name="Arc 135"/>
                  <p:cNvSpPr>
                    <a:spLocks/>
                  </p:cNvSpPr>
                  <p:nvPr/>
                </p:nvSpPr>
                <p:spPr bwMode="auto">
                  <a:xfrm>
                    <a:off x="3095" y="2388"/>
                    <a:ext cx="173" cy="99"/>
                  </a:xfrm>
                  <a:custGeom>
                    <a:avLst/>
                    <a:gdLst>
                      <a:gd name="T0" fmla="*/ 2 w 42583"/>
                      <a:gd name="T1" fmla="*/ 99 h 26108"/>
                      <a:gd name="T2" fmla="*/ 173 w 42583"/>
                      <a:gd name="T3" fmla="*/ 62 h 26108"/>
                      <a:gd name="T4" fmla="*/ 88 w 42583"/>
                      <a:gd name="T5" fmla="*/ 82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5" name="Arc 136"/>
                  <p:cNvSpPr>
                    <a:spLocks/>
                  </p:cNvSpPr>
                  <p:nvPr/>
                </p:nvSpPr>
                <p:spPr bwMode="auto">
                  <a:xfrm>
                    <a:off x="3095" y="2398"/>
                    <a:ext cx="88" cy="89"/>
                  </a:xfrm>
                  <a:custGeom>
                    <a:avLst/>
                    <a:gdLst>
                      <a:gd name="T0" fmla="*/ 2 w 21600"/>
                      <a:gd name="T1" fmla="*/ 89 h 23399"/>
                      <a:gd name="T2" fmla="*/ 45 w 21600"/>
                      <a:gd name="T3" fmla="*/ 0 h 23399"/>
                      <a:gd name="T4" fmla="*/ 88 w 21600"/>
                      <a:gd name="T5" fmla="*/ 72 h 23399"/>
                      <a:gd name="T6" fmla="*/ 0 60000 65536"/>
                      <a:gd name="T7" fmla="*/ 0 60000 65536"/>
                      <a:gd name="T8" fmla="*/ 0 60000 65536"/>
                      <a:gd name="T9" fmla="*/ 0 w 21600"/>
                      <a:gd name="T10" fmla="*/ 0 h 23399"/>
                      <a:gd name="T11" fmla="*/ 21600 w 21600"/>
                      <a:gd name="T12" fmla="*/ 23399 h 23399"/>
                    </a:gdLst>
                    <a:ahLst/>
                    <a:cxnLst>
                      <a:cxn ang="T6">
                        <a:pos x="T0" y="T1"/>
                      </a:cxn>
                      <a:cxn ang="T7">
                        <a:pos x="T2" y="T3"/>
                      </a:cxn>
                      <a:cxn ang="T8">
                        <a:pos x="T4" y="T5"/>
                      </a:cxn>
                    </a:cxnLst>
                    <a:rect l="T9" t="T10" r="T11" b="T12"/>
                    <a:pathLst>
                      <a:path w="21600" h="23399" fill="none" extrusionOk="0">
                        <a:moveTo>
                          <a:pt x="475" y="23399"/>
                        </a:moveTo>
                        <a:cubicBezTo>
                          <a:pt x="159" y="21917"/>
                          <a:pt x="0" y="20406"/>
                          <a:pt x="0" y="18891"/>
                        </a:cubicBezTo>
                        <a:cubicBezTo>
                          <a:pt x="-1" y="11039"/>
                          <a:pt x="4260" y="3806"/>
                          <a:pt x="11126" y="-1"/>
                        </a:cubicBezTo>
                      </a:path>
                      <a:path w="21600" h="23399" stroke="0" extrusionOk="0">
                        <a:moveTo>
                          <a:pt x="475" y="23399"/>
                        </a:moveTo>
                        <a:cubicBezTo>
                          <a:pt x="159" y="21917"/>
                          <a:pt x="0" y="20406"/>
                          <a:pt x="0" y="18891"/>
                        </a:cubicBezTo>
                        <a:cubicBezTo>
                          <a:pt x="-1" y="11039"/>
                          <a:pt x="4260" y="3806"/>
                          <a:pt x="11126" y="-1"/>
                        </a:cubicBezTo>
                        <a:lnTo>
                          <a:pt x="21600" y="1889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6" name="Arc 137"/>
                  <p:cNvSpPr>
                    <a:spLocks/>
                  </p:cNvSpPr>
                  <p:nvPr/>
                </p:nvSpPr>
                <p:spPr bwMode="auto">
                  <a:xfrm>
                    <a:off x="3096" y="2388"/>
                    <a:ext cx="172" cy="100"/>
                  </a:xfrm>
                  <a:custGeom>
                    <a:avLst/>
                    <a:gdLst>
                      <a:gd name="T0" fmla="*/ 2 w 42520"/>
                      <a:gd name="T1" fmla="*/ 100 h 26361"/>
                      <a:gd name="T2" fmla="*/ 172 w 42520"/>
                      <a:gd name="T3" fmla="*/ 62 h 26361"/>
                      <a:gd name="T4" fmla="*/ 87 w 42520"/>
                      <a:gd name="T5" fmla="*/ 82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133" name="Arc 138"/>
                <p:cNvSpPr>
                  <a:spLocks/>
                </p:cNvSpPr>
                <p:nvPr/>
              </p:nvSpPr>
              <p:spPr bwMode="auto">
                <a:xfrm>
                  <a:off x="3105" y="2406"/>
                  <a:ext cx="172" cy="100"/>
                </a:xfrm>
                <a:custGeom>
                  <a:avLst/>
                  <a:gdLst>
                    <a:gd name="T0" fmla="*/ 2 w 42520"/>
                    <a:gd name="T1" fmla="*/ 100 h 26361"/>
                    <a:gd name="T2" fmla="*/ 172 w 42520"/>
                    <a:gd name="T3" fmla="*/ 62 h 26361"/>
                    <a:gd name="T4" fmla="*/ 87 w 42520"/>
                    <a:gd name="T5" fmla="*/ 82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close/>
                    </a:path>
                  </a:pathLst>
                </a:custGeom>
                <a:solidFill>
                  <a:srgbClr val="7F3F00"/>
                </a:solidFill>
                <a:ln w="12700">
                  <a:solidFill>
                    <a:srgbClr val="000000"/>
                  </a:solidFill>
                  <a:round/>
                  <a:headEnd/>
                  <a:tailEnd/>
                </a:ln>
              </p:spPr>
              <p:txBody>
                <a:bodyPr/>
                <a:lstStyle/>
                <a:p>
                  <a:endParaRPr lang="pt-BR"/>
                </a:p>
              </p:txBody>
            </p:sp>
          </p:grpSp>
          <p:grpSp>
            <p:nvGrpSpPr>
              <p:cNvPr id="115" name="Group 139"/>
              <p:cNvGrpSpPr>
                <a:grpSpLocks/>
              </p:cNvGrpSpPr>
              <p:nvPr/>
            </p:nvGrpSpPr>
            <p:grpSpPr bwMode="auto">
              <a:xfrm>
                <a:off x="3113" y="2420"/>
                <a:ext cx="173" cy="98"/>
                <a:chOff x="3113" y="2420"/>
                <a:chExt cx="173" cy="98"/>
              </a:xfrm>
            </p:grpSpPr>
            <p:sp>
              <p:nvSpPr>
                <p:cNvPr id="130" name="Arc 140"/>
                <p:cNvSpPr>
                  <a:spLocks/>
                </p:cNvSpPr>
                <p:nvPr/>
              </p:nvSpPr>
              <p:spPr bwMode="auto">
                <a:xfrm>
                  <a:off x="3113" y="2420"/>
                  <a:ext cx="173" cy="98"/>
                </a:xfrm>
                <a:custGeom>
                  <a:avLst/>
                  <a:gdLst>
                    <a:gd name="T0" fmla="*/ 2 w 42657"/>
                    <a:gd name="T1" fmla="*/ 98 h 25854"/>
                    <a:gd name="T2" fmla="*/ 173 w 42657"/>
                    <a:gd name="T3" fmla="*/ 64 h 25854"/>
                    <a:gd name="T4" fmla="*/ 88 w 42657"/>
                    <a:gd name="T5" fmla="*/ 82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1" name="Arc 141"/>
                <p:cNvSpPr>
                  <a:spLocks/>
                </p:cNvSpPr>
                <p:nvPr/>
              </p:nvSpPr>
              <p:spPr bwMode="auto">
                <a:xfrm>
                  <a:off x="3113" y="2430"/>
                  <a:ext cx="88" cy="88"/>
                </a:xfrm>
                <a:custGeom>
                  <a:avLst/>
                  <a:gdLst>
                    <a:gd name="T0" fmla="*/ 2 w 21600"/>
                    <a:gd name="T1" fmla="*/ 88 h 23145"/>
                    <a:gd name="T2" fmla="*/ 45 w 21600"/>
                    <a:gd name="T3" fmla="*/ 0 h 23145"/>
                    <a:gd name="T4" fmla="*/ 88 w 21600"/>
                    <a:gd name="T5" fmla="*/ 72 h 23145"/>
                    <a:gd name="T6" fmla="*/ 0 60000 65536"/>
                    <a:gd name="T7" fmla="*/ 0 60000 65536"/>
                    <a:gd name="T8" fmla="*/ 0 60000 65536"/>
                    <a:gd name="T9" fmla="*/ 0 w 21600"/>
                    <a:gd name="T10" fmla="*/ 0 h 23145"/>
                    <a:gd name="T11" fmla="*/ 21600 w 21600"/>
                    <a:gd name="T12" fmla="*/ 23145 h 23145"/>
                  </a:gdLst>
                  <a:ahLst/>
                  <a:cxnLst>
                    <a:cxn ang="T6">
                      <a:pos x="T0" y="T1"/>
                    </a:cxn>
                    <a:cxn ang="T7">
                      <a:pos x="T2" y="T3"/>
                    </a:cxn>
                    <a:cxn ang="T8">
                      <a:pos x="T4" y="T5"/>
                    </a:cxn>
                  </a:cxnLst>
                  <a:rect l="T9" t="T10" r="T11" b="T12"/>
                  <a:pathLst>
                    <a:path w="21600" h="23145" fill="none" extrusionOk="0">
                      <a:moveTo>
                        <a:pt x="423" y="23144"/>
                      </a:moveTo>
                      <a:cubicBezTo>
                        <a:pt x="141" y="21744"/>
                        <a:pt x="0" y="20319"/>
                        <a:pt x="0" y="18891"/>
                      </a:cubicBezTo>
                      <a:cubicBezTo>
                        <a:pt x="-1" y="11039"/>
                        <a:pt x="4260" y="3806"/>
                        <a:pt x="11126" y="-1"/>
                      </a:cubicBezTo>
                    </a:path>
                    <a:path w="21600" h="23145" stroke="0" extrusionOk="0">
                      <a:moveTo>
                        <a:pt x="423" y="23144"/>
                      </a:moveTo>
                      <a:cubicBezTo>
                        <a:pt x="141" y="21744"/>
                        <a:pt x="0" y="20319"/>
                        <a:pt x="0" y="18891"/>
                      </a:cubicBezTo>
                      <a:cubicBezTo>
                        <a:pt x="-1" y="11039"/>
                        <a:pt x="4260" y="3806"/>
                        <a:pt x="11126" y="-1"/>
                      </a:cubicBezTo>
                      <a:lnTo>
                        <a:pt x="21600" y="1889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116" name="Group 142"/>
              <p:cNvGrpSpPr>
                <a:grpSpLocks/>
              </p:cNvGrpSpPr>
              <p:nvPr/>
            </p:nvGrpSpPr>
            <p:grpSpPr bwMode="auto">
              <a:xfrm>
                <a:off x="3114" y="2420"/>
                <a:ext cx="182" cy="117"/>
                <a:chOff x="3114" y="2420"/>
                <a:chExt cx="182" cy="117"/>
              </a:xfrm>
            </p:grpSpPr>
            <p:sp>
              <p:nvSpPr>
                <p:cNvPr id="128" name="Arc 143"/>
                <p:cNvSpPr>
                  <a:spLocks/>
                </p:cNvSpPr>
                <p:nvPr/>
              </p:nvSpPr>
              <p:spPr bwMode="auto">
                <a:xfrm>
                  <a:off x="3114" y="2420"/>
                  <a:ext cx="173" cy="99"/>
                </a:xfrm>
                <a:custGeom>
                  <a:avLst/>
                  <a:gdLst>
                    <a:gd name="T0" fmla="*/ 2 w 42583"/>
                    <a:gd name="T1" fmla="*/ 99 h 26108"/>
                    <a:gd name="T2" fmla="*/ 173 w 42583"/>
                    <a:gd name="T3" fmla="*/ 62 h 26108"/>
                    <a:gd name="T4" fmla="*/ 88 w 42583"/>
                    <a:gd name="T5" fmla="*/ 82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29" name="Arc 144"/>
                <p:cNvSpPr>
                  <a:spLocks/>
                </p:cNvSpPr>
                <p:nvPr/>
              </p:nvSpPr>
              <p:spPr bwMode="auto">
                <a:xfrm>
                  <a:off x="3123" y="2438"/>
                  <a:ext cx="173" cy="99"/>
                </a:xfrm>
                <a:custGeom>
                  <a:avLst/>
                  <a:gdLst>
                    <a:gd name="T0" fmla="*/ 2 w 42583"/>
                    <a:gd name="T1" fmla="*/ 99 h 26108"/>
                    <a:gd name="T2" fmla="*/ 173 w 42583"/>
                    <a:gd name="T3" fmla="*/ 62 h 26108"/>
                    <a:gd name="T4" fmla="*/ 88 w 42583"/>
                    <a:gd name="T5" fmla="*/ 82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close/>
                    </a:path>
                  </a:pathLst>
                </a:custGeom>
                <a:solidFill>
                  <a:srgbClr val="7F3F00"/>
                </a:solidFill>
                <a:ln w="12700">
                  <a:solidFill>
                    <a:srgbClr val="000000"/>
                  </a:solidFill>
                  <a:round/>
                  <a:headEnd/>
                  <a:tailEnd/>
                </a:ln>
              </p:spPr>
              <p:txBody>
                <a:bodyPr/>
                <a:lstStyle/>
                <a:p>
                  <a:endParaRPr lang="pt-BR"/>
                </a:p>
              </p:txBody>
            </p:sp>
          </p:grpSp>
          <p:grpSp>
            <p:nvGrpSpPr>
              <p:cNvPr id="117" name="Group 145"/>
              <p:cNvGrpSpPr>
                <a:grpSpLocks/>
              </p:cNvGrpSpPr>
              <p:nvPr/>
            </p:nvGrpSpPr>
            <p:grpSpPr bwMode="auto">
              <a:xfrm>
                <a:off x="3014" y="2275"/>
                <a:ext cx="565" cy="811"/>
                <a:chOff x="3014" y="2275"/>
                <a:chExt cx="565" cy="811"/>
              </a:xfrm>
            </p:grpSpPr>
            <p:sp>
              <p:nvSpPr>
                <p:cNvPr id="126" name="Line 146"/>
                <p:cNvSpPr>
                  <a:spLocks noChangeShapeType="1"/>
                </p:cNvSpPr>
                <p:nvPr/>
              </p:nvSpPr>
              <p:spPr bwMode="auto">
                <a:xfrm>
                  <a:off x="3178" y="2275"/>
                  <a:ext cx="401" cy="72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27" name="Line 147"/>
                <p:cNvSpPr>
                  <a:spLocks noChangeShapeType="1"/>
                </p:cNvSpPr>
                <p:nvPr/>
              </p:nvSpPr>
              <p:spPr bwMode="auto">
                <a:xfrm>
                  <a:off x="3014" y="2333"/>
                  <a:ext cx="402" cy="75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grpSp>
            <p:nvGrpSpPr>
              <p:cNvPr id="118" name="Group 148"/>
              <p:cNvGrpSpPr>
                <a:grpSpLocks/>
              </p:cNvGrpSpPr>
              <p:nvPr/>
            </p:nvGrpSpPr>
            <p:grpSpPr bwMode="auto">
              <a:xfrm>
                <a:off x="3131" y="2452"/>
                <a:ext cx="181" cy="116"/>
                <a:chOff x="3131" y="2452"/>
                <a:chExt cx="181" cy="116"/>
              </a:xfrm>
            </p:grpSpPr>
            <p:grpSp>
              <p:nvGrpSpPr>
                <p:cNvPr id="121" name="Group 149"/>
                <p:cNvGrpSpPr>
                  <a:grpSpLocks/>
                </p:cNvGrpSpPr>
                <p:nvPr/>
              </p:nvGrpSpPr>
              <p:grpSpPr bwMode="auto">
                <a:xfrm>
                  <a:off x="3131" y="2452"/>
                  <a:ext cx="173" cy="97"/>
                  <a:chOff x="3131" y="2452"/>
                  <a:chExt cx="173" cy="97"/>
                </a:xfrm>
              </p:grpSpPr>
              <p:sp>
                <p:nvSpPr>
                  <p:cNvPr id="124" name="Arc 150"/>
                  <p:cNvSpPr>
                    <a:spLocks/>
                  </p:cNvSpPr>
                  <p:nvPr/>
                </p:nvSpPr>
                <p:spPr bwMode="auto">
                  <a:xfrm>
                    <a:off x="3131" y="2452"/>
                    <a:ext cx="173" cy="97"/>
                  </a:xfrm>
                  <a:custGeom>
                    <a:avLst/>
                    <a:gdLst>
                      <a:gd name="T0" fmla="*/ 2 w 42713"/>
                      <a:gd name="T1" fmla="*/ 97 h 25597"/>
                      <a:gd name="T2" fmla="*/ 173 w 42713"/>
                      <a:gd name="T3" fmla="*/ 65 h 25597"/>
                      <a:gd name="T4" fmla="*/ 87 w 42713"/>
                      <a:gd name="T5" fmla="*/ 82 h 25597"/>
                      <a:gd name="T6" fmla="*/ 0 60000 65536"/>
                      <a:gd name="T7" fmla="*/ 0 60000 65536"/>
                      <a:gd name="T8" fmla="*/ 0 60000 65536"/>
                      <a:gd name="T9" fmla="*/ 0 w 42713"/>
                      <a:gd name="T10" fmla="*/ 0 h 25597"/>
                      <a:gd name="T11" fmla="*/ 42713 w 42713"/>
                      <a:gd name="T12" fmla="*/ 25597 h 25597"/>
                    </a:gdLst>
                    <a:ahLst/>
                    <a:cxnLst>
                      <a:cxn ang="T6">
                        <a:pos x="T0" y="T1"/>
                      </a:cxn>
                      <a:cxn ang="T7">
                        <a:pos x="T2" y="T3"/>
                      </a:cxn>
                      <a:cxn ang="T8">
                        <a:pos x="T4" y="T5"/>
                      </a:cxn>
                    </a:cxnLst>
                    <a:rect l="T9" t="T10" r="T11" b="T12"/>
                    <a:pathLst>
                      <a:path w="42713" h="25597" fill="none" extrusionOk="0">
                        <a:moveTo>
                          <a:pt x="373" y="25596"/>
                        </a:moveTo>
                        <a:cubicBezTo>
                          <a:pt x="124" y="24279"/>
                          <a:pt x="0" y="22941"/>
                          <a:pt x="0" y="21600"/>
                        </a:cubicBezTo>
                        <a:cubicBezTo>
                          <a:pt x="0" y="9670"/>
                          <a:pt x="9670" y="0"/>
                          <a:pt x="21600" y="0"/>
                        </a:cubicBezTo>
                        <a:cubicBezTo>
                          <a:pt x="31772" y="-1"/>
                          <a:pt x="40565" y="7097"/>
                          <a:pt x="42713" y="17039"/>
                        </a:cubicBezTo>
                      </a:path>
                      <a:path w="42713" h="25597" stroke="0" extrusionOk="0">
                        <a:moveTo>
                          <a:pt x="373" y="25596"/>
                        </a:moveTo>
                        <a:cubicBezTo>
                          <a:pt x="124" y="24279"/>
                          <a:pt x="0" y="22941"/>
                          <a:pt x="0" y="21600"/>
                        </a:cubicBezTo>
                        <a:cubicBezTo>
                          <a:pt x="0" y="9670"/>
                          <a:pt x="9670" y="0"/>
                          <a:pt x="21600" y="0"/>
                        </a:cubicBezTo>
                        <a:cubicBezTo>
                          <a:pt x="31772" y="-1"/>
                          <a:pt x="40565" y="7097"/>
                          <a:pt x="42713" y="17039"/>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5" name="Arc 151"/>
                  <p:cNvSpPr>
                    <a:spLocks/>
                  </p:cNvSpPr>
                  <p:nvPr/>
                </p:nvSpPr>
                <p:spPr bwMode="auto">
                  <a:xfrm>
                    <a:off x="3131" y="2462"/>
                    <a:ext cx="88" cy="87"/>
                  </a:xfrm>
                  <a:custGeom>
                    <a:avLst/>
                    <a:gdLst>
                      <a:gd name="T0" fmla="*/ 2 w 21600"/>
                      <a:gd name="T1" fmla="*/ 87 h 22888"/>
                      <a:gd name="T2" fmla="*/ 45 w 21600"/>
                      <a:gd name="T3" fmla="*/ 0 h 22888"/>
                      <a:gd name="T4" fmla="*/ 88 w 21600"/>
                      <a:gd name="T5" fmla="*/ 72 h 22888"/>
                      <a:gd name="T6" fmla="*/ 0 60000 65536"/>
                      <a:gd name="T7" fmla="*/ 0 60000 65536"/>
                      <a:gd name="T8" fmla="*/ 0 60000 65536"/>
                      <a:gd name="T9" fmla="*/ 0 w 21600"/>
                      <a:gd name="T10" fmla="*/ 0 h 22888"/>
                      <a:gd name="T11" fmla="*/ 21600 w 21600"/>
                      <a:gd name="T12" fmla="*/ 22888 h 22888"/>
                    </a:gdLst>
                    <a:ahLst/>
                    <a:cxnLst>
                      <a:cxn ang="T6">
                        <a:pos x="T0" y="T1"/>
                      </a:cxn>
                      <a:cxn ang="T7">
                        <a:pos x="T2" y="T3"/>
                      </a:cxn>
                      <a:cxn ang="T8">
                        <a:pos x="T4" y="T5"/>
                      </a:cxn>
                    </a:cxnLst>
                    <a:rect l="T9" t="T10" r="T11" b="T12"/>
                    <a:pathLst>
                      <a:path w="21600" h="22888" fill="none" extrusionOk="0">
                        <a:moveTo>
                          <a:pt x="373" y="22887"/>
                        </a:moveTo>
                        <a:cubicBezTo>
                          <a:pt x="124" y="21570"/>
                          <a:pt x="0" y="20232"/>
                          <a:pt x="0" y="18891"/>
                        </a:cubicBezTo>
                        <a:cubicBezTo>
                          <a:pt x="-1" y="11039"/>
                          <a:pt x="4260" y="3806"/>
                          <a:pt x="11126" y="-1"/>
                        </a:cubicBezTo>
                      </a:path>
                      <a:path w="21600" h="22888" stroke="0" extrusionOk="0">
                        <a:moveTo>
                          <a:pt x="373" y="22887"/>
                        </a:moveTo>
                        <a:cubicBezTo>
                          <a:pt x="124" y="21570"/>
                          <a:pt x="0" y="20232"/>
                          <a:pt x="0" y="18891"/>
                        </a:cubicBezTo>
                        <a:cubicBezTo>
                          <a:pt x="-1" y="11039"/>
                          <a:pt x="4260" y="3806"/>
                          <a:pt x="11126" y="-1"/>
                        </a:cubicBezTo>
                        <a:lnTo>
                          <a:pt x="21600" y="1889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122" name="Arc 152"/>
                <p:cNvSpPr>
                  <a:spLocks/>
                </p:cNvSpPr>
                <p:nvPr/>
              </p:nvSpPr>
              <p:spPr bwMode="auto">
                <a:xfrm>
                  <a:off x="3132" y="2452"/>
                  <a:ext cx="173" cy="98"/>
                </a:xfrm>
                <a:custGeom>
                  <a:avLst/>
                  <a:gdLst>
                    <a:gd name="T0" fmla="*/ 2 w 42657"/>
                    <a:gd name="T1" fmla="*/ 98 h 25854"/>
                    <a:gd name="T2" fmla="*/ 173 w 42657"/>
                    <a:gd name="T3" fmla="*/ 64 h 25854"/>
                    <a:gd name="T4" fmla="*/ 88 w 42657"/>
                    <a:gd name="T5" fmla="*/ 82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23" name="Arc 153"/>
                <p:cNvSpPr>
                  <a:spLocks/>
                </p:cNvSpPr>
                <p:nvPr/>
              </p:nvSpPr>
              <p:spPr bwMode="auto">
                <a:xfrm>
                  <a:off x="3140" y="2467"/>
                  <a:ext cx="172" cy="101"/>
                </a:xfrm>
                <a:custGeom>
                  <a:avLst/>
                  <a:gdLst>
                    <a:gd name="T0" fmla="*/ 2 w 42453"/>
                    <a:gd name="T1" fmla="*/ 101 h 26668"/>
                    <a:gd name="T2" fmla="*/ 172 w 42453"/>
                    <a:gd name="T3" fmla="*/ 60 h 26668"/>
                    <a:gd name="T4" fmla="*/ 88 w 42453"/>
                    <a:gd name="T5" fmla="*/ 82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119" name="Freeform 154"/>
              <p:cNvSpPr>
                <a:spLocks/>
              </p:cNvSpPr>
              <p:nvPr/>
            </p:nvSpPr>
            <p:spPr bwMode="auto">
              <a:xfrm>
                <a:off x="3136" y="2471"/>
                <a:ext cx="348" cy="597"/>
              </a:xfrm>
              <a:custGeom>
                <a:avLst/>
                <a:gdLst>
                  <a:gd name="T0" fmla="*/ 44 w 348"/>
                  <a:gd name="T1" fmla="*/ 0 h 597"/>
                  <a:gd name="T2" fmla="*/ 31 w 348"/>
                  <a:gd name="T3" fmla="*/ 8 h 597"/>
                  <a:gd name="T4" fmla="*/ 21 w 348"/>
                  <a:gd name="T5" fmla="*/ 16 h 597"/>
                  <a:gd name="T6" fmla="*/ 12 w 348"/>
                  <a:gd name="T7" fmla="*/ 26 h 597"/>
                  <a:gd name="T8" fmla="*/ 8 w 348"/>
                  <a:gd name="T9" fmla="*/ 36 h 597"/>
                  <a:gd name="T10" fmla="*/ 4 w 348"/>
                  <a:gd name="T11" fmla="*/ 47 h 597"/>
                  <a:gd name="T12" fmla="*/ 1 w 348"/>
                  <a:gd name="T13" fmla="*/ 58 h 597"/>
                  <a:gd name="T14" fmla="*/ 0 w 348"/>
                  <a:gd name="T15" fmla="*/ 71 h 597"/>
                  <a:gd name="T16" fmla="*/ 0 w 348"/>
                  <a:gd name="T17" fmla="*/ 86 h 597"/>
                  <a:gd name="T18" fmla="*/ 270 w 348"/>
                  <a:gd name="T19" fmla="*/ 597 h 597"/>
                  <a:gd name="T20" fmla="*/ 348 w 348"/>
                  <a:gd name="T21" fmla="*/ 543 h 597"/>
                  <a:gd name="T22" fmla="*/ 44 w 348"/>
                  <a:gd name="T23" fmla="*/ 0 h 5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597"/>
                  <a:gd name="T38" fmla="*/ 348 w 348"/>
                  <a:gd name="T39" fmla="*/ 597 h 5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597">
                    <a:moveTo>
                      <a:pt x="44" y="0"/>
                    </a:moveTo>
                    <a:lnTo>
                      <a:pt x="31" y="8"/>
                    </a:lnTo>
                    <a:lnTo>
                      <a:pt x="21" y="16"/>
                    </a:lnTo>
                    <a:lnTo>
                      <a:pt x="12" y="26"/>
                    </a:lnTo>
                    <a:lnTo>
                      <a:pt x="8" y="36"/>
                    </a:lnTo>
                    <a:lnTo>
                      <a:pt x="4" y="47"/>
                    </a:lnTo>
                    <a:lnTo>
                      <a:pt x="1" y="58"/>
                    </a:lnTo>
                    <a:lnTo>
                      <a:pt x="0" y="71"/>
                    </a:lnTo>
                    <a:lnTo>
                      <a:pt x="0" y="86"/>
                    </a:lnTo>
                    <a:lnTo>
                      <a:pt x="270" y="597"/>
                    </a:lnTo>
                    <a:lnTo>
                      <a:pt x="348" y="543"/>
                    </a:lnTo>
                    <a:lnTo>
                      <a:pt x="44" y="0"/>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0" name="Oval 155"/>
              <p:cNvSpPr>
                <a:spLocks noChangeArrowheads="1"/>
              </p:cNvSpPr>
              <p:nvPr/>
            </p:nvSpPr>
            <p:spPr bwMode="auto">
              <a:xfrm>
                <a:off x="3410" y="2966"/>
                <a:ext cx="190" cy="183"/>
              </a:xfrm>
              <a:prstGeom prst="ellipse">
                <a:avLst/>
              </a:prstGeom>
              <a:solidFill>
                <a:srgbClr val="7F5F3F"/>
              </a:solidFill>
              <a:ln w="12700">
                <a:solidFill>
                  <a:srgbClr val="000000"/>
                </a:solidFill>
                <a:round/>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spTree>
    <p:extLst>
      <p:ext uri="{BB962C8B-B14F-4D97-AF65-F5344CB8AC3E}">
        <p14:creationId xmlns:p14="http://schemas.microsoft.com/office/powerpoint/2010/main" val="3478353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p:cTn id="7" dur="1000" fill="hold"/>
                                        <p:tgtEl>
                                          <p:spTgt spid="104"/>
                                        </p:tgtEl>
                                        <p:attrNameLst>
                                          <p:attrName>ppt_w</p:attrName>
                                        </p:attrNameLst>
                                      </p:cBhvr>
                                      <p:tavLst>
                                        <p:tav tm="0">
                                          <p:val>
                                            <p:fltVal val="0"/>
                                          </p:val>
                                        </p:tav>
                                        <p:tav tm="100000">
                                          <p:val>
                                            <p:strVal val="#ppt_w"/>
                                          </p:val>
                                        </p:tav>
                                      </p:tavLst>
                                    </p:anim>
                                    <p:anim calcmode="lin" valueType="num">
                                      <p:cBhvr>
                                        <p:cTn id="8" dur="1000" fill="hold"/>
                                        <p:tgtEl>
                                          <p:spTgt spid="104"/>
                                        </p:tgtEl>
                                        <p:attrNameLst>
                                          <p:attrName>ppt_h</p:attrName>
                                        </p:attrNameLst>
                                      </p:cBhvr>
                                      <p:tavLst>
                                        <p:tav tm="0">
                                          <p:val>
                                            <p:fltVal val="0"/>
                                          </p:val>
                                        </p:tav>
                                        <p:tav tm="100000">
                                          <p:val>
                                            <p:strVal val="#ppt_h"/>
                                          </p:val>
                                        </p:tav>
                                      </p:tavLst>
                                    </p:anim>
                                    <p:anim calcmode="lin" valueType="num">
                                      <p:cBhvr>
                                        <p:cTn id="9" dur="1000" fill="hold"/>
                                        <p:tgtEl>
                                          <p:spTgt spid="10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35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a:extLst>
              <a:ext uri="{FF2B5EF4-FFF2-40B4-BE49-F238E27FC236}">
                <a16:creationId xmlns:a16="http://schemas.microsoft.com/office/drawing/2014/main" id="{098E9FDC-E2F5-B14A-86AF-C44B9203DAB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699008" y="643467"/>
            <a:ext cx="6793983" cy="5571066"/>
          </a:xfrm>
          <a:prstGeom prst="rect">
            <a:avLst/>
          </a:prstGeom>
          <a:noFill/>
          <a:extLst>
            <a:ext uri="{909E8E84-426E-40DD-AFC4-6F175D3DCCD1}">
              <a14:hiddenFill xmlns:a14="http://schemas.microsoft.com/office/drawing/2010/main">
                <a:solidFill>
                  <a:srgbClr val="FFFFFF"/>
                </a:solidFill>
              </a14:hiddenFill>
            </a:ext>
          </a:extLst>
        </p:spPr>
      </p:pic>
      <p:sp>
        <p:nvSpPr>
          <p:cNvPr id="2" name="CaixaDeTexto 1">
            <a:extLst>
              <a:ext uri="{FF2B5EF4-FFF2-40B4-BE49-F238E27FC236}">
                <a16:creationId xmlns:a16="http://schemas.microsoft.com/office/drawing/2014/main" id="{BC6EE67E-7BCA-8B4C-BA51-74E6390660B5}"/>
              </a:ext>
            </a:extLst>
          </p:cNvPr>
          <p:cNvSpPr txBox="1"/>
          <p:nvPr/>
        </p:nvSpPr>
        <p:spPr>
          <a:xfrm>
            <a:off x="9934413" y="5665118"/>
            <a:ext cx="1780574" cy="369332"/>
          </a:xfrm>
          <a:prstGeom prst="rect">
            <a:avLst/>
          </a:prstGeom>
          <a:noFill/>
          <a:ln>
            <a:solidFill>
              <a:schemeClr val="accent1"/>
            </a:solidFill>
          </a:ln>
        </p:spPr>
        <p:txBody>
          <a:bodyPr wrap="square" rtlCol="0">
            <a:spAutoFit/>
          </a:bodyPr>
          <a:lstStyle/>
          <a:p>
            <a:r>
              <a:rPr lang="pt-BR" i="1" dirty="0"/>
              <a:t>Design </a:t>
            </a:r>
            <a:r>
              <a:rPr lang="pt-BR" i="1" dirty="0" err="1"/>
              <a:t>Council</a:t>
            </a:r>
            <a:endParaRPr lang="pt-BR" i="1" dirty="0"/>
          </a:p>
        </p:txBody>
      </p:sp>
    </p:spTree>
    <p:extLst>
      <p:ext uri="{BB962C8B-B14F-4D97-AF65-F5344CB8AC3E}">
        <p14:creationId xmlns:p14="http://schemas.microsoft.com/office/powerpoint/2010/main" val="1861262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B9FF99BD-075F-4761-A995-6FC574BD2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A7B21A54-9BA3-4EA9-B460-5A829ADD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6FA8F714-B9D8-488A-8CCA-E9948FF91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Q784395 - Questões de Concursos | Qconcursos.com">
            <a:extLst>
              <a:ext uri="{FF2B5EF4-FFF2-40B4-BE49-F238E27FC236}">
                <a16:creationId xmlns:a16="http://schemas.microsoft.com/office/drawing/2014/main" id="{22699CDD-7815-6F41-A1B8-BCA56231ED1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20477" y="1169760"/>
            <a:ext cx="9951041" cy="4512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3461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3BD0A82-E83E-3D49-AB14-CA6522ED5635}"/>
              </a:ext>
            </a:extLst>
          </p:cNvPr>
          <p:cNvSpPr txBox="1"/>
          <p:nvPr/>
        </p:nvSpPr>
        <p:spPr>
          <a:xfrm>
            <a:off x="3028013" y="959370"/>
            <a:ext cx="6115987" cy="584775"/>
          </a:xfrm>
          <a:prstGeom prst="rect">
            <a:avLst/>
          </a:prstGeom>
          <a:noFill/>
        </p:spPr>
        <p:txBody>
          <a:bodyPr wrap="square" rtlCol="0">
            <a:spAutoFit/>
          </a:bodyPr>
          <a:lstStyle/>
          <a:p>
            <a:r>
              <a:rPr lang="pt-BR" sz="3200" dirty="0"/>
              <a:t>PADRÃO</a:t>
            </a:r>
            <a:r>
              <a:rPr lang="pt-BR" dirty="0"/>
              <a:t> </a:t>
            </a:r>
          </a:p>
        </p:txBody>
      </p:sp>
      <p:sp>
        <p:nvSpPr>
          <p:cNvPr id="3" name="CaixaDeTexto 2">
            <a:extLst>
              <a:ext uri="{FF2B5EF4-FFF2-40B4-BE49-F238E27FC236}">
                <a16:creationId xmlns:a16="http://schemas.microsoft.com/office/drawing/2014/main" id="{19383A90-866C-A642-AC09-A558F6AB404D}"/>
              </a:ext>
            </a:extLst>
          </p:cNvPr>
          <p:cNvSpPr txBox="1"/>
          <p:nvPr/>
        </p:nvSpPr>
        <p:spPr>
          <a:xfrm>
            <a:off x="3038006" y="2475717"/>
            <a:ext cx="6115987" cy="584775"/>
          </a:xfrm>
          <a:prstGeom prst="rect">
            <a:avLst/>
          </a:prstGeom>
          <a:noFill/>
        </p:spPr>
        <p:txBody>
          <a:bodyPr wrap="square" rtlCol="0">
            <a:spAutoFit/>
          </a:bodyPr>
          <a:lstStyle/>
          <a:p>
            <a:r>
              <a:rPr lang="pt-BR" sz="3200" dirty="0"/>
              <a:t>METODOLOGIA</a:t>
            </a:r>
          </a:p>
        </p:txBody>
      </p:sp>
      <p:sp>
        <p:nvSpPr>
          <p:cNvPr id="4" name="CaixaDeTexto 3">
            <a:extLst>
              <a:ext uri="{FF2B5EF4-FFF2-40B4-BE49-F238E27FC236}">
                <a16:creationId xmlns:a16="http://schemas.microsoft.com/office/drawing/2014/main" id="{7EEC9BEA-87D4-4A4C-84D2-3AD857E90682}"/>
              </a:ext>
            </a:extLst>
          </p:cNvPr>
          <p:cNvSpPr txBox="1"/>
          <p:nvPr/>
        </p:nvSpPr>
        <p:spPr>
          <a:xfrm>
            <a:off x="3147933" y="4112302"/>
            <a:ext cx="6115987" cy="584775"/>
          </a:xfrm>
          <a:prstGeom prst="rect">
            <a:avLst/>
          </a:prstGeom>
          <a:noFill/>
        </p:spPr>
        <p:txBody>
          <a:bodyPr wrap="square" rtlCol="0">
            <a:spAutoFit/>
          </a:bodyPr>
          <a:lstStyle/>
          <a:p>
            <a:r>
              <a:rPr lang="pt-BR" sz="3200" dirty="0"/>
              <a:t>PRINCIPIO</a:t>
            </a:r>
          </a:p>
        </p:txBody>
      </p:sp>
    </p:spTree>
    <p:extLst>
      <p:ext uri="{BB962C8B-B14F-4D97-AF65-F5344CB8AC3E}">
        <p14:creationId xmlns:p14="http://schemas.microsoft.com/office/powerpoint/2010/main" val="1429693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5AC91B34-32CB-AB4C-9F80-4970D80F7592}"/>
              </a:ext>
            </a:extLst>
          </p:cNvPr>
          <p:cNvSpPr/>
          <p:nvPr/>
        </p:nvSpPr>
        <p:spPr>
          <a:xfrm>
            <a:off x="700007" y="2690336"/>
            <a:ext cx="10791986" cy="1754326"/>
          </a:xfrm>
          <a:prstGeom prst="rect">
            <a:avLst/>
          </a:prstGeom>
        </p:spPr>
        <p:txBody>
          <a:bodyPr wrap="square">
            <a:spAutoFit/>
          </a:bodyPr>
          <a:lstStyle/>
          <a:p>
            <a:pPr algn="just"/>
            <a:r>
              <a:rPr lang="pt-BR" dirty="0">
                <a:solidFill>
                  <a:srgbClr val="002060"/>
                </a:solidFill>
                <a:latin typeface="Ubuntu"/>
              </a:rPr>
              <a:t>A estrutura do </a:t>
            </a:r>
            <a:r>
              <a:rPr lang="pt-BR" dirty="0">
                <a:solidFill>
                  <a:srgbClr val="FF0000"/>
                </a:solidFill>
                <a:latin typeface="Ubuntu"/>
              </a:rPr>
              <a:t>MÉTODO</a:t>
            </a:r>
            <a:r>
              <a:rPr lang="pt-BR" dirty="0">
                <a:solidFill>
                  <a:srgbClr val="002060"/>
                </a:solidFill>
                <a:latin typeface="Ubuntu"/>
              </a:rPr>
              <a:t> PRINCE2 é composta de </a:t>
            </a:r>
            <a:r>
              <a:rPr lang="pt-BR" b="1" dirty="0">
                <a:solidFill>
                  <a:srgbClr val="002060"/>
                </a:solidFill>
                <a:latin typeface="Ubuntu"/>
              </a:rPr>
              <a:t>princípios</a:t>
            </a:r>
            <a:r>
              <a:rPr lang="pt-BR" dirty="0">
                <a:solidFill>
                  <a:srgbClr val="002060"/>
                </a:solidFill>
                <a:latin typeface="Ubuntu"/>
              </a:rPr>
              <a:t>, temas, processos e leva sempre em consideração o ambiente do projeto para que o método possa ser adaptado (</a:t>
            </a:r>
            <a:r>
              <a:rPr lang="pt-BR" dirty="0" err="1">
                <a:solidFill>
                  <a:srgbClr val="002060"/>
                </a:solidFill>
                <a:latin typeface="Ubuntu"/>
              </a:rPr>
              <a:t>Tayloring</a:t>
            </a:r>
            <a:r>
              <a:rPr lang="pt-BR" dirty="0">
                <a:solidFill>
                  <a:srgbClr val="002060"/>
                </a:solidFill>
                <a:latin typeface="Ubuntu"/>
              </a:rPr>
              <a:t>). Isto significa que a tenacidade de aplicação do método deve ser adequada às características do projeto. De forma geral, o método PRINCE2 é uma estrutura sistemática com processos, papéis e responsabilidades bem definidos que visam garantir o gerenciamento organizado do projeto desde a sua concepção até o encerramento.</a:t>
            </a:r>
            <a:endParaRPr lang="pt-BR" dirty="0">
              <a:solidFill>
                <a:srgbClr val="002060"/>
              </a:solidFill>
            </a:endParaRPr>
          </a:p>
        </p:txBody>
      </p:sp>
      <p:sp>
        <p:nvSpPr>
          <p:cNvPr id="3" name="Retângulo 2">
            <a:extLst>
              <a:ext uri="{FF2B5EF4-FFF2-40B4-BE49-F238E27FC236}">
                <a16:creationId xmlns:a16="http://schemas.microsoft.com/office/drawing/2014/main" id="{0868C63E-4149-F64F-858F-5022704BBDD7}"/>
              </a:ext>
            </a:extLst>
          </p:cNvPr>
          <p:cNvSpPr/>
          <p:nvPr/>
        </p:nvSpPr>
        <p:spPr>
          <a:xfrm>
            <a:off x="700007" y="4272677"/>
            <a:ext cx="10791986" cy="2585323"/>
          </a:xfrm>
          <a:prstGeom prst="rect">
            <a:avLst/>
          </a:prstGeom>
        </p:spPr>
        <p:txBody>
          <a:bodyPr wrap="square">
            <a:spAutoFit/>
          </a:bodyPr>
          <a:lstStyle/>
          <a:p>
            <a:pPr algn="just"/>
            <a:r>
              <a:rPr lang="pt-BR" dirty="0"/>
              <a:t>Segundo KERZNER (2001), o alcance da excelência em gerenciamento de projetos não é possível sem um processo repetitivo que possa ser utilizado em cada projeto. Esse processo repetitivo é a metodologia de gerenciamento de projetos. Para CHARVAT (2003), “</a:t>
            </a:r>
            <a:r>
              <a:rPr lang="pt-BR" b="1" dirty="0">
                <a:solidFill>
                  <a:srgbClr val="FF0000"/>
                </a:solidFill>
              </a:rPr>
              <a:t>UMA METODOLOGIA É UM CONJUNTO DE ORIENTAÇÕES E PRINCÍPIOS QUE PODEM SER ADAPTADOS E APLICADOS EM UMA SITUAÇÃO ESPECÍFICA</a:t>
            </a:r>
            <a:r>
              <a:rPr lang="pt-BR" dirty="0"/>
              <a:t>. Em ambiente de projetos essa orientação é uma lista de coisas a fazer. Uma metodologia pode também ter uma abordagem específica, modelos, formulários e também </a:t>
            </a:r>
            <a:r>
              <a:rPr lang="pt-BR" dirty="0" err="1"/>
              <a:t>check</a:t>
            </a:r>
            <a:r>
              <a:rPr lang="pt-BR" dirty="0"/>
              <a:t> </a:t>
            </a:r>
            <a:r>
              <a:rPr lang="pt-BR" dirty="0" err="1"/>
              <a:t>lists</a:t>
            </a:r>
            <a:r>
              <a:rPr lang="pt-BR" dirty="0"/>
              <a:t>, usados durante o ciclo de vida do projeto". Desta forma, uma metodologia de gerenciamento de projetos é um conjunto de processos, métodos e ferramentas para o alcance dos objetivos do projeto. Ela deve prover um roteiro (</a:t>
            </a:r>
            <a:r>
              <a:rPr lang="pt-BR" dirty="0" err="1"/>
              <a:t>roadmap</a:t>
            </a:r>
            <a:r>
              <a:rPr lang="pt-BR" dirty="0"/>
              <a:t>) para o gerenciamento do projeto. Equipes que não compartilham uma metodologia tendem a ser ineficientes.</a:t>
            </a:r>
            <a:endParaRPr lang="pt-BR" dirty="0">
              <a:solidFill>
                <a:srgbClr val="002060"/>
              </a:solidFill>
            </a:endParaRPr>
          </a:p>
        </p:txBody>
      </p:sp>
      <p:sp>
        <p:nvSpPr>
          <p:cNvPr id="4" name="Retângulo 3">
            <a:extLst>
              <a:ext uri="{FF2B5EF4-FFF2-40B4-BE49-F238E27FC236}">
                <a16:creationId xmlns:a16="http://schemas.microsoft.com/office/drawing/2014/main" id="{2612B038-C55F-3D43-A759-4ADE8DDFB6C8}"/>
              </a:ext>
            </a:extLst>
          </p:cNvPr>
          <p:cNvSpPr/>
          <p:nvPr/>
        </p:nvSpPr>
        <p:spPr>
          <a:xfrm>
            <a:off x="700007" y="639876"/>
            <a:ext cx="11097252" cy="2031325"/>
          </a:xfrm>
          <a:prstGeom prst="rect">
            <a:avLst/>
          </a:prstGeom>
        </p:spPr>
        <p:txBody>
          <a:bodyPr wrap="square">
            <a:spAutoFit/>
          </a:bodyPr>
          <a:lstStyle/>
          <a:p>
            <a:r>
              <a:rPr lang="pt-BR" dirty="0">
                <a:solidFill>
                  <a:srgbClr val="83868A"/>
                </a:solidFill>
                <a:latin typeface="Ubuntu"/>
              </a:rPr>
              <a:t>Em Administração e Qualidade, </a:t>
            </a:r>
            <a:r>
              <a:rPr lang="pt-BR" dirty="0">
                <a:solidFill>
                  <a:srgbClr val="002060"/>
                </a:solidFill>
                <a:latin typeface="Ubuntu"/>
              </a:rPr>
              <a:t>PADRÃO É UMA NORMA TÉCNICA</a:t>
            </a:r>
            <a:r>
              <a:rPr lang="pt-BR" dirty="0">
                <a:solidFill>
                  <a:srgbClr val="83868A"/>
                </a:solidFill>
                <a:latin typeface="Ubuntu"/>
              </a:rPr>
              <a:t>, ou seja, um "documento aprovado por um organismo reconhecido que provê, pelo uso comum e repetitivo, regras, diretrizes ou características de produtos, processos ou serviços cuja obediência não é obrigatória”[1]. Alguns exemplos de padrões: ISO (</a:t>
            </a:r>
            <a:r>
              <a:rPr lang="pt-BR" dirty="0" err="1">
                <a:solidFill>
                  <a:srgbClr val="83868A"/>
                </a:solidFill>
                <a:latin typeface="Ubuntu"/>
              </a:rPr>
              <a:t>International</a:t>
            </a:r>
            <a:r>
              <a:rPr lang="pt-BR" dirty="0">
                <a:solidFill>
                  <a:srgbClr val="83868A"/>
                </a:solidFill>
                <a:latin typeface="Ubuntu"/>
              </a:rPr>
              <a:t> Standards for </a:t>
            </a:r>
            <a:r>
              <a:rPr lang="pt-BR" dirty="0" err="1">
                <a:solidFill>
                  <a:srgbClr val="83868A"/>
                </a:solidFill>
                <a:latin typeface="Ubuntu"/>
              </a:rPr>
              <a:t>Organization</a:t>
            </a:r>
            <a:r>
              <a:rPr lang="pt-BR" dirty="0">
                <a:solidFill>
                  <a:srgbClr val="83868A"/>
                </a:solidFill>
                <a:latin typeface="Ubuntu"/>
              </a:rPr>
              <a:t>) e ABNT (Associação Brasileira de Normas Técnicas). Padrão não deve ser confundido com modelo de maturidade, tais como OPM3 (</a:t>
            </a:r>
            <a:r>
              <a:rPr lang="pt-BR" dirty="0" err="1">
                <a:solidFill>
                  <a:srgbClr val="83868A"/>
                </a:solidFill>
                <a:latin typeface="Ubuntu"/>
              </a:rPr>
              <a:t>Organizational</a:t>
            </a:r>
            <a:r>
              <a:rPr lang="pt-BR" dirty="0">
                <a:solidFill>
                  <a:srgbClr val="83868A"/>
                </a:solidFill>
                <a:latin typeface="Ubuntu"/>
              </a:rPr>
              <a:t> Project Management </a:t>
            </a:r>
            <a:r>
              <a:rPr lang="pt-BR" dirty="0" err="1">
                <a:solidFill>
                  <a:srgbClr val="83868A"/>
                </a:solidFill>
                <a:latin typeface="Ubuntu"/>
              </a:rPr>
              <a:t>Maturity</a:t>
            </a:r>
            <a:r>
              <a:rPr lang="pt-BR" dirty="0">
                <a:solidFill>
                  <a:srgbClr val="83868A"/>
                </a:solidFill>
                <a:latin typeface="Ubuntu"/>
              </a:rPr>
              <a:t> </a:t>
            </a:r>
            <a:r>
              <a:rPr lang="pt-BR" dirty="0" err="1">
                <a:solidFill>
                  <a:srgbClr val="83868A"/>
                </a:solidFill>
                <a:latin typeface="Ubuntu"/>
              </a:rPr>
              <a:t>Model</a:t>
            </a:r>
            <a:r>
              <a:rPr lang="pt-BR" dirty="0">
                <a:solidFill>
                  <a:srgbClr val="83868A"/>
                </a:solidFill>
                <a:latin typeface="Ubuntu"/>
              </a:rPr>
              <a:t>), CMMI (</a:t>
            </a:r>
            <a:r>
              <a:rPr lang="pt-BR" dirty="0" err="1">
                <a:solidFill>
                  <a:srgbClr val="83868A"/>
                </a:solidFill>
                <a:latin typeface="Ubuntu"/>
              </a:rPr>
              <a:t>Capability</a:t>
            </a:r>
            <a:r>
              <a:rPr lang="pt-BR" dirty="0">
                <a:solidFill>
                  <a:srgbClr val="83868A"/>
                </a:solidFill>
                <a:latin typeface="Ubuntu"/>
              </a:rPr>
              <a:t> </a:t>
            </a:r>
            <a:r>
              <a:rPr lang="pt-BR" dirty="0" err="1">
                <a:solidFill>
                  <a:srgbClr val="83868A"/>
                </a:solidFill>
                <a:latin typeface="Ubuntu"/>
              </a:rPr>
              <a:t>Maturity</a:t>
            </a:r>
            <a:r>
              <a:rPr lang="pt-BR" dirty="0">
                <a:solidFill>
                  <a:srgbClr val="83868A"/>
                </a:solidFill>
                <a:latin typeface="Ubuntu"/>
              </a:rPr>
              <a:t> </a:t>
            </a:r>
            <a:r>
              <a:rPr lang="pt-BR" dirty="0" err="1">
                <a:solidFill>
                  <a:srgbClr val="83868A"/>
                </a:solidFill>
                <a:latin typeface="Ubuntu"/>
              </a:rPr>
              <a:t>Model</a:t>
            </a:r>
            <a:r>
              <a:rPr lang="pt-BR" dirty="0">
                <a:solidFill>
                  <a:srgbClr val="83868A"/>
                </a:solidFill>
                <a:latin typeface="Ubuntu"/>
              </a:rPr>
              <a:t> </a:t>
            </a:r>
            <a:r>
              <a:rPr lang="pt-BR" dirty="0" err="1">
                <a:solidFill>
                  <a:srgbClr val="83868A"/>
                </a:solidFill>
                <a:latin typeface="Ubuntu"/>
              </a:rPr>
              <a:t>Integration</a:t>
            </a:r>
            <a:r>
              <a:rPr lang="pt-BR" dirty="0">
                <a:solidFill>
                  <a:srgbClr val="83868A"/>
                </a:solidFill>
                <a:latin typeface="Ubuntu"/>
              </a:rPr>
              <a:t>) e MPS.BR (Melhoria de Processo do Software Brasileiro).</a:t>
            </a:r>
            <a:endParaRPr lang="pt-BR" dirty="0"/>
          </a:p>
        </p:txBody>
      </p:sp>
    </p:spTree>
    <p:extLst>
      <p:ext uri="{BB962C8B-B14F-4D97-AF65-F5344CB8AC3E}">
        <p14:creationId xmlns:p14="http://schemas.microsoft.com/office/powerpoint/2010/main" val="2109138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OBRIGADA!</a:t>
            </a:r>
          </a:p>
        </p:txBody>
      </p:sp>
      <p:sp>
        <p:nvSpPr>
          <p:cNvPr id="3" name="CaixaDeTexto 2"/>
          <p:cNvSpPr txBox="1"/>
          <p:nvPr/>
        </p:nvSpPr>
        <p:spPr>
          <a:xfrm>
            <a:off x="1532403" y="4044941"/>
            <a:ext cx="5975797" cy="523220"/>
          </a:xfrm>
          <a:prstGeom prst="rect">
            <a:avLst/>
          </a:prstGeom>
          <a:noFill/>
        </p:spPr>
        <p:txBody>
          <a:bodyPr wrap="square" rtlCol="0">
            <a:spAutoFit/>
          </a:bodyPr>
          <a:lstStyle/>
          <a:p>
            <a:r>
              <a:rPr lang="es-ES" sz="2800" b="1" dirty="0">
                <a:latin typeface="Lato Black" panose="020F0A02020204030203" pitchFamily="34" charset="0"/>
              </a:rPr>
              <a:t>CONTATO</a:t>
            </a:r>
            <a:r>
              <a:rPr lang="es-ES" sz="2800" b="1" dirty="0">
                <a:latin typeface="Lato" panose="020F0502020204030203" pitchFamily="34" charset="0"/>
              </a:rPr>
              <a:t> </a:t>
            </a:r>
          </a:p>
        </p:txBody>
      </p:sp>
      <p:sp>
        <p:nvSpPr>
          <p:cNvPr id="4" name="CaixaDeTexto 3"/>
          <p:cNvSpPr txBox="1"/>
          <p:nvPr/>
        </p:nvSpPr>
        <p:spPr>
          <a:xfrm>
            <a:off x="1392702" y="4568161"/>
            <a:ext cx="5975797" cy="1323439"/>
          </a:xfrm>
          <a:prstGeom prst="rect">
            <a:avLst/>
          </a:prstGeom>
          <a:noFill/>
        </p:spPr>
        <p:txBody>
          <a:bodyPr wrap="square" rtlCol="0">
            <a:spAutoFit/>
          </a:bodyPr>
          <a:lstStyle/>
          <a:p>
            <a:r>
              <a:rPr lang="es-ES" sz="2000" b="1" dirty="0">
                <a:latin typeface="Lato" panose="020F0502020204030203" pitchFamily="34" charset="0"/>
                <a:hlinkClick r:id="rId2"/>
              </a:rPr>
              <a:t>andreasantos@unb.br</a:t>
            </a:r>
            <a:endParaRPr lang="es-ES" sz="2000" b="1" dirty="0">
              <a:latin typeface="Lato" panose="020F0502020204030203" pitchFamily="34" charset="0"/>
            </a:endParaRPr>
          </a:p>
          <a:p>
            <a:endParaRPr lang="es-ES" sz="2000" b="1" dirty="0">
              <a:latin typeface="Lato" panose="020F0502020204030203" pitchFamily="34" charset="0"/>
            </a:endParaRPr>
          </a:p>
          <a:p>
            <a:endParaRPr lang="es-ES" sz="2000" b="1" dirty="0">
              <a:latin typeface="Lato" panose="020F0502020204030203" pitchFamily="34" charset="0"/>
            </a:endParaRPr>
          </a:p>
          <a:p>
            <a:endParaRPr lang="es-ES" sz="2000" b="1" dirty="0">
              <a:latin typeface="Lato" panose="020F0502020204030203" pitchFamily="34" charset="0"/>
            </a:endParaRPr>
          </a:p>
        </p:txBody>
      </p:sp>
    </p:spTree>
    <p:extLst>
      <p:ext uri="{BB962C8B-B14F-4D97-AF65-F5344CB8AC3E}">
        <p14:creationId xmlns:p14="http://schemas.microsoft.com/office/powerpoint/2010/main" val="2918265474"/>
      </p:ext>
    </p:extLst>
  </p:cSld>
  <p:clrMapOvr>
    <a:masterClrMapping/>
  </p:clrMapOvr>
</p:sld>
</file>

<file path=ppt/theme/theme1.xml><?xml version="1.0" encoding="utf-8"?>
<a:theme xmlns:a="http://schemas.openxmlformats.org/drawingml/2006/main" name="Tema do Office">
  <a:themeElements>
    <a:clrScheme name="LAB1">
      <a:dk1>
        <a:srgbClr val="262626"/>
      </a:dk1>
      <a:lt1>
        <a:srgbClr val="FFFFFF"/>
      </a:lt1>
      <a:dk2>
        <a:srgbClr val="262626"/>
      </a:dk2>
      <a:lt2>
        <a:srgbClr val="F2F2F2"/>
      </a:lt2>
      <a:accent1>
        <a:srgbClr val="FFD965"/>
      </a:accent1>
      <a:accent2>
        <a:srgbClr val="7F6000"/>
      </a:accent2>
      <a:accent3>
        <a:srgbClr val="FFC000"/>
      </a:accent3>
      <a:accent4>
        <a:srgbClr val="AC4F0F"/>
      </a:accent4>
      <a:accent5>
        <a:srgbClr val="EC7A2C"/>
      </a:accent5>
      <a:accent6>
        <a:srgbClr val="F8D0B4"/>
      </a:accent6>
      <a:hlink>
        <a:srgbClr val="C55A11"/>
      </a:hlink>
      <a:folHlink>
        <a:srgbClr val="F4B183"/>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FFB952CF52B7DE4ABAC1D5EF85AB9ACF" ma:contentTypeVersion="8" ma:contentTypeDescription="Crie um novo documento." ma:contentTypeScope="" ma:versionID="4012478236954615fd655ec24943ae3a">
  <xsd:schema xmlns:xsd="http://www.w3.org/2001/XMLSchema" xmlns:xs="http://www.w3.org/2001/XMLSchema" xmlns:p="http://schemas.microsoft.com/office/2006/metadata/properties" xmlns:ns2="0616edac-8b85-431d-b1bb-a5cc9cdccc91" targetNamespace="http://schemas.microsoft.com/office/2006/metadata/properties" ma:root="true" ma:fieldsID="e7b2c68f65d9ff28806c01b3f086190d" ns2:_="">
    <xsd:import namespace="0616edac-8b85-431d-b1bb-a5cc9cdccc9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MediaServiceSearchPropertie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16edac-8b85-431d-b1bb-a5cc9cdccc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39F1681-DB50-46A7-A101-090B3080F320}">
  <ds:schemaRefs>
    <ds:schemaRef ds:uri="http://schemas.microsoft.com/sharepoint/v3/contenttype/forms"/>
  </ds:schemaRefs>
</ds:datastoreItem>
</file>

<file path=customXml/itemProps2.xml><?xml version="1.0" encoding="utf-8"?>
<ds:datastoreItem xmlns:ds="http://schemas.openxmlformats.org/officeDocument/2006/customXml" ds:itemID="{CB796E3F-8403-4DE2-82D8-D0F5B2923A69}">
  <ds:schemaRefs>
    <ds:schemaRef ds:uri="0616edac-8b85-431d-b1bb-a5cc9cdccc91"/>
    <ds:schemaRef ds:uri="http://purl.org/dc/elements/1.1/"/>
    <ds:schemaRef ds:uri="http://purl.org/dc/terms/"/>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B74E1CFB-9BB5-48C8-9E71-CB11B62A4050}"/>
</file>

<file path=docProps/app.xml><?xml version="1.0" encoding="utf-8"?>
<Properties xmlns="http://schemas.openxmlformats.org/officeDocument/2006/extended-properties" xmlns:vt="http://schemas.openxmlformats.org/officeDocument/2006/docPropsVTypes">
  <TotalTime>528</TotalTime>
  <Words>3094</Words>
  <Application>Microsoft Macintosh PowerPoint</Application>
  <PresentationFormat>Widescreen</PresentationFormat>
  <Paragraphs>446</Paragraphs>
  <Slides>32</Slides>
  <Notes>17</Notes>
  <HiddenSlides>0</HiddenSlides>
  <MMClips>0</MMClips>
  <ScaleCrop>false</ScaleCrop>
  <HeadingPairs>
    <vt:vector size="8" baseType="variant">
      <vt:variant>
        <vt:lpstr>Fontes usadas</vt:lpstr>
      </vt:variant>
      <vt:variant>
        <vt:i4>11</vt:i4>
      </vt:variant>
      <vt:variant>
        <vt:lpstr>Tema</vt:lpstr>
      </vt:variant>
      <vt:variant>
        <vt:i4>1</vt:i4>
      </vt:variant>
      <vt:variant>
        <vt:lpstr>Servidores OLE inseridos</vt:lpstr>
      </vt:variant>
      <vt:variant>
        <vt:i4>1</vt:i4>
      </vt:variant>
      <vt:variant>
        <vt:lpstr>Títulos de slides</vt:lpstr>
      </vt:variant>
      <vt:variant>
        <vt:i4>32</vt:i4>
      </vt:variant>
    </vt:vector>
  </HeadingPairs>
  <TitlesOfParts>
    <vt:vector size="45" baseType="lpstr">
      <vt:lpstr>Arial</vt:lpstr>
      <vt:lpstr>Calibri</vt:lpstr>
      <vt:lpstr>Comic Sans MS</vt:lpstr>
      <vt:lpstr>Lato</vt:lpstr>
      <vt:lpstr>Lato Black</vt:lpstr>
      <vt:lpstr>Lato regular</vt:lpstr>
      <vt:lpstr>Open Sans</vt:lpstr>
      <vt:lpstr>Times New Roman</vt:lpstr>
      <vt:lpstr>Ubuntu</vt:lpstr>
      <vt:lpstr>Wingdings</vt:lpstr>
      <vt:lpstr>Wingdings 2</vt:lpstr>
      <vt:lpstr>Tema do Office</vt:lpstr>
      <vt:lpstr>Clip</vt:lpstr>
      <vt:lpstr>Apresentação do PowerPoint</vt:lpstr>
      <vt:lpstr>Classificação de projetos</vt:lpstr>
      <vt:lpstr>Critérios mais usados para classificação de projetos de produto e serviço</vt:lpstr>
      <vt:lpstr>Características do sucesso do desenvolvimento de produtos</vt:lpstr>
      <vt:lpstr>Custo comprometido versus custo incorrido</vt:lpstr>
      <vt:lpstr>Gestão do processo de desenvolvimento de produtos</vt:lpstr>
      <vt:lpstr>Apresentação do PowerPoint</vt:lpstr>
      <vt:lpstr>O que é tecnologia?</vt:lpstr>
      <vt:lpstr>Apresentação do PowerPoint</vt:lpstr>
      <vt:lpstr>Vamos encontrar aplicações para a tecnologia</vt:lpstr>
      <vt:lpstr>Apresentação do PowerPoint</vt:lpstr>
      <vt:lpstr>Processo de desenvolvimento de produtos</vt:lpstr>
      <vt:lpstr> Modelo de referência específico </vt:lpstr>
      <vt:lpstr> Exemplos de modelos de referência genéricos de PDP </vt:lpstr>
      <vt:lpstr>Ilustração sobre os tipos de modelos de referência</vt:lpstr>
      <vt:lpstr> Exemplo de modelos de referência específicos de PDP </vt:lpstr>
      <vt:lpstr>Apresentação do PowerPoint</vt:lpstr>
      <vt:lpstr>Apresentação do PowerPoint</vt:lpstr>
      <vt:lpstr>Apresentação do PowerPoint</vt:lpstr>
      <vt:lpstr> Complemento do livro na internet (PDPNet)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OBRIGADA!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Rafael Kieckbusch</dc:creator>
  <cp:lastModifiedBy>Andrea Cristina dos Santos</cp:lastModifiedBy>
  <cp:revision>6</cp:revision>
  <dcterms:created xsi:type="dcterms:W3CDTF">2020-04-17T21:09:59Z</dcterms:created>
  <dcterms:modified xsi:type="dcterms:W3CDTF">2024-10-21T13:27:53Z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0x010100FFB952CF52B7DE4ABAC1D5EF85AB9ACF</vt:lpwstr>
  </property>
</Properties>
</file>